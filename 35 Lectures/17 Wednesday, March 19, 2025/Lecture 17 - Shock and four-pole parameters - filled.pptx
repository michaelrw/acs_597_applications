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5"/>
  </p:notesMasterIdLst>
  <p:sldIdLst>
    <p:sldId id="423" r:id="rId2"/>
    <p:sldId id="475" r:id="rId3"/>
    <p:sldId id="488" r:id="rId4"/>
    <p:sldId id="490" r:id="rId5"/>
    <p:sldId id="491" r:id="rId6"/>
    <p:sldId id="492" r:id="rId7"/>
    <p:sldId id="489" r:id="rId8"/>
    <p:sldId id="493" r:id="rId9"/>
    <p:sldId id="494" r:id="rId10"/>
    <p:sldId id="495" r:id="rId11"/>
    <p:sldId id="496" r:id="rId12"/>
    <p:sldId id="500" r:id="rId13"/>
    <p:sldId id="503" r:id="rId14"/>
    <p:sldId id="504" r:id="rId15"/>
    <p:sldId id="505" r:id="rId16"/>
    <p:sldId id="506" r:id="rId17"/>
    <p:sldId id="507" r:id="rId18"/>
    <p:sldId id="508" r:id="rId19"/>
    <p:sldId id="509" r:id="rId20"/>
    <p:sldId id="510" r:id="rId21"/>
    <p:sldId id="511" r:id="rId22"/>
    <p:sldId id="476" r:id="rId23"/>
    <p:sldId id="512" r:id="rId24"/>
  </p:sldIdLst>
  <p:sldSz cx="12192000" cy="6858000"/>
  <p:notesSz cx="6858000" cy="9144000"/>
  <p:embeddedFontLst>
    <p:embeddedFont>
      <p:font typeface="Atkinson Hyperlegible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03:55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9416 9051 1860 0,'0'0'0'0,"0"0"-60"0,0 0-704 16,10-38 556-16,0 25 176 0,1 3 32 16,1 2 456-16,3-2 440 0,1-1-155 15,5 0-377-15,-5 1-108 0,5 0-36 16,0 1-200-16,-1-1-20 0,1 2-264 16,-4 1-232-16,-7 0-280 0</inkml:trace>
  <inkml:trace contextRef="#ctx0" brushRef="#br0" timeOffset="266.08">9668 8869 2773 0,'0'0'912'16,"-46"3"209"-16,20-3-449 16,3 0-72-16,2 0 85 0,5-3-389 15,1 1-40-15,5 0 80 0,6 1-200 16,4 1-20-16,0 0 32 0,0 0-144 16,4 0 4-16,2 2-8 0,15 7 0 15,16 2 0-15,10 4 72 16,11-2-40-16,8-3-7 0,9-5-25 15,8-1 0-15,8-4 0 0,14-3 0 16,11-3 0-16,10-2 0 0,14-4 0 16,7 0 0-16,0-2 0 0,6 1 0 15,-6 1 0-15,-11 2 0 0,-4-1 0 16,-16 1 0-16,-10 3-13 16,-13 2-363-16,-15 1-180 0,-10 2 8 15,-10-2-765-15,-16 2-140 0,-14-3-404 0</inkml:trace>
  <inkml:trace contextRef="#ctx0" brushRef="#br0" timeOffset="6749.71">14565 9023 3301 0,'0'0'348'15,"0"0"-348"-15,0 0-188 0,0 0-180 16,-31-17-28-16,21 10 48 0,3-3 348 16,5 3 28-16,-2-1 396 15,4 0-220-15,-4 4-52 0,-2 1 152 16,0 2-116-16,-9 1 16 0,1 3 433 15,3 1-205-15,3-1 4 0,4-2 264 16,0 1-312-16,4 1-71 0,0-3 91 16,0 1-240-16,14 2-20 0,17 1 164 15,17-1-200-15,12 0-48 16,16 1-16-16,-1-2-44 0,9 3 8 0,5 0-8 16,6 2 0-16,5 1-4 15,9 2 0-15,13-1 8 0,10 1-8 16,13 0 20-16,14 0-20 0,13 0 12 15,12-3 0-15,6-3-4 0,4-3-8 16,13-1 0-16,6 0 12 16,4-1-12-16,6 1 56 0,1 0-39 15,1 0-17-15,0 4 0 0,0 3 0 16,3 2 0-16,1 3 0 0,5 2 0 16,6 1 0-16,4 2 0 15,6 1 0-15,6 1 0 0,5 1 0 16,3 0 0-16,7 1 0 0,-4-1 0 15,1-1-9-15,5 2 9 0,-10-1 0 16,3 0 0-16,-1 1 0 0,-13 2 0 16,0 0 9-16,-8 2-9 0,-14 1 0 15,-7-2-25-15,-10 0-59 16,-19-2-100-16,-8-2-20 0,-14-4-112 0,-21-10-653 16,-46-4-331-16,-10-10-1065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05:00.2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8393 13426 1880 0,'0'0'1793'15,"0"0"-1016"-15,0 0-253 0,0 0 228 16,-3 46-328-16,3-31-72 16,3 1 81-16,-3 1-205 0,4 0-44 15,-4 4 36-15,0-1-164 0,0 2-24 16,0-1 0-16,0-2-20 0,4-1-12 16,-2-2 16-16,2-6-4 15,-2-1 20-15,2-4 92 0,0-3-60 0,-2 1 16 16,3-2 72-16,5-1-139 15,-4-4-13-15,9-12 0 0,1-5 0 16,1-8 0-16,12-5 0 0,-1-6 0 16,12-6 0-16,7-6 0 15,7-1 0-15,8-2 0 0,2 3 0 16,0 2 0-16,-2 4 0 0,-4 4 0 16,-6 6 0-16,-5 2 0 0,-5 4 0 15,-5 0-593-15,-14 10-399 0,-3 1-2458 0</inkml:trace>
  <inkml:trace contextRef="#ctx0" brushRef="#br0" timeOffset="5083.24">15038 14518 2581 0,'0'0'2277'16,"0"0"-1761"-16,0 0 260 0,0 0-400 15,-18 48-23-15,14-20 191 0,4 2-340 16,4-2-32-16,4-1 88 16,0 1-148-16,3-2-91 0,1-3-21 15,-2-2 0-15,-1-3 0 0,-1-6 0 16,-4-3 0-16,2-3 0 0,-6-3 0 16,4 1 0-16,0-2 0 0,-1-1 0 15,5-3 0-15,4-12 0 0,9-18 0 16,6-13 0-16,14-12 0 0,7-10 0 15,7 0 0-15,10-4 0 0,9 0 0 16,0 3 0-16,-1 6 0 0,-9 5 0 16,-8 6 0-16,-13 10 0 15,-6 1 0-15,-12 4 0 0,-13 11-257 16,-7 0-3256-16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05:26.2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23466 7974 2769 0,'0'0'84'0,"0"0"-84"15,0 0 424-15,0 0-128 0,0 0-164 16,-23 34 184-16,21-31-52 0,2-1-35 15,0-1 131-15,0-1-144 0,0 0 12 16,0 0 168-16,0 0-152 0,0-1-20 16,-2-2-12-16,2 1-164 0,-2 0 28 15,-2-2 93-15,4 2-105 16,-4-1-16-16,2 2 36 0,0 0-80 16,0 0 28-16,-1 0-16 0,1 0-12 15,0-1-4-15,2 1 12 0,0 1 0 16,0-1-12-16,-2 0 4 15,2 0 12-15,0 0-16 0,0 1 36 16,0 0-28-16,0 0 12 0,0 0-20 16,-2 3 0-16,2-2 0 0,-2 4 0 15,2-1 0-15,0 0 0 0,2 0 0 16,4-3-24-16,5-1 24 0,7-1-8 16,3-5 16-16,2-4-8 0,-3 2 4 15,1 0 4-15,0 0-8 16,-5 2 4-16,5 0 0 0,-2 1-4 15,-1-1 4-15,3 0 4 0,0-2-8 16,-1 1 0-16,3-2 4 0,0 0-4 16,4-2 0-16,-1-2 4 0,1 1-4 15,2-1 4-15,-2 0 0 16,0-1-4-16,0 1 0 0,-4 2 4 16,-1 0-4-16,1 2 4 0,0 0-4 15,-5-1 0-15,3 2 0 0,-2-2 4 16,3 3-4-16,-3 0 0 15,-2 2 0-15,3 1 0 0,-1 0 4 16,-1-1-4-16,3 2 0 0,0-2-4 16,-1 0 0-16,5-1 4 0,0-1-4 15,0 0 12-15,2 1-8 0,-5 0 0 16,1-1 0-16,0 0 0 0,0 1 0 16,-3 0 0-16,1 0 0 0,-2 1 0 15,3 1 0-15,-3 0 0 0,4 1 0 16,2-1 0-16,-1-1 0 15,3 1 0-15,0-1-4 0,0 0 4 16,-2-1 0-16,-2 1 4 0,-1 2-4 16,-3 0 0-16,-3 1-4 0,-1 1 4 15,-3 1 0-15,-1 0 4 16,-1 0-4-16,0 0 0 0,3 0-4 16,1 0 4-16,1 0 0 0,3 0-4 15,3-2 4-15,0-1 4 0,-1-3 4 16,3 2-8-16,0-1 0 0,-1 0-4 15,1-1 4-15,0 1 0 16,-2 2 4-16,-3-1-4 0,3 1 0 16,-3 0 8-16,5 1-8 0,0-3 16 15,0 2-12-15,1-2-4 0,3 0 0 16,-2 2 8-16,2-5-8 0,0 3 0 16,2-1 4-16,0-1-4 15,0-1 0-15,0 0 0 0,0 2 0 16,-3-1 16-16,-1 1-8 0,2 3 36 15,-4-2 24-15,0 0-60 0,-3 3 0 16,3-2-4-16,0 1-4 0,4-1 0 16,-3-1 0-16,7 2 4 0,-2-3-4 15,0-1 0-15,2 1 8 0,-2 0-8 16,-2 0 0-16,2-1 0 16,-2 1 0-16,0 0 12 0,-2 0 0 15,-3 2-12-15,1 0 40 0,-2-1-40 16,-1 2 12-16,1-2 4 0,2-1-4 15,2 0-12-15,-1-2 8 16,3-1 0-16,0 1-8 0,4-2 0 16,-2 1 0-16,2 1 0 0,2-2 0 15,-4 2 0-15,2 1 0 0,0 0 0 16,0-1 16-16,2-1-16 0,0 2 0 16,3-1 0-16,-1-1 0 0,0 1 0 15,2-3 4-15,0 2-4 16,0-3 0-16,1 0 0 0,1 2 0 15,0-1 0-15,-4 0 8 0,3 3-8 16,-7 1 76-16,2-2-36 0,-4 3 12 16,-3-1-28-16,3 0-8 0,-2 0-16 15,0-1 0-15,0 1 12 16,-2-2-12-16,2 1 0 0,0-1 4 16,1-1-4-16,3 0 0 0,0 0 8 15,0-2-8-15,3 0 0 0,1-1 4 16,0-1-4-16,4 0 8 0,-2-3-8 15,-2 2 0-15,-1-3 4 16,1 0 0-16,0 1-4 0,-2 0 8 16,2 1 0-16,-2 0-8 0,0 0 44 15,2 1-44-15,-2 0 24 0,3-1-12 16,1 2 0-16,0-2-12 0,4 0 0 16,1 1-12-16,-1-1 12 0,2 1 0 15,3-1-4-15,-1 1 4 16,3-4 0-16,2 4 0 0,-3-2 0 15,1 2 0-15,1 0 0 0,-1 1 0 16,-1 0 0-16,-1 1 0 0,-5 1 0 16,-2-1 0-16,-3 1 0 0,-1-1 0 15,-2 1 0-15,0 1 0 16,2-2 0-16,-2 2 0 0,0 0 4 16,-4 1-4-16,-2 2 0 0,-6 1-60 15,-5 1-216-15,-6 2-564 0,-5 1-381 16,-5-5-1000-16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08:26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3820 7294 2913 0,'0'0'2165'0,"0"0"-1449"16,0 0 16-16,0 0-251 15,-25 39-45-15,19-9 48 0,6 2-280 16,0 3-143-16,0 0-61 0,4 5 0 16,2 3 0-16,-4 4 0 15,3 1 0-15,-1-1 0 0,-4 2 0 16,0-4 0-16,-4-5 0 0,2-3 0 16,-3-9 0-16,5-6-109 0,0-9-507 15,2-6 116-15,3-6-189 0,-1-4-735 16,2-2 99-16,-2-13-288 0</inkml:trace>
  <inkml:trace contextRef="#ctx0" brushRef="#br0" timeOffset="316.3">3789 7337 2593 0,'0'0'2557'0,"0"0"-2021"15,0 0 272-15,-6-33-235 0,6 23-117 16,8-2-80-16,2-3-304 15,5 2-8-15,6 0-12 0,1 2-52 16,7 3 0-16,8 3 0 0,1 3 32 16,3 7-32-16,-4 8 20 15,-4 9-12-15,-2 9-8 0,-4 8 24 16,-6 6-3-16,-3 3-21 0,-5 1 0 16,-3 1 0-16,-10 0 0 0,0 1 0 15,-14-2 0-15,-5-1 0 0,-6 2 0 16,-8 0 0-16,-2-1 0 0,-12-2 0 15,1-1 0-15,1-7 0 0,5-7 0 16,7-9 0-16,8-11 0 0,9-9 0 16,10-5 0-16,6-11 0 15,6-10-553-15,0 2-888 0,9-5-628 0</inkml:trace>
  <inkml:trace contextRef="#ctx0" brushRef="#br0" timeOffset="1083.4">4347 7684 4522 0,'0'0'832'15,"0"0"-24"-15,0 0 381 0,0 0-633 16,0 0-271-16,0 0-285 0,0 0 0 16,0 0 0-16,-10 56 0 15,10-24 0-15,4 1 0 0,6-1 0 16,-4-1 0-16,9-2 0 0,1-6 0 16,-3-4 0-16,6-7 0 0,1-6 0 15,-1-6 0-15,1-1 0 0,3-11 0 16,0-6 0-16,-2-4 0 0,-5-7 0 15,1 1 0-15,-9-2 0 0,0-2 0 16,-4 1 0-16,0 2 0 0,-4-1 0 16,0 3 0-16,0 4 0 0,-4 7 0 15,0 5 0-15,4 5 0 16,-2 4 0-16,2 1 0 0,0-1-861 16,-8 2-2989-16</inkml:trace>
  <inkml:trace contextRef="#ctx0" brushRef="#br0" timeOffset="1583.67">4802 7171 5006 0,'0'0'788'0,"-19"33"-664"0,7 2 88 0,-7 9 160 0,7 4-83 16,2-2 83-16,10 2-232 15,0-2-40-15,4 4 124 0,2 0-52 16,0-1 16-16,-2 1 17 0,-2-4-205 16,-2-4 0-16,2-8 0 15,-2-9 0-15,0-7 0 0,2-10 0 16,-2-3 0-16,7-5 0 0,7-12 0 16,7-15 0-16,6-11 0 0,4-7 0 15,-4 3 0-15,-7 15 0 0,-3 13 0 16,-7 9 0-16,-2 10 0 0,-1 10 0 15,-7 6 0-15,0 6 0 0,0 0 0 16,0-2 0-16,0-4 0 0,0-1 0 16,2-5 0-16,6-4 0 15,-2-3 0-15,6-3-413 0,7-4-303 16,-2-5-917-16,-1-2-248 0</inkml:trace>
  <inkml:trace contextRef="#ctx0" brushRef="#br0" timeOffset="1867.67">5188 7610 3837 0,'0'0'1725'0,"0"0"-913"16,0 0-255-16,-37-4 207 0,21 23-540 16,-7 7-44-16,9 4-87 15,-7-1-93-15,6 0 0 0,7-2 0 16,0-1 0-16,2-3 0 0,6-5 0 16,0-4 0-16,4-6 0 0,8-4 0 15,5-4 0-15,3-5 0 0,5-8 0 16,-2-5 0-16,2-1 0 0,-5-1 0 15,-3 1 0-15,-3 5 0 0,-3 2 0 16,-5 5 0-16,-4 4 0 0,-2 5 0 16,0 10 0-16,0 11 0 0,0 8 0 15,0 5 0-15,0-2 0 16,2-8 0-16,6-5 0 0,7-5 0 16,5-7 0-16,3-3-341 0,8-6-535 15,-6 0-1133-15,6-3-256 0</inkml:trace>
  <inkml:trace contextRef="#ctx0" brushRef="#br0" timeOffset="2417.1">5534 7715 3929 0,'0'0'2073'0,"0"0"-1745"0,-17 45-51 16,7-15 175-16,-1 1-224 0,1-3-12 16,4 1-28-16,2-3-180 0,0-3 16 15,2-4-24-15,2-7-4 16,0-5 4-16,0-4 0 0,0-3 16 15,0-5-16-15,6-11 192 0,-2-11-64 16,4-7-28-16,3-6-63 0,3-2-37 16,-4 2 0-16,5 4 0 15,-3 10 0-15,-1 11 0 0,-7 9 0 16,0 6 0-16,4 5-9 0,0 15-3 16,3 5-28-16,-5 7 40 0,0 1 12 15,-2-4 0-15,2 0-12 0,1-5 0 16,1-5-4-16,-2-6 4 0,4-6 0 15,1-6 0-15,-7-1 0 0,4-10 41 16,0-4-41-16,-1-3 0 0,-1-5 0 16,2 1 0-16,-2 1 0 15,1-2 0-15,3 1 0 0,0 2 0 16,1 0 0-16,-3 8 0 0,-2 5 0 16,0 5 0-16,-2 1 0 0,-2 10 0 15,3 6 0-15,-5 8 0 0,-7 4 0 16,-1 3 0-16,-2-2 0 15,4-3 0-15,-1-1 0 0,7-4 0 16,0-3 0-16,7-4 0 0,7-3-705 16,-4-3-528-16,1-2-2853 0</inkml:trace>
  <inkml:trace contextRef="#ctx0" brushRef="#br0" timeOffset="2682.97">5918 7935 5926 0,'0'0'1669'0,"0"0"-1072"0,0 0-597 0,0 0 0 15,15-45 0-15,-1 22 0 0,3-2 0 16,-1 0 0-16,1-1 0 0,3-1 0 16,-9 1 0-16,-1-3 0 0,-4 3 0 15,-6 1 0-15,-2 5 0 16,-2 6 0-16,-6 2 0 0,-1 7 0 16,-1 7 0-16,-2 8 0 0,-7 15 0 15,-2 13 0-15,2 13 0 0,1 8 0 16,5 8 0-16,3-2 0 15,8-3 0-15,8-10 0 0,12-12 0 16,7-13 0-16,12-11 0 0,7-13 0 16,5-10 0-16,1-14-957 15,-15 1-368-15,2-9-616 0</inkml:trace>
  <inkml:trace contextRef="#ctx0" brushRef="#br0" timeOffset="2900.06">6253 7363 5654 0,'0'0'896'15,"0"0"-123"-15,-27 49-193 0,19-22-291 16,2 5-289-16,2 7 0 0,4 7 0 16,0 7 0-16,4 6 0 0,0 1 0 15,-2 4 0-15,2-1 0 16,-4-4 0-16,4-5 0 0,-2-9 0 15,2-11 0-15,7-11 0 0,1-12 0 16,-2-7-457-16,5-8-2688 0</inkml:trace>
  <inkml:trace contextRef="#ctx0" brushRef="#br0" timeOffset="3249.83">6522 7388 3549 0,'0'0'2381'16,"0"0"-1989"-16,4 39-71 0,-2-19 195 16,-2-1-380-16,4-2-92 0,2 0-44 15,5-1-28-15,3-1-116 0,1-1-489 16,3-1-59-16,-3-4-292 0,1-2-2718 0</inkml:trace>
  <inkml:trace contextRef="#ctx0" brushRef="#br0" timeOffset="3583.36">6859 7688 3877 0,'0'0'865'16,"0"0"283"-16,0 0-395 15,-44-20-229-15,17 20 8 0,1 2-296 16,5 5-28-16,2 2-159 0,7-1-49 16,2 0 0-16,1-1 0 15,3 4 0-15,6 1 0 0,0 3 0 16,8-2 0-16,5 1 0 0,7-3 0 16,3 0 0-16,6-2 0 0,-2 1 0 15,0 0 0-15,-2 2 0 0,-7 1 0 16,-5 1 0-16,-7 0 0 0,-6 1 0 15,-4 0 0-15,-7 2 0 0,-5 1 0 16,-9-1 0-16,-4 0 0 0,-6-1 0 16,2-1 0-16,-2-2 0 15,8 0 0-15,0-2 0 0,6-7 0 16,7 0-1593-16,8-4-681 0</inkml:trace>
  <inkml:trace contextRef="#ctx0" brushRef="#br0" timeOffset="4033.62">7909 7744 5794 0,'-13'35'1361'0,"5"1"-1157"0,2 4 196 0,2-2 33 15,2 1-433-15,2-3 0 0,0-3 0 16,6-5 0-16,-2-6 0 0,2-8 0 15,5-8-237-15,-1-10-483 0,0-4-1109 16,1-10-372-16</inkml:trace>
  <inkml:trace contextRef="#ctx0" brushRef="#br0" timeOffset="4166.55">7946 7281 6238 0,'0'0'477'16,"0"0"103"-16,0 0-512 15,-27 37-48-15,17-12-20 0,4 4-112 16,6-1-452-16,0-8-1601 0,0 0-1389 0</inkml:trace>
  <inkml:trace contextRef="#ctx0" brushRef="#br0" timeOffset="4400.39">8039 8026 6442 0,'0'0'1349'16,"0"0"-948"-16,-17 39-401 0,15-39 0 15,2-1 0-15,2-14 0 0,11-16 0 16,1-10 0-16,7-7 0 0,2-1 0 16,-3 11 0-16,1 6 0 15,-6 12 0-15,-7 8 0 0,0 7 0 16,-6 5 0-16,6 5 0 0,-5 12 0 16,-3 11 0-16,0 10 0 0,-7 7 0 15,1-3 0-15,2-6 0 16,0-1 0-16,2-5 0 0,2-4 0 15,0-9 0-15,6-6-181 0,-6-6-1464 16,4-5-1320-16</inkml:trace>
  <inkml:trace contextRef="#ctx0" brushRef="#br0" timeOffset="4783.49">8450 7122 6434 0,'0'0'485'0,"0"0"295"16,0 0-480-16,-16 56-107 0,10-7-193 16,2 9 0-16,4 6 0 0,0 1 0 15,6 4 0-15,2 6 0 0,-2 4 0 16,-2 2 0-16,3-3 0 0,-7-9 0 15,0-9 0-15,0-9 0 0,-7-12 0 16,3-11-397-16,4-12-731 0,-6-10-2402 16</inkml:trace>
  <inkml:trace contextRef="#ctx0" brushRef="#br0" timeOffset="4933.54">8304 7805 2180 0,'0'0'3946'0,"41"-26"-3353"15,-16 14 67-15,-5 3 153 0,-1 1-813 16,0 2 0-16,1 0 0 0,3 0 0 16,-2 1 0-16,4-1 0 15,-3-2-189-15,-5 2-787 0,1 1-2742 0</inkml:trace>
  <inkml:trace contextRef="#ctx0" brushRef="#br0" timeOffset="5199.52">8645 7930 3613 0,'0'0'2057'0,"0"0"-1309"16,41-24-55-16,-20 4-93 15,-1-6-119-15,1 0-481 0,-9-2 0 16,-1 0 0-16,-3 0 0 0,-6-1 0 16,-4 3 0-16,-6 2 0 0,-5 5 0 15,-1 9 0-15,-7 6 0 0,5 10 0 16,-1 13 0-16,-3 7 0 15,-1 10 0-15,0 4 0 0,5 5 0 16,1-1 0-16,5-3 0 0,10-4 0 16,14-6 0-16,7-11-221 15,12-7-607-15,13-8-21 0,1-7-647 16,-4-4 851-16,-1-5-687 0</inkml:trace>
  <inkml:trace contextRef="#ctx0" brushRef="#br0" timeOffset="5582.94">9058 7649 5486 0,'-35'14'700'0,"8"7"-336"0,-6 8 201 15,8 1-317-15,-2 0-4 16,3 1 28-16,7-2-224 0,3-4-20 16,11-4-28-16,10-6-12 0,7-5-12 15,7-8-64-15,8-2-56 16,6-8 60-16,-2-5 40 0,2-2-60 15,-8 1 36-15,-2 5-100 0,-9 2 20 16,-5 4 68-16,-5 4 72 0,-2 12 8 16,-4 7 12-16,-4 8 180 15,0 7-40-15,-2 1 0 0,3 7 112 16,-5 2-212-16,6 1-24 0,-6 3 0 16,2-2-28-16,-5-2 0 0,-5 0 52 15,-1-4-44-15,-8-3 60 0,1-4 52 16,-3-2-84-16,-6-4 0 0,-2-7-27 15,-3-5-9-15,5-8 0 0,4-8 0 16,7-16 0-16,7-11 0 16,13-10 0-16,2-6 0 0,21-6 0 15,8-2-445-15,12-1-27 0,15 0 212 16,2 1 92-16,6 2 72 0,-17 12-44 16,1 1-2210-16</inkml:trace>
  <inkml:trace contextRef="#ctx0" brushRef="#br0" timeOffset="5783">9259 7961 5202 0,'0'0'560'16,"-17"43"-244"-16,13-26 325 15,4-6-573-15,0-5-44 0,4-5-24 16,-2 0-28-16,2-1 28 0,0-2 24 16,-2-10-20-16,3-7 20 0,-5-7 24 15,0-4 32-15,4-2 80 0,6 2-40 16,0 1-116-16,3 2-4 0,1 4 0 15,3 5-64-15,-3 3-292 0,-1 4-1221 16,1 3-452-16</inkml:trace>
  <inkml:trace contextRef="#ctx0" brushRef="#br0" timeOffset="6083.45">9558 7760 4718 0,'0'0'1484'0,"0"0"-811"15,-37 24 115-15,21-11-508 0,1 2-132 16,-6 7-47-16,5 4-101 15,-5 2 0-15,9 1 0 0,2-6 0 16,10-5 0-16,6-5 0 0,10-4 0 16,5-7 0-16,6-5 0 15,0-9 0-15,2-6 0 0,0-3 0 16,-5 0 0-16,-3 2 0 0,-11 5 0 16,-3 5 0-16,-3 3 0 0,-4 3 0 15,0 2 0-15,-4 2 0 0,-7 11 0 16,5 7 0-16,2 2 0 0,2 3 0 15,4-5 0-15,4-2 0 0,2-3 0 16,5-3 0-16,1-2 0 0,-3-3 0 16,3 0-201-16,-8-4-187 15,5-2-404-15,-5 0 143 0,-2-2-47 16,-4-1-885-16,6-8 153 0</inkml:trace>
  <inkml:trace contextRef="#ctx0" brushRef="#br0" timeOffset="6283.47">9937 7223 5574 0,'0'0'1777'0,"-33"59"-1129"0,14-16-455 16,2 2-193-16,5 9 0 0,-2 1 0 16,7 6 0-16,-3 3 0 0,6 0 0 15,-2-1 0-15,6-3 0 0,0-5 0 16,2-7 0-16,6-6 0 0,2-10 0 15,7-8 0-15,-1-9-369 0,-5-7-2420 16,3-4-669-16</inkml:trace>
  <inkml:trace contextRef="#ctx0" brushRef="#br0" timeOffset="6900.32">11069 7374 4173 0,'0'0'1569'0,"0"0"-769"15,-45-49-475-15,28 34-9 0,-3 2-64 16,-7 2-204-16,-4 3-16 0,-4 2 12 16,-5 5-36-16,3-1 4 0,-2 4 84 15,6 6-48-15,2 5 68 0,4 5 160 16,6 3-199-16,5 1-77 0,1 0 0 15,9-1 0-15,6 0 0 0,6-1 0 16,5 1 0-16,9 0 0 0,5 5 0 16,2 2 0-16,4 4 0 0,-4 3 0 15,0 7 0-15,-11 5 0 16,-1 2 0-16,-5 3 0 0,-4-2 0 16,-6-2 0-16,0-2 0 0,-4-5 0 15,-2-6 0-15,-4-3 0 16,-1-6 0-16,1-4 0 0,-7-7 0 15,3-6-33-15,2-8-815 0,-3-5 55 16,5-4-299-16,-3-7-2318 0</inkml:trace>
  <inkml:trace contextRef="#ctx0" brushRef="#br0" timeOffset="7033.15">10673 7928 4149 0,'0'0'1521'0,"0"0"-584"0,0 0-37 16,0 0-492-16,0 0-140 0,0 0-259 15,55-34-9-15,-22 30 0 0,13 0 0 16,-3-2 0-16,1 0 0 0,5-2 0 15,1-2 0-15,-5 1-845 0,-7 2-1972 16,-7 2-1061-16</inkml:trace>
  <inkml:trace contextRef="#ctx0" brushRef="#br0" timeOffset="7266.34">11160 7817 4734 0,'0'0'920'16,"-47"-1"133"-16,22 10-441 0,2 9-220 15,-2 7-16-15,3 7-271 16,1 2-105-16,5 1 0 0,5-2 0 15,11-3 0-15,2-5 0 0,13-4 0 16,1-5 0-16,9-6 0 0,-2-4 0 16,4-5 0-16,2-3 0 15,-7-9 0-15,3-2 0 0,-8-8 0 16,-1-4 0-16,-5-4 0 0,-5-2 0 16,-2-1 0-16,-4-1 0 0,0 5 0 15,-10-2 0-15,-1 6 0 0,-1 2-401 16,2 4-415-16,-1 4-25 0,3 7-1004 15,6 3 213-15</inkml:trace>
  <inkml:trace contextRef="#ctx0" brushRef="#br0" timeOffset="7450.23">11218 8061 5254 0,'0'0'1176'0,"0"0"-575"16,0 0-105-16,0 0 60 0,4-33-447 15,7 2-109-15,1-5 0 0,7-2 0 16,3 2 0-16,9 2 0 0,3 1 0 16,1 4 0-16,-4 1 0 15,-4-1 0-15,-7-2 0 0,3-3 0 16,-4 7-1277-16,-7-4-3506 0</inkml:trace>
  <inkml:trace contextRef="#ctx0" brushRef="#br0" timeOffset="8316.52">12531 7275 4886 0,'0'0'476'16,"0"0"8"-16,0 0-356 0,0 0 148 16,0 0 225-16,0 0-285 0,0 0 24 15,0 0 220-15,0 0-80 0,-25 70-235 16,9-19-145-16,-1 9 0 15,7-2 0-15,3 6 0 0,-1 2 0 16,2 3 0-16,0-4 0 0,-2-1 0 16,8-6 0-16,0-7 0 15,4-7 0-15,6-10 0 0,4-11 0 16,3-10 0-16,10-12 0 0,0-8 0 16,4-14 0-16,-4-11 0 0,-3-8 0 15,-7-2 0-15,-7-1 0 0,-6 4 0 16,-8 6 0-16,-6 6 0 0,-11 9 0 15,1 7 0-15,-7 11 0 0,4 7 0 16,-2 6 0-16,5 5 0 0,3-2 0 16,11-1-201-16,2-1-383 15,10-2-873-15,8-4 181 0,-1-3-137 16,7-3-1448-16</inkml:trace>
  <inkml:trace contextRef="#ctx0" brushRef="#br0" timeOffset="8683.15">12816 7851 4438 0,'0'0'444'0,"0"0"-116"0,0 0 460 16,0 0-496-16,0 0-15 0,0 0 179 15,0 0-8-15,0 0 60 0,-23-34-295 16,3 26-213-16,-5 5 0 0,-2 5 0 15,-4 11 0-15,4 6 0 0,0 4 0 16,7 4 0-16,7 0 0 0,9-1 0 16,10-5 0-16,9 0 0 15,8-6 0-15,1-7 0 0,3-3 0 16,4-5 0-16,0-4 0 0,-4-5 0 16,4-3 0-16,-8-1 0 0,-3 0 0 15,-5 4 0-15,-9 5 0 16,-6 1 0-16,0 3 0 0,0 2 0 15,-4 5 0-15,-2 7 0 0,0 7 0 16,6 3 0-16,2-3 0 0,12-5 0 16,11-10-413-16,4-6-1084 15,-4-5-155-15,6-7-862 0</inkml:trace>
  <inkml:trace contextRef="#ctx0" brushRef="#br0" timeOffset="9000.28">13215 7682 6555 0,'0'0'1016'0,"-37"-3"-584"0,10 3-243 16,2 3-189-16,2 3 0 0,-8 1 0 15,5 0 0-15,1 2 0 16,2 1 0-16,2 2 0 0,5 2 0 16,6 2 0-16,5-3 0 0,5 1 0 15,11-1 0-15,9 1 0 16,13-2 0-16,9 1 0 0,3-3 0 15,5-2 0-15,-3 0 0 0,-1-1 0 16,-13 3 0-16,-8 1 0 0,-15 0 0 16,-10 3 0-16,-10 3 0 15,-7-1 0-15,-12 1 0 0,-8 1 0 16,-2-1 0-16,-7-3 0 0,3-2 0 16,-3-4 0-16,13-3 0 0,7-3 0 15,11-2-157-15,11 0-823 0,4-1-1521 16,4-6-353-16</inkml:trace>
  <inkml:trace contextRef="#ctx0" brushRef="#br0" timeOffset="9233.46">13414 7890 4321 0,'0'0'3342'0,"53"-33"-2813"16,-22 15-529-16,-10 0 0 0,0 0 0 16,-7 0 0-16,-8-2 0 0,1 1 0 15,-1 0 0-15,-6 1 0 0,-6 4 0 16,-5 3 0-16,-5 8 0 15,-5 3 0-15,-10 14 0 0,0 10 0 16,-6 10 0-16,0 8 0 0,-1 3 0 16,7 2 0-16,11-2 0 15,7-6 0-15,13-3 0 0,13-10 0 16,14-6 0-16,12-7 0 0,10-7 0 16,13-6 0-16,0-7 0 0,-12-1-1245 15,-4-5-1465-15</inkml:trace>
  <inkml:trace contextRef="#ctx0" brushRef="#br0" timeOffset="9783.14">14480 7774 1708 0,'0'0'3610'0,"6"-34"-2522"0,-16 20-411 16,-2 2 251-16,-9 6-747 0,-4 6-181 16,2 6 0-16,-3 11 0 0,-3 8 0 15,0 5 0-15,0 6 0 16,2 3 0-16,6 0 0 0,5-1 0 15,9-5 0-15,7-3 0 0,3-7 0 16,7-5 0-16,11-7 0 0,-1-6 0 16,11-5 0-16,0-5 0 0,0-8 0 15,2-3 0-15,-6-1 0 16,-6 2 0-16,-11 3 0 0,-4 3 0 16,-1 6-9-16,-5 0 1 0,0 2-8 15,0 1 16-15,0 0 0 0,0 0 20 16,-5 2-20-16,3 2-8 0,-8 3-364 15,6-2-292-15,-6-1 7 0,7-2-927 16,-5-2-229-16</inkml:trace>
  <inkml:trace contextRef="#ctx0" brushRef="#br0" timeOffset="10583.43">14358 8040 1492 0,'0'0'2281'16,"0"0"-876"-16,0 0-933 0,0 0-84 15,0 0 281-15,0 0-249 16,44-48 4-16,-24 20 44 0,5-1-295 15,-6 0-173-15,-5 1 0 0,1 0 0 16,-5 1 0-16,-4 1 0 0,-6 1 0 16,0 1 0-16,0 3 0 15,-4 1 0-15,-6 2 0 0,-1 5 0 16,-5 7 0-16,-5 5 0 0,-6 8 0 16,-4 11 0-16,-6 9 0 0,-4 9 0 15,-1 4 0-15,3 8 0 0,4 2 0 16,4 4 0-16,10-2 0 0,9-1 0 15,8-4 0-15,4-4 0 0,14-9 0 16,3-6 0-16,14-7 0 0,6-10 0 16,11-7 0-16,5-5 0 15,5-12 0-15,4-8 0 0,-6-5 0 16,-8-5-689-16,-20 7-848 0,-3-2-944 0</inkml:trace>
  <inkml:trace contextRef="#ctx0" brushRef="#br0" timeOffset="10883.79">14670 7780 6294 0,'0'0'1073'0,"0"0"-421"15,0 0-479-15,0 0-173 0,19 37 0 16,-3-11 0-16,1 4 0 0,4 1 0 16,4-3 0-16,1 2 0 0,1 0 0 15,-4-2 0-15,2-1 0 16,-9-3 0-16,-5-6 0 0,-5-9-1281 15,-2-3-592-15</inkml:trace>
  <inkml:trace contextRef="#ctx0" brushRef="#br0" timeOffset="11050.33">14885 7721 4398 0,'-33'22'2757'0,"8"-1"-1993"0,-8 7-491 16,2 3-273-16,-4 4 0 0,2 4 0 15,-2-1 0-15,8-2 0 0,0 0 0 16,13-8 0-16,3-3 0 0,11-6 0 16,15-7-217-16,1-5-1087 15,5-7-2442-15</inkml:trace>
  <inkml:trace contextRef="#ctx0" brushRef="#br0" timeOffset="11467.44">15185 7782 4069 0,'0'0'2890'0,"-33"-23"-2218"0,12 16-368 15,1 7-47-15,-1 6-257 0,4 8 0 16,-3 11 0-16,3 7 0 15,1 6 0-15,1 6 0 0,11 1 0 16,2 1 0-16,4-2 0 0,2-5 0 16,11-6 0-16,3-9 0 15,11-10 0-15,4-10 0 0,5-8 0 16,3-9 0-16,0-8 0 0,-4-8-457 16,-14 6-1568-16,-2-5-1372 0</inkml:trace>
  <inkml:trace contextRef="#ctx0" brushRef="#br0" timeOffset="11599.68">15363 7930 7203 0,'-10'40'904'0,"-1"2"-819"15,5 6-85-15,-4-3 0 0,5-5 0 16,5-6 0-16,0-10 0 0,5-9 0 16,1-8 0-16,2-7-437 0,-6-6-1044 15,9-14-3857-15</inkml:trace>
  <inkml:trace contextRef="#ctx0" brushRef="#br0" timeOffset="11733.34">15464 7440 8127 0,'0'0'65'16,"0"0"-65"-16,0 0 0 0,0 0 0 16,0 0 0-16,0 0 0 0,0 0 0 15,0 0-981-15,-16 37-780 0</inkml:trace>
  <inkml:trace contextRef="#ctx0" brushRef="#br0" timeOffset="11950.6">15605 7443 6771 0,'0'0'668'15,"-27"41"36"-15,12-9-655 0,3 6-49 16,2 5 0-16,5 3 0 15,5 6 0-15,0 1 0 0,5 4 0 16,-3 3 0-16,2-1 0 0,-4 0 0 16,0-4 0-16,0-7 0 15,-6-4 0-15,-3-10 0 0,-3-7-445 16,2-11-1556-16,-5-9-828 0</inkml:trace>
  <inkml:trace contextRef="#ctx0" brushRef="#br0" timeOffset="12083.74">15425 7920 6755 0,'0'0'1388'16,"0"0"-1339"-16,58-45-49 0,-36 35 0 16,5 1 0-16,-2 2 0 15,6-1 0-15,-4-3 0 0,8-1 0 16,2-2 0-16,-8 3-1465 0,0-2-1341 0</inkml:trace>
  <inkml:trace contextRef="#ctx0" brushRef="#br0" timeOffset="12549.68">15847 7957 6022 0,'0'0'989'0,"0"0"-273"16,-34-50-251-16,24 36-465 0,0 6 0 16,4 2 0-16,1 5 0 0,-1 4 0 15,-8 12 0-15,-3 14 0 16,-8 13 0-16,3 5 0 0,3-1 0 15,9-9 0-15,10-6 0 0,4-10 0 16,10-8 0-16,3-8-25 0,10-8-19 16,0-10 44-16,2-7 48 15,0-4-48-15,-5-2 21 0,-1-1-21 16,-2 5 0-16,-11 2 0 0,0 5 0 16,-5 6 0-16,-5 3 0 0,0 5 0 15,0-1 0-15,-5 3 0 0,1 9 0 16,-8 14 0-16,6 8 0 0,-5 6 0 15,3-1 0-15,6-9 0 0,2-5 0 16,6-7 0-16,9-7 0 0,-3-8-1838 16,3-1-259-16,-5-10-1964 0</inkml:trace>
  <inkml:trace contextRef="#ctx0" brushRef="#br0" timeOffset="12749.75">16099 7460 6647 0,'0'0'1272'0,"0"0"-999"16,0 0-273-16,0 0 0 0,0 0 0 16,-21 49 0-16,11 0 0 15,4 10 0-15,-1 1 0 0,3 2 0 16,-2 3 0-16,0 0 0 0,-2 1 0 16,1-5 0-16,-3-4 0 0,6-11 0 15,-2-7 0-15,-1-11 0 0,-1-11-1129 16,2-7-1380-16</inkml:trace>
  <inkml:trace contextRef="#ctx0" brushRef="#br0" timeOffset="12883.01">15851 7926 7223 0,'0'0'712'16,"0"0"-455"-16,58-33-257 0,-21 18 0 16,4-3 0-16,3 0 0 0,-3 0 0 15,0 0 0-15,-4-2 0 16,-4 3 0-16,-2-5-473 0,-10 8-1408 15,0 1-1240-15</inkml:trace>
  <inkml:trace contextRef="#ctx0" brushRef="#br0" timeOffset="13016.87">16250 7785 6002 0,'-15'35'1225'0,"9"-5"-497"0,-2 7-491 16,-5 0-237-16,3 1 0 0,0-2 0 15,-1-3 0-15,5-6 0 0,2-4 0 16,2-9 0-16,2-6 0 0,0-6 0 15,0-1-613-15,2-5-1096 0</inkml:trace>
  <inkml:trace contextRef="#ctx0" brushRef="#br0" timeOffset="13166.15">16423 7439 7395 0,'0'0'797'15,"0"0"-797"-15,0 0 0 0,0 0 0 16,0 0 0-16,0 0 0 15,0 0 0-15,-35 13 0 0,35 13 0 16,0 3-657-16,10-9-1476 0,1-1 104 0</inkml:trace>
  <inkml:trace contextRef="#ctx0" brushRef="#br0" timeOffset="13433.33">16543 7764 5250 0,'0'0'1925'0,"-39"-8"-937"0,12 5-959 15,0 6-29-15,0 6 0 0,-4 6 0 16,6 4 0-16,5 0 0 0,3 2 0 16,11-2 0-16,6 1 0 15,6-3 0-15,11-1 0 0,3-2 0 16,9-3 0-16,0-5 0 0,0-4 0 16,2-2 0-16,-2-6-201 0,-2-2-39 15,-6-3-184-15,-1-1 256 16,-9-3 168-16,-5-4 12 0,-4-1 168 15,-2-4 140-15,-8 0 64 0,-3-2-280 16,-1 1-71-16,-7-1-33 0,9 3-125 16,0 1-195-16,4 9-388 15,3 5-169-15,3 4-359 0,7 2-1530 0</inkml:trace>
  <inkml:trace contextRef="#ctx0" brushRef="#br0" timeOffset="13733.65">16671 7796 5538 0,'0'0'1157'0,"-10"46"-9"16,4-24-799-16,0-11-349 15,1-1 0-15,5-7 0 0,0-2 0 16,0-1 0-16,0-2 0 0,11-12 0 16,9-12 0-16,3-7 0 0,6-7 0 15,0 3 0-15,-4 5 0 0,0 3 0 16,-3 7 0-16,-1 4 0 15,-4 6 0-15,-7 5 0 0,0 4 0 16,-6 3 0-16,3 8 0 0,-3 8 0 16,-2 9 0-16,2 8 0 15,-2 3 0-15,-2-3 0 0,0-3 0 16,-6-4 0-16,0 0 0 0,-1-5 0 16,-1 0 0-16,-4-4 0 0,4-6-1161 15,-3-5-2017-15</inkml:trace>
  <inkml:trace contextRef="#ctx0" brushRef="#br0" timeOffset="19183.43">17496 7865 6218 0,'0'0'1101'0,"0"0"-633"15,0 0-63-15,0 0-405 16,62 0 0-16,-10-4 0 0,16 0 0 15,6 1 0-15,5 1 0 0,2 1 0 16,-7 1 0-16,-8 3 0 0,-2-1 0 16,-10-2 0-16,-9 0 0 15,3-7 0-15,-17 0-321 0,-4-6-2796 0</inkml:trace>
  <inkml:trace contextRef="#ctx0" brushRef="#br0" timeOffset="22183.39">19173 7543 5950 0,'0'0'853'0,"-13"-34"115"15,-1 17-547-15,3 4-421 0,-5 6 0 16,-1 5 0-16,-1 3 0 0,1 12 0 15,-4 10 0-15,5 7 0 0,1 11 0 16,3 6 0-16,4 3 0 0,6 1 0 16,2-3 0-16,6-5 0 0,8-7 0 15,3-9 0-15,6-8 0 16,1-10 0-16,3-7 0 0,4-6 0 16,0-10 0-16,-4-8 0 0,0-5 0 15,-10-2 0-15,-3-3 0 16,-8 0 0-16,-6-3 0 0,-6 1 0 15,-8-3 0-15,-9-1 0 0,6 1 0 16,-7 3 0-16,7 6 0 0,5 5 0 16,3 7 0-16,9 5-441 15,11 1-575-15,-1 6-337 0,0 0-2449 0</inkml:trace>
  <inkml:trace contextRef="#ctx0" brushRef="#br0" timeOffset="22449.81">19278 7767 4734 0,'-19'41'1520'0,"1"-7"-815"0,1-2 155 16,11-13-487-16,0-7-373 0,6-7 0 16,0-5 0-16,0-4 0 15,8-14 0-15,11-17 0 0,8-14 0 16,-1-5 0-16,5 0 0 0,-8 8 0 16,-2 10 0-16,-7 8 0 0,-3 13 0 15,-5 6 0-15,-6 7 0 0,4 2 0 16,0 2 0-16,-2 10 0 15,9 10 0-15,-1 7 0 0,-4 6 0 16,2 1 0-16,-6-1 0 0,5-1 0 16,-5 2 0-16,0-5 0 0,-2-2 0 15,0-4 0-15,4-7 0 16,-4-5-493-16,2-6-595 0,0-7-2250 0</inkml:trace>
  <inkml:trace contextRef="#ctx0" brushRef="#br0" timeOffset="23049.93">19702 7099 6935 0,'0'0'1060'15,"0"0"-863"-15,0 0-197 0,0 0 0 16,-31 54 0-16,20-22 0 16,7 5 0-16,-2 2 0 0,0 7 0 15,2 10 0-15,-2 1 0 0,1 5 0 16,3-2 0-16,-2 1 0 15,0-7 0-15,4-8 0 0,0-7 0 16,0-11 0-16,10-15-397 0,1-11-227 16,5-9-25-16,3-15-339 15,-1-10 472-15,3-8 180 0,-2-1-181 16,-7 2 105-16,-2 2 280 0,-5 9 132 16,-5 9 620-16,0 9 181 0,-5 7 531 15,5 1-707-15,-4 2-21 0,2 2-15 16,-4 5-589-16,-2 7 0 0,2 6 0 15,4 6 0-15,-1 0 0 0,3-1 0 16,0-5 0-16,5-4 0 0,7-6 0 16,2-4 0-16,5-6 0 0,4-2 0 15,0-10 0-15,-1-3 0 16,-3-5 0-16,2-1 0 0,-11 2 0 16,0 6 0-16,-6 5 0 0,-4 2 0 15,0 4 0-15,0 1 0 0,0 1 0 16,-4 10 0-16,0 14 0 15,-2 7 0-15,4 7 0 0,0 4 0 16,2 0 0-16,0 4 0 0,-6 4 0 16,3 2 0-16,-5 7 0 15,-2 1 0-15,-9 0 0 0,-6 1 0 16,-6 0 0-16,-6-3 0 0,-4-3 0 16,0-8 0-16,1-9 0 0,3-12 0 15,4-9 0-15,0-11 0 0,10-10 0 16,5-15 0-16,9-13 0 0,1-18 0 15,8-12 0-15,4-12 0 0,15-5 0 16,6 5 0-16,16 4 0 0,0 12-29 16,-8 17-559-16,-2 5-729 0</inkml:trace>
  <inkml:trace contextRef="#ctx0" brushRef="#br0" timeOffset="23450.01">20990 7510 5434 0,'0'0'1297'0,"0"0"-685"0,-52-32-108 0,29 26-159 0,-2 4-345 0,-2 2 0 15,3 2 0-15,-1 11 0 0,4 9 0 16,3 10 0-16,-3 8 0 15,8 9 0-15,3 4 0 0,2-2 0 16,8-4 0-16,2-6 0 0,10-11 0 16,5-11 0-16,10-10 0 15,4-12 0-15,6-12 0 0,4-16 0 16,-6 4-1009-16,-4-11-596 0</inkml:trace>
  <inkml:trace contextRef="#ctx0" brushRef="#br0" timeOffset="23633.94">21083 7047 6434 0,'0'0'765'16,"-21"48"-393"-16,6-10 60 0,5 7-243 15,-2 5-189-15,1 1 0 0,5 5 0 16,0 2 0-16,4 1 0 16,2 4 0-16,0-3 0 0,0-3 0 15,4-6 0-15,0-7 0 0,2-10 0 16,1-11-1121-16,-1-10-460 15,0-8-796-15</inkml:trace>
  <inkml:trace contextRef="#ctx0" brushRef="#br0" timeOffset="23767.96">21205 7541 5282 0,'0'0'1633'0,"-15"33"-781"0,3-8-427 15,1 1-425-15,3 6 0 0,0-1 0 16,4-1 0-16,0-3 0 0,4-7 0 15,0-7 0-15,0-6-465 0,4-3-2364 0</inkml:trace>
  <inkml:trace contextRef="#ctx0" brushRef="#br0" timeOffset="23916.97">21337 7080 7787 0,'0'0'405'0,"0"0"-405"15,0 0 0-15,0 0 0 0,-19 38 0 16,11-12-449-16,6-5-1816 0,2-2-380 0</inkml:trace>
  <inkml:trace contextRef="#ctx0" brushRef="#br0" timeOffset="24299.67">21610 7281 3361 0,'0'0'1677'16,"-11"-50"-569"-16,-1 22-667 0,-5 3-77 16,-1-1 148-16,-7 2-276 0,0 2-36 15,-4 3 93-15,7 3-293 0,-3 7 0 16,12 3 0-16,3 5 0 15,6 1 0-15,-2 0 0 0,1 2 0 16,-1 8 0-16,-2 7 0 0,2 6 0 16,4 4 0-16,0 4 0 0,2 1 0 15,4 6 0-15,8 1 0 16,3 5 0-16,3 2 0 0,1 1 0 16,0 0 0-16,-3 2 0 0,-4-2 0 15,-7-1 0-15,-1 1 0 0,-8-5 0 16,-3-2 0-16,-3-4 0 0,-4-5 0 15,1-9 0-15,5-6 0 0,2-7 0 16,4-3 0-16,0-6-165 0,2 0-1344 16,0-3-179-16,4-13-1214 0</inkml:trace>
  <inkml:trace contextRef="#ctx0" brushRef="#br0" timeOffset="24633.68">21870 7237 5598 0,'0'0'904'0,"0"0"-347"15,2-40-121-15,-8 28-60 0,-8 1-55 16,1 0-321-16,-8 0 0 0,-3 2 0 16,1-1 0-16,-2 2 0 0,4 0 0 15,-3 4 0-15,5 3 0 0,0 3 0 16,3 11 0-16,-3 5 0 0,1 7 0 15,3 4 0-15,3 6 0 0,1 3 0 16,9 2 0-16,2 2 0 0,5 3 0 16,5-4 0-16,4 3 0 0,3-2 0 15,-1-3 0-15,-1-1 0 16,-1-6 0-16,-3 0 0 0,-5-3 0 16,-2-3 0-16,-4-1 0 0,-4-3 0 15,-2-7 0-15,2-3 0 16,-7-6 0-16,11-4-1441 0,-10-2-932 0</inkml:trace>
  <inkml:trace contextRef="#ctx0" brushRef="#br0" timeOffset="24783.35">21316 7644 6919 0,'0'0'1244'16,"0"0"-1215"-16,0 0-29 0,31-8 0 15,10 2 0-15,7-1 0 0,4 0 0 16,-9 1 0-16,5 2 0 0,-7 1 0 15,2-1 0-15,-5-1 0 0,-5 1-209 16,-13 0-2240-16,-5 0-2597 0</inkml:trace>
  <inkml:trace contextRef="#ctx0" brushRef="#br0" timeOffset="25216.62">21777 7729 3581 0,'0'0'3502'0,"0"0"-2914"16,0 0-148-16,0 0-359 0,58-34-81 16,-31 10 0-16,4 0 0 15,-8-1 0-15,-3-1 0 0,-1 1 0 16,-7-1 0-16,-1 3 0 0,-11 4 0 16,-2 2 0-16,-13 6 0 0,-6 7 0 15,1 4 0-15,-3 12 0 0,-4 12 0 16,-2 9 0-16,-2 7 0 0,4 6 0 15,9 1 0-15,5-4 0 0,13-2 0 16,9-5 0-16,9-6 0 0,11-4 0 16,2-6 0-16,2-4 0 15,4-8 0-15,3-2 0 0,-5-6 0 16,-2-1 0-16,-4-7-277 0,0-2-107 16,-11 0 24-16,-7 1 288 0,-3 2 72 15,-6-4 48-15,4-3 124 16,-2-4 132-16,7-2 92 0,-3 0-248 15,0-5-123-15,1-3-25 0,-3-3 0 16,0 1 0-16,-2 4 0 0,2 5 0 16,-2 1 0-16,-2 4 0 15,3 2 0-15,-5 1 0 0,4 1 0 16,2-3 0-16,6-2 0 0,1 4-1658 16,-1-1-1295-16</inkml:trace>
  <inkml:trace contextRef="#ctx0" brushRef="#br0" timeOffset="25883.85">22302 7739 4558 0,'0'0'848'0,"44"-24"156"15,-18 5-475-15,-3-3-165 0,-4-2 132 16,-3 0-340-16,-12 1-44 0,1 0 13 15,-10 3-125-15,-5 2 0 0,-4 3 0 16,-9 6 0-16,-4 7 0 0,0 6 0 16,-4 11 0-16,6 6 0 0,-2 6 0 15,7 5 0-15,7 1 0 16,5 1 0-16,8 2 0 0,6-4 0 16,13-5 0-16,10-7 0 0,6-7 0 15,13-9 0-15,-1-4 0 16,5-11 0-16,-5-6 0 0,1-2 0 15,-9-1 0-15,-12 1 0 0,-8 4 0 16,-7 4 0-16,-8 3 0 0,-2 3 0 16,0 4 0-16,-2 1 0 15,0 5 0-15,-2 8 0 0,-2 5 0 16,-2 3 0-16,0-2 0 0,2-6 0 16,-1-6 0-16,3-2 0 0,0-3 0 15,-4-1 0-15,6-1 0 0,-2 0 0 16,0-7 0-16,2-7 0 0,4-10 0 15,6-4 0-15,1-4 0 0,3 2 0 16,1 9 0-16,-1 3 0 0,-3 10 0 16,-7 2 0-16,4 5 0 0,-4 1 0 15,2 1 0-15,0 7 0 16,3 9 0-16,-1 4 0 0,-2 0 0 16,5 3 0-16,-5-5 0 0,-2 0 0 15,4 0 0-15,-4-1 0 0,-2-5-477 16,0-1-2056-16,-2-5-1285 0</inkml:trace>
  <inkml:trace contextRef="#ctx0" brushRef="#br0" timeOffset="26100.74">23133 7495 6142 0,'0'0'1497'0,"-2"-43"-1209"0,-6 29-23 0,-3 10-265 16,-3 4 0-16,-9 5 0 0,-2 9 0 15,1 8 0-15,-5 6 0 0,6 4 0 16,2 5 0-16,5 1 0 0,3 1 0 16,5-1 0-16,6-4 0 0,4-2 0 15,6-9 0-15,7-6 0 16,12-7 0-16,0-8 0 0,6-3 0 16,-4-10-1133-16,0 1 148 0,-9-7-403 0</inkml:trace>
  <inkml:trace contextRef="#ctx0" brushRef="#br0" timeOffset="26333.71">23179 7724 4173 0,'0'0'589'0,"33"2"-29"0,-13-10 568 16,3-3-459-16,-4-6 19 0,-1-3-303 16,-3-1-385-16,-1-6 0 0,-5-3 0 15,-5-2 0-15,-4-1 0 0,-2 0 0 16,-9 4 0-16,-3 7 0 0,3 6 0 15,-5 6 0-15,-1 10 0 0,1 8 0 16,-5 13 0-16,-2 10 0 0,1 8 0 16,3 5 0-16,0 2 0 0,9-3 0 15,8-4 0-15,4-5 0 16,13-6 0-16,1-12-1129 0,1-5-412 0</inkml:trace>
  <inkml:trace contextRef="#ctx0" brushRef="#br0" timeOffset="26767">24036 7729 7391 0,'-16'40'584'0,"1"-1"-367"16,1 6-217-16,4-6 0 0,3-7 0 15,7-5 0-15,5-9 0 0,9-10 0 16,7-6 0-16,1-12-353 0,1-3-2188 15,-2-13-2229-15</inkml:trace>
  <inkml:trace contextRef="#ctx0" brushRef="#br0" timeOffset="26883.85">24225 7283 6058 0,'0'0'80'15,"0"0"20"-15,-40 24 52 0,34-7-44 16,0 1-108-16,4 3-116 15,0-7-568-15,2 2-2145 0</inkml:trace>
  <inkml:trace contextRef="#ctx0" brushRef="#br0" timeOffset="27184.2">24392 7645 6050 0,'0'0'1077'16,"-43"5"-505"-16,20-4-104 0,2 2-443 15,7-1-25-15,3-1 0 0,5 2 0 16,4-2 0-16,-2 0 0 0,4 0 0 16,0 3 0-16,14-1 0 0,11 4 0 15,4 3 0-15,4 2 0 16,-2-1 0-16,-6 4 0 0,-2 4 0 16,-5 2 0-16,-5 3 0 0,-5-1-45 15,-6 1 21-15,-4-2 24 16,-8-2 69-16,-9-1-69 0,-4-2 0 15,-8-1 0-15,-2-2 0 0,-6-3 0 16,0-5 0-16,4-6 0 0,6-3 0 16,10-6-73-16,9-9-1720 15,4 3-464-15,6-5-1692 0</inkml:trace>
  <inkml:trace contextRef="#ctx0" brushRef="#br0" timeOffset="28066.54">25514 7543 5590 0,'0'0'780'0,"0"0"413"0,0 0-601 0,0 0-555 0,0 0-37 16,-2 39 0-16,-6 3 0 0,0 5 0 15,0 1 0-15,6-9 0 0,-1-1 0 16,3-4 0-16,0-3 0 0,0-3 0 15,0-6 0-15,0-8 0 0,0-5 0 16,3-7 0-16,-1-5 0 0,4-12 0 16,4-13 0-16,7-8 0 15,1-6 0-15,-1 0 0 0,-1 1 0 16,1 2 0-16,-1 5 0 0,3 6 0 16,-7 12 0-16,-1 8 0 0,-3 8 0 15,-4 3 0-15,2 10 0 0,3 9 0 16,-1 4 0-16,-2 2 0 15,0-3 0-15,3-5 0 0,-3-1 0 16,0-2 0-16,2-3 0 0,1-4 0 16,1-5 0-16,-2-2 0 15,2-3 0-15,1-5 0 0,-1-7 0 16,5-4 0-16,1-7 0 0,3-3 0 16,-1-1 0-16,-1 1 0 0,-3 2 0 15,-5 6 0-15,-5 10 0 0,-2 3 0 16,-2 4 0-16,0 1 0 0,2 1 0 15,-2 11 0-15,0 9 0 0,-2 5 0 16,0 3 0-16,0-3 0 0,2-5 0 16,0-3 0-16,6-5-349 0,2-5-1824 15,2-4-532-15</inkml:trace>
  <inkml:trace contextRef="#ctx0" brushRef="#br0" timeOffset="28350.21">26143 7603 6406 0,'-8'-44'1293'0,"-3"12"-909"16,-3 2-275-16,-5 16-109 0,3 9 0 16,-3 5 0-16,-2 7 0 0,3 10 0 15,-3 5 0-15,3 6 0 16,3 2 0-16,1 5 0 0,5-3 0 16,9-3 0-16,6-2 0 0,13-10 0 15,2-1 0-15,4-8 0 0,-1-3 0 16,1-5 0-16,-4-4 0 0,-3-4 0 15,-3-3 0-15,-3-1 0 0,-3-1 0 16,-3 3 0-16,-4 0 0 0,-2 7 0 16,0 0 0-16,0 3 0 0,-2 5 0 15,-4 8 0-15,-1 5 0 16,5 3 0-16,2 3 0 0,2-6 0 16,9-4-585-16,-5-7-668 0,6-1-331 0</inkml:trace>
  <inkml:trace contextRef="#ctx0" brushRef="#br0" timeOffset="28683.77">26426 7507 6282 0,'0'0'1009'16,"0"0"-457"-16,0 0-203 0,-41-30-349 15,18 30 0-15,-2 6 0 0,0 5 0 16,1 2 0-16,3 0 0 0,6 1 0 15,5-1 0-15,2 1 0 0,6-1 0 16,2 3 0-16,6-1 0 0,8-2 0 16,7 1 0-16,10-2 0 0,0 0 0 15,4-4 0-15,2 2 0 16,-6-3 0-16,-4-1 0 0,-8-3 0 16,-9 2 0-16,-6-1 0 0,-4-1 0 15,0 2 0-15,-12 3 0 0,-9 6 0 16,-8 3 0-16,-4-4 0 15,-4 0 0-15,2-3 0 0,4-3 0 16,6-3 0-16,11-2 0 0,5-2 0 16,7 0 0-16,4-6-1129 15,3 0-280-15,13-6-208 0</inkml:trace>
  <inkml:trace contextRef="#ctx0" brushRef="#br0" timeOffset="28983.6">26744 7427 6791 0,'-33'-1'1056'16,"0"1"-711"-16,-2 2-345 0,2 3 0 15,6 3 0-15,6 2 0 16,3 1 0-16,1 2 0 0,5 2 0 16,4 4 0-16,4 1 0 0,6 1 0 15,8 0 0-15,11 0 0 0,8-2 0 16,4-3 0-16,4-1 0 15,2-1 0-15,-4-2 0 0,-4-2 0 16,-8 0 0-16,-6-3 0 0,-9 0 0 16,-6-3 0-16,-2 1 0 15,-4 4 0-15,-13 5 0 0,-18 8 0 16,-12 0 0-16,-11 1 0 0,-2-6 0 16,8-2 0-16,7-2 0 0,7-6 0 15,14-6 0-15,11 0-137 0,9-6-3120 0</inkml:trace>
  <inkml:trace contextRef="#ctx0" brushRef="#br0" timeOffset="29399.93">27520 6910 4033 0,'0'0'1577'0,"0"0"-416"0,0 0-557 0,0 0-104 0,0 0-183 15,0 0-317-15,-31 62 0 16,16-3 0-16,-1 11 0 0,5 2 0 16,3-2 0-16,2 4 0 0,4 2 0 15,0 0 0-15,0-2 0 0,2-4 0 16,0-8 0-16,0-10 0 15,2-8 0-15,-2-13 0 0,0-13-1565 16,0-9-837-16</inkml:trace>
  <inkml:trace contextRef="#ctx0" brushRef="#br0" timeOffset="29550.41">27253 7548 6222 0,'0'0'441'0,"39"-13"-153"0,-4 5 628 15,0 2-591-15,5 0-325 0,-1 2 0 16,-2 3 0-16,0 0 0 0,-1 0-17 16,-1-4-999-16,-10-1-245 0,-5 1-2941 15</inkml:trace>
  <inkml:trace contextRef="#ctx0" brushRef="#br0" timeOffset="29834.09">27646 7701 4321 0,'0'0'1485'16,"0"0"-741"-16,0 0 445 0,39-33-736 16,-25 12-453-16,-3-4 0 15,-1-2 0-15,-2-1 0 0,-4-4 0 16,1 4 0-16,-5 0 0 0,-7 7 0 16,-3 8 0-16,-4 7 0 0,-7 7 0 15,-2 11 0-15,-2 9 0 0,-1 8 0 16,-1 5 0-16,2 5-9 0,6-1-227 15,9 1-24-15,8-2 104 0,8-5-16 16,11-2 20-16,7-8 20 0,7-4-36 16,7-4 28-16,3-4 48 15,4-4 84-15,-1-4-117 0,-1-2-215 16,-8 0-984-16,-12-3-233 0,-4 0-560 0</inkml:trace>
  <inkml:trace contextRef="#ctx0" brushRef="#br0" timeOffset="29983.62">27931 7825 3013 0,'0'0'1216'0,"0"0"289"0,0 0-680 15,0 0-229-15,0 0 160 0,6-35-475 16,-6 8-281-16,0-7 0 0,0-1 0 16,2-1 0-16,0 3 0 15,0 4 0-15,2 4 0 0,1 6 0 16,1 0 0-16,6 1 0 0,3 0 0 16,7 3 0-16,3 1-697 0,-2 4-1320 15,0 2-448-15</inkml:trace>
  <inkml:trace contextRef="#ctx0" brushRef="#br0" timeOffset="30366.62">28212 7635 6490 0,'0'0'797'0,"-14"41"-273"0,5-22-143 15,3-3-381-15,2-5 0 16,0-2 0-16,0-5 0 0,4-1 0 16,0-3 0-16,0-5 0 0,6-8 0 15,8-12 0-15,3-7 0 0,4-6 0 16,1 0 0-16,-3 5 0 15,2 1 0-15,-7 7 0 0,-2 9 0 16,-5 6 0-16,-5 6 0 0,-2 4 0 16,0 3 0-16,-2 9 0 15,-7 13 0-15,-1 4 0 0,0 6 0 16,1-3 0-16,5-6 0 0,2-3 0 16,2-5 0-16,4-6 0 0,1-5 0 15,-1-6 0-15,2-1 0 0,4-4 0 16,7-12 0-16,-1-4 0 0,5-5 0 15,-5 0 0-15,-1 4 0 0,-1 2 0 16,-1 0 0-16,-1 5 0 0,-3 4 0 16,-3 6 0-16,-2 4 0 0,2 3 0 15,0 10 0-15,5 8 0 16,-3 4 0-16,0 4 0 0,-2-4 0 16,-2-4 0-16,3-2 0 0,1-2 0 15,0-7-1790-15,3-4-1799 0</inkml:trace>
  <inkml:trace contextRef="#ctx0" brushRef="#br0" timeOffset="30716.46">29562 7496 6530 0,'0'0'597'0,"-52"6"171"0,17 10-471 15,2 9-297-15,0 6 0 0,10 5 0 16,5 3 0-16,5 0 0 0,7 0 0 16,6-2 0-16,2-3 0 15,8-3 0-15,5-4 0 0,8-3 0 16,6-7 0-16,6-9-29 0,8-8-951 16,-8-3-277-16,0-7-512 0</inkml:trace>
  <inkml:trace contextRef="#ctx0" brushRef="#br0" timeOffset="31199.87">29860 7658 5898 0,'0'0'941'0,"0"0"-121"15,-36-44-516-15,24 42-168 0,0 8-43 16,-5 12-93-16,-4 10 0 0,-1 9 0 16,-1 2 0-16,4 3 0 0,7-3 0 15,4-2 0-15,6-3 0 0,2-8 0 16,10-6 0-16,4-8 0 0,5-7 0 15,8-8 0-15,0-7 0 0,0-9 0 16,-3-4 0-16,-1-3 0 0,-4-1 0 16,-3 1 0-16,-1 1 0 15,-7 3 0-15,0 6 0 0,-4 4 0 16,-4 5 0-16,3 5 0 0,-3 0 0 16,0 2 0-16,2 0 0 0,-2 4 0 15,4 3 0-15,-2 6 0 0,2 5 0 16,-2 2-69-16,0-1-259 15,0-2 56-15,2-4-316 0,5-2-57 16,-1-2 125-16,0-3 172 0,2-1 128 16,1-3 108-16,-5-1-4 15,0 0-56-15,-2-1-92 0,-2 4-661 16,0-2 97-16,0 6-165 0</inkml:trace>
  <inkml:trace contextRef="#ctx0" brushRef="#br0" timeOffset="31400.25">30021 7929 3269 0,'0'0'2101'16,"0"0"-1053"-16,0 0-375 0,8-35 191 15,-2 9-627-15,5-2-237 0,1-5 0 16,5 2 0-16,1-2 0 0,5 3 0 16,-2 0 0-16,3 5 0 0,-5 9 0 15,-5 5 0-15,-5 5 0 16,-7 6 0-16,2 1 0 0,-2 12 0 16,-2 13 0-16,-6 8 0 0,0 1 0 15,-3 1 0-15,3-7 0 16,4-1 0-16,2-6 0 0,2-2 0 15,6-5 0-15,7-8 0 0,-3-5-1073 16,3-2-1148-16</inkml:trace>
  <inkml:trace contextRef="#ctx0" brushRef="#br0" timeOffset="31633.21">30529 7560 5446 0,'0'0'928'0,"0"0"265"15,0 0-568-15,0 0-625 0,-35 19 0 16,17 1 0-16,-3 6 0 0,0 3 0 16,3 0 0-16,-1 4 0 0,5-1 0 15,3-2 0-15,7-4 0 16,4-2 0-16,10-6 0 0,5-5 0 16,10-9 0-16,2-4 0 0,4-9 0 15,0-8 0-15,0-4-225 16,-2-4-747-16,-11 6-1589 0,-1 0-913 0</inkml:trace>
  <inkml:trace contextRef="#ctx0" brushRef="#br0" timeOffset="31867.22">30657 7758 5458 0,'0'0'1305'16,"40"2"-657"-16,-15-9 108 0,-3-4-731 16,1-3-25-16,0-1 0 0,-5-4 0 15,-3-4 0-15,-7-2 0 0,-4 1 0 16,-4-1 0-16,0 6 0 0,-2 6 0 15,-6 4 0-15,0 7 0 0,-7 4 0 16,-1 11 0-16,-5 10 0 0,-2 8 0 16,-2 7 0-16,3 3 0 0,3 2 0 15,11-3 0-15,8-4 0 16,8-8 0-16,9-2 0 0,9-5 0 16,5-9 0-16,5-6 0 0,1-6 0 15,-4-13-789-15,2-9-312 16,-12 2-343-16,-3-6-2910 0</inkml:trace>
  <inkml:trace contextRef="#ctx0" brushRef="#br0" timeOffset="32050.35">31234 7094 5886 0,'0'0'204'0,"0"0"393"16,4 40 75-16,-12-4 32 0,-4 8-575 15,-7 2-129-15,-2 7 0 0,-1 4 0 16,1 4 0-16,0 0 0 0,3 5 0 15,1-2 0-15,5 0 0 0,-1-8 0 16,5-6 0-16,4-7-197 0,4-11-1243 16,0-9-13-16,4-8-184 0</inkml:trace>
  <inkml:trace contextRef="#ctx0" brushRef="#br0" timeOffset="32366.66">31594 7479 5674 0,'0'0'624'0,"0"0"-171"0,0 0 539 16,-58-12-696-16,21 15-208 0,-9 5-23 16,-1 3-65-16,5 2 0 0,5 1 0 15,10 1 0-15,13 2 0 0,12 2 0 16,8 2 0-16,17 7 0 0,12 3 0 15,10 4 0-15,9 5 0 0,6 1 0 16,-2-1 0-16,-2-1 0 0,-11-2 0 16,-12-3 0-16,-10-4 0 15,-15-5 0-15,-12-1 0 0,-19-4 0 16,-12-1 0-16,-16-3 0 0,-9-3 0 16,-9-5 0-16,3-4 0 0,2 0 0 15,8-4 0-15,9 0 0 16,14 0-793-16,4-5-3373 0</inkml:trace>
  <inkml:trace contextRef="#ctx0" brushRef="#br0" timeOffset="42800.76">17786 4246 5286 0,'0'0'812'0,"0"0"-376"16,0 0-59-16,0 0-317 0,0 0 12 16,0 0 68-16,0 0-24 0,0 0 92 15,0 0 28-15,10-10-200 16,15 6 40-16,8 3 124 0,4 1-172 16,4 0 16-16,5 4 21 0,3-1-65 15,7 1 0-15,2-3 0 0,6 1 0 16,4-2 0-16,11 0 0 15,4-5 0-15,5-2 0 0,8-2 0 16,1-2 0-16,12 0 0 0,5 0 0 16,2-1 0-16,2 2 0 0,6 0 0 15,2 1 0-15,2 2 0 0,8-1 0 16,5 1 0-16,1 0 0 0,11-2 0 16,2 1 0-16,7 0 0 0,3 0 0 15,5 0 0-15,1-4 0 0,-1 1 0 16,3 0 0-16,5-2 0 15,0 0 0-15,-2-1 0 0,1-1 0 16,1-1 0-16,2 2 0 0,2-1 0 16,4 2 0-16,0-2 0 0,4 5 0 15,0 0 0-15,2 3 0 16,7 1 0-16,-3 3 0 0,1 2 0 16,5 1 0-16,-1 4 0 0,-1-1 0 15,-1 1 0-15,-9 1 0 0,-2-3 0 16,-8 1 0-16,-11-1 0 15,-1-1 0-15,-11 1 0 0,-8 1 0 16,-9 1 0-16,-12 2 0 0,-14 1-337 16,-11-1-347-16,-14-2 19 0,-29-1-1375 15,-8-3-442-15</inkml:trace>
  <inkml:trace contextRef="#ctx0" brushRef="#br0" timeOffset="64101.09">13525 10630 1136 0,'0'0'0'15,"0"0"-904"-15</inkml:trace>
  <inkml:trace contextRef="#ctx0" brushRef="#br0" timeOffset="64451.06">13283 10594 5138 0,'0'0'536'16,"0"0"505"-16,0 0-609 0,0 0-4 15,0 0 176-15,0 0-591 0,0 0-13 16,0 0 0-16,0 0 0 0,0 0 0 16,25-11 0-16,19 9 0 0,13 2 0 15,12 3 0-15,7 5 0 16,11 3 0-16,6 1 0 0,8 2 0 15,9 0 0-15,3-1 0 0,5-1 0 16,8 0 0-16,-10-2 0 16,0 0 0-16,-13-5 0 0,-14 0 0 15,-10-3 0-15,-15-1-489 0,-21-1-1220 16,-12-3-152-16,-16-4-1096 0</inkml:trace>
  <inkml:trace contextRef="#ctx0" brushRef="#br0" timeOffset="65217.68">10199 10709 4474 0,'0'0'792'15,"0"0"-208"-15,0 0 125 0,0 0-385 16,0 0 8-16,0 0 284 0,0 0-324 15,62 6-223-15,-14 1-69 0,10 1 0 16,6 0 0-16,10-1 0 16,13-1 0-16,18-2 0 0,11-1 0 15,10-1 0-15,13 0 0 0,7-1 0 16,5-1 0-16,2-3 0 0,-2-6-1277 16,-43 0-564-16,-1-7-1661 0</inkml:trace>
  <inkml:trace contextRef="#ctx0" brushRef="#br0" timeOffset="72967.64">4502 11663 2048 0,'0'0'409'0,"0"0"655"15,0 0-392-15,0 0-263 0,0 0 427 16,39-5-428-16,-34 2-64 0,-1 2 109 16,-2-1-265-16,2 0-32 0,0 1 108 15,4 0-136-15,3 1-4 0,3-1 40 16,7 1-136-16,2-1 4 0,1-1 20 15,3-1-44-15,4-2 12 0,6-1 68 16,5-2-80-16,-1 1 64 16,7-1 145-16,-1 1-217 0,1 2 0 15,-7 0 0-15,7 4 0 0,-5 1 0 16,0 0 0-16,3 0 0 16,-5 1 0-16,-1-1 0 0,1 0 0 15,0 0 0-15,5 0 0 0,-3 0 0 16,3 0 0-16,-3 0 0 0,5 0 0 15,-7 0 0-15,2 0 0 16,-1 0 0-16,-1 2 0 0,-4 1 0 16,0-1 0-16,-1 3 0 0,1-3 0 15,-4 0 0-15,4-1 0 0,0 0 0 16,0-1 0-16,3 0 0 0,-3-3 0 16,4 1 0-16,-4 1 0 0,3-1 0 15,-1 2 0-15,2-3 0 0,-1 3 0 16,-3 1 0-16,0 3 0 0,2 0 0 15,1 1 0-15,-1 0 0 0,4 1 0 16,1-3 0-16,1-1 0 16,3-1 0-16,3-1 0 0,3-3 0 15,4-1 0-15,-4-3 0 0,4 0 0 16,0 0 0-16,4-1 0 16,0 3 0-16,-5-1 0 0,5 2 0 15,-2 0 0-15,7 2 0 0,-3 1 0 16,4 0 0-16,-4 1 0 0,4-1 0 15,0 0 0-15,5 0 0 16,-5 0 0-16,0 0 0 0,-4-1 0 16,0 1 0-16,-2 1 0 0,-4 0 0 15,0 0 0-15,-6 0 0 0,2 0 0 16,1 0 0-16,-1 0 0 0,4 2 0 16,0-1 0-16,0-1 0 0,6 0 0 15,-2 0 0-15,0-1 0 0,6-3 0 16,-4 2 0-16,4-2 0 0,1 3 0 15,-5 0 0-15,2 1 0 0,-6 0 0 16,6 0 0-16,-2 0 0 16,-2 0 0-16,2 1 0 0,0-1 0 15,2 0 0-15,-6 0 0 0,2 0 0 16,0 0 0-16,-4 0 0 16,-4 0 0-16,4 0 0 0,-2 0 0 15,-7-1 0-15,7 0 0 0,-2-1 0 16,-1 0 0-16,5-2 0 0,0-1 0 15,4 0 0-15,0-2 0 16,-2 0 0-16,6 0 0 0,-2-1 0 16,1 2 0-16,1 1 0 0,-2 0 0 15,-2 3 0-15,-4 0 0 0,4 1 0 16,-9 0 0-16,5 1 0 0,-4-2 0 16,2 1 0-16,-2-1 0 0,-3 0 0 15,3 0 0-15,-2-1 0 0,1 2 0 16,-1-2 0-16,0 0 0 0,2 2 0 15,-3-1 0-15,-3 1 0 0,-1 1 0 16,1 0 0-16,-7 1 0 16,3 2 0-16,-3-1 0 0,-4 2 0 15,0 0 0-15,-2 0 0 0,3 0 0 16,-3 2 0-16,-2-2 0 16,0 2 0-16,6-1 0 0,-2 0 0 15,1-1 0-15,3-1 0 0,-2 0 0 16,7 0 0-16,-3 1 0 0,-1-1 0 15,-1 3 0-15,0-2 0 16,-4 0 0-16,-4 0 0 0,3 0 0 16,1 0 0-16,0-1 0 0,-2 0 0 15,4-1 0-15,1-2 0 0,3 0 0 16,5-1 0-16,-1-1 0 0,7-2 0 16,2-1 0-16,2 2 0 0,0-2 0 15,-1 1 0-15,5 0 0 0,-4 1 0 16,2 0 0-16,-4 3 0 0,2-1 0 15,-4-1 0-15,4 1 0 0,-1-1 0 16,1 1 0-16,0-2 0 16,8 0 0-16,-2 0 0 0,1-1 0 15,3-2 0-15,-2 3 0 0,-2-1 0 16,0 0 0-16,2 0 0 16,-6 1 0-16,-2 1 0 0,0 0 0 15,0 0 0-15,-2 1 0 0,1 0 0 16,-3 0 0-16,0 0 0 0,-4 0 0 15,-3-1 0-15,-3 1 0 16,1 1 0-16,-6 0 0 0,-4 0 0 16,-8 0 0-16,0 0 0 0,-6 2 0 15,0 1 0-15,-7 0-53 0,-6 1-359 16,1-1-164-16,-7 0-117 0,2-2-1187 16,-4 1 227-16,4 0-980 0</inkml:trace>
  <inkml:trace contextRef="#ctx0" brushRef="#br0" timeOffset="74833.89">19067 11455 4822 0,'0'0'1032'16,"0"0"-996"-16,0 0-32 0,0 0 36 15,0 0 36-15,0 0 40 0,37 10 196 16,-18-7-83-16,2-2 19 0,1 1 112 15,1-1-200-15,0-1-24 0,-5 2 80 16,3 0-128-16,4 2-16 16,-2-2 36-16,4 3-88 0,4-4 16 15,10 3 12-15,4-2-40 0,9 1-8 16,6-1 0-16,6-1 4 16,9 0-4-16,3 0 0 0,5-1 4 15,6 0-4-15,2 1 0 0,4 2 4 16,4-1-4-16,0 4 0 0,-4-1 0 15,7 2 0-15,-3 0 0 16,0 2-12-16,4 0 12 0,3-2 0 16,1 1-4-16,3-1 4 0,4 0 0 15,-5-2-36-15,3 0 0 0,-5 1 16 16,1 1-28-16,-7-2 48 0,-6-1-4 16,-6 1 0-16,-2 0 4 0,-7-2 0 15,-5 0 8-15,3-1-8 0,1 0 0 16,-3 0-4-16,1-1 4 0,1 0 0 15,1 1-36-15,-3 0-108 0,1-1-92 16,-3 0-4-16,-3-1 88 16,-3 0 16-16,-8 0-20 0,-2-1-20 15,-9 0-141-15,-7-1-7 0,-9-1 0 16,-15-4-572-16,-5 0-489 16,-11-4-1752-16</inkml:trace>
  <inkml:trace contextRef="#ctx0" brushRef="#br0" timeOffset="81434.47">18583 12734 1884 0,'0'0'4434'15,"0"0"-3953"-15,0 0-117 0,0 0 292 16,0 0-436-16,-31-1-108 0,31 0-71 16,0-2-41-16,15 0 0 0,8-2 0 15,12 1 0-15,6 2 0 0,9 1 0 16,6 1 0-16,8 0 0 0,10 0 0 16,9 0 0-16,12 1 0 0,6 2 0 15,7 0 0-15,3 2 0 0,11 0 0 16,4 1 0-16,4 3 0 15,7-3 0-15,6 1 0 0,7-1 0 16,8 1 0-16,1 2 0 0,4 0 0 16,2 0 0-16,1 0 0 0,3-1 0 15,3 0 0-15,6 2 0 16,1 0 0-16,3 1 0 0,2 2 0 16,2-1 0-16,0 2 0 0,3-1 0 15,-3-1 0-15,-5 3 0 16,-1-2 0-16,-4-2 0 0,-6 3 0 15,-7-1 0-15,-8-1 0 0,-13 0 0 16,-5-2 0-16,-17-1 0 0,-17-4 0 16,-16-4-249-16,-19-3-263 0,-22-5-981 15,-15-7-716-15</inkml:trace>
  <inkml:trace contextRef="#ctx0" brushRef="#br0" timeOffset="125418.27">5738 13457 4726 0,'0'0'1360'15,"-20"-32"-383"-15,3 22-253 0,-4 7-319 16,-5 6-405-16,-5 8 0 0,0 10 0 16,-5 6 0-16,3 5 0 0,6 5 0 15,1 4 0-15,-1 5 0 0,6 4 0 16,7 6 0-16,-3 2 0 16,7-1 0-16,6-3 0 0,4-4 0 15,14-5 0-15,3-7 0 0,3-8 0 16,7-7 0-16,10-8 0 15,5-7 0-15,9-8 0 0,3-6 0 16,2-6 0-16,-2-7 0 0,-17 3-1589 16,-6-1-1329-16</inkml:trace>
  <inkml:trace contextRef="#ctx0" brushRef="#br0" timeOffset="126317.67">6164 13811 2072 0,'0'0'2410'0,"0"0"-1342"0,0 0-276 0,0 0-231 15,0 0 259-15,-37-19-408 0,27 9-355 16,-1-1-57-16,1 4 0 0,-5 4 0 16,3 6 0-16,-7 10 0 0,3 12 0 15,-1 7 0-15,1 6 0 0,-1 1 0 16,3-1 0-16,8-3 0 16,6-6 0-16,6-6 0 0,4-7 0 15,11-7 0-15,0-8 0 0,5-5 0 16,5-13 0-16,7-8 0 0,-7-5 0 15,2-4 0-15,-6 0 0 16,-3 5-45-16,-11 3-255 0,-3 5-196 16,-6 6 292-16,0 6 188 0,-4 5 0 15,0 2 32-15,0 2 0 0,0 0 88 16,2 7-100-16,-2 6 20 0,5 5-24 16,-5 0 12-16,4 3-12 0,-2 0 0 15,-2 0 4-15,0 3-4 0,0-2 0 16,4 1 0-16,-4-7 0 15,0-3-12-15,4-6-48 0,2-4 44 16,-2-2-12-16,5-1-32 0,5-7 20 16,7-7-92-16,-5-5-124 0,3-5 19 15,-7 5 49-15,3 2 188 0,-9 4 28 16,-2 4 325-16,2 3-61 16,-6 4 44-16,0-1 332 0,0 1-419 15,0 1-249-15,0 1 0 0,0 3 0 16,0 6 0-16,0 4 0 0,0 4 0 15,4-1 0-15,-4-2 0 16,0-1 0-16,0-3 0 0,0-3 0 16,0-3 0-16,0-2 0 0,0-2 0 15,3-1 0-15,1-10 0 0,2-9 0 16,4-6 0-16,5-5 0 0,-3-1 0 16,3 5 0-16,-1 3 0 0,-4 8 0 15,-1 7 0-15,-5 4 0 0,0 5 0 16,-2 2 0-16,2 7 0 15,2 9 0-15,-2 5 0 0,1 7 0 16,1 1 0-16,-2-4 0 0,-2-1 0 16,6-2 0-16,1-5 0 0,-1-6 0 15,-2-5-2622-15</inkml:trace>
  <inkml:trace contextRef="#ctx0" brushRef="#br0" timeOffset="127284.63">7421 13966 3041 0,'0'0'2765'0,"0"0"-2008"16,0 0-173-16,35 6 24 0,-4-6-171 15,2-3-437-15,2-4 0 0,3-3 0 16,-1-5 0-16,0-3 0 16,4-3 0-16,-3-1 0 0,-7-1 0 15,0-1 0-15,-9 2 0 0,-1-2 0 16,-11 4 0-16,-6 0 0 0,-4 2 0 15,-8 4 0-15,-4 0 0 16,-9 1 0-16,-4 7 0 0,-2 4 0 16,1 3 0-16,-10 9 0 0,3 4 0 15,2 8 0-15,4 6 0 0,1 4 0 16,5 6 0-16,0 2 0 0,11 4 0 16,0 0 0-16,10-2 0 0,4-6 0 15,8-2 0-15,7-5 0 16,3-7 0-16,9-5 0 0,0-5 0 0,7-6 0 15,3-4 0-15,0-4 0 16,-1-11-425-16,-14 2-1436 0,-1-5-1160 16</inkml:trace>
  <inkml:trace contextRef="#ctx0" brushRef="#br0" timeOffset="127484.05">7991 13723 4065 0,'0'0'2526'0,"0"0"-1822"0,0 0 193 16,-20 44-897-16,20-24 0 0,6 2 0 15,8 1 0-15,3 2 0 0,0 1 0 16,7 2 0-16,3 4 0 0,0 0 0 16,-2 0 0-16,-4 0 0 15,-9-4 0-15,-2-8-541 0,-6-5-1416 0</inkml:trace>
  <inkml:trace contextRef="#ctx0" brushRef="#br0" timeOffset="127684.54">8175 13827 5942 0,'0'0'757'0,"-41"29"271"0,20-14-563 16,-3 1-465-16,-3 2 0 0,0 4 0 15,0 3 0-15,-4 1 0 16,8 3 0-16,3-2 0 0,5-3 0 16,9-2 0-16,6-7-337 0,0-8-2232 15,6-5-1089-15</inkml:trace>
  <inkml:trace contextRef="#ctx0" brushRef="#br0" timeOffset="128284.62">8312 14506 4698 0,'6'41'592'0,"-6"-3"-256"16,4-1 160-16,-2-8-388 0,2-10-48 15,-4-6-56-15,0-5 8 0,0-5 0 16,0-2 32-16,0-1 325 0,-6-11 87 16,-4-10 192-16,2-14-408 0,1-11-123 15,1-13-117-15,-2-9 0 16,2-11 0-16,0-11 0 0,-1-4 0 16,7-4 0-16,0 4 0 0,11 5 0 15,11 10 0-15,5 15 0 0,4 12 0 16,-4 15 0-16,-2 16 0 0,-4 9 0 15,-1 12 0-15,-3 7 0 16,6 9 0-16,1 7 0 0,-1 5 0 16,2 3 0-16,-4 1 0 0,-9 3 0 15,-4-2 0-15,-8 2 0 0,-4-2 0 16,-12-1 0-16,-5-2 0 0,0-7 0 16,-1-4 0-16,1-6 0 0,0-8 0 15,1-3 0-15,3-4 0 0,7-5 0 16,6-4 0-16,4 0 0 15,0-1-361-15,10-1-639 0,0 3-225 16,5 1-2092-16</inkml:trace>
  <inkml:trace contextRef="#ctx0" brushRef="#br0" timeOffset="128534.65">8818 14035 2565 0,'0'0'3165'0,"-2"-41"-2168"0,-2 12 323 16,4 0-1175-16,4-3-145 0,2-2 0 16,5 1 0-16,3 3 0 0,-1 0 0 15,-3 7 0-15,0 2 0 0,-3 7 0 16,1 3 0-16,-2 4 0 15,-2 3 0-15,4 1-705 0,-3 2-880 16,5 1-3881-16</inkml:trace>
  <inkml:trace contextRef="#ctx0" brushRef="#br0" timeOffset="128768.32">8944 13961 3993 0,'0'0'1577'0,"38"7"-416"0,-9-12-233 16,4-7-395-16,-2-6-533 0,6-4 0 15,-12 0 0-15,-3-3 0 16,-7 2 0-16,-9 1 0 0,-6 0 0 16,-4 2 0-16,-4 5 0 0,-11 4 0 15,3 6 0-15,-5 6 0 0,0 12 0 16,1 7 0-16,-1 9 0 0,4 6 0 16,5 0 0-16,2 2 0 0,5-2 0 15,5-3 0-15,11-6 0 16,5-9 0-16,11-5-217 0,8-12-695 15,-4-2-1565-15,0-9-1381 0</inkml:trace>
  <inkml:trace contextRef="#ctx0" brushRef="#br0" timeOffset="129101.38">9391 13655 5410 0,'-39'9'1553'0,"8"-1"-1197"16,-7 4 100-16,7 4-148 0,0 1-276 15,5 3 0-15,1 0-16 16,8 0-16-16,7 3 0 0,6-4 0 16,8 2-32-16,10-4 4 0,9-5-84 15,4-4-36-15,8-5 84 0,6-3 44 16,3-1-72-16,-1-2-16 0,-1-1-92 16,-7 2 36-16,-8 2-56 0,-11 4-200 15,-6 4 420-15,-5 3 88 0,-3 1 472 16,-2 2-72-16,-2 3-148 15,-9-1-179-15,-3 4-161 0,-3 2 0 16,-3 0 0-16,-7 2 0 0,-4 0 0 16,0-4 0-16,0-1 0 0,4-1 0 15,-4-3 0-15,10-3 0 16,9-1 0-16,6-5 0 0,6-3-989 16,0-1-228-16,8-4-2036 0</inkml:trace>
  <inkml:trace contextRef="#ctx0" brushRef="#br0" timeOffset="129417.63">9780 13749 6591 0,'0'0'1092'16,"-34"15"-700"-16,14-6-275 0,-5 4-117 16,2 1 0-16,-2 2 0 0,3 0 0 15,-3 0 0-15,8-2 0 0,7-4 0 16,4-3 0-16,6-3 0 15,0 0 0-15,6 2 0 0,9 0 0 16,11 1 0-16,5-1 0 0,7-1 0 16,-1 1 0-16,0 1 0 0,-2 3 0 15,-2 2 0-15,-6 2 0 16,-2 4 0-16,-9-1 0 0,-5 3 0 16,-7 4 0-16,-8-1 0 0,-7 3 0 15,-9 1 0-15,-3-1 0 0,-6 2 0 16,-4-3 0-16,-4-1 0 15,0-5 0-15,1-5 0 0,10-3 0 16,1-9 0-16,8-3 0 0,7-6-2658 16</inkml:trace>
  <inkml:trace contextRef="#ctx0" brushRef="#br0" timeOffset="130117.61">11243 13336 6763 0,'0'0'620'0,"0"0"28"0,0 0-487 16,-35 61-161-16,29-17 0 16,2 5 0-16,-3 5 0 0,7-4 0 15,0 5 0-15,0 4 0 0,0 1 0 16,5 1 0-16,-3 1 0 0,2-10 0 16,2-5 0-16,4-10 0 0,1-10 0 15,3-10 0-15,3-11 0 0,3-7 0 16,1-13 0-16,2-9 0 0,-3-8 0 15,-3-2 0-15,-7-2 0 16,-10 1 0-16,-10 7 0 0,-11 6 0 16,-6 4 0-16,-4 6 0 0,2 8 0 15,0 4 0-15,7 8 0 0,7 4 0 16,3 1 0-16,8 1 0 16,4 2 0-16,0-2 0 0,10 1-65 15,7-3-815-15,7-4-1009 0,-7-4 12 16,8-4-1056-16</inkml:trace>
  <inkml:trace contextRef="#ctx0" brushRef="#br0" timeOffset="130434.45">11669 13819 7019 0,'0'0'944'0,"-35"-44"-715"0,12 21-229 16,2 9 0-16,1 5 0 0,3 9 0 15,-1 4 0-15,5 14 0 0,-8 9 0 16,5 10 0-16,-3 5 0 0,7 1 0 15,2 0 0-15,5-4 0 16,5-5 0-16,9-6 0 0,3-8 0 16,5-11 0-16,3-7 0 0,5-7 0 15,-4-10 0-15,2-5 0 0,1-3 0 16,-7-2 0-16,-3 3 0 16,-3 4 0-16,-5 5 0 0,-6 4 0 15,4 7 0-15,-4 2 0 0,-4 1 0 16,4 8 0-16,-4 5 0 0,4 4 0 15,0 4 0-15,0 0 0 16,0 1 0-16,0 2 0 0,0-5 0 16,4-2 0-16,2-4 0 0,0-7-397 15,3-1-1248-15,-3-6-884 0</inkml:trace>
  <inkml:trace contextRef="#ctx0" brushRef="#br0" timeOffset="130784.9">12006 13732 6799 0,'0'0'836'16,"0"0"-279"-16,0 0-557 0,0 0 0 15,0 0 0-15,0 0 0 0,-37-32 0 16,20 36 0-16,-12 4 0 16,2 3 0-16,0 4 0 0,1 2 0 15,1 1 0-15,-2 2 0 0,10 0 0 16,3-2 0-16,4 1 0 0,10-3 0 15,4 1 0-15,10 1 0 16,3-3 0-16,14-1 0 0,-2 0 0 16,6-2 0-16,6 0 0 0,-4-4 0 15,1 3 0-15,-7-1 0 0,-5 0 0 16,-9 2 0-16,-7-1 0 0,-10-1 0 16,-2 2 0-16,-8 1 0 0,-11 2 0 15,-4 1 0-15,-6 0 0 0,-2-1 0 16,-4-1 0-16,2-4 0 15,2-4 0-15,6-4 0 0,6-2 0 16,17-6-373-16,0-1-920 0,8-4-351 16</inkml:trace>
  <inkml:trace contextRef="#ctx0" brushRef="#br0" timeOffset="131051.12">12204 13969 7219 0,'0'0'973'16,"37"-20"-973"-16,-14 7 0 0,-12 0 0 15,3 1 0-15,-4-3 0 16,-3-2 0-16,-1 0 0 0,-6 0 0 16,0-1 0-16,0 3 0 0,-2 2 0 15,-7 3 0-15,-1 4 0 0,-2 6 0 16,-9 10 0-16,-6 10 0 0,0 13 0 16,-8 10 0-16,-2 6 0 0,6 2 0 15,8-4 0-15,9-10 0 0,14-8 0 16,16-9 0-16,11-6 0 15,14-7 0-15,11-7 0 0,10-3 0 16,2-8 0-16,4-2 0 0,-14 5-445 16,-6-3-2973-16</inkml:trace>
  <inkml:trace contextRef="#ctx0" brushRef="#br0" timeOffset="131818.35">13614 13848 5310 0,'0'0'468'16,"0"0"36"-16,-33-46 513 0,19 35-521 16,-3 1-99-16,0 2-397 0,-3 3 0 15,-1 3 0-15,0 3 0 0,1 9 0 16,-1 9 0-16,0 7 0 0,1 11 0 15,-3 6 0-15,9 4 0 16,3-2 0-16,5-3 0 0,6-8 0 16,10-7 0-16,7-9 0 0,8-10 0 15,6-8 0-15,8-7 0 0,2-9 0 16,5-5 0-16,-7-4 0 0,-4 2 0 16,-4 0 0-16,-10 9 0 0,-11 5 0 15,-4 7 0-15,-6 4 0 0,0 10 0 16,0 9 0-16,0 4 0 15,0 0 0-15,2-3 0 0,7-5 0 16,1-3 0-16,2-3 0 0,7-2 0 16,-2-6-85-16,3-2-835 0,-3-1-193 15,-7-5-3205-15</inkml:trace>
  <inkml:trace contextRef="#ctx0" brushRef="#br0" timeOffset="132018.34">14007 13698 6595 0,'0'0'568'0,"0"0"420"16,-42-12-947-16,28 14-41 0,2 10 0 15,-5 6 0-15,3 6 0 0,-3 9 0 16,-4 4 0-16,7 6 0 0,-3 3 0 16,3 0 0-16,8 0 0 0,6-6 0 15,0-2 0-15,10-7 0 0,11-8 0 16,-1-7 0-16,13-8 0 15,3-8-297-15,-10-3-815 0,5-9-561 0</inkml:trace>
  <inkml:trace contextRef="#ctx0" brushRef="#br0" timeOffset="132250.99">14232 13739 4922 0,'0'0'1488'0,"0"0"-203"0,0 0-788 16,0 0-497-16,0 0 0 0,-47 29 0 15,22-1 0-15,-2 5 0 16,2 1 0-16,9 0 0 0,1-1 0 16,13 1 0-16,2 2 0 0,2-3 0 15,13-2 0-15,5-2 0 0,3-8 0 16,8-5 0-16,4-5 0 0,2-7 0 16,1-4 0-16,-1-9 0 0,0-5 0 15,-6-6 0-15,-6-5 0 16,-9-4-761-16,-5 4-1164 0,-5 0-992 0</inkml:trace>
  <inkml:trace contextRef="#ctx0" brushRef="#br0" timeOffset="132784.73">14449 13987 3393 0,'0'0'2137'0,"0"0"-820"0,48 9-417 16,-17-12-455-16,0-7-445 0,-4-3 0 15,-1-1 0-15,-1-5 0 0,-2-1 0 16,-4-5 0-16,-7-1 0 0,-4 0 0 15,-6-1 0-15,-4 0 0 16,-6-1 0-16,-2 3 0 0,-7 4 0 16,3 7 0-16,-5 6 0 0,-2 9 0 15,-3 14 0-15,1 11 0 0,-2 12 0 16,-2 8 0-16,2 9 0 0,5 4 0 16,7 2 0-16,3-1 0 0,10-9 0 15,10-11 0-15,13-9 0 16,12-14 0-16,7-9 0 0,5-9 0 15,3-14 0-15,1-9 0 0,1-9 0 16,-9-10-729-16,-12 7-760 0,-6-3-856 16</inkml:trace>
  <inkml:trace contextRef="#ctx0" brushRef="#br0" timeOffset="132968.35">14916 13381 7159 0,'0'0'900'0,"0"0"-767"0,-14 59-133 15,1-20 0-15,3 4 0 16,6 0 0-16,-2 3 0 0,6 4 0 16,0 3 0-16,0 6 0 0,0 2 0 15,0 4 0-15,0-2 0 0,0-8 0 16,4-8 0-16,2-11 0 0,9-14 0 16,-7-9-1237-16,6-11-1096 0</inkml:trace>
  <inkml:trace contextRef="#ctx0" brushRef="#br0" timeOffset="133401.14">15214 13930 6390 0,'0'0'909'16,"-19"-42"-133"-16,13 20-659 16,-4 10-117-16,4 5 0 0,-5 0 0 15,-3 7 0-15,-3 0 0 0,1 8 0 16,-5 10 0-16,0 7 0 0,1 5 0 15,5 1 0-15,5-1 0 16,8-4 0-16,4-2 0 0,8-6 0 16,5-3 0-16,5-3 0 0,3-4 0 15,2-3 0-15,-4-5 0 0,-1 0 0 16,-3 0 0-16,-1-1 0 0,-5-1 0 16,-3 2 0-16,0 0 0 0,-4 0 0 15,3 2 0-15,1 4 0 0,-2 4-137 16,4 6-3-16,3 1 76 15,5-3 60-15,-1-5-16 0,-1-5 20 16,1-3 0-16,-7-1 0 0,-5-2 0 16,-1-4 68-16,-4-3 36 0,-4-3 89 15,-7-3-193-15,1-3 0 16,-1-2 0-16,1-2 0 0,10-3 0 16,0 0 0-16,4 2 0 0,7 2 0 15,1 0 0-15,3 0 0 0,5 1 0 16,3-3 0-16,-2 1 0 0,8 0 0 15,-1 1 0-15,3 1-1081 16,-4 5-696-16,-6 3-868 0</inkml:trace>
  <inkml:trace contextRef="#ctx0" brushRef="#br0" timeOffset="133850.9">15785 13781 3325 0,'0'0'1285'0,"-13"-42"-321"0,3 28 293 0,4 8-313 16,-9 3-527-16,1 3-417 0,-3 9 0 15,-4 5 0-15,1 4 0 16,1 4 0-16,1 1 0 0,1 2 0 16,7-1 0-16,-1 1 0 0,7 0 0 15,2-1 0-15,2 0 0 0,4-4 0 16,5-2 0-16,1-8 0 0,11-7 0 16,-1-3 0-16,11-12 0 0,2-7 0 15,-2-4 0-15,0-2 0 16,0 0 0-16,-10 3 0 0,-4 8 0 0,-7 7 0 15,-4 4 0-15,-2 3 0 16,-4 10 0-16,4 10 0 0,-2 10 0 16,-2 4 0-16,0 1 0 0,0-4 0 15,0-4 0-15,5-5 0 0,-5-5 0 16,4-9 0-16,-2-2 0 16,2-6 0-16,2-4-1521 0,0-2-780 15,5-19-2061-15</inkml:trace>
  <inkml:trace contextRef="#ctx0" brushRef="#br0" timeOffset="134034.67">16105 13279 7355 0,'0'0'837'0,"0"0"-837"0,0 0 0 16,0 0 0-16,-37 58 0 0,24-8 0 16,-1 7 0-16,4 2 0 0,7 0 0 15,3 2 0-15,0 3 0 0,3 4 0 16,3-1 0-16,-4-2 0 0,-2-8 0 15,0-7 0-15,-2-11 0 16,-4-10 0-16,1-11-89 0,-3-8-1872 16</inkml:trace>
  <inkml:trace contextRef="#ctx0" brushRef="#br0" timeOffset="134184.48">15878 13738 6987 0,'0'0'976'0,"0"0"-747"16,0 0-229-16,43-22 0 0,-18 18 0 15,0 3 0-15,-3 1 0 16,5-1 0-16,4 1 0 0,0 0 0 16,2 1-97-16,-4 0-1227 0,-2-1-2178 0</inkml:trace>
  <inkml:trace contextRef="#ctx0" brushRef="#br0" timeOffset="134300.78">16291 13780 6414 0,'0'0'1637'0,"-35"52"-1496"0,14-17-141 16,-2 4 0-16,-1 4 0 15,3-4 0-15,11-4 0 0,5-7 0 16,8-8 0-16,9-6 0 0,2-6 0 16,7-8 0-16,-4-3-1461 0,-3-10-696 15</inkml:trace>
  <inkml:trace contextRef="#ctx0" brushRef="#br0" timeOffset="134435.12">16361 13394 7431 0,'0'0'761'0,"0"0"-761"15,-2-34 0-15,-2 34 0 16,0 0 0-16,-2 4 0 0,0 6 0 16,1 9 0-16,10 4 0 0,-3-3-1910 15,8-1-543-15</inkml:trace>
  <inkml:trace contextRef="#ctx0" brushRef="#br0" timeOffset="134685.14">16475 13850 6114 0,'0'0'1301'0,"0"0"-789"16,0 0-247-16,-39-17-265 0,26 17 0 16,-1 8 0-16,-3 6 0 0,3 4 0 15,3 3 0-15,9 0 0 0,2 1 0 16,0-1 0-16,7-1 0 16,3-1 0-16,4-4 0 0,-1-4 0 15,3-3 0-15,3-6 0 0,-3-2 0 16,1-3 0-16,-3-8 0 0,-3-1-301 15,-1-7 37-15,-4-3 108 16,1-1 96-16,-7-3 60 0,0 0-204 16,0-6-92-16,-7 1 40 0,1 3-857 15,-2 6-560-15,6 8-1512 0</inkml:trace>
  <inkml:trace contextRef="#ctx0" brushRef="#br0" timeOffset="134934.96">16688 13958 5730 0,'-8'43'1901'0,"-1"-3"-1445"0,-1-1-351 16,4-14-105-16,0-8 0 0,1-9 0 15,5-5 0-15,0-3 0 16,0-11 0-16,11-12 0 0,5-11 0 16,1-9 0-16,8-4 0 0,-1 2 0 15,-1 4 0-15,0 5 0 0,-2 10 0 16,-3 10 0-16,-5 13 0 0,1 10 0 15,-8 12 0-15,3 7 0 16,-7 6 0-16,2 3 0 0,-4 0 0 16,0 0 0-16,2-1 0 0,2-6 0 15,2-7-1786-15,-2-7-1599 0</inkml:trace>
  <inkml:trace contextRef="#ctx0" brushRef="#br0" timeOffset="135334.88">17901 13934 7663 0,'0'0'529'0,"-12"61"-529"0,4-24 0 16,-1-3 0-16,1 0 0 0,8-4 0 16,0-6 0-16,0-6 0 0,4-8 0 15,2-7 0-15,9-8 0 16,-5-2-929-16,3-7-2441 0</inkml:trace>
  <inkml:trace contextRef="#ctx0" brushRef="#br0" timeOffset="135451.82">18058 13460 5830 0,'0'0'1065'16,"0"0"-1061"-16,-16 42 24 0,10-9-56 15,-3 4-56-15,7-13-661 0,2 0-3096 0</inkml:trace>
  <inkml:trace contextRef="#ctx0" brushRef="#br0" timeOffset="135651.26">18110 14179 6506 0,'0'0'1145'0,"0"0"-721"16,0 0-307-16,0 0-117 0,27-41 0 16,0-8 0-16,10-8 0 0,0-3 0 15,-6 12 0-15,-2 11 0 0,-10 14 0 16,-11 13 0-16,-2 10 0 16,-6 18 0-16,0 10 0 0,-4 8 0 15,-4 7 0-15,-3-3 0 0,3-1 0 16,4-1 0-16,2-9 0 15,4-4 0-15,2-2 0 0,7-5 0 16,-1-6-457-16,4-5-1868 0</inkml:trace>
  <inkml:trace contextRef="#ctx0" brushRef="#br0" timeOffset="136400.97">19811 14073 1816 0,'0'0'332'0,"0"0"2246"16,23-41-1006-16,-23 23-855 0,0 1 19 16,-10-4-295-16,-1 0-441 0,-5-6 0 15,-5 1 0-15,-6 3 0 0,-4 3 0 16,-2 11 0-16,2 9 0 16,2 7 0-16,0 12 0 0,2 9 0 15,3 5 0-15,3 5 0 0,11 1 0 16,3-2 0-16,9-5 0 15,13-4 0-15,6-5 0 0,5-7 0 16,12-5 0-16,-1-4 0 0,2-5 0 16,-6-2 0-16,0 0 0 0,-8 0 0 15,-4 3 0-15,-7 4 0 0,-1 11 0 16,-5 7 0-16,-2 6 0 0,-2 9 0 16,-2 4 0-16,-2 3 0 0,4 4 0 15,-1 3 0-15,-1 0 0 0,-2-2 0 16,-5 2 0-16,-5-6 0 0,-6 1 0 15,-5-3 0-15,-6-3 0 16,-4-6 0-16,-4-4 0 0,-2-8 0 16,-5-6 0-16,3-10 0 0,0-9 0 15,8-6 0-15,2-15 0 16,4-11 0-16,13-17 0 0,1-10 0 16,9-10 0-16,6-3 0 0,11 4 0 15,12 8 0-15,10 8 0 0,8 6 0 16,3 5 0-16,-5 2 0 15,3 2 0-15,-11 5-481 0,-10 7-2444 16,-5 3-1641-16</inkml:trace>
  <inkml:trace contextRef="#ctx0" brushRef="#br0" timeOffset="136634.91">20086 13474 7163 0,'0'0'900'0,"0"0"-771"0,0 0-129 16,0 0 0-16,0 0 0 0,21 39 0 15,-9-18 0-15,-3 4 0 0,1 0 0 16,0 1-293-16,-4 0-1116 0,3-7-427 15,-7 2-621-15</inkml:trace>
  <inkml:trace contextRef="#ctx0" brushRef="#br0" timeOffset="137035.01">20551 13812 6402 0,'0'0'861'15,"-39"-15"-137"-15,8 14-519 0,-2 3-205 16,-4 8 0-16,2 3 0 0,6-1 0 15,8 2 0-15,9-2 0 16,5 1 0-16,7 2 0 0,9 2 0 16,3 2 0-16,13 4 0 0,6-1 0 15,2 3 0-15,4-2 0 0,-2 0 0 16,-2 1 0-16,-2-3 0 0,-10 1 0 16,-9 0 0-16,-9-3 0 0,-12 2 0 15,-9 2 0-15,-11-3 0 0,-6 1 0 16,-5-5 0-16,-5-5 0 15,-9-6 0-15,7-5 0 0,-5-7 0 16,2-6 0-16,15 1-285 0,-2-4-2528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11:00.31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13618 795 5098 0,'0'0'2189'0,"0"0"-1749"0,-37-18-52 15,12 17-311-15,2 1-77 0,-1 5 0 16,1 6 0-16,4 3 0 0,-1 1 0 16,-3 8 0-16,-2 2 0 15,4 2 0-15,5 0 0 0,6 1 0 16,3-6 0-16,11-1 0 0,9-2 0 15,12 1 0-15,8 0 0 0,4 1 0 16,8-1 0-16,3 0 0 16,0 0 0-16,-7 2 0 0,-8 0 0 15,-6-1 0-15,-7-1-25 0,-9-1-27 16,-7-1 24-16,-4-1 28 0,-15 0 52 16,-7 2 1-16,-13-1-53 0,-5 1 0 15,-5-1 0-15,-3-2 0 0,1-3 0 16,5-3 0-16,9-3 0 0,4-5 0 15,13-2 0-15,10-2-81 0,6-6-683 16,16-5 20-16,15-5-97 16,-4 1-680-16,14-4 5 0</inkml:trace>
  <inkml:trace contextRef="#ctx0" brushRef="#br0" timeOffset="417.12">13829 1194 3645 0,'-14'41'2926'0,"1"-7"-2506"16,3 7-264-16,4-5 396 16,1-6-412-16,5-9-88 0,11-5-52 15,3-5-12-15,3-6 8 0,4-5 4 16,-1-6-80-16,-1-7 68 0,6-9 4 16,-5-5-80-16,3-4 32 0,-9 0 28 15,1 1-8-15,-9-1 36 0,0 8 52 16,-6 6-40-16,0 7 124 0,0 7 140 15,0 2-127-15,0 1-149 0,0 3 0 16,0 8 0-16,-2 8 0 16,2 13 0-16,0 14 0 0,2 1 0 15,7 2 0-15,-3-1 0 0,6-3 0 16,-1 4 0-16,-7 2 0 0,0 3 0 16,-12 3 0-16,-9 2 0 15,-6 0 0-15,-8-2 0 0,-10-4 0 16,4-4 0-16,-9-13 0 0,3-9 0 15,-1-13 0-15,3-12 0 0,0-9 0 16,10-14 0-16,0-17 0 16,4-15 0-16,6-11 0 0,9-5 0 15,8 1 0-15,10 7 0 0,21 6 0 16,8 7 0-16,-4 14-285 0,0 4-3204 0</inkml:trace>
  <inkml:trace contextRef="#ctx0" brushRef="#br0" timeOffset="883.44">14426 1178 3637 0,'0'0'1309'0,"0"0"-1109"0,0 0 508 16,0 0-3-16,0 0-201 0,-51-31 324 16,20 33-527-16,-2 2-301 0,2 3 0 15,0-1 0-15,6 0 0 0,4 0 0 16,9 0 0-16,1 2 0 0,11 4 0 15,0 5 0-15,5 4 0 0,5 2 0 16,2 0 0-16,9 1 0 16,6-3 0-16,10-5 0 0,4-2 0 15,5-6 0-15,-3-1 0 0,-5 0 0 16,-12 1 0-16,-5 1 0 0,-11 1 0 16,-5 1 0-16,-5 1 0 15,-11 1 0-15,1-1 0 0,-7-1 0 16,-1 0 0-16,-9-2 0 0,0-1 0 15,0-5 0-15,2-4 0 0,5-7 0 16,-3-8 0-16,13-14-1101 16,-1 4-236-16,7-12-388 0</inkml:trace>
  <inkml:trace contextRef="#ctx0" brushRef="#br0" timeOffset="1066.43">14726 660 3521 0,'0'0'1281'16,"0"0"-1057"-16,0 0 172 0,-14 40 949 15,-7-1-601-15,0 12-268 0,1 6-271 16,1 4-205-16,5 4 0 16,3 4 0-16,5 2 0 0,2 0 0 15,4-4 0-15,0-6 0 0,4-8 0 16,2-10 0-16,0-7 0 0,-1-7 0 16,-1-13-421-16,-2-6-1300 0,-2-10-724 15</inkml:trace>
  <inkml:trace contextRef="#ctx0" brushRef="#br0" timeOffset="1199.74">14486 1192 6550 0,'0'0'517'0,"0"0"-113"0,48-24 288 16,-27 17-663-16,3 2-29 0,-1 4 0 16,2 1 0-16,2 0 0 0,4 3 0 15,-4-1-285-15,-7 0-707 0,-3 1-2550 0</inkml:trace>
  <inkml:trace contextRef="#ctx0" brushRef="#br0" timeOffset="1466.68">14858 1356 6018 0,'0'0'909'0,"44"-21"-25"0,-23 1-503 16,-1-4-381-16,-5 0 0 15,-9-1 0-15,-2 2 0 0,-4 1 0 16,-8-1 0-16,-5 1 0 0,3 4 0 15,-4 5 0-15,1 7 0 16,3 8 0-16,-5 12 0 0,3 8 0 16,-7 10 0-16,3 8 0 0,-1 4 0 15,7 0 0-15,6-4 0 0,8-4 0 16,6-6-61-16,11-10-291 0,6-10-160 16,6-6 412-16,8-8 96 0,-4-10-36 15,3-6-428-15,-7-6-193 0,-6-3-643 16,-11 7 291-16,-1 0-343 0</inkml:trace>
  <inkml:trace contextRef="#ctx0" brushRef="#br0" timeOffset="1817.2">15127 1257 3537 0,'0'0'1117'16,"0"0"-185"-16,-16 42-400 0,9-13-148 15,-1-3-71-15,2-2-173 0,4-5 80 16,0-5 104-16,2-5-280 0,0-6-20 16,4-3 8-16,2 0-16 15,5-9 8-15,3-8 164 0,3-6-128 16,-1-4 12-16,-1 1-32 0,-5 2-28 15,0 5-12-15,-4 5 0 0,-1 5 4 16,-5 6-4-16,0 3 4 0,0 4-4 16,0 10 0-16,0 5-20 15,-5 6 28-15,5-1-8 0,0-3 0 16,9-4-4-16,-7-2 4 0,4-4 0 16,-4-3-12-16,0-3 12 0,-2-3 0 15,0-2-24-15,6 0 24 0,-6-4 72 16,9-8 81-16,1-6-153 0,0-2 0 15,1-2 0-15,1 4 0 0,4 3 0 16,-1 5 0-16,1 4 0 16,1 6 0-16,2 7 0 0,-3 6 0 15,-1 5 0-15,-3 3 0 0,-2 1 0 16,1-1 0-16,-5-1 0 0,4-5 0 16,1-3 0-16,-1-5 0 15,0-2-1085-15,-4-5-3033 0</inkml:trace>
  <inkml:trace contextRef="#ctx0" brushRef="#br0" timeOffset="2350.75">16031 666 6687 0,'0'0'148'0,"-44"44"96"15,19-5 96-15,5 8 124 0,9 6-155 16,5 1-309-16,6-2 0 0,6 3 0 16,3-1 0-16,1 3 0 0,-4 1 0 15,-2-2 0-15,-4-3 0 0,0-9 0 16,2-9 0-16,-2-13 0 0,4-9 0 15,1-8 0-15,3-6 0 0,2-14 0 16,15-16 0-16,2-13 0 16,0-9 0-16,-2 2 0 0,-9 13 0 15,1 11 0-15,-9 13 0 0,-6 9 0 16,-2 5 0-16,0 6 0 0,0 8 0 16,0 11 0-16,0 10 0 15,-2 2 0-15,2-1 0 0,0-9 0 16,2-7 0-16,8-7 0 0,1-3 0 15,5-6-989-15,3-1-1664 0,-3-6-1077 16</inkml:trace>
  <inkml:trace contextRef="#ctx0" brushRef="#br0" timeOffset="2650.75">16376 1105 2905 0,'0'0'3966'15,"-42"-14"-3378"-15,22 17-124 0,-1 9-195 16,0 8-269-16,5 5 0 0,-1 4 0 15,1 4 0-15,1 0 0 0,11-3 0 16,4-4 0-16,0-5 0 16,15-6 0-16,1-5 0 0,5-5 0 15,6-6 0-15,-2-6 0 0,-3-5 0 16,-3-3-53-16,-3-1-119 0,-5 2 80 16,-5-1 48-16,0 2 28 15,-2 2 16-15,-4 4 88 0,0 4-56 16,4 2 68-16,-4 1 57 0,0 5-157 15,2 10 0-15,-2 9 0 16,7 3 0-16,-3 2 0 0,4-3 0 16,0-5 0-16,1-3 0 0,3-1-485 15,2-4-407-15,1-5-193 0,-3-3-1832 0</inkml:trace>
  <inkml:trace contextRef="#ctx0" brushRef="#br0" timeOffset="2966.56">16729 1085 7463 0,'0'0'729'0,"0"0"-729"0,-37-7 0 15,16 11 0-15,-6 2 0 0,3 2 0 16,-3-1 0-16,0 1 0 0,4 1 0 16,5-1 0-16,5 2 0 15,5 0 0-15,8 2 0 0,8 2 0 16,5 0 0-16,13 0 0 0,3 1 0 15,4-1 0-15,5 3 0 0,-3-1 0 16,-2 2 0-16,2-1 0 16,-8 1 0-16,-11-1 0 0,-1 0 0 15,-13 2 0-15,-2-1 0 0,-12 3 0 16,-3-1 0-16,-8-2 0 0,-6 1 0 16,-4-4 0-16,-4-3 0 0,-4-2 0 15,-1-4 0-15,9-5 0 0,6-2-109 16,9-5-1624-16,5-5-1148 0</inkml:trace>
  <inkml:trace contextRef="#ctx0" brushRef="#br0" timeOffset="4366.79">17726 1130 6462 0,'0'0'757'0,"0"0"-397"0,0 0 253 16,0 0-613-16,0 0 0 0,0 45 0 16,-5-1 0-16,5 11 0 0,0 2 0 15,0-7 0-15,5-8 0 0,1-16 0 16,-2-2 0-16,-2-9 0 0,2-7 0 15,-4-3 0-15,2-5 0 0,0-2 0 16,0-9 0-16,7-15 0 16,3-19 0-16,2-11 0 0,3-5 0 15,0 5 0-15,3 11 0 0,-5 10 0 16,-3 14 0-16,-6 11 0 0,-4 9 0 16,0 5 0-16,5 12 0 15,-3 11 0-15,2 10 0 0,-2 4 0 16,-4 1 0-16,6-6 0 0,3-1 0 15,1-8 0-15,6-7 0 0,5-6 0 16,2-5-89-16,2-6-1904 16,-3-4-200-16</inkml:trace>
  <inkml:trace contextRef="#ctx0" brushRef="#br0" timeOffset="4667.42">18246 1225 6530 0,'0'0'821'0,"0"0"20"16,-41-41-841-16,25 36 0 0,-1 4 0 15,-2 2 0-15,3 5 0 0,-1 1 0 16,3 4 0-16,4 2 0 16,3 1 0-16,-3 5 0 0,6 1 0 15,2-2 0-15,2-2 0 0,0-2 0 16,10-5 0-16,3-5 0 0,3-4 0 16,5-5 0-16,-1-6 0 15,5-4 0-15,-4 0 0 0,-5 2 0 16,-5 4 0-16,-1 5 0 0,-6 4 0 15,-2 3 0-15,-2 7 0 0,0 7 0 16,0 3 0-16,-2 3 0 16,-2-1 0-16,0-4 0 0,4-2 0 15,0-5 0-15,0-4 0 0,6-2-53 16,-2-1-1235-16,5-1-189 0,1-1-2861 0</inkml:trace>
  <inkml:trace contextRef="#ctx0" brushRef="#br0" timeOffset="4900.51">18433 597 6859 0,'0'0'572'0,"0"0"-136"0,0 0-111 16,0 0-325-16,0 0 0 15,0 0 0-15,0 0 0 0,-9 64 0 16,7 6 0-16,-4 27 0 0,4 13 0 15,-2 1 0-15,0-7 0 16,2-15 0-16,2-10 0 0,0-12 0 16,0-12 0-16,2-11 0 0,2-13 0 15,0-13-1029-15,-4-8-696 0</inkml:trace>
  <inkml:trace contextRef="#ctx0" brushRef="#br0" timeOffset="5033.45">18259 1159 7123 0,'0'0'216'0,"0"0"300"0,45-35-179 16,-24 21-337-16,2 0 0 16,2 1 0-16,-1-1 0 0,1 3 0 15,-4 1 0-15,4 3 0 0,-5 3-369 16,-3 1-2076-16,-1 0-857 0</inkml:trace>
  <inkml:trace contextRef="#ctx0" brushRef="#br0" timeOffset="5283.57">18583 1162 6138 0,'-6'36'1057'0,"2"-11"-661"0,4 1 205 15,4-6-601-15,0-7 0 0,5-3 0 16,1-3 0-16,4-5 0 0,1-1 0 16,-3-1 0-16,3-7 0 0,-5-4 0 15,3-4 0-15,-3-5 0 0,0-3 0 16,1-1 0-16,-5-1 0 0,2-2 0 15,-6 0 0-15,2-1 0 0,-2-1 0 16,0 1 0-16,0 2 0 16,7 4 0-16,-3 4 0 0,4 6 0 15,-4 5 0-15,1 3-137 0,-3 4-827 16,-4 0-1409-16,10 0-333 0</inkml:trace>
  <inkml:trace contextRef="#ctx0" brushRef="#br0" timeOffset="5683.92">19026 1265 4402 0,'0'0'736'0,"0"0"-60"0,0 0 161 16,31-41-477-16,-27 18-88 0,-4-5 136 16,0-5-196-16,-4-3 4 0,4 5-143 15,-2 7-73-15,0 9 0 0,0 7 0 16,-9 5 0-16,1 5 0 0,-11 10 0 15,-1 6 0-15,-3 10 0 0,4 0 0 16,7 3 0-16,-3 0 0 16,11-3 0-16,4 1 0 0,2-2 0 15,2-2 0-15,4-6 0 0,4-4 0 16,5-5 0-16,-3-7 0 0,3-3 0 16,-5-7 0-16,7-6 0 15,-3-4 0-15,-2-5 0 0,1-2 0 16,-5 1 0-16,2 1 0 0,-3 5 0 15,-3 6 0-15,-4 7 0 0,0 4 0 16,0 8 0-16,0 6 0 16,0 6 0-16,4 4 0 0,0-2 0 15,2-3 0-15,-2-6 0 0,3-1 0 16,-3-5 0-16,2-1-333 0,0-4-1092 16,0 1-135-16,3-3-697 0</inkml:trace>
  <inkml:trace contextRef="#ctx0" brushRef="#br0" timeOffset="5866.49">19255 737 7043 0,'0'0'1024'15,"0"-37"-899"-15,2 31-125 0,-2 6 0 16,0 7 0-16,0 9 0 0,-2 16 0 16,-2 20 0-16,-2 11 0 15,-2 10 0-15,1 2 0 0,1-4 0 16,6-1 0-16,0-4 0 0,0-8 0 15,13-8 0-15,1-10 0 0,-4-13-701 16,7-9-1852-16</inkml:trace>
  <inkml:trace contextRef="#ctx0" brushRef="#br0" timeOffset="6383.68">20231 720 5910 0,'-25'-40'36'0,"0"13"120"0,-4-5 441 16,0 9-289-16,-4 2-108 0,6 8 0 15,3 8-116-15,3 5-16 0,7 8 48 16,-1 4-108-16,1 5 8 16,-1 4 0-16,5 5-4 0,-1 3-8 15,7 4-4-15,2 1 8 0,2 4-8 16,13 7 16-16,1 7 8 0,7 5-16 16,-1 6 68-16,1 3 64 15,0 1 49-15,2 0-189 0,-5 0 0 16,1-1 0-16,-3-7 0 0,-7-5 0 15,-3-7 0-15,0-11 0 0,-4-6 0 16,-2-9 0-16,0-8-1289 16,0-7-472-16,-4-6-292 0</inkml:trace>
  <inkml:trace contextRef="#ctx0" brushRef="#br0" timeOffset="6516.68">19929 1309 5722 0,'0'0'1025'0,"0"0"-189"16,0 0-468-16,29-39-127 0,-6 31-241 15,8 1 0-15,2 1 0 0,-2 2 0 16,8 2 0-16,0 0 0 16,-3-1 0-16,-3 3-657 0,-11 0-580 15,-3 0-2644-15</inkml:trace>
  <inkml:trace contextRef="#ctx0" brushRef="#br0" timeOffset="6716.73">20301 1435 5230 0,'0'0'1244'0,"0"0"-767"15,-6 42 47-15,6-39 56 0,-4-2-443 16,4 0-137-16,0-1 0 16,0-1 0-16,0-9 0 0,-2-12 0 15,2-4 0-15,0-8 0 0,6-1 0 16,6 5 0-16,3-1 0 0,1 4 0 16,5 3 0-16,0 2 0 0,-1 3 0 15,-5 3 0-15,-3 7 0 0,-3 4-1149 16,-5 3-76-16,-4 2-167 0,0 3-1298 0</inkml:trace>
  <inkml:trace contextRef="#ctx0" brushRef="#br0" timeOffset="6985.32">20376 1308 3341 0,'0'0'2009'0,"0"0"-1305"0,51 38-35 16,-26-34 275-16,4-3-528 0,2-1-307 16,0-5-109-16,4-3 0 15,-6-5 0-15,-4-4 0 0,-9-1 0 16,-1-1 0-16,-9-3 0 0,-2 1 0 15,-4-1 0-15,-4 1 0 0,-2 2 0 16,-9 5 0-16,-1 6 0 0,-5 6 0 16,-1 6 0-16,-3 9 0 15,0 9 0-15,-2 6 0 0,6 5 0 16,3 5 0-16,3 1 0 0,7-2 0 16,8-2 0-16,4-3 0 0,17-7 0 15,2-3 0-15,8-8 0 0,8-9-473 16,4-5 141-16,5-7 300 0,-1-9-336 15,-3-7-509-15,-11 4-419 0,-2-6-3086 16</inkml:trace>
  <inkml:trace contextRef="#ctx0" brushRef="#br0" timeOffset="7316.78">20977 1091 3857 0,'0'0'1425'0,"0"0"-461"16,0 0 157-16,0 0-461 15,-37-17-495-15,18 28-165 0,-3 6 0 16,-3 5 0-16,-2 3 0 0,0 3 0 15,2 4 0-15,0 2 0 0,5 3 0 16,3-1 0-16,9-6 0 0,4-1 0 16,8-7 0-16,6-7 0 15,9-7 0-15,2-7 0 0,8-5 0 16,-1-10 0-16,3-4 0 0,5-3 0 16,-7-2 0-16,-5 1 0 0,-7 2 0 15,-3 6 0-15,-7 7 0 0,-7 5 0 16,0 2 0-16,0 1 0 0,-5 12 0 15,-11 15 0-15,-1 7 0 0,-7 10 0 16,-5 4 0-16,-2 0 0 16,0 6 0-16,0 3 0 0,4 0 0 15,6-2 0-15,9-7 0 0,7-9 0 16,10-14 0-16,11-9 0 0,7-13 0 16,12-8-665-16,4-13-476 15,-8-2-259-15,0-6-3314 0</inkml:trace>
  <inkml:trace contextRef="#ctx0" brushRef="#br0" timeOffset="7433.42">21200 1496 8192 0,'0'0'0'0,"0"0"0"16,0 0 0-16,-37 14 0 0,27-12 0 16,6-2 0-16,2 0 0 0,-2-2-2174 15,4-7-3308-15</inkml:trace>
  <inkml:trace contextRef="#ctx0" brushRef="#br0" timeOffset="8200.02">22519 987 6310 0,'0'0'709'0,"0"0"-93"0,0 0-59 15,0 0-557-15,0 0 0 0,-60 51 0 16,33-2 0-16,1 6 0 0,5-1 0 16,11-9 0-16,1-3 0 0,9-4 0 15,0-6 0-15,6-5 0 0,7-9 0 16,1-7 0-16,7-10 0 0,4-4 0 15,2-12 0-15,4-2 0 0,2-6 0 16,-8 1 0-16,3-3 0 16,-9 2 0-16,2 1 0 0,-9 7 0 15,-4 8 0-15,-5 7 0 0,-6 10 0 16,-3 9 0-16,0 6 0 0,2 4 0 16,4-4 0-16,2 0 0 15,6-4 0-15,5-4 0 0,3-6 0 16,5-4 0-16,4-7 0 0,2-4 0 15,-5-8 0-15,3-7 0 16,-4-2 0-16,-1-4 0 0,-3-4 0 16,-3-1 0-16,-3-4 0 0,-5-2 0 15,0-2 0-15,-4-1 0 0,-2-3 0 16,0 2 0-16,-2 5 0 0,-4 8 0 16,2 12 0-16,-2 7 0 0,4 7 0 15,-7 2 0-15,3 10-325 0,0-1-2556 16,-2 15-285-16</inkml:trace>
  <inkml:trace contextRef="#ctx0" brushRef="#br0" timeOffset="8516.61">23069 1378 6739 0,'0'0'860'0,"0"0"-292"0,-39-28-543 15,26 25-25-15,-1 4 0 0,-5 7 0 16,-1 7 0-16,-1 6 0 16,0 8 0-16,3 5 0 0,5 1 0 15,9 2 0-15,6-3 0 0,13-5 0 16,10-5 0-16,3-10 0 0,10-8 0 16,1-6 0-16,4-13 0 0,-1-6 0 15,-5-9 0-15,-4-2 0 0,-12-4 0 16,-7 1 0-16,-8 0 0 0,-8-1 0 15,-8 2 0-15,-9 2 0 0,-8 2 0 16,-4 3 0-16,-2 0 0 16,2 3 0-16,9 7-1113 0,7 2-656 0</inkml:trace>
  <inkml:trace contextRef="#ctx0" brushRef="#br0" timeOffset="9000.53">23768 1494 7263 0,'0'0'452'0,"0"0"-172"0,0 0-83 0,43 45-197 16,-18-14 0-16,0 4 0 0,-7 4 0 15,-7-3 0-15,-11 2 0 0,0 1 0 16,-11 0 0-16,-9 0 0 0,-7-4 0 15,-4-1 0-15,-2-4 0 0,0-6 0 16,-2-8 0-16,6-10 0 16,6-6-2482-16,10-11-1956 0</inkml:trace>
  <inkml:trace contextRef="#ctx0" brushRef="#br0" timeOffset="11433.57">24659 1198 4494 0,'0'0'272'0,"0"0"-252"0,0 0 28 16,0-34 20-16,0 30-64 0,0 0 104 16,2 1 524-16,-2-3-4 15,0 0 9-15,0-2 295 0,-4-2-583 16,-7-1-349-16,-7 1 0 0,-9 9 0 15,-4 3 0-15,0 13 0 0,2 9 0 16,6 7 0-16,5 4 0 0,1 5 0 16,13 1 0-16,4 1 0 15,4-2 0-15,6-3 0 0,9-9 0 16,4-8 0-16,8-10 0 0,4-11 0 16,6-16-541-16,-8-1-407 0,0-11-2046 0</inkml:trace>
  <inkml:trace contextRef="#ctx0" brushRef="#br0" timeOffset="11616.97">24700 771 7039 0,'0'0'536'0,"-17"48"-412"0,7-14 76 16,2 7 28-16,2 5-188 15,2 4-15-15,1 2-25 0,3 1 0 16,7-2 0-16,5-3 0 0,5-3 0 15,-1-4 0-15,9-7 0 0,-2-7-549 16,-5-9-383-16,1-10-2294 0</inkml:trace>
  <inkml:trace contextRef="#ctx0" brushRef="#br0" timeOffset="12366.51">24936 1040 6999 0,'0'0'844'0,"0"0"-495"0,-44-5-349 15,30 24 0-15,-1 8 0 0,3 7 0 16,-3 3 0-16,5 2 0 16,4 1 0-16,2-2 0 0,4-5 0 15,4-4 0-15,6-7 0 0,3-6 0 16,5-9 0-16,-1-6 0 0,1-6 0 16,-1-8 0-16,-1-7 0 15,1-3 0-15,-7-4 0 0,5 0 0 16,-5-2 0-16,-2 3 0 0,-1 3 0 15,-1 5 0-15,-2 5 0 0,-2 7 0 16,-2 4 0-16,2 2 0 0,-2 0 0 16,2 0 0-16,0 0 0 15,2 1 0-15,3 5 0 0,-1 3 0 16,0 6 0-16,0 3 0 0,-4 7-157 16,0 1-75-16,0 3 128 0,-2-4-84 15,2-5-304-15,1-5 172 0,1-5-165 16,2-2 121-16,4-2 216 0,5-5 108 15,3-1 4-15,-1-7 36 0,1-5 20 16,-1 0-8-16,-5 2 8 16,-1 4 4-16,-7 2-20 0,-2 4 48 15,0 0 352-15,-2 8-200 0,0 9-3 16,-6 11 23-16,-3 4-160 0,1-1-4 16,2-9 60-16,4-10-24 15,2-7 108-15,0-2 128 0,4-2-156 16,0 0 52-16,2-1-107 0,5-7-121 15,3-8 0-15,-3-5 0 0,7-5 0 16,-5-5 0-16,1 0 0 16,3-3 0-16,-1 1 0 0,1 5 0 15,-5 7 0-15,-6 8 0 0,-2 6 0 16,-2 5 0-16,-2 1 0 0,2 3 0 16,1 8 0-16,-3 3 0 0,2 3 0 15,-2 2 0-15,-2-1 0 0,-3 1 0 16,-1-2 0-16,0 2 0 0,0 0 0 15,2-5 0-15,4-5 0 0,0-3 0 16,8-4 0-16,4-6 0 16,7-7 0-16,8-6 0 0,-2-5 0 15,-3 0 0-15,1 0 0 0,-6 5 0 16,-5 4 0-16,-4 5 0 0,-6 6 0 16,0 3 0-16,1 13 0 15,-3 11 0-15,2 9 0 0,-2 4 0 16,0-1 0-16,4-11 0 0,4-5 0 15,2-8 0-15,3-10 0 0,-3-3-2174 16,0-6-1367-16</inkml:trace>
  <inkml:trace contextRef="#ctx0" brushRef="#br0" timeOffset="12768.68">25638 1262 4057 0,'0'0'1993'0,"7"58"-816"0,-5-23-637 0,0-1-152 0,-2 0-351 16,0-6-37-16,2-4 0 16,2-8 0-16,-4-5 0 0,2-4-365 15,-2-4-1928-15,-2-3-1213 0</inkml:trace>
  <inkml:trace contextRef="#ctx0" brushRef="#br0" timeOffset="12917.53">25750 908 7739 0,'0'0'28'0,"0"0"-28"0,-43 27 0 15,30-11-28-15,3 3 28 0,8 3-484 16,0-1-513-16,2-4-379 0,2-2-3446 0</inkml:trace>
  <inkml:trace contextRef="#ctx0" brushRef="#br0" timeOffset="13133.87">25779 1555 6639 0,'0'0'1036'16,"0"0"-519"-16,0 0-517 0,0 0 0 15,0 0 0-15,0 0 0 0,-2-51 0 16,14 6 0-16,7-6 0 0,4 2 0 16,-3 10 0-16,-1 10 0 15,-2 11 0-15,-7 10 0 0,0 7 0 16,-4 8 0-16,-4 14 0 0,-2 10 0 15,-4 12 0-15,-4 3 0 0,0-1-229 16,4-3-255-16,4-8-244 16,2-3-153-16,4-11-255 0,4-5-1918 0</inkml:trace>
  <inkml:trace contextRef="#ctx0" brushRef="#br0" timeOffset="13533.77">26104 1346 6775 0,'0'0'940'0,"-44"-15"-652"0,19 18-99 16,1 10-189-16,1 7 0 16,0 5 0-16,4 4 0 0,3-2 0 15,8-1 0-15,8-6 0 0,6-2 0 16,8-7 0-16,7-3 0 0,4-5 0 16,0-3-81-16,2-6-15 15,-5-3 12-15,-1-4-112 0,-2-1 28 16,-5 2 156-16,-4-1-12 0,-3 5 44 15,-3 4-20-15,-4 1 12 0,2 3 4 16,0 4-16-16,-2 9 84 0,0 16-80 16,0 11 76-16,-8 9 140 15,-3 4-140-15,1-2 28 0,-3 0-71 16,1 1-37-16,0 3 0 0,-7-2 0 16,-6 2 0-16,-2-2 0 0,-6-6 0 15,-2-2 0-15,2-8 0 0,-4-7 0 16,0-8 0-16,2-9 0 0,4-8 0 15,6-8 0-15,10-14 0 0,9-15 0 16,6-12 0-16,10-12 0 16,11-6 0-16,10 1 0 0,10 4 0 15,11 5 0-15,4 4 0 0,4 2-125 16,-17 12-1323-16,-1-3-1202 0</inkml:trace>
  <inkml:trace contextRef="#ctx0" brushRef="#br0" timeOffset="14600.76">25510 1378 1752 0,'0'0'2549'16,"0"0"-784"-16,-29 55-984 0,19-27-161 15,-2 7 105-15,3 6-725 0,1 3 0 16,4 2 0-16,2 0 0 0,2-2 0 16,0-3 0-16,0-5 0 15,0-9 0-15,2-7 0 0,0-9-197 16,0-6-499-16,-2-5-1009 0,2 0 156 15,0-15-408-15</inkml:trace>
  <inkml:trace contextRef="#ctx0" brushRef="#br0" timeOffset="14834.77">25417 1383 5514 0,'0'-36'784'0,"13"4"193"16,5-3-497-16,5 4-43 0,2 8-437 15,2 6 0-15,0 7 0 0,-3 9 0 16,-5 1 0-16,-5 9 0 16,-3 5 0-16,-9 4 0 0,-2 5 0 15,-10 3 0-15,-3 2 0 0,-3 0 0 16,-5-1 0-16,0-1 0 0,-4-2 0 16,3-3 0-16,1-5 0 15,2-5 0-15,9-6 0 0,2-2 0 16,4-3-797-16,4-6-2289 0</inkml:trace>
  <inkml:trace contextRef="#ctx0" brushRef="#br0" timeOffset="15350.7">26808 1544 5358 0,'0'0'532'0,"-20"42"-248"0,14-25 32 15,4-6-119-15,2-6-61 0,-3-3-16 16,3 0-112-16,0-1 4 16,3-1 36-16,1-5-28 0,2-9 96 15,2-10 44-15,2-5-140 0,-1-6 20 16,3-3-16-16,-2-1-12 0,9-4-12 16,0 1 0-16,6 4 28 15,-1 8-28-15,1 7 0 0,0 8-28 16,-2 9-388-16,-3 6-685 0,-3 0-115 15,-3 6-269-15</inkml:trace>
  <inkml:trace contextRef="#ctx0" brushRef="#br0" timeOffset="15666.94">27201 1471 5590 0,'0'0'1089'0,"-45"-5"-485"0,18 0-204 16,2 1-356-16,0 3 32 0,3 1 52 15,1 6-104-15,2 1 24 0,7 3-36 16,4 0-12-16,3 3 0 16,3-1-4-16,2 1-16 0,2-1 20 15,5-1-8-15,3-3-16 0,2-2 24 16,5 0 0-16,4-3-8 0,-3-3 8 16,3-2 12-16,-3 0 4 15,-1-2-12-15,0 2 4 0,-7 0-4 16,-2 1-4-16,-2 1 0 0,1 0 8 15,-3 3-8-15,0 8 0 0,0 8 0 16,0 5 0-16,-2 4 0 16,2-3 0-16,3-3 0 0,1-5-104 15,4-7-260-15,3-7-260 0,-1-11-1113 16,-1-2 24-16,-1-11-1212 0</inkml:trace>
  <inkml:trace contextRef="#ctx0" brushRef="#br0" timeOffset="15849.71">27540 919 7927 0,'0'0'265'0,"0"0"-265"15,0 0 0-15,0 0 0 0,-12 43 0 16,-1 2 0-16,1 12 0 0,-2 9 0 16,-1 1 0-16,3 1 0 15,1 2 0-15,-1-3 0 0,2-6 0 16,1-5 0-16,-1-12 0 0,4-5 0 15,0-12-29-15,-1-9-2360 0,5-9-196 16</inkml:trace>
  <inkml:trace contextRef="#ctx0" brushRef="#br0" timeOffset="16001.07">27381 1439 7319 0,'0'0'636'0,"0"0"-399"0,37-8-237 16,-16 6 0-16,2 1 0 0,-1-2 0 15,1-1 0-15,0-3 0 0,0 0-341 16,1-1-607-16,1 0-101 16,-6 3-876-16,-3 1-496 0</inkml:trace>
  <inkml:trace contextRef="#ctx0" brushRef="#br0" timeOffset="16133.9">27720 1365 3985 0,'0'0'2029'0,"0"0"-1501"15,0 0-259-15,0 0 299 0,-16 48-152 16,-5-15-120-16,0 4-195 0,1-2-101 15,3-7 0-15,7-3 0 0,-1-3 0 16,5-6 0-16,2-6-273 0,4-4-655 16,0-4-361-16,0-2-2597 0</inkml:trace>
  <inkml:trace contextRef="#ctx0" brushRef="#br0" timeOffset="16266.84">27834 1067 6234 0,'0'0'501'0,"0"0"-457"0,0 0-44 16,0 0-513-16,-35 48-243 16,22-15-617-16,7-7 361 0,4-4-753 0</inkml:trace>
  <inkml:trace contextRef="#ctx0" brushRef="#br0" timeOffset="16533.89">27972 1430 5214 0,'0'0'2457'0,"0"0"-1936"16,0 0-521-16,-37-19 0 0,14 16 0 16,-1 6 0-16,-1 13 0 15,-2 10 0-15,0 6 0 0,4 4 0 16,7 2 0-16,9-1 0 0,10-6 0 16,9-5 0-16,9-7 0 0,8-10 0 15,6-7 0-15,0-7 0 0,2-13 0 16,-6-5 0-16,-2-8 0 0,-10-1 0 15,-5 0 0-15,-8 0 0 0,-6 0 0 16,-2-3 0-16,-6-2 0 16,-4 0 0-16,1 5-81 0,-1 7-311 15,-1 11-420-15,1 10 179 0,4 4-31 16,-1 2-1397-16</inkml:trace>
  <inkml:trace contextRef="#ctx0" brushRef="#br0" timeOffset="17983.75">28739 938 3601 0,'0'0'845'0,"0"0"-245"0,0 0 528 15,-31 36-667-15,21-18-109 0,4 2 160 16,6 5-308-16,0-2-56 0,10 3 56 16,4-1-148-16,9-2-8 0,6-4-15 15,4-4-33-15,9-6 0 0,-1-5 0 16,0-4 0-16,1-5 0 0,-11-6 0 15,-5-1 0-15,-5 0 0 0,-11-3 0 16,-1-3 0-16,-5 1 0 16,-4-2 0-16,-8 0 0 0,-7 4 0 15,-8 0 0-15,-6 5 0 0,-4 4 0 16,-4 5 0-16,-2 2 0 0,0 5 0 16,1 7 0-16,3 1 0 15,4 4 0-15,6 5 0 0,7 1 0 16,7 1 0-16,9 0 0 0,4 4 0 15,11-1 0-15,8 5 0 0,1 0 0 16,7 1 0-16,0 2 0 16,2 4 0-16,0 0 0 0,-2 1 0 15,0-1 0-15,-4-2 0 0,-9-2 0 16,-7-2 0-16,-9-4 0 0,-11-3 0 16,-11-2 0-16,-11-4 0 0,-13-7 0 15,-4-4 0-15,-5-5 0 0,-3-4 0 16,2-1 0-16,0-4 0 0,4-7 0 15,15 0-1105-15,2-5-1945 0</inkml:trace>
  <inkml:trace contextRef="#ctx0" brushRef="#br1" timeOffset="25916.97">5598 5895 1948 0,'0'0'2870'0,"0"0"-1790"16,4-50 209-16,-10 33-565 0,-5 3-443 15,-5 0-281-15,-5 3 0 0,-4 3 0 16,-2 8 0-16,-4 4 0 16,-4 13 0-16,2 12 0 0,-4 11 0 15,-4 11 0-15,6 11 0 0,1 4 0 16,8 7 0-16,5 3 0 15,4 6 0-15,7 3 0 0,10-8 0 16,10-3 0-16,11-12 0 0,6-12 0 16,10-7 0-16,9-13 0 0,7-10 0 15,5-9 0-15,2-9 0 0,-2-7 0 16,-17-1-925-16,-5-7-468 0</inkml:trace>
  <inkml:trace contextRef="#ctx0" brushRef="#br1" timeOffset="26268.96">5809 6350 6959 0,'0'0'472'0,"-33"-34"289"0,16 21-761 15,-2 8 0-15,3 5 0 0,-1 11 0 16,-7 14 0-16,1 8 0 15,2 10 0-15,0 3 0 0,9-2 0 16,8-2 0-16,4-6 0 0,0-5 0 16,10-11 0-16,5-3 0 0,7-10 0 15,5-7 0-15,4-7 0 0,4-11 0 16,-1-4 0-16,-3-6 0 0,-5 2 0 16,-5 2 0-16,-9 6 0 0,-3 8 0 15,-5 4 0-15,-4 5 0 0,0 1 0 16,0 4 0-16,0 5 0 15,0 5 0-15,0 4 0 0,2 0 0 16,4-2 0-16,2 1 0 0,3-2 0 16,5-1-905-16,-5-4-476 15,-1-1-616-15</inkml:trace>
  <inkml:trace contextRef="#ctx0" brushRef="#br1" timeOffset="26634.22">6218 6319 6042 0,'0'0'821'0,"-44"-23"175"15,13 10-663-15,7 3-333 0,5 3 0 16,9 2 0-16,1 4 0 15,7 0 0-15,-2 1 0 0,4 2 0 16,0 8 0-16,6 7 0 0,9 2 0 16,-1 1 0-16,5 0 0 0,6-1 0 15,-5-3 0-15,3 0 0 16,2 1 0-16,-4-1 0 0,-5-2 0 16,-5 1 0-16,-1-3 0 0,-10-2 0 15,-4 1 0-15,-9 2 0 0,-7 0 0 16,-11 3 0-16,-7 1 0 15,-9 0 0-15,1-2 0 0,3-4 0 16,8-3 0-16,12-5 0 0,13-6 0 16,14-11 0-16,2 2-445 0,15-13-2764 0</inkml:trace>
  <inkml:trace contextRef="#ctx0" brushRef="#br1" timeOffset="27317.15">6315 6563 5798 0,'0'0'1697'16,"0"0"-1017"-16,0 0-663 0,0 0-17 15,0 0 0-15,0 0 0 0,43-44 0 16,-22 21 0-16,2 1 0 0,-2-3 0 16,-1 1 0-16,1-2 0 0,-5 3 0 15,-1 0 0-15,-5 2 0 0,-8 3 0 16,-2 3 0-16,-6 5 0 15,-10 5 0-15,-5 5 0 0,-12 12 0 16,-2 13 0-16,-3 8 0 0,-7 10 0 16,8 5 0-16,6 0 0 0,12-3 0 15,11-3 0-15,16-8 0 16,15-8 0-16,14-9 0 0,15-9 0 16,10-8 0-16,12-8 0 0,11-14 0 15,-17 2 0-15,0-10-3030 0</inkml:trace>
  <inkml:trace contextRef="#ctx0" brushRef="#br1" timeOffset="27816.58">7080 6207 5314 0,'0'0'1861'16,"0"0"-1009"-16,0 0-687 0,29-41-165 16,-6 7 0-16,3-7 0 0,3-3 0 15,-6 2 0-15,2-2 0 0,2 0 0 16,0 3 0-16,-3 5 0 0,-1 7 0 16,-6 7 0-16,-3 10 0 0,-10 7 0 15,-4 4 0-15,0 1 0 0,0 6 0 16,0 12 0-16,-8 15 0 0,2 16 0 15,0 6 0-15,-3 6 0 16,7-4 0-16,2 2 0 16,2 0 0-16,7-3 0 0,1-7 0 0,0-5 0 15,1-7 0-15,-1-5 0 16,2-3 0-16,-7-6 0 0,1-2 0 16,-6-6-257-16,-4-5-1828 0,-3-3-36 0</inkml:trace>
  <inkml:trace contextRef="#ctx0" brushRef="#br1" timeOffset="28100.8">7111 6571 6855 0,'0'0'484'0,"0"0"369"0,0 0-853 16,66-1 0-16,-2-5 0 0,19-1 0 15,8-5 0-15,-9 2 0 0,-3 1 0 16,-11-2 0-16,-18 2 0 15,-9-8-1473-15</inkml:trace>
  <inkml:trace contextRef="#ctx0" brushRef="#br1" timeOffset="29367.13">7950 6321 7295 0,'0'0'664'0,"62"-8"-431"0,-18 8-233 0,-3 7 0 16,2 3 0-16,9 2 0 15,-4 0 0-15,9-3 0 0,5-9 0 16,-18-7 0-16,1-12-1337 0</inkml:trace>
  <inkml:trace contextRef="#ctx0" brushRef="#br1" timeOffset="30667.06">9054 6160 3885 0,'0'0'2157'0,"0"0"-764"15,-10-36-661-15,3 26-707 0,-3-1-25 16,-6 1 0-16,1 3 0 0,-8 3 0 16,-6 4 0-16,-4 2 0 0,-2 10 0 15,2 8 0-15,2 3 0 0,4 2 0 16,7-3 0-16,9-1 0 15,7-3 0-15,8-2 0 0,7-3 0 16,5 1 0-16,9-3 0 16,8-1 0-16,8-4 0 0,7 1 0 15,-1-3 0-15,-9 3 0 0,-1 1 0 16,-12 1 0-16,-9 3 0 0,-8 0 0 16,-8 4 0-16,-4 0 0 0,-6-1 0 15,-7 2 0-15,-3 0 0 0,-7 0 0 16,-4 2 0-16,-4-1 0 15,2-1 0-15,2-3 0 0,4-3 0 16,2-6 0-16,13-3 0 0,1-2 0 16,7-3 0-16,4-8 0 0,4-6 0 15,7-8-537-15,11-5-211 0,5-2-685 16,-2 5-4-16,2 0 129 0</inkml:trace>
  <inkml:trace contextRef="#ctx0" brushRef="#br1" timeOffset="30802.4">9205 6170 4430 0,'0'0'912'16,"-15"42"413"-16,-1-11-621 0,1 3-268 16,3 2-100-16,-2 0-287 0,-3-1-49 15,3-4 0-15,7-4 0 16,1-3 0-16,6-6 0 0,0-3 0 16,0-6-517-16,2-3-1428 0,2-6-440 0</inkml:trace>
  <inkml:trace contextRef="#ctx0" brushRef="#br1" timeOffset="30934.37">9306 5843 5622 0,'0'0'0'16,"0"0"-20"-16,0 0-132 0,0 0-872 16,0 45-93-16,-10-17-660 0</inkml:trace>
  <inkml:trace contextRef="#ctx0" brushRef="#br1" timeOffset="31150.6">9252 6421 5382 0,'0'0'920'16,"0"34"-255"-16,0-26 211 0,7-8-527 15,7-10-349-15,9-13 0 0,2-10 0 16,6-8 0-16,-9-1 0 0,3 4 0 16,-4 3 0-16,-9 8 0 0,-6 10 0 15,-1 9 0-15,-1 6 0 0,-4 2 0 16,0 5 0-16,-4 7 0 15,-3 9 0-15,-3 6 0 0,6 2 0 16,4-2 0-16,0-1 0 0,4-6 0 16,6-2-173-16,11-4-527 0,2-6-729 15,-3-4 209-15,1-3-193 0</inkml:trace>
  <inkml:trace contextRef="#ctx0" brushRef="#br1" timeOffset="31567.29">9709 6306 2517 0,'0'0'1664'15,"-25"-42"-83"-15,13 20-801 0,-2 5-123 16,-3 5 103-16,3 8-527 0,-1 4-233 16,-1 10 0-16,-1 6 0 0,-4 6 0 15,5 5 0-15,-1 3 0 16,3 1 0-16,3-1 0 0,11-4 0 16,7-5-21-16,11-7-375 0,5-8 36 15,2-6 12-15,2-7 40 0,-5-6 136 16,-1-3 103-16,-6-1-75 15,-1-1 44-15,-8 0 100 0,-4 2 84 16,-2 3 100-16,0 5 101 0,0 3 171 16,0 3-204-16,-2 2-24 0,-2 4 92 15,4 11-316-15,-6 17 28 0,6 9 41 16,0 7-73-16,0 0 0 0,6-3 0 16,-6 2 0-16,4 0 0 0,-2 2 0 15,-2-2 0-15,-6 2 0 16,-6 1 0-16,-9-2 0 0,-4 1 0 15,-8-1 0-15,-2-6 0 0,-6-6 0 16,3-9 0-16,5-8 0 0,2-11 0 16,7-8 0-16,7-13 0 15,7-14 0-15,10-17 0 0,10-17 0 16,7-13-157-16,12-15-419 0,8-7 80 16,10-6 59-16,7-5-495 0,-17 26 228 15,5 1-321-15</inkml:trace>
  <inkml:trace contextRef="#ctx0" brushRef="#br1" timeOffset="31766.99">9856 5917 6226 0,'-8'39'685'0,"2"5"23"16,-1 12-144-16,-3 2-555 0,-4 5-9 16,3 1 0-16,5-3 0 0,2-6 0 15,4-2 0-15,4-7 0 16,2-9 0-16,5-3 0 0,-5-10 0 15,2-11 0-15,4-10 0 0,-1-11 0 16,-1-10-1153-16,5-5 232 0,-5-3-179 16,-4 6-1105-16,0 5 20 0</inkml:trace>
  <inkml:trace contextRef="#ctx0" brushRef="#br1" timeOffset="31984.01">9916 6441 1956 0,'0'0'1757'0,"0"0"-984"16,0 0-73-16,0 0 176 0,41 20-363 15,-10-25 51-15,0-8 256 0,7-4-587 16,-1-3-233-16,-4-2 0 15,-2-2 0-15,-4-1 0 0,-9 2 0 16,-5 0 0-16,-9 4 0 0,-8-1 0 16,-13 4 0-16,-10 4 0 0,-4 8 0 15,-10 6 0-15,4 13 0 0,0 7 0 16,6 6 0-16,4 4 0 0,12 1 0 16,9 2 0-16,6 1 0 0,14-2 0 15,9-4 0-15,8-2 0 16,11-7 0-16,-1-6 0 0,2-10 0 15,-5-5-913-15,-3-7-2421 0</inkml:trace>
  <inkml:trace contextRef="#ctx0" brushRef="#br1" timeOffset="33467.5">10914 6027 4654 0,'0'0'664'16,"11"-57"360"-16,-7 31-391 0,-4 8-77 15,0 8 105-15,0 4-661 0,0 5 0 16,-4 1 0-16,-2 7 0 16,-5 15 0-16,-9 20 0 0,-1 14 0 15,-2 13 0-15,2 5 0 0,11-5 0 16,6 4 0-16,4-2 0 15,4-2 0-15,9-8 0 0,5-10 0 16,3-10 0-16,2-15 0 0,-3-9 0 16,1-10 0-16,-5-7 0 0,-1-5 0 15,-5-8 0-15,-8-6 0 0,-2-3 0 16,-10-3 0-16,-7 0 0 0,-5 2 0 16,-7 4 0-16,-4 1 0 0,6 4 0 15,2 2 0-15,8 4-273 0,11 3-851 16,2 2-225-16,4 0-572 0</inkml:trace>
  <inkml:trace contextRef="#ctx0" brushRef="#br1" timeOffset="33802.62">11276 6281 5978 0,'0'0'821'0,"0"-43"-5"16,-6 25-300-16,-4 8-455 0,-1 6-61 16,-5 4 0-16,1 4 0 0,-5 8 0 15,3 5 0-15,1 5 0 0,1 6 0 16,3 1 0-16,1 3 0 0,3 0 0 16,6 1 0-16,4-4 0 0,8-5 0 15,7-4 0-15,8-8 0 0,2-5 0 16,-1-7 0-16,5-1 0 15,-6-8 0-15,2-3 0 0,-10-1 0 16,-3-4 0-16,-8-2 0 0,-2 0 0 16,-4-3 0-16,-8 2 0 15,0 2 0-15,-7 2 0 0,1 3 0 16,-3 3 0-16,7 1-197 0,0 4-827 16,4 3 91-16,6 0-1000 0,0-1 337 0</inkml:trace>
  <inkml:trace contextRef="#ctx0" brushRef="#br1" timeOffset="34050.81">11348 6304 4766 0,'0'0'1809'15,"-20"42"-1121"-15,9-15-216 0,7 0-15 16,2 0-457-16,2-2 0 0,2-3 0 16,9-5 0-16,5-4 0 0,5-4 0 15,4-7 0-15,2-2 0 0,-1-5 0 16,-1-7 0-16,-2-4 0 15,-2-5 0-15,-7-3 0 0,-1 0 0 16,-5-3 0-16,-2 3 0 0,-6-1 0 16,0 1 0-16,-10 0 0 0,3 5 0 15,-7 3 0-15,4 6 0 16,-1 4-717-16,9 6-2124 0,-6 0-1157 0</inkml:trace>
  <inkml:trace contextRef="#ctx0" brushRef="#br1" timeOffset="34317.44">11566 6399 5346 0,'0'0'884'0,"-13"49"-51"15,9-28-285-15,4-9-252 0,0-4-11 16,0-4-285-16,0-4 0 0,4 0 0 16,9-12 0-16,1-8 0 0,3-11 0 15,3-2 0-15,-5-1 0 0,-5 2 0 16,-2 3 0-16,1 3 0 15,-3 9 0-15,-2 7 0 0,-4 6 0 16,0 4 0-16,2 1 0 0,-2 10 0 16,0 12 0-16,4 6 0 15,-4 5 0-15,4 0 0 0,9-7 0 16,-3-2 0-16,4-1 0 0,3-5 0 16,4-4 0-16,-1-7-1397 0,-7-3 112 15,5-5-180-15</inkml:trace>
  <inkml:trace contextRef="#ctx0" brushRef="#br1" timeOffset="34517.11">11991 6224 7479 0,'0'0'713'0,"0"0"-713"0,-33-21 0 16,17 21 0-16,-5 7 0 0,5 8 0 16,-5 5 0-16,0 5 0 0,7 4 0 15,8 0 0-15,1 0 0 0,5-3 0 16,11-3 0-16,-1-3 0 15,7-7 0-15,3-5 0 0,5-6 0 16,-2-3 0-16,2-8 0 0,-3-6-169 16,-1 2-1624-16,-6-2-512 0</inkml:trace>
  <inkml:trace contextRef="#ctx0" brushRef="#br1" timeOffset="34767.46">12111 6401 5890 0,'0'0'817'0,"46"1"95"16,-24-8-496-16,-1-3-259 0,-4-3-157 16,-1-3 0-16,3-4 0 0,-3-3 0 15,-1-5 0-15,-3-2 0 0,-1 0 0 16,-5-1 0-16,-6 4 0 0,-11 5 0 16,-1 7 0-16,-2 9 0 0,-9 10 0 15,-2 11 0-15,-2 13 0 0,2 8 0 16,3 7 0-16,1 3 0 15,4 0 0-15,13-2 0 0,8-1 0 16,13-4 0-16,14-7 0 0,10-3 0 16,9-7 0-16,2-8 0 15,-5-5-817-15,1-5-2317 0</inkml:trace>
  <inkml:trace contextRef="#ctx0" brushRef="#br1" timeOffset="52633.27">2024 12369 2285 0,'0'0'1972'16,"0"0"-907"-16,0 0 155 0,0 0-679 15,0 0-113-15,0 0 120 0,0 0-415 16,0 0-133-16,0-3 0 0,0 11 0 16,0 4 0-16,2 3 0 15,0 4 0-15,4 1 0 0,-6 0 0 16,2 2 0-16,2 1 0 0,-4 1 0 16,2 2 0-16,-2-1 0 0,0 1 0 15,0 0 0-15,0 1 0 0,0 1 0 16,0 0 0-16,0 4 0 0,-2-2 0 15,2 1 0-15,-2-2 0 0,0 2 0 16,2-3 0-16,0 0 0 0,0-1 0 16,2-1 0-16,2 1 0 15,0 2 0-15,1-2 0 0,-1 2 0 16,-2-1 0-16,2 1 0 0,-4 0 0 16,0 0 0-16,0 1 0 15,-4-1 0-15,2-2 0 0,2 2 0 16,0-3 0-16,0 0 0 0,0-3 0 15,0 2 0-15,0 0 0 0,-2 1 0 16,0 0 0-16,-3 1 0 16,3 0 0-16,-2 1 0 0,2-1 0 15,0-1 0-15,0 0 0 0,2-3 0 16,0 2 0-16,0-3 0 0,0 1 0 16,0-1 0-16,0 2 0 0,-4-1 0 15,4 4 0-15,-4-1 0 0,2 6 0 16,2-2 0-16,-4 4 0 0,2 0 0 15,-1 1 0-15,3-2 0 16,-2-3 0-16,2-1 0 0,0-3 0 16,0 0 0-16,2-2 0 0,-2 0 0 15,3-4 0-15,-1 1 0 0,-2 0 0 16,4 2 0-16,-4-3 0 16,0 4 0-16,0-2 0 0,0 1 0 15,0 1 0-15,0-3 0 0,0 3 0 16,0-3 0-16,0-1 0 0,0 0 0 15,0-2 0-15,0 1 0 16,0-1 0-16,0-2 0 0,0 0 0 16,0-1 0-16,0 1 0 0,0-2 0 15,0 3 0-15,0-1 0 0,0 2 0 16,-4 0 0-16,2 1 0 0,-1 0 0 16,1 1 0-16,2 0 0 0,-4-1 0 15,2 0 0-15,2 1 0 0,-2 0 0 16,2 2 0-16,-2-1 0 15,2 2 0-15,0-2 0 0,0 0 0 16,0 2 0-16,0-3 0 0,-4-2 0 16,2-2 0-16,0-3 0 0,2 0 0 15,0-1 0-15,0 1 0 16,0 0 0-16,0 3 0 0,0-1 0 16,0 4 0-16,0 0 0 0,0 0 0 15,0 0 0-15,0 1 0 0,0-1 0 16,0 0 0-16,0 1 0 0,-2-1 0 15,2-1 0-15,0 0 0 16,-4 0 0-16,4 1 0 0,-2 1 0 16,2 1 0-16,-3 4 0 0,3 1 0 15,0 0 0-15,0 6 0 0,3 0 0 16,-3 0 0-16,0 0 0 0,2-1 0 16,-2-2 0-16,0 0 0 0,0-4 0 15,0-1 0-15,-2-3 0 0,2-1 0 16,0-2 0-16,0-2 0 15,0 0 0-15,0-4 0 0,0-3 0 16,0-2 0-16,0-4 0 0,2-2 0 16,-2-1 0-16,0 0-469 0,0-7-1504 15</inkml:trace>
  <inkml:trace contextRef="#ctx0" brushRef="#br2" timeOffset="85036.58">19431 5903 2689 0,'0'0'2525'16,"-35"31"-1665"-16,16-12-203 0,-1 2 455 16,-1 5-763-16,-6 5-349 0,-2 6 0 15,-6 8 0-15,-2 7 0 0,-1 6 0 16,3 3 0-16,4 1 0 15,11-4 0-15,11-5 0 0,9-9 0 16,13-7 0-16,12-8 0 0,6-10 0 16,8-5 0-16,6-10 0 0,7-4 0 15,-2-8-125-15,-13 1-899 16,-6-2-397-16</inkml:trace>
  <inkml:trace contextRef="#ctx0" brushRef="#br2" timeOffset="85352.26">19613 6271 6038 0,'0'0'865'0,"0"0"-201"0,0 0-39 15,-42-11-625-15,22 21 0 0,-3 7 0 16,2 4 0-16,1 3 0 0,-1 1 0 16,0 3 0-16,7-2 0 0,-1 2 0 15,7-4 0-15,6-5 0 0,4-4 0 16,9-6 0-16,5-7 0 15,11-4 0-15,2-10 0 0,2-5 0 16,-2-4 0-16,-2 1 0 0,-9 4 0 16,-5 5 0-16,-7 4 0 0,-4 6 0 15,-2 1 0-15,0 3 0 16,2 6 0-16,-2 5 0 0,6 1 0 16,3 2 0-16,-3-2 0 0,2-5 0 15,2 0 0-15,3-1 0 0,-1-2 0 16,3-2 0-16,-1 1 0 15,1-1 0-15,-3 1 0 0,-6-3-1537 16,0 1-2025-16</inkml:trace>
  <inkml:trace contextRef="#ctx0" brushRef="#br2" timeOffset="85918.05">20032 6293 6458 0,'0'0'1161'0,"7"-37"-729"0,-7 19-291 15,-4 3-141-15,-9 2 0 0,-1 5 0 16,-3 3 0-16,-6 5 0 15,1 6 0-15,-1 8 0 0,-2 1 0 16,2 5 0-16,3 0 0 0,-1-1 0 16,11-2 0-16,-1-1 0 0,11-2 0 15,0-2 0-15,15 0 0 16,1-2 0-16,11-3 0 0,4-1 0 16,4-2 0-16,-2-1 0 0,-6 0 0 15,-6 1 0-15,-2 2 0 16,-11 0 0-16,-4 1 0 0,-8 4 0 0,-9 4 0 15,-11 4 0-15,-3 0 0 16,-6-1 0-16,-4 0 0 0,-3-3 0 16,7-3 0-16,4-4 0 0,11-5 0 15,7-7-145-15,13-9-707 0,13-5-1089 16,5 1 24-16,7-1-988 0</inkml:trace>
  <inkml:trace contextRef="#ctx0" brushRef="#br2" timeOffset="86169.32">20169 6377 5190 0,'0'0'1469'16,"0"0"11"-16,0 0-1427 0,0 0-53 16,0 0 0-16,0 0 0 0,0 0 0 15,0 0 0-15,37-48 0 16,-24 27 0-16,-1-1 0 0,-6 3 0 16,0 0 0-16,-2 2 0 0,-4 5 0 15,0 4 0-15,-6 4 0 0,-6 4 0 16,-5 10 0-16,-5 8 0 15,-3 8 0-15,-2 7 0 0,4 7 0 16,2-1 0-16,7 2 0 0,10-6 0 16,12-3 0-16,11-7 0 0,12-9 0 15,6-6 0-15,11-6 0 0,7-8 0 16,5-11 0-16,-14 1-377 0,1-8-6946 0</inkml:trace>
  <inkml:trace contextRef="#ctx0" brushRef="#br2" timeOffset="86817.72">20853 6114 5314 0,'0'0'888'0,"0"0"-556"0,27-44 381 0,-2 17-357 0,2-3-40 15,0 0-43-15,1 1-273 16,-1 1 0-16,2 4 0 0,0 0 0 16,0 7 0-16,0 12 0 0,-2 8 0 15,-2 16 0-15,-7 12 0 0,1 9 0 16,-7 6 0-16,-5 5 0 15,-3 1 0-15,-4 2 0 0,-4-3 0 16,-7 0 0-16,-1-3 0 0,-9-5 0 16,1-3 0-16,-3-2 0 0,-2-5 0 15,0-4 0-15,-2-6 0 0,5-6 0 16,-3-7 0-16,4-6 0 0,2-4 0 16,-1-6 0-16,-1-6 0 0,3-6 0 15,-1-6 0-15,7-5 0 0,3 2 0 16,9 1 0-16,9 7 0 15,9 8 0-15,9 10 0 0,4 5 0 16,4 12 0-16,-6 6 0 0,4 4 0 16,-4 2 0-16,-2 2 0 0,-2 2 0 15,-2-1 0-15,1-3 0 16,-3-2 0-16,0-8 0 0,-3-4 0 16,1-3 0-16,-3-8 0 0,-1-2-793 15,-3-3-1024-15</inkml:trace>
  <inkml:trace contextRef="#ctx0" brushRef="#br2" timeOffset="87000.77">21579 6386 8192 0,'0'0'0'0,"0"0"0"0,0 0 0 0,0 0 0 0,41 3 0 15,4-7 0-15,9-3 0 0,8-4 0 16,-12 0-89-16,-9-1-2604 0</inkml:trace>
  <inkml:trace contextRef="#ctx0" brushRef="#br2" timeOffset="87835.62">22676 6324 4065 0,'0'0'1025'0,"4"-37"11"0,-10 18 321 16,-4 3-705-16,-2 2-595 15,-1 4-57-15,-1 4 0 0,1 4 0 16,-1 4 0-16,-1 8 0 0,-1 12 0 16,-5 12 0-16,-2 10 0 0,3 8 0 15,-1 3 0-15,11-3 0 16,6-5 0-16,6-10 0 0,10-11 0 16,13-14 0-16,8-13 0 0,6-15 0 15,0-10 0-15,7-16-81 0,-15 8-1475 16,-4-7-786-16</inkml:trace>
  <inkml:trace contextRef="#ctx0" brushRef="#br2" timeOffset="88017.49">22802 5834 6382 0,'0'0'449'0,"-6"34"75"16,2 1-200-16,-6 11-56 0,-3 7-23 15,-1-2-245-15,-1 3 0 0,-1 2 0 16,-1 3 0-16,1 2 0 15,1 1 0-15,1-1 0 0,6-2 0 16,3-9 0-16,8-6-393 0,7-10-271 16,8-13-949-16,-1-11 316 0,6-10-75 15</inkml:trace>
  <inkml:trace contextRef="#ctx0" brushRef="#br2" timeOffset="88302.34">22986 6334 4774 0,'0'0'2477'15,"0"0"-1536"-15,-35-25-941 0,23 24 0 16,-3 1 0-16,1 8 0 0,-5 4 0 16,3 4 0-16,1 6 0 0,5 3 0 15,2 1 0-15,4 2 0 0,4-1 0 16,6-4 0-16,6-3 0 0,7-6 0 16,6-5 0-16,1-5 0 0,1-5 0 15,2-7 0-15,-4-4 0 0,-4-5 0 16,-7-2 0-16,-3-2 0 15,-9-1 0-15,-2-3 0 0,0 0 0 16,-5 4 0-16,-1 1 0 0,-4 3 0 16,-2 1 0-16,1 4 0 0,3 2 0 15,2 7 0-15,6 2 0 16,0 1 0-16,0 3 0 0,8 5-545 16,-6 3-888-16,6 1-3085 0</inkml:trace>
  <inkml:trace contextRef="#ctx0" brushRef="#br2" timeOffset="88569.21">23108 6380 6975 0,'0'0'1217'0,"0"0"-1217"0,0 0 0 16,0 0 0-16,0 0 0 0,-16 41 0 16,16-15 0-16,0 2 0 0,8-3 0 15,2-1 0-15,7-5 0 0,2-3 0 16,7-4 0-16,1-6 0 15,2-6 0-15,0-3 0 0,0-8 0 16,-8-7 0-16,2-4 0 0,-9-4 0 16,-6-3 0-16,-6-2 0 0,-2-3 0 15,-2-1 0-15,-2-2 0 16,0 2 0-16,4 3 0 0,0 3 0 16,8 5 0-16,3 4 0 0,1 3-793 15,-4 4-580-15,1 3-3177 0</inkml:trace>
  <inkml:trace contextRef="#ctx0" brushRef="#br2" timeOffset="89067.77">23596 5834 6446 0,'0'0'853'0,"-45"59"-469"0,20-14 125 0,0 5-509 16,2 4 0-16,7 2 0 0,5 3 0 16,7 2 0-16,0 3 0 0,10 1 0 15,3 1 0-15,5-5 0 0,5-10 0 16,8-9 0-16,4-14 0 15,6-14 0-15,0-14 0 0,-2-12 0 16,-2-11 0-16,-8-11 0 0,-8-3 0 16,-11-5 0-16,-6 2 0 0,-13 4 0 15,-5 5 0-15,-9 12 0 16,-4 11 0-16,-4 8 0 0,0 5 0 16,-3 7 0-16,7-2 0 0,7-1 0 15,7-5-1001-15,7-4-1957 0</inkml:trace>
  <inkml:trace contextRef="#ctx0" brushRef="#br2" timeOffset="89267.48">23842 5970 6010 0,'0'0'761'0,"-21"62"247"15,11-18-595-15,-2 4-413 0,-3 3 0 16,3 3 0-16,-1-1 0 15,7-1 0-15,2-5 0 0,4-5 0 16,4-6 0-16,7-7 0 0,-3-4 0 16,6-11-281-16,-3-5-1132 0,1-7-307 0</inkml:trace>
  <inkml:trace contextRef="#ctx0" brushRef="#br2" timeOffset="89518.39">23890 6459 5742 0,'0'0'1109'15,"0"0"-565"-15,45 19 80 0,-16-19-451 16,2-7-173-16,-2-5 0 0,-4-4 0 16,-4 0 0-16,-7-1 0 0,-4-2 0 15,-3-2 0-15,-5-3 0 0,-2-1 0 16,-7-2 0-16,-1 4 0 0,-6 7 0 16,1 12 0-16,-5 9 0 0,-9 18 0 15,2 11 0-15,-2 12 0 0,0 6 0 16,11 3 0-16,3-5 0 15,11-7 0-15,8-6 0 0,13-11 0 16,10-8 0-16,8-9 0 0,9-9 0 16,-7-3-2314-16,-2-9-1027 0</inkml:trace>
  <inkml:trace contextRef="#ctx0" brushRef="#br2" timeOffset="90268.57">24863 5796 5922 0,'0'0'168'16,"0"0"333"-16,-22 34 239 0,11-14-344 15,1 2-152-15,2 6-23 0,-1 8-221 16,3 9 0-16,2 8 0 0,0 7 0 15,0 7 0-15,2 7 0 16,0 4 0-16,2 1 0 0,2-3 0 16,6-9 0-16,4-14 0 0,9-16 0 15,4-11 0-15,4-14 0 0,0-12 0 16,-2-9 0-16,2-12 0 0,-7-11 0 16,-3-9 0-16,-5-5 0 0,-7-2 0 15,-7 0 0-15,-5 4 0 0,-11 4 0 16,-5 8 0-16,1 14 0 15,-3 15 0-15,-2 11 0 0,0 9 0 16,2 3 0-16,3 1 0 0,3 4-221 16,5 0-1596-16,4-5 33 0,1-3-706 0</inkml:trace>
  <inkml:trace contextRef="#ctx0" brushRef="#br2" timeOffset="90617.86">25256 6277 7019 0,'0'0'1173'15,"0"0"-1173"-15,0 0 0 0,-8-34 0 16,2 30 0-16,-3 0 0 0,-7 4 0 16,-3 3 0-16,-4 8 0 0,-1 11 0 15,-1 6 0-15,0 10 0 0,0 4 0 16,5 5 0-16,7-2 0 15,5-5 0-15,8-5 0 0,10-5 0 16,7-9 0-16,3-3 0 0,11-6 0 16,-2-8 0-16,4-4 0 0,-2-3 0 15,-2-9 0-15,-6-2 0 16,-4-8 0-16,-9-2 0 0,-2-4 0 16,-6-1 0-16,-2 1 0 0,-2-1 0 15,-6 5 0-15,-2 5 0 16,-1 6 0-16,5 5 0 0,2 5 0 15,2 0-237-15,2 0-699 0,0 0-1701 16,6-3-873-16</inkml:trace>
  <inkml:trace contextRef="#ctx0" brushRef="#br2" timeOffset="90867.56">25359 6346 5658 0,'0'0'913'0,"-24"49"7"15,15-20-372-15,3 0-395 0,4 2-153 16,0-2 0-16,2-4 0 15,8-3 0-15,3-4 0 0,3-1 0 16,7-6 0-16,-1-3 0 0,5-6 0 16,0-2 0-16,0-3 0 0,0-8 0 15,-3-4 0-15,-1-3 0 16,-4-6 0-16,-3-4 0 0,-6-4 0 16,1-4 0-16,-7 0 0 0,0-1 0 15,-2 2 0-15,-4 6 0 16,2 6 0-16,-1 10 0 0,3 7 0 0,0 6-529 15,0 0-267-15,0 1-985 16,3 1 284-16,1 3-940 0</inkml:trace>
  <inkml:trace contextRef="#ctx0" brushRef="#br2" timeOffset="91134.37">25663 6439 7087 0,'0'0'472'0,"-16"50"36"0,10-26-383 16,3-11-125-16,3-4 0 15,0-5 0-15,0-3 0 0,5-1 0 16,5-5 0-16,7-11 0 0,7-7 0 16,5-5 0-16,0-3 0 0,-2 4 0 15,-4-1 0-15,-5 7 0 16,-3 6 0-16,-9 9 0 0,-4 3 0 16,-2 3 0-16,0 2 0 0,0 5 0 15,-4 10 0-15,0 11 0 16,-2 8 0-16,-3 3 0 0,1 1 0 15,0-3 0-15,2-3 0 0,2-5 0 16,4-7 0-16,6-9 0 0,2-6-1654 16,4-6-1007-16</inkml:trace>
  <inkml:trace contextRef="#ctx0" brushRef="#br2" timeOffset="91383.97">26195 6232 6715 0,'0'0'664'0,"-34"9"-40"16,14 1-435-16,-3 6-189 0,-2 1 0 15,0 4 0-15,1 4 0 16,3 1 0-16,7 3 0 0,5 1 0 16,9-2 0-16,6 1 0 0,9-4 0 15,8-3 0-15,6-6 0 0,2-6 0 16,6-4 0-16,-4-6 0 15,0-5 0-15,-4-6 0 0,-6-5 0 16,-5-5 0-16,1-3 0 0,-7-1-357 16,-1 5-940-16,-5 2-555 0</inkml:trace>
  <inkml:trace contextRef="#ctx0" brushRef="#br2" timeOffset="91667.85">26405 6491 7727 0,'0'0'465'16,"0"0"-465"-16,0 0 0 0,0 0 0 16,0 0 0-16,0 0 0 0,36-48 0 15,-12 16 0-15,-1-1 0 16,-6 0 0-16,-9 2 0 0,-4-2 0 16,-4 2 0-16,-8 5 0 0,-3 6 0 15,-3 11 0-15,-5 9 0 16,-1 11 0-16,-3 12 0 0,-2 10 0 15,0 7 0-15,5 3 0 0,3 1 0 16,9-3 0-16,8-3 0 0,10-6 0 16,7-2 0-16,1-6 0 0,9-6 0 15,4-4 0-15,4-5 0 0,3-8-613 16,-10-1-1016-16,1-3-1004 0</inkml:trace>
  <inkml:trace contextRef="#ctx0" brushRef="#br1" timeOffset="120850.88">2520 12759 1716 0,'0'0'120'16,"0"0"841"-16,0 0-169 0,0 0-236 16,0 0 49-16,0 0 295 0,35-15-356 15,-33 12-115-15,-2 2-9 16,0 1-396-16,0 0-12 0,-2 0-12 16,2 4-8-16,0-1 4 0,12 3-64 15,17 0-212-15,4-2-89 0,13-2-551 16,1-2 116-16,-9-1 35 0,-3-3-1872 0</inkml:trace>
  <inkml:trace contextRef="#ctx0" brushRef="#br1" timeOffset="121201.77">3134 12725 3809 0,'0'0'448'0,"0"0"-247"0,0 0-77 16,0 0-16-16,35 0-32 15,-16-2-76-15,5 1 0 0,5 0-128 0,4 0-249 16,-2 0 193-16,0-2 104 16,7 2 40-16,-10 1 24 0,1 0-148 15,-2 4-112-15,-6-1 112 0,-4 3 136 16,-3-1 28-16,-2 0 0 0,-1 1 4 15,-1-3 0-15,-4 0 8 0,3-2 12 16,-1 0-20-16,0-1-8 0,4 0 4 16,3-1-12-16,-1-3 12 15,-3 1 32-15,5-1 264 0,-5 0 252 16,1 1 133-16,0-2-469 0,1 2-84 16,-1-1-60-16,3 2-68 0,1-2-52 15,3 1-664-15,-3 0-89 16,-1 2-71-16</inkml:trace>
  <inkml:trace contextRef="#ctx0" brushRef="#br1" timeOffset="121801.1">2900 12771 5158 0,'0'0'860'0,"0"0"-832"16,44-12 4-16,-24 6 112 0,-3-1-128 16,-3 0-16-16,7 2-20 0,6 1-120 15,0 1 28-15,4 1-156 16,6 2-12-16,-4 0-56 0,6 0-633 16,-10 0-7-16,6 1-225 0</inkml:trace>
  <inkml:trace contextRef="#ctx0" brushRef="#br1" timeOffset="122151.46">3762 12696 4269 0,'0'0'877'0,"0"0"-865"0,0 0-12 16,0 0-88-16,0 0-48 15,44-7 0-15,-24 7-52 0,1 4-61 0,6-1-107 16,4 2-92-16,0-3 244 15,0 2 4-15,2-2 160 0,0 1 20 16,2-3-52-16,-4 0 48 0,-4 0 24 16,0 0 8-16,-2 0 92 0,-9 1 108 15,-3 0-48-15,-3 0 0 0,-2-1-68 16,-6 0-24-16,7 0 4 16,1 0-72-16,2 0-4 0,9 0-348 15,4-1-48-15,2-2 280 0,-1 0 36 16,1 0 84-16,0 1 68 0,-4 1 296 15,0 1-224-15,-9 0-72 0,3 0 124 16,-7 0-20-16,2-1-60 0,3-1-64 16,-5-1-48-16,5 1-12 15,-3-2-512-15,3 2-1125 0</inkml:trace>
  <inkml:trace contextRef="#ctx0" brushRef="#br1" timeOffset="122267.6">4763 12684 4974 0,'0'0'432'15,"0"0"-188"-15,0 0 120 0,0 0-364 16,0 0-4-16,0 0-292 0,39-9-404 16,-20 5-221-16,1 1-2036 0</inkml:trace>
  <inkml:trace contextRef="#ctx0" brushRef="#br1" timeOffset="122334.23">5060 12664 1792 0,'0'0'2017'0,"48"0"-1284"0,-27 0-161 15,-9 0-448-15,-2 0-84 0,-4-2-40 16,-1 1-416-16,1-3-1273 0</inkml:trace>
  <inkml:trace contextRef="#ctx0" brushRef="#br1" timeOffset="123501.08">2481 14819 1876 0,'0'0'525'0,"0"0"-141"16,0 0 240-16,0 0-296 15,0 0-100-15,0 0 120 0,0 0-95 16,0 0-9-16,49 14 144 0,-22-13-340 15,4 0-36-15,0 0-12 0,4-1-28 16,-8 0-404-16,0 0-1245 0</inkml:trace>
  <inkml:trace contextRef="#ctx0" brushRef="#br1" timeOffset="123684.56">3117 14869 4870 0,'0'0'260'0,"0"0"-256"0,0 0 8 15,0 0-12-15,0 0 0 0,37-5-344 16,-18-1-24-16,4 3 3 0,2-1-187 16,1 0 332-16,-3 1 84 15,2 2 76-15,-6 1 0 0,-1 0-36 16,3 1-28-16,-5 3 108 0,5-1 12 16,0 0-92-16,-5-2-673 15,5 1-911-15</inkml:trace>
  <inkml:trace contextRef="#ctx0" brushRef="#br1" timeOffset="123801.09">3704 14873 2861 0,'0'0'104'0,"0"0"-48"15,0 0 148-15,0 0-108 0,0 0-96 16,0 0-212-16,0 0-632 0,0 0-1257 0</inkml:trace>
  <inkml:trace contextRef="#ctx0" brushRef="#br1" timeOffset="123950.83">3911 14882 5114 0,'0'0'832'16,"37"-6"-668"-16,-10 0 309 0,8 0-253 0,7-1-116 16,1 0-76-16,5 1-28 15,-1-1-52-15,1 0-757 0,-13 2-483 16,2 2-557-16</inkml:trace>
  <inkml:trace contextRef="#ctx0" brushRef="#br1" timeOffset="124035">4790 14841 2445 0,'55'7'1596'0,"-3"0"-1211"0,-9 1-273 15,-18-3-108-15,-14-3-8 0,-11-4-3510 0</inkml:trace>
  <inkml:trace contextRef="#ctx0" brushRef="#br1" timeOffset="125451.1">2665 14946 1408 0,'0'0'296'0,"0"0"-260"0,47-1 32 15,-32-1 0-15,3-1 849 0,3 0-573 16,4 3 172-16,1 0-288 0,5 0-216 16,-4 3-12-16,0 2-300 15,-6-3-36-15,0 1-985 0</inkml:trace>
  <inkml:trace contextRef="#ctx0" brushRef="#br1" timeOffset="125585.03">3332 14934 5670 0,'0'0'708'16,"44"0"-688"-16,-20 0-4 0,-3 0-16 15,2 1-4-15,2 2-372 0,-11-1-972 16,3-2-517-16</inkml:trace>
  <inkml:trace contextRef="#ctx0" brushRef="#br1" timeOffset="125784.95">4136 14966 5994 0,'0'0'228'0,"64"7"-16"16,-22 0-212-16,-7-1 0 15,2-1-52-15,0 1-400 0,0-2 8 16,5-1-112-16,1 1-177 0,9-3 333 15,0 1 156-15,-3-2 156 0,1 0 88 16,-3 0 8-16,-3 0 108 16,-3 0 84-16,-4 0-36 0,-6 0-80 15,-4 0-68-15,-4 0-16 0,-4 5-8 16,-9-3-588-16,0 2-805 0</inkml:trace>
  <inkml:trace contextRef="#ctx0" brushRef="#br1" timeOffset="131435">6185 12450 2585 0,'0'0'2577'16,"-6"-43"-1889"-16,1 29 245 0,5 7-341 15,0 3-144-15,-4 2-92 0,2 1-343 16,2 0-13-16,0 0 0 16,0 1 0-16,0 0 0 0,6 5 0 15,1 8 0-15,7 13 0 0,-4 12 0 16,-3 8 0-16,-7 6 0 0,-4 1 0 15,-9-2 0-15,3-5 0 0,-1-9 0 16,5-9 0-16,2-10 0 0,4-9 0 16,-4-4 0-16,4-5 0 15,0-2 0-15,4-11 0 0,6-11 0 16,1-10 0-16,-1-7 0 0,7 2 0 16,-3 4 0-16,-3 3 0 0,1 3 0 15,-4 11 0-15,-2 7 0 16,1 7 0-16,-7 3 0 0,6 1 0 15,2 5 0-15,2 6 0 0,3 7 0 16,1 1 0-16,-1 2 0 0,1 1 0 16,-4-2 0-16,-3 0 0 0,1-3 0 15,-2-5 0-15,0-5 0 0,-2-4 0 16,3-3 0-16,-3-3 0 16,6-9 0-16,0-11 0 0,-1-5 0 15,-1-5 0-15,2 1 0 0,1 3 0 16,-5 3 0-16,4 1 0 0,1 7 0 15,-5 4 0-15,-2 4 0 0,2 5 0 16,-2 2 0-16,-4 3 0 0,4 3 0 16,3 10 0-16,-1 9 0 15,-2 9 0-15,2 4 0 0,-6-1 0 16,4-4 0-16,2-3 0 0,5-4 0 16,1-6 0-16,-4-5-1057 0,3-5-1857 15</inkml:trace>
  <inkml:trace contextRef="#ctx0" brushRef="#br1" timeOffset="131950.68">6817 12444 5938 0,'0'0'1001'0,"-12"-39"-213"16,2 23-323-16,-7 8-465 15,3 5 0-15,-3 5 0 0,7 11 0 16,-7 7 0-16,3 6 0 0,1 6 0 16,3 0 0-16,6 1 0 0,-2-1 0 15,6-2 0-15,0-3 0 0,6-4 0 16,4-6 0-16,1-6 0 16,1-6 0-16,7-5 0 0,-1-10 0 15,3-6 0-15,-1-4 0 0,-1-3 0 16,-2 2 0-16,-7-1 0 0,0 8 0 15,-3 2 0-15,-7 6 0 0,0 5 0 16,0 1 0-16,0 0 0 0,0 0 0 16,4 5 0-16,2 8 0 15,4 4 0-15,-4 3 0 0,5 2 0 16,-1-3 0-16,0 0 0 0,5-2 0 16,-5-2 0-16,-2 1 0 0,3-4-477 15,-3-4-1772-15,-2-2-596 0</inkml:trace>
  <inkml:trace contextRef="#ctx0" brushRef="#br1" timeOffset="132168.09">6964 12480 5686 0,'0'0'1153'0,"-2"42"-349"0,2-22-255 15,6 0-549-15,5-1 0 0,3 1 0 16,5-2 0-16,5 0 0 0,7-1 0 16,0-3 0-16,7-2 0 15,-11-3 0-15,-1-1 0 0,-7-2 0 16,-7-3 0-16,-5-2-721 0,-3-1-876 0</inkml:trace>
  <inkml:trace contextRef="#ctx0" brushRef="#br1" timeOffset="132467.73">7169 12465 5486 0,'0'0'1621'0,"0"0"-845"0,-33 56-467 16,16-30-309-16,-4 7 0 0,1 4 0 16,-7 1 0-16,2-3 0 0,2-2 0 15,9-3 0-15,4-10 0 0,3-8 0 16,7-5-1089-16,2-13-1697 0</inkml:trace>
  <inkml:trace contextRef="#ctx0" brushRef="#br1" timeOffset="135201.66">7708 12497 1960 0,'0'0'2994'0,"0"0"-1882"16,0 0-359-16,0 0 115 0,0 0-476 16,-10 57-279-16,6-31-113 0,4 5 0 15,0-4 0-15,-2 0 0 0,2-2 0 16,0-2 0-16,0-5 0 16,0-3 0-16,0-7 0 0,0-3 0 15,0-2 0-15,0-3 0 0,-4-2 0 16,4-6 0-16,0-11 0 0,-5-12 0 15,3-7 0-15,2-1 0 0,0 2 0 16,2 9 0-16,3 1 0 0,5 4 0 16,-4 4 0-16,9 3 0 15,-5 1 0-15,7 2 0 0,-1 5 0 0,5 0 0 16,-1 3 0-16,1 4 0 16,0 1 0-16,-1 3 0 0,-7 6-49 15,-3-1-1708-15,-2 1-576 0</inkml:trace>
  <inkml:trace contextRef="#ctx0" brushRef="#br1" timeOffset="135451.48">7991 12665 3965 0,'0'0'2838'16,"11"-34"-2250"-16,-1 7 84 0,-4-2-543 15,-2 0-129-15,-1-1 0 0,-3 3 0 16,-5 3 0-16,3 5 0 0,-4 10 0 15,2 4 0-15,0 5 0 0,-2 1 0 16,-5 14 0-16,-5 15 0 0,-1 7 0 16,-1 8 0-16,5 0 0 15,3-4 0-15,6 0 0 0,0-5 0 16,4-4 0-16,8-8 0 0,4-6 0 16,7-8 0-16,2-8 0 0,5-7 0 15,5-13-589-15,-8 3-628 16,-2-10-884-16</inkml:trace>
  <inkml:trace contextRef="#ctx0" brushRef="#br1" timeOffset="135634.4">8171 12187 5678 0,'0'0'872'0,"-22"56"73"15,11-17-437-15,3 1-319 0,6 5-189 16,-2 4 0-16,4 6 0 0,0 3 0 15,0 4 0-15,4 0 0 0,-2-6 0 16,2-6 0-16,6-10 0 0,1-11 0 16,-5-11-425-16,4-11-1392 0</inkml:trace>
  <inkml:trace contextRef="#ctx0" brushRef="#br1" timeOffset="136017.74">8318 12830 6767 0,'0'0'1108'0,"0"0"-1060"16,0 0 12-16,0 0-60 0,0 0-516 16,37-8-509-16,-22-6-3861 0</inkml:trace>
  <inkml:trace contextRef="#ctx0" brushRef="#br1" timeOffset="136417.82">8806 12605 6530 0,'0'0'469'0,"0"0"515"16,-31-38-775-16,25 28-209 0,-5 3 0 15,7 4 0-15,0 2 0 0,-2 1 0 16,0 9 0-16,-5 16 0 0,1 20 0 15,-4 8 0-15,3 3 0 0,9-7 0 16,2-13 0-16,6-8 0 0,9-13 0 16,3-9 0-16,7-11 0 15,8-15-377-15,7-12-3 0,-1-13-44 16,0-7-953-16,-10 9-448 0,-4-3-1688 0</inkml:trace>
  <inkml:trace contextRef="#ctx0" brushRef="#br1" timeOffset="136601.21">8928 12166 6723 0,'0'0'700'16,"0"0"-260"-16,-10 60-111 0,3-18-329 15,1 8 0-15,-4 0 0 0,-1 4 0 16,1 3 0-16,0 1 0 16,6-1 0-16,4-3 0 0,0-9 0 15,10-7 0-15,4-9 0 0,3-10-181 16,4-6-731-16,-5-8-269 0,-1-5-1884 0</inkml:trace>
  <inkml:trace contextRef="#ctx0" brushRef="#br1" timeOffset="136734.35">9044 12625 4706 0,'0'0'1380'0,"-21"51"-707"16,11-24 223-16,8 1-656 0,-3-1-36 15,5-2-111-15,0 0-93 16,7-6 0-16,-3-5 0 0,6-2-217 15,0-7-487-15,-3-2-1281 0,3-3-124 0</inkml:trace>
  <inkml:trace contextRef="#ctx0" brushRef="#br1" timeOffset="136852.49">9118 12390 5422 0,'0'0'4'0,"0"0"-8"0,0 0-8 16,0 0-60-16,0 0 12 0,0 0-1621 15,25 38-1916-15</inkml:trace>
  <inkml:trace contextRef="#ctx0" brushRef="#br1" timeOffset="137167.74">9279 12605 4261 0,'0'0'1265'0,"-37"-19"-661"15,21 12-67-15,-3 6 11 0,7 1-240 16,1 0-116-16,1 2 80 0,6 0-188 16,-2 3-32-16,1 5-32 0,3 4-20 15,4 0 0-15,9-1-4 0,-1-1-16 16,7-4 20-16,1 1 0 16,-1-1 4-16,3 0-4 0,-3 0 0 15,0 3-20-15,-1-1-28 0,-1 3-148 16,-9 1 28-16,-2 0 72 0,-4 4 92 15,-6-3 4-15,-5 3 0 0,-5 0 148 16,-5 1-104-16,-4-1 28 0,3-3-8 16,-7-2-52-16,6-4-12 15,-2-5 0-15,9-3-116 0,1-2-128 0,9-5-768 16,2-1-437-16,4-1-296 0</inkml:trace>
  <inkml:trace contextRef="#ctx0" brushRef="#br1" timeOffset="137567.85">9312 13175 2517 0,'-2'34'2225'0,"-2"-7"-1797"0,4-5 52 16,0-9-164-16,0-6-164 0,0-6 285 15,0-3-121-15,0-13-4 0,6-14 56 16,5-13-180-16,-3-9-56 16,2-7 108-16,-8-2-159 0,3-7-81 15,-1-7 0-15,-2 2 0 0,2 3 0 16,6 12 0-16,3 13 0 0,1 16 0 16,1 8 0-16,-3 8 0 0,2 4 0 15,-1 5 0-15,1 3 0 0,-3 1 0 16,-1 6 0-16,0 3 0 15,1 2 0-15,-5 4 0 0,-2 1 0 16,-4 2 0-16,0 2 0 0,-4 1 0 16,-7 1 0-16,1 1 0 0,-2 2 0 15,-9-1 0-15,0 0 0 0,1-5 0 16,3-3 0-16,7-9 0 16,2-5 0-16,1-5-221 0,7-3-2076 15,-6-9-1084-15</inkml:trace>
  <inkml:trace contextRef="#ctx0" brushRef="#br1" timeOffset="138684.39">10063 12709 2909 0,'0'0'3041'0,"0"0"-2244"16,0 0-193-16,0 0 196 0,0 0-759 15,0 0-41-15,0 0 0 0,0 0 0 16,35-29 0-16,-12 2 0 16,-3-1 0-16,1 2 0 0,-4 2 0 15,3 4 0-15,-3 5 0 0,-3 4 0 16,3 5 0-16,-7 6 0 0,0 6 0 15,1 6 0-15,-1 4 0 0,0 2 0 16,7 0 0-16,-3-5 0 0,7 0 0 16,6-6 0-16,0-1 0 15,0-3 0-15,4-3 0 0,-6 0 0 16,-9-3 0-16,-4-2 0 0,-3 2-1057 16,-7-2-2453-16</inkml:trace>
  <inkml:trace contextRef="#ctx0" brushRef="#br1" timeOffset="139434.92">11024 12371 6370 0,'0'0'985'15,"0"0"-241"-15,-43-33-651 0,22 33-93 16,0 6 0-16,-4 7 0 0,3 10 0 16,-3 5 0-16,8 8 0 0,1 5 0 15,5 7 0-15,7 5 0 0,2 3 0 16,2 1 0-16,6-5 0 16,5-8 0-16,9-11 0 0,7-13 0 15,4-11 0-15,7-9 0 0,-1-11 0 16,-4-12 0-16,-2-7 0 0,-4-8 0 15,-7-4 0-15,-5-3 0 0,-9 0 0 16,-6 1 0-16,-2 1 0 0,-12 1 0 16,-1 2 0-16,-2 6 0 15,5 7 0-15,2 10 0 0,1 9 0 16,9 7 0-16,5 3 0 0,5 15 0 16,0 10-1413-16,3-1-308 0,-3 6-1120 15</inkml:trace>
  <inkml:trace contextRef="#ctx0" brushRef="#br1" timeOffset="139585.1">11255 12882 5950 0,'0'0'2242'0,"0"0"-2242"16,0 0 0-16,0 0 0 16,0 0 0-16,0 0 0 0,0 0 0 15,0 0 0-15,0 0 0 0,0 0-1782 16,0-16-1039-16</inkml:trace>
  <inkml:trace contextRef="#ctx0" brushRef="#br1" timeOffset="139951.19">11512 12369 6214 0,'0'0'765'0,"0"0"187"0,0 0-691 15,0 0-261-15,0 0 0 0,0 0 0 16,-4 45 0-16,-3-5 0 0,7 10 0 16,-4 1 0-16,4-1 0 15,0 3 0-15,0 2 0 0,0-3 0 16,0-4 0-16,0-6 0 0,4-8 0 16,3-11 0-16,3-9-21 0,-6-7-1251 15,6-7-2498-15</inkml:trace>
  <inkml:trace contextRef="#ctx0" brushRef="#br1" timeOffset="140384.54">11675 12533 3469 0,'0'0'1185'0,"0"0"-225"15,0 0-384-15,0 0-240 0,4-43-19 16,9 25-137-16,-3-3-4 0,7 2 224 15,-3 2-196-15,7 1 0 0,-1 0-19 16,3 4-185-16,2 4 0 0,-4 8 0 16,-5 7 0-16,-1 11 0 15,-5 7 0-15,-4 3 0 0,0 8 0 16,3 2 0-16,-3 2 0 0,0 3 0 16,-2-2 0-16,-4-2 0 0,2-2 0 15,-4-2 0-15,-2-4 0 0,-6-2 0 16,-7-4 0-16,-8-4 0 15,-2-4 0-15,-6-3 0 0,2-6 0 16,-4-5 0-16,2-3 0 0,6-11 0 16,9-8 0-16,5-6 0 0,9-2 0 15,8 0 0-15,13 4 0 0,10 4 0 16,-3 5 0-16,10 8 0 16,-3 5 0-16,-7 6 0 0,3 11 0 15,-6 5 0-15,-5 7 0 0,-1 0 0 16,-3 1 0-16,3-3 0 0,-5-4 0 15,2-2 0-15,3-4 0 0,-5-7 0 16,3-4 0-16,-3-5 0 16,-2-1-2878-16</inkml:trace>
  <inkml:trace contextRef="#ctx0" brushRef="#br1" timeOffset="141000.95">12363 12608 5822 0,'0'0'1293'0,"0"0"-629"0,0 0-251 16,0 0-413-16,0 0 0 0,-37 64 0 16,31-28 0-16,2-3 0 0,4-5 0 15,0-1 0-15,0-4 0 16,0-1 0-16,-4-4 0 0,4-5 0 15,-2-5 0-15,2-6 0 0,0-2 0 16,0-1 0-16,6-11 0 0,10-12 0 16,5-10 0-16,6-6 0 0,8-2 0 15,-4 6 0-15,-4 5 0 0,0 8 0 16,-2 10 0-16,-13 10 0 16,-6 2 0-16,3 1 0 0,-7 5 0 15,6 7 0-15,-6 7 0 0,2 3 0 16,2-1 0-16,-2-7 0 0,1-6 0 15,-3-3 0-15,6-2 0 0,4-3 0 16,3-3 0-16,1-4 0 0,1-7 0 16,-1-3 0-16,-1 0 0 15,-1-1 0-15,-1 0 0 0,-3 3 0 16,5 4 0-16,-5 4 0 0,-8 3 0 16,2 3 0-16,0 1 0 0,-2 10 0 15,-4 11 0-15,-8 6 0 0,0 7 0 16,-7 3 0-16,3-2 0 15,-1-1 0-15,9-2 0 0,2-6 0 16,4-9 0-16,4-10-2646 0</inkml:trace>
  <inkml:trace contextRef="#ctx0" brushRef="#br2" timeOffset="148419.62">17490 12714 4229 0,'0'0'685'0,"0"0"-317"0,0 0 436 16,0 0-580-16,0 0-172 0,0 0-52 16,43-7 0-16,-16 4-8 15,2 2-48-15,2 1-116 0,-2 0-64 16,2 1-324-16,0 2-192 0,-8-2-373 16</inkml:trace>
  <inkml:trace contextRef="#ctx0" brushRef="#br2" timeOffset="148651.74">17874 12709 1612 0,'0'0'937'0,"0"0"-637"0,0 0-68 16,0 0-192-16,0 0-4 0,36 5 52 15,-20-5-84-15,5 0 8 0,1 0-12 16,9-2-84-16,0-2-168 0,7 1-96 16,-1-1 96-16,0-1-149 15,0 2-643-15,-6-2 456 0,-4 1 296 16</inkml:trace>
  <inkml:trace contextRef="#ctx0" brushRef="#br2" timeOffset="148818.26">18348 12668 1024 0,'0'0'208'16,"0"0"156"-16,0 0 144 0,0 0-287 15,0 0 67-15,0 0 192 0,0 0-340 16,35-16-60-16,-25 16 224 0,3 0 12 16,1 1-208-16,1 3-4 0,-3 0-64 15,-2-1 12-15,7 1 16 0,4-1-64 16,-3 2-4-16,1-3-36 16,1 1-364-16,-5-2-276 0,-3-1-1873 0</inkml:trace>
  <inkml:trace contextRef="#ctx0" brushRef="#br2" timeOffset="148918.29">18658 12690 1840 0,'0'0'789'0,"0"0"-581"16,41-7-208-16,-16 1-44 15,-2-1-408-15,-3 1 283 0,7 0 133 16,-2 0 32-16,0 0-132 0,-7 2-444 16</inkml:trace>
  <inkml:trace contextRef="#ctx0" brushRef="#br2" timeOffset="149067.85">18993 12611 2965 0,'0'0'96'0,"47"-13"-52"0,-16 8 384 0,-4-1-264 16,0 1-32-16,4 2 48 16,-4 2-180-16,4-2-32 0,-4 3-1128 15,-2 0 283-15,-3 0-207 0</inkml:trace>
  <inkml:trace contextRef="#ctx0" brushRef="#br2" timeOffset="150150.79">17575 14741 2297 0,'0'0'912'0,"0"0"-504"16,0 0-12-16,0 0-19 0,53 1 151 15,-24-3-272-15,2-2-112 0,-2 2-108 16,11 1-36-16,-1 0-108 0,2 1-336 16,7-2 12-16,-13 2-185 15,-2 0-1020-15</inkml:trace>
  <inkml:trace contextRef="#ctx0" brushRef="#br2" timeOffset="150318.39">18393 14673 4842 0,'0'0'100'0,"0"0"64"16,0 0-164-16,0 0-40 0,0 0-232 15,0 0 140-15,0 0 20 0,0 0-381 16,0 0 41-16,29 31 96 0,-4-20-220 16,6-3 204-16,4-1 91 0,-2-2-491 15,-8-3 412-15,2 1-184 0</inkml:trace>
  <inkml:trace contextRef="#ctx0" brushRef="#br2" timeOffset="150484.82">18829 14744 228 0,'0'0'228'0,"58"0"-196"0,-27 0 64 16,-2 0 340-16,0-1 96 0,2-1 173 15,2-3 59-15,4 2-268 0,1-4-88 16,1 2 85-16,-6 0-433 0,-2 3-60 16,-4 2-169-16,-4 0-367 15,-5 0 152-15,-5 0 252 0,-3 0 120 16,-6 0 12-16,-2 0 128 0,0 0 304 15,0-3 4-15,2 1-436 0,-1-1-204 16,1-8-1729-16</inkml:trace>
  <inkml:trace contextRef="#ctx0" brushRef="#br2" timeOffset="153000.73">19960 12446 4770 0,'0'0'684'0,"0"0"16"0,0 0 137 16,15-32-349-16,-15 31-108 0,0 1-47 16,0 0-333-16,0 5 0 15,2 6 0-15,0 10 0 0,-2 6 0 16,0 4 0-16,0-2 0 0,-4 0 0 16,-1-2 0-16,1-2 0 0,-2-5 0 15,4-4 0-15,-2-6 0 0,4-4 0 16,0-2 0-16,0-3 0 15,0-1 0-15,0-4 0 0,6-10 0 16,9-11 0-16,3-8 0 0,5-4 0 16,0 0 0-16,-3 5 0 15,1 4 0-15,-7 2 0 0,-1 9 0 0,-5 7 0 16,-4 5 0-16,-2 3 0 16,0 2 0-16,-2 3 0 0,7 8 0 15,-5 7 0-15,0 4 0 0,-2-1 0 16,0-3 0-16,4-4 0 0,-2-4 0 15,2-4 0-15,0-4 0 0,0-2 0 16,7-1 0-16,1-6 0 0,3-5 0 16,-3-5 0-16,2 0 0 15,-7 1 0-15,3 0 0 0,-2 5 0 16,-4 3 0-16,1 3 0 0,-5 3 0 16,4 0 0-16,-2 2 0 0,2 9 0 15,0 7 0-15,0 8 0 0,-2 2 0 16,-2 3 0-16,4-6 0 0,-4 2 0 15,2-5 0-15,3-1 0 16,1-3 0-16,4-7-177 0,-6-2-1051 16,9-4-361-16</inkml:trace>
  <inkml:trace contextRef="#ctx0" brushRef="#br2" timeOffset="153400.74">20508 12443 4201 0,'0'0'2253'0,"0"0"-1492"0,0 0-89 16,0 0-367-16,-44-28-305 0,34 27 0 16,-4 7 0-16,1 7 0 0,-1 7 0 15,-3 5 0-15,7 1 0 0,0 0 0 16,10-1 0-16,0-5 0 0,4-5 0 15,8-4 0-15,3-6 0 16,3-5 0-16,1-3 0 0,1-9 0 16,-3-4 0-16,0-2 0 0,-7-2 0 15,0-1 0-15,-1 2 0 0,-3 0 0 16,-2 5 0-16,-2 3 0 16,-2 4 0-16,0 5 0 0,0 2 0 15,0 0 0-15,0 8 0 0,2 6 0 16,0 8 0-16,-2 1 0 0,4 2 0 15,0-3 0-15,-2-2 0 0,9-3 0 16,-1-1 0-16,0-4 0 0,3-2 0 16,-5-3-945-16,-2-3-300 0,-2 0-2352 15</inkml:trace>
  <inkml:trace contextRef="#ctx0" brushRef="#br2" timeOffset="154618.45">20764 12432 5722 0,'0'0'1065'16,"0"0"-281"-16,0 0-163 0,0 0-621 15,0 0 0-15,0 0 0 0,35 27 0 16,-14-4 0-16,2 0 0 16,-3 5 0-16,1-1 0 0,0-1 0 15,-1 0 0-15,-3-2 0 0,0-3 0 16,-7-6 0-16,0-4 0 0,1-3 0 15,-7-3-513-15,-2-4-744 0,2-1-2152 0</inkml:trace>
  <inkml:trace contextRef="#ctx0" brushRef="#br2" timeOffset="154784.82">20704 12730 6406 0,'0'0'865'16,"0"0"56"-16,0 0-921 0,0 0 0 15,0 0 0-15,0 0 0 16,58-48 0-16,-10 8 0 0,-1-5 0 16,1 3 0-16,-15 10 0 0,-2 0 0 15,-4 6 0-15,-2 1 0 0,-9 6-257 16,-1 0-1836-16</inkml:trace>
  <inkml:trace contextRef="#ctx0" brushRef="#br2" timeOffset="155318.35">21593 12608 3045 0,'0'0'800'0,"0"0"-316"0,0 0-283 0,2 35 7 16,-2-33 148-16,2 2-80 0,0-2 88 15,-2-1 384-15,0-1-243 0,0 0 63 16,0-1 69-16,-2-6-637 0,-2-2 0 15,-2-7 0-15,2-6 0 16,2-2 0-16,2-3 0 0,6 1 0 16,4-1 0-16,7 3 0 0,1 2 0 15,5 8 0-15,0 5 0 0,0 4 0 16,-1 5 0-16,-1 0 0 16,-2 6-381-16,-3 1-423 0,-3 0-1001 15,-5 0-76-15</inkml:trace>
  <inkml:trace contextRef="#ctx0" brushRef="#br2" timeOffset="155567.93">21858 12612 5418 0,'0'0'992'16,"0"0"337"-16,45-43-876 0,-28 18-453 0,-7-2 0 16,0 0 0-16,-3 1 0 15,-7 2 0-15,-2 3 0 0,-3 5 0 16,-5 8 0-16,4 5 0 0,-9 5 0 15,-3 11 0-15,-3 8 0 16,0 5 0-16,1 6 0 0,3 4 0 16,-1 0 0-16,5-1 0 0,5 2 0 15,8-5 0-15,0-5 0 0,10-2 0 16,9-10 0-16,4-4 0 16,4-7 0-16,4-5 0 0,2-12-629 15,-9 2-628-15,3-8-539 0</inkml:trace>
  <inkml:trace contextRef="#ctx0" brushRef="#br2" timeOffset="155734.84">22145 12176 6430 0,'0'0'1073'16,"-21"62"-393"-16,11-20-671 0,0 3-9 15,4 1 0-15,-1 3 0 0,3-4 0 16,2 2 0-16,2-2 0 0,0-2 0 15,2-5 0-15,2-4-893 16,-2-10-584-16</inkml:trace>
  <inkml:trace contextRef="#ctx0" brushRef="#br2" timeOffset="155884.76">22224 12682 2777 0,'0'0'5415'15,"0"0"-5415"-15,0 0 0 0,0 0 0 16,0 0 0-16,0 0 0 0,0 0-1393 16,0 0-1829-16</inkml:trace>
  <inkml:trace contextRef="#ctx0" brushRef="#br2" timeOffset="156434.82">22926 12515 2797 0,'0'0'2193'0,"0"0"-1281"0,0 0 161 16,-8-43-433-16,4 29-172 0,0 0-359 15,-2-1-109-15,-3 4 0 0,3 1 0 16,-2 5 0-16,4 5 0 0,-2 2 0 15,-5 11 0-15,-5 13 0 0,-1 12 0 16,-1 9 0-16,1 3 0 0,13-4 0 16,0-3 0-16,4-9 0 0,8-8 0 15,2-10 0-15,11-13 0 0,6-11 0 16,2-16 0-16,4-11 0 16,-6-12-1393-16,-2 11-484 0,-9-5-1009 15</inkml:trace>
  <inkml:trace contextRef="#ctx0" brushRef="#br2" timeOffset="156601.9">23036 12139 5650 0,'0'0'832'0,"0"0"549"0,0 0-1052 15,-21 64-329-15,7-18 0 0,-1 8 0 16,3-1 0-16,0-4 0 16,3-1 0-16,5-3 0 0,2-2 0 15,2-8 0-15,0-4 0 0,6-7 0 16,3-5 0-16,1-10-537 0,2-6-1420 15,-1-3-148-15,-3-8-1480 0</inkml:trace>
  <inkml:trace contextRef="#ctx0" brushRef="#br2" timeOffset="156734.9">23086 12536 5298 0,'0'0'1433'0,"-11"42"-869"16,5-19 184-16,2-1-599 0,4-1-149 15,0-2 0-15,0-4 0 0,0-3 0 16,4-1 0-16,-2-7 0 0,2-2-33 15,0-2-1399-15,-2 0-461 16,3-10-1421-16</inkml:trace>
  <inkml:trace contextRef="#ctx0" brushRef="#br2" timeOffset="156852.66">23259 12265 6058 0,'0'0'104'16,"0"0"-100"-16,0 0-8 0,0 0-516 15,17 34-408-15,-17-22-249 0</inkml:trace>
  <inkml:trace contextRef="#ctx0" brushRef="#br2" timeOffset="157201.04">23350 12410 4526 0,'0'0'1056'0,"0"0"-456"15,0 0 121-15,0 0-445 16,0 0 96-16,-45 22 216 0,28-17-535 16,-1-2-53-16,3 2 0 0,-1 0 0 15,3 3 0-15,5 0 0 0,0 3 0 16,1 0 0-16,7-2 0 16,0 4 0-16,9-2 0 0,3-1 0 15,3 0 0-15,5-3 0 0,-1 0 0 16,-3-1 0-16,1 1 0 0,-5-2 0 15,-1 0 0-15,-7-2 0 0,0 1 0 16,-4-1 0-16,0 6 0 0,-6 1 0 16,-9 2 0-16,-1-1 0 0,-5-3 0 15,5-3 0-15,-3-2 0 16,2 0 0-16,5-2 0 0,4 0 0 0,4-1 0 16,1 1 0-16,1 1-409 15,2 0-1056-15,2-1-235 0,9 0-413 0</inkml:trace>
  <inkml:trace contextRef="#ctx0" brushRef="#br2" timeOffset="157585.16">23342 13018 4722 0,'0'0'764'0,"-10"55"-384"0,3-30 296 15,3-9-467-15,0-8 7 0,0-4 192 16,2-4-196-16,-2-4-100 0,0-10 36 16,0-15-148-16,1-12 12 0,3-13-12 15,0-11 4-15,0-4-4 0,7-3 0 16,3-2 40-16,11 7 16 16,6 10 177-16,4 12-233 0,0 8 0 15,-3 10 0-15,-5 7 0 0,-6 6 0 16,-7 5 0-16,0 3 0 0,-5 5 0 15,-1 1 0-15,-2 0 0 16,2 0 0-16,0 7 0 0,0 5 0 16,-4 8 0-16,0 4 0 0,-4 2 0 15,-4 1 0-15,-5-1 0 0,-1 1 0 16,-3-1 0-16,-1-3 0 16,-5 0 0-16,2-3 0 0,-1-5 0 15,3-4 0-15,5-10-389 0,3-2-803 16,7-5 87-16,4-7-404 0</inkml:trace>
  <inkml:trace contextRef="#ctx0" brushRef="#br2" timeOffset="158651.98">24090 12621 2829 0,'0'0'1504'0,"0"0"313"0,0 0-1232 16,0 0-185-16,0 0 216 0,0 0-340 15,0 0-111-15,15-36-165 0,5 8 0 16,5 0 0-16,2 0 0 16,0 5 0-16,-2 5 0 0,-3 9 0 15,-1 8 0-15,-2 4 0 0,-7 10 0 16,-2 6 0-16,-1 6 0 0,-5 1 0 15,6 0 0-15,1-2 0 0,5-5 0 16,3-5 0-16,3-6 0 0,5-5 0 16,-2-3 0-16,-2-11 0 0,-7-5-185 15,-1 0-1360-15,-7-3-1228 0</inkml:trace>
  <inkml:trace contextRef="#ctx0" brushRef="#br2" timeOffset="159568.51">25105 12397 6931 0,'0'0'1080'0,"-23"-49"-899"0,15 26-181 15,-4 9 0-15,-3 6 0 0,-1 4 0 16,-1 4 0-16,-3 11 0 0,-1 9 0 16,-2 8 0-16,-2 9 0 0,7 5 0 15,1 1 0-15,7 5 0 0,6-4 0 16,4 0 0-16,8-9 0 16,11-6 0-16,5-10 0 0,12-11 0 15,5-8 0-15,6-13 0 0,-1-6 0 16,-1-8 0-16,-3-5 0 0,-7-4 0 15,-8-2 0-15,-7 3 0 16,-9-1 0-16,-5 2 0 0,-6-2 0 16,-12 3 0-16,-5 0 0 0,-4 3 0 15,-3 9 0-15,1 6 0 0,4 8 0 16,3 7 0-16,12 0 0 16,4 10-205-16,4 4-863 0,2-1-1417 15,4 4-1005-15</inkml:trace>
  <inkml:trace contextRef="#ctx0" brushRef="#br2" timeOffset="159751.79">25405 12700 8192 0,'0'0'0'16,"0"0"0"-16,0 0 0 0,0 0 0 15,0 0 0-15,0 0 0 16,0 0 0-16,0 0-4311 0</inkml:trace>
  <inkml:trace contextRef="#ctx0" brushRef="#br2" timeOffset="160184.65">25682 12318 2505 0,'0'0'3109'0,"0"0"-1336"16,0 0-968-16,0 0-805 0,0 0 0 15,0 0 0-15,-6 53 0 0,2-8 0 16,-3 5 0-16,1 0 0 0,4-3 0 16,0 1 0-16,2-2 0 0,0-2 0 15,0-5 0-15,0-6 0 0,4-6 0 16,0-10 0-16,3-12-541 0,1-5-2440 16</inkml:trace>
  <inkml:trace contextRef="#ctx0" brushRef="#br2" timeOffset="160668.21">25796 12473 5158 0,'0'0'1240'0,"0"0"-443"0,0 0 200 16,0 0-997-16,0 0 0 0,0 0 0 16,0 0 0-16,16-51 0 0,3 32 0 15,-1 2 0-15,5 0 0 0,-2 3 0 16,-1 3 0-16,1 4 0 0,-4 6 0 16,-3 1 0-16,-4 5 0 15,1 4 0-15,-1 4 0 0,-4 1 0 16,1 7 0-16,-3 3 0 15,-4 5 0-15,0 5 0 0,-7 2 0 16,1 0 0-16,-4 1 0 0,-2-1 0 16,-3-2 0-16,-2-2 0 0,-1-3 0 15,-3-4 0-15,5-4 0 0,-1-6 0 16,3-3 0-16,1-6 0 16,1-6 0-16,4 0 0 0,1-8 0 15,3-5 0-15,4-5 0 0,0-1 0 16,4 1 0-16,5 3 0 0,1 6 0 15,0 5 0-15,1 4 0 0,-1 6 0 16,2 4 0-16,1 6 0 0,-1 3 0 16,3 1 0-16,3 0 0 0,5-3 0 15,2-4 0-15,4-7 0 0,2-6 0 16,-8-4-2074-16,-3-3-2080 0</inkml:trace>
  <inkml:trace contextRef="#ctx0" brushRef="#br2" timeOffset="161268.42">26434 12547 4526 0,'0'0'860'0,"0"0"-4"0,4 38-7 0,-8-10-365 0,-2 5-192 15,0-1 33-15,0 1-325 0,4-5 0 16,0-4 0-16,2-6 0 0,0-6 0 15,0-4 0-15,0-5 0 16,0-3 0-16,0 0 0 0,2-4 0 16,4-10 0-16,4-8 0 0,5-8 0 15,1-2 0-15,3 0 0 0,-1 2 0 16,1 3 0-16,-2 6 0 16,-3 8 0-16,-6 7 0 0,-4 6 0 15,-2 7 0-15,1 8 0 0,-3 14 0 16,0 5 0-16,0 4 0 0,0-4 0 15,0-5 0-15,0-5 0 0,6-3 0 16,2-8 0-16,2-3 0 0,1-8 0 16,-1-2 0-16,2-11 0 0,3-3 0 15,1-9 0-15,1-3 0 0,2-1 0 16,-3 0 0-16,5 1 0 16,-5 6 0-16,-5 4 0 0,-3 9 0 15,-2 6 0-15,0 1 0 0,1 8 0 16,3 10 0-16,0 2 0 0,-2 4 0 15,1-3 0-15,-5-3 0 16,2-5 0-16,2-5 0 0,5-4 0 16,1-4 0-16,1-1-141 0,-1-10-2496 0</inkml:trace>
  <inkml:trace contextRef="#ctx0" brushRef="#br2" timeOffset="161951.15">27371 12625 5902 0,'0'0'677'0,"0"0"515"16,0 0-771-16,0 0-421 0,66 15 0 15,-10-3 0-15,12 0 0 16,0-4 0-16,-6 0 0 0,-2-5 0 16,-2-2 0-16,0-1 0 0,-6-1 0 15,-11-6 0-15,-14 1-245 0,-9-3-1496 16</inkml:trace>
  <inkml:trace contextRef="#ctx0" brushRef="#br2" timeOffset="162634.91">28582 12510 4898 0,'0'0'1276'0,"0"0"-463"0,-6-38 392 0,0 26-1205 0,-5-1 0 15,-1 3 0-15,-5 1 0 0,-3 3 0 16,-1 5 0-16,0 2 0 0,1 5 0 15,3 4 0-15,3 2 0 16,1 0 0-16,7 2 0 0,6 0 0 16,2 0 0-16,13 0 0 0,7 1 0 15,7-1 0-15,9 0 0 16,3-1 0-16,4 0 0 0,-3 3 0 16,-7-1 0-16,-10 3 0 0,-15 0 0 15,-8-1 0-15,-10 3 0 0,-11 2 0 16,-8-1 0-16,-6 2 0 0,-6-3 0 15,-2 0 0-15,-1-3 0 0,5-5 0 16,8-6 0-16,4-6 0 0,15-13-1197 16,6 1-420-16,4-10-688 0</inkml:trace>
  <inkml:trace contextRef="#ctx0" brushRef="#br2" timeOffset="162951.39">28861 12078 5706 0,'0'0'224'15,"0"0"537"-15,0 0-589 16,-27 48 92-16,11-5 132 0,1 10-280 16,-1 4-20-16,-1-1 204 0,-3 1-143 15,-1 2-157-15,-2 0 0 0,0-3 0 16,3-4 0-16,3-8 0 16,3-6 0-16,5-12 0 0,7-9 0 15,2-7 0-15,4-9 0 0,15-6 0 16,6-11 0-16,6-9 0 0,6-8 0 15,-4 2 0-15,0 1 0 0,-8 9 0 16,-8 7 0-16,-7 6 0 0,-8 5 0 16,-2 3 0-16,0 6 0 0,-2 6 0 15,-2 8 0-15,-2 0 0 0,-1 4 0 16,5-6 0-16,2-4 0 16,0-2 0-16,9-3 0 0,3-3-281 15,-2-3-2044-15,5-3-416 0</inkml:trace>
  <inkml:trace contextRef="#ctx0" brushRef="#br2" timeOffset="163218.41">29089 12561 7415 0,'0'0'777'0,"0"0"-777"0,-21-43 0 16,11 40 0-16,-5 4 0 16,-8 10 0-16,-4 6 0 0,-2 8 0 15,-2 5 0-15,5 2 0 0,7 1 0 16,7-1 0-16,7 0 0 0,5-6 0 15,13-1 0-15,5-7 0 0,7-5 0 16,6-7 0-16,2-5 0 0,0-5 0 16,-4-8 0-16,-2-5 0 0,-8-3 0 15,-5-4 0-15,-3-1 0 16,-5-1 0-16,-2 1 0 0,-4-1 0 0,0 4 0 16,-6 3 0-16,-5 4 0 15,-1 6 0-15,4 2 0 0,2 4 0 16,4 1-573-16,2 2-1092 0,0-4-688 15</inkml:trace>
  <inkml:trace contextRef="#ctx0" brushRef="#br2" timeOffset="163467.48">29231 12541 4009 0,'0'0'3478'0,"0"0"-2773"0,-31 41-705 15,21-17 0-15,2 2 0 0,1-1 0 16,7-1 0-16,0-2 0 0,7-2 0 15,1-3 0-15,4-3 0 0,1-4 0 16,-3-3 0-16,2-5 0 0,3 0 0 16,-1-2 0-16,1-4 0 0,3-6 0 15,1-2 0-15,-2-5 0 0,1-4 0 16,1-4 0-16,-3-3 0 0,-3-5 0 16,-1-2 0-16,-4-2 0 15,1-6 0-15,-3 2 0 0,-4 9-389 16,0-2-3357-16</inkml:trace>
  <inkml:trace contextRef="#ctx0" brushRef="#br2" timeOffset="163650.84">29492 12179 3405 0,'0'0'3658'16,"-17"51"-2734"-16,13-20-719 15,2 2-205-15,0 5 0 0,2 1 0 16,0 4 0-16,0-3 0 0,0 4 0 15,0-2 0-15,0-2 0 0,0-6 0 16,0-4 0-16,0-5 0 0,0-10 0 16,0-6 0-16,0-6-589 0,4-9-2284 15</inkml:trace>
  <inkml:trace contextRef="#ctx0" brushRef="#br2" timeOffset="163901.78">29736 12488 6659 0,'0'0'984'0,"0"0"-435"0,0 0-549 15,0 0 0-15,0 0 0 0,0 0 0 16,0 0 0-16,0 0 0 16,-56 2 0-16,25 25 0 0,-2 5 0 15,6 0 0-15,4 1 0 0,11-4 0 16,5-3 0-16,9-5 0 0,11-2 0 15,5-6 0-15,7-4 0 0,2-8 0 16,2-5 0-16,2-9 0 0,0-11 0 16,-2-5 0-16,-6 3-333 0,-5-4-3096 15</inkml:trace>
  <inkml:trace contextRef="#ctx0" brushRef="#br2" timeOffset="164051.79">29893 12082 2629 0,'0'0'5563'0,"-33"57"-5563"16,16-17 0-16,3 9 0 0,-1 2 0 16,-1 5 0-16,5-2 0 0,3-2 0 15,4-1 0-15,4-3 0 0,0-3 0 16,-2-4 0-16,2-10-1842 16,0-8-1527-16</inkml:trace>
  <inkml:trace contextRef="#ctx0" brushRef="#br2" timeOffset="164634.94">30579 12541 2869 0,'0'0'3353'0,"0"0"-2424"0,0 0 47 15,-29-48-911-15,17 33-65 16,-3 1 0-16,3 1 0 0,-1 6 0 16,3 3 0-16,0 5 0 0,-3 10 0 15,-1 9 0-15,-3 5 0 0,-1 7 0 16,5 1 0-16,7-1 0 0,4-1 0 15,8-5 0-15,9-6 0 16,7-7 0-16,9-8 0 0,2-5 0 16,5-9 0-16,-3-7 0 0,-2-3 0 15,-6-1 0-15,-5 1 0 0,-3 0 0 16,-7 6 0-16,-3 5 0 16,-5 3 0-16,-4 5 0 0,0 0 0 15,0 8 0-15,0 9 0 0,0 9 0 16,-6 5 0-16,-1 0 0 0,5-5 0 15,2-8 0-15,2-3 0 0,9-4 0 16,-1-7-493-16,3-4-243 0,1-10-945 16,-4-2-172-16,3-6-1360 0</inkml:trace>
  <inkml:trace contextRef="#ctx0" brushRef="#br2" timeOffset="164818.48">30883 12190 5430 0,'0'0'1016'0,"0"0"-555"15,0 0 367-15,8 46-371 0,-14-3-457 16,-9 9 0-16,-3 6 0 16,-3-1 0-16,2 2 0 0,1 2 0 15,3-3 0-15,5-6 0 0,6-3 0 16,4-11 0-16,8-10 0 16,7-10 0-16,3-11-257 0,1-6-2124 15,0-7-64-15</inkml:trace>
  <inkml:trace contextRef="#ctx0" brushRef="#br2" timeOffset="165167.99">31133 12471 5466 0,'0'0'1133'0,"0"0"-513"15,0 0 353-15,6-36-973 0,-12 34 0 16,-4 1 0-16,-7 1 0 0,-6 0 0 15,3 6 0-15,-1 2 0 16,4-1 0-16,5 3 0 0,4-1 0 16,4 2 0-16,4 1 0 0,2 3 0 15,10 0 0-15,3 1 0 0,1 3 0 16,3-1 0-16,-1-2 0 16,1 4 0-16,-3-2 0 0,1 0 0 15,-7-3 0-15,-3 0 0 0,-7-2 0 16,-3-2 0-16,-9 0 0 0,-5-3 0 15,-3 1 0-15,-5-6 0 0,0-1 0 16,0-2 0-16,3-2 0 0,7-1 0 16,5-1 0-16,6 2 0 0,4-2 0 15,0 3-209-15,10-2-495 16,9-1-609-16,-1-1 109 0,3 1-249 0</inkml:trace>
  <inkml:trace contextRef="#ctx0" brushRef="#br2" timeOffset="165418.63">31354 12517 4794 0,'0'0'1480'16,"0"0"-647"-16,0 0 252 0,0 0-1085 15,0 0 0-15,-35-26 0 0,6 40 0 16,-10 10 0-16,-1 8 0 16,3 5 0-16,6 4 0 0,8 4 0 15,9 2 0-15,12-2 0 0,8-5 0 16,17-2 0-16,8-6 0 0,14-11 0 15,7-7 0-15,6-9 0 0,0-10 0 16,-4-12 0-16,-9-12 0 0,-10-5 0 16,-10-5 0-16,-11-3 0 0,-11-3 0 15,-6-1 0-15,-13-3 0 16,-9 3 0-16,7 13-1073 0,-9 3-540 0</inkml:trace>
  <inkml:trace contextRef="#ctx0" brushRef="#br2" timeOffset="166118.62">28442 13234 5706 0,'0'0'1329'0,"0"0"-817"0,0 0-140 0,0 0-99 15,0 0-273-15,0 0 0 16,-34-34 0-16,18 32 0 0,-5 1 0 16,1 1 0-16,-3 4 0 0,-2 4 0 15,4 2 0-15,3 3 0 0,1 2 0 16,9 1 0-16,4 3 0 0,6 2 0 15,10 2 0-15,5 0 0 16,10 1 0-16,0-1 0 0,6-3 0 16,2-3 0-16,0-2 0 0,-4-2 0 15,-8-1 0-15,-11-2 0 16,-6-1-33-16,-6-2 33 0,-6 1 33 16,-10 0-33-16,-9-1 0 0,-10 1 0 15,-7-5 0-15,3-3 0 0,0-1 0 16,6-6 0-16,10-2 0 0,8-3 0 15,9-1-81-15,6 1-459 0,8-1-665 16,3 2 5-16,3 3-173 0</inkml:trace>
  <inkml:trace contextRef="#ctx0" brushRef="#br2" timeOffset="166401.81">28632 13292 6126 0,'0'0'881'15,"0"0"-5"-15,-38 37-567 16,22-8-309-16,1 10 0 0,5 3 0 16,2 0 0-16,4-1 0 0,6-4 0 15,6-5 0-15,4-5 0 16,9-8 0-16,-2-6 0 0,3-11 0 16,1-6 0-16,0-10 0 0,-4-9 0 15,-1-5 0-15,-5-2 0 0,-3-3 0 16,-2 1 0-16,-4-2 0 0,0-1 0 15,-1 2 0-15,-3 1 0 0,0 5 0 16,0 3-77-16,0 9-111 0,0 6-376 16,2 3-20-16,0 4-101 0,-2 2-1196 15,2 0-200-15</inkml:trace>
  <inkml:trace contextRef="#ctx0" brushRef="#br2" timeOffset="166601.78">28770 13623 4161 0,'0'0'897'0,"0"0"327"0,0 0-539 16,0 0-85-16,0 0 25 0,31-57-625 15,-18 25 0-15,-1-2 0 16,0 2 0-16,3 0 0 0,-3 4 0 16,3 7 0-16,-3 4 0 0,-2 2 0 15,3 3 0-15,3 1 0 0,5 0 0 16,2 1 0-16,4 2-253 0,0 2-1288 15,-9 2-163-15,-1 0-709 0</inkml:trace>
  <inkml:trace contextRef="#ctx0" brushRef="#br2" timeOffset="166918.4">29120 13281 6258 0,'0'0'501'16,"0"0"375"-16,0 0-319 0,0 0-557 16,-15 46 0-16,7-14 0 0,2 5 0 15,1-1 0-15,5-4 0 16,0-4 0-16,7-2 0 0,1-5 0 16,2-1 0-16,1-4 0 0,-3-5 0 15,-2-5 0-15,-2-2 0 0,0-4 0 16,3 0 0-16,3-9 0 0,6-7 0 15,1-8 0-15,4-5 0 0,-3-3 0 16,-1-3 0-16,3-1 0 0,-1-2 0 16,0 3 0-16,-1 5 0 0,-3 8 0 15,-7 6 0-15,-2 6 0 16,-4 4-2522-16,2-1-639 0</inkml:trace>
  <inkml:trace contextRef="#ctx0" brushRef="#br2" timeOffset="167068.26">29372 13390 6911 0,'0'0'936'16,"-15"54"-591"-16,7-21-345 0,2-2 0 15,-2-1 0-15,3-4 0 16,3-4 0-16,2-4 0 0,7-10 0 16,3-6-837-16,-2-2-492 0,2-10-2573 0</inkml:trace>
  <inkml:trace contextRef="#ctx0" brushRef="#br2" timeOffset="167201.1">29585 12944 8192 0,'0'0'0'15,"0"0"0"-15,0 0 0 16,0 0 0-16,0 0 0 0,0 0 0 16,0 0 0-16,-25 39 0 0,17-7-469 15,5-8-2124-15,1-4-865 0</inkml:trace>
  <inkml:trace contextRef="#ctx0" brushRef="#br2" timeOffset="167500.87">29607 13393 6242 0,'0'0'1721'15,"0"0"-1492"-15,0 0-229 0,0 0 0 16,0 0 0-16,17 37 0 0,-15-12 0 15,0 2 0-15,0-2 0 0,2-5 0 16,2 0 0-16,-1-2 0 0,1-1 0 16,0-5 0-16,-2-4 0 0,-2-2 0 15,0-4 0-15,-2 0 0 16,2-1 0-16,0-1 0 0,3-6 0 16,3-9 0-16,4-6 0 0,7-7 0 15,6-1 0-15,4-2 0 0,-5 2 0 16,1 4 0-16,-2 2 0 0,-7 3 0 15,-5 4 0-15,-3 1 0 16,-4 3 0-16,-2 5-2026 0,-2 1-271 0</inkml:trace>
  <inkml:trace contextRef="#ctx0" brushRef="#br2" timeOffset="167767.72">29915 13453 3381 0,'0'0'2869'0,"0"0"-1416"16,0 0-964-16,38 8-489 0,-20-21 0 15,3-2 0-15,0-5 0 0,-1-2 0 16,-1-1 0-16,-3-2 0 0,-1 3 0 16,-7 2 0-16,-2 6 0 0,-6 6 0 15,0 4 0-15,0 2 0 0,-8 2 0 16,-6 3 0-16,-9 10 0 16,-2 7 0-16,-2 7 0 0,6 1 0 15,5-1 0-15,6 4 0 0,3-1 0 16,7 1 0-16,7-2 0 0,9-3 0 15,9-2 0-15,10-6 0 16,4-4 0-16,11-4 0 0,2-9 0 16,-1-2 0-16,-16-5 0 0,-1-8-2154 0</inkml:trace>
  <inkml:trace contextRef="#ctx0" brushRef="#br1" timeOffset="171151.78">4761 7966 3609 0,'0'0'2325'0,"0"0"-1608"0,0 0 175 16,-46-28-324-16,30 19-487 0,-7 0-81 15,-6 4 0-15,-2 1 0 0,-6 4 0 16,-5 8 0-16,3 5 0 0,2 9 0 16,2 5 0-16,8 3 0 0,0 5 0 15,10 0 0-15,13-1 0 0,4-3 0 16,11-3 0-16,3-3 0 15,9-4 0-15,4-2 0 0,6-1 0 16,6-2 0-16,-2 1 0 0,0 0 0 16,-6 3 0-16,-4 2 0 0,-6 2 0 15,-9 4 0-15,-3 1 0 16,-5 1 0-16,-4-1 0 0,-4-1 0 16,-5-2 0-16,-1-1 0 0,-2-2 0 15,-5-3 0-15,-4-2 0 0,-5-1 0 16,-1-3 0-16,-4-6 0 15,2-4 0-15,6-4 0 0,-2-7 0 16,9-6 0-16,5-7 0 0,5-4-425 16,2-2-563-16,4 0 31 0,4 5-1340 15,7 2 300-15</inkml:trace>
  <inkml:trace contextRef="#ctx0" brushRef="#br1" timeOffset="171584.91">4914 8350 5566 0,'0'0'652'0,"0"0"141"0,-9-35 319 15,7 34-1043-15,2 0-69 0,-6 1 0 16,2 8 0-16,-2 11 0 0,-5 14 0 16,5 8 0-16,4 1 0 0,6-1 0 15,11-5 0-15,-3 0 0 0,5-5 0 16,1-5 0-16,5-7 0 15,2-7 0-15,-3-7 0 0,3-5 0 16,2-9 0-16,-6-7 0 0,0-4 0 16,-7-6 0-16,-4-2 0 0,-3-3 0 15,-1 0 0-15,-6 2 0 16,0 2 0-16,-6 4 0 0,-1 2 0 16,3 4 0-16,-4 2-101 0,6 4-339 15,-2 4-84-15,4 3-709 16,0 3-207-16,0 0-918 0</inkml:trace>
  <inkml:trace contextRef="#ctx0" brushRef="#br1" timeOffset="171785.02">5203 8613 3201 0,'0'0'2477'16,"0"0"-1849"-16,0 0-135 0,0 0 303 15,0 0-199-15,0 0-597 0,0 0 0 16,-12-56 0-16,12 24 0 15,2-4 0-15,8 4 0 0,0-1 0 16,5 5 0-16,1 5 0 0,-5 2 0 16,5 4 0-16,-3 0 0 0,5 1 0 15,3 1-845-15,-9 3-1104 16,3 1-1112-16</inkml:trace>
  <inkml:trace contextRef="#ctx0" brushRef="#br1" timeOffset="172052.17">5393 8336 5034 0,'0'0'1036'0,"-6"37"357"15,6-13-664-15,-4 3-729 0,2 2 0 16,2 3 0-16,0 1 0 0,0 2 0 16,2-2 0-16,6-2 0 0,9-5 0 15,-5-5 0-15,7-7 0 0,-3-8 0 16,-1-6 0-16,-3-11 0 15,2-8 0-15,-3-8 0 0,1-5 0 16,3-2 0-16,-11-2 0 0,2-1 0 16,0-1 0-16,-2 1 0 0,-2 5 0 15,3 3 0-15,-1 6 0 16,2 4 0-16,4 3 0 0,-4 4-349 16,9 1-1452-16</inkml:trace>
  <inkml:trace contextRef="#ctx0" brushRef="#br1" timeOffset="172201.96">5693 8365 5694 0,'0'0'1957'16,"-13"49"-1416"-16,7-17-541 0,2 1 0 15,-2-1 0-15,-4-1 0 0,5-5 0 16,1-6 0-16,4-6 0 0,0-8 0 16,4-4 0-16,7-4 0 0,-7-2-1898 15,4-18-523-15</inkml:trace>
  <inkml:trace contextRef="#ctx0" brushRef="#br1" timeOffset="172317.59">5786 7872 7255 0,'0'0'937'0,"0"0"-937"16,0 0 0-16,0 0 0 0,-41 7 0 16,30 8 0-16,5 1 0 0,6-8-1770 15,0-1-1119-15</inkml:trace>
  <inkml:trace contextRef="#ctx0" brushRef="#br1" timeOffset="172785.04">5891 8220 4862 0,'0'0'1244'0,"0"0"-451"0,0 0 347 16,6 38-987-16,-6-5-153 0,0 6 0 16,0 2 0-16,0-4 0 0,5-2 0 15,-1 2 0-15,2-3 0 0,-2-2 0 16,2-2 0-16,1-5 0 0,-3-8 0 16,0-7 0-16,-2-6 0 0,2-4 0 15,2-3 0-15,9-11 0 0,1-15 0 16,5-6 0-16,2-8 0 15,-5-2 0-15,1 3 0 0,-1-1 0 16,-1 0 0-16,4 4 0 0,-1 8 0 16,-7 9 0-16,-3 8 0 0,-2 8 0 15,-8 3-1601-15,2 1-192 16,-2 2-636-16</inkml:trace>
  <inkml:trace contextRef="#ctx0" brushRef="#br1" timeOffset="173051.12">6199 8470 5386 0,'0'0'916'0,"0"0"165"16,44-5-417-16,-32-8-519 0,3-4-145 15,-1-5 0-15,-4-4 0 0,-1-3 0 16,-5-1 0-16,-4 2 0 0,-2 0 0 16,-2 3 0-16,-7 8 0 0,-3 6 0 15,3 5 0-15,-1 7 0 0,2 13 0 16,-1 9 0-16,-5 9 0 0,1 7 0 15,5 3 0-15,4-1 0 16,0-1 0-16,6-4 0 0,6-4 0 16,8-7 0-16,9-6-417 0,4-9-155 15,8-7-305-15,2-5 613 16,5-9-96-16,-16-1-1181 0,5-5-87 0</inkml:trace>
  <inkml:trace contextRef="#ctx0" brushRef="#br1" timeOffset="173234.89">6528 8335 4722 0,'0'0'1260'0,"-6"-35"-491"0,2 22 331 16,-3 2-759-16,-3 5-341 0,-2 4 0 16,-9 3 0-16,0 12 0 0,-3 9 0 15,1 7 0-15,2 5 0 0,0 2 0 16,5 1 0-16,8 0 0 0,6-3 0 16,2-4 0-16,10-5 0 0,6-8 0 15,5-7 0-15,6-9 0 0,4-7 0 16,2-11 0-16,2-7 0 15,-8-5-209-15,-6 6-911 0,-5-4-317 0</inkml:trace>
  <inkml:trace contextRef="#ctx0" brushRef="#br1" timeOffset="173401.89">6586 7868 6366 0,'0'0'1081'15,"0"0"-453"-15,0 0-511 0,0 0-117 16,-2 52 0-16,-2-4 0 15,0 10 0-15,1 5 0 0,3-1 0 16,0 4 0-16,0-1 0 0,7-4 0 16,-1-2 0-16,4-5 0 0,5-10 0 15,-1-6 0-15,3-13-1193 0,-1-12-3333 0</inkml:trace>
  <inkml:trace contextRef="#ctx0" brushRef="#br1" timeOffset="173867.61">7555 8038 5770 0,'0'0'652'0,"0"0"481"0,-37-35-553 0,16 41-523 16,-7 15-57-16,-6 9 0 0,-3 11 0 15,0 6 0-15,6 5 0 16,0 5 0-16,10 1 0 0,9 2 0 16,4-2 0-16,8-6 0 0,6-5 0 15,8-9 0-15,11-12 0 0,8-7 0 16,9-11 0-16,5-8 0 0,1-10 0 15,-3-9-105-15,-8 2-1728 16,-8-4-564-16</inkml:trace>
  <inkml:trace contextRef="#ctx0" brushRef="#br1" timeOffset="174185.21">7746 8311 6102 0,'0'0'905'0,"-21"-33"-181"0,8 25-263 16,-5 8-461-16,-3 8 0 0,-2 11 0 15,-3 9 0-15,1 5 0 16,-6 2 0-16,8 3 0 0,2-3 0 16,11-4 0-16,4-4 0 0,6-6 0 15,8-6 0-15,7-6 0 16,5-6 0-16,5-5 0 0,8-10 0 16,-2-8 0-16,2-5 0 0,-2 0 0 15,-6 0 0-15,-4 5 0 0,-9 5 0 16,-6 4 0-16,-2 5 0 15,-4 5 0-15,0 2 0 0,-6 11 0 16,0 8 0-16,2 4 0 0,-2 2 0 16,2-1 0-16,8-6 0 0,2-3 0 15,4-2 0-15,3-5 0 0,7-3-37 16,1-5-483-16,4-2-64 0,2-9-617 16,-11 2-55-16,5-3-365 0</inkml:trace>
  <inkml:trace contextRef="#ctx0" brushRef="#br1" timeOffset="174535.2">8097 8249 5662 0,'0'0'1829'0,"-8"-39"-1128"0,-1 26-701 15,-1 12 0-15,-11 4 0 16,-3 6 0-16,-3 8 0 0,-4 2 0 16,4 2 0-16,0 0 0 0,6-1 0 15,5-3 0-15,7-4 0 0,7-2 0 16,2 0 0-16,0-3 0 15,13 0 0-15,3-1 0 0,13-1 0 16,2 0 0-16,-2 0 0 0,2 0 0 16,0 2 0-16,-10 0 0 0,0 1 0 15,-5 0 0-15,-10 1 0 0,-2-1 0 16,-4-1 0-16,0-2 0 0,0-2 0 16,-6 2 0-16,-8 2 0 0,-9 3 0 15,-6 2 0-15,-4-1 0 0,-4-3 0 16,6-2 0-16,4-3 0 15,6-3 0-15,7 0 0 0,8-1 0 16,1 0 0-16,5 0-397 0,9-1-191 16,7-1-457-16,7-3 509 0,8 0-4 15,4-4-365-15,-8 3-51 16,-4-2 12-16</inkml:trace>
  <inkml:trace contextRef="#ctx0" brushRef="#br1" timeOffset="174750.89">8165 8461 1768 0,'0'0'2718'15,"48"-24"-1390"-15,-21 11 369 0,-7 0-1016 16,-3-2-681-16,3-2 0 15,1-2 0-15,0-1 0 0,-5-1 0 16,1-3 0-16,-7 2 0 0,-2 4 0 16,-5 2 0-16,-3 8 0 0,-3 3 0 15,-11 5 0-15,-7 12 0 0,-6 9 0 16,-4 12 0-16,-2 5 0 0,2 3 0 16,4-1 0-16,9-2 0 0,5-5 0 15,9-4 0-15,8-8 0 0,13-7 0 16,14-4 0-16,10-9 0 15,9-4 0-15,12-7 0 0,-4-6 0 16,-11 4-1790-16,-1-3-2440 0</inkml:trace>
  <inkml:trace contextRef="#ctx0" brushRef="#br1" timeOffset="175285.13">8816 8188 4309 0,'0'0'1361'0,"0"0"-404"15,0 0-517-15,0 0 148 0,50-56-51 16,-25 26-537-16,2-2 0 0,-1 1 0 16,-1-1 0-16,-4 1 0 0,0 2 0 15,-1 4 0-15,-7 5 0 0,-3 6 0 16,-6 7 0-16,-4 4 0 0,0 3 0 16,0 4 0-16,0 14 0 0,-4 15 0 15,0 14 0-15,-2 11 0 0,-1 6 0 16,1-2 0-16,6 4 0 0,0-5 0 15,9-5 0-15,-1-3 0 16,2-8 0-16,-4-4 0 0,1-6 0 16,-3-6 0-16,-4-4-513 0,0-6-247 15,0-6-509-15,-4-6 173 16,1-6-161-16</inkml:trace>
  <inkml:trace contextRef="#ctx0" brushRef="#br1" timeOffset="175484.95">8765 8640 6490 0,'0'0'1117'0,"-21"38"-532"16,21-20-585-16,14-5 0 0,15-3 0 16,13-4 0-16,16-6 0 0,8-3 0 15,12-7 0-15,3-4 0 0,-9-2 0 16,-2 1 0-16,-14-3 0 15,-18 2-1349-15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16:04.92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4477 5604 5110 0,'0'0'676'15,"-14"-44"-92"-15,-3 23 477 0,-7 7-645 16,-5 4-244-16,-2 8-36 0,-7 3-136 16,7 7 24-16,-6 8-11 0,2 5-13 15,-2 4 0-15,4 5 0 0,2 2 0 16,10 1 0-16,0-1 0 16,7 0 0-16,8-3 0 0,6-1 0 15,4-4 0-15,12-1 0 0,9 0 0 16,8-2 0-16,9-2 0 0,5 0 0 15,-3 1 0-15,-5 1 0 0,-6 3 0 16,-10-1-41-16,-5 1 41 0,-5-1-28 16,-7-1 36-16,-4 1-8 15,-6 0 61-15,-13 3-61 0,-12 3 0 16,-8 3 0-16,-6 0 0 0,-3-1 0 16,1-5 0-16,6-6 0 0,5-9 0 15,14-8 0-15,5-7-229 0,13-10-463 16,8-8-709-16,9-6 129 15,1 6-17-15,11-2-1484 0</inkml:trace>
  <inkml:trace contextRef="#ctx0" brushRef="#br0" timeOffset="500.13">4473 5996 3693 0,'0'0'1761'0,"0"0"-889"0,-27 53 189 16,17-26-517-16,0 0-283 0,4 0-261 15,1-2 0-15,5-2 0 0,5-4 0 16,1-4 0-16,8-5 0 0,3-4 0 16,-1-4 0-16,5-4 0 15,4-8 0-15,2-5 0 0,-7-3 0 16,-3-5 0-16,-5 1 0 0,-1-1 0 16,-3 2 0-16,-8 3 0 0,2 3 0 15,-2 4 0-15,0 4 0 0,-2 3 0 16,2 2 0-16,0 1 0 15,-6 1 0-15,4 0 0 0,-1 7 0 16,3 4 0-16,-4 8 0 0,4 4 0 16,0 3 0-16,4 3 0 0,-4 0 0 15,5 1 0-15,3 3 0 0,0 0 0 16,-4 2 0-16,2 1 0 16,-6 3 0-16,-6 2 0 0,-2 2 0 15,-9-1 0-15,1 0 0 0,-5-5 0 16,1-2 0-16,-7-2 0 0,2-5 0 15,2-5 0-15,3-4 0 0,-5-6 0 16,4-5 0-16,0-4 0 0,3-6 0 16,3-9 0-16,-1-8 0 15,5-12 0-15,7-5 0 0,-2-5 0 16,8-1 0-16,6 0 0 0,9 2 0 16,-1 3 0-16,9 3 0 0,2 2 0 15,4 2 0-15,6 2 0 0,7-1-773 16,-9 9-1832-16,-6-1-633 0</inkml:trace>
  <inkml:trace contextRef="#ctx0" brushRef="#br0" timeOffset="916.42">4938 5977 2625 0,'0'0'4050'0,"0"0"-2606"0,0 0-1371 0,-45-28-73 15,18 22 0-15,0 4 0 0,2 2 0 16,11 1 0-16,4 4 0 15,-1 3 0-15,9 4 0 0,2 2 0 16,0 4 0-16,10-1 0 0,7 1 0 16,8-2 0-16,4-2 0 0,6-2 0 15,2-4 0-15,-2-2 0 0,-4 2 0 16,-8 1 0-16,-6 0 0 16,-9 3 0-16,-6 2 0 0,-6 4 0 15,-9 3 0-15,-7 1 0 0,-7 0 0 16,0 0 0-16,-2-1 0 0,6-5 0 15,-2-5 0-15,7-7 0 0,7-4 0 16,7-11 0-16,4-14-37 0,7 1-2368 16,7-11-368-16</inkml:trace>
  <inkml:trace contextRef="#ctx0" brushRef="#br0" timeOffset="1100.4">5281 5444 6478 0,'0'0'181'16,"0"0"791"-16,0 0-411 15,0 0-561-15,-31 43 0 0,15-9 0 16,-1 8 0-16,3 5 0 0,-1 2 0 16,3 4 0-16,2 4 0 0,-1 2 0 15,1 3 0-15,4-3 0 0,2-2 0 16,-2-7 0-16,1-5 0 16,5-4 0-16,-2-8 0 0,2-5 0 15,-2-9-421-15,2-9-1212 0,-2-6-2877 0</inkml:trace>
  <inkml:trace contextRef="#ctx0" brushRef="#br0" timeOffset="1250.46">5036 6044 5458 0,'0'0'1105'0,"0"0"-497"0,35-38 104 16,-15 29-403-16,1 2-309 0,2 1 0 16,-3 1 0-16,1 0 0 0,2 2 0 15,2 0 0-15,-5 2 0 16,1-2 0-16,-5 1-1882 0,-1 0-963 0</inkml:trace>
  <inkml:trace contextRef="#ctx0" brushRef="#br0" timeOffset="1516.7">5346 6164 6983 0,'0'0'564'0,"47"-4"81"0,-12-8-645 16,2-5 0-16,-3-6 0 0,-3-3 0 15,-5-3 0-15,-5-3 0 0,-6-3 0 16,-5-2 0-16,-6 1 0 0,-4 7 0 16,-8 4 0-16,2 7 0 15,-9 9 0-15,3 8 0 0,1 6 0 16,-5 12 0-16,1 9 0 0,-5 6 0 16,3 9 0-16,1-1 0 0,1-1 0 15,9-6 0-15,6-5 0 16,10-4 0-16,7-5 0 0,8-5-61 15,8-6-179-15,0-4-232 0,2-4-188 16,-12-3-389-16,1-6-1924 0</inkml:trace>
  <inkml:trace contextRef="#ctx0" brushRef="#br0" timeOffset="1949.68">5718 6020 3933 0,'0'0'1769'0,"0"0"-941"16,0 0-135-16,-11 34 223 15,-1-7-863-15,2 0-53 0,-5-1 0 16,5-5 0-16,-1-1 0 0,5-1 0 15,-4-3 0-15,4-2 0 0,4-6 0 16,0-2 0-16,2-5 0 0,0-1 0 16,10-3 0-16,2-9 0 0,13-13 0 15,0-4 0-15,2-6 0 16,-7 3 0-16,-1 4 0 0,-4 3 0 16,-5 6 0-16,0 5 0 0,-8 6 0 15,0 5 0-15,0 2 0 0,-2 1 0 16,0 5 0-16,0 6 0 0,-2 4 0 15,-2 0 0-15,4-2 0 16,-4-2 0-16,2-5 0 0,2-3 0 16,0-2 0-16,0-1 0 0,0 0 0 15,0 0 0-15,2-7 0 0,13-7 0 16,-1-7 0-16,5-5 0 16,1 1 0-16,-3 3 0 0,-3 6 0 15,-3 4 0-15,-5 4 0 0,-2 3 0 16,0 4 0-16,-4 0 0 0,6 1 0 15,-4 5 0-15,7 8 0 0,-7 10 0 16,2 5 0-16,-4 6 0 0,0-1 0 16,-4-3 0-16,2-1 0 15,-5-5 0-15,5-3 0 0,2-3 0 16,0-6 0-16,2-5-1189 0,5-5-1348 0</inkml:trace>
  <inkml:trace contextRef="#ctx0" brushRef="#br0" timeOffset="2733.08">6615 6187 7823 0,'0'0'369'16,"0"0"-369"-16,0 0 0 0,0 0 0 16,0 0 0-16,0 0 0 0,0 0 0 15,0 0 0-15,16-55 0 0,1 13 0 16,8-10 0-16,-5-7 0 0,-1-7 0 16,2-7 0-16,-3-7 0 15,-1 1 0-15,3 8 0 0,1 14 0 16,-4 17 0-16,-1 16 0 0,-5 14 0 15,-5 6 0-15,4 6 0 0,-2 17 0 16,1 12 0-16,-1 12 0 0,-2 11 0 16,-6 8 0-16,0 9 0 15,0 7 0-15,0 4 0 0,0-3 0 16,0-4 0-16,4-4 0 0,2-10 0 16,5-6 0-16,-7-7 0 0,6-10 0 15,-8-12-233-15,2-11-983 16,-4-9-221-16,0-6-2405 0</inkml:trace>
  <inkml:trace contextRef="#ctx0" brushRef="#br0" timeOffset="2899.77">6693 6075 7079 0,'0'0'728'16,"0"0"-343"-16,0 0-385 16,0 0 0-16,38-8 0 0,-16 4 0 15,5-1 0-15,-2 2 0 0,0-2 0 16,2 0 0-16,6-4 0 0,8-4 0 15,0-2 0-15,3-5 0 0,-9 4-813 16,-2-2-2645-16</inkml:trace>
  <inkml:trace contextRef="#ctx0" brushRef="#br1" timeOffset="6499.73">20543 5513 3629 0,'0'0'2669'15,"0"0"-1716"-15,0 0-121 0,0-36-723 16,-2 23-109-16,-6-1 0 0,-3 0 0 16,-3-1 0-16,-9 4 0 0,-2 1 0 15,-8 10 0-15,-2 6 0 0,-2 12 0 16,0 8 0-16,0 6 0 16,3 1 0-16,6 3 0 0,9-5 0 15,7-2 0-15,12-2 0 0,8-3 0 16,8-1 0-16,15-4 0 0,11-2 0 15,5-3 0-15,7-2 0 0,2 0-45 16,-13 2-135-16,-10 4-176 0,-14 1-80 16,-13 2 296-16,-10 1 140 15,-8-2 40-15,-7 2 144 0,-6-2 216 16,-4 0 133-16,-8-2-533 0,0-1 0 16,0-2 0-16,1-4 0 0,5-2 0 15,9-5 0-15,5-2 0 0,7-2 0 16,6-1-965-16,2-2-280 15,2-4-452-15</inkml:trace>
  <inkml:trace contextRef="#ctx0" brushRef="#br1" timeOffset="6966.46">20611 5763 6490 0,'0'0'1049'0,"-22"48"-396"15,13-20-653-15,5-1 0 0,2-2 0 16,4-3 0-16,2 0 0 0,11-5 0 16,1-2 0-16,5-6 0 15,2-4 0-15,1-5 0 0,1-4 0 16,-4-5 0-16,-2-2 0 0,-9-4 0 16,0-3 0-16,-4-1 0 0,-6-2 0 15,0-2 0-15,-2 1 0 0,-2 2 0 16,0 6 0-16,2 5 0 15,2 7 0-15,0 2 0 0,0 0 0 16,0 6 0-16,4 8 0 0,2 5 0 16,1 2 0-16,-3 3 0 0,0 0 0 15,2 3 0-15,0 6 0 0,0 5 0 16,-1 5 0-16,-5 3 0 16,0 4 0-16,-2-1 0 0,-11 2 0 15,-3-1 0-15,-7-4 0 0,-2-4 0 16,-2-5 0-16,-4-8 0 0,0-5 0 15,-2-10 0-15,-2-6 0 0,6-8 0 16,4-8 0-16,5-12 0 0,3-12 0 16,2-8 0-16,11-4 0 15,2 1 0-15,6 5 0 0,9 6 0 16,12 6 0-16,2 0 0 0,8 2 0 16,2 2-1613-16,-4 3-596 0,0 0-1621 15</inkml:trace>
  <inkml:trace contextRef="#ctx0" brushRef="#br1" timeOffset="7283.14">21027 5847 7215 0,'0'0'756'0,"4"-33"-535"0,-4 16-221 0,0 6 0 0,-4 4 0 16,-7 3 0-16,-5 1 0 0,-9 3 0 15,-4 1 0-15,0 7 0 0,6 2 0 16,5 3 0-16,5 0 0 0,7 2 0 15,2 0 0-15,10-2 0 0,9-1 0 16,8 1 0-16,5-5 0 0,6 1 0 16,1-3 0-16,-4 1 0 15,-2 0 0-15,-11 3 0 0,-1 0 0 16,-11 2 0-16,-6 0 0 0,0 1 0 16,-4 1 0-16,-9 0 0 0,-3 0 0 15,-5-1 0-15,-4 0 0 16,-1-2 0-16,-5 0 0 0,2-2 0 15,0-3 0-15,6-4 0 0,4-3-161 16,7-12-727-16,6 0-1245 0,6-8-180 16</inkml:trace>
  <inkml:trace contextRef="#ctx0" brushRef="#br1" timeOffset="7466.2">21269 5362 6911 0,'0'0'1281'15,"0"0"-1281"-15,0 0 0 0,0 0 0 16,-15 56 0-16,9-12 0 0,-2 9 0 16,-1 5 0-16,7 1 0 15,-2 7 0-15,0-1 0 0,2-1 0 16,-2-6 0-16,0-5 0 0,2-8 0 16,-2-11 0-16,-1-12-601 0,-1-8-1684 0</inkml:trace>
  <inkml:trace contextRef="#ctx0" brushRef="#br1" timeOffset="7600.32">21070 5813 7271 0,'0'0'520'0,"0"0"-200"0,46-20-239 16,-24 16-81-16,3-2 0 0,-4 0 0 0,4 1 0 16,-3-1 0-16,3-3 0 15,-2-1 0-15,-2-5 0 0,-3 4-2274 16</inkml:trace>
  <inkml:trace contextRef="#ctx0" brushRef="#br1" timeOffset="8051.23">21393 5864 5906 0,'0'0'897'0,"0"0"-209"0,0 0 13 15,0 0-701-15,0 0 0 0,0 0 0 16,0 0 0-16,53-18 0 0,-22-4 0 16,-4 0 0-16,-4-2 0 15,-4 3 0-15,-3 1 0 0,-3 2 0 16,-7 5 0-16,-6 5 0 0,-9 1 0 16,-5 7 0-16,-9 7 0 0,-2 12 0 15,-3 11 0-15,-3 6 0 0,2 6 0 16,2 0 0-16,8-1 0 15,9-5 0-15,8-6 0 0,6-4 0 16,16-7 0-16,5-7 0 0,8-6 0 16,5-6 0-16,5-6 0 0,0-8 0 15,-3-6-717-15,-9 3-1288 0,-7-3-716 16</inkml:trace>
  <inkml:trace contextRef="#ctx0" brushRef="#br1" timeOffset="8466.21">21752 5801 5266 0,'0'0'1953'15,"0"0"-1301"-15,-20 52-331 0,11-31-321 16,1 1 0-16,4-2 0 0,-2 0 0 16,2-3 0-16,-1-3 0 15,5-5 0-15,-2-3 0 0,2-2 0 16,0-1 0-16,0-3 0 0,5 0 0 16,3-14 0-16,10-10 0 0,3-9 0 15,6-4 0-15,-2 1 0 16,-5 4 0-16,-3 5 0 0,-7 9 0 15,-3 8 0-15,-7 8 0 0,0 2 0 16,0 10 0-16,-5 10 0 0,-1 5 0 16,0 5 0-16,0-3 0 0,6-4 0 15,0-1 0-15,0-6 0 0,2-4 0 16,2-6 0-16,0-4 0 16,4-2 0-16,5-5 0 0,7-11 0 15,3-7 0-15,-2-3 0 0,0 0 0 16,-5 2 0-16,-1 4 0 0,-7 7 0 15,-4 4 0-15,0 5 0 0,-4 4 0 16,0 0 0-16,0 6 0 0,2 9 0 16,2 13 0-16,-4 8 0 15,4 3 0-15,1-2 0 0,-1-8 0 16,4-4 0-16,2-6 0 0,1-5 0 16,1-6 0-16,-2-4 0 0,1-4-2502 0</inkml:trace>
  <inkml:trace contextRef="#ctx0" brushRef="#br1" timeOffset="8883.24">22838 5557 6919 0,'0'0'1024'0,"-7"41"-775"0,1-5-249 0,-6 9 0 16,8 2 0-16,-3-2 0 0,7-2 0 15,0-2 0-15,5-4 0 0,-1-6 0 16,2-4 0-16,0-5 0 0,-2-5 0 15,-2-6-141-15,0-6-947 0,0-5-2246 0</inkml:trace>
  <inkml:trace contextRef="#ctx0" brushRef="#br1" timeOffset="9333.56">22792 5400 6895 0,'0'0'40'0,"0"0"892"0,0 0-836 16,0 0-24-16,0 0 85 0,39-5-157 16,-10 2 0-16,4-2 0 0,0 1 0 15,1 3 0-15,-1 1 0 16,0 7 0-16,-4 5 0 0,2 5 0 16,-11 3 0-16,-5 3 0 0,-7 0 0 15,-4 2 0-15,-4 0 0 0,-10 0 0 16,-1-1 0-16,-5-1 0 0,-5-1 0 15,-4-2 0-15,1-4 0 0,1-1 0 16,0-2 0-16,5-4 0 0,5-1 0 16,3-4 0-16,8 0 0 15,2-3 0-15,0 1 0 0,10 2 0 16,7 1 0-16,3 2 0 0,3-2 0 16,-2 1 0-16,-7 0 0 0,3 4 0 15,-3 5 0-15,-1 7 0 0,-3 1 0 16,-2 6 0-16,-6 0 0 0,-2 1 0 15,0 3 0-15,-6-3 0 16,-2-1 0-16,-5-4 0 0,-3-3 0 16,-3-4 0-16,-6-3 0 0,-3-4 0 15,-8-3 0-15,-3-5 0 0,-2-3 0 16,4-3 0-16,-3-10 0 16,13 1 0-16,-2-8-841 0</inkml:trace>
  <inkml:trace contextRef="#ctx0" brushRef="#br1" timeOffset="14883.52">23468 5974 3037 0,'0'0'2465'15,"0"0"-1829"-15,33-7 653 0,-2 0-524 16,4-3-765-16,5 2 0 0,3 0 0 16,2-2 0-16,3 7 0 15,-5 0 0-15,-1 3 0 0,-3 0 0 16,-6 0 0-16,-2-1 0 0,-4-5 0 15,-4-5 0-15,-9 2 0 0,-4-9-2270 0</inkml:trace>
  <inkml:trace contextRef="#ctx0" brushRef="#br1" timeOffset="16232.84">24801 5421 3441 0,'0'0'2977'0,"0"0"-1712"16,-35 24-756-16,19 6-509 0,-1 12 0 16,-2 7 0-16,7 6 0 0,4 1 0 15,4-1 0-15,4 0 0 16,6-2 0-16,-2-1 0 0,0-4 0 16,2-4 0-16,1-7 0 0,-1-3 0 15,0-10-797-15,-2-7-804 0,-2-6-692 0</inkml:trace>
  <inkml:trace contextRef="#ctx0" brushRef="#br1" timeOffset="16899.68">25134 5802 2689 0,'0'0'2001'0,"0"0"-965"0,0 0 317 0,0 0-529 0,-6-47-535 0,0 30-289 16,0 4 0-16,-1 6 0 15,3 5 0-15,-2 3 0 0,-6 11 0 16,-7 19 0-16,-6 13 0 0,4 8 0 15,5 2 0-15,10-9 0 0,4-4 0 16,4-6 0-16,4-9 0 16,4-6 0-16,7-10 0 0,1-6 0 15,5-4 0-15,0-8 0 0,2-7 0 16,0-4 0-16,-5-4 0 0,-3 0 0 16,-5-1 0-16,-6-1 0 15,1-2 0-15,-7-2 0 0,4-2 0 16,-8 3 0-16,1 2 0 0,-7 7 0 15,-2 4 0-15,-1 7 0 0,1 4 0 16,4 1-1117-16,6 3-464 0</inkml:trace>
  <inkml:trace contextRef="#ctx0" brushRef="#br1" timeOffset="17316.98">25242 5951 7175 0,'0'0'948'0,"-11"41"-879"15,9-17-69-15,2-1 0 0,0-2 0 16,0-2 0-16,4-3 0 16,7-4 0-16,1-4 0 0,7-5 0 15,1-3 0-15,-1-9 0 0,2-4 0 16,-3-6 0-16,-1-5 0 0,-5-3 0 16,-1-3 0-16,-3 0 0 15,-2 0 0-15,-4 5 0 0,0 10 0 16,-2 4 0-16,0 8 0 0,-2 3 0 15,-2 3 0-15,2 8 0 0,2 6 0 16,0 6 0-16,2 4 0 0,4-2 0 16,4-6 0-16,3-3 0 0,5-4 0 15,3-3 0-15,4-4 0 0,-2-4 0 16,1-1 0-16,-3-6 0 0,-4-1 0 16,-3 0 0-16,-1-4 0 15,-3-2 0-15,0-4 0 0,1-6 0 16,-5-3 0-16,2-5 0 0,0-6 0 15,-4-3 0-15,-4 0 0 0,0 3 0 16,0 10 0-16,0 11 0 16,0 8 0-16,0 5 0 0,0 2 0 15,0 1 0-15,0 7-657 0,0 3-896 16,0 4-152-16</inkml:trace>
  <inkml:trace contextRef="#ctx0" brushRef="#br1" timeOffset="17749.53">25729 5956 4634 0,'0'0'1204'0,"44"2"-83"16,-13-10-105-16,-2-6-799 0,-2-1-217 16,-3-4 0-16,-5-1 0 0,-4-1 0 15,-7 1 0-15,-4-1 0 0,-4 1 0 16,0-1 0-16,-6 5 0 16,-5 2 0-16,1 3 0 0,-2 5 0 15,1 6 0-15,-3 10 0 0,-1 7 0 16,-5 10 0-16,-1 7 0 0,-2 4 0 15,3 2 0-15,3 2 0 0,5-3 0 16,8-3 0-16,4-6 0 16,12-5-45-16,9-8-107 0,8-7 104 15,4-4 48-15,2-6 4 0,-2-1 0 16,0-6-4-16,-2-2 0 16,-6 0-60-16,-5 0-156 0,-3 2-180 15,-5 4 264-15,-3 2 120 0,-3 1-8 16,-2 3-8-16,0 1 28 0,0 0 108 15,2-1 88-15,-3 0 60 0,-1-3 160 16,2-3-291-16,2-7-125 0,-2-8 0 16,2-7 0-16,-2-4 0 0,1 0 0 15,-1 4 0-15,2 1 0 0,2 4 0 16,2 1 0-16,1 0 0 0,3 3 0 16,3-1 0-16,3-1 0 15,5-1 0-15,4 0 0 0,6 0 0 16,1-1 0-16,-10 5 0 0,-1-2-281 15</inkml:trace>
  <inkml:trace contextRef="#ctx0" brushRef="#br1" timeOffset="18800.73">27125 5581 4365 0,'0'0'1553'0,"0"0"-832"0,14-33-69 16,-14 31 168-16,0 2-739 0,0 5-81 15,-8 11 0-15,-7 20 0 0,-7 10 0 16,-5 11 0-16,2 0 0 0,6-4 0 15,5-3 0-15,6-5 0 16,4-5 0-16,4-7 0 0,4-7 0 16,8-7 0-16,3-9 0 0,7-8 0 15,5-7 0-15,6-13 0 0,2-7 0 16,-1-6 0-16,-1-3 0 0,-7 3 0 16,-7 0 0-16,-2 8 0 15,-7 8 0-15,-6 6 0 0,-4 7 0 16,0 5 0-16,-6 12 0 0,-2 11 0 15,-3 7 0-15,3 2 0 0,2-4 0 16,6-8 0-16,2-6 0 0,6-4 0 16,7-3 0-16,1-5 0 0,5-4 0 15,-1-2 0-15,3-8 0 0,0-6 0 16,0-6 0-16,-3-7 0 0,5-6 0 16,-2-5 0-16,-2-2 0 15,-3-4 0-15,-5 0 0 0,-5 0 0 16,-8 2 0-16,-2 4 0 0,-4 6 0 15,-3 9 0-15,5 10 0 0,-2 7 0 16,2 6 0-16,-4 1 0 16,1 9 0-16,3 12 0 0,2 7-445 15,2-3-647-15,2 0-1902 0</inkml:trace>
  <inkml:trace contextRef="#ctx0" brushRef="#br1" timeOffset="19134.72">27633 5996 6863 0,'0'0'1144'0,"0"0"-959"0,0 0-185 0,-43-32 0 0,26 32 0 15,-1 6 0-15,-1 5 0 0,1 2 0 16,3 6 0-16,3 2 0 16,5 2 0-16,7 4 0 0,3-1 0 15,9 1 0-15,7-3 0 0,3-4 0 16,7-5 0-16,0-7 0 16,0-6 0-16,0-6 0 0,-4-9 0 15,-9-5 0-15,-7-5 0 0,-7-2 0 16,-6-2 0-16,-9 1 0 0,-5 1 0 15,-9 4 0-15,-8 3 0 0,4 5-297 16,-5 0-3224-16</inkml:trace>
  <inkml:trace contextRef="#ctx0" brushRef="#br1" timeOffset="29266.62">22699 11427 1996 0,'0'0'1577'0,"0"0"-424"16,0 0 627-16,0 0-859 0,0 0-156 16,0 0-765-16,0 0 0 0,0 0 0 15,-19 59 0-15,19-9 0 0,0 4 0 16,7 2 0-16,3-5 0 16,0-2 0-16,-1-1 0 0,1-1 0 15,-4-4 0-15,0-5 0 0,1-6 0 16,1-10 0-16,-6-7 0 0,6-9-997 15,-4-6-376-15,-2-7-2321 0</inkml:trace>
  <inkml:trace contextRef="#ctx0" brushRef="#br1" timeOffset="29449.99">22691 11463 4317 0,'0'0'2582'0,"0"0"-1718"0,0 0-435 15,0 0-429-15,-8 43 0 0,16-21 0 16,4 3 0-16,3 0 0 0,1-2 0 16,5-2 0-16,6 0 0 0,-2 0 0 15,1-2 0-15,1-1 0 0,-6-3-337 16,-9-6-3036-16</inkml:trace>
  <inkml:trace contextRef="#ctx0" brushRef="#br1" timeOffset="29900.32">22885 11757 6550 0,'0'0'1049'0,"0"0"-456"0,0 0-593 15,0 0 0-15,29-36 0 0,-8 4 0 16,-1-3 0-16,-1-2 0 0,-2 5 0 15,-1-2 0-15,1 2 0 16,-1 0 0-16,-1 6 0 0,-5 8 0 16,0 5 0-16,-6 8 0 0,-2 5 0 15,1 0 0-15,-1 0 0 0,0 8 0 16,-2 8 0-16,0 11 0 0,-2 10 0 16,0 8 0-16,-1 2 0 0,1 3 0 15,0 5 0-15,2-2 0 0,0 0 0 16,0-4 0-16,2-6 0 15,3-7 0-15,-1-8 0 0,2-9-241 16,-2-8-1988-16,0-10-596 0</inkml:trace>
  <inkml:trace contextRef="#ctx0" brushRef="#br1" timeOffset="30166.6">23216 11572 6414 0,'0'0'737'0,"0"0"91"16,-25 57-615-16,19-20-213 0,0 1 0 16,6-2 0-16,0-1 0 0,10-3 0 15,2-5 0-15,5-3 0 0,4-6 0 16,3-5 0-16,3-9 0 0,-2-4 0 16,-2-9 0-16,-5-4 0 0,-5-6 0 15,-1-4 0-15,-8-1 0 0,5-3 0 16,-5-1 0-16,0-3 0 0,-2 1 0 15,2 2 0-15,-2 7 0 16,2 6 0-16,-2 7 0 0,-2 5 0 16,0 3 0-16,0 0-417 0,2 0-1404 15</inkml:trace>
  <inkml:trace contextRef="#ctx0" brushRef="#br1" timeOffset="30400.44">23588 11699 3305 0,'0'0'4714'0,"0"0"-4541"0,0 0-173 16,0 0 0-16,-41-27 0 0,26 22 0 15,1 5 0-15,-3 11 0 0,1 7 0 16,1 5 0-16,1 6 0 0,5-2 0 16,5 0 0-16,4-3 0 0,8-2 0 15,3-1 0-15,5-4 0 16,3-3 0-16,2-4 0 0,-1-5 0 15,1-5 0-15,8-5 0 0,-4-8 0 16,0-6-1209-16,-9 5-760 0,-1-4-1141 0</inkml:trace>
  <inkml:trace contextRef="#ctx0" brushRef="#br1" timeOffset="30699.89">23743 11382 3569 0,'0'0'2825'16,"0"0"-2148"-16,-12 53-45 0,1-12-188 15,-1 9-399-15,-1 0-45 16,3 2 0-16,4 0 0 0,2 0 0 16,4-4 0-16,0-5 0 0,2-5 0 15,0-6 0-15,2-11 0 0,-2-9 0 16,-2-6 0-16,4-5 0 0,0-5 0 16,3-11 0-16,5-15 0 0,4-7 0 15,1-3 0-15,0 2 0 0,-3 12 0 16,-4 6 0-16,-3 8 0 15,-3 9 0-15,-2 3 0 0,4 9 0 16,-2 11 0-16,-2 7 0 0,2 3 0 16,-2-1 0-16,0-6 0 0,5-4 0 15,1-1 0-15,4-4 0 0,-1-7-53 16,3-3-4213-16</inkml:trace>
  <inkml:trace contextRef="#ctx0" brushRef="#br1" timeOffset="31300.38">24491 11277 6947 0,'0'0'708'0,"0"0"-171"0,0 0-537 16,-14 44 0-16,-1 2 0 0,-1 10 0 16,-3 3 0-16,7-2 0 0,-1-1 0 15,5-1 0-15,8-3 0 16,0-4 0-16,0-5 0 0,0-8 0 15,0-8 0-15,6-9 0 0,-4-7 0 16,0-7 0-16,3-4 0 0,1-3 0 16,6-10 0-16,9-13 0 0,2-10 0 15,1-8 0-15,1-1 0 0,0 6 0 16,-6 11 0-16,-5 9 0 16,-4 12 0-16,-5 7 0 0,-1 1 0 15,2 11 0-15,0 7 0 0,0 4 0 16,-2 5 0-16,-2 5 0 0,1-1 0 15,-3 2 0-15,0 0 0 16,0-6 0-16,-3 1 0 0,3-7 0 16,0-2 0-16,3-9-45 0,7-8-1427 15,-2-3-49-15,2-8-328 0</inkml:trace>
  <inkml:trace contextRef="#ctx0" brushRef="#br1" timeOffset="31449.65">24791 11673 7731 0,'0'0'461'0,"0"0"-461"15,0 0 0-15,0 0 0 0,-21 34 0 16,9-4 0-16,0 5 0 0,1-3 0 16,7-9 0-16,2-2 0 0,4-4 0 15,2-8 0-15,2-4-269 16,-1-4-1328-16,1-6-4717 0</inkml:trace>
  <inkml:trace contextRef="#ctx0" brushRef="#br1" timeOffset="31566.34">24932 11359 6699 0,'0'0'92'0,"0"0"4"16,0 0 32-16,0 0-128 0,0 0-276 15,-9 51-397-15,7-24-251 0,2-4-1337 16</inkml:trace>
  <inkml:trace contextRef="#ctx0" brushRef="#br1" timeOffset="31949.99">25025 11755 1956 0,'0'0'2458'16,"0"0"-578"-16,-9-39-1307 0,1 20-193 15,0-3 264-15,-3 0-343 16,-1-3-301-16,0 5 0 0,-1 4 0 16,3 7 0-16,-3 9 0 0,3 6 0 15,0 8 0-15,-5 10 0 0,3 3 0 16,4 4 0-16,1 0 0 15,7-4 0-15,5-7 0 0,7-3 0 16,2-6 0-16,9-7 0 0,0-4 0 16,-2-1 0-16,-1-8 0 0,-5-1 0 15,-3 1 0-15,-6 0 0 0,1 4 0 16,-7 3 0-16,0 2 0 0,0 6 0 16,-3 13 0-16,-5 14 0 0,-4 11 0 15,-3 7 0-15,1 1 0 0,1-3 0 16,1 0 0-16,-2-1 0 15,1-3 0-15,-1-2 0 0,-3-3 0 16,-1-5 0-16,-1-5 0 0,0-6 0 16,1-9 0-16,5-9 0 0,3-13 0 15,8-15 0-15,2-16-137 0,8-19-579 16,7-19-661-16,-3 13-83 16,5-13-313-16</inkml:trace>
  <inkml:trace contextRef="#ctx0" brushRef="#br1" timeOffset="32283.39">25163 11289 536 0,'0'0'272'0,"0"0"2029"16,0 0-948-16,0 0-137 0,0 0 277 16,0 0-997-16,0 0-88 0,-2 48-291 15,-2-9-117-15,4 2 0 0,0 3 0 16,0 5 0-16,-2 2 0 0,-2 5 0 16,2 0 0-16,-5 1 0 0,-3-5 0 15,-2-4 0-15,-3-5 0 0,-1-6 0 16,1-10 0-16,5-9 0 0,4-9 0 15,4-7 0-15,2-2 0 16,4-13 0-16,10-15 0 0,9-7 0 16,4-7 0-16,0 1 0 0,2 7 0 15,-9 10 0-15,-7 8 0 0,-7 8 0 16,-4 7 0-16,-2 1 0 16,0 0 0-16,0 1 0 0,0 11 0 15,-4 7 0-15,-4 5 0 0,3 3 0 16,3-3 0-16,2-3 0 0,0-2 0 15,7-4 0-15,1-2 0 16,2-2 0-16,3-5-429 0,1-3-988 16,-4-3 149-16,3-1-265 0</inkml:trace>
  <inkml:trace contextRef="#ctx0" brushRef="#br1" timeOffset="32633.7">25355 11847 3497 0,'0'0'2013'0,"0"0"-392"15,11-51-765-15,-5 27-651 0,2 1-205 16,0-1 0-16,1 4 0 15,-3 2 0-15,-4 5 0 0,0 5 0 16,-2 2 0-16,0 4 0 0,-4 1 0 16,-2 4 0-16,-5 13 0 0,-3 13 0 15,-3 6 0-15,5 1-301 0,8-5 21 16,4-12 24-16,10-2 188 16,5-6 56-16,5-2-32 0,3-4-48 15,2-2 60-15,-2-3 8 0,-3 0-4 16,-3-3 28-16,-5 0-4 0,-6 2 16 15,-2 1-12-15,-1 0 0 16,-1 1-36-16,0 3 36 0,0-1 20 16,0 3 16-16,0-2 80 0,0-2 176 15,2-2-36-15,0-2 100 0,0-9-267 16,0-9-89-16,3-6 0 0,-1-5 0 16,-2 1 0-16,2-1 0 0,2 1 0 15,3 0 0-15,-3 1 0 16,4 3 0-16,7-1 0 0,0 0 0 15,3-3 0-15,-5 8-293 0,6-5-2512 0</inkml:trace>
  <inkml:trace contextRef="#ctx0" brushRef="#br1" timeOffset="33116.81">26151 11800 5242 0,'0'0'608'0,"0"0"-120"0,0 0 289 16,-41-17-389-16,33 5 24 0,1-7-135 15,3-6-277-15,4-3 0 0,4-3 0 16,11 0 0-16,5 2 0 0,3 0 0 16,4 5 0-16,0 6 0 0,-4 6 0 15,-3 5 0-15,-3 5 0 0,-7 2-261 16,-1 0-1075-16,-1 1-397 0</inkml:trace>
  <inkml:trace contextRef="#ctx0" brushRef="#br1" timeOffset="33383.91">26368 11746 5858 0,'0'0'853'15,"35"-29"239"-15,-10 2-703 0,-6 0-389 16,-1-4 0-16,-7-1 0 15,-5 0 0-15,-4 1 0 0,-2 5 0 16,-8 4 0-16,-1 8 0 0,-3 7 0 16,0 7 0-16,-5 8 0 0,-2 13 0 15,-3 8 0-15,-5 6 0 0,2 5 0 16,2 0 0-16,5-2 0 0,7-3 0 16,11-5 0-16,9-6 0 0,13-5 0 15,9-5 0-15,11-7 0 16,3-5 0-16,7-5 0 0,-3-8-69 0,-9 0-2468 15,-5-5-2277-15</inkml:trace>
  <inkml:trace contextRef="#ctx0" brushRef="#br1" timeOffset="33733.56">26771 11536 5266 0,'-33'2'880'0,"0"-1"241"16,-4 0-597-16,2 3-272 0,-2 0-103 16,3 2-149-16,6 1 0 0,7-2 0 15,8 0 0-15,9-1 0 0,2-1 0 16,6 4 0-16,11 5 0 0,14 3 0 16,12 0 0-16,9-3 0 0,-3-4 0 15,-1-1 0-15,-5 0 0 16,-4 1 0-16,-8 2-105 0,-6 0 53 15,-11 1 40-15,-3 0 24 0,-7 0 80 16,-2 0-27-16,-11 0-65 0,-3 2 0 16,-7 0 0-16,-8 1 0 0,-6 0 0 15,-6-1 0-15,-3-1 0 0,-1-1 0 16,6 0 0-16,6-3 0 16,6-3 0-16,10-1 0 0,9-2-425 15,8-2-483-15,4 0-1373 0,11-7-777 16</inkml:trace>
  <inkml:trace contextRef="#ctx0" brushRef="#br1" timeOffset="34283.76">26829 12141 5962 0,'-12'42'705'0,"6"-6"-345"0,3 5 500 16,-1-8-624-16,2-3-167 0,0-5-69 15,0-4 0-15,0-8 0 0,0-5 0 16,0-4 0-16,0-4 0 0,0-4 0 16,0-12 0-16,2-17 0 0,2-12 0 15,6-11 0-15,2-8 0 0,1-5 0 16,1-7 0-16,1-4 0 15,3 0 0-15,3 3 0 0,8 7 0 16,2 14 0-16,4 13 0 0,0 11 0 16,-2 14 0-16,-4 7 0 0,-5 6 0 15,-3 5 0-15,-7 8 0 16,-3 4 0-16,-5 5 0 0,-2 4 0 0,-2 2 0 16,-6 3 0-16,-5 1 0 15,-7 3 0-15,-5 2 0 0,-8 0 0 16,-2-2 0-16,0-4 0 0,4-5 0 15,6-8 0-15,11-7 0 16,5-3 0-16,7-4-685 0,15-7-936 16,-3 0 217-16,11-3 95 0</inkml:trace>
  <inkml:trace contextRef="#ctx0" brushRef="#br1" timeOffset="34583.5">27276 11637 5954 0,'0'0'1681'0,"0"0"-1124"0,-46-39-557 16,34 31 0-16,4 3 0 0,-1 1 0 16,-1 4 0-16,-2 8 0 0,-5 7 0 15,0 11 0-15,1 7 0 16,6 4 0-16,1 2 0 0,7-2 0 16,4-1 0-16,11-6 0 0,7-5 0 15,7-5 0-15,4-8 0 0,4-7 0 16,-4-5 0-16,-2-7 0 15,-6-6 0-15,-8-4 0 0,-7-4 0 16,-2-3 0-16,-4-2 0 0,-2-1 0 16,0 1 0-16,-4 1-213 0,0 5-119 15,2 7 4-15,0 4 108 0,2 6-196 16,2 3-65-16,4 3-27 0,2 7-240 16,0 1-393-16,-1 4-219 0</inkml:trace>
  <inkml:trace contextRef="#ctx0" brushRef="#br1" timeOffset="34799.85">27373 11843 3289 0,'0'0'1665'0,"0"0"-537"16,0 0 1-16,0 0-625 0,0 0-240 16,0 0-51-16,0 0-213 0,-6-56 0 15,26 23 0-15,3-3 0 0,0-1 0 16,-3 4 0-16,-1 7 0 16,-7 9 0-16,-3 8 0 0,-7 5 0 15,0 3 0-15,-2 1 0 0,0 9 0 16,-4 8 0-16,-2 13 0 15,-1 5 0-15,1 2 0 0,4-2 0 16,4-7 0-16,4 0 0 0,5-5 0 16,3-1 0-16,1-5 0 0,3-4-969 15,-1-4-536-15,-1-7-516 0</inkml:trace>
  <inkml:trace contextRef="#ctx0" brushRef="#br1" timeOffset="35132.85">27803 11641 5730 0,'0'0'692'0,"0"0"1"16,6-41 135-16,-6 34-579 0,0 4-249 16,0 0 0-16,-4 1 0 0,-11 2 0 15,-5 5 0-15,-9 2 0 0,0 6 0 16,2 0 0-16,6 0 0 16,5 0 0-16,3 1 0 0,5-1 0 15,4 1 0-15,4 1 0 0,8 1 0 16,5 0 0-16,7 1 0 15,3-2 0-15,4-2 0 0,2 1 0 16,0-3 0-16,-2-2 0 0,-5-2 0 16,-7-1 0-16,-7-2 0 0,-4-1 0 15,-2 1 0-15,-2 1 0 0,-4 1 0 16,-8 1 0-16,-13 0 0 0,-6-1 0 16,-4-4 0-16,-2-2 0 0,6-2 0 15,4 0 0-15,4-2 0 0,6 3 0 16,7-1-113-16,6 2-603 15,4 0-741-15,0-1 89 0,8-2-349 0</inkml:trace>
  <inkml:trace contextRef="#ctx0" brushRef="#br1" timeOffset="35383.93">27939 11750 4538 0,'0'0'1336'16,"0"0"-443"-16,42-40 471 0,-30 23-1303 15,4-1-61-15,1-3 0 0,2-2 0 16,-1-2 0-16,-3-1 0 0,-3 3 0 15,-8 2 0-15,0 7 0 16,-4 6 0-16,-4 7 0 0,-10 4 0 16,-9 9 0-16,-8 8 0 0,-2 9 0 15,2 5 0-15,2 3 0 0,2 1 0 16,6 0 0-16,11-3 0 0,6-3 0 16,6-3 0-16,13-2 0 0,5-3 0 15,9-5 0-15,6-6 0 16,11-6 0-16,3-5 0 0,5-2 0 15,-10-2 0-15,-9-4-2370 0</inkml:trace>
  <inkml:trace contextRef="#ctx0" brushRef="#br1" timeOffset="37633.33">28683 11193 5842 0,'0'0'945'0,"0"0"-249"0,0 0 13 15,0 0-709-15,0 0 0 0,0 0 0 16,23 55 0-16,-19-20 0 0,0 3 0 16,1 0 0-16,-3 1 0 0,2 1 0 15,-4 0 0-15,0-2 0 16,0-3 0-16,-6-5-165 0,1-8-1287 15,1-6-3551-15</inkml:trace>
  <inkml:trace contextRef="#ctx0" brushRef="#br1" timeOffset="37784.89">28661 11889 7243 0,'0'0'949'0,"0"0"-949"0,0 0 0 16,-2 46 0-16,2-35 0 0,0-6 0 16,0-3-1473-16,2-11-2129 0</inkml:trace>
  <inkml:trace contextRef="#ctx0" brushRef="#br0" timeOffset="75117.17">3919 10497 1372 0,'0'0'1029'0,"0"0"535"0,0 0-947 15,0 0-405-15,0 0-8 0,0 0 40 16,0 0-104-16,0 0-36 0,0 0-56 16,0 33-48-16,0-28 0 0,0 0 0 15,0 2 0-15,0-1-12 0,0-1-592 16,0-2-525-16,0 0-920 0</inkml:trace>
  <inkml:trace contextRef="#ctx0" brushRef="#br0" timeOffset="75317">3915 10642 3629 0,'0'0'1717'0,"0"0"-1433"16,0 0-104-16,0 0-164 0,-10 33-16 15,10-21-8-15,0 2-16 0,0-1-20 16,0-1-44-16,0 1-120 16,0-1 88-16,-4 0 68 0,2 1-68 15,0 1-220-15,-1-1-261 0,3-4-1271 16,-4 0-29-16</inkml:trace>
  <inkml:trace contextRef="#ctx0" brushRef="#br0" timeOffset="75483.92">3942 11028 2557 0,'0'0'2089'16,"-6"36"-1737"-16,2-21 76 16,0-3 4-16,1-3-208 0,3-1-92 15,0-1-88-15,0-2-36 0,0 0-8 16,0-1 0-16,0 1 12 0,0 0-12 16,3-2 0-16,-1-2-16 15,0-1-164-15,2 0-820 0,-2 0-253 16,2-3-287-16</inkml:trace>
  <inkml:trace contextRef="#ctx0" brushRef="#br0" timeOffset="75633.94">3954 11214 3337 0,'0'0'1004'0,"0"0"-231"0,0 0 447 16,0 0-799-16,0 0-181 0,0 0-148 15,0 0-88-15,0 0-8 0,0 0-8 16,9 29-272-16,-5-26-197 0,2 0-935 15,0-1-109-15,-2 1-1292 0</inkml:trace>
  <inkml:trace contextRef="#ctx0" brushRef="#br0" timeOffset="76134.46">3959 11478 3621 0,'0'0'2253'0,"0"0"-1040"16,0 0-757-16,-13 39-252 0,9-24-152 15,4-2-52-15,0 0-20 0,0 0-432 16,0-1-232-16,0 2-309 0,4-2-1404 15,-4 0-340-15</inkml:trace>
  <inkml:trace contextRef="#ctx0" brushRef="#br0" timeOffset="76317.39">3936 11922 6238 0,'0'0'609'0,"0"0"-85"0,-11 38-112 16,11-28-404-16,-4 0-8 0,4-1 0 16,0-2-180-16,0-3-184 0,0 1-421 15,0-2-111-15,0 0-156 0,-2 1-1370 0</inkml:trace>
  <inkml:trace contextRef="#ctx0" brushRef="#br0" timeOffset="76466.63">3905 12128 3033 0,'0'0'688'16,"0"34"-56"-16,4-18-175 0,-2-4-13 16,-2 2 364-16,0 2-396 0,0-3-127 15,-2-2-57-15,0 0-224 0,0-1-8 16,2-3-104-16,0-1-144 16,0-4-9-16,0 2-755 0,0-2-437 15,2-2-916-15</inkml:trace>
  <inkml:trace contextRef="#ctx0" brushRef="#br0" timeOffset="76667">3905 12403 5094 0,'0'0'1064'0,"0"0"-471"15,-21 47-361-15,17-38-180 0,2-3-36 16,2-1-16-16,0-3 0 0,0 3-164 16,0-2-221-16,0 2 69 0,6-1-32 15,-4-2 220-15,2 2 88 0,0-2-96 16,1-2 32-16,1 2 68 15,-4 2-120-15,0 2-384 0,0 2-217 16,-2 5-619-16,-4 0 823 0,2 2-203 16,-2-5 120-16,0-4 164 0</inkml:trace>
  <inkml:trace contextRef="#ctx0" brushRef="#br0" timeOffset="76783.41">3894 12619 1916 0,'0'0'1665'0,"0"0"-80"0,0 0-573 15,0 0-255-15,11 49 275 0,-11-29-807 16,0 0-225-16,0-1 0 0,0-5 0 15,0-2 0-15,4-6 0 16,2-1-205-16,-6-4-523 0,4-1-1737 16,-2 0-1449-16</inkml:trace>
  <inkml:trace contextRef="#ctx0" brushRef="#br0" timeOffset="77383.28">3874 13009 5862 0,'0'0'1513'16,"0"0"-1285"-16,0 0 160 0,-2 48-240 15,0-32-148-15,2 2-24 0,0-5-668 16,0-5-245-16,0-3-451 15,0 0-3238-15</inkml:trace>
  <inkml:trace contextRef="#ctx0" brushRef="#br0" timeOffset="77567.42">3878 13324 4097 0,'0'0'1565'15,"0"0"-961"-15,0 0-131 0,0 0-133 16,0 0-296-16,21 42 0 0,-15-32 4 16,-6-2-40-16,0-1-16 0,0-4-372 15,0 1-329-15,0 0-191 0,0-4-1405 0</inkml:trace>
  <inkml:trace contextRef="#ctx0" brushRef="#br0" timeOffset="77683.87">3894 13516 3925 0,'0'0'1345'16,"0"0"-417"-16,0 36-491 0,0-29-261 16,0-1-156-16,0 1-20 15,0-3-108-15,0 0-989 0,0-1-292 16,0 0-203-16</inkml:trace>
  <inkml:trace contextRef="#ctx0" brushRef="#br0" timeOffset="77750.61">3905 13607 1168 0,'0'0'0'0,"0"0"-340"0</inkml:trace>
  <inkml:trace contextRef="#ctx0" brushRef="#br0" timeOffset="77883.95">3901 13680 1696 0,'0'0'1505'0,"0"0"-272"15,0 0-361-15,0 0-84 0,0 0 145 16,0 0-549-16,4 35-164 0,-4-28-92 16,-4 3-120-16,2 2-8 0,2-1 0 15,0-2-204-15,0-3-100 16,0-4-312-16,0 1-1 0,0-2-123 15,0-1-769-15,0 0 261 0,0 0-1101 0</inkml:trace>
  <inkml:trace contextRef="#ctx0" brushRef="#br0" timeOffset="78033.42">3886 13904 2024 0,'0'0'2229'16,"-2"39"-1520"-16,-2-24 19 0,4-5-372 15,0-4-164-15,0-3-40 0,0 2-148 16,4 0-8-16,-4 1-20 15,2-2-352-15,2-1-160 0,0-1-480 16,-4 0 231-16,0-2 49 0,0 0-1469 0</inkml:trace>
  <inkml:trace contextRef="#ctx0" brushRef="#br0" timeOffset="78183.36">3907 14065 1524 0,'0'0'1617'0,"0"0"-965"16,0 0 189-16,0 0-469 0,0 0-152 15,0 0 60-15,0 0-24 0,0 0 28 16,0 0-64-16,-8 37-220 16,8-31-52-16,0 1-376 0,0-3-48 15,0 0-84-15,2-1-1037 0,2-3-336 0</inkml:trace>
  <inkml:trace contextRef="#ctx0" brushRef="#br0" timeOffset="78366.99">3888 14214 3645 0,'0'0'2181'16,"0"0"-1977"-16,0 0 104 0,0 0-220 15,0 0-88-15,0 0-124 0,0 34-516 16,6-32-208-16,1-2-181 0,-3 0-1004 16,0 1 949-16,-2 1 1084 15,-2 0 548-15,0 0-148 0,0 0-372 16,-2 1-28-16,-2-1-1336 0</inkml:trace>
  <inkml:trace contextRef="#ctx0" brushRef="#br0" timeOffset="78500.61">3884 14384 4205 0,'0'0'1873'16,"0"0"-1292"-16,0 0 139 0,0 0-488 16,-4 34-140-16,4-26-36 15,0 2-56-15,0 0-136 0,4-2-941 16,-4 0 13-16,0-2 56 0,0-1-917 15,0 3-372-15</inkml:trace>
  <inkml:trace contextRef="#ctx0" brushRef="#br0" timeOffset="78567.19">3880 14498 3273 0,'0'0'1241'0,"0"0"-1241"0,0 0-20 15,0 0-285-15,0 0 141 0,-8 38-304 16,6-26-636-16,2 2-729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18:44.23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5848 4249 1808 0,'0'0'1413'15,"-35"0"-485"-15,18 6-415 0,7-2 71 16,6-2 204-16,2 2-384 0,-2-2-19 16,-1-2 195-16,5 1-272 0,0-1-64 15,0 0-7-15,0 0-237 16,0 0 0-16,0 0 0 0,0 0 0 16,0 0 0-16,5 1 0 0,-5 0 0 15,6 2 0-15,4 0 0 0,9 2 0 16,3-1 0-16,1 0 0 15,6 0 0-15,-2-2 0 0,6 2 0 16,6-3 0-16,1 1 0 0,5 2 0 16,3-2 0-16,-1 3 0 0,5-1 0 15,2 0 0-15,1 0 0 0,9 2 0 16,-2-4 0-16,9 3 0 0,1-1 0 16,3 0 0-16,5 0 0 0,7-1 0 15,-2-1 0-15,-1-2 0 0,9 0 0 16,-4 0 0-16,9 0 0 15,-1 0 0-15,4-3 0 0,-2 1 0 16,0-1 0-16,3 3 0 0,-3 0 0 16,6 0 0-16,1 3 0 15,3-2 0-15,1 0 0 0,2 0 0 16,-1-1 0-16,3 0 0 0,2 0 0 16,-1 0 0-16,5 0 0 0,2-1 0 15,0 1 0-15,-2 0 0 0,0 0 0 16,-4 0 0-16,-1 0 0 15,1 0 0-15,-4 1 0 0,2 1 0 16,1-1 0-16,1 0 0 0,0-1 0 16,0 2 0-16,-1-2 0 0,5 2 0 15,2 0 0-15,4-1 0 0,0 1 0 16,0 2 0-16,1 0 0 0,-3 0 0 16,-2 1 0-16,0-3 0 0,-3-1 0 15,1-1 0-15,-8 0 0 0,-7-2 0 16,-1-3 0-16,-9 0 0 15,0 1 0-15,-10-2 0 0,-3 1 0 16,-13-2 0-16,-10 0 0 0,-9 1 0 16,-21-1 0-16,-8 2-229 15,-17-2-539-15,-4 1-1305 0,-15-6-656 0</inkml:trace>
  <inkml:trace contextRef="#ctx0" brushRef="#br0" timeOffset="4300.8">15871 4317 3313 0,'0'0'2797'16,"33"1"-2569"-16,-6-1-176 0,15 0 96 15,-1 0 17-15,2 0 7 0,5 0-12 16,4 1-140-16,5 1 12 0,8 0-20 16,7-1-4-16,6 0-8 0,7 1 4 15,8 1 4-15,2-1-8 0,9 0 36 16,3 1 0-16,13 0 44 15,2 2 104-15,8 0-124 0,3 0 4 16,3 1-28-16,0-1-32 0,1 1-4 16,3 0 0-16,3 1 4 15,4-1-4-15,0 0 4 0,1-1 4 16,7 0-8-16,0-3 0 0,11-2-4 16,-3 0 4-16,3 0 8 0,1 0-4 15,0 0-4-15,-3-4 0 0,3 1 4 16,1 0-4-16,-1 0 0 15,-2 2-4-15,-1-3 4 0,-1 2 0 16,2-2-52-16,1 1-8 0,-1-2 4 16,5 0 0-16,1 0 52 0,-1 1 0 15,3-3-16-15,-1 1 20 0,-3 0 0 16,1 0 0-16,4 1 0 0,-7 2 8 16,7-2 0-16,-5 3-8 0,-1-1 0 15,-1 2-4-15,0 0 4 0,1-1 0 16,-3 0-24-16,3 1-4 15,-5 0-16-15,2-1-16 0,1 1 40 16,-1 0 16-16,3 1-12 0,-5 0 16 16,0 1 4-16,-2 3 0 15,-1-3-4-15,-5 3 20 0,-5-2-8 16,-3 1 0-16,-6 0-12 0,-7 1 0 16,-2-1-4-16,-10 2-56 0,-4 0-236 15,-8 2 0-15,-13-2-285 0,-29 0-179 16,-10-2-545-16</inkml:trace>
  <inkml:trace contextRef="#ctx0" brushRef="#br0" timeOffset="5366.77">1220 5342 4650 0,'0'0'252'15,"64"-4"-140"-15,-19 2 224 0,9 0-236 16,4-2 32-16,4 1 160 0,12-3-92 16,1 1-36-16,9-1 52 0,9 1-148 15,5 2-23-15,9-1 91 0,1 2-88 16,5-2-28-16,-7 3-4 15,3 1-16-15,-3 0 0 0,-1 0 0 16,-2 5-4-16,1-1-12 0,-5-1 4 16,-4-1-32-16,-2-1-24 0,-12 0-209 15,-5-1-159-15,-22-1-140 0,-13-2-1361 0</inkml:trace>
  <inkml:trace contextRef="#ctx0" brushRef="#br0" timeOffset="22800.35">15142 8844 3553 0,'0'0'2001'15,"0"0"-928"-15,0 0-489 16,0 0 20-16,0 0-227 0,0 0-377 16,-31 55 0-16,31-18 0 0,0 3 0 15,6 4 0-15,-2 6 0 16,0 6 0-16,-2 3 0 0,-2-1 0 16,-2 0 0-16,-6-4 0 0,2-8 0 15,2-7 0-15,-3-10-405 0,7-10-1444 16,0-9-160-16,0-8-1740 0</inkml:trace>
  <inkml:trace contextRef="#ctx0" brushRef="#br0" timeOffset="23001.27">15169 8789 6815 0,'0'0'704'0,"0"0"-148"16,0 0-439-16,0 0-117 0,0 0 0 15,53-43 0-15,-11 29 0 16,3 3 0-16,5 3 0 0,-3 3 0 16,-5 4 0-16,-1 1 0 0,-14 6 0 15,-7 5 0-15,-9-2-2014 0,-5 4-1155 0</inkml:trace>
  <inkml:trace contextRef="#ctx0" brushRef="#br0" timeOffset="23167.11">15115 9108 5714 0,'0'0'1381'15,"0"0"-793"-15,0 0-144 0,33 6-379 16,-2-6-65-16,4 0 0 16,-2 0 0-16,-6-1 0 0,4-2 0 15,0-1 0-15,-4 0 0 0,-6 1-109 16,1 0-3144-16</inkml:trace>
  <inkml:trace contextRef="#ctx0" brushRef="#br0" timeOffset="23650.36">15710 9264 4245 0,'0'0'1133'0,"0"0"-89"16,0-35 361-16,-10 24-1040 0,-3 1-365 15,-7 5 0-15,-5 4 0 16,2 3 0-16,-2 11 0 0,5 6 0 16,-1 6 0-16,0 4 0 0,9 5 0 15,2 1 0-15,3 3 0 0,7 0 0 16,0-5 0-16,13-6 0 16,3-6 0-16,13-10 0 0,0-7 0 15,2-4 0-15,0-10 0 0,0-5 0 16,0-4 0-16,-10-1 0 0,-9-5 0 15,-1 0 0-15,-11 0 0 0,0-1 0 16,-2 0 0-16,-7 4 0 0,-1-2 0 16,4 4 0-16,0 3 0 0,1 8 0 15,5 3 0-15,0 3-53 0,0 1-615 16,5 2-48-16,1 5-169 16,0 2-1160-16,4 6 248 0</inkml:trace>
  <inkml:trace contextRef="#ctx0" brushRef="#br0" timeOffset="23800.09">15867 9491 4361 0,'0'0'725'16,"0"0"-117"-16,0 0 833 0,0 0-633 15,0 0-559-15,0 0-249 0,27-56 0 16,-17 24 0-16,1 3 0 16,-1 3 0-16,7 4 0 0,1 3 0 15,1 2 0-15,-5 2 0 0,7-4 0 16,6 0 0-16,-6 4 0 0,-1-3-3498 0</inkml:trace>
  <inkml:trace contextRef="#ctx0" brushRef="#br0" timeOffset="24285.31">16766 8725 6422 0,'0'0'289'0,"0"0"619"0,-41 7-564 0,25 5-115 16,-1 8-229-16,0 11 0 0,3 7 0 15,4 9 0-15,3 6 0 16,3 6 0-16,2 5 0 0,2 5 0 16,2 5 0-16,7 2 0 0,-1-4 0 15,2-5 0-15,1-16 0 0,3-9 0 16,-4-12 0-16,1-11 0 16,1-7 0-16,-8-9 0 0,0-5-1161 15,-2-3-372-15,-2-9-556 0</inkml:trace>
  <inkml:trace contextRef="#ctx0" brushRef="#br0" timeOffset="24434.05">16599 9212 6719 0,'0'0'1044'15,"0"0"-736"-15,41-9-187 0,-12 4-121 16,-2-1 0-16,-4-1 0 16,4-2 0-16,-2-4 0 0,8-3 0 15,2-3 0-15,2-3 0 0,4-3-57 16,-10 5-2104-16,-4-1-236 0</inkml:trace>
  <inkml:trace contextRef="#ctx0" brushRef="#br0" timeOffset="24750.38">17085 8816 3633 0,'0'0'1261'15,"0"0"-57"-15,0 0-59 0,0 0-697 16,-19 41-64-16,11-4-267 16,-7 9-117-16,1 6 0 0,-3 0 0 15,11 4 0-15,-4 2 0 0,6 2 0 16,-7-2 0-16,7-2 0 0,-4-5 0 15,4-7 0-15,-2-9 0 0,2-8 0 16,4-8 0-16,0-9 0 0,0-5 0 16,0-4 0-16,0-1 0 0,14-13 0 15,7-12 0-15,1-12 0 16,11-3 0-16,-4 1 0 0,-8 8 0 16,-4 13 0-16,-11 10 0 0,-6 7 0 15,0 6 0-15,-2 7 0 0,-2 7 0 16,-1 7 0-16,5 2 0 0,0 0 0 15,0-1 0-15,0-1 0 16,5-2 0-16,-3-2 0 0,0-1 0 16,-2-2 0-16,0-5 0 0,2-4 0 15,4-7-129-15,-2-3-2900 16,6-4-1497-16</inkml:trace>
  <inkml:trace contextRef="#ctx0" brushRef="#br0" timeOffset="24884.1">17302 9429 5602 0,'0'0'2590'15,"0"0"-2590"-15,-13 36 0 0,5-20 0 16,2-1 0-16,2-1 0 0,-2-6 0 16,6-1 0-16,0-2 0 0,0-3 0 15,0 1 0-15,6-1 0 16,-2-1 0-16,-4-1-837 0,4-2-784 0</inkml:trace>
  <inkml:trace contextRef="#ctx0" brushRef="#br0" timeOffset="25000.19">17407 9006 7799 0,'0'0'393'16,"0"0"-393"-16,0 0 0 0,0 0 0 15,0 0 0-15,0 0-509 16,-37 13-656-16,33 3-383 0</inkml:trace>
  <inkml:trace contextRef="#ctx0" brushRef="#br0" timeOffset="25300.46">17550 9306 6030 0,'0'0'1041'0,"0"0"-149"0,-27-32-663 15,15 21-229-15,1 4 0 0,1 2 0 16,0 3 0-16,-1 2 0 16,5-1 0-16,-2 1 0 0,2 0 0 15,1 1 0-15,3 3 0 0,2 5 0 16,0 5 0-16,11 2 0 15,1 0 0-15,9 1 0 0,6-3 0 16,0 1 0-16,1 2 0 0,-1-3 0 16,-4 2 0-16,-8-2 0 0,-9 0 0 15,-2 3 0-15,-8 2 0 0,-5 1 0 16,-11 1 0-16,-9 2 0 16,-8-2 0-16,4-2 0 0,-9-3 0 15,11-6 0-15,0-4 0 0,15-6 0 16,3-9 0-16,9-1-1081 0,4-8-4474 0</inkml:trace>
  <inkml:trace contextRef="#ctx0" brushRef="#br0" timeOffset="25933.9">18546 8713 3153 0,'0'0'2237'0,"0"0"-1621"15,0 0-244-15,0 0-35 0,0 0 235 16,-27 40-432-16,13 2 64 0,-3 12 248 16,3 7-343-16,4 1-109 0,3 4 0 15,5 2 0-15,-2 2 0 0,0 0 0 16,2 0 0-16,0-6 0 16,2-9 0-16,0-11 0 0,8-10 0 15,5-12 0-15,5-12-549 0,9-9-503 16,-10-3-1722-16,9-6-1027 0</inkml:trace>
  <inkml:trace contextRef="#ctx0" brushRef="#br0" timeOffset="26216.93">18794 9242 5334 0,'0'0'608'0,"-20"-37"609"0,7 24-184 16,-1 7-1033-16,-1 6 0 0,-3 5 0 15,-3 8 0-15,-4 7 0 0,2 5 0 16,-1 4 0-16,3 0 0 0,9 2 0 15,3-4 0-15,9-2 0 0,4-1 0 16,17-6 0-16,4-4 0 0,8-9 0 16,8-5 0-16,1-5 0 0,-3-10 0 15,2-2 0-15,-10-3 0 0,-8-2 0 16,-9 1 0-16,-7-2 0 16,-7 1 0-16,-7 0 0 0,-3 1 0 15,-6 2 0-15,-5 3 0 0,-2 2 0 16,3 4 0-16,5 5 0 0,5 3 0 15,6 2-217-15,4 1-655 16,8 4-45-16,-2 0-1348 0,15 1 200 0</inkml:trace>
  <inkml:trace contextRef="#ctx0" brushRef="#br0" timeOffset="26516.46">19113 9297 3665 0,'0'0'4527'15,"-11"-39"-4527"-15,-3 17 0 0,1 5 0 16,-1 3 0-16,-3 6 0 0,1 6 0 16,1 2 0-16,1 5 0 0,2 7 0 15,1 5 0-15,1 2 0 0,-1 3 0 16,5 2 0-16,2 0 0 16,4-3 0-16,0-1 0 0,6-2 0 15,5-6 0-15,-1-5 0 0,11-5 0 16,-1-3 0-16,3-10 0 0,2-4 0 15,-4-3 0-15,-5 0 0 16,-1 2 0-16,-9 1 0 0,-2 7 0 16,-2 3 0-16,-2 3 0 0,0 1 0 15,0 1 0-15,0 0 0 0,0 1 0 16,6 7 0-16,-2 3 0 16,7 6 0-16,-5-5-673 0,-2-3-2428 0</inkml:trace>
  <inkml:trace contextRef="#ctx0" brushRef="#br0" timeOffset="26816.9">19408 9226 5830 0,'0'0'1653'16,"0"0"-981"-16,-31-5-635 0,8 1-37 16,3 1 0-16,-1 3 0 0,0 2 0 15,7 6 0-15,2 6 0 0,1 4 0 16,7 7 0-16,4 1 0 0,0 3 0 16,10-1 0-16,5-2 0 15,1-2 0-15,1-6 0 0,4-7 0 16,3-5 0-16,-1-6 0 0,2-8 0 15,2-8-341-15,-6 1-935 0,-7-5-2814 0</inkml:trace>
  <inkml:trace contextRef="#ctx0" brushRef="#br0" timeOffset="26984.08">19514 8833 7135 0,'0'0'796'0,"-11"53"-535"16,1-13-261-16,-7 3 0 15,3 7 0-15,-3 1 0 0,3 3 0 16,6-2 0-16,4-3 0 0,1 0 0 16,3-4 0-16,3-1 0 0,3-8 0 15,2-9-845-15,2-9-2889 0</inkml:trace>
  <inkml:trace contextRef="#ctx0" brushRef="#br0" timeOffset="27384.02">20502 9200 1508 0,'0'0'2970'0,"0"0"-2058"0,-13-43 729 15,7 39-777-15,-4 4-567 0,-9 8-297 16,-8 10 0-16,-4 9 0 0,-2 9 0 15,2 0 0-15,6 5 0 0,7-3 0 16,7 1 0-16,11-6 0 0,9-2 0 16,11-4 0-16,9-4 0 0,4-8 0 15,5-3 0-15,-1-7 0 16,0-5 0-16,-8-2-917 0,-2-3-412 0</inkml:trace>
  <inkml:trace contextRef="#ctx0" brushRef="#br0" timeOffset="27650.09">20754 9276 6967 0,'0'0'772'0,"0"0"-319"0,-37-19-453 16,26 20 0-16,-5 9 0 16,-5 3 0-16,0 6 0 0,5 2 0 15,-5 3 0-15,9 2 0 0,4-1 0 16,6 4 0-16,2-2 0 0,10-5 0 15,6-3 0-15,7-6 0 0,6-7 0 16,0-5 0-16,-2-1 0 0,-4-11 0 16,-5-3-93-16,-3-5-19 0,-9-4 52 15,0-4 36-15,-2-3 24 0,-4-2 0 16,0 1-468-16,0 7-581 16,0 3-1824-16</inkml:trace>
  <inkml:trace contextRef="#ctx0" brushRef="#br0" timeOffset="27900.06">20932 9397 5158 0,'0'0'928'15,"-31"49"-375"-15,14-28 199 0,5-9-364 16,3-4-60-16,5-5-243 16,4-3-85-16,0 0 0 0,4-9 0 15,13-7 0-15,12-13 0 0,4-4 0 16,2-5 0-16,-2 4 0 0,-6 3 0 15,-6 6 0-15,-1 6 0 0,-9 9 0 16,-5 6 0-16,-6 4 0 0,0 2 0 16,0 11 0-16,0 8 0 0,0 2 0 15,0 4 0-15,0-4 0 0,0 0 0 16,0-4 0-16,8-2-753 16,-2-5-1664-16,5-1-625 0</inkml:trace>
  <inkml:trace contextRef="#ctx0" brushRef="#br0" timeOffset="28116.49">21351 9314 7207 0,'0'-44'985'15,"-6"7"-985"-15,-2 1 0 0,-3 11 0 16,5 10 0-16,0 7 0 16,2 6 0-16,0 2 0 0,-4 12 0 0,-11 19 0 15,-8 13 0-15,0 11 0 16,-2 3 0-16,13-8 0 0,10-6 0 15,6-9 0-15,14-11 0 0,7-7 0 16,8-9 0-16,0-7 0 0,4-8 0 16,-7-12-349-16,3-8-179 0,-8-11-565 15,-2-4 97-15,-9 7-33 0,0-2-1328 0</inkml:trace>
  <inkml:trace contextRef="#ctx0" brushRef="#br0" timeOffset="28267.43">21484 8814 5246 0,'0'0'1232'0,"0"0"-515"15,22 54 167-15,-20-18-771 16,-2 6-113-16,-8 6 0 0,-4 7 0 16,-3 2 0-16,-1 2 0 0,1-2 0 15,3-4 0-15,6-5 0 16,4-6 0-16,2-9 0 0,4-8 0 16,6-8-541-16,2-9-892 0,-1-8-3053 0</inkml:trace>
  <inkml:trace contextRef="#ctx0" brushRef="#br0" timeOffset="28600.47">21746 9156 1968 0,'0'0'4635'0,"0"0"-3367"0,0 0-947 15,0 0-321-15,-50 62 0 0,19-21 0 16,3 1 0-16,5-3 0 0,12-7 0 15,5-4 0-15,6-6 0 0,2-5 0 16,9-6 0-16,5-4 0 0,5-7 0 16,10-7 0-16,-8-1-821 0,1-6-2897 0</inkml:trace>
  <inkml:trace contextRef="#ctx0" brushRef="#br0" timeOffset="28767.18">21893 8815 6378 0,'0'0'397'15,"0"0"-113"-15,0 0 20 0,0 0-300 16,0 0-4-16,0 0-624 0,0 0-445 16,0 0-376-16</inkml:trace>
  <inkml:trace contextRef="#ctx0" brushRef="#br0" timeOffset="28983.55">22025 8788 5962 0,'0'0'933'16,"-27"40"259"-16,15-11-1087 0,-3 4-105 15,5 3 0-15,0 6 0 0,4 2 0 16,1 4 0-16,3 4 0 0,2 2 0 15,-4 4 0-15,0-3 0 16,2-2 0-16,-2-7 0 0,-2-5 0 16,-3-8 0-16,3-11-1013 0,2-7-892 15,-2-9-1052-15</inkml:trace>
  <inkml:trace contextRef="#ctx0" brushRef="#br0" timeOffset="29117.2">21783 9294 7143 0,'0'0'916'15,"0"0"-783"-15,69-40-133 0,-28 28 0 16,0-3 0-16,1-2 0 0,-3-1 0 16,-2-2 0-16,2-2 0 0,-8 7-1794 15,-2-2-627-15</inkml:trace>
  <inkml:trace contextRef="#ctx0" brushRef="#br0" timeOffset="29250.47">22197 9167 7027 0,'-19'41'928'15,"9"-7"-691"-15,-3 5-237 0,1-5 0 16,2-1 0-16,1-4 0 0,9-3 0 16,-2-5 0-16,2-5 0 0,0-7 0 15,0-1-221-15,2-7-1332 0,-2 0-223 16,7-7-653-16</inkml:trace>
  <inkml:trace contextRef="#ctx0" brushRef="#br0" timeOffset="29383.47">22399 8954 7823 0,'0'0'369'16,"0"0"-369"-16,35-42 0 0,-35 42 0 16,0 2 0-16,-2 5 0 0,-6 5 0 15,2 9-437-15,2 6-491 0,2-5-1265 16,2 0-88-16</inkml:trace>
  <inkml:trace contextRef="#ctx0" brushRef="#br0" timeOffset="29700.34">22476 9285 6735 0,'0'0'996'16,"0"0"-535"-16,-31-36-461 0,16 30 0 15,-1 3 0-15,1 3 0 0,-1 9 0 16,-1 5 0-16,3 5 0 0,6 1 0 16,3 4 0-16,5 0 0 15,5-2 0-15,3 2 0 0,2-2 0 16,5-4 0-16,-1-1 0 0,3-6 0 15,-1-4 0-15,1-5 0 0,-1-2 0 16,-1-6-285-16,3-7-83 0,-7-5-84 16,-3-1 120-16,-4-5 59 0,-4-1 97 15,0-4-68-15,-2 0-36 0,-6 0-132 16,1-3 164-16,1 3 64 16,2 2 156-16,4 5 24 0,2 4 4 15,2 7 28-15,7 7-28 0,1 4-8 16,-2 8-16-16,-1 2-192 15,-3 6-329-15,-6 1 285 0,4-2-476 16,-4 4-393-16</inkml:trace>
  <inkml:trace contextRef="#ctx0" brushRef="#br0" timeOffset="29883.1">22530 9346 2068 0,'0'0'2057'15,"-7"44"-768"-15,7-24 304 0,0-9-973 16,11-4-316-16,1-6-43 0,0-2-261 16,3-8 0-16,-5-7 0 15,-1-4 0-15,-1-4 0 0,0-3 0 16,0-5 0-16,1 0 0 0,5 2 0 15,1 6 0-15,1 7 0 0,-1 11 0 16,-3 6 0-16,-2 11 0 0,-1 11 0 16,-3 4 0-16,-2 7 0 0,-2 3 0 15,0 0 0-15,-2 0 0 0,-2-2 0 16,-2-10-53-16,2-1-1564 0</inkml:trace>
  <inkml:trace contextRef="#ctx0" brushRef="#br0" timeOffset="30383.54">23019 9438 1972 0,'0'0'3754'0,"0"0"-2489"0,0 0-725 0,0 0-108 0,0 0-203 0,0 0-229 0,0 0 0 0,44-5 0 16,-19 19 0-16,-1 5 0 0,1 1 0 15,-6 5 0-15,-5 2 0 0,-10 4 0 16,-8 4 0-16,-16 2 0 0,-7 4 0 16,-8-2 0-16,-5-5 0 0,5-4 0 15,2-8 0-15,10-6 0 16,5-11 0-16,8-4-2326 0,7-11-2732 0</inkml:trace>
  <inkml:trace contextRef="#ctx0" brushRef="#br0" timeOffset="31434.13">15541 10672 1728 0,'0'0'517'16,"0"0"2004"-16,0 0-708 0,0 0-953 15,0 0-132-15,-17-48-703 0,9 33-25 16,-5-2 0-16,-5 3 0 0,-1 3 0 16,-6 4 0-16,-6 5 0 0,5 3 0 15,-5 9 0-15,-1 8 0 16,1 6 0-16,3 3 0 0,3 0 0 16,10-5 0-16,9-1 0 0,10-4 0 15,2-3 0-15,11-3 0 0,10-4 0 16,4-2 0-16,10-2 0 0,5 0 0 15,3 0 0-15,-1 2 0 0,-3 2 0 16,-12 0 0-16,-6 5 0 0,-16 0 0 16,-3 2 0-16,-8 4 0 15,-11 0 0-15,-3 1 0 0,-7 1 0 16,-6-2 0-16,-4 0 0 0,-2-3 0 16,-4-5 0-16,6-3 0 0,4-5 0 15,9-2 0-15,7-2 0 0,5-5 0 16,6-6-1333-16,4 3 56 15,3-7-188-15</inkml:trace>
  <inkml:trace contextRef="#ctx0" brushRef="#br0" timeOffset="31585.37">15708 10707 6338 0,'-19'46'857'0,"9"-3"-293"0,-2 4-131 16,-3-5-433-16,5-5 0 0,4-5 0 15,-1-6 0-15,3-8 0 0,4-8 0 16,0-7-85-16,0-3-1147 0,7-8-2814 16</inkml:trace>
  <inkml:trace contextRef="#ctx0" brushRef="#br0" timeOffset="31717.23">15857 10194 6955 0,'0'0'144'0,"0"0"-132"0,0 0-4 15,0 0-8-15,0 0-244 16,21 38-241-16,-15 4-1007 0,-2-5-65 16,2 1-1324-16</inkml:trace>
  <inkml:trace contextRef="#ctx0" brushRef="#br0" timeOffset="32083.52">15816 10920 5450 0,'0'0'1421'15,"0"0"-969"-15,-3 40 96 0,6-40-227 16,7-6-321-16,4-13 0 0,7-17 0 15,2-11 0-15,6-5 0 0,-7 1 0 16,-5 9 0-16,4 6 0 16,-7 8 0-16,-1 9 0 0,-5 10 0 0,-6 5 0 15,-2 4 0-15,0 11 0 16,0 11 0-16,-6 10 0 0,2 6 0 16,-3 3 0-16,3-4 0 0,4-2 0 15,0-2 0-15,8-6 0 0,5-5 0 16,-3-7 0-16,5-7 0 15,-3-5 0-15,3-8 0 0,-5-6 0 16,0-6 0-16,5-8 0 0,-3-5 0 16,3-2 0-16,1 0 0 15,-1 0 0-15,-3 6 0 0,-2 9 0 0,-4 9 0 16,-6 7 0-16,0 2 0 16,-2 9 0-16,-2 9 0 0,0 12 0 15,-2 4 0-15,4-1 0 0,2-3 0 16,2-9 0-16,8-4 0 0,5-5 0 15,5-4 0-15,7-5 0 0,0-2-9 16,0-2-1964-16,-2-4-1112 0</inkml:trace>
  <inkml:trace contextRef="#ctx0" brushRef="#br0" timeOffset="32550.65">16392 10655 5822 0,'0'0'1005'0,"0"0"-269"0,0 0-107 0,0 0-629 0,0 0 0 15,-20 42 0-15,15-4 0 0,5 6 0 16,0 1 0-16,11-5 0 0,3-2 0 15,3-5 0-15,-1-6 0 16,5-6 0-16,0-10 0 0,-1-6 0 16,7-7 0-16,0-12 0 0,-2-7 0 15,-4-5 0-15,1-7 0 16,-7 0 0-16,-5-2 0 0,0 1 0 16,-10 1 0-16,5 1 0 0,-5 3 0 15,0 5 0-15,0 5 0 0,0 4-93 16,2 1-859-16,-2 4-157 0,6 2-1692 0</inkml:trace>
  <inkml:trace contextRef="#ctx0" brushRef="#br0" timeOffset="32866.67">16839 10164 2625 0,'0'0'4622'16,"-11"42"-4062"-16,7-8-175 0,2 9-385 15,-2 7 0-15,4 3 0 0,4 3 0 16,2-1 0-16,5 2 0 0,3 0 0 15,-3 2 0-15,-5 0 0 0,-4-3 0 16,-2-1 0-16,-2-5 0 0,-4-6 0 16,-3-8 0-16,5-8-417 0,2-12-912 15,2-8 197-15,0-8-249 0</inkml:trace>
  <inkml:trace contextRef="#ctx0" brushRef="#br0" timeOffset="33166.55">17029 10577 6482 0,'0'0'1681'0,"0"0"-1652"16,-17-34-29-16,7 35 0 0,-6 9 0 16,-5 8 0-16,0 7 0 0,5 5 0 15,-5 3 0-15,0 1 0 0,7 0 0 16,6-4 0-16,3-5 0 16,8-4 0-16,7-6 0 0,4-7 0 15,9-7 0-15,2-4 0 0,0-11 0 16,2-4 0-16,-5-6 0 0,3 0 0 15,-4 2 0-15,-9 0 0 0,3 4 0 16,-9 3 0-16,-2 2 0 0,2 7 0 16,-6 2 0-16,0 4 0 15,0 2 0-15,0 6 0 0,-2 12 0 16,-2 10 0-16,0 3 0 0,2 0 0 16,2-4 0-16,6-11 0 0,4-4 0 15,7-7 0-15,8-7-201 0,-5-3-1340 16</inkml:trace>
  <inkml:trace contextRef="#ctx0" brushRef="#br0" timeOffset="33367.25">17244 10192 8059 0,'0'0'133'0,"0"0"-133"0,0 0 0 15,0 0 0-15,-4 55 0 0,2-10 0 16,-2 12 0-16,-1 1 0 0,5-1 0 15,0 1 0-15,3 2 0 0,-1-4 0 16,-2-1 0-16,0-5 0 0,0-7 0 16,0-3 0-16,0-7 0 15,0-9-537-15,0-7-1692 0,0-11-1049 0</inkml:trace>
  <inkml:trace contextRef="#ctx0" brushRef="#br0" timeOffset="33500.62">17116 10650 7099 0,'0'0'592'16,"37"-6"-300"-16,-6 2-83 0,2-4-209 16,2 0 0-16,0-1 0 0,-4-2 0 15,-2 1 0-15,-6 1 0 0,-9 3-541 16,-7-1-1616-16</inkml:trace>
  <inkml:trace contextRef="#ctx0" brushRef="#br0" timeOffset="33833.97">17318 10803 2629 0,'0'0'4566'0,"0"0"-4178"0,0 0-56 15,35 9-55-15,-1-19-277 16,7-8 0-16,6-4 0 0,-5-4 0 0,-5-2 0 15,-6 1 0-15,-4 1 0 16,-11 0 0-16,-11 2 0 0,-5 1 0 16,-5 3 0-16,-7 4 0 0,-9 7 0 15,1 6 0-15,-11 9 0 16,0 12 0-16,-13 9 0 0,3 10 0 16,-3 3 0-16,7 2 0 0,12-2 0 15,13-2 0-15,12-5 0 0,19-4 0 16,10-4 0-16,14-6 0 0,19-5 0 15,6-5 0-15,11-6 0 0,-19-2-1862 16,2-1-859-16</inkml:trace>
  <inkml:trace contextRef="#ctx0" brushRef="#br0" timeOffset="34485.47">18650 10232 2997 0,'0'0'868'16,"0"0"161"-16,0 0-353 0,0 0 4 16,-40 34 13-16,28 8-249 0,-3 15 32 15,5 9-147-15,0 0-329 0,4 2 0 16,-1-4 0-16,5-5 0 15,2-4 0-15,2-8 0 0,5-2 0 16,-1-7 0-16,2-7 0 0,-2-5 0 16,0-9-241-16,5-10-1560 0,-1-5 181 15,-4-7-385-15</inkml:trace>
  <inkml:trace contextRef="#ctx0" brushRef="#br0" timeOffset="35200.53">18300 10619 5266 0,'0'0'1136'0,"-33"-27"-663"0,12 21-73 0,1 7-28 16,-1 9-244-16,-2 6 12 0,-1 6 120 0,7 3-243 16,3 1-17-16,7 0 0 15,1-2 0-15,4-2 0 0,2-2 0 16,0-2 0-16,0-5 0 0,2-5 0 15,0-3 0-15,2-3 0 0,1 0 0 16,5-2 0-16,2-4 0 0,15-8 0 16,2-2 0-16,4-5 0 0,0 4 0 15,-4 4 0-15,0 0 0 16,-4 7 0-16,-4 4 0 0,-5 3 0 16,-1 5 0-16,-3 2 0 0,-2-1 0 15,1 1 0-15,-3-1 0 0,-2-1 0 16,-2-2 0-16,-2-2 0 15,5 0 0-15,-3-1-1569 0,2 0-468 16,2-5-1541-16</inkml:trace>
  <inkml:trace contextRef="#ctx0" brushRef="#br0" timeOffset="35484.57">18815 10279 5218 0,'0'0'1753'0,"-15"35"-845"0,3-9-595 16,2 6-313-16,-1 6 0 0,1 3 0 15,4 8 0-15,0 4 0 0,2-2 0 16,4 5 0-16,-5-3 0 15,5 2 0-15,0-2 0 0,0-4 0 16,0-8 0-16,7-8 0 0,-3-10 0 16,10-12-293-16,-3-7-2272 0,-5-7-925 15</inkml:trace>
  <inkml:trace contextRef="#ctx0" brushRef="#br0" timeOffset="36216.6">19578 10668 1480 0,'0'0'3090'0,"0"0"-1978"16,0 0-520-16,-7 38-211 0,12-16 71 15,-1 3-164-15,-2-2-24 0,-2-5-16 16,4-3-204-16,-4-4 12 0,2-5-28 16,-2-3-16-16,0 0-12 15,0-3 56-15,-2 0-12 0,-4-8 1 16,-7-7-45-16,1-4 0 0,-3-5 0 16,5-3 0-16,4-1 0 15,6-4 0-15,4 1 0 0,8 0 0 0,7 4 0 16,4 4 0-16,4 3 0 0,4 6 0 15,-2 3 0-15,0 4 0 16,-3 1 0-16,-5 4-437 0,-4 1-972 16,-7 1-676-16</inkml:trace>
  <inkml:trace contextRef="#ctx0" brushRef="#br0" timeOffset="36466.79">19824 10792 4141 0,'0'0'2369'0,"0"0"-1216"15,37-8-624-15,-16-3-529 0,-5-7 0 16,-3-3 0-16,-3-5 0 16,-8-4 0-16,4-5 0 0,-6 0 0 0,-6 1 0 15,0 6 0-15,-5 8 0 16,-3 9 0-16,-3 10 0 0,-3 6 0 16,-1 16 0-16,-2 8 0 0,-2 7 0 15,3 4 0-15,3 0 0 16,9-1 0-16,8-3 0 0,8 0 0 0,10-4 0 15,9-5 0-15,8-6 0 16,7-5-261-16,3-8-1083 0,-10-3-181 16,2-5-272-16</inkml:trace>
  <inkml:trace contextRef="#ctx0" brushRef="#br0" timeOffset="36783.19">20247 10558 5734 0,'0'0'957'0,"0"0"19"16,-47-16-520-16,22 16-387 0,0 4-69 16,-2 4 0-16,7 4 0 15,1 1 0-15,1 0 0 0,7 4 0 16,5-2 0-16,6-1 0 0,10 1 0 16,7-2 0-16,8-2 0 0,6-2 0 15,2-2 0-15,-2 0 0 0,0-2 0 16,-8 0 0-16,-5-1 0 0,-5 0-205 15,-7-1 169-15,-6 4 36 16,-11 2 28-16,-9 4 185 0,-7 2-213 16,-6-1 0-16,2-3 0 0,0-1 0 15,4-6 0-15,6-3 0 0,11-1 0 16,4-2 0-16,6-5 0 16,12-6-769-16,3 1-576 0,11-8-2721 0</inkml:trace>
  <inkml:trace contextRef="#ctx0" brushRef="#br0" timeOffset="37385.68">20347 10853 4786 0,'0'0'1220'0,"-2"44"-659"0,2-8 139 0,4 3-348 0,-4 5-56 0,4 2-19 15,-4 0-277-15,0-3 0 16,-4-3 0-16,-2-5 0 0,-1-4 0 16,-1-8 0-16,2-6 0 0,2-7 0 15,0-7 0-15,-3-3 0 0,-1-5 0 16,-2-13 0-16,2-7 0 15,1-9-89-15,3-7 65 0,4-4 24 16,-2-8 28-16,0-6 57 0,2-7-85 16,0-1 0-16,10 4 0 0,9 6 0 15,8 14 0-15,10 9 0 0,0 9 0 16,5 5 0-16,-5 5 0 16,-10 5 0-16,-7 7 0 0,-9 4 0 15,-1 7 0-15,-6 5 0 0,0 2 0 16,-4 1 0-16,-2 1 0 0,-6 1 0 15,-4 3 0-15,-5 0 0 0,-2 0 0 16,-1 0 0-16,-1-2 0 16,-4-4 0-16,5-1 0 0,-1-2 0 0,2-4 0 15,7-3-77-15,4-2-167 16,6 0-704-16,2-2 199 0,0-1-287 16,8 0-2190-16</inkml:trace>
  <inkml:trace contextRef="#ctx0" brushRef="#br0" timeOffset="37766.82">20785 10702 4710 0,'0'0'1060'0,"0"0"-288"0,0 0 73 16,0 0-461-16,0 0-124 0,0 0-99 16,-35-27-161-16,12 22 0 15,2 3 0-15,1 6 0 0,-1 9 0 16,2 7 0-16,1 7 0 0,1 5 0 16,7 0 0-16,10-4 0 0,4-1 0 15,13-7 0-15,3-5 0 0,5-9 0 16,2-6 0-16,0-7 0 15,-2-8 0-15,-3-4 0 0,-5-5 0 16,-3 0 0-16,-7-3 0 0,-1 1 0 16,-4-3 0-16,-2 2 0 0,-4 1 0 15,0 0 0-15,2 2 0 16,-1 3-709-16,3 4-252 0,0 8-1127 16,5 4-514-16</inkml:trace>
  <inkml:trace contextRef="#ctx0" brushRef="#br0" timeOffset="38033.65">20826 10824 4374 0,'-8'35'1024'16,"4"-6"329"-16,2 1-769 0,2-11-128 15,4-6-55-15,6-9-401 0,1-7 0 16,5-11 0-16,5-8 0 0,-5-6 0 16,3-4 0-16,-7-1 0 0,3-2 0 15,-3 3 0-15,-1 0 0 0,-1 3 0 16,0 5 0-16,1 8 0 0,-3 5 0 15,-4 6 0-15,0 5 0 16,0 4 0-16,-2 14 0 0,0 5 0 16,-2 7 0-16,-2 6 0 0,-2-3 0 15,0 0 0-15,2 2 0 16,0-6 0-16,2 0 0 0,2-7 0 16,4-3 0-16,2-7-97 0,-3-6-2084 15,1-6-588-15</inkml:trace>
  <inkml:trace contextRef="#ctx0" brushRef="#br0" timeOffset="38416.76">21395 10648 3753 0,'0'0'2317'0,"0"0"-1428"15,0 0-165-15,0 0-215 0,0 0-509 16,-48-24 0-16,21 24 0 0,-6 10 0 16,-2 4 0-16,4 2 0 0,2 1 0 15,4 2 0-15,7 0 0 0,5-1 0 16,7-1 0-16,6 0 0 16,13 1 0-16,7 0 0 0,11-2 0 15,6 0 0-15,7-2 0 0,1-2 0 16,-1-1 0-16,-5 0 0 0,-6 0 0 15,-6-3 0-15,-8 0 0 0,-11-3 0 16,-6 0 0-16,-4 1 0 0,-15 6 0 16,-10 2 0-16,-16 4 0 15,-13-2 0-15,-2 1 0 0,0-3 0 16,7-3 0-16,9-1 0 0,13-5 0 16,15-2 0-16,14-3-45 0,14-10-483 15,17-6-969-15,-2 0 33 0,11-4-437 16</inkml:trace>
  <inkml:trace contextRef="#ctx0" brushRef="#br0" timeOffset="38700.16">21488 10847 6623 0,'0'0'1304'0,"0"0"-1039"16,0 0-265-16,0 0 0 0,0 0 0 15,43 3 0-15,-14-16 0 0,-6-3 0 16,-7-1 0-16,-1-2 0 0,-9 2 0 15,-2 0 0-15,-4 1 0 0,-4 3 0 16,-6 3 0-16,-5 5 0 16,-1 5 0-16,-7 7 0 0,-2 8 0 15,-2 7 0-15,0 4 0 0,3 4 0 16,7 2 0-16,11-2 0 0,6 0 0 16,14-5 0-16,9-2 0 0,4-6 0 15,10-6 0-15,7-2 0 0,1-6 0 16,3-3-717-16,-1-5 177 0,3-8-129 15,-13 2-1272-15,-2-4-99 0</inkml:trace>
  <inkml:trace contextRef="#ctx0" brushRef="#br0" timeOffset="39000.37">22054 10634 4293 0,'0'0'3682'15,"-25"-34"-3465"-15,9 23-217 0,-5 7 0 16,-4 4 0-16,-2 4 0 0,-4 4 0 15,0 4 0-15,2 0 0 0,7-1 0 16,5 0 0-16,7 0 0 0,8 0 0 16,4 1 0-16,12 3 0 0,7 0 0 15,10 3 0-15,8 2 0 16,3-1 0-16,3 1 0 0,-1 1 0 16,-7-2 0-16,-8 2 0 0,-9-2 0 15,-9 0 0-15,-7 1 0 0,-6-2 0 16,-9 1 0-16,-9-1 0 15,-7 1 0-15,-4-2 0 0,-4 0 0 16,2-6 0-16,4-3 0 0,4-3 0 16,6-2 0-16,7-1 0 0,4-2 0 15,1 0-961-15,7 0-1840 16,-2-3-1361-16</inkml:trace>
  <inkml:trace contextRef="#ctx0" brushRef="#br0" timeOffset="39866.82">15441 11641 1624 0,'0'0'4434'0,"-14"-56"-3409"16,2 28-229-16,-7 3-483 0,-4 3-313 15,-2 1 0-15,-2 5 0 0,1 4 0 16,1 4 0-16,-2 5 0 0,6 3 0 16,-1 11 0-16,-3 6 0 0,4 7 0 15,-2 9 0-15,3 5 0 16,5 4 0-16,5 3 0 0,4 0 0 16,6 2 0-16,6-1 0 0,12 0 0 15,9 0 0-15,0-1 0 0,4 2 0 16,-4 0 0-16,-2 0 0 0,-13 1 0 15,-1-3 0-15,-7-4 0 0,-4-4 0 16,-11-5 0-16,1-7 0 0,-4-6 0 16,-3-7 0-16,-4-8 0 0,1-4-853 15,3-2-444-15,-3-5-327 0</inkml:trace>
  <inkml:trace contextRef="#ctx0" brushRef="#br0" timeOffset="40000.12">15042 12162 5898 0,'0'0'797'0,"0"0"-501"15,38-17 244-15,-11 11 121 0,4 0-661 16,0 5 0-16,0-1 0 0,2 2 0 16,-2 1 0-16,0 1 0 15,-5-2 0-15,6 1-241 0,-6-1-1244 16,-5 0-415-16,0 0-1298 0</inkml:trace>
  <inkml:trace contextRef="#ctx0" brushRef="#br0" timeOffset="40299.94">15551 12114 5718 0,'0'0'1189'0,"-46"-6"-577"0,26 6 61 15,-3 6-673-15,-2 6 0 16,9 1 0-16,1 4 0 0,7 1 0 16,6 1 0-16,2 3 0 0,8 1 0 15,3 1 0-15,5 4 0 0,1-2 0 16,3-5 0-16,5-6 0 15,-2-3 0-15,4-7 0 0,-7-4-53 16,1-2-91-16,-7-8-108 0,-7-4 168 16,-3-4 84-16,-4-6 76 15,-4-4 16-15,0-1 48 0,4-2-56 16,-7-1-84-16,5 4 0 0,-2 2-124 16,0 0-96-16,2 4-16 0,-2 3-492 15,4 6 131-15,0 6 57 0,4 5-676 16,-2 1-61-16,6 3-164 0</inkml:trace>
  <inkml:trace contextRef="#ctx0" brushRef="#br0" timeOffset="40450.75">15689 12178 3673 0,'0'0'957'15,"0"0"495"-15,0 0-671 0,0 0-177 16,0 32 88-16,-2-31-659 0,2-1-33 16,-4-8 0-16,8-11 0 0,3-7 0 15,9 0 0-15,1-5 0 0,3 5 0 16,9 1 0-16,0-2 0 15,2 1 0-15,0 5-1129 0,0-2-1993 0</inkml:trace>
  <inkml:trace contextRef="#ctx0" brushRef="#br0" timeOffset="42966.93">17370 12266 4021 0,'0'0'1625'16,"0"0"-841"-16,0 0-127 0,0 0 291 16,0 0-791-16,0 0-157 15,-31 60 0-15,8-11 0 0,-8 3 0 16,4 0 0-16,7-5 0 0,-1-1 0 16,7-2 0-16,7-3 0 0,3-2 0 15,4-7 0-15,9-6 0 16,3-4 0-16,2-7 0 0,7-7 0 15,0-5 0-15,1-7 0 0,5-9 0 16,2-6 0-16,-2-2 0 0,0-4 0 16,0-1 0-16,-6 3 0 15,-7 6 0-15,-8 5 0 0,0 7 0 16,-6 5 0-16,0 2 0 0,-10 11 0 16,-2 10 0-16,-5 5 0 0,5 3 0 15,3 0 0-15,9-4 0 0,3-1 0 16,7-1 0-16,6-6 0 0,9-3 0 15,0-4 0-15,2-4 0 0,0-6 0 16,0-3 0-16,0-10 0 16,-1-8 0-16,-1-4 0 0,-4-8 0 15,0-6 0-15,-5-7 0 0,5-1 0 16,-7-1 0-16,-1-4 0 0,-7 0 0 16,-6-1 0-16,0 2 0 0,0 1 0 15,-6 7 0-15,-1 5 0 16,-1 10 0-16,2 9 0 0,4 10 0 15,0 7 0-15,2 5 0 0,2 13 0 16,-2 0-1189-16,2 11-1837 0</inkml:trace>
  <inkml:trace contextRef="#ctx0" brushRef="#br0" timeOffset="43299.87">17984 12816 1676 0,'0'0'3042'0,"0"0"-1702"0,10-44-379 16,-14 37 212-16,-6 0-1173 0,-7 0 0 16,-3 3 0-16,-5 3 0 0,-8 2 0 15,2 9 0-15,-2 5 0 16,4 7 0-16,2 5 0 0,8 5 0 15,9 1 0-15,10 0 0 0,10 1 0 16,13-4 0-16,14-4 0 16,5-7 0-16,5-8 0 0,1-9 0 15,-7-5 0-15,-8-11 0 0,-4-5 0 16,-8-5 0-16,-11-3 0 0,-8-1 0 16,-4 0 0-16,-8 2 0 0,-9 1 0 15,-2 0 0-15,9 7-605 0,-3 1-3157 0</inkml:trace>
  <inkml:trace contextRef="#ctx0" brushRef="#br0" timeOffset="44183.39">18590 12479 5454 0,'0'0'1125'0,"0"0"-245"0,0 0-147 16,0 0-733-16,0 0 0 0,0 0 0 16,0 0 0-16,0 0 0 15,0 0 0-15,55-2 0 0,-11 2 0 16,1-1 0-16,-3-3 0 0,-3-2 0 16,-4-1 0-16,-4 1 0 0,-8-1 0 15,0-2 0-15,-5-1 0 16,-1 1 0-16,-7 3-1449 0,0-1-1001 0</inkml:trace>
  <inkml:trace contextRef="#ctx0" brushRef="#br0" timeOffset="44383.48">18631 12593 6430 0,'0'0'597'0,"0"0"568"16,0 0-1165-16,0 0 0 0,0 33 0 15,25-26 0-15,8-1 0 0,8-2 0 16,1-4 0-16,-3-4 0 16,2-2 0-16,-2 0 0 0,5 0 0 15,-1-3 0-15,-1 2 0 0,-1-5 0 16,-14 3-1325-16,-2-4-2309 0</inkml:trace>
  <inkml:trace contextRef="#ctx0" brushRef="#br0" timeOffset="45300.12">19902 12021 5890 0,'0'0'484'0,"0"0"629"0,0 51-425 16,6-15-671-16,-1 14-17 0,1 3 0 16,-4 9 0-16,-2 8 0 15,-2 2 0-15,-4 4 0 0,-5 1 0 16,1-2 0-16,0-9 0 0,3-8 0 16,3-10 0-16,4-13 0 0,0-12 0 15,4-10 0-15,7-11 0 0,1-15 0 16,3-3-2014-16,-1-13-1447 0</inkml:trace>
  <inkml:trace contextRef="#ctx0" brushRef="#br0" timeOffset="45666.82">20483 12311 7595 0,'0'0'597'0,"0"0"-597"0,0 0 0 15,0 0 0-15,0 0 0 0,0 0 0 16,0 0 0-16,0 0 0 0,0 0 0 16,0 0 0-16,-10 20 0 0,18-14 0 15,11-2 0-15,-3-2-429 16,1-2-1920-16</inkml:trace>
  <inkml:trace contextRef="#ctx0" brushRef="#br0" timeOffset="46035.54">20531 12651 8192 0,'0'0'0'0,"0"0"0"0,-11 42 0 16,9-34 0-16,0-4 0 0,2-1 0 16,6 1 0-16,11-2 0 0,14-4 0 15,0-4-721-15,6-7-2188 0</inkml:trace>
  <inkml:trace contextRef="#ctx0" brushRef="#br0" timeOffset="46500.26">21178 12183 1584 0,'0'0'4570'0,"0"0"-3553"0,2 53 4 0,-2-10-1021 0,-2 2 0 16,-5 1 0-16,-1 4 0 15,2 2 0-15,-4 1 0 0,3 2 0 16,3-2 0-16,2-2 0 0,0-2 0 16,2-6 0-16,0-8 0 15,4-7 0-15,3-8 0 0,7-12-673 16,-8-4-1512-16,5-8-1541 0</inkml:trace>
  <inkml:trace contextRef="#ctx0" brushRef="#br0" timeOffset="46766.93">21827 12291 8192 0,'0'0'0'0,"0"0"0"0,0 0 0 16,0 0 0-16,0 0 0 15,0 0 0-15,0 0 0 0,-6 35 0 16,6-29 0-16,8-1 0 0,4-3 0 16,5 1-473-16,1-3-1716 0</inkml:trace>
  <inkml:trace contextRef="#ctx0" brushRef="#br0" timeOffset="46952.22">21794 12594 8192 0,'0'0'0'0,"0"0"0"16,0 0 0-16,0 0 0 0,0 0 0 15,0 0 0-15,0 0 0 16,0 0 0-16,0 0 0 0,10 25 0 15,0-30 0-15,9-11-4951 0</inkml:trace>
  <inkml:trace contextRef="#ctx0" brushRef="#br0" timeOffset="47334.22">22492 12136 6462 0,'0'0'369'16,"0"0"399"-16,0 0-175 15,0 0-593-15,-20 42 0 0,9-5 0 16,-1 13 0-16,2 3 0 0,-1 5 0 16,3 3 0-16,0 4 0 0,-7 4 0 15,1-1 0-15,-3-1 0 0,-3-7 0 16,7-3 0-16,1-11 0 0,6-8 0 15,3-11 0-15,3-10 0 0,5-10-281 16,-3-2-1003-16,8-9-181 0</inkml:trace>
  <inkml:trace contextRef="#ctx0" brushRef="#br0" timeOffset="47700.15">22769 12305 6294 0,'0'0'1245'16,"0"0"-633"-16,0 0-571 0,0 0-41 16,0 0 0-16,-43-11 0 0,16 35 0 15,-2 8 0-15,-2 8 0 0,6 5 0 16,0 10 0-16,1 4 0 0,5 8 0 15,5 0 0-15,5 3 0 0,11-6 0 16,13-6 0-16,18-13 0 16,12-12 0-16,9-14 0 0,8-12 0 15,2-11 0-15,-2-16 0 0,-4-12 0 16,-8-11 0-16,-13-7 0 0,-10-7 0 16,-15-3 0-16,-3-5 0 0,-9-2 0 15,-13 7 0-15,-8 5 0 16,-7 15 0-16,-12 13 0 0,-3 10 0 15,-5 10 0-15,-10 7 0 0,21 0-1561 16,-8 1-1449-16</inkml:trace>
  <inkml:trace contextRef="#ctx0" brushRef="#br0" timeOffset="48916.78">23896 12197 2136 0,'0'0'1221'15,"0"0"368"-15,-12 46-21 0,7-24-927 16,5 3-105-16,-2 0-35 0,0-1-501 16,-2-1 0-16,2-3 0 15,-2-2 0-15,0-4 0 0,2-2 0 16,0-5 0-16,0-2 0 0,0-4 0 16,2 0 0-16,-3-1 0 0,1-1 0 15,-4-10 0-15,2-4 0 0,-2-9 0 16,2-1 0-16,2-4 0 0,2-5 0 15,4-1 0-15,4-2 0 0,7 4 0 16,3 3 0-16,1 7 0 0,8 6 0 16,-3 2 0-16,-3 4 0 15,0 4 0-15,-7 2 0 0,1 4 0 16,-3 1 0-16,0 2 0 0,3 3 0 16,-3 4-665-16,5 2-223 0,-3 0-101 15,-1-1-1352-15</inkml:trace>
  <inkml:trace contextRef="#ctx0" brushRef="#br0" timeOffset="49316.87">24274 12190 6418 0,'0'0'1441'16,"0"0"-1108"-16,0 0-333 16,-45-22 0-16,26 20 0 0,3 6 0 15,-1 10 0-15,-2 5 0 0,-1 1 0 16,3 5 0-16,3 0 0 0,5-4 0 16,9 1 0-16,0-6 0 0,11-1 0 15,1-5 0-15,3-1 0 16,1-6 0-16,1-3 0 0,-3 0 0 15,3-8 0-15,-3-5 0 0,1 0 0 16,-1-4 0-16,1 2 0 16,-5 2 0-16,-4 5 0 0,-4 4 0 15,0 1 0-15,-2 2 0 0,0 1 0 16,0 0 0-16,0 5 0 0,0 3 0 16,2 5 0-16,3-1 0 0,3 1 0 15,2-5 0-15,3-3-93 0,-3-1-647 16,6-3 16-16,1-1-41 0,-1 0-431 15,-3 0 403-15,1-2-267 0</inkml:trace>
  <inkml:trace contextRef="#ctx0" brushRef="#br0" timeOffset="49516.7">24493 12267 3209 0,'0'0'960'0,"0"0"-191"16,11-45 403-16,-13 33-583 0,-3 0-81 16,-1 6 376-16,4 3-783 0,-2 2-101 15,-2 1 0-15,-4 6 0 0,-7 8 0 16,0 7 0-16,-1 4 0 15,3 3 0-15,5-4 0 0,2 0 0 16,8-4 0-16,0-6 0 16,10-2 0-16,2-5 0 0,5-4 0 15,4-5 0-15,1-6 0 0,3-10 0 16,0-3-317-16,-4 2-695 0,-5-6-2470 0</inkml:trace>
  <inkml:trace contextRef="#ctx0" brushRef="#br0" timeOffset="49683.93">24667 11893 6631 0,'0'0'360'0,"0"0"316"15,0 0-151-15,-35 53-525 0,16-13 0 16,-1 10 0-16,3 1 0 0,3-1 0 16,1-3 0-16,7-1 0 15,2-1 0-15,4-6 0 0,0-3 0 0,4-6-145 16,0-9-2320-16,2-7-989 0</inkml:trace>
  <inkml:trace contextRef="#ctx0" brushRef="#br0" timeOffset="49950.17">25020 12037 6667 0,'0'0'1292'16,"-33"49"-1059"-16,13-10-233 0,-9 7 0 16,-4 8 0-16,-5 7 0 15,-7 3 0-15,-5 5 0 0,-1 2 0 16,-7 4 0-16,0 0 0 0,2 1 0 16,4-5 0-16,7-4 0 0,10-11 0 15,10-11 0-15,6-10 0 16,9-13 0-16,10-10 0 0,6-6 0 15,7-4-1497-15,9-8-2757 0</inkml:trace>
  <inkml:trace contextRef="#ctx0" brushRef="#br0" timeOffset="50333.21">24921 12747 3949 0,'0'0'2265'0,"0"0"-1516"0,-33 1-197 16,29-2 125-16,-2-1-677 0,-2-3 0 15,-5 2 0-15,-1 2 0 16,-3 1 0-16,3 10 0 0,-1 3 0 15,3 5 0-15,4 2 0 0,3-1 0 16,5 1 0-16,13 3 0 16,3-2 0-16,5 0 0 0,8 0 0 15,0-1 0-15,0-2 0 0,-4-1 0 16,-5-1 0-16,-7-2 0 0,-7 0 0 16,-6-1 0-16,-10 0 0 0,-13-1 0 15,-8 1 0-15,-11-2 0 0,-7-4 0 16,-7-5 0-16,-4-2 0 0,-2 0 0 15,6-6 0-15,15 3-545 16,2-7-4245-16</inkml:trace>
  <inkml:trace contextRef="#ctx0" brushRef="#br0" timeOffset="52300.78">15005 14257 4033 0,'0'0'2317'16,"-35"-20"-1668"-16,19 13-433 0,3 8 164 15,-5 11-160-15,1 8-208 0,-6 8 12 16,-2 6 52-16,5 0-16 16,3 2 16-16,7-3 16 0,6-6-84 15,8-3 4-15,6-9-12 0,7-2 0 16,3-8 0-16,1-5 17 15,6-5-17-15,-2-8 0 0,-2-4 0 16,1-2 0-16,-7-1 0 0,-1 3 0 16,-5 1-13-16,-5 6 13 0,-2 5 13 15,0 2-13-15,-4 2 0 0,0 1 0 16,0 1 0-16,0 2 0 0,2 4 0 16,2-1 0-16,3 2 0 0,1 1 0 15,4 0 0-15,5 0 0 0,1 0 0 16,-1-4 0-16,4-2 0 0,-1 2 0 15,-3-3 0-15,4 3 0 16,-1 1-73-16,-3 0-123 0,-1 4-4 16,1 1-84-16,-7 5 84 0,-2 0 172 15,-6-1 20-15,7-4 4 0,-7-2 4 16,2-6 160-16,-4 1-44 16,6-3 8-16,-2-1 124 0,0-6-52 15,-2-7-47-15,3-7-149 0,-1-4 0 16,-2-1 0-16,2-1 0 15,2 0 0-15,0-1 0 0,5 5 0 16,-1 4 0-16,0 2 0 0,5 9 0 16,-3 2 0-16,3 4 0 0,-1 4 0 15,-1 4 0-15,3 4 0 0,-6 5 0 16,1 1 0-16,-3 4 0 0,-2 0 0 16,0-1 0-16,-1 3 0 0,1-7 0 15,0 2 0-15,-2-7 0 0,6-3-297 16,1-3-1100-16,5-4-519 0</inkml:trace>
  <inkml:trace contextRef="#ctx0" brushRef="#br0" timeOffset="52502.28">15853 14340 6482 0,'0'0'473'0,"-23"-49"611"0,9 30-931 0,3 9-153 15,-5 7 0-15,1 6 0 0,-8 11 0 16,3 5 0-16,-3 9 0 15,2 2 0-15,7 3 0 0,8-3 0 16,2-3 0-16,10-3 0 0,8-6 0 16,7-5 0-16,2-7 0 0,8-6 0 15,0-10 0-15,0-5 0 0,-4-11-1189 16,-11 6-200-16,3-6-472 0</inkml:trace>
  <inkml:trace contextRef="#ctx0" brushRef="#br0" timeOffset="52666.82">15878 13786 6699 0,'0'0'1128'16,"0"0"-763"-16,0 0-365 0,4 75 0 15,-13-14 0-15,3 11 0 0,-4 5 0 16,4-7 0-16,2 0 0 16,1-2 0-16,6-7 0 0,7-4 0 15,6-7 0-15,13-11 0 0,-10-13-985 16,10-9-1820-16</inkml:trace>
  <inkml:trace contextRef="#ctx0" brushRef="#br0" timeOffset="53800.72">17428 13662 2649 0,'0'0'2401'15,"0"0"-1661"-15,0 0 273 0,0 0-469 16,0 0-284-16,0 0-108 0,-41 32-108 15,24 2 104-15,3 9 93 16,5 7-241-16,5-2 0 0,4 1 0 16,13 1 0-16,-1-2 0 0,11-6 0 15,4-4 0-15,10-7 0 0,4-8 0 16,5-7 0-16,1-6 0 0,-3-10 0 16,-3-3 0-16,-8-9 0 0,-6-3 0 15,-2-5 0-15,-11-4 0 0,-4 1 0 16,-7-2 0-16,-3 0 0 0,-3-1 0 15,-5 0 0-15,-8 1 0 0,-1 1 0 16,-8 4 0-16,3 3 0 16,-5 6 0-16,-2 4 0 0,2 4 0 15,-4 3 0-15,0 7 0 0,-6 7 0 16,4 6 0-16,-5 5 0 16,1 7 0-16,2 4 0 0,8 0 0 15,6 3 0-15,9-2 0 0,10 4 0 16,6 0 0-16,17 2 0 15,10 1 0-15,6 0 0 0,11 0 0 16,-1 1 0-16,1-2 0 0,-3-1 0 16,-12-2 0-16,-12-2 0 0,-11-4 0 15,-6-4 0-15,-18-3 0 0,-9-4 0 16,-16-3 0-16,-15-5 0 0,-14-3 0 16,0-5 0-16,-5-4 0 0,5-3 0 15,4-7 0-15,12-4 0 0,9 0 0 16,18 4-373-16,9 0-1284 0</inkml:trace>
  <inkml:trace contextRef="#ctx0" brushRef="#br0" timeOffset="55567.02">18387 14322 3277 0,'0'0'1593'0,"0"0"-1009"0,0 0 689 16,0 0-537-16,0 0-296 0,0 0-151 15,0 0-289-15,0 0 0 0,0 0 0 16,6-1 0-16,17 6 0 0,12 2 0 16,-2-1 0-16,-2-1 0 0,6-2 0 15,-1 1 0-15,-3-4 0 0,2-2 0 16,-2-5 0-16,2-3 0 0,-8-3-841 15,-11 1-1212-15,-1 0-1497 0</inkml:trace>
  <inkml:trace contextRef="#ctx0" brushRef="#br0" timeOffset="55751.09">18410 14507 6310 0,'0'0'1017'15,"0"0"-689"-15,37 25 209 0,-6-22-537 16,10-3 0-16,3-3 0 0,1-3 0 16,-3 1 0-16,-9 0 0 0,-6 0 0 15,-1-1 0-15,-5 1 0 0,-11 2-817 16,1-7-2209-16</inkml:trace>
  <inkml:trace contextRef="#ctx0" brushRef="#br0" timeOffset="56899.86">19766 14140 6306 0,'0'0'881'16,"0"0"-225"-16,-21-43-307 0,11 33-349 15,-1 0 0-15,-5 1 0 0,-5 5 0 16,-1 4 0-16,-5 5 0 15,-2 10 0-15,-2 12 0 0,-7 13 0 16,-3 13 0-16,-2 12 0 0,6 7 0 16,12 5 0-16,12 0 0 0,13-3 0 15,17-5 0-15,10-10 0 0,14-11 0 16,13-10 0-16,2-11 0 0,-3-12 0 16,5-10 0-16,-6-9 0 0,-9-10 0 15,-5-10 0-15,-10-5 0 0,-7-7 0 16,-11 0 0-16,-3-4 0 15,-11 0 0-15,-3-4 0 0,-7-2 0 16,1-4 0-16,-1 0 0 0,4 1 0 16,-1 4 0-16,5 8 0 0,0 8 0 15,2 13 0-15,4 7 0 0,0 7 0 16,6 5 0-16,11 9 0 16,-3 1-993-16,3 9-1877 0</inkml:trace>
  <inkml:trace contextRef="#ctx0" brushRef="#br0" timeOffset="58133.63">20359 14306 6526 0,'0'0'1201'0,"0"0"-736"0,0 0-465 16,0 0 0-16,0 0 0 0,0 0 0 15,0 0 0-15,0 0 0 16,0 0 0-16,0 0 0 0,0 7 0 16,8 5 0-16,-1-1 0 0,-1-2 0 15,0 0 0-15,8 1 0 0,3 0 0 16,-3 0 0-16,-1-3-1581 16,-5-1-725-16</inkml:trace>
  <inkml:trace contextRef="#ctx0" brushRef="#br0" timeOffset="58316.77">20369 14691 6470 0,'0'0'1722'15,"0"0"-1722"-15,0 0 0 0,0 0 0 16,0 0 0-16,0 0 0 0,0 0 0 16,0 0 0-16,0 0 0 0,0 0 0 15,0 21 0-15,5-21 0 0,5-2 0 16,6-8 0-16,-1-1-737 15,-3-4-3829-15</inkml:trace>
  <inkml:trace contextRef="#ctx0" brushRef="#br0" timeOffset="59184.09">21023 14232 6683 0,'0'0'984'0,"0"0"-459"0,-27-40-525 16,8 34 0-16,-4 6 0 0,-10 1 0 16,2 11 0-16,-6 8 0 0,2 9 0 15,-2 5 0-15,4 10 0 0,0 7 0 16,6 5 0-16,6 5 0 0,7 3 0 16,7-2 0-16,9-2 0 0,13-8 0 15,12-11 0-15,10-10 0 0,19-16 0 16,4-11 0-16,12-8 0 15,-2-15 0-15,-8-8 0 0,-10-6 0 16,-19-3 0-16,-12 1 0 0,-11-2 0 16,-10-2 0-16,0-3 0 0,-10-1 0 15,-3 0 0-15,1-1 0 0,0 3 0 16,1 8 0-16,-1 9 0 16,4 9 0-16,1 9 0 0,3 5 0 15,2 2 0-15,2 10 0 0,2 9-269 16,2 5-767-16,1 0-1325 15,-3-1-469-15</inkml:trace>
  <inkml:trace contextRef="#ctx0" brushRef="#br0" timeOffset="59350.99">21347 14779 7495 0,'0'0'697'16,"0"0"-697"-16,0 0 0 15,0 0 0-15,0 0 0 0,-6 33 0 16,6-27 0-16,0-2 0 0,0-3 0 16,2-1 0-16,0-1-2374 0,0-14-3032 0</inkml:trace>
  <inkml:trace contextRef="#ctx0" brushRef="#br0" timeOffset="59767.1">21744 14178 6406 0,'0'0'825'15,"0"0"23"-15,0 0-735 0,-12 40-113 16,5-2 0-16,-3 10 0 15,6 6 0-15,4 0 0 0,2 2 0 16,6 5 0-16,1-1 0 0,1 2 0 16,-4 1 0-16,0-4 0 0,-2-4 0 15,-4-7 0-15,5-9 0 0,1-9 0 16,0-9 0-16,4-10 0 0,1-11 0 16,-3-5-1485-16,0-9-400 0</inkml:trace>
  <inkml:trace contextRef="#ctx0" brushRef="#br0" timeOffset="59999.95">22114 14357 7283 0,'0'0'909'0,"0"0"-909"0,-6 38 0 16,2-28 0-16,4-1 0 0,0-4 0 16,4-2 0-16,2 2 0 0,4-3 0 15,7-2 0-15,4 0 0 0,-7-6-2102 16,1-2-3988-16</inkml:trace>
  <inkml:trace contextRef="#ctx0" brushRef="#br0" timeOffset="60184.09">22064 14716 6859 0,'0'0'1164'0,"0"0"-995"0,0 0-169 16,0 0 0-16,0 0 0 0,0 0 0 15,0 0 0-15,34-19 0 0,-20 4 0 16,-2 2-125-16,-1 1-5097 0</inkml:trace>
  <inkml:trace contextRef="#ctx0" brushRef="#br0" timeOffset="60566.91">22699 14241 6174 0,'0'0'905'0,"0"0"208"16,0 0-1113-16,0 0 0 0,0 0 0 15,8 45 0-15,-8 2 0 0,2 14 0 16,0 6 0-16,1-5 0 0,-1 1 0 16,0-3 0-16,0-1 0 0,-2-4 0 15,0-3 0-15,-4-6 0 0,-3-4 0 16,-1-8 0-16,0-5 0 15,-2-13-373-15,1-4-1932 0,1-12-1805 0</inkml:trace>
  <inkml:trace contextRef="#ctx0" brushRef="#br0" timeOffset="78550.3">3859 15686 3193 0,'0'0'1637'0,"0"0"104"0,0 0-1057 16,0 0-76-16,0 0-279 16,0 0-329-16,0 0 0 0,0 48 0 15,-2-13 0-15,2 2 0 0,0-2 0 16,2-3 0-16,2 1 0 0,5-1 0 16,-1 0 0-16,-2-2 0 0,2-3 0 15,-3-3-153-15,1-8-739 0,-6-6-1433 16,4-7-453-16</inkml:trace>
  <inkml:trace contextRef="#ctx0" brushRef="#br0" timeOffset="78767.35">4103 15644 6050 0,'0'0'985'16,"0"0"-341"-16,0 0-131 0,0 0-513 15,-12 57 0-15,10-24 0 0,-4 6 0 16,6-3 0-16,0 1 0 16,0-2 0-16,6 3 0 0,-6-2 0 15,4-2 0-15,2-7 0 0,-4-5 0 16,6-5 0-16,-1-7 0 0,-1-7-329 16,-2-2-1180-16,2-6-664 0</inkml:trace>
  <inkml:trace contextRef="#ctx0" brushRef="#br0" timeOffset="79100.28">4314 15690 6695 0,'0'0'856'15,"0"0"-408"-15,0 0-255 0,-45-7-193 16,32 14 0-16,3 6 0 0,0 4 0 15,-1 2 0-15,3 5 0 0,6 3 0 16,2 3 0-16,0 4 0 16,10-1 0-16,-4 2 0 0,9-6 0 15,1-4 0-15,5-6 0 0,2-9 0 16,6-6 0-16,-2-4 0 0,-1-9 0 16,1-5 0-16,-8-5 0 0,-2-2 0 15,-7 0 0-15,-8-3 0 0,-4-2 0 16,-2 2 0-16,-11-1 0 0,3 0 0 15,-5-3 0-15,3 2 0 16,-1-1 0-16,3 5 0 0,2 4 0 16,-1 6-741-16,7 6-1452 0,0 5-2453 15</inkml:trace>
  <inkml:trace contextRef="#ctx0" brushRef="#br0" timeOffset="79817.2">5031 15891 1980 0,'0'0'2365'0,"0"0"-1440"16,0 0-273-16,0 0 361 0,0 0-377 15,-2-36-144-15,2 30-363 16,-4 0-129-16,2-2 0 0,-2 3 0 16,-6 0 0-16,3 1 0 0,-3 2 0 15,-9 5 0-15,1 12 0 0,1 10 0 16,3 10 0-16,4 4 0 0,10-4 0 16,0 0 0-16,4-4 0 0,8-5 0 15,3-6 0-15,5-8 0 0,3-12 0 16,2-9-797-16,2-14 53 15,-7 0-1253-15,1-4-485 0</inkml:trace>
  <inkml:trace contextRef="#ctx0" brushRef="#br0" timeOffset="80366.56">5244 15891 6074 0,'0'0'1157'0,"0"0"-441"15,-41-3-471-15,31 7-245 0,3 1 0 16,-1 3 0-16,2 4 0 0,0 5 0 15,-3 6 0-15,7 4 0 16,-4 2 0-16,6 2 0 0,0-3 0 16,0-2 0-16,2-7 0 0,4-7 0 15,5-8 0-15,3-5 0 0,3-11 0 16,8-6 0-16,-9-4 0 0,1-4 0 16,1 2 0-16,-9 0 0 0,1 7 0 15,-6 5 0-15,0 8 0 0,-4 4 0 16,0 3 0-16,-4 9 0 15,2 5 0-15,-2 4 0 0,4 0 0 16,0-7 0-16,6-5 0 0,4-3 0 16,5-6-345-16,1 0-495 0,1-4-33 15,-3-2-1032-15,-3 3 41 0</inkml:trace>
  <inkml:trace contextRef="#ctx0" brushRef="#br0" timeOffset="80767.63">5548 15745 5330 0,'0'0'1633'16,"0"0"-885"-16,0 0-300 0,0 0-415 16,-47 11-33-16,32-4 0 0,-1 0 0 15,1-1 0-15,3-1 0 0,3 0 0 16,3 3 0-16,-2 2 0 0,6 4 0 15,-2 2 0-15,4 2 0 16,0-3 0-16,4-1 0 0,2-1 0 16,4-5 0-16,5-1 0 0,1-4 0 15,5-3 0-15,-4 0 0 0,-1 0 0 16,-1 0 0-16,-1 0 0 16,-6 3 0-16,-3 4 0 0,-1 2 0 15,-4 4 0-15,0 1 0 0,-4-2 0 16,-1-1 0-16,3-3 0 0,2-3 0 15,-8-1 0-15,2 2 0 16,0 0 0-16,-11 2 0 0,-1-1 0 16,1-1 0-16,0 0 0 0,7-2 0 15,4-1-201-15,0-2-315 0,2-1-505 16,4 0 129-16,6-7-72 0,4 0-1233 16,5-9-204-16</inkml:trace>
  <inkml:trace contextRef="#ctx0" brushRef="#br0" timeOffset="81017.45">5676 15837 3817 0,'0'0'849'0,"0"0"211"0,0 0-159 16,0 0 295-16,0 0-827 0,0 0-369 16,0 0 0-16,0 0 0 0,0 0 0 15,0 0 0-15,27-6 0 0,-23 2 0 16,3-1 0-16,-3-2 0 16,0 0 0-16,-4 1 0 0,0 0 0 15,-11 4 0-15,-5 2 0 0,-3 8 0 16,3 9 0-16,-1 5 0 0,3 4 0 15,3 3 0-15,5-1 0 16,6-1 0-16,0-4 0 0,2-3 0 16,9-6 0-16,7-6 0 0,5-5 0 15,2-6 0-15,6-7 0 0,-2-4 0 16,0-3 0-16,2-2-485 0,-9 5-1608 16,-1-3 8-16</inkml:trace>
  <inkml:trace contextRef="#ctx0" brushRef="#br0" timeOffset="81483.55">6050 15693 5378 0,'0'0'1429'0,"0"0"-229"0,0 0-1015 0,-43-8-185 0,27 9 0 15,-1 2 0-15,-2 2 0 16,3 3 0-16,-1-1 0 0,7 2 0 15,0 0 0-15,3 2 0 0,3 3 0 16,4 1 0-16,0-1 0 0,4 0 0 16,7-1 0-16,-1-2 0 0,7-2 0 15,3-2 0-15,7-1 0 0,-4 0 0 16,2-1 0-16,-3-1 0 16,1 3 0-16,-6 2 0 0,-7 0 0 15,-4 5 0-15,-10 2 0 0,-2 4 0 16,-11 4 0-16,-3-1 0 0,-5 1 0 15,-2-4 0-15,0-3 0 16,0-3 0-16,3-3 0 0,1-3 0 16,4-1-317-16,3-5-1040 0,1-1-4281 0</inkml:trace>
  <inkml:trace contextRef="#ctx0" brushRef="#br0" timeOffset="120450.34">4147 12661 972 0,'0'0'0'15</inkml:trace>
  <inkml:trace contextRef="#ctx0" brushRef="#br0" timeOffset="121267.53">4326 12664 1552 0,'0'0'32'0,"-33"-8"-32"0,23 5 500 15,0 1 9-15,4 2-117 0,3 0 52 0,1-1-84 16,-2 1 88-16,2 0 301 16,2 0-213-16,-4 0-36 0,4 0 217 15,0 0-217-15,0 0 4 0,0 0-55 16,0 0-449-16,0 0 0 0,0 0 0 15,6 0 0-15,5 1 0 0,13 2 0 16,7 1 0-16,13 2 0 0,8 0 0 16,1 0 0-16,5 0 0 15,4-1 0-15,-4 1 0 0,0-2 0 16,-6 2 0-16,-11-1 0 0,-4 0 0 16,-16-3 0-16,-5 1 0 0,-12-2 0 15,-4 0 0-15,0 0 0 16,-2-1 0-16,-10 0 0 0,-9 0 0 15,-6 0 0-15,-1-2 0 0,1-2 0 16,0-2 0-16,0 0 0 16,-10 0 0-16,-1-2 0 0,-9-1 0 15,-1-1 0-15,-3 1 0 0,-7-1 0 16,0 2 0-16,0 2 0 0,0 4 0 16,7 2 0-16,5 1 0 0,11 2 0 15,10 1 0-15,11-3 0 0,12 1 0 16,4 2 0-16,14-2 0 0,23 3 0 15,15 0 0-15,16 0 0 0,9-2 0 16,0 2 0-16,-1-3 0 0,-1 2 0 16,-13-1 0-16,-6 0 0 15,-13-1 0-15,-8 0 0 0,-10 0 0 16,-17-1 0-16,-3-1 0 0,-7 0 0 16,0 0 0-16,0 0 0 0,-13 0 0 15,-7 0 0-15,-5 0 0 16,-6-1 0-16,-2-3 0 0,-7-2 0 15,-7-2 0-15,-3-3 0 0,-8-3 0 16,-4-3 0-16,-2 3 0 0,2-1 0 16,9 2 0-16,11 2 0 0,15 5 0 15,13 1 0-15,12 4 0 0,10 1 0 16,7 0-1205-16,22-2-5082 0</inkml:trace>
  <inkml:trace contextRef="#ctx0" brushRef="#br0" timeOffset="126033.63">5333 12526 2281 0,'0'0'2481'0,"0"0"-2237"16,0 0-28-16,-41-24 112 15,16 12-220-15,2 0-20 0,-8-1 20 0,4 0-40 16,-4 0-4-16,-6-2 64 16,0 0-76-16,-4 0 8 0,-1 1 108 15,-1 1-104-15,-3 0 28 0,3 1 109 16,2 0-65-16,3 1-4 0,-5-1-4 15,2 3-128-15,-1 1 4 0,-5 3-4 16,-5 0-4-16,0 5 4 0,1 0-4 16,-3 6 4-16,0 5 0 0,-2 3 0 15,-1 3-40-15,-1 2 8 16,4 3-36-16,0 2-20 0,3 4 40 16,3 3-88-16,-4 2-45 0,5 5-67 15,1 0-256-15,3 5 124 0,-1 1 184 16,5 1 112-16,0 2 72 15,4 4 12-15,2 1 24 0,6 0 32 16,2 1 128-16,4 0 188 0,5 1-200 16,1 1-76-16,5 0-48 0,0 1-44 15,3 1-4-15,7-1 0 16,0 1-4-16,7-1 0 0,5-2-16 16,5 1-100-16,-1-1 44 0,5-2-52 15,-5 2 60-15,5 0 68 0,6-3-8 16,-2-1 8-16,8-4 0 0,4-2 140 15,4-4-32-15,11-2 36 0,-2-6 72 16,10-1-124-16,6-4-12 0,2-2 8 16,4-1-88-16,3-4 24 0,3 0-3 15,5-2-17-15,2-5 0 16,4-3 36-16,-1-4 44 0,1-3 20 16,6-7 56-16,1-10-128 0,3-7-4 15,0-11 4-15,-2-11-24 16,-4-7-8-16,-8-10 36 0,-7-8 48 15,-5-6 144-15,-15-7 196 0,-11-8-128 16,-10-3-235-16,-10-4-61 0,-8-2 0 16,-13-3 0-16,-6 0 0 15,-10 3 0-15,-9 6 0 0,-8 6 0 0,-6 4-193 16,-8 6-343-16,-7 5-513 16,-3 7 289-16,-3 7-92 0,11 17-1017 15,1 4-1032-15</inkml:trace>
  <inkml:trace contextRef="#ctx0" brushRef="#br0" timeOffset="140984.24">2667 14678 1596 0,'0'0'597'0,"0"0"91"0,0 0-32 16,0 0-76-16,0 0-119 0,0 0 127 16,0 0-336-16,29-37-40 0,-23 21 180 15,0-1-132-15,-2 2-32 0,0 2 61 16,2 1-229-16,-6-1-20 0,5 2-36 15,1 3 0-15,0-3-4 0,4 4 0 16,1-4-36-16,5 1 24 0,1 3 0 16,-1 5-68-16,-1 3-4 15,1 8-32-15,-3 4 43 0,-1 2 65 16,0 4 0-16,-1 5 8 0,-1-3 0 16,3 3 8-16,-3-4 4 0,2-2-12 15,-1-4 4-15,5-3 0 16,3-5-4-16,3-6 8 0,9-1-8 15,0-9 8-15,7-3 0 0,-7-1 8 16,0-4-16-16,-2 0 13 0,-5 2-9 16,-9 0-4-16,-7 7 16 15,0 2-8-15,-8 2-8 0,0 4 32 16,0-1-28-16,3 0 4 0,-3 2-8 16,0 0-52-16,4 6-21 0,-4 4-171 15,6 5 116-15,0 2 44 0,2 0-40 16,3-1 52-16,-1-7 56 0,7 2 12 15,-3-5 0-15,7-3 4 0,-1-2 28 16,3-1-24-16,2-4 16 16,-2-2 44-16,-1-2-52 0,-1-1 32 15,-6 0 60-15,-1 1-68 0,-4-1 0 16,-1 1 20-16,-1 1-52 0,-6 0 20 16,2 2-12-16,0 3-12 0,-4-2 0 15,4 4-4-15,3-1-28 16,-5 1 28-16,2 0 4 0,2 2-56 15,-2 8 16-15,2 4 4 0,0 0-12 16,-1 1 48-16,-1-5-8 16,2-2 0-16,0-2 8 0,9-2 0 15,5-3-16-15,5-1 16 0,4-3 24 16,0-7-16-16,0 1-8 0,2-2 8 16,0 0 0-16,-4 1-8 0,0 1 44 15,-3 3-40-15,-3 3 12 0,-4-1 0 16,-1 3-12-16,-1 1 24 0,1 0 44 15,3 0-64-15,-3 0 12 0,5 3 0 16,0-1-12-16,1 0-8 0,-1-1 12 16,2 0-12-16,2 2 0 0,-3-2 0 15,3 5 4-15,-4-1-4 16,0 1 0-16,-1 1-4 0,-3 0 4 16,3 1 0-16,-5-2 0 0,1 0 0 15,1-2-4-15,4-4 12 16,-1 0-8-16,7-6 4 0,-2-4 4 15,2 1-16-15,0-4 4 0,0 0-56 16,-3 1 60-16,-1 0-16 0,-2 4 8 16,-7 3 8-16,-1 1 8 15,-7 3 8-15,-2 1-8 0,0 0 44 16,2 0-36-16,-2 0-16 0,7 4 0 16,-5 0 0-16,4 2 0 0,-3 3 0 15,-1-2-4-15,2 1 4 0,-2-1 0 16,5 0 4-16,-1-2-4 0,6-4 0 15,3-1 8-15,0-3-8 0,-3-5 12 16,3-1 0-16,-9 3-12 0,3-1 4 16,1 1 0-16,-4-1-4 15,1 2 4-15,-1 3-4 0,2 1 0 16,3 1 0-16,-3 2-28 0,7 1 28 16,-5 0 0-16,5 3 0 0,-5-1-4 15,-3 1-16-15,-1 1-80 16,-4 3 56-16,0 3-80 0,3 4-84 15,-7 1 56-15,2-3 152 0,-4 2-16 16,4-2 16-16,-2 2 0 16,2-3-116-16,-2-3-340 0,3-3-1465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21:18.97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18366 9074 2297 0,'0'0'2329'15,"0"0"-1417"-15,0 0 125 16,0 0-517-16,0 0-76 0,0 0 4 15,0 0-308-15,0 0-75 0,0 0-65 16,-4 34 0-16,4-27 0 0,0 4 0 16,2 3 0-16,0 2 0 0,0 2 0 15,-2 1 0-15,0-1 0 0,0 2 0 16,0 1 0-16,-2 1 0 0,0-2 0 16,-4 1 0-16,6 0 0 0,-2 0 0 15,-2-1 0-15,4-1 0 16,0-1 0-16,0-1 0 0,0 1 0 15,0 0 0-15,0 1 0 0,6-1 0 16,-2 1 0-16,0 0 0 16,-2 2 0-16,5 2 0 0,-3-1 0 15,0 3 0-15,-2 0 0 0,2-1 0 16,2 2 0-16,-2-2 0 0,3 0 0 16,-3 0 0-16,2 0 0 15,-2-2 0-15,-2 2 0 0,0 0 0 16,-2 1 0-16,0 0 0 0,-2 2 0 15,0 0 0-15,-4 3 0 0,2-2 0 16,0-1 0-16,-3 2 0 0,5-2 0 16,0 2 0-16,0-2 0 0,2 1 0 15,-4 2 0-15,4-3 0 0,0 4 0 16,0-1 0-16,-2-1 0 0,2 3 0 16,0 0 0-16,0-2 0 15,0 2 0-15,0 1 0 0,0 1 0 16,2-1 0-16,-2-1 0 0,0-2 0 15,0 0 0-15,0 0 0 16,0-2 0-16,0 1 0 0,0-2 0 16,0-1 0-16,0 0 0 0,4-1 0 15,-2-1 0-15,2 1 0 0,-4 1 0 16,5-2 0-16,-3 4 0 16,-2-2 0-16,4 3 0 0,-4 0 0 15,0 2 0-15,4-1 0 0,-4 0 0 16,2 0 0-16,-2-2 0 0,4-1 0 15,-4 3 0-15,2-4 0 0,-2 4 0 16,2 1 0-16,-2-2 0 0,0 3 0 16,0-1 0-16,0 1 0 0,0 0 0 15,0 1 0-15,0-1 0 16,0 0 0-16,0 0 0 0,2 0 0 16,-2 2 0-16,0-1 0 0,4-1 0 15,-4 1 0-15,0 1 0 0,0-1 0 16,0 3 0-16,0-2 0 15,-4 2 0-15,4 0 0 0,-2 1 0 16,0 1 0-16,0 2 0 0,-2 0 0 16,4-1 0-16,-2 1 0 0,-2 2 0 15,4-2 0-15,-4 3 0 16,2-2 0-16,-3 3 0 0,3-1 0 16,-2 2 0-16,0-4 0 0,4 4 0 15,-2-1 0-15,2 2 0 0,0 0 0 16,-2 0 0-16,2-1 0 0,0 1 0 15,-2-1 0-15,2 0 0 0,-4 0 0 16,4 0 0-16,0 1 0 16,0 0 0-16,-2 1 0 0,-2-1 0 15,-1-1 0-15,5 2 0 0,-4-3 0 16,4-2 0-16,-2 0 0 0,-2-3 0 16,4-2 0-16,-2 1 0 0,2-1 0 15,-4-1 0-15,4-1 0 0,0-2 0 16,0-2 0-16,0-1 0 15,-4-3 0-15,4-2 0 0,-2-4 0 16,-2-2 0-16,4-3 0 0,0-1 0 16,0-4 0-16,0-2 0 0,0-3 0 15,0 0 0-15,0-3 0 16,0 1 0-16,0 2 0 0,0 0 0 16,0-2 0-16,0 1 0 0,-5-1 0 15,5 0 0-15,0 0 0 0,-2 0 0 16,2-1 0-16,0 1 0 0,-4-1 0 15,4 1 0-15,0-3 0 0,0 4 0 16,0-4 0-16,0 2 0 0,0-1 0 16,0 0 0-16,0 0 0 15,0 1 0-15,0 1 0 0,0-1 0 16,0 3 0-16,-2-1 0 0,2-2 0 16,0 2 0-16,0-4 0 0,0 2 0 15,0-2 0-15,0 0 0 0,0-1 0 16,0 0 0-16,0 0 0 15,0 0 0-15,0 0 0 0,0 0 0 16,0-1 0-16,0-2 0 0,-2 1 0 16,0-2-549-16,-2-5-5998 0</inkml:trace>
  <inkml:trace contextRef="#ctx0" brushRef="#br0" timeOffset="2916.3">22895 17217 2877 0,'0'0'2369'0,"0"0"-1513"0,0 0-339 15,0 0 199-15,0 0-292 0,0 0-156 16,0 0-103-16,0 0-165 16,0 0 0-16,-6-33 0 0,6 28 0 15,0 2 0-15,0-1 0 0,0 2 0 16,0 1 0-16,0-1 0 0,0 2 0 15,2 0 0-15,7 0 0 16,5 2 0-16,7 0 0 0,4 0 0 16,-3 1 0-16,3-1 0 0,-6-1 0 15,-1 3 0-15,1-3 0 0,2 3 0 16,-1-2 0-16,3-1 0 0,4 3 0 16,4-2 0-16,6-1 0 0,0 2 0 15,5-1 0-15,1-1 0 0,-2 2 0 16,7-1 0-16,1 0 0 0,-1 1 0 15,2 0 0-15,-3 2 0 16,5-3 0-16,-3 2 0 0,5-3 0 16,2 0 0-16,2 2 0 0,4-3 0 15,6 0 0-15,0 0 0 0,1-3 0 16,-1 2 0-16,2-1 0 16,0-1 0-16,-1 2 0 0,-1 1 0 15,2 0 0-15,-2 0 0 0,5 0 0 16,-1 0 0-16,0 1 0 0,3 2 0 15,1-1 0-15,3-1 0 16,-1 2 0-16,1-2 0 0,1 1 0 16,1-2 0-16,-4 0 0 0,1 1 0 15,-3-1 0-15,-1 0 0 0,0 0 0 16,-3 0 0-16,-1 0 0 0,0 3 0 16,-2-2 0-16,-1 0 0 0,-1 3 0 15,-2-2 0-15,-2-2 0 0,0 1 0 16,-6-1 0-16,-7 0 0 0,-7 0 0 15,-9 0 0-15,-6-1 0 16,-13 1 0-16,-4 0 0 0,-5 0 0 16,-5-1 0-16,2 1 0 0,-2-1 0 15,0-2 0-15,-2 2 0 0,-1-2 0 16,-5-2 0-16,-2-2-309 16,-5-5-443-16,3 1-1313 0,-3-3-1337 0</inkml:trace>
  <inkml:trace contextRef="#ctx0" brushRef="#br0" timeOffset="9316.11">3473 14204 1892 0,'0'0'268'16,"0"0"-123"-16,0 0 63 0,0 0-120 16,0 0 40-16,0 0 932 15,0 0-688-15,0 0-196 0,2 23 245 16,2-23-185-16,-2-3-40 0,6-2 28 16,-4-1-136-16,3 1 4 0,1-3 76 15,0 1-104-15,3-2 0 0,1-5 72 16,0 2-20-16,1 0 8 0,-3 0 64 15,0 0-124-15,1 2 5 0,-1 0 15 16,0-1-76-16,1 3-8 0,-3-3 0 16,2 3 4-16,1-4-4 0,1 3 0 15,0-2-4-15,1-2 4 16,-1 0 8-16,-1 1-4 0,-1 0-4 16,-2 2 36-16,0 2 12 0,-1 1 64 15,-3 3 96-15,-2 0-132 0,2-2-4 16,0 0 32-16,2-1-96 15,1-2 24-15,-1-1-32 0,4-3 0 16,0-1-4-16,1 0-8 0,3 1-96 16,-3 2 12-16,-5-2 28 0,2 1 32 15,2 1 36-15,-3 2 0 16,-1 2 16-16,-2 2-8 0,-4 0 96 16,6 0-52-16,-6-1 20 0,4-3 0 15,2-3-64-15,-1-3-8 0,1-1 0 16,4 0-8-16,-6 0 8 0,2 2 0 15,1 0-72-15,-1 1-20 0,2 1-8 16,-2 1 8-16,-4 2 60 0,3 3 24 16,-1 1 8-16,-4 0 0 0,2-1 120 15,0-1-32-15,4 0 8 16,-6 0 28-16,0 0-116 0,2 0 8 16,0-1-16-16,4 1 0 0,-6 0 0 15,7 0 0-15,-3-2-32 0,6-1 12 16,-2-3 12-16,3 3-16 15,-3 2 24-15,-6 3 0 0,0 1 16 16,4 0-16-16,-6-1 36 0,2 0-24 16,2-1 28-16,1 1 76 0,-1 0-92 15,2 0-8-15,-4-1-12 16,6 1 4-16,-6 0-16 0,2 0 0 16,1 0-124-16,1-1 20 0,-2 0-104 15,2 1-64-15,-6-1-125 0,4 1-927 16,-4-2-61-16</inkml:trace>
  <inkml:trace contextRef="#ctx0" brushRef="#br0" timeOffset="10132.14">4178 13426 556 0,'0'0'2649'0,"0"0"-2341"16,0 0-84-16,0 0-32 0,0 0-168 15,0 0-24-15,0 0 0 0,0 0 0 16,0 0 52-16,0 0-32 0,-7-39-4 16,14 32 8-16,-7 0-12 0,4 2-12 15,-2 1 32-15,-2-1 136 0,4 1 129 16,-4 0 59-16,6-3-288 15,5-3-8-15,-1-3 100 0,2-4-112 16,3 1-20-16,1-1-12 0,-1 1-16 16,5 0 0-16,-3-1 0 0,-1 0 4 15,-1 1-4-15,-1 2 20 16,-1 0-16-16,-3 3 36 0,0 0 92 16,1 1-24-16,-1-1 12 0,1 2 40 15,-1 0-136-15,0 0 0 0,3 0-24 16,1-2-28-16,-2 0-76 0,3-2-192 15,-1 0 60-15,3 1 180 0,-3 1-128 16,-1 0 136-16,1 1-16 16,-8-2-308-16,1 2 15 0,-1 1 97 15,-4 4-1136-15,4-3-549 0</inkml:trace>
  <inkml:trace contextRef="#ctx0" brushRef="#br0" timeOffset="12833.83">5308 12288 3077 0,'0'0'1517'0,"0"0"-869"16,0 0 288-16,0 0-351 0,0 0-153 16,0 0 256-16,0 0-379 0,0 0-309 15,-37-16 0-15,33 11 0 0,2-1 0 16,-2 2 0-16,4 1 0 0,-4 0 0 15,4 0 0-15,0 3 0 16,0 0 0-16,8 0 0 0,8 6 0 16,11 0 0-16,15 2 0 0,5-1 0 15,7 0 0-15,2-2 0 16,4 0 0-16,-4-4 0 0,-3 0 0 0,-7-1 0 16,-13 0 0-16,-6 0 0 15,-13 0 0-15,-3 0 0 0,-11 0 0 16,-5 0 0-16,-7-1 0 0,-19-1 0 15,-10-1 0-15,-11 1 0 0,-2 1 0 16,7-2 0-16,-9 1 0 0,6 1 0 16,-1-1 0-16,3-1 0 0,5 1 0 15,1-1 0-15,7 1 0 16,12 1 0-16,3 0 0 0,11 1 0 16,7 0 0-16,2 0 0 0,2 0 0 15,13 0 0-15,16 1 0 0,19 0 0 16,16 1 0-16,4 1 0 15,-2-1 0-15,-10 4 0 0,-2 0 0 16,-13 1 0-16,-1 3 0 0,-5-2 0 16,-10 1 0-16,-9 0 0 0,-5-6 0 15,-9 1 0-15,-4-3 0 16,-4 1 0-16,-13 0 0 0,-14-1 0 16,-12-1 0-16,-5-5 0 0,-3-1 0 15,3-3 0-15,-4-1 0 0,-1-2 0 16,-5 3 0-16,2-2 0 0,2 3 0 15,0 1 0-15,7 2 0 0,12 1 0 16,8 3 0-16,12 1 0 0,9 0 0 16,10 2 0-16,9 2 0 0,24 3 0 15,19-1 0-15,12 0 0 16,17-1 0-16,-3-3 0 0,9 2 0 16,-8-2 0-16,-6 2 0 0,-11-1 0 15,-15 1 0-15,-13-3 0 0,-20 0 0 16,-8 0 0-16,-7-1 0 15,-8 0 0-15,-11 0 0 0,-15-2 0 16,-17 1 0-16,-7-3 0 0,1 0 0 16,-2-1 0-16,2-4 0 0,0 0 0 15,-3 1 0-15,5-2 0 16,4 3 0-16,11 2 0 0,16 3 0 16,7 1 0-16,12 1 0 0,12 0 0 15,19 6 0-15,27 1 0 0,23 2 0 16,16 1 0-16,-17-4 0 0,-10-5-3442 0</inkml:trace>
  <inkml:trace contextRef="#ctx0" brushRef="#br0" timeOffset="17382.18">5612 12287 2585 0,'0'0'1604'0,"0"0"-759"15,0 0-313-15,0 0 4 16,0 0-43-16,0 0-285 0,0 0-32 16,0 0 132-16,0 0-44 0,6 31 0 15,-8-24 113-15,0-1-377 16,-4 0 0-16,0 0 0 0,-11-1 0 15,-7-3 0-15,-3-1 0 0,-4-1 0 16,6-3 0-16,6-3 0 0,3-1 0 16,3-3 0-16,7 0 0 0,2-2 0 15,4-4 0-15,2 2 0 0,8-4 0 16,7 4 0-16,4 3 0 16,5 3 0-16,1 2 0 0,0 6 0 15,-2 0 0-15,-2 6 0 0,-5 1 0 16,-1 4 0-16,-11 0 0 0,0 3 0 15,-2 0 0-15,-4 0 0 0,0 0 0 16,-6 1 0-16,2-1 0 0,-2-2 0 16,-2-3 0-16,-1 2 0 15,-1-3 0-15,-4-1 0 0,3-1 0 16,-9 0 0-16,3-2 0 0,-4-2 0 16,1-2 0-16,-1 0 0 0,4-5 0 15,1-2 0-15,1 0 0 0,5-2 0 16,4-3 0-16,2-4 0 0,4 0 0 15,4-3 0-15,2 2 0 16,9 3 0-16,1 4 0 0,5 3 0 16,4 5 0-16,1 2 0 0,1 2 0 15,-6 4 0-15,-4 1 0 0,-5 3 0 16,-4-2 0-16,3 3 0 16,-7-3 0-16,2 0 0 0,-4-2 0 15,2-1 0-15,-4 0 0 0,0-2 0 16,0 2 0-16,0-1 0 0,-6 2 0 15,-4 1 0-15,-11 1 0 0,0 0 0 16,1-1 0-16,3-2 0 0,7-2 0 16,-1-2 0-16,11-1 0 15,0-3-1165-15,0-7-1861 0</inkml:trace>
  <inkml:trace contextRef="#ctx0" brushRef="#br0" timeOffset="22482.24">20188 7031 1892 0,'0'0'180'0,"0"0"2754"15,0 0-2050-15,0 0-207 0,0 0 307 16,0 0-464-16,0 0-399 0,35-14-121 16,-29 9 0-16,-2 1 0 0,2 0 0 15,0-1 0-15,-4-1 0 0,1 2 0 16,-3-1 0-16,0 0 0 15,0 0 0-15,0 3 0 0,0 0 0 16,0 0 0-16,-3 1 0 0,-1 1 0 16,2 0 0-16,0-1 0 0,0 0 0 15,-2 0 0-15,4-2 0 0,0 2 0 16,-2-2 0-16,2 0 0 0,0-1 0 16,0 1 0-16,0 0 0 15,2 0 0-15,2 2 0 0,6 1 0 16,3 2 0-16,3 4 0 0,-3 5 0 15,-7 1 0-15,-4 1 0 0,0 2 0 16,-4-3 0-16,-4 1 0 16,-4 0 0-16,-3-2 0 0,-1-2 0 15,-1-2 0-15,-1-1 0 0,5-4 0 16,-1-2 0-16,2 0 0 0,1-3 0 16,3-2 0-16,0-3 0 0,2-5 0 15,2 0 0-15,2-3 0 0,0 1 0 16,6 0 0-16,-2 1 0 15,2 4 0-15,-4 3 0 0,7 2 0 16,3 1 0-16,2 2 0 0,3 2 0 16,0 3 0-16,-1 5 0 0,-4 0 0 15,1 4 0-15,-5 0 0 0,0 1 0 16,-3 0 0-16,-3 0 0 0,-2 1 0 16,-7-2 0-16,1 1 0 15,0-1 0-15,-8 0 0 0,1-3 0 16,-5 1 0-16,-5-2 0 0,-2-2 0 15,2-1 0-15,-2-3 0 0,9-2 0 16,6 0 0-16,1-2 0 16,5-8 0-16,4-2 0 0,2-5 0 15,9-6 0-15,5 1 0 0,5 0 0 16,2 6 0-16,1 3 0 0,-3 4 0 16,2 5 0-16,-9 3 0 0,-3 3 0 15,-3 6 0-15,-6 5 0 0,-2 5 0 16,-2 3 0-16,-6 1 0 15,-3-1 0-15,5-2 0 0,0-5 0 16,2-3 0-16,-3-11-3891 0</inkml:trace>
  <inkml:trace contextRef="#ctx0" brushRef="#br1" timeOffset="35282.25">3512 14320 2277 0,'0'0'212'0,"0"0"-32"0,0 0 1088 16,0 0-591-16,0 0-213 0,0 0 276 15,0 0-396-15,0 0-28 0,0 0 169 16,-16-8-253-16,13 8-16 0,3 0 80 16,-2-1-204-16,2 1-8 0,0 0-24 15,0 0-56-15,0 0-4 16,0 0 0-16,0 0-36 0,0 0 28 16,0 0-4-16,0 0-8 0,2 1 20 15,1-1 0-15,-3 1 8 16,0 0-8-16,4-1 0 0,-4 0 4 15,0 0-4-15,0 0 4 0,0 0 0 16,0 0-4-16,0 0 0 0,0 0-16 16,0 0 4-16,0 0 4 15,0-1-64-15,2 1 36 0,2-1-32 16,-4 1 0-16,0 0 68 0,2-1-16 16,-2 1 4-16,0-1 12 0,2 0 8 15,-2 0 4-15,0 1-12 0,0-1 32 16,0 1-28-16,0-2 20 0,0 1 32 15,0-2-52-15,0 1 0 0,0-2 0 16,0 2 0-16,0-4-4 0,0 1 0 16,6-2 8-16,-4-4-8 0,7 1 28 15,-3-4-28-15,4-1 28 16,0 1 28-16,1 1-40 0,-1 0 24 16,-4 1 32-16,3 1-68 0,-3 4 8 15,-4 2-4-15,2 1 0 16,0-2-8-16,2-2 0 0,5-2-4 15,1 0 4-15,7 0 0 0,-3-1-12 16,5 3 12-16,-1 0-4 0,1 1 4 16,0 0 0-16,2-1 0 0,3 0 8 15,1 0-8-15,6-3 12 16,3 2 16-16,3-1-24 0,2-1 84 16,3 1-68-16,-3 0 17 0,0 2-37 15,-1 2 0-15,-1 0 0 0,-4 4 0 16,0 0 0-16,-2 2 0 0,-2 0 0 15,-2 1 0-15,0 3 0 0,0 0 0 16,0 1 0-16,6 1 0 0,-4 0 0 16,-4 3 0-16,4 0 0 0,-4 3 0 15,-2 1 0-15,-3 4 0 16,3-2 0-16,-2 3 0 0,2-2 0 16,-5 1 0-16,3 1 0 0,-2 0 0 15,-1-1 0-15,3-1 0 16,-4-2 0-16,1-1 0 0,3-1 0 15,-2 1 0-15,0-1 0 0,-5-1 0 16,1 0 0-16,1-1 0 0,1 2 0 16,-1 0 0-16,3-3 0 0,0 3 0 15,-1 0 0-15,3-2 0 16,0 0 0-16,2 1 0 0,-3-2 0 16,3 1 0-16,0-2 0 0,-6 3 0 15,1-3 0-15,-1 1 0 0,-7 0 0 16,3-1 0-16,-5 0 0 0,-4-1 0 15,3-1 0-15,-3-2 0 0,-4 1 0 16,6-2 0-16,-2 3 0 0,1-1 0 16,1 2 0-16,4-2 0 0,5-1 0 15,8-2 0-15,-5-2 0 16,3 0 0-16,4-4 0 0,-2 1 0 16,-1-1 0-16,-1 2 0 0,-2 0 0 15,-5 1 0-15,-1 1 0 16,-1-1 0-16,3 0 0 0,-1 0 0 15,7-3 0-15,2-2 0 0,6-2 0 16,-4 1 0-16,4-4 0 0,0 2 0 16,-4-2 0-16,0-2 0 15,-1 1 0-15,1 4 0 0,-4-3 0 16,4 3 0-16,-8-1 0 0,1-1 0 16,1 2 0-16,4-2 0 0,-5-1 0 15,3 0 0-15,2 0 0 0,2-1 0 16,-4-1 0-16,1 1 0 0,7 1 0 15,-4 1 0-15,0 1 0 0,0 0 0 16,-2 2 0-16,-5 1 0 0,3-1 0 16,2 2 0-16,-4-1 0 0,1 1 0 15,3 1 0-15,0-1 0 16,2 2 0-16,0 1 0 0,-2 1 0 16,1 1 0-16,1 0 0 0,4 3 0 15,-4 2 0-15,0-1 0 16,4 2 0-16,0-1 0 0,-4 2 0 15,6 0 0-15,-2 1 0 0,-4 3 0 16,2 1 0-16,-6 0 0 0,1 2 0 16,-3 1 0-16,-4 2 0 15,-1-2 0-15,5 3 0 0,-5-4 0 16,5 1 0-16,0 0 0 0,3-2 0 16,3-2 0-16,0-3 0 0,-2-3 0 15,4-1 0-15,0-4 0 0,4 0 0 16,-2-7 0-16,2 0 0 0,2-3 0 15,-4-2 0-15,6-4 0 0,-6 1 0 16,3-4 0-16,-3-5 0 0,0 1 0 16,2-4 0-16,8 2 0 0,0 1 0 15,7 2 0-15,-1 3 0 16,5 6 0-16,-4 2 0 0,3 3 0 16,-7 1 0-16,-3 2 0 0,0 3 0 15,-8 2 0-15,3 1 0 16,-7 4 0-16,-1 1 0 0,6 1 0 15,-3 4 0-15,0 1 0 0,0 1 0 16,2 2 0-16,-6-2 0 0,4 2 0 16,0 2 0-16,-5-3 0 15,-1 1 0-15,-2-2 0 0,-2-2 0 16,-1-1 0-16,-3-3 0 0,-3-3 0 16,-1 0 0-16,1-1 0 0,-8-1 0 15,5-2 0-15,-3 0 0 0,4-4 0 16,5-3 0-16,8-2 0 0,-5-5 0 15,7-3 0-15,4 0 0 0,2 1 0 16,2-3 0-16,7 2 0 0,-3 4 0 16,0 5 0-16,-1 3 0 0,-5 5 0 15,-6 2 0-15,1 6 0 16,-5 2 0-16,2 3 0 0,2 0 0 16,0 3 0-16,4-2 0 0,2-1 0 15,2 1 0-15,2-1 0 16,5 0 0-16,1-2 0 0,4-2 0 15,1-5 0-15,4-1 0 0,-1-3 0 16,3-3 0-16,-2-2 0 0,2-3 0 16,1-4 0-16,3-1 0 15,0-1 0-15,0-3 0 0,0 2 0 16,0-3 0-16,2 2 0 0,0 1 0 16,-2 5 0-16,-9 2 0 0,3 5 0 15,-9 3 0-15,-1 0 0 0,-5 7 0 16,-2 3 0-16,-4 1 0 0,2 3 0 15,-6 0 0-15,4 1 0 0,0 1 0 16,-4 1 0-16,0 3 0 0,-3-1 0 16,3 1 0-16,-2-2 0 0,6-1 0 15,-4-5 0-15,0-4 0 16,4-3 0-16,-4-4 0 0,0-2 0 16,-1-7 0-16,5-3 0 0,-4-4 0 15,4-1 0-15,-4 0 0 16,4-1 0-16,4-1 0 0,3 0 0 15,-5 3 0-15,8 1 0 0,-4 3 0 16,0 6 0-16,-6 5 0 0,-4 1 0 16,-6 6 0-16,-7 3-25 0,-3 2-275 15,-1 1-40-15,7 1-352 16,3-1 103-16,1 2-83 0,-4-4-1181 16,-3 0-1152-16</inkml:trace>
  <inkml:trace contextRef="#ctx0" brushRef="#br1" timeOffset="37033.31">4378 13899 1948 0,'0'0'3646'0,"0"0"-2938"15,0 0-55-15,0 0 323 0,0 0-715 16,0 0-261-16,0 0 0 0,4 33 0 16,-4-29 0-16,0-3 0 0,0 2 0 15,0-2 0-15,0 0 0 16,0 0 0-16,0-1 0 0,-14 0 0 16,-3 1 0-16,-3-1 0 0,-5 0 0 15,2-1 0-15,7-3 0 0,1-2 0 16,3-1 0-16,3 2 0 0,5-1 0 15,2 2 0-15,2 1 0 0,0-1 0 16,0-2 0-16,11 1 0 0,-1-2 0 16,11 1 0-16,5 1 0 0,5 2 0 15,0 0 0-15,2 2 0 16,-8 1 0-16,2 0 0 0,-10 2 0 16,-7 1 0-16,0 6 0 0,-8 0 0 15,1 1 0-15,-3 3 0 0,-5-1 0 16,-5 2 0-16,-4-2 0 15,1 0 0-15,-5-1 0 0,-1 1 0 16,-2-4 0-16,1 1 0 0,-1-4 0 16,0-2 0-16,1-3 0 0,5-4 0 15,3-5 0-15,1-4 0 16,5-5 0-16,2-4 0 0,4-3 0 16,0 2 0-16,10 0 0 0,1 4 0 15,-1 3 0-15,2 3 0 0,7 5 0 16,-2 3 0-16,-3 4 0 0,5 2 0 15,-1 6 0-15,-1 2 0 0,-5 5 0 16,7 1 0-16,-7 0 0 0,3 3 0 16,-5 0 0-16,-4-3 0 0,-2 1 0 15,-2-2 0-15,-2-3 0 16,-2-1 0-16,-6 1 0 0,0-1 0 16,-7-3 0-16,-1 1 0 0,-1-3 0 15,-3-3 0-15,-1-1 0 0,0-1 0 16,1-4 0-16,3-5 0 15,1-3 0-15,5-7 0 0,3-2 0 16,2-7 0-16,6 0 0 0,0 1 0 16,6 3 0-16,4 5 0 0,5 4 0 15,1 3 0-15,1 3 0 16,3 3 0-16,5 5 0 0,-4 1 0 16,0 3 0-16,1 4 0 0,-7 2 0 15,1 1 0-15,-3 2 0 0,-1 2 0 16,1-1 0-16,-7-1 0 0,-2-2 0 15,-2-3 0-15,0-1 0 0,-2-2 0 16,-2 1 0-16,-4 2 0 0,-11 0 0 16,1-1 0-16,-9-1 0 0,-2-3 0 15,4-2 0-15,3 0 0 16,-1-2 0-16,0-4 0 0,5-2 0 16,5-3 0-16,1-3 0 0,2-3 0 15,8-2 0-15,8-2 0 0,11-1 0 16,10-1 0-16,4 0 0 15,4 2 0-15,-2 4 0 0,-8 5 0 16,-11 4 0-16,-7 5 0 0,-3 3 0 16,-6 2 0-16,-6 10 0 0,-5 8 0 15,-7 5 0-15,1 2 0 0,1 0 0 16,-1-4 0-16,1-5 0 16,7-6 0-16,-1-10-1774 0</inkml:trace>
  <inkml:trace contextRef="#ctx0" brushRef="#br1" timeOffset="40048.98">23582 10725 1308 0,'0'0'340'15,"0"0"1913"-15,0 0-1036 0,0 0-529 16,0 0-84-16,35-18 153 15,-25 15-225-15,1 0-76 0,-5 2-419 16,-2 1-37-16,0 0 0 0,0 0 0 16,2 0 0-16,1 4 0 0,1 3 0 15,0 3 0-15,7 3 0 0,1 0 0 16,-4 1 0-16,1-4 0 16,-7-4 0-16,0 0 0 0,-6-2 0 0,0 1 0 15,0 1 0-15,-12 2 0 16,-9-3 0-16,-8-1 0 0,0-1 0 15,2-3 0-15,7-3 0 0,1-1 0 16,3-4 0-16,1-1 0 0,5-3 0 16,4-1 0-16,2 1 0 15,4-2 0-15,6-1 0 0,6 2 0 16,3-1 0-16,3 2 0 0,-1 5 0 16,-3 2 0-16,5 3 0 15,-7 2 0-15,1 1 0 0,-3 3 0 0,-6 1 0 16,2-3 0-16,-2 4 0 15,3 1 0-15,-1 0 0 0,0 3 0 16,0-3 0-16,-2-1 0 0,-2 2 0 16,-2-2 0-16,0 1 0 0,-4-1 0 15,-6 1 0-15,-9 0 0 0,-3 0 0 16,-1-2 0-16,2-2 0 0,5-1 0 16,3-2 0-16,3 0 0 15,4-1 0-15,2-1 0 0,4-1 0 16,0-2 0-16,0-1 0 0,4-3 0 15,8-2 0-15,3-2 0 0,3 3 0 16,1 5 0-16,-1 4 0 16,1 3 0-16,-2 6 0 0,-1 3 0 0,-6 2 0 15,-8 0 0-15,-2 1 0 16,-2 0 0-16,-4-4 0 0,0-4 0 16,2-5 0-16,0-13-5215 0</inkml:trace>
  <inkml:trace contextRef="#ctx0" brushRef="#br1" timeOffset="47549.11">22738 7867 6322 0,'0'0'949'0,"0"0"-229"0,0 0-519 15,0 0-201-15,0 0 0 16,0 0 0-16,-20 57 0 0,16-24 0 16,1 6 0-16,1 1 0 0,0 5 0 15,0 2 0-15,-2 0 0 0,-2 1 0 16,-2-7 0-16,6-5 0 16,0-9 0-16,2-11-1037 0,2-6 256 15,0-7-207-15,6-3-1237 0</inkml:trace>
  <inkml:trace contextRef="#ctx0" brushRef="#br1" timeOffset="47766.12">22951 7887 5478 0,'0'0'832'0,"0"0"173"15,-37 45-553-15,25-25-188 0,5 2-103 16,1 4-161-16,4 2 0 0,2 3 0 15,0 4 0-15,0 3 0 16,0 4 0-16,2-1 0 0,-2 1 0 16,0-2 0-16,-2-2 0 0,0-6-21 15,2-6-1275-15,0-8-81 16,0-5-500-16</inkml:trace>
  <inkml:trace contextRef="#ctx0" brushRef="#br1" timeOffset="48116.22">23232 8044 6190 0,'0'0'853'0,"0"0"-81"0,-33-47-395 15,21 38-377-15,2 1 0 0,-1 5 0 16,-1 3 0-16,1 8 0 0,-5 9 0 15,1 10 0-15,-1 9 0 16,1 8 0-16,3 4 0 0,4 2 0 16,8-4 0-16,4-4 0 0,15-11 0 15,7-8 0-15,10-7 0 16,5-9 0-16,-2-7 0 0,0-1 0 16,-8-7 0-16,-10-4 0 0,0-3 0 15,-13-4 0-15,-6-5 0 0,-2-4 0 16,-6-1 0-16,-6-2 0 15,-3 0 0-15,-1-2 0 0,1 0 0 16,3 3 0-16,5 2 0 0,5 10-1225 16,2 0-1545-16</inkml:trace>
  <inkml:trace contextRef="#ctx0" brushRef="#br1" timeOffset="48566.33">24020 8194 5350 0,'0'0'996'0,"0"0"-107"0,0 0 68 15,-27-35-957-15,23 34 0 16,0 1 0-16,-4 9 0 0,-1 12 0 16,-1 13 0-16,0 7 0 0,3 3 0 15,7-5 0-15,2-9 0 16,9-7 0-16,5-9 0 0,5-7 0 16,8-8 0-16,2-12 0 0,0-6 0 15,-2-10-405-15,-8 6-1456 0,-5-6-640 0</inkml:trace>
  <inkml:trace contextRef="#ctx0" brushRef="#br1" timeOffset="48732.96">24210 7799 6198 0,'0'0'369'0,"0"0"447"0,-14 53-7 16,5-18-809-16,-1 7 0 0,0 1 0 15,1 5 0-15,1 0 0 0,0 8 0 16,2 1 0-16,-3 1 0 0,5-2 0 15,0-6 0-15,4-9 0 16,4-10 0-16,5-11-249 0,1-9-931 16,4-10-2614-16</inkml:trace>
  <inkml:trace contextRef="#ctx0" brushRef="#br1" timeOffset="48883.03">24282 8238 6006 0,'0'0'1105'0,"-18"45"-305"0,10-20-519 16,1-1-281-16,1-2 0 0,4-1 0 16,0-2 0-16,2-3 0 0,0-5 0 15,4-4-729-15,-2-4-620 0,2-3-3101 0</inkml:trace>
  <inkml:trace contextRef="#ctx0" brushRef="#br1" timeOffset="49033.27">24373 7933 3761 0,'0'0'821'0,"0"0"-217"16,0 0-160-16,0 0-444 0,0 0 4 15,0 0-20-15,0 0-104 0,0 0-424 16,11 37-1173-16,-11-30-1404 0</inkml:trace>
  <inkml:trace contextRef="#ctx0" brushRef="#br1" timeOffset="49383.19">24663 7942 4325 0,'0'0'1089'0,"-17"-50"-209"0,5 25 89 16,-3 4-625-16,1 2-120 0,2 6 68 15,1 3-223-15,5 4-69 16,0 4 0-16,2 1 0 0,0 1 0 16,-3 0 0-16,-1 9 0 0,0 10 0 15,-3 7 0-15,-1 3 0 0,2 3 0 16,-1 0 0-16,1 3 0 16,2 3 0-16,2 1 0 0,1 2 0 15,3 0 0-15,0 0 0 0,2 0 0 16,0-2 0-16,2-4 0 0,-2-1 0 15,0-6 0-15,0-3 0 16,-2-3 0-16,2-3 0 0,-2-5 0 16,0-5 0-16,2-5 0 0,0-2-849 15,2-1-436-15,7-4-452 0</inkml:trace>
  <inkml:trace contextRef="#ctx0" brushRef="#br1" timeOffset="49733.1">24812 7990 5374 0,'0'0'904'0,"-19"-38"65"0,7 21-481 16,-1 2-256-16,3 6-7 15,2 3-225-15,-1 3 0 0,3 3 0 16,-4 1 0-16,-1 7 0 0,-1 6 0 16,-2 6 0-16,-1 3 0 0,5 5 0 15,-3 4 0-15,3 5 0 0,2 4 0 16,0 2 0-16,1 3 0 0,5-1 0 16,2-2 0-16,2-4 0 0,2-6 0 15,3-3 0-15,1-5 0 0,-4-3 0 16,0-2 0-16,-2-4 0 15,-2-4 0-15,0-3 0 0,-2-6 0 16,-2-2-1477-16,-2-1-216 0,-7-7-828 0</inkml:trace>
  <inkml:trace contextRef="#ctx0" brushRef="#br1" timeOffset="49866.98">24330 8278 6290 0,'0'0'529'15,"0"0"335"-15,0 0-355 0,43-16-509 16,-12 12 0-16,0 2 0 15,3 2 0-15,-1 0 0 0,0 0 0 16,0 2 0-16,0 0 0 0,0 1 0 0,-2 1 0 16,-8-2-1185-16,-3-1-2425 0</inkml:trace>
  <inkml:trace contextRef="#ctx0" brushRef="#br1" timeOffset="50250.09">24762 8373 5106 0,'0'0'1276'0,"0"0"-311"0,39-4-341 16,-16-6-403-16,-2-3-221 0,-5-3 0 16,-3-1 0-16,-5-2 0 0,-4-1 0 15,-4-1 0-15,-2 0 0 0,-6 2 0 16,-5 4 0-16,1 5 0 16,-3 8 0-16,3 4 0 0,-2 9 0 15,-3 7 0-15,1 5 0 0,1 6 0 16,3-1 0-16,3 3 0 0,5-5 0 15,6-2 0-15,9-5 0 16,5-1 0-16,7-4 0 0,4-3 0 16,2-2 0-16,0-4 0 0,-5-1 0 15,-1-2 0-15,-4-2-101 0,-9 0-627 16,-4 0 380-16,1 0 204 0,-5-3 144 16,-2-2 136-16,2-4 204 0,-2-3 244 15,2-6-323-15,4-4-261 0,0 1 0 16,2-2 0-16,3 4 0 15,1 1 0-15,1 4 0 0,-5 5 0 16,-2 3 0-16,-2 4 0 0,-2 1 0 16,2 1 0-16,1 3-525 0,1 1-343 15,-2 7-1674-15</inkml:trace>
  <inkml:trace contextRef="#ctx0" brushRef="#br1" timeOffset="50750.08">25142 8372 4698 0,'0'0'976'0,"0"0"269"0,0 0-569 15,23-33-288-15,-21 11-179 16,-2-3-209-16,0 0 0 0,-2 4 0 0,0 8 0 16,-2 6 0-16,2 7 0 15,-4 0 0-15,-1 7 0 0,-3 10 0 16,0 7 0-16,-1 3 0 0,1 3 0 16,6-3 0-16,-2 0 0 0,4-2 0 15,2-1-365-15,2-2-139 0,4-5 12 16,6-5 228-16,3-4 219 15,1-8 45-15,3 0 117 0,2-9 87 16,-3-4 76-16,-1-7-124 0,-1-2 72 16,1-3 28-16,-5 2-188 0,1 3-36 15,-5 6 4-15,-4 5 24 16,0 4 84-16,-2 2-55 0,-2 1-89 16,0 2 0-16,0 3 0 0,0 7 0 15,-4 7 0-15,-2 3 0 0,0-2 0 16,4-1 0-16,0-6 0 0,0-2 0 15,2-4 0-15,0-1 0 16,0-3 0-16,2 1 0 0,2-2 0 16,4-2 0-16,4-9 0 0,5-4 0 15,2-5 0-15,-1-1 0 0,3 1 0 16,-5 1 0-16,-1 3 0 0,-3 3 0 16,-1 6 0-16,-5 4 0 0,-4 4 0 15,2 8 0-15,-2 10 0 0,-2 4 0 16,-2 5 0-16,-4-2 0 15,4-2 0-15,0-5 0 0,2-1 0 16,4-3 0-16,0-3 0 0,2-4-13 16,-2-2-1571-16,0-5-249 0,1-5-957 0</inkml:trace>
  <inkml:trace contextRef="#ctx0" brushRef="#br1" timeOffset="50933.63">25597 7850 6695 0,'0'0'660'0,"29"-46"-180"0,-19 35-123 16,-10 11-357-16,0 4 0 0,0 9 0 16,-4 15 0-16,-2 9 0 0,-2 12 0 15,2 4 0-15,1 4 0 0,1 7 0 16,0 5 0-16,-2 3 0 0,-4-4 0 16,-1-5 0-16,1-9 0 0,-2-8 0 15,1-6 0-15,-1-10-1065 0,4-10-1757 16</inkml:trace>
  <inkml:trace contextRef="#ctx0" brushRef="#br1" timeOffset="51066.73">25413 8318 5210 0,'0'0'1901'15,"0"0"-820"-15,23-35-1081 0,0 33 0 16,4 0 0-16,-1 2 0 16,1 0 0-16,2 2 0 0,0-1 0 15,0 0 0-15,0-1 0 0,-6 0-989 16,0-1-1060-16</inkml:trace>
  <inkml:trace contextRef="#ctx0" brushRef="#br1" timeOffset="52882.81">26298 8379 372 0,'0'0'6026'16,"0"0"-5265"-16,-10-45 143 0,5 37-775 16,3 3-129-16,-2 4 0 0,0 1 0 15,-4 7 0-15,-5 11 0 0,-1 9 0 16,2 6 0-16,1 2 0 15,5-4 0-15,6-1 0 0,0-4 0 16,2-6 0-16,2-4 0 0,7-7 0 0,1-7 0 16,7-5 0-16,3-9-17 15,5-9-791-15,-6 4-289 0,0-6-2340 0</inkml:trace>
  <inkml:trace contextRef="#ctx0" brushRef="#br1" timeOffset="53083.09">26438 7975 5638 0,'0'0'748'0,"0"0"21"0,0 0-209 16,0 0-83-16,0 0-477 0,0 0 0 15,-26 61 0-15,21-15 0 0,-1 4 0 16,2 4 0-16,-4 3 0 16,0 1 0-16,-3 1 0 0,1-2 0 15,0-4 0-15,-1-6 0 0,7-6 0 16,2-10 0-16,6-10-477 0,9-9-768 15,-1-8-295-15,0-6-1982 0</inkml:trace>
  <inkml:trace contextRef="#ctx0" brushRef="#br1" timeOffset="53499.44">26558 8385 3105 0,'0'0'1941'0,"0"0"-32"0,0 0-973 15,0 0-635-15,0 0-301 0,0 0 0 16,0 0 0-16,0 0 0 15,0 0 0-15,-27-13 0 0,9 40 0 16,-1 6 0-16,1 7 0 0,5-1 0 16,7-7 0-16,6 0 0 0,6-6 0 15,9-3 0-15,3-7 0 0,7-5 0 16,2-7 0-16,0-4 0 0,-2-11 0 16,-7-3 0-16,-1-5 0 0,-9-3 0 15,-4-3 0-15,-4-4 0 0,-2 1 0 16,-4-2 0-16,-6 0 0 15,-1 1 0-15,-1 1 0 0,-1 1 0 16,3 3 0-16,6 0 0 0,6 5-225 16,2-1-1504-16,6 5-79 0,2-1-870 0</inkml:trace>
  <inkml:trace contextRef="#ctx0" brushRef="#br1" timeOffset="53699.12">26850 8020 6330 0,'0'0'1689'16,"0"0"-1516"-16,0 0-173 0,0 0 0 16,-19 51 0-16,3-11 0 0,-3 10 0 15,5 2 0-15,3 2 0 0,7 0 0 16,4 1 0-16,2-1 0 0,2-4 0 16,3-4 0-16,1-5 0 0,-2-8 0 15,0-7 0-15,-4-9 0 0,0-7-1457 16,-2-8-1257-16</inkml:trace>
  <inkml:trace contextRef="#ctx0" brushRef="#br1" timeOffset="53816.52">26651 8445 2629 0,'0'0'3869'0,"0"0"-3092"0,56-23-173 16,-14 14-291-16,1 0-313 0,-6 1 0 15,2 2 0-15,-3 0-401 0,-10 1-1180 16,-1 1-640-16</inkml:trace>
  <inkml:trace contextRef="#ctx0" brushRef="#br1" timeOffset="54099.3">27085 8339 7191 0,'0'0'1001'0,"-47"-13"-1001"16,20 10 0-16,0 3 0 0,-2 3 0 15,4 4 0-15,5 0 0 0,3 2 0 16,5 2 0-16,6 0 0 15,4 1 0-15,4 1 0 0,10 1 0 16,11 0 0-16,4-1 0 0,10 1 0 16,0 2 0-16,2-1 0 0,1 2 0 15,-3 2 0-15,-4-1 0 16,-8 2 0-16,-11-3 0 0,-12 1 0 16,-6-1 0-16,-14-2 0 0,-5 0 0 15,-6-3 0-15,-6-2 0 0,-5-5 0 16,-1-3 0-16,-2-2 0 15,1-4 0-15,7 0 0 0,6-1 0 16,9 0-573-16,5-1-1192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22:28.189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7712 5866 2325 0,'0'0'4234'0,"0"0"-3554"15,-29-41-40-15,13 38-327 0,-1 5-313 16,-3 12 0-16,-5 8 0 0,2 13 0 16,-4 6 0-16,7 9 0 15,-1 3 0-15,11 1 0 0,-1 1 0 16,7-2 0-16,4 0 0 0,4-4 0 16,3-2 0-16,7-6 0 0,7-8 0 15,1-7 0-15,14-8 0 0,1-10 0 16,10-8 0-16,5-8 0 0,-4-7-13 15,-5-2-823-15,-12 5-69 0,-10-1-1864 16</inkml:trace>
  <inkml:trace contextRef="#ctx0" brushRef="#br0" timeOffset="367.12">7987 6183 5834 0,'0'0'1233'15,"0"0"-553"-15,-31-37-235 0,21 27-445 16,0 4 0-16,-3 4 0 0,3 5 0 16,0 6 0-16,1 6 0 0,3 5 0 15,0 5 0-15,0 4 0 0,2 3 0 16,-3 0 0-16,3 1 0 0,4-5 0 15,4-3 0-15,7-5 0 0,-1-8 0 16,13-6 0-16,-3-6 0 0,7-8 0 16,-2-7 0-16,-2-3 0 15,-7-2 0-15,-7-1 0 0,-3 1 0 16,-6-3 0-16,-4-1 0 0,-2 0 0 16,-1 0 0-16,1 2 0 0,-4 2 0 15,2 3-721-15,1 2-83 16,7 5-137-16,0 3-1484 0,0 3-288 0</inkml:trace>
  <inkml:trace contextRef="#ctx0" brushRef="#br0" timeOffset="650.76">8039 6239 5922 0,'0'0'873'0,"-4"53"-357"0,4-27 40 15,0-4-452-15,0-2-24 0,0-5 28 16,0-5-100-16,4-6-8 0,2-2 0 15,-6-2 12-15,11-2-12 0,-7-10 13 16,6-9-13-16,-4-7 0 16,5-2 0-16,-7 0 0 0,4 4 0 15,0 2 0-15,-2 5 0 0,1 6 0 16,-3 6 0-16,0 5 0 0,-4 2 0 16,6 3 0-16,-2 9 0 15,2 9 0-15,1 5 0 0,-3 5 0 16,2-1 0-16,-6-2 0 0,4 0 0 15,-4-2 0-15,2-4 0 0,2-3 0 16,-4-6-9-16,0-4-2392 0,0-5-2293 0</inkml:trace>
  <inkml:trace contextRef="#ctx0" brushRef="#br0" timeOffset="1167.07">8250 6201 5526 0,'0'0'812'0,"0"0"-499"0,0 0 435 15,4 60-300-15,-8-28-168 0,-2 0-215 16,2-3-65-16,-3-1 0 0,7-6 0 15,0-3 0-15,7-6 0 0,-3-6 0 16,-2-2 0-16,2-4 0 0,-4-1 0 16,4-7 0-16,2-8 0 15,0-12 0-15,3-6 0 0,-3-6 0 16,6 2 0-16,3 3 0 0,-1 8 0 16,-1 7 0-16,1 6 0 0,-4 7 0 15,1 4 0-15,-1 2 0 16,0 6 0-16,1 10 0 0,-5 7 0 15,0 8 0-15,-2 4 0 0,-2 4 0 16,-2-2 0-16,0-1 0 0,0-3 0 16,0-5 0-16,0-7-1493 15,0-7-384-15,0-8-656 0</inkml:trace>
  <inkml:trace contextRef="#ctx0" brushRef="#br0" timeOffset="1435.52">8517 6365 6414 0,'0'0'1617'0,"18"-34"-1456"0,-3 11-161 0,-1 0 0 16,-2 0 0-16,-1 0 0 16,-1 1 0-16,-4 0 0 0,-2 1 0 15,-4 3 0-15,0 4 0 0,0 4 0 16,-6 5 0-16,-2 3 0 0,-4 4 0 16,-3 8 0-16,-1 7 0 0,-5 9 0 15,9 5 0-15,-3 4 0 16,5 3 0-16,10-1 0 0,0-4 0 15,14-1 0-15,7-8 0 0,2-4 0 16,8-7 0-16,0-8 0 0,6-5 0 16,-6-9 0-16,2-4-465 15,-2-3-443-15,-6-5 75 0,-9 4-900 16,1-1 41-16</inkml:trace>
  <inkml:trace contextRef="#ctx0" brushRef="#br0" timeOffset="1617">8822 6228 3605 0,'0'0'1117'0,"0"0"-389"0,0 0 541 15,0 0-713-15,0 0 20 0,-51-21-235 16,34 26-341-16,1 4 0 0,1 4 0 16,5 3 0-16,0 4 0 15,3 3 0-15,3 2 0 0,2 0 0 16,2 0 0-16,6-2 0 0,9-5 0 16,3-7 0-16,7-3 0 15,2-5 0-15,4-3 0 0,-4-3 0 16,0-7 0-16,-2-4-929 0,-11 1-988 15,-1-6-1349-15</inkml:trace>
  <inkml:trace contextRef="#ctx0" brushRef="#br0" timeOffset="1800.11">8913 5784 7123 0,'0'0'1069'15,"0"0"-1069"-15,0 0 0 0,0 0 0 16,-8 62 0-16,4-23 0 0,0 4 0 15,4 2 0-15,0 5 0 0,0 4 0 16,0 6 0-16,0 3 0 16,4 0 0-16,-4-1 0 0,0-5 0 15,4-17-665-15,-4-7-1848 0</inkml:trace>
  <inkml:trace contextRef="#ctx0" brushRef="#br0" timeOffset="1916.83">8827 6331 8192 0,'0'0'0'16,"39"-24"0"-16,-14 8 0 0,2-1 0 16,-1-4 0-16,-1-3 0 15,-4 4-1906-15,-5-3-3916 0</inkml:trace>
  <inkml:trace contextRef="#ctx0" brushRef="#br0" timeOffset="2300.71">9538 6276 5286 0,'0'0'1080'0,"-7"-38"-379"0,1 22 424 16,2 7-1125-16,-2 5 0 0,2 1 0 15,0 1 0-15,-3 2 0 0,-3 8 0 16,-2 12 0-16,-3 10 0 0,5 7 0 15,4 1 0-15,6-3 0 0,6-5 0 16,4-3 0-16,7-8 0 0,3-10 0 16,7-9 0-16,4-8 0 15,-4-12 0-15,-2 1-1137 0,-4-6-356 0</inkml:trace>
  <inkml:trace contextRef="#ctx0" brushRef="#br0" timeOffset="2466.73">9674 5775 6719 0,'0'0'1000'0,"0"0"-527"0,0 0-473 16,-21 63 0-16,15-16 0 15,-4 9 0-15,4-1 0 0,6-1 0 16,0 3 0-16,-4 2 0 0,4 0 0 16,0-5 0-16,4-4 0 0,6-9-297 15,0-12-911-15,1-11-325 0,5-11-3101 0</inkml:trace>
  <inkml:trace contextRef="#ctx0" brushRef="#br0" timeOffset="2716.95">9868 6224 6627 0,'0'0'900'0,"0"0"-235"16,-53-30-665-16,36 26 0 0,-1 2 0 16,5 5 0-16,-1 6 0 0,3 9 0 15,1 6 0-15,4 5 0 16,0 4 0-16,6 1 0 0,0-2 0 15,6-7 0-15,4-6 0 0,7-7 0 16,3-7 0-16,7-5 0 0,-2-7 0 16,-4-6 0-16,1-6 0 15,-7 0 0-15,-5-1 0 0,-4-2 0 16,-6 0 0-16,0-2 0 0,-6-3 0 16,2-2 0-16,-6-3 0 0,-1-2-549 15,5 7-732-15,0 0-491 0</inkml:trace>
  <inkml:trace contextRef="#ctx0" brushRef="#br0" timeOffset="2900.06">10005 5768 4698 0,'0'0'1692'0,"0"0"-931"16,0 0 227-16,-21 36-935 0,11-1-53 16,-3 8 0-16,5 7 0 15,2 0 0-15,6 5 0 0,0 1 0 16,0 3 0-16,4 5 0 0,-4 0 0 15,2-1 0-15,-2-7 0 0,0-6 0 16,0-12 0-16,4-12-1545 0,-4-12-1565 16</inkml:trace>
  <inkml:trace contextRef="#ctx0" brushRef="#br0" timeOffset="3033.28">9961 6266 6659 0,'0'0'976'16,"0"0"-728"-16,0 0-56 0,0 0-128 15,0 0-64-15,0 0 0 0,50-28-104 16,-21 21-336-16,4-1-240 16,4 0-1137-16,-12 3-80 0</inkml:trace>
  <inkml:trace contextRef="#ctx0" brushRef="#br0" timeOffset="3300.16">10257 6174 4093 0,'0'0'1293'0,"0"0"-525"15,0 0 165-15,0 0-513 16,0 0 0-16,-43-15-155 0,28 15-265 15,-8 8 0-15,-1 6 0 0,-3 1 0 16,2-1 0-16,13-2 0 0,1-5 0 16,7-2 0-16,0-1 0 15,4 1 0-15,8 1 0 0,13 2 0 16,6 0 0-16,4-2 0 0,2 0 0 16,-6-2 0-16,4 3 0 0,-6 1 0 15,-5 1 0-15,-7 2 0 0,-3 1 0 16,-10 3 0-16,0 1 0 0,-10 1 0 15,-7 2 0-15,-8 0 0 0,-2-1 0 16,-6-2 0-16,-2-3 0 16,4-2 0-16,4-3 0 0,0-7 0 15,13-1-1097-15,8-9-1180 0</inkml:trace>
  <inkml:trace contextRef="#ctx0" brushRef="#br0" timeOffset="4333.05">10728 5854 2741 0,'0'0'3621'0,"0"0"-2688"16,0 0-36-16,-20 35-897 15,9 2 0-15,-3 14 0 0,1 10 0 16,-1 2 0-16,4-4 0 0,-1 0 0 16,7-2 0-16,4-4 0 15,4-4 0-15,3-7 0 0,7-10 0 16,0-9 0-16,9-12 0 0,2-11 0 16,-2-8 0-16,4-14 0 0,-3-7 0 15,-7-6 0-15,-3-3 0 0,-11 5 0 16,-6 1 0-16,-7 7 0 0,-6 6 0 15,-9 7 0-15,-2 8 0 0,0 6 0 16,-4 9 0-16,6 6 0 16,5 4 0-16,3 1 0 0,7-2 0 15,3 1 0-15,7-2 0 0,11-6 0 16,5-3-1077-16,11-6 240 0,4-4 21 16,-6 0-1165-16,-2-7-604 0</inkml:trace>
  <inkml:trace contextRef="#ctx0" brushRef="#br0" timeOffset="4749.85">10898 6272 6779 0,'0'0'936'0,"0"0"-459"0,0 0-477 16,0 0 0-16,-41 28 0 0,30-3 0 16,1 3 0-16,8-3 0 0,2-4 0 15,6-3 0-15,4-4 0 0,5-3 0 16,1-4 0-16,5-7 0 0,0-1 0 15,6-9 0-15,-7-4 0 0,1-5 0 16,-9-1 0-16,3 0 0 16,-9-4 0-16,-2 4 0 0,2-1 0 15,-6 8 0-15,0 5 0 0,0 5 0 16,0 3 0-16,0 2 0 0,0 9 0 16,0 12 0-16,0 7 0 0,4 7 0 15,3 6 0-15,-1 0 0 16,4 4 0-16,0 4 0 0,5 1 0 15,-9 5 0-15,-2 3 0 0,-4 5 0 16,-10 2 0-16,-11 3 0 16,-6-2 0-16,-4-3 0 0,0-5 0 15,-10-10 0-15,4-10 0 0,-11-11 0 16,5-9 0-16,-3-12 0 0,5-10 0 16,8-15 0-16,2-11 0 0,4-15 0 15,6-8 0-15,15-3 0 0,12-1 0 16,17 3 0-16,12 2 0 0,7-1 0 15,1 2 0-15,9-1 0 0,-15 12-2166 16</inkml:trace>
  <inkml:trace contextRef="#ctx0" brushRef="#br0" timeOffset="5199.93">11838 6232 3173 0,'0'0'3181'0,"-12"-34"-1952"0,-2 19-849 0,-3 3-151 15,-4 2-229-15,1 3 0 16,5 2 0-16,3 5 0 0,1 5 0 15,5 15 0-15,-4 6 0 0,0 12 0 16,-1 5 0-16,3 4 0 0,6 0 0 16,2-1 0-16,2-4 0 15,8-6 0-15,9-9 0 0,0-12 0 16,12-10 0-16,-5-9-161 0,10-14-1063 16,-12 0-581-16,-1-9-1065 0</inkml:trace>
  <inkml:trace contextRef="#ctx0" brushRef="#br0" timeOffset="5399.99">11958 5841 5998 0,'0'0'1133'0,"-10"-34"-421"0,6 27-363 15,4 7-349-15,-2 9 0 0,-7 15 0 16,-3 21 0-16,-2 15 0 0,-3 8 0 16,7 4 0-16,-1-2 0 15,5 0 0-15,6 1 0 0,0-4 0 16,0-6 0-16,11-11 0 0,1-10 0 15,2-11 0-15,9-13 0 0,2-11-225 16,-2-10-899-16,-3-7-1245 0,-1-8-717 0</inkml:trace>
  <inkml:trace contextRef="#ctx0" brushRef="#br0" timeOffset="5716.81">12163 6177 3197 0,'0'0'2877'0,"-25"-35"-1944"0,13 25 171 15,-3 8-1023-15,-1 4-81 0,1 9 0 16,-1 8 0-16,-1 7 0 0,1 7 0 16,-3 2 0-16,9 2 0 15,-3 0 0-15,9-2 0 0,4-5 0 16,4-5 0-16,9-6 0 0,1-6 0 16,7-6 0-16,0-7 0 0,1-9 0 15,-5-6 0-15,1-6 0 16,-1-4 0-16,-7 0 0 0,-4 2 0 15,3 7 0-15,-7 7 0 0,-2 6 0 16,0 3 0-16,0 8 0 0,-2 9 0 16,-2 5 0-16,4 3 0 15,0 0 0-15,6-6 0 0,4 0 0 16,0-5 0-16,5-5 0 0,1-3 0 16,1-2 0-16,4-4 0 0,-7 0-809 15,-8-2-752-15,5-3-768 0</inkml:trace>
  <inkml:trace contextRef="#ctx0" brushRef="#br0" timeOffset="6217.11">12291 6206 4886 0,'0'0'1809'0,"0"0"-1197"0,4 41 36 0,-4-12-411 0,-6 1-237 0,2-1 0 0,2 2 0 16,-2-5 0-16,4-1 0 0,0-8 0 16,6-3 0-16,-2-6 0 0,-4-3 0 15,2-4 0-15,6-2 0 0,3-10 0 16,1-11 0-16,-2-10 0 0,5-4 0 15,-5 2 0-15,-4 7 0 0,-1 8 0 16,1 7 0-16,-6 8 0 0,4 4 0 16,-4 3 0-16,2 11 0 15,-2 10 0-15,8 5 0 0,-2 3 0 16,1-5 0-16,-3-4 0 0,2-5 0 16,-2-7 0-16,2-3-29 0,-6-4 29 15,4-2-12-15,-4-2 44 16,3-7-23-16,5-7-9 0,-2-4 0 15,0-5 0-15,5 2 0 0,-1 5 0 16,-2 3 0-16,-6 7 0 0,2 4 0 16,-2 2 0-16,7 6 0 15,-3 9 0-15,0 11 0 0,4 5 0 16,1 2 0-16,-7-2 0 0,2-6 0 16,0-6 0-16,3-5 0 0,-3-3 0 15,4-4-1097-15,-4-7-964 0</inkml:trace>
  <inkml:trace contextRef="#ctx0" brushRef="#br0" timeOffset="6767.27">12609 7088 5506 0,'0'0'344'0,"0"0"-300"15,0 0 236-15,0 0-68 0,0 0 21 16,0 0 211-16,0 0-72 0,13-54-8 16,-9 7-40-16,-4-4-255 15,0-6-69-15,0-7 0 0,-6-6 0 16,6-4 0-16,0 2 0 0,10 4 0 15,3 9 0-15,7 10 0 0,-3 11 0 16,1 9 0-16,-1 11 0 16,-7 8 0-16,1 7 0 0,-5 3 0 15,-2 3 0-15,6 7 0 0,-4 5 0 16,5 4 0-16,-5 4 0 0,-6 2 0 16,0-2 0-16,-6 3 0 0,-5-2 0 15,-3 1 0-15,-3-2 0 0,1 0 0 16,1-4 0-16,-1-3 0 0,1-5 0 15,7-4 0-15,0-3 0 0,2-4-665 16,2-6-400-16,4 0-351 0,4-8-2426 0</inkml:trace>
  <inkml:trace contextRef="#ctx0" brushRef="#br0" timeOffset="6917.06">12915 6380 6963 0,'0'0'1056'0,"-27"36"-883"0,13-10-173 15,4 0 0-15,3-1 0 0,1-1 0 16,2-5 0-16,4-3 0 0,0-4 0 16,4-6 0-16,-4-6-1105 15,4 0-792-15,-4-13-1117 0</inkml:trace>
  <inkml:trace contextRef="#ctx0" brushRef="#br0" timeOffset="7033.39">12930 5996 4790 0,'0'0'388'0,"0"0"-348"16,12 53-40-16,-12-25-152 0,-2-7-1621 16,-2 3-1520-16</inkml:trace>
  <inkml:trace contextRef="#ctx0" brushRef="#br0" timeOffset="7600.18">12926 6616 5542 0,'0'0'780'16,"0"0"-564"-16,0 0 533 0,0 0-253 15,0 0-87-15,45-39-409 0,-28 3 0 16,3-1 0-16,-3 5 0 0,-7 8 0 16,1 5 0-16,-5 7 0 15,-2 5 0-15,-2 7 0 0,-2 0 0 16,4 7 0-16,0 5 0 0,-2 7 0 16,2 1 0-16,3-2-229 0,1 0-899 15,-2-3 275-15,0 1 21 0,5-5-589 16,-1-1 629-16,7-8 424 0,-3-3 368 15,3-5 380-15,-1-6-68 0,-1-5 188 16,1-4-140-16,-1-4-15 0,-9-2 279 16,0-1-488-16,-2 1-72 15,-4 0 8-15,-6 3 68 0,-9 2 56 16,5 9 148-16,-2 8 40 0,-3 6 21 16,3 12 131-16,-7 4-328 0,7 2-24 15,-3 3-12-15,5 0-156 16,4 2-4-16,6-2-12 0,0-2-8 15,6-5 8-15,4-4 0 0,7-5-56 16,1-3 32-16,-1-3 4 0,0 0-44 16,-3-1 64-16,-2 1 8 15,-1 3-4-15,-1 9-4 0,0 3 28 16,1 9-20-16,-5 8 16 0,-6 7 176 16,0 11-67-16,0 3-133 0,0 4 0 15,-6 3 0-15,2 0 0 0,-9 2 0 16,-1 1 0-16,-7-2 0 0,-2-3 0 15,-12-7 0-15,-2-6 0 0,-4-9 0 16,-3-9 0-16,3-10 0 16,4-14 0-16,6-8 0 0,0-16 0 15,8-13 0-15,6-16 0 0,-1-8 0 16,18-7 0-16,4-3 0 0,17 5 0 16,12 3 0-16,2 1 0 15,8 0-193-15,-8 16-1904 0,3 1-496 0</inkml:trace>
  <inkml:trace contextRef="#ctx0" brushRef="#br0" timeOffset="7984">13903 6478 5194 0,'0'0'976'0,"0"0"-463"0,0 0 331 0,0 0-468 16,0 0-87-16,-33-7-289 0,33-8 0 16,0-8 0-16,11-8 0 15,1-4 0-15,3-1 0 0,1 3 0 16,5 2 0-16,4 6 0 0,-5 9 0 16,-3 9 0-16,-1 7 0 0,-1 9 0 15,-3 4 0-15,3 4-349 0,-3 3-579 16,-2-5-193-16,1 0-484 0</inkml:trace>
  <inkml:trace contextRef="#ctx0" brushRef="#br0" timeOffset="8283.14">14255 6326 5346 0,'0'0'1641'0,"0"0"-1053"0,-41-32-64 16,22 24-431-16,0 3-93 0,-1 5 0 15,-3 2 0-15,6 10 0 16,3 4 0-16,-1 7 0 0,5 2 0 15,4 4 0-15,0 0 0 0,6-3 0 16,4-3 0-16,4-8 0 0,13-5 0 16,-1-7 0-16,7-3 0 15,-2-7 0-15,2-6 0 0,-2-2 0 16,-9-2 0-16,1 1 0 0,-11 2 0 16,2 3 0-16,-6 5 0 0,-2 2 0 15,0 4 0-15,0 0 0 0,0 1 0 16,-2 11 0-16,-2 13 0 0,-2 5 0 15,6 2 0-15,0-2 0 0,2-6 0 16,8-5 0-16,5-5 0 0,-1-6-369 16,3-7-603-16,-5-1-169 15,-1-4-2096-15</inkml:trace>
  <inkml:trace contextRef="#ctx0" brushRef="#br0" timeOffset="8483.33">14426 5932 6931 0,'0'0'716'16,"0"0"-456"-16,0 0 25 0,0 0-285 16,0 0 0-16,0 0 0 15,-14 53 0-15,10-9 0 0,4 6 0 16,0-1 0-16,4 5 0 0,0 2 0 16,-2 0 0-16,-2 0 0 0,0-4 0 15,-2-5 0-15,-2-7 0 0,4-6 0 16,-4-8-205-16,-2-10-1063 0,1-6-1934 0</inkml:trace>
  <inkml:trace contextRef="#ctx0" brushRef="#br0" timeOffset="8600.19">14317 6377 6663 0,'0'0'812'16,"0"0"-368"-16,31-37-171 0,-15 22-273 16,5-1 0-16,0 1 0 0,-5 0 0 15,1 1 0-15,-1-1 0 16,-1 6-1001-16,1-1-2065 0</inkml:trace>
  <inkml:trace contextRef="#ctx0" brushRef="#br0" timeOffset="8767.04">14600 6318 8192 0,'0'0'0'0,"-8"49"0"0,-3-20 0 16,5-1 0-16,0 3 0 0,-4-2 0 15,-1-2 0-15,7-3 0 0,2-7 0 16,2-6 0-16,0-4 0 0,2-6 0 15,7-1 0-15,1-7 0 0,6-13-1477 16,-3-2-148-16,1-6-164 0</inkml:trace>
  <inkml:trace contextRef="#ctx0" brushRef="#br0" timeOffset="8884.02">14643 6018 4301 0,'0'0'381'0,"0"0"-45"15,0 0 64-15,0 0 64 0,0 0-264 16,0 0-200-16,-2 46-100 15,9-15-328-15,3-2-692 0,-4-10-237 16,4 2-296-16</inkml:trace>
  <inkml:trace contextRef="#ctx0" brushRef="#br0" timeOffset="9117.11">14796 6347 5046 0,'0'0'1933'15,"0"0"-1217"-15,0 0-219 0,-33-29-497 16,19 29 0-16,2 6 0 0,-7 6 0 15,9 5 0-15,-3 5 0 0,3 4 0 16,6 2 0-16,2 2 0 0,4-4 0 16,2-3 0-16,12-6 0 15,1-4 0-15,2-7 0 0,3-5 0 16,-1-1 0-16,4-9 0 0,-9-2 0 16,1-3 0-16,-7-4-205 0,-4-1-19 15,-2-2-24-15,-4-1-8 16,-4 0-68-16,-2-3-589 0,-4-2 9 15,-1 7 95-15,5 1-1159 0</inkml:trace>
  <inkml:trace contextRef="#ctx0" brushRef="#br1" timeOffset="32750.2">7944 14048 2373 0,'0'0'3209'0,"0"0"-2289"16,0 0-307-16,0 0 415 0,0 0-979 16,0 0-49-16,0 0 0 0,6 35 0 15,4-7 0-15,1 4 0 16,1-2 0-16,-1-3 0 0,-1-2 0 16,-2-4 0-16,-2-6 0 0,-4-7 0 15,0-2 0-15,1-6 0 0,-3-2 0 16,0-12 0-16,0-13 0 0,0-10 0 15,-5-7 0-15,3-5 0 0,-2 4 0 16,4 0 0-16,0 1 0 0,6 10 0 16,3 7 0-16,-3 12 0 0,0 8 0 15,2 7 0-15,-1 8 0 16,7 7 0-16,-4 6 0 0,7 5 0 16,-7 1 0-16,7 3 0 0,-3-2 0 15,-1-3 0-15,3-1 0 0,3-5 0 16,-3-1 0-16,5-3-265 0,0-5-675 15,-11-2-1645-15,2-7-669 0</inkml:trace>
  <inkml:trace contextRef="#ctx0" brushRef="#br1" timeOffset="33016.58">8277 13813 5874 0,'0'0'284'0,"0"0"821"16,0 0-489-16,0 0-303 0,0 0-313 15,-37-13 0-15,30 22 0 0,-3 9 0 16,0 6 0-16,3 5 0 0,7 5 0 16,0-2 0-16,11-2 0 0,5-2 0 15,1-6 0-15,10-7 0 16,4-11 0-16,6-8 0 0,-2-11 0 16,-2-7 0-16,-8-3 0 0,-8-2 0 15,-7-1 0-15,-10 2 0 0,-6-3 0 16,-13 4 0-16,-2 2 0 15,-1 4 0-15,-9 7 0 0,-2 5 0 16,-9 2 0-16,15 3-2022 0,-2-1-1611 0</inkml:trace>
  <inkml:trace contextRef="#ctx0" brushRef="#br1" timeOffset="33466.98">9000 13375 3053 0,'0'0'2485'0,"0"0"-1020"16,-27-39-753-16,9 35-235 0,1 4-477 15,-10 4 0-15,7 8 0 0,3 5 0 16,7 2 0-16,6 8 0 0,4 2 0 16,0 4 0-16,10 1 0 0,0-2 0 15,7-2 0-15,-1-3 0 16,5-6 0-16,0-8 0 0,-1-7 0 16,1-12 0-16,-4-9 0 0,1-12-149 15,-1-9-951-15,-7 7-233 0,-4-6-684 0</inkml:trace>
  <inkml:trace contextRef="#ctx0" brushRef="#br1" timeOffset="33634.01">9006 12938 7151 0,'0'0'1041'0,"0"0"-1041"16,0 0 0-16,-6 33 0 0,6 5 0 16,0 12 0-16,0 6 0 15,6-2 0-15,5 2 0 0,3-2 0 16,-1-4 0-16,7-4 0 0,5-9 0 15,-2-8-425-15,4-11-555 0,-7-8-1221 16,-3-10-713-16</inkml:trace>
  <inkml:trace contextRef="#ctx0" brushRef="#br1" timeOffset="33967.01">9242 13113 3733 0,'0'0'1325'0,"0"0"-349"16,-21-36 245-16,11 30-577 0,0 1-351 15,-7 5-293-15,3 2 0 0,1 9 0 16,-1 7 0-16,4 6 0 16,-1 8 0-16,5 4 0 0,2 1 0 15,4-5 0-15,4-1 0 0,6-6 0 16,3-6 0-16,5-9 0 16,5-5 0-16,-2-6 0 0,-1-10 0 15,1-9 0-15,-4-5 0 0,-7-4 0 16,-4 0 0-16,-2-2 0 0,-4 2 0 15,-6 1 0-15,-2 3 0 0,2 8 0 16,1 6 0-16,3 6 0 0,2 4 0 16,0 1 0-16,0 0 0 0,0 5 0 15,2 7 0-15,3 3 0 0,1 5 0 16,2-3 0-16,-2-4 0 16,-2-6 0-16,-1-3-629 0,5-3-115 15,-2-1-1045-15,0-4 196 0,5-8-72 0</inkml:trace>
  <inkml:trace contextRef="#ctx0" brushRef="#br1" timeOffset="34384.12">9391 12976 3917 0,'0'0'973'0,"0"0"-125"0,0 0-396 15,0 0-196-15,0 0 213 0,4 60-269 16,-4-30-48-16,0 0-88 16,4-7-52-16,-4-2-12 0,6-6 0 15,-6-6-4-15,5-4 4 0,1-5 0 16,-2 0-24-16,2-7 24 0,0-8 40 15,-2-9-36-15,3-5 20 0,-3-3 12 16,-4 2-20-16,2 0-12 0,-2 2 144 16,4 3-44-16,-4 6-8 0,0 8 28 15,0 5-116-15,0 6 48 0,4 3 88 16,2 7-120-16,0 8 25 0,5 3-49 16,-5 3 0-16,2-5 0 15,3-5 0-15,-1-3 0 0,0-5 0 16,-4-4 0-16,1-2 0 0,-3 0 0 15,2-6 0-15,-2-7 0 0,-4-5 0 16,2-3 0-16,-2-3 0 16,-2 3 0-16,2 3 0 0,-4 5 0 15,4 4 0-15,0 5 0 0,0 3 0 16,4 1 0-16,-2 2 0 0,6 10 0 16,5 7 0-16,-3 2 0 15,5 3 0-15,-5-2 0 0,0-4 0 16,1-1 0-16,-5-2 0 0,8-3 0 15,-3-1 0-15,1-2 0 0,-2-2-1990 16,1-3-1463-16</inkml:trace>
  <inkml:trace contextRef="#ctx0" brushRef="#br1" timeOffset="34766.6">9868 13479 5854 0,'0'0'580'0,"0"0"-343"0,0 0 339 0,0 0-232 16,11-34 16-16,-11-5-119 0,0-9-241 16,-6-6 0-16,-5-2 0 15,-3-6 0-15,-3-8 0 0,-3-3 0 16,-3-6 0-16,-2-2 0 0,15 6 0 15,3 7 0-15,10 15 0 0,11 17 0 16,-4 15 0-16,1 9 0 0,-5 6 0 16,4 6 0-16,7 0 0 0,3 10 0 15,1 4 0-15,0 5 0 0,-7 2 0 16,-3 4 0-16,-5-3 0 0,-6 4 0 16,-4 0 0-16,-3 0 0 15,-3-1 0-15,0-2 0 0,-3-4 0 16,-1-4 0-16,-1-4 0 0,9-5 0 15,0-5 0-15,6-1 0 16,0-3-377-16,6-13-1632 0,0 2-20 16,9-11-668-16</inkml:trace>
  <inkml:trace contextRef="#ctx0" brushRef="#br1" timeOffset="34916.97">9995 12630 5470 0,'0'0'2261'15,"0"0"-1800"-15,0 0-461 0,0 0 0 16,-13 38 0-16,9-10 0 0,4 1 0 15,0-1 0-15,4-8 0 0,-2-1 0 16,9-3 0-16,-7-7 0 0,6-3 0 16,-4-3-801-16,0-3-556 0,-1-4-4217 0</inkml:trace>
  <inkml:trace contextRef="#ctx0" brushRef="#br1" timeOffset="35016.94">9988 12312 4714 0,'0'0'92'0,"0"0"-92"0,0 0-32 16,27 32-901-16,-21-7-1712 0</inkml:trace>
  <inkml:trace contextRef="#ctx0" brushRef="#br1" timeOffset="35216.86">10189 12795 3021 0,'0'0'2565'0,"0"0"-1292"16,0 0-553-16,0 0-107 0,0 0-613 15,-6-58 0-15,6 22 0 0,-4-3 0 16,4 4 0-16,0 3 0 0,0 10 0 16,4 9 0-16,-4 6 0 0,0 7 0 15,0 5 0-15,2 12 0 0,2 13-293 16,0 5-331-16,6 3 244 0,1-5-133 16,1-10-31-16,7-3-112 15,-3-9-945-15,-3-6 361 0,5-5-745 0</inkml:trace>
  <inkml:trace contextRef="#ctx0" brushRef="#br1" timeOffset="35583.12">10389 12575 1352 0,'0'0'2473'0,"-27"-38"-724"0,7 24-921 15,7 11-127-15,3 4-93 0,0 9-500 16,6 7-72-16,-3 7-36 0,3 1-4 16,4 3 4-16,0 0 0 15,0-3-80-15,11-2-96 0,-1-9-68 0,4-6 104 16,-1-4 108-16,1-4 16 15,-3 0 24-15,-1-5-8 0,2 0 136 16,3 3 52-16,-1 2-4 0,3 8-24 16,3 13-124-16,1 7 24 0,2 11 12 15,2 5-72-15,-3 6 36 0,-1 0 113 16,0 2-149-16,-1 0 0 16,-5 1 0-16,-9 3 0 0,-6 2 0 15,-6 3 0-15,-15-1 0 0,-10-1 0 16,-6-7 0-16,-8-7 0 0,-3-11 0 15,0-14 0-15,1-13 0 16,-5-12 0-16,9-14 0 0,2-6 0 16,16-5 0-16,16-4 0 0,9-5 0 15,13-5 0-15,12-12 0 0,8-6 0 16,12-7 0-16,3-5 0 0,-1 0 0 16,-10 17-1265-16,1 1-4406 0</inkml:trace>
  <inkml:trace contextRef="#ctx0" brushRef="#br2" timeOffset="38333.25">6212 10384 3141 0,'0'0'1585'0,"0"0"-957"16,0 0 20-16,0 0 341 0,0 0-365 15,0 0-96-15,0 0-479 0,0 0-49 16,-17 54 0-16,7 1 0 15,2 12 0-15,1 0 0 0,5-1 0 16,-2 3 0-16,4-3 0 0,0 0 0 16,0-5 0-16,4-5 0 0,2-10 0 15,5-11 0-15,-5-10 0 0,8-13 0 16,-3-10 0-16,5-4 0 0,1-16 0 16,-1-7 0-16,3-8 0 0,-2-10 0 15,3-5 0-15,-3-1 0 0,-1 3 0 16,3 6 0-16,-7 13 0 15,-1 10 0-15,-5 11 0 0,-2 6 0 16,0 6 0-16,2 11 0 0,-2 7 0 16,3 5 0-16,-5 1 0 0,6-2 0 15,-4-3 0-15,2-1 0 16,1-4 0-16,-1-1 0 0,2-6 0 16,2-1 0-16,-3-4-857 0,-3-4-416 15,2-3-407-15</inkml:trace>
  <inkml:trace contextRef="#ctx0" brushRef="#br2" timeOffset="38500.11">6621 10797 6390 0,'0'0'981'0,"0"0"-160"16,0 0-821-16,0 0 0 0,-10 35 0 16,3-7 0-16,-3 4 0 0,6-3 0 15,4-6 0-15,-4-3 0 0,4-4 0 16,0-4 0-16,4-8 0 15,-4-2-1393-15,4-2-924 0,2-13-2165 0</inkml:trace>
  <inkml:trace contextRef="#ctx0" brushRef="#br2" timeOffset="38616.91">6669 10480 7575 0,'0'0'617'0,"0"0"-617"15,0 0 0-15,0 0 0 0,0 0 0 16,0 0 0-16,-7 42-669 15,14-22-776-15,3-2-492 0</inkml:trace>
  <inkml:trace contextRef="#ctx0" brushRef="#br2" timeOffset="38983.62">6842 10876 7279 0,'0'0'580'0,"-33"-37"-247"0,8 13-333 16,-2 7 0-16,3 2 0 15,7 8 0-15,3 5 0 0,7 2 0 16,3 7 0-16,2 12 0 0,-4 9 0 16,6 8 0-16,0-1 0 0,6-8 0 15,5-6 0-15,1-8 0 16,7-5 0-16,1-7 0 0,3-2 0 16,-7-5 0-16,3-2 0 0,-7 0 0 15,3 1 0-15,-5 4 0 16,1 3 0-16,-1 7 0 0,-4 12 0 15,0 9 0-15,-1 8 0 0,-5 7 0 16,-5 5 0-16,-1 0 0 0,0 4 0 16,-2 1 0-16,-5 0 0 0,-5 0 0 15,-1-1 0-15,-6-5 0 0,-2-5 0 16,1-11 0-16,1-8 0 0,2-16 0 16,2-11 0-16,3-19 0 0,1-18-9 15,5-20-931-15,1 8-289 16,3-15-1908-16</inkml:trace>
  <inkml:trace contextRef="#ctx0" brushRef="#br2" timeOffset="39284.08">6985 10317 6374 0,'0'0'269'16,"0"0"647"-16,0 0-283 0,-27 55-633 16,12-4 0-16,3 14 0 0,2 7 0 15,-1-4 0-15,1 3 0 16,4-5 0-16,0-3 0 0,6-5 0 15,0-9 0-15,6-12 0 0,4-11 0 16,-4-12 0-16,5-12 0 0,3-11 0 16,3-13 0-16,-1-11 0 0,9-8 0 15,-2-3 0-15,2 0 0 0,-3 6 0 16,-1 10 0-16,-7 9 0 0,-7 11 0 16,-3 6 0-16,-2 4 0 0,2 9 0 15,0 14 0-15,-2 9 0 0,2 3 0 16,-4 0 0-16,4-6 0 15,-1-6 0-15,1-3 0 0,6-3 0 16,0-5 0-16,1-4 0 0,-1-4-209 16,-4-6-3593-16</inkml:trace>
  <inkml:trace contextRef="#ctx0" brushRef="#br2" timeOffset="39683.53">7661 10839 2965 0,'0'0'2165'0,"-4"-41"-372"0,-3 21-813 0,-3 4-691 0,-4 3-289 0,1 3 0 15,-1 8 0-15,-1 8 0 16,3 9 0-16,2 11 0 0,-1 7 0 15,1 4 0-15,0 5 0 0,3-2 0 16,3-3 0-16,4-5 0 0,4-7 0 16,7-8 0-16,-1-9 0 0,7-9 0 15,-1-13 0-15,9-15 0 0,-2-15-605 16,-3 6-800-16,1-7-932 0</inkml:trace>
  <inkml:trace contextRef="#ctx0" brushRef="#br2" timeOffset="39850.67">7735 10414 7019 0,'0'0'68'16,"0"0"1037"-16,0 0-1105 0,-23 43 0 16,13 1 0-16,2 13 0 0,-3 2 0 15,5-1 0-15,0 5 0 16,2 1 0-16,4-1 0 0,0-4 0 16,4-7 0-16,8-9 0 0,7-11 0 15,-2-14-1025-15,-1-9-3053 0</inkml:trace>
  <inkml:trace contextRef="#ctx0" brushRef="#br2" timeOffset="40566.87">7954 10796 6599 0,'0'0'156'0,"-45"-20"688"0,24 15-251 16,5 5-593-16,5 1 0 0,-5 9 0 16,5 5 0-16,1 7 0 0,0 6 0 15,4 3 0-15,1 5 0 0,-1 1 0 16,6-1 0-16,0-8 0 15,6-6 0-15,9-10 0 0,3-10 0 16,7-7 0-16,2-9 0 0,-2-8 0 16,2-2 0-16,-7-2 0 0,-3 2 0 15,-7 3 0-15,-6 3 0 16,-1 5 0-16,-3 5 0 0,0 4 0 16,-3 3 0-16,-1 1 0 0,-2 7 0 15,-4 9 0-15,2 8 0 16,1 5 0-16,5 1 0 0,2-4 0 15,2-7 0-15,5-2 0 0,3-9 0 16,4-2 0-16,3-6 0 0,-1-3-73 16,3-9-631-16,2-5 164 0,-5-8-269 15,1-2 137-15,-3 0 176 0,-3 2-233 16,-5 4 621-16,-2 5 108 0,-4 8 317 16,0 5 203-16,0 3 264 0,-4 4 281 15,-2 11-773-15,-3 8-136 0,3 5 256 16,6 0-224-16,-4-1-28 15,4-5 56-15,0 1-195 0,4-4-21 16,0-5 0-16,-4-3 0 0,2-6 0 16,2-2 0-16,1-2 0 0,-3-1 0 15,6-9 0-15,2-12 0 16,-4-6 0-16,5-8 0 0,1 0 0 16,3 2 0-16,-5 3 0 0,4 4 0 15,-3 7 0-15,-5 8 0 16,0 5 0-16,-2 5 0 0,-4 4 0 15,0 10 0-15,0 10 0 0,0 3 0 16,0 4 0-16,0-6 0 0,0-2 0 16,0-3 0-16,0-6 0 0,0-4 0 15,2-5 0-15,3-1 0 0,-5-3 0 16,4 0 0-16,2-4 0 0,4-9 0 16,1-8 0-16,-1-2 0 0,2-1 0 15,-1 3 0-15,-3 6 0 0,-2 6 0 16,-2 3 0-16,-2 4 0 15,2 2 0-15,1 7 0 0,-3 9 0 16,4 7 0-16,-4 5 0 0,0 1 0 16,-2-1 0-16,0-1 0 0,0-1 0 15,4-1 0-15,-2-3 0 16,2-4 0-16,-4-4-2838 0</inkml:trace>
  <inkml:trace contextRef="#ctx0" brushRef="#br2" timeOffset="40917.19">8349 11625 5198 0,'0'0'900'0,"0"0"-79"16,-8-45-377-16,8 5-156 0,4-11 100 15,0-6-235-15,2-9-153 16,-2-7 0-16,7-5 0 0,1-1 0 15,7 3 0-15,4 4 0 0,1 7 0 16,-1 13 0-16,-8 11 0 0,-5 17 0 16,-8 12 0-16,2 7 0 0,-4 4 0 15,0 1 0-15,0 5 0 16,4 9 0-16,-4 7 0 0,6 6 0 16,-6 2 0-16,0-2 0 0,-6 0 0 15,2-1 0-15,-10-2 0 16,1-3 0-16,-1-2 0 0,-3-5 0 15,3-3 0-15,1-6 0 0,9-3 0 16,-2-2 0-16,6 0 0 0,2-6-1221 16,13-9 160-16,-1 0 13 0,9-10-1305 0</inkml:trace>
  <inkml:trace contextRef="#ctx0" brushRef="#br2" timeOffset="41034.35">8618 10839 4618 0,'0'0'2289'15,"0"0"-1669"-15,-11 57-68 0,5-19-439 16,6 2-113-16,0-3 0 15,2-1 0-15,7-5 0 0,-3-7 0 16,0-9 0-16,4-6 0 0,5-9 0 16,-5-8 0-16,1-3-1313 0,-1-9-596 0</inkml:trace>
  <inkml:trace contextRef="#ctx0" brushRef="#br2" timeOffset="41684.41">8686 10777 1192 0,'4'51'356'0,"-4"-3"401"16,0 6 311-16,2-5-96 0,-2-6 457 15,4-6-640-15,1-8-201 0,-5-10 104 16,2-8-388-16,2-6-259 0,-4-4-45 16,4-2 0-16,2-11 0 0,4-12 0 15,-3-10 0-15,7-5 0 0,-4 0 0 16,3 5 0-16,1 3 0 15,-3 7 0-15,-5 7 0 0,0 9 0 16,-6 7 0-16,4 3 0 0,-4 14 0 16,0 11 0-16,0 6 0 0,0 1 0 15,6-4 0-15,3-8 0 16,3-6 0-16,2-5 0 0,-1-3 0 16,-3-5 0-16,-2-3 0 0,-1-1 0 15,-3-9 0-15,2-1 0 16,-6-4 0-16,0 1 0 0,0 3 0 15,-6 3 0-15,-5 3 0 0,1 5 0 16,-4 6 0-16,3 6 0 0,-5 7 0 16,5 1 0-16,5 0 0 0,2-1 0 15,4-3 0-15,0-4 0 0,10-5 0 16,-3-4 0-16,7-3 0 0,3-4 0 16,-3-9 0-16,-1-2 0 0,1-5 0 15,-2 4 0-15,-1 0 0 0,-3 4 0 16,-2 5 0-16,-2 3 0 15,3 4 0-15,-3 4 0 0,8 14 0 16,3 15 0-16,5 9 0 0,-3 6 0 16,-1 0 0-16,-1-4 0 0,-3 1 0 15,-4 3 0-15,-8 3 0 16,-4 3 0-16,-12 5 0 0,-9 2 0 16,-8 2 0-16,-13-3 0 0,-3-2 0 15,-7-8 0-15,2-11 0 16,9-9 0-16,6-11 0 0,3-17 0 15,9-9 0-15,7-15 0 0,9-8 0 16,22-8 0-16,14-9 0 0,18-12 0 16,5-3 0-16,9-5 0 0,5 2 0 15,3 3 0-15,-8 6 0 0,-1 3 0 16,-16 14-489-16,-5 0-2849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23:47.9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22558 583 6098 0,'0'0'565'16,"0"0"-69"-16,0 0 372 0,0 0-703 16,0 0-165-16,0 0 0 0,0 0 0 15,-18 47 0-15,24 7 0 16,2 9 0-16,9 5 0 0,-1 1 0 15,-1-2 0-15,-3 1 0 0,-3-3 0 16,-3-4 0-16,-6-8 0 0,4-8 0 16,-2-8 0-16,-2-9 0 0,0-9-929 15,0-9-248-15,-2-7-760 0</inkml:trace>
  <inkml:trace contextRef="#ctx0" brushRef="#br0" timeOffset="333.19">22461 540 5498 0,'0'0'476'0,"0"0"277"15,0 0-253-15,62-13 24 0,-24 13-83 16,3 7-441-16,4-1 0 0,7 1 0 16,8-1 0-16,12 0 0 0,11-3 0 15,6-2 0-15,6-1 0 16,-2 2 0-16,8-1 0 0,-1-1 0 15,-7 2-117-15,-27-2-1095 0,0 0-685 0</inkml:trace>
  <inkml:trace contextRef="#ctx0" brushRef="#br0" timeOffset="866.91">22534 1464 5678 0,'0'0'728'0,"0"0"-407"0,60 5 299 0,-9-6 40 0,20-4-475 16,9-5-185-16,9-1 0 0,4-2 0 15,4 0 0-15,-4 2 0 0,-4 1 0 16,-6 4 0-16,-9 1 0 0,-12 2 0 16,-14 0 0-16,-15 0-493 15,-10-2-1376-15</inkml:trace>
  <inkml:trace contextRef="#ctx0" brushRef="#br0" timeOffset="1300">23290 554 5902 0,'0'0'308'0,"0"0"189"0,0 0 91 16,0 0-24-16,56-18-231 0,-10 18-333 16,13 0 0-16,8 2 0 0,3 1 0 15,2 3 0-15,3 0 0 0,-3 0 0 16,-6 0 0-16,-6-1 0 0,-10 1 0 16,-9 1 0-16,-16-1 0 0,-11 0-1625 15,-5-3-424-15,-7 1-809 0</inkml:trace>
  <inkml:trace contextRef="#ctx0" brushRef="#br0" timeOffset="1583.71">24014 609 5922 0,'0'0'781'0,"0"0"243"16,0 0-608-16,0 0-367 0,0 0-49 16,2 46 0-16,6-14 0 0,-2 8 0 15,0 3 0-15,3 3 0 0,1 8 0 16,-2 6 0-16,-1 4 0 0,-3 0 0 16,-4-1 0-16,0-5 0 0,0-5 0 15,-7-6 0-15,3-8 0 0,4-8 0 16,0-5 0-16,0-10 0 15,7-6-961-15,-5-5-972 0,0-8-1189 0</inkml:trace>
  <inkml:trace contextRef="#ctx0" brushRef="#br0" timeOffset="2283.17">22550 1480 7031 0,'0'0'512'15,"0"0"-388"-15,0 0-104 16,0 0 0-16,42-2 16 0,-1 2-20 15,13 0-12-15,14 4-4 0,17 1 4 16,10 3 16-16,14 2-20 0,19-2 72 16,13 1-68-16,8-4 24 0,2-3 24 15,-5-3-40-15,-9-5-8 0,-17-3 60 16,-19 0-64-16,-26-3-28 0,-26-1-660 16,-18 1-417-16,-16 0-1176 0</inkml:trace>
  <inkml:trace contextRef="#ctx0" brushRef="#br0" timeOffset="11316.83">23222 1589 1716 0,'0'0'809'15,"0"0"-65"-15,0 0 240 0,0 0-499 16,0 0-53-16,0 0 284 0,0 0-312 16,0 0-59-16,-2-35 167 0,4 30-172 15,-2 0-68-15,0 3 124 0,0 1-359 16,0-1-37-16,0 2 0 15,0 0 0-15,-4 3 0 0,0 6 0 16,0 4 0-16,-3 10 0 0,-1 4 0 16,2 6 0-16,2 1 0 0,0 1 0 15,4-2 0-15,0 2 0 0,0-3 0 16,10-2 0-16,0-2 0 0,7-4 0 16,-1-4 0-16,5-4 0 0,4-6 0 15,2-3 0-15,2-5 0 16,0-2 0-16,0-5 0 0,-5-2 0 15,-3-2 0-15,-4-2 0 0,-5 3 0 16,-6-3 0-16,-4 0 0 0,-2-2 0 16,-2-1 0-16,-6 1 0 15,-4-1 0-15,-1 0 0 0,-3 3 0 16,-3 2 0-16,-2 3 0 0,1 3 0 16,1 3 0-16,-4 0 0 0,1 4 0 15,1 1 0-15,0 4 0 16,1 1 0-16,1 3 0 0,2 4 0 15,5 2 0-15,0 5 0 0,5 1 0 16,1 1 0-16,6 0 0 0,2 1 0 16,7 1 0-16,1-3 0 0,6 0 0 15,3-1 0-15,6-2 0 0,4-4 0 16,2-2 0-16,0-7 0 0,2-3 0 16,0-3 0-16,-4-3 0 0,-2-4 0 15,-5-3 0-15,-7 1 0 0,-7 1 0 16,-4-3 0-16,-4-4 0 15,0-1 0-15,-8-3 0 0,2 1 0 16,-2 4 0-16,-5 0 0 0,1 0 0 16,-7 3 0-16,5 0 0 15,-7 1 0-15,-2 1 0 0,3 2 0 16,-5 3 0-16,0 1 0 0,2 4 0 16,1 4 0-16,-1 4 0 0,4 5 0 15,3 3 0-15,1 6 0 16,5 3 0-16,4 2 0 0,6 1 0 15,0 1 0-15,6 1 0 0,6-1 0 16,1-2 0-16,5 0 0 0,5-7 0 16,0-2 0-16,0-5 0 0,3-3 0 15,1-3 0-15,-4-4 0 0,2-2 0 16,-2-4 0-16,-5-1 0 0,-3 0 0 16,-1-5 0-16,-6 0 0 0,-1 1 0 15,-3 0 0-15,-2 2 0 16,-2-2 0-16,4 1 0 0,-2-1 0 15,0 1 0-15,-2 0 0 0,0 1 0 16,0-2 0-16,-8 0 0 0,2-1 0 16,-9 0 0-16,-8-1 0 15,-6 5 0-15,-4 1 0 0,0 0 0 16,-2 1 0-16,2 3 0 0,4 0 0 16,6 4 0-16,7 1 0 0,5 3 0 15,7 3 0-15,4 3 0 0,0 1 0 16,4 5 0-16,7-3 0 15,1 3 0-15,5-3 0 0,3 2 0 16,3-4 0-16,0-2 0 0,4 1 0 16,-4-1 0-16,-5 0 0 0,-1 0 0 15,-7 2 0-15,-2 0 0 0,-8 1 0 16,-4 1 0-16,-8 2 0 0,-11-2 0 16,-4 1 0-16,-10-2 0 0,-4-4 0 15,-5-3 0-15,1-6 0 16,-1-7 0-16,7-9-77 0,10 0-1099 15,6-13-3130-15</inkml:trace>
  <inkml:trace contextRef="#ctx0" brushRef="#br0" timeOffset="11849.99">21767 2892 5062 0,'37'8'212'0,"11"3"108"15,16 2-92-15,8 1 28 0,17 0 265 16,12 1-209-16,15 0 72 0,14-1 152 16,17 2-348-16,10-1-40 0,15-6-123 15,12-5-25-15,6-4 0 16,-4-7 0-16,-4-5 0 0,-17-1 0 15,-20 0 0-15,-19 0 0 0,-23 3 0 16,-30 2-133-16,-24 6-931 0,-20-3-437 0</inkml:trace>
  <inkml:trace contextRef="#ctx0" brushRef="#br0" timeOffset="12565.98">22176 3008 2853 0,'-35'-3'1841'0,"8"0"-1157"0,-8 3 200 15,2 6-495-15,-2 5-105 0,2 4-32 16,0 1-208-16,4 0-4 0,10-3-32 16,5-3-8-16,3-4-4 0,11-3-44 15,4 2-372-15,13-2-269 16,16-2-703-16,0-1 119 0,6-3-556 0</inkml:trace>
  <inkml:trace contextRef="#ctx0" brushRef="#br0" timeOffset="12782.76">22986 3007 5906 0,'0'0'24'15,"-53"31"-24"-15,11-10 0 0,-5 2 36 16,-7 2-36-16,-8 4 12 0,0 2 4 16,-2 0-16-16,0-1 0 0,8-3 4 15,8-3 4-15,7-5-16 0,14-7-24 16,15-5-332-16,8-5-148 0,8-6-729 16,6-2 89-16,19-14-1001 0</inkml:trace>
  <inkml:trace contextRef="#ctx0" brushRef="#br0" timeOffset="12950.35">23342 3031 6058 0,'0'0'893'0,"0"0"-801"16,0 0-60-16,-50 40 60 0,11-16-84 15,-9-1 12-15,3 2-20 16,2-2-84-16,1 0-396 0,5 1-305 15,6-1-3-15,6-3 63 0,11-6-931 16,8-5-817-16</inkml:trace>
  <inkml:trace contextRef="#ctx0" brushRef="#br0" timeOffset="13166.58">23855 2991 3453 0,'0'0'1713'0,"0"0"-1141"15,0 0-328-15,0 0 192 0,-50 19-19 16,7 2-189-16,-9 1-228 0,0 7 8 16,3 1-8-16,-1 6-8 15,0 1-20-15,1 3-104 0,3 1-132 16,7-5-33-16,12-4-499 0,15-9 132 16,8-9 79-16,18-12-567 15,3-2 236-15,5-8-613 0</inkml:trace>
  <inkml:trace contextRef="#ctx0" brushRef="#br0" timeOffset="13316.82">24165 2991 5922 0,'0'0'717'0,"0"0"-109"0,0 0-412 16,0 0-56-16,0 0-56 0,-19 62 228 16,-24-15-208-16,-11 3-60 0,0-1-36 15,2-1-8-15,3 1-16 16,8 0-272-16,3-4-436 0,13-12-421 15,7-8-3913-15</inkml:trace>
  <inkml:trace contextRef="#ctx0" brushRef="#br0" timeOffset="14166.78">26933 239 3977 0,'0'0'661'0,"0"0"-73"0,0 0 76 15,0 0-492-15,0 0 204 0,-13 33 393 16,-1 6-413-16,-1 12-116 15,3 6 28-15,6 1-147 0,6 6-121 16,4 3 0-16,4-1 0 0,0 4 0 16,1-11 0-16,-3 1 0 15,0-6 0-15,-2-4 0 0,2-8 0 16,3-7 0-16,1-9 0 0,2-8 0 16,3-7-245-16,-1-8-995 0,-6-3-53 15,-1-6-340-15</inkml:trace>
  <inkml:trace contextRef="#ctx0" brushRef="#br0" timeOffset="14466.81">26726 1068 7019 0,'0'0'240'0,"0"0"164"16,39 14-340-16,-4-12 304 15,13 0-271-15,10-2-97 0,10-1 0 16,12-2 0-16,7-3 0 0,4 0 0 16,4 2 0-16,2 2 0 0,-3 2 0 15,-8 0 0-15,-5 0 0 16,-7 0 0-16,-10-1 0 0,-10-2 0 15,-8-1 0-15,-11-1-117 0,-12-5-1792 16,-7 0 145-16,-10-6-397 0</inkml:trace>
  <inkml:trace contextRef="#ctx0" brushRef="#br0" timeOffset="14783.26">26941 186 4614 0,'0'0'812'15,"41"-18"80"-15,-24 18 117 0,1 1-521 16,3 5-172-16,2 1-255 15,8 3-61-15,6-3 0 0,13 2 0 16,12-1 0-16,12 2 0 0,9-1 0 16,8 2 0-16,-3-1 0 0,1 1 0 15,0-1 0-15,-4-3 0 0,-2 0-57 16,-7-2-419-16,-10 1 28 0,-12 2 164 16,-11 2-24-16,-16-3-461 0,-10 0-2716 15</inkml:trace>
  <inkml:trace contextRef="#ctx0" brushRef="#br0" timeOffset="15050.26">28007 487 5162 0,'0'0'828'0,"0"0"-215"0,0 0 123 16,0 0-212-16,0 0-195 0,0 0-329 16,0 0 0-16,5 63 0 0,-12-19 0 15,1 5 0-15,-2 2 0 0,-5 5 0 16,5 0 0-16,-4 2 0 0,1 2 0 16,3 0 0-16,0-4 0 0,4-6 0 15,4-7 0-15,8-7 0 16,2-13-1177-16,3-8-1052 0</inkml:trace>
  <inkml:trace contextRef="#ctx0" brushRef="#br0" timeOffset="15533.1">26389 1764 2925 0,'0'0'2049'0,"0"0"-1065"0,0 0 101 15,0 0-717-15,0 0-188 0,0 0-36 16,-2 64-108-16,-2-19 16 0,2 3 32 16,2-1-72-16,8 1 0 0,2-2 12 15,1-1-24-15,-1-2 0 0,0-3-8 16,-2-2-228-16,3-6-128 0,-1-7-368 16,0-7 35-16,3-10 49 0,-3-6-477 15,-2-3-135-15</inkml:trace>
  <inkml:trace contextRef="#ctx0" brushRef="#br0" timeOffset="15883.78">26290 1798 6110 0,'0'0'557'0,"0"0"-177"0,0 0-44 16,0 0-208-16,0 0-4 0,70-25 184 16,2 13-100-16,25-1-167 0,19 0-41 15,12 5 0-15,13 1 0 0,12 3 0 16,8 2 0-16,2 2 0 15,-5 4 0-15,-8 5 0 0,-11 1 0 16,-19 2 0-16,-11-2 0 0,-16-2-229 16,-18-2-539-16,-13-3 196 15,-17-1-5-15,-16-2-487 0,-14 0 215 16,-11 0-247-16</inkml:trace>
  <inkml:trace contextRef="#ctx0" brushRef="#br0" timeOffset="16350.74">26286 2351 4698 0,'0'0'928'0,"0"0"101"0,0 0-593 0,0 0-104 0,39 7 388 15,-2-4-671-15,15-2-49 0,14-2 0 16,8-6 0-16,13-2 0 0,8 1 0 16,8 1 0-16,9 0 0 0,10 3 0 15,10 3 0-15,11 1 0 0,14 0 0 16,11 5 0-16,5-1 0 15,-10 1 0-15,-12 0 0 0,-22-4 0 16,-30-1-985-16,-21-3-180 0,-22-8 105 16,-23 0-677-16,-20-3-1236 0</inkml:trace>
  <inkml:trace contextRef="#ctx0" brushRef="#br0" timeOffset="16633.7">28423 1863 6555 0,'0'0'352'0,"-4"64"-216"0,6-20 212 16,2-1 340-16,0 5-575 0,4 4-113 16,-1 4 0-16,-3 1 0 15,-4 1 0-15,0-1 0 0,-4-3-653 16,-7-2-239-16,3-15-1462 0,-2-2-611 0</inkml:trace>
  <inkml:trace contextRef="#ctx0" brushRef="#br0" timeOffset="17699.96">27373 2402 5102 0,'0'0'516'0,"0"0"-156"0,0 0 237 16,0 0-317-16,0 0-36 0,14-38 16 15,-16 30-224-15,-2 1-4 0,0 2 48 16,-4 4-80-16,-7 7 16 0,-5 18-16 16,-3 9-12-16,0 7 12 0,11 4 20 15,8-4-4-15,6-3-16 0,10-5 0 16,9-5 8-16,6-5-8 0,4-7 20 16,6-3-4-16,0-3-16 0,-2-6 64 15,0-3-36-15,-2-5 40 16,-2-3 64-16,-8-4-112 0,-4-2 4 15,-11-3-12-15,-4 3-12 0,-4-5-12 16,-12 1-164-16,-5 0 24 0,-10 2 36 16,-8 7-136-16,-2 7 56 15,-2 3 112-15,-3 10 84 0,3 3-24 16,-2 4 24-16,6 2 0 0,1 4-24 16,10-2 24-16,7 2 0 0,9 1 0 15,8-4 0-15,10-1 0 16,7-2-8-16,8-2 8 0,6-5 4 15,4 0 0-15,2-6-4 0,2-1 0 16,-4-2-4-16,-2-2-64 0,-8-1-116 16,-6-3 152-16,-9 1 32 0,-2-4 12 15,-6-2 0-15,-2 1-12 0,0 0 0 16,-8 0-48-16,-10 5 7 0,-7-2-7 16,-8 4 12-16,-2 1 32 0,-3 7-4 15,-1 4-48-15,-2 2 56 16,-1 2-16-16,5 2 16 0,2-1 0 15,10 1 4-15,11-3 0 0,12-2-4 16,8 4 20-16,15 0-8 0,5 2-12 16,14 0 56-16,1 2-32 15,5 0 8-15,-3 1-16 0,-4 2-11 16,-6-3-5-16,-8 0 8 0,-8-1 52 16,-9-1 96-16,-10 0 36 0,-8-1-144 15,-11 0 4-15,-10-4 20 16,-6-1-72-16,-7-5-24 0,-5-4-1037 15,11-1-692-15,3-2-1108 0</inkml:trace>
  <inkml:trace contextRef="#ctx0" brushRef="#br0" timeOffset="17983.59">26325 3219 5610 0,'0'0'728'0,"0"0"105"0,0 0-437 16,37-2-40-16,13 6-87 0,18 0-269 16,21 1 0-16,14-3 0 15,11 2 0-15,10-3 0 0,4 0 0 16,0-1 0-16,-6 5 0 0,-4-2 0 15,-4 2 0-15,-7-1 0 0,-4-2 0 16,-12 3 0-16,-18 0-449 0,-20 1-1268 16,-22-2-268-16,-16 1-1364 0</inkml:trace>
  <inkml:trace contextRef="#ctx0" brushRef="#br0" timeOffset="18316.62">27030 3198 4710 0,'0'0'228'0,"0"0"164"16,0 0-16-16,0 0 20 0,-73 23-12 15,22-2-283-15,-9 3-5 0,2 0 100 16,8 0-168-16,5-4-4 0,10-1-20 16,4 1-4-16,10-6-4 0,11-3-60 15,12-2-144-15,16-6-113 16,19-3-371-16,-3-2 16 0,5-8-513 0</inkml:trace>
  <inkml:trace contextRef="#ctx0" brushRef="#br0" timeOffset="18600.09">27416 3288 5974 0,'0'0'961'15,"-58"59"-929"-15,17-24 0 0,0-3 80 16,1-4-20-16,3 0 24 0,6-4-96 15,6-1-20-15,7-5-92 0,5-4-496 16,9-4 19-16,4-5-67 0,4-1-453 16,17-4 37-16,16-12-24 0,15-9 111 15,8-8 941-15,4-3 24 0,-2-1 924 16,0 2-163-16,-4 0 11 0,-4 5 729 16,-15 7-809-16,-10 9-336 0,-11 6 209 15,-11 4-209-15,-7 6-100 16,-11 11-80-16,-9 8-112 0,-9 5 16 15,-6 3 32-15,-5-2-104 0,-1-1 8 16,2-3-16-16,-1-3-232 16,5-9-452-16,12-5-1677 0,3-10-1501 0</inkml:trace>
  <inkml:trace contextRef="#ctx0" brushRef="#br0" timeOffset="19583.71">27367 1021 2144 0,'0'0'1293'0,"0"0"-493"0,0 0-447 16,0 0 167-16,-19 46-228 15,13-28-96-15,2-1 136 0,0-2-136 16,4 2-24-16,2-3 40 0,6-1-167 16,4-1-1-16,3-4 28 0,3-2-52 15,5-4 52-15,2-2 136 16,-2-4-144-16,4-2 12 0,-7 0 24 15,-3-1-80-15,-7 1 4 0,-4 2 12 16,-4 1-32-16,-2 1 28 0,0-2 112 16,-10 2-100-16,-9 1-28 0,-10 1-16 15,-4 5-12-15,2 4 12 0,7 2 16 16,3 1-8-16,4 3-8 0,3-1 32 16,6 1-28-16,6-3 0 0,2-1-4 15,10-3-24-15,8-1 24 0,7-3 16 16,6-4-4-16,6-5-12 15,5-3 0-15,-3-2-4 0,-4-2-4 16,-8 0-132-16,-8 1 12 0,-9 0 112 16,-6 5 8-16,-4 2 4 15,-16 1-4-15,-7 3-4 0,-8 3-48 16,-6 4 60-16,2 4-4 0,-1 3 0 16,3 3 4-16,9 0-4 0,1 0-28 15,6-1 28-15,9-3 4 16,4 0-60-16,6-2-52 0,8-1-208 15,7 0 171-15,6-2 141 0,-1-1 0 16,3 0 12-16,0 2-4 0,0 1 0 16,-7 3 4-16,-3 3-4 0,-9 1 4 15,-2 0 0-15,-4 1 24 0,-6-1 77 16,-4 1 7-16,-5-1 28 0,-6-1 48 16,-5 1-128-16,-1-5 52 0,-4-1 76 15,2-5-152-15,4-3 8 0,6-3-44 16,5 0-8-16,6-4-224 15,6 1-653-15,2 1-131 0,0-4-173 0</inkml:trace>
  <inkml:trace contextRef="#ctx0" brushRef="#br0" timeOffset="52299.57">21006 1063 2565 0,'0'0'1760'0,"-37"-29"-843"16,16 22-281-16,3 6-132 0,-5 0 53 15,-4 1-345-15,0 5-8 0,-4 1 92 16,0 2-172-16,-6 2 4 15,-2 3 108-15,-9 3-183 0,-4 4-53 16,3 3 0-16,1 1 0 0,13 1 0 16,10-2 0-16,7-1 0 15,11-1 0-15,7-3 0 0,11-1 0 16,7-1 0-16,9-3 0 0,11 1 0 16,5-2 0-16,7 2 0 0,-1 0 0 15,-1 2 0-15,-3 1 0 16,-6 5-113-16,-8 1-63 0,-12 1-4 0,-7-1 156 15,-5-1 24-15,-9-2 112 16,-7-1 104-16,-7 0-51 0,-1-3-165 16,-5-1 0-16,-3-4 0 0,-2-2 0 15,-2-2 0-15,0-2 0 0,4-5 0 16,4 0 0-16,5-6 0 0,1-2 0 16,7-2 0-16,6 1-405 0,6-2-583 15,7 4-117-15,1-2-528 0</inkml:trace>
  <inkml:trace contextRef="#ctx0" brushRef="#br0" timeOffset="52449.96">21008 1401 7211 0,'0'0'660'0,"-29"46"-339"0,17-21-321 15,-3-2 0-15,7 0 0 0,2-3 0 16,4 2 0-16,2-4 0 0,0 2-249 15,0-6-799-15,0-2-1746 0</inkml:trace>
  <inkml:trace contextRef="#ctx0" brushRef="#br0" timeOffset="52566.57">21037 1185 6002 0,'0'0'8'0,"0"0"-8"0,0 0-92 16,0 0-792-16,0 0-361 0</inkml:trace>
  <inkml:trace contextRef="#ctx0" brushRef="#br0" timeOffset="53116.61">21021 1674 5498 0,'0'0'784'16,"0"0"-163"-16,0 0 103 0,0 0-308 15,43-35-267-15,-18-2-149 0,0-5 0 16,-3 2 0-16,-7 7 0 0,-3 8 0 15,-4 7 0-15,-5 9 0 16,-3 8 0-16,0 4 0 0,-7 10 0 16,-3 12 0-16,-4 7 0 0,5 3 0 15,3 0 0-15,6-3 0 0,4-3-53 16,7-1-439-16,5-8 76 0,9-4-232 16,2-8 95-16,4-8 69 0,2-6-224 15,-2-7 244-15,-4-7 119 0,-7-4 149 16,-5-2-36-16,-3-2 232 15,-4-2 48-15,-8 0 677 0,0 4-93 16,-2 7 388-16,-6 8-536 0,-2 6-139 16,-3 5 207-16,-1 3-336 15,-1 8-104-15,-1 4-12 0,4 4-100 16,-3 5 0-16,1 0-4 0,7-3-36 16,3-1-120-16,2-6-276 0,6-3 108 15,9-6 100-15,1-5-193 0,7-5 105 16,-3-6 228-16,3-4-12 0,-2-1-172 15,-7 0 36-15,-2 1 224 16,-3 5 12-16,-3 3 32 0,-2 2 240 16,0 4 108-16,-2 1 16 0,2 4-15 15,-2 11-281-15,0 11 120 0,4 6 320 16,-4 6-256-16,0 4-52 0,-4-3-71 16,4 2-161-16,0 2 0 0,0-3 0 15,-2-1 0-15,-2 0 0 0,-7-2 0 16,-1 1 0-16,-7-1 0 15,-1-5 0-15,-1-5 0 0,-2-3 0 16,3-9 0-16,3-9 0 0,3-12 0 16,8-16-889-16,6-20-20 15,0 4-455-15,4-15-2574 0</inkml:trace>
  <inkml:trace contextRef="#ctx0" brushRef="#br0" timeOffset="53283.64">21506 1232 5334 0,'0'0'660'0,"-27"64"-31"16,17-19-153-16,0 2-60 0,4 4 52 15,-1 2-356-15,1-1-15 0,2-4-97 16,4-5 0-16,8-6 0 0,5-10-257 16,1-7-299-16,3-9-88 0,-3-6-1637 15,-3-5-1665-15</inkml:trace>
  <inkml:trace contextRef="#ctx0" brushRef="#br0" timeOffset="53550.39">21610 1656 6542 0,'0'0'745'16,"0"0"-465"-16,0 0 345 0,0 0-625 16,0 0 0-16,31-44 0 0,-19 28 0 15,0 0 0-15,-1-1 0 0,1-2 0 16,-4 1 0-16,-3 1 0 0,-3 1 0 15,-2 3 0-15,-9 2 0 16,-1 4 0-16,-6 7 0 0,3 2 0 16,-3 11 0-16,-3 9 0 0,-2 7 0 15,-1 6 0-15,1 1 0 0,6 2 0 16,5-2 0-16,10-1 0 0,19-7 0 16,6-3 0-16,8-6 0 0,10-8 0 15,7-7 0-15,12-4 0 0,-15-4-821 16,5-7-2024-16</inkml:trace>
  <inkml:trace contextRef="#ctx0" brushRef="#br0" timeOffset="54482.9">29248 1342 6042 0,'0'0'1017'16,"-17"36"-345"-16,9-6-211 0,-2 6-461 15,-1 7 0-15,1-4 0 0,4 3 0 16,-3 2 0-16,3-2 0 15,0 2 0-15,0-3 0 0,0-3 0 16,-1-2 0-16,-1-4 0 0,2-10-317 16,2-6-1032-16,4-10-231 0,-2-8-2422 0</inkml:trace>
  <inkml:trace contextRef="#ctx0" brushRef="#br0" timeOffset="54650.05">28933 1316 7543 0,'0'0'40'16,"0"0"532"-16,0 0-535 0,50 0-37 16,-11-2 0-16,9-4 0 0,2-3 0 15,-1-1 0-15,5 1 0 16,0 2 0-16,-5 3 0 0,-5 4-33 16,-13 0-1367-16,-9 1-2346 0</inkml:trace>
  <inkml:trace contextRef="#ctx0" brushRef="#br0" timeOffset="55033.61">29388 1499 5354 0,'0'0'1573'15,"0"0"-733"-15,-22 42-415 0,11-18-425 16,-3 5 0-16,1-1 0 0,-1 1 0 16,4-2 0-16,1-1 0 0,5-3 0 15,4-1 0-15,2-4 0 0,6-4 0 16,3-2 0-16,1-7 0 15,5-6 0-15,1-10 0 0,-1-6 0 16,-1-8 0-16,1-2 0 0,-5-3 0 16,-1 2 0-16,-3 6 0 15,-2 8 0-15,-6 7 0 0,0 6 0 16,0 2 0-16,-4 10 0 0,0 9 0 16,0 3 0-16,2 4 0 0,2-6 0 15,10-4 0-15,2-4 0 0,9-4 0 16,2-4 0-16,6-2 0 15,2-3 0-15,0-5 0 0,0-4 0 16,-4-2 0-16,-7-2 0 0,-3-3 0 16,-7 0 0-16,-4-1 0 0,-1-1 0 15,-5 2 0-15,-3-1 0 0,-1 6 0 16,-2 3 0-16,2 3 0 0,0 3 0 16,2 0-285-16,0 0-571 0,2 1-1405 15,6 0 276-15</inkml:trace>
  <inkml:trace contextRef="#ctx0" brushRef="#br0" timeOffset="55282.92">29855 1577 5058 0,'0'0'2641'0,"0"0"-2148"15,0 0-493-15,0 0 0 0,-41-16 0 16,16 21 0-16,-4 11 0 0,2 5 0 16,3 4 0-16,5 6 0 0,3 1 0 15,11 1 0-15,5-1 0 0,9-1 0 16,9-5 0-16,7-6 0 0,6-3 0 15,6-8 0-15,3-4 0 16,-1-5 0-16,-4-5 0 0,-8-5 0 16,-9-4 0-16,-7-3 0 0,-9-6 0 15,-2-4 0-15,-4-2 0 0,-5-5 0 16,-3-1 0-16,-4-1 0 0,3 1 0 16,5 2 0-16,6 4-309 0,4 9-2832 15,8 2-1097-15</inkml:trace>
  <inkml:trace contextRef="#ctx0" brushRef="#br0" timeOffset="55633.17">30118 1666 5358 0,'0'0'1601'0,"0"0"-909"0,0 0-188 16,0 0-467-16,50-18-37 0,-17 8 0 16,4 2 0-16,-4 3 0 15,-2 1 0-15,0 2 0 0,-4-1 0 16,-9 1-549-16,1 0-2640 0</inkml:trace>
  <inkml:trace contextRef="#ctx0" brushRef="#br0" timeOffset="55999.57">30604 1547 6538 0,'0'0'917'15,"0"0"-565"-15,-21-34 20 0,9 27-359 16,-3 3-13-16,-3 3 0 15,-1 1 0-15,0 4 0 0,1 3 0 16,-1 4 0-16,1 2 0 0,3 2 0 16,5 1 0-16,6 0 0 0,4-1 0 15,8-1 0-15,6-1 0 16,9-1 0-16,2-1 0 0,2-1 0 16,2-2 0-16,-2-1 0 0,-3 0 0 15,-1 0 0-15,-6-1 0 0,-9 3 0 16,-4 0 0-16,-4 3 0 0,-8 2 0 15,-5 2 0-15,-7-1 0 16,-5 2 0-16,-4-1 0 0,-2-3 0 16,2-1 0-16,4-6 0 0,9-5 0 15,5-7-505-15,11-11-483 0,9 0-1622 16,1-11-779-16</inkml:trace>
  <inkml:trace contextRef="#ctx0" brushRef="#br0" timeOffset="56183.78">30831 1123 6518 0,'0'0'317'0,"0"0"123"16,0 0 468-16,0 0-899 15,-16 46-9-15,3-5 0 0,-3 11 0 16,-1 6 0-16,5 2 0 0,1 0 0 16,1 4 0-16,2-1 0 0,2-2 0 15,-1-2 0-15,1-5 0 16,0-7 0-16,2-7 0 0,-2-12-2150 15,-1-10-1191-15</inkml:trace>
  <inkml:trace contextRef="#ctx0" brushRef="#br0" timeOffset="56566.51">30641 1612 6791 0,'0'0'512'16,"47"-24"56"-16,-16 13-247 0,3 5-321 15,-3 3 0-15,-3 2 0 0,1 1 0 16,-2 0 0-16,-2 2-145 15,-2 0-1151-15,-2 1 231 0,-5 0 149 16,-8 2-205-16,-4-4 553 0,-1 1 568 16,-3-1 640-16,-5 0 705 15,-5-1-213-15,-9 0 61 0,-5 0-689 16,-3 2-207-16,0 6-297 0,4 6 0 16,5 4 0-16,1 6 0 0,3 3 0 15,3 0 0-15,7-3 0 0,4-3 0 16,6-4 0-16,7-4 0 15,1-4 0-15,5-5 0 0,1-4 0 16,1-5 0-16,0-5 0 0,-1-3 0 16,-3-1 0-16,-5 0 0 0,-3 5 0 15,-3 2 0-15,-2 3 0 0,-4 4 0 16,0 0 0-16,0 0 0 0,2 5 0 16,-2 8 0-16,0 6 0 0,4 3 0 15,-2 1 0-15,4-4 0 0,3-4-641 16,3-1-291-16,-4-5-277 15,3-3-1792-15</inkml:trace>
  <inkml:trace contextRef="#ctx0" brushRef="#br0" timeOffset="57149.69">31222 1705 3381 0,'0'-39'1937'0,"0"6"-352"0,-4 0-913 15,0 13-176-15,-1 10-375 0,-1 4-121 16,-6 6 0-16,-7 9 0 0,-6 6 0 15,-4 10 0-15,0 6 0 16,3 3 0-16,3 2 0 0,4-1 0 16,11-4 0-16,8-5 0 0,6-5 0 15,9-3 0-15,5-6 0 0,3-6 0 16,4-5 0-16,2-3 0 0,-4-8 0 16,-3-2 0-16,-3-2 0 0,-2-2 0 15,-7 3 0-15,-4 4 0 0,-2 2 0 16,-4 6 0-16,2 1 0 15,-2 1 0-15,0 9 0 0,-4 11 0 16,2 15 0-16,-2 11 0 0,2 4 0 16,0-1 0-16,2-4 0 15,0-1 0-15,-4-2 0 0,-7-1 0 16,-5 0 0-16,-9-4 0 0,-6-2 0 16,-4-5 0-16,-6-5 0 0,-3-8 0 15,-1-6 0-15,1-10 0 0,5-3 0 16,6-12 0-16,8-9 0 0,6-7 0 15,9-6 0-15,12 0 0 16,15 4 0-16,16 4 0 0,16 2 0 16,11 1 0-16,11 1 0 0,1-1 0 15,2 2 0-15,1-2 0 0,-7-2 0 16,-8 0 0-16,-8-4 0 0,-13 1 0 16,-10-2 0-16,-13 1 0 0,-9-1 0 15,-7 1 0-15,-13-1 0 0,-5 2 0 16,-5 3 0-16,0 7 0 15,2 7 0-15,5 8 0 0,1 5 0 16,5 9 0-16,0 8 0 0,6 4 0 16,2 8 0-16,2 4 0 15,6 5 0-15,4 1 0 0,-2-3 0 16,5-3 0-16,3-2 0 0,7-7 0 16,-2-8-769-16,4-7-2425 0</inkml:trace>
  <inkml:trace contextRef="#ctx0" brushRef="#br0" timeOffset="62333.65">3150 8994 7187 0,'0'0'824'0,"0"0"-660"15,56 32-147-15,2-22-17 0,16-8 0 16,19-9 0-16,23-11 0 0,10-2 0 15,2-10 0-15,-30 6 0 0,-18-5-2682 0</inkml:trace>
  <inkml:trace contextRef="#ctx0" brushRef="#br0" timeOffset="84833.81">3281 13589 6959 0,'0'0'0'16,"0"0"500"-16,0 0-376 15,66-13-24-15,-19 13 140 0,11 7 29 16,6 0-269-16,0 0 0 0,4-2 0 15,5-2 0-15,-1-4 0 0,-8-15 0 16,-22 0-1245-16,-11-9-3746 0</inkml:trace>
  <inkml:trace contextRef="#ctx0" brushRef="#br0" timeOffset="139217.71">31871 12990 1508 0,'0'0'76'0,"0"0"1565"0,0 0-669 15,0 0-335-15,0 0-97 0,0 0 228 16,29 55-440-16,-23-32-111 0,-2 2 123 16,-2-2-208-16,0-1-24 0,-2-2-24 15,4-3-72-15,-2-3-12 0,1-5 12 16,1-3-4-16,0-5 4 0,0-1 128 16,2-3-8-16,7-9 96 0,5-12 69 15,3-6-297-15,6-8 0 0,2-1 0 16,4 1 0-16,2 0 0 15,4-2 0-15,-2-3 0 0,1-1 0 16,3 3-269-16,-8 9-895 0,-2 0-493 0</inkml:trace>
  <inkml:trace contextRef="#ctx0" brushRef="#br0" timeOffset="140249.63">31904 9039 2953 0,'0'0'1088'0,"-25"51"-371"16,15-20-469-16,4 0 76 0,1 0 368 16,3-3-472-16,2 0-80 0,7-5-8 15,3-4-112-15,2-8 41 0,3-6 147 16,1-5-64-16,1-6 28 0,4-9 304 15,1-7-244-15,1-4-88 0,0-8-28 16,2 0-112-16,-1-5-8 0,3 1-452 16,2-1-320-16,6 1-89 15,-10 10-1356-15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26:29.17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2561 11950 1980 0,'0'0'2329'0,"0"0"-1672"16,0 0-293-16,0 0 240 0,0 0-284 16,0 0-96-16,0 0 69 0,0 0-129 15,0 0 8-15,8 39 132 16,-6-28-152-16,3 1-24 0,-3 1 60 16,0-1-128-16,-2 1 8 0,6-1 40 15,-6 0-68-15,2 2-3 0,-2 1-37 16,0 0 0-16,0 3 0 0,0-1 0 15,2 2 0-15,-2-1 0 16,0 0 0-16,2 0 0 0,-2-3 0 16,4 1 0-16,-4-1 0 0,0-2 0 15,2-1 0-15,0 0 0 0,1 1 0 16,-3-2 0-16,4 0 0 16,-4 2 0-16,0 1 0 0,2-1 0 15,-2 3 0-15,0 2 0 0,0-1 0 16,0 2 0-16,0 3 0 0,-2-1 0 15,2 2 0-15,-4-2 0 0,1 0 0 16,1-1 0-16,0 3 0 0,2 2 0 16,0 0 0-16,-4 3 0 15,2 1 0-15,-2-1 0 0,4 3 0 16,0-4 0-16,-4 2 0 0,2-2 0 16,2-1 0-16,-2-1 0 0,2-2 0 15,0 0 0-15,-2 1 0 0,2 1 0 16,0-1 0-16,-5 1 0 0,1 3 0 15,2-1 0-15,2 1 0 16,0 1 0-16,0-2 0 0,-4 3 0 16,2-1 0-16,0 2 0 0,0 0 0 15,2 0 0-15,0 1 0 0,0-1 0 16,-4 1 0-16,4 1 0 16,-2-2 0-16,2 1 0 0,-2-1 0 15,0 1 0-15,2 0 0 0,-2 0 0 16,2-3 0-16,0 0 0 0,0-2 0 15,0-2 0-15,0 0 0 16,0-3 0-16,2 2 0 0,0-4 0 16,-2 3 0-16,2-1 0 0,0 1 0 15,-2 2 0-15,0 0 0 0,0 1 0 16,0 0 0-16,0-1 0 0,0-2 0 16,0 0 0-16,0-1 0 0,-2-2 0 15,2 1 0-15,0 0 0 0,0-1 0 16,0 0 0-16,-2-1 0 0,2 0 0 15,0 1 0-15,-2-1 0 16,2 3 0-16,0-1 0 0,0 0 0 16,-2-2 0-16,2 4 0 0,0-3 0 15,-3 1 0-15,3 1 0 0,0-3 0 16,0 3 0-16,0-3 0 16,0 0 0-16,-2 1 0 0,2-1 0 15,0 0 0-15,0 0 0 0,0-2 0 16,-4 0 0-16,2 0 0 0,2 0 0 15,-2 1 0-15,0 0 0 16,2 0 0-16,0 1 0 0,0 0 0 16,-4 0 0-16,2 1 0 0,0 0 0 15,0 1 0-15,2 1 0 0,-4-2 0 16,2 2 0-16,2 1 0 0,-3 0 0 16,3-1 0-16,0 0 0 0,0-1 0 15,0 0 0-15,-2 2 0 0,2-1 0 16,0 1 0-16,0 1 0 15,0-1 0-15,0 2 0 0,0-1 0 16,0-1 0-16,0 1 0 0,0 1 0 16,0 0 0-16,0 0 0 15,0 0 0-15,0-3 0 0,0 1 0 16,0-2 0-16,0 2 0 0,2-2 0 16,-2-1 0-16,3 4 0 0,-3 0 0 15,0-2 0-15,0 2 0 16,0-1 0-16,0 0 0 0,0 0 0 15,0-1 0-15,-3 2 0 0,3-3 0 16,-2 2 0-16,2-2 0 0,0 1 0 16,0 0 0-16,0 2 0 0,0 0 0 15,0 5 0-15,0-1 0 0,0 4 0 16,-4 0 0-16,4 0 0 0,-2 2 0 16,0 1 0-16,0 1 0 0,2-1 0 15,-4 0 0-15,2-1 0 16,2-3 0-16,-2 1 0 0,2-1 0 15,0-4 0-15,-2 0 0 0,2-2 0 16,-2-3 0-16,0 0 0 16,0 1 0-16,2-3 0 0,0-2 0 15,-5-1 0-15,5-4 0 0,-2-4 0 16,2-1 0-16,0-3 0 0,0-3 0 16,0 0 0-16,0-1 0 15,0 1 0-15,0-2 0 0,0 0 0 16,0 0 0-16,0 0 0 0,0 0 0 15,0 0 0-15,0 0 0 0,0 0 0 16,0 0 0-16,0 0 0 0,0 0 0 16,0 0 0-16,0 0 0 0,0 1 0 15,-2 1 0-15,2 3 0 0,-2-1 0 16,2 0 0-16,0 0 0 0,0-1 0 16,0 1 0-16,0-1 0 0,0-1 0 15,0 0 0-15,0-1 0 16,0-1 0-16,0 0 0 0,0 0 0 15,0 1 0-15,0-1 0 0,0 1 0 16,0 2 0-16,0-2 0 16,0 2 0-16,0-1 0 0,-4 0 0 15,4-2 0-15,0 2 0 0,0-2 0 16,0 1 0-16,0-1 0 0,0 0 0 16,0 0 0-16,0 0 0 0,0 0 0 15,0 0 0-15,0 0 0 16,0 0 0-16,0 0 0 0,0 0 0 15,0 0 0-15,0 0 0 0,0 0 0 16,0 0 0-16,0 0 0 0,0 0 0 16,0 0 0-16,0 0 0 0,0 0 0 15,0 0 0-15,0 0 0 0,0 0 0 16,0 0 0-16,0 0 0 0,0 0-21 16,0 0-251-16,0 0 44 0,0 0-368 15,0-3-257-15,0 1-263 16,0-6-1733-16</inkml:trace>
  <inkml:trace contextRef="#ctx0" brushRef="#br1" timeOffset="67866.3">21909 5632 3177 0,'0'0'1369'15,"0"0"-769"-15,0 0 488 0,0 0-503 0,0 0-1 16,0 0 205-16,0 0-789 16,0 0 0-16,-22-1 0 0,28 1 0 15,4 0 0-15,7 4 0 0,14 3 0 16,6 4 0-16,11 0 0 0,7 2 0 15,14-1 0-15,9-1 0 16,11-2 0-16,-2-2 0 0,2-3 0 16,-5-1 0-16,-15-3 0 0,-18-1 0 15,-9-3 0-15,-13-1 0 0,-15 2 0 16,-4-1 0-16,-5 2 0 0,-5-2-221 16,-7 0-495-16,-7-4-141 0,1 4-1744 15,-5-3-584-15</inkml:trace>
  <inkml:trace contextRef="#ctx0" brushRef="#br1" timeOffset="68249.57">22782 5507 5410 0,'0'0'428'0,"0"0"188"0,0 0 205 0,0 0-525 0,0 0-100 0,0 0 36 16,0 0-196-16,0 0 24 0,39 37-8 15,-18-15-40-15,3 1-12 16,1 1 8-16,2-1 0 0,6 1-8 16,-6-3 4-16,-2 1 0 0,-9-4-4 15,-11-1 0-15,-10 0-16 0,-13-1 16 16,-17 1 25-16,-13-1-25 16,-6 0 0-16,-1-2 0 0,1-1 0 15,6-1 0-15,11-5-245 0,14-3-1188 16,5-4-1444-16</inkml:trace>
  <inkml:trace contextRef="#ctx0" brushRef="#br1" timeOffset="68666.32">21761 6670 6374 0,'39'8'76'0,"10"-1"8"0,16 3 49 0,-1-3 95 0,2-3-200 0,4 1-24 15,-2-3-4-15,5-1-268 0,-9-1-197 16,-6 0-419-16,-15 0 112 0,-8 0-237 16</inkml:trace>
  <inkml:trace contextRef="#ctx0" brushRef="#br1" timeOffset="68933.39">22602 6468 7495 0,'0'0'144'0,"0"0"-144"16,43 29 0-16,-26-12 0 0,4 4 16 15,3 4-12-15,9 2-4 0,9 0 0 16,5-2-16-16,3-1 12 0,0-3-484 16,-5-2 148-16,-12-4 79 0,-8-2 157 15,-13-5 104-15,-1-1 113 0,-11 1 351 16,-15 6-312-16,-12 5-68 15,-18 7 16-15,-13 1-96 0,-6 3-4 16,-9 2 0-16,-3 2-248 0,-5 2-260 16,19-9-1309-16,-2 0-957 0</inkml:trace>
  <inkml:trace contextRef="#ctx0" brushRef="#br1" timeOffset="71049.36">5672 14644 628 0,'0'0'0'0</inkml:trace>
  <inkml:trace contextRef="#ctx0" brushRef="#br1" timeOffset="71348.67">5612 14676 1720 0,'0'0'2898'0,"0"0"-2178"15,0 0-300-15,0 0 156 0,11-39-351 16,-5 17 7-16,8-5 168 0,3-4-160 15,-5-6-52-15,7-5 68 0,-3-7-180 16,5-3 20-16,-4-9 49 16,3-4-145-16,1-7 0 0,6-11 0 15,4-8 0-15,0-9 0 0,6-5 0 16,4-3 0-16,7-2 0 0,10-4 0 16,0-4-57-16,4 0 57 0,6 1-4 15,2 4-4-15,2 5 8 0,3 4 0 16,-3 3-12-16,-1 7 12 0,1 7 0 15,-8 7 8-15,2 6-8 0,-8 7 0 16,0 9-8-16,-11 7-8 0,-5 8-188 16,-5 7 16-16,-4 6 120 15,-8 8-100-15,-5 4-160 0,-7 3 0 16,1 3-349-16,-7 1 133 0,-3 2-124 16,-2-1-1901-16</inkml:trace>
  <inkml:trace contextRef="#ctx0" brushRef="#br1" timeOffset="72716.52">6774 11585 4133 0,'0'0'1061'0,"0"0"-137"0,37-43-455 15,-16 26-97-15,6-1 32 16,4 1-180-16,0 5-72 0,2 4-20 16,2 6-124-16,-2 4 16 0,-4 9-12 15,-2 6-4-15,-7 5-8 0,-3 5 16 16,-3 4-12-16,-7 3-4 0,-7 5 16 15,-7 0-8-15,-7 1-8 0,-7-1 12 16,-3-1 0-16,-3-6-12 0,0-2 8 16,0-6 8-16,2-5-16 15,2-5 4-15,3-6 12 0,-1-7-16 16,5-6 12-16,5-8-8 0,1-7-4 16,4-6 0-16,2-5-4 0,4-2 4 15,0-1 16-15,4 4 4 0,6 6 32 16,-2 9 5-16,5 8-57 0,-1 7 0 15,3 5 0-15,1 9 0 16,1 5 0-16,3 5 0 0,5-1 0 16,-2 2 0-16,8-3 0 0,0 0 0 15,2-2 0-15,2-2 0 16,-2-6 0-16,2-6 0 0,-14-4-2262 16,2-3-1475-16</inkml:trace>
  <inkml:trace contextRef="#ctx0" brushRef="#br1" timeOffset="72850">7353 11753 6575 0,'0'0'816'15,"0"0"-15"-15,35 12-801 0,-14-9 0 16,5-3 0-16,-1-2 0 0,4-3 0 16,0-3 0-16,-6 2 0 0,-2-2-1393 15</inkml:trace>
  <inkml:trace contextRef="#ctx0" brushRef="#br1" timeOffset="73333.57">7936 11552 4926 0,'0'0'1949'0,"0"0"-1145"0,0 0-291 16,-40-3-513-16,20 2 0 15,-9 1 0-15,2 0 0 0,4 3 0 16,-4-1 0-16,13 2 0 0,-3 3 0 16,9 1 0-16,6 4 0 0,2 4 0 15,0-1 0-15,10-1 0 16,7 3 0-16,4-3 0 0,5-1 0 16,5-1 0-16,0-2 0 0,0 0 0 15,2-3 0-15,-8-1 0 0,-6 0 0 16,-5 2 0-16,-10 0 0 0,-1 2 0 15,-3 2 0-15,-7 1 0 0,-9 0 0 16,-5 4 0-16,-6 1 0 0,-8 3 0 16,2-3 0-16,2-2 0 15,0-3 0-15,8-7 0 0,9-5 0 16,4-9-1289-16,10-4-200 0,0-6-548 16</inkml:trace>
  <inkml:trace contextRef="#ctx0" brushRef="#br1" timeOffset="73516.41">8070 11379 6482 0,'0'0'909'16,"0"0"-449"-16,-25 43-119 0,19-12-341 15,2 6 0-15,4 1 0 16,0 2 0-16,4 2 0 0,2 0 0 16,-2-1 0-16,3 1 0 0,-7-2 0 15,0-3 0-15,0-4 0 0,0-7 0 16,-5-7 0-16,5-8-1377 0,-2-9-3862 0</inkml:trace>
  <inkml:trace contextRef="#ctx0" brushRef="#br1" timeOffset="73916.13">7892 11678 6639 0,'0'0'968'0,"0"0"-383"16,0 0-585-16,0 0 0 0,0 0 0 15,33-26 0-15,-8 24 0 0,-2 2 0 16,6 2 0-16,-2 0 0 15,4 2 0-15,-2 0 0 0,0 2-397 16,-3-1-687-16,-3-2-1197 0,-4-3 1944 16,-7-1 337-16,-8-2 76 0,0-2 625 15,-4 1 351-15,-4-2 333 16,-6-2-825-16,-7 3-235 0,-7 3-325 16,3 3 0-16,4 10 0 0,1 5 0 15,-1 6 0-15,7 4 0 0,0 0 0 16,6 0 0-16,4-2 0 0,4-6 0 15,6-4 0-15,7-5 0 0,3-5 0 16,1-4 0-16,0-10 0 16,-3-4 0-16,1-2 0 0,-3-1 0 0,-5 1 0 15,-5 3 0-15,-6 4 0 16,4 3 0-16,-4 5 0 0,-4 1-9 16,-2 3-3-16,-1 12-44 0,-3 6 56 15,6 7-8-15,4-1-8 0,0-4 16 16,10-6 0-16,7-5-24 15,4-5 16-15,3-6-156 0,5-2-576 16,0-6-109-16,-6 0-1220 0,2-2-124 0</inkml:trace>
  <inkml:trace contextRef="#ctx0" brushRef="#br1" timeOffset="74516.45">8455 11655 5798 0,'0'0'853'0,"-31"-36"-233"0,14 26 72 15,0 9-536-15,3 2-83 0,-3 12-73 16,1 6 0-16,-3 8 0 0,3 4 0 16,1 0 0-16,9-1 0 15,2-5 0-15,8-4 0 0,6-6 0 16,7-4-285-16,4-5-27 0,6-6 112 16,-3-4 68-16,-1-4 28 0,-2-4 36 15,-3-1 68-15,-7-2-16 0,-5 4 16 16,0 1 44-16,-6 5-36 15,0 2 128-15,0 1 160 0,0 1-144 16,-6 3-4-16,0 10-68 0,2 10-64 16,-1 5-16-16,5 4 64 0,5-1-32 15,-5 0 52-15,4-1-27 16,-4 2-57-16,0 5 0 0,-11 0 0 16,-9 6 0-16,-7 1 0 0,-8-3 0 15,-3-2 0-15,1-7 0 0,6-11 0 16,4-9 0-16,7-11 0 0,5-8 0 15,9-13 0-15,6-9 0 0,10-10 0 16,11-1 0-16,10-3 0 0,6-1 0 16,5 0 0-16,1 2 0 15,0 3 0-15,-1 3 0 0,-7 6 0 16,-8 5 0-16,-7 6 0 0,-7 5 0 16,-5 4 0-16,-2 0 0 0,-2 3 0 15,3-1 0-15,-3 3 0 16,-2-2 0-16,8-1 0 0,-4-4 0 15,3-4 0-15,-3 2 0 0,-2-2 0 16,-4 2 0-16,0 3 0 0,-4 5 0 16,-2 1 0-16,-9 6 0 0,-1 1 0 15,-5 11 0-15,0 8 0 16,5 8 0-16,-5 6 0 0,5 2 0 16,5-1 0-16,11-2 0 0,2-7 0 15,13-3 0-15,10-8 0 0,8-8 0 16,4-7 0-16,8-7 0 0,3-10 0 15,-15 2-101-15,-2-8-2188 0</inkml:trace>
  <inkml:trace contextRef="#ctx0" brushRef="#br1" timeOffset="76498.89">9453 11689 1496 0,'0'0'132'16,"0"0"2113"-16,0 0-1124 0,0 0-233 15,0 0 561-15,0 0-697 0,-6-37-643 16,-5 29-109-16,-5 3 0 0,-5 4 0 15,1 5 0-15,1 11 0 16,0 7 0-16,5 10 0 0,-1 3 0 16,5 4 0-16,8-1 0 0,2-1 0 15,2-4 0-15,13-5 0 16,-1-8 0-16,9-4 0 0,2-10 0 16,6-6 0-16,6-3 0 0,-4-9 0 15,4-2 0-15,0-4-21 0,-2 1-1443 16,-12 3-17-16,-4 1-544 0</inkml:trace>
  <inkml:trace contextRef="#ctx0" brushRef="#br1" timeOffset="76799.33">9695 11728 4650 0,'0'0'828'15,"0"0"457"-15,-37-17-701 0,20 17-224 16,3 2 125-16,-3 6-485 15,3 1 0-15,1 8 0 0,3 3 0 16,2 3 0-16,1 4 0 0,7 2 0 16,0-1 0-16,11 1 0 0,3-4 0 15,3-3 0-15,10-6 0 16,-1-8 0-16,5-6 0 0,5-2 0 16,-7-9 0-16,-5-3 0 0,-3-1 0 15,-9-1 0-15,-7-4 0 0,-5-1 0 16,-7-1 0-16,1-3 0 0,-8-2 0 15,3 0 0-15,1-3 0 0,0 2 0 16,-1 1-545-16,5 4-343 0,6 3-545 16,6 8 164-16,1 1-251 0</inkml:trace>
  <inkml:trace contextRef="#ctx0" brushRef="#br1" timeOffset="77032.67">9848 11844 5718 0,'0'0'1005'16,"-2"44"-197"-16,2-26-147 0,-4-7-661 15,4-5 0-15,0-1 0 0,0-5 0 16,0 0 0-16,0-5 0 0,4-10 0 16,-2-11 0-16,8-4 0 0,0-1 0 15,1 6 0-15,3 9 0 16,-8 5 0-16,1 9 0 0,3 4 0 16,0 11 0-16,-3 8 0 0,1 5 0 15,2 2 0-15,-4-5 0 0,5 0 0 16,-1-5 0-16,4-3 0 0,-1-4 0 15,8-7 0-15,-7-2-1245 0,-2-5-2845 16</inkml:trace>
  <inkml:trace contextRef="#ctx0" brushRef="#br1" timeOffset="77399.13">10261 11767 2741 0,'0'0'2865'15,"0"0"-1820"-15,0 0-337 0,0 0 125 16,0 0-833-16,-37-28 0 0,16 27 0 16,1 3 0-16,-5 8 0 15,4 8 0-15,5 5 0 0,-1 3 0 16,3 3 0-16,7-2 0 0,7 0 0 16,0-5 0-16,11-3 0 0,5-6 0 15,5-6 0-15,4-7 0 0,4-8 0 16,6-10 0-16,-2-10 0 15,2-7 0-15,-8 8-1213 0,-11-5-1244 0</inkml:trace>
  <inkml:trace contextRef="#ctx0" brushRef="#br1" timeOffset="77549.11">10321 11471 5814 0,'0'0'925'0,"0"0"-105"0,0 0-187 15,-18 40-633-15,7-6 0 0,1 10 0 16,2 4 0-16,1 1 0 0,3 1 0 15,4-2 0-15,0-2 0 0,9-4 0 16,1-4 0-16,2-6 0 16,7-8-445-16,-7-10-1276 0,3-8-636 0</inkml:trace>
  <inkml:trace contextRef="#ctx0" brushRef="#br1" timeOffset="77699.02">10439 11804 6406 0,'0'0'721'0,"0"0"27"16,0 0-431-16,0 0-317 15,-29 42 0-15,23-17 0 0,0 1 0 16,1-1 0-16,5-6 0 0,0-1 0 16,0-4 0-16,0-4 0 0,5-4 0 15,1-4-49-15,-6-2-2144 16,6-5-240-16</inkml:trace>
  <inkml:trace contextRef="#ctx0" brushRef="#br1" timeOffset="77832.64">10472 11478 5166 0,'0'0'308'16,"0"0"56"-16,0 0 148 16,0 0-167-16,0 0-333 0,0 0-12 15,0 0-345-15,0 0-459 0,0 0-168 16,0 0-1065-16</inkml:trace>
  <inkml:trace contextRef="#ctx0" brushRef="#br1" timeOffset="78016.14">10584 11478 7003 0,'0'0'692'0,"-17"47"-312"0,11-14-263 0,0 0-117 15,-5 5 0-15,7 4 0 16,-2-1 0-16,2 1 0 0,4-2 0 16,0-2 0-16,0-1 0 0,0-3 0 15,0-1 0-15,4-4 0 0,-4-5 0 16,0-8-277-16,0-5-1019 0,-4-9-1962 0</inkml:trace>
  <inkml:trace contextRef="#ctx0" brushRef="#br1" timeOffset="78232.63">10503 11795 5926 0,'0'0'624'0,"41"-42"-291"16,-18 25 671-16,-2 7-699 0,-5 5-305 16,-1 3 0-16,-5 2 0 0,-4 0 0 15,1 2 0-15,1 1 0 0,4 3 0 16,3 1 0-16,1 4-205 15,1-1-387-15,-3 2-277 0,-8 3 445 16,3 1 184-16,-7 3 140 0,-2 1 100 16,0 2 4-16,-2 3 700 0,-9 4-247 15,1 4-265-15,0 2-64 16,-5-3-108-16,9-4 16 0,0-7-36 16,2-6-12-16,4-12-344 0,0-3-1473 15,10-14-1020-15</inkml:trace>
  <inkml:trace contextRef="#ctx0" brushRef="#br1" timeOffset="78399.17">10875 11510 7319 0,'0'0'284'0,"0"0"-232"16,0 0 32-16,0 0-84 0,0 0-8 16,-21 38-48-16,21-14-60 0,0 0-52 15,3 1-236-15,1-2 96 0,-4 1 23 16,0 3-555-16,-7-3-48 0,-1-4-17 15,2-1-1080-15</inkml:trace>
  <inkml:trace contextRef="#ctx0" brushRef="#br1" timeOffset="78566.66">10807 11880 852 0,'0'0'3001'15,"16"45"-2296"-15,1-28 323 16,4-5-152-16,-1-5-319 0,7-3 227 16,-2-4-492-16,-2-4-195 0,-3-6-97 15,-3-5 0-15,-7-3 0 0,-1-2 0 16,-7-2 0-16,-2 0 0 0,-2 0 0 15,-7 2 0-15,-1 2 0 0,-2 3 0 16,-3 5 0-16,1 4 0 0,1 6 0 16,-3 3 0-16,1 4-357 15,5-1-2084-15,4-3-925 0</inkml:trace>
  <inkml:trace contextRef="#ctx0" brushRef="#br1" timeOffset="78899.24">11071 11780 2581 0,'0'0'4998'16,"0"0"-4534"-16,0 0-315 0,0 0-149 15,0 0 0-15,21 38 0 16,-17-21 0-16,3 3 0 0,-7-2 0 16,0-1 0-16,0-3 0 0,-5-3 0 15,5-6 0-15,0-3 0 0,0-2 0 16,0-2 0-16,5-8 0 0,5-7 0 15,0-5 0-15,5-1 0 0,-3 1 0 16,3 3 0-16,1 3 0 16,1 1 0-16,-1 4 0 0,3 2 0 15,-7 4 0-15,-8 4 0 0,2 1 0 0,-6 4 0 16,0 7 0-16,0 6 0 16,-6 5 0-16,2 0 0 0,2-2 0 15,-2-2 0-15,4-4-209 0,0-2 9 16,4-6-580-16,-2-3-269 15,2-3-211-15,7-2-2070 0</inkml:trace>
  <inkml:trace contextRef="#ctx0" brushRef="#br1" timeOffset="79166.53">11491 11667 6138 0,'0'0'1833'15,"0"0"-1612"-15,0 0-221 0,-37-15 0 16,10 14 0-16,-2 1 0 0,6 4 0 15,3 3 0-15,9 0 0 0,1 3 0 16,8 3 0-16,2 1 0 0,2 3 0 16,12-2 0-16,3 1 0 15,8-2 0-15,2 0 0 0,0 1 0 16,-5-2 0-16,3 3 0 0,-4-1 0 16,-9 2 0-16,-1 1 0 0,-7 0 0 15,-11 3 0-15,-3 4 0 0,-11 0 0 16,-3 0 0-16,-3-3 0 15,-10 1 0-15,-5-4 0 0,-5-3 0 16,-7 0 0-16,-14-8-1145 0,12-3-916 16,-8-5-2469-16</inkml:trace>
  <inkml:trace contextRef="#ctx0" brushRef="#br1" timeOffset="79932.2">7762 12127 2285 0,'0'0'196'0,"0"0"1949"0,-2-42-1665 16,2 33-76-16,0 2 180 0,0 6-344 16,0 0 73-16,0 1 275 0,0 0-300 15,0 6-116-15,2 10 64 16,4 14-64-16,9 9-83 0,-1 6-89 16,7 6 0-16,0-2 0 0,1 3 0 15,5 5 0-15,4 3 0 0,0 9 0 16,0 6 0-16,0 5 0 0,2 5 0 15,-2 3 0-15,0 5 0 0,0 2 0 16,-2 4 0-16,0 6 0 0,-2 5 0 16,0 2 0-16,-2 3 0 15,-3 2 0-15,-1 2 0 0,0 2 0 16,-5 0 0-16,-1-3 0 16,-9 0 0-16,-2-4 0 0,-4-4 0 15,-4-11 0-15,-2-9 0 0,-5-13 0 16,3-15 0-16,-2-14 0 15,2-13 0-15,-1-11 0 0,7-10 0 16,-2-5 0-16,4-6 0 0,6-3 0 16,5-5 0-16,5-14 0 0,-1 2-1593 15,-5-12-1521-15</inkml:trace>
  <inkml:trace contextRef="#ctx0" brushRef="#br2" timeOffset="87266.24">21823 2471 5434 0,'0'0'648'0,"0"0"-63"0,0 0 439 16,0 0-523-16,0 0-501 16,0 0 0-16,0 0 0 0,0 0 0 15,68-5 0-15,4 16 0 0,15 0 0 16,4-3 0-16,-6-1 0 0,-3-1 0 16,-3-1 0-16,-7-3 0 15,-8-1-69-15,-8-1-567 0,-8 0-52 16,-9 0-65-16,-10-2-707 0,-13-3 203 15,-1-2-820-15</inkml:trace>
  <inkml:trace contextRef="#ctx0" brushRef="#br2" timeOffset="87449.16">22571 2419 5370 0,'0'0'328'16,"0"34"196"-16,10-14 33 0,9-4 315 15,4 0-496-15,3-1-211 0,1-1-165 16,4 0 0-16,-4 0 0 0,2 4 0 15,-2 1 0-15,0 1 0 0,-9 3 0 16,-9 2 0-16,-13 2 0 16,-23-1 0-16,-6 2 0 0,-13-1-217 15,5-4-123-15,0-1 252 0,5-7 8 16,12-6-1653-16,1-9-2201 0</inkml:trace>
  <inkml:trace contextRef="#ctx0" brushRef="#br2" timeOffset="97232.83">14732 12697 1504 0,'0'0'248'0,"0"0"-72"0,0 0 4 16,0 0 1253-16,0 0-821 0,0 0 25 15,0 0-425-15,0 0 32 0,0 0 148 16,21-7-196-16,2 6-8 0,-3-1 152 16,5 1-135-16,-2 1-45 15,-2 0-4-15,-7 0-148 0,-4 1 8 16,-3 1-16-16,-3-1-16 0,-4 0-12 16,0 2-48-16,-4-1-4 0,-7 2 40 15,-5-1-153-15,-5 1 37 16,0-3 128-16,1 2 8 0,3-3 32 15,1 0-12-15,-1 0 124 0,-1-2 4 16,7 1 17-16,1 1 171 0,8-1-164 16,-2 1-8-16,4 0-24 15,6 0-108-15,8 1-12 0,17 3 28 16,2-1-24-16,9 1-8 0,-1-2-152 16,-8 0-432-16,-8 0-493 0,-8 1-3329 0</inkml:trace>
  <inkml:trace contextRef="#ctx0" brushRef="#br2" timeOffset="98315.8">14844 13073 5002 0,'0'0'848'15,"-37"6"-492"-15,16-4 29 0,9 0-49 16,-3-1-104-16,5 1-24 0,4-2-196 15,2 0 0-15,4 1-12 0,-2 1-4 16,2-1 0-16,2 0-96 0,2 0 56 16,10-1 44-16,9 1 0 15,4-1 0-15,4 0-8 0,4-1-16 16,-2 0-60-16,-2-2 32 0,-4 1 12 16,0-1 0-16,-7 0 40 0,-3 2 8 15,-7 0 0-15,-6-2-8 0,-4 1 92 16,-6 0 76-16,-8-2-68 0,-13 3-56 15,-4 1-32-15,-6 0 24 0,4 0 8 16,4 0-40-16,8 2-4 0,2 0 0 16,5-2-16-16,8 0-208 15,2-2-865-15,4-8-1320 0</inkml:trace>
  <inkml:trace contextRef="#ctx0" brushRef="#br2" timeOffset="100182.76">7136 15120 4229 0,'0'0'785'0,"0"0"-197"0,0 0 621 16,0 0-601-16,0 0-176 15,12 49-91-15,-14-31-341 0,-6-2 0 16,-1 1 0-16,-5-3 0 0,0-1 0 16,-3-1 0-16,0-1 0 0,1-4 0 15,-5-2 0-15,1-4 0 0,3-2 0 16,-4-5 0-16,7-5 0 0,4-1 0 16,-1-1 0-16,5-6 0 15,2-1 0-15,4-4 0 0,4 2 0 16,2 0 0-16,9 3 0 0,-3 3 0 15,7 4 0-15,1 1 0 0,-3 2 0 16,4 5 0-16,-5 4 0 0,-1 0 0 16,-3 7 0-16,-2 4 0 15,-6 2 0-15,-4 4 0 0,0 0 0 16,0 1 0-16,-4 0 0 0,-2 1 0 16,-2-1 0-16,-2-3 0 0,-3 1 0 15,3-3 0-15,-5-4 0 0,3-2 0 16,-5-1 0-16,3-4 0 15,-3-2 0-15,3-2 0 0,2-5 0 16,1-1 0-16,3-4 0 0,6-2 0 16,-2-3 0-16,4-3 0 0,10 0 0 15,-4 0 0-15,9 1 0 16,5 2 0-16,1 5 0 0,2 3 0 16,2 3 0-16,-9 3 0 0,-1 3 0 15,-7 4 0-15,0 7 0 0,-2 1 0 16,-2 4 0-16,-1-2 0 0,-3 1 0 15,0-1 0-15,-7 0 0 0,-3-1 0 16,-2 0 0-16,-3-1 0 16,-1-3 0-16,1-1 0 0,-1-4 0 15,5-1-49-15,-3-3-2140 0</inkml:trace>
  <inkml:trace contextRef="#ctx0" brushRef="#br2" timeOffset="104032.82">6962 15401 2657 0,'0'0'2165'0,"0"0"-665"16,0 0-887-16,0 0 3 0,0 0 8 16,0 0-607-16,0 0-17 0,10 53 0 15,-3-13 0-15,-7 4 0 0,0 2 0 16,0-4 0-16,-5 1 0 15,5 1 0-15,-2 1 0 0,2-2-469 16,-4-13-1816-16,0-1-540 0</inkml:trace>
  <inkml:trace contextRef="#ctx0" brushRef="#br2" timeOffset="104665.8">6400 16244 1252 0,'0'0'636'15,"0"0"1033"-15,2-34-672 0,-8 24-9 0,-1-2 453 16,-1-1-673-16,-2 1-327 0,2 2-441 16,-7 1 0-16,-6 1 0 0,-1 4 0 15,-3 2 0-15,-2 3 0 0,-4 10 0 16,6 3 0-16,5 6 0 0,3 2 0 16,7 0 0-16,3 2 0 0,7-3 0 15,7 1 0-15,7-3 0 0,7-3 0 16,2-6 0-16,12-2 0 0,2-5 0 15,4 0 0-15,-4-1 0 16,1 1 0-16,-11 4-225 0,-9 1 9 16,-5 5 12-16,-7 0 148 0,-6 0 56 15,0 2 80-15,-6-1 124 0,-7 1 76 16,1-2-143-16,-5 0-137 16,1-1 0-16,-9-4 0 0,2-1 0 15,2-2 0-15,-1-4 0 0,3-1 0 16,3-3 0-16,1-1 0 0,5 0 0 15,2 1 0-15,3-1 0 16,5 1-625-16,0-3-135 0,0 0-1477 16,11-6-869-16</inkml:trace>
  <inkml:trace contextRef="#ctx0" brushRef="#br2" timeOffset="104849.35">6596 16243 6370 0,'0'0'881'16,"0"0"60"-16,-20 49-941 0,17-30 0 16,3 4 0-16,0-1 0 0,0 2 0 15,5 0 0-15,1-2 0 0,-6-1 0 16,2 0 0-16,-2-3 0 16,0-5-421-16,0-4-1652 0,-2-5-460 0</inkml:trace>
  <inkml:trace contextRef="#ctx0" brushRef="#br2" timeOffset="104966.18">6642 15957 5778 0,'0'0'552'0,"0"0"-295"16,0 0-257-16,0 0-41 0,0 0-1195 16,0 0-881-16</inkml:trace>
  <inkml:trace contextRef="#ctx0" brushRef="#br2" timeOffset="105584.62">6679 16436 6691 0,'0'0'1320'0,"0"0"-1139"0,0 0-181 15,0 0 0-15,0 0 0 0,0 0 0 16,0 0 0-16,21-45 0 16,-1 4 0-16,1 0 0 0,-5 8 0 15,1 4 0-15,-7 11 0 0,-6 6 0 16,-2 8 0-16,-2 4 0 0,0 3 0 15,-6 10 0-15,0 8 0 16,-4 6 0-16,1 4 0 0,3-1 0 16,4-2 0-16,0-1 0 0,4-2 0 15,9-6 0-15,5-6 0 0,7-7 0 16,6-6-297-16,4-7-163 0,-2-5-420 16,0-6 419-16,-4-3 357 0,-11-1 4 15,-1-3 36-15,-9 1 64 0,-6-1-28 16,0 0-68-16,-6-1 96 0,-3 6 12 15,-3 2-8-15,-4 6 92 16,1 7 428-16,-1 5-159 0,1 4-33 16,1 12 168-16,1 7-312 0,-3 8-52 15,1 4 16-15,3 1-140 0,3-3 0 16,7-5-12-16,9-4-8 16,5-7 4-16,7-8-12 0,3-6-40 15,-1-5 12-15,0-8 24 0,-1-3-92 16,-3-3 88-16,-3-3 8 0,-3 1-132 15,-1 0 136-15,-4 6-28 16,-2 5 48-16,-4 2-8 0,0 4 0 16,2 2 0-16,3 10 0 0,1 7 52 15,4 6-44-15,-4 6 8 0,3 0 12 16,-3-2-16-16,-2 3 20 0,-4 0 104 16,0 1-44-16,-8 3 4 0,-5 2 81 15,-7 4-177-15,-1 0 0 0,-12 0 0 16,-2-4 0-16,0-5 0 15,2-7 0-15,1-7 0 0,6-11 0 16,9-8 0-16,3-16 0 0,7-11 0 16,7-12 0-16,5-12 0 0,11-12 0 15,11-9-409-15,4-6-47 0,6-4-56 16,-6 19-1241-16,-4 1-384 0</inkml:trace>
  <inkml:trace contextRef="#ctx0" brushRef="#br2" timeOffset="105750.24">7072 15885 5746 0,'0'0'949'0,"0"0"-197"16,-11 59-160-16,7-19-439 0,-6 6-153 15,4-2 0-15,1 2 0 0,1-4 0 16,4 0 0-16,4-3 0 0,7-3 0 16,-1-1 0-16,3-3 0 0,1-5 0 15,0-3 0-15,3-9-1065 16,-7-5-1985-16,-3-7-1027 0</inkml:trace>
  <inkml:trace contextRef="#ctx0" brushRef="#br2" timeOffset="105982.78">7177 16427 3473 0,'0'0'1789'0,"0"0"-1017"0,43-9 93 16,-22-7 159-16,0 0-755 16,-5-3-269-16,-5-1 0 0,-1 0 0 15,-10-2 0-15,0 0 0 0,-4 2 0 16,-2 2 0-16,-5 5 0 0,1 5 0 15,0 3 0-15,3 5 0 16,-3 4 0-16,0 12 0 0,-1 9 0 16,1 10 0-16,0 4 0 0,6 2 0 15,4-2 0-15,0-2 0 0,10-5 0 16,4-6 0-16,7-6 0 0,6-9 0 16,8-7 0-16,9-7 0 0,7-16 0 15,-9 3-1205-15,1-10-888 0</inkml:trace>
  <inkml:trace contextRef="#ctx0" brushRef="#br2" timeOffset="106333.33">7626 16298 4165 0,'0'0'2670'0,"0"0"-1790"0,0 0-403 0,0 0-477 0,0 0 0 16,41 11 0-16,-20-9 0 0,3-2 0 15,5-6 0-15,-2-5 0 0,-2 0-1321 16,-8-6-4766-16</inkml:trace>
  <inkml:trace contextRef="#ctx0" brushRef="#br2" timeOffset="107199.94">8118 16112 5878 0,'0'0'548'0,"0"0"361"15,-52-15-305-15,35 14-351 0,-3 1-253 16,-1 0 0-16,-4 4 0 0,5 1 0 15,3 2 0-15,7 3 0 16,3 1 0-16,3 0 0 0,4 1 0 16,4 1 0-16,7 2 0 0,5-2 0 15,5-1 0-15,4-2 0 0,2-3 0 16,0-1 0-16,-1 0 0 0,-1-1 0 16,-4 1 0-16,-9 2 0 15,-3 2 0-15,-7 3 0 0,-2 1 0 16,-7 4 0-16,-3 1 0 0,-4 1 0 15,-3 2 0-15,-6-2 0 16,-1 1 0-16,-3-2 0 0,0-3 0 16,-4-2 0-16,6-5 0 0,4-8-189 15,5-5-663-15,10-6-225 0,1-8-2296 0</inkml:trace>
  <inkml:trace contextRef="#ctx0" brushRef="#br2" timeOffset="107382.89">8240 15726 6534 0,'0'0'677'0,"0"0"-133"16,-11 49-107-16,1-15-437 0,4 9 0 15,2 2 0-15,1 6 0 0,-1 3 0 16,4 2 0-16,0 1 0 0,0 0 0 16,0-3 0-16,0-5 0 15,4-6 0-15,-1-7 0 0,1-4 0 16,-4-10-245-16,0-10-2660 0,0-7-1941 0</inkml:trace>
  <inkml:trace contextRef="#ctx0" brushRef="#br2" timeOffset="107500.05">8157 16240 4726 0,'0'0'1905'16,"39"-40"-1393"-16,-10 23 248 0,0 3-471 16,-2 4-289-16,-6 2 0 0,1 1 0 15,3 3-85-15,-8 0-903 0,-3 2-2014 16</inkml:trace>
  <inkml:trace contextRef="#ctx0" brushRef="#br2" timeOffset="107749.12">8438 16152 4990 0,'0'0'1388'0,"-37"4"-719"15,16 1 343-15,3 7-879 0,-5 5-133 16,2 9 0-16,5 5 0 0,-5 2 0 16,11-1 0-16,5-4 0 15,10-7 0-15,11-6 0 0,5-9 0 16,6-6 0-16,10-9 0 0,0-10 0 15,2-5 0-15,-1-5 0 16,-7 0 0-16,-9 2 0 0,-7 4 0 16,-9 5-57-16,-2 5 9 0,-4 7 48 15,-4 6 0-15,-6 8 0 0,-5 11 96 16,-1 9-96-16,5 7 0 0,5-2 0 16,2-3-16-16,4-1 16 0,8-7 0 15,5-6-96-15,7-3-208 0,5-9-720 16,-4-2-65-16,1-3-392 0</inkml:trace>
  <inkml:trace contextRef="#ctx0" brushRef="#br2" timeOffset="108365.72">8701 16168 6258 0,'0'0'525'0,"0"0"279"0,-52 5-352 16,35 8-299-16,-3 5-153 0,-1 4 0 15,4 3 0-15,3 1 0 16,4-1 0-16,10-4 0 0,0-4 0 16,10-6 0-16,6-2 0 0,9-7 0 15,2-2 0-15,-2-6 0 0,-2-4 0 16,-3-2-161-16,-3 0 81 0,-3-2 52 16,-7 3 4-16,3 4 24 0,-10 3 0 15,4 2 20-15,-2 2-20 0,2 5 4 16,0 8 24-16,3 13-28 15,-1 6 8-15,2 3 8 0,0 3-16 16,-4-2 28-16,1 3-24 0,-5 1 16 16,-9 2 44-16,-3 3-12 0,-9-1-3 15,-6-2-49-15,-4-2 0 0,0-7 0 16,-6-7 0-16,2-5 0 16,2-11 0-16,6-9 0 0,0-6 0 15,13-11 0-15,3-9 0 0,5-6 0 16,6-6 0-16,11 0 0 0,9 0 0 15,9 0 0-15,10 0 0 16,1 2 0-16,1 1 0 0,0 2 0 16,-3 3 0-16,-3 2 0 0,-8 2 0 15,-5 4 0-15,-3 4 0 0,-3 2 0 16,-5 2 0-16,-5 2 0 0,0-2 0 16,2-1 0-16,-1 0 0 0,-1-3 0 15,-2-2 0-15,0 1 0 0,-4-3 0 16,-4 3 0-16,-2 2 0 15,-9 1 0-15,-1 8 0 0,-1 7 0 16,-3 7 0-16,5 14 0 0,-1 10 0 16,-1 9 0-16,7 6 0 0,1 0 0 15,9-3 0-15,9-5 0 0,3-7 0 16,9-6 0-16,4-10 0 16,8-6 0-16,2-9 0 0,2-7 0 15,-6-2-509-15,-2-5-3225 0</inkml:trace>
  <inkml:trace contextRef="#ctx0" brushRef="#br2" timeOffset="109266.75">9521 16241 6262 0,'0'0'313'0,"0"0"467"16,-4 34-368-16,8-7-172 0,0 6-55 15,2 1-185-15,-1-3 0 0,-5-6 0 16,2-3 0-16,2-1 0 0,-4-8 0 16,4-4 0-16,-4-5 0 0,0-1 0 15,2-3 0-15,2-10 0 0,6-12 0 16,1-10 0-16,1-8 0 0,3-2 0 15,-5 1 0-15,0 4 0 16,1 5 0-16,-1 11 0 0,-4 10 0 16,-6 8 0-16,4 3 0 0,-2 10 0 15,3 11 0-15,-5 4 0 0,4 6 0 16,-4-1 0-16,2-5 0 0,2 0 0 16,0-3 0-16,-2-3 0 15,4-4 0-15,-2-6 0 0,1-3 0 16,1-3 0-16,-2-3 0 0,2-1 0 15,0-8 0-15,9-9 0 16,-1-5 0-16,-1-1 0 0,-3 0 0 16,0 7 0-16,-6 7 0 0,-1 4 0 15,-3 3 0-15,0 3 0 0,0 1 0 16,0 4 0-16,-3 5 0 0,3 3 0 16,3 5 0-16,1 2 0 0,0-1 0 15,2 1 0-15,-2 2 0 0,-2-1 0 16,2-1 0-16,3 0 0 0,-3-3-909 15,-2-8-272-15,2-3-576 0</inkml:trace>
  <inkml:trace contextRef="#ctx0" brushRef="#br2" timeOffset="109615.82">10036 16275 5294 0,'0'0'1084'0,"0"0"-471"0,0 0 543 16,-37-21-1111-16,22 17-45 0,3 2 0 16,-3 2 0-16,5 3 0 0,4 7 0 15,-5 6 0-15,7 6 0 0,-2 7 0 16,6 0 0-16,0 4 0 0,6-1 0 15,5-3 0-15,-1-4 0 16,11-6 0-16,-5-6 0 0,9-8 0 16,-4-6 0-16,6-10 0 0,-7-4 0 15,1-5 0-15,-9-2 0 0,-3 1 0 16,-9-3 0-16,-5 3 0 16,-1-1 0-16,-8 1 0 0,3 1-449 15,1 6-719-15,0 2-2214 0</inkml:trace>
  <inkml:trace contextRef="#ctx0" brushRef="#br2" timeOffset="110149.35">10135 16290 5114 0,'0'0'1521'0,"0"0"-185"16,0 0-1115-16,0 0-221 0,0 45 0 16,-4-19 0-16,4 4 0 0,0 0 0 15,6-3 0-15,4 0 0 0,5-5 0 16,2 0 0-16,3-8 0 0,-5-2 0 15,-3-4 0-15,3-3 0 16,-9-4 0-16,-2-1 0 0,-4-1 0 16,6-7 0-16,-6-9 0 0,6-10 0 15,-2-7 0-15,1-2 0 0,-3 1 0 16,2 6 0-16,-4-2 0 16,4 5 0-16,-4 4 0 0,2 6 0 15,2 8 0-15,0 2-793 0,-2 3 105 16,7 0 99-16,-3 0-431 0,6 0 308 15,-2 3 147-15,-1 0-159 16,1 1 328-16,-4 4-16 0,0-1-309 16,-1 1 157-16,1 2 564 0,-6 0 1417 15,4 1-477-15,-4 6 24 0,0 7 401 16,0 3-573-16,0 2-147 0,-4 2 359 16,4-3-947-16,-2-2-57 0,2-1 0 15,2-8 0-15,2-5 0 0,-2-5 0 16,6-1 0-16,-2-3 0 15,5-9 0-15,3-7 0 0,-1-8 0 16,-5-4 0-16,-2-2 0 0,4-1 0 16,-3 2 0-16,3 1 0 0,-6 6 0 15,-2 8 0-15,2 8 0 0,-4 4 0 16,0 2 0-16,0 7 0 0,5 4 0 16,-3 9 0-16,8 4 0 15,-6 0 0-15,2 0 0 0,-2-5 0 16,3-4 0-16,-3-2 0 0,-2-4 0 15,2-3 0-15,0-3-1409 16,-4-3-560-16,2-4-1069 0</inkml:trace>
  <inkml:trace contextRef="#ctx0" brushRef="#br2" timeOffset="110349.13">10629 15801 4438 0,'0'0'2741'0,"0"0"-1728"0,0 0-1013 0,0 0 0 0,0 0 0 15,0 0 0-15,0 0 0 16,-21 74 0-16,21-17 0 0,7 5 0 16,-3-4 0-16,8 3 0 0,-1 3 0 15,-1 0 0-15,-2-3 0 0,-2-5 0 16,-6-9 0-16,4-6 0 16,-4-14-541-16,-4-8-2773 0</inkml:trace>
  <inkml:trace contextRef="#ctx0" brushRef="#br2" timeOffset="110466.31">10546 16275 7459 0,'0'0'733'16,"0"0"-733"-16,62-45 0 0,-31 33 0 15,0 3 0-15,-4 2 0 0,-4 3 0 16,2 1 0-16,-4 0 0 0,-5 1-1057 16,-6-4-2389-16</inkml:trace>
  <inkml:trace contextRef="#ctx0" brushRef="#br2" timeOffset="114649.38">20938 8150 1000 0,'0'0'68'0,"0"0"-68"0,0 0-44 0</inkml:trace>
  <inkml:trace contextRef="#ctx0" brushRef="#br2" timeOffset="115732.9">21089 8172 2517 0,'0'0'2489'0,"0"0"-1065"16,-15-41-755-16,7 32-109 0,-4 3-27 16,-1 1-533-16,-1 5 0 15,-3 4 0-15,-3 7 0 0,3 8 0 16,-4 11 0-16,-1 7 0 0,1 7 0 15,2 5 0-15,5 3 0 0,1 0 0 16,13-3 0-16,5-3 0 16,5-7 0-16,6-6 0 0,1-8 0 15,10-9 0-15,2-8 0 0,6-7 0 16,0-5 0-16,8-8 0 0,-1-5-549 16,-3-2-267-16,-10 3-1501 0,-4-1-1001 15</inkml:trace>
  <inkml:trace contextRef="#ctx0" brushRef="#br2" timeOffset="115966.19">21285 8409 5178 0,'0'0'1144'0,"0"0"-407"0,-29-42 299 15,21 34-939-15,-9 4-97 0,5 4 0 16,-7 7 0-16,3 6 0 0,-5 7 0 16,5 3 0-16,3 2 0 15,5 4 0-15,4-2 0 0,4-1 0 16,10-3 0-16,7-1 0 0,5-9 0 15,7-4 0-15,2-7 0 0,2-5 0 16,-2-6 0-16,-2-4 0 0,-6-2 0 16,-8-2 0-16,-9-1 0 0,-2-2 0 15,-4 0 0-15,-4 1 0 16,-2 1-433-16,-5 0-1232 0,3 7 73 16,0-2-289-16</inkml:trace>
  <inkml:trace contextRef="#ctx0" brushRef="#br2" timeOffset="116216.25">21378 8458 2909 0,'0'34'1677'0,"-2"-9"-853"0,0 1 236 15,2-5-555-15,0-6-137 0,0-4 176 16,0-5-292-16,2-4-199 0,0-2-53 16,2-7 0-16,5-9 0 15,3-13 0-15,0-4 0 0,5-4 0 16,-5 6 0-16,-3 10 0 0,1 6 0 15,-4 7 0-15,-4 6 0 0,0 3 0 16,2 10 0-16,3 9 0 0,-1 5 0 16,-2 3 0-16,8-1 0 0,-1-5 0 15,3-4 0-15,7-4 0 16,8-7-125-16,0-6-1496 0,-7-1 33 16,1-6-317-16</inkml:trace>
  <inkml:trace contextRef="#ctx0" brushRef="#br2" timeOffset="116399.11">21742 8400 4622 0,'0'0'2521'16,"-19"-48"-1853"-16,9 31-287 0,2 10-381 16,-1 5 0-16,-3 2 0 0,-4 7 0 15,5 5 0-15,-3 3 0 0,-1 4 0 16,3 2 0-16,2 3 0 0,3 1 0 16,1-1 0-16,2-4 0 15,4-2 0-15,8-7 0 0,5-2 0 16,3-9 0-16,5-7-393 0,4-9-203 15,-1-9-709-15,-7 6-472 16,-5-5-1688-16</inkml:trace>
  <inkml:trace contextRef="#ctx0" brushRef="#br2" timeOffset="116549.25">21761 8035 6550 0,'0'0'933'0,"0"0"-224"0,0 0-709 15,0 0 0-15,-27 43 0 0,14-6 0 16,1 5 0-16,6 2 0 0,2-1 0 15,4 1 0-15,2-4 0 16,6 0 0-16,4-4 0 0,3-3 0 16,8-3-229-16,-9-11-959 0,5-6-2262 0</inkml:trace>
  <inkml:trace contextRef="#ctx0" brushRef="#br2" timeOffset="116683.13">21897 8428 2857 0,'0'0'3397'0,"0"0"-2248"16,0 0-360-16,0 0-789 0,0 0 0 15,0 0 0-15,0 0 0 0,0 0 0 16,-29 42 0-16,27-22 0 16,-2-2 0-16,4-6-329 0,0-6-1292 15,-4-5-1160-15</inkml:trace>
  <inkml:trace contextRef="#ctx0" brushRef="#br2" timeOffset="116849.47">22017 7956 5382 0,'0'0'2810'0,"0"-39"-2810"0,0 28 0 16,0 7 0-16,0 2 0 0,0 2 0 15,2 1 0-15,4 6 0 0,5 6 0 16,5 4 0-16,-1 2-421 0,-7 1-876 16,-2-4 61-16,-6-1-413 0</inkml:trace>
  <inkml:trace contextRef="#ctx0" brushRef="#br2" timeOffset="117015.96">22079 8049 4874 0,'0'0'1765'0,"0"0"-1097"0,0 0-124 16,0 0-203-16,-2 51-341 15,4-12 0-15,-2 8 0 0,0 5 0 16,0-3 0-16,-2-3 0 0,0-1 0 16,2-3 0-16,-2-4 0 0,2-1 0 15,-2-4 0-15,-2 0 0 0,-1-4 0 16,-1-5-313-16,0-8-1508 15,2-7-252-15,-2-9-1444 0</inkml:trace>
  <inkml:trace contextRef="#ctx0" brushRef="#br2" timeOffset="117132.98">21986 8479 3089 0,'0'0'3057'0,"0"-50"-2160"0,8 26 155 16,5 10-955-16,1 4-97 0,1 4 0 16,-1 2 0-16,3 0 0 15,-3 1 0-15,5-3 0 0,-5-2-689 16,3 1-1748-16,-5 0-156 0</inkml:trace>
  <inkml:trace contextRef="#ctx0" brushRef="#br2" timeOffset="117249.99">22186 8359 5578 0,'0'0'1397'15,"2"42"-621"-15,3-14-335 0,-5 1-441 16,2-1 0-16,-2 0 0 0,2-2 0 16,0-3 0-16,0-6 0 0,0-5 0 15,0-5 0-15,0-5-1093 0,0-2-708 16,2-9-956-16</inkml:trace>
  <inkml:trace contextRef="#ctx0" brushRef="#br2" timeOffset="117366.25">22325 8211 3913 0,'0'0'3946'16,"0"0"-3613"-16,0 0-333 0,0 0 0 16,0 0 0-16,0 0 0 15,0 0-105-15,0 0-747 0,0 0-213 16,39 35-2424-16</inkml:trace>
  <inkml:trace contextRef="#ctx0" brushRef="#br2" timeOffset="117866.08">22408 8367 3617 0,'0'0'2950'0,"0"0"-1674"0,0 0-927 16,0 0-349-16,0 0 0 0,0 0 0 15,0 0 0-15,-42-26 0 0,26 34 0 16,-1 4 0-16,1 6 0 15,1 2 0-15,5 1 0 0,6 1 0 16,2-3 0-16,4-4 0 0,4-1 0 16,2 0 0-16,5-4 0 0,1-3 0 15,-2-2 0-15,3-5 0 0,1 0 0 16,-1-6 0-16,1-3 0 0,-5-4-321 16,3-3-279-16,-3-1 204 15,-5-3 180-15,-2-1 164 0,-2-1-173 16,0 1-195-16,-2 6 396 0,0 5 20 15,0 6 4-15,0 2-100 0,-2 2 100 16,2 1 0-16,0 8 4 0,0 10-8 16,0 5-104-16,0 4-240 15,0-1-48-15,0-4-221 0,0-3 497 16,2-2 120-16,-2-7 781 0,2-5-21 16,-2-4-220-16,2-2 117 0,4-3-225 15,1-8 84-15,5-10-255 16,5-5-261-16,-1-2 0 0,3 1 0 15,-3 2 0-15,7 4 0 0,0 1 0 16,-3 5 0-16,-3 6 0 0,-1 5 0 16,-1 4 0-16,-5 7 0 0,-1 5 0 15,-5 8 0-15,4 0 0 0,-6 4 0 16,-2 1 0-16,0 2 0 0,0-1 0 16,0-2 0-16,0-2 0 15,0-4-1197-15,-2-6-1256 0</inkml:trace>
  <inkml:trace contextRef="#ctx0" brushRef="#br2" timeOffset="118866.08">23307 8169 3597 0,'0'0'2125'0,"0"0"-1280"15,0 0-445-15,0 0 112 0,0 0-8 16,0 0-316-16,0 0-167 0,0 0-21 16,-29 66 0-16,25-25 0 0,2 4 0 15,0-3 0-15,2-1 0 0,-2-2 0 16,2-1 0-16,-3-6 0 0,3-5 0 16,0-4 0-16,3-9 0 15,-1-6-357-15,2-7-1200 0,2-6-376 0</inkml:trace>
  <inkml:trace contextRef="#ctx0" brushRef="#br2" timeOffset="119300.09">23284 8071 6146 0,'0'0'1049'0,"0"0"-477"16,0 0-172-16,8-38-375 15,13 26-25-15,8-1 0 0,8 5 0 16,7 4 0-16,-1 4 0 0,0 7 0 16,-5 5 0-16,-9 4 0 0,-7 0 0 15,-11 5 0-15,-7 1 0 0,-6 2 0 16,-9 0 0-16,-7 0 0 0,-7 1 0 16,-2-1 0-16,-8-1 0 15,-2-2 0-15,2-2 0 0,1-4 0 16,10-4 0-16,5-4 0 0,11-3 0 15,2-2 0-15,6-1 0 0,0-1 0 16,2 1 0-16,12 2 0 0,9-1 0 16,6 1 0-16,4 1 0 15,2 1 0-15,-4 3 0 0,0 1 0 16,-4 4 0-16,0 3 0 0,-4 0 0 16,-9 6 0-16,-4 1 0 0,-8 5 0 15,-2 0 0-15,-10 1 0 0,-4-2 0 16,-5 0 0-16,-2-3 0 15,-3-3 0-15,-3-2 0 0,-4-5 0 16,-2-4 0-16,-1-2 0 0,-1-3 0 16,-8 0 0-16,8-1 0 0,-13 3-5403 0</inkml:trace>
  <inkml:trace contextRef="#ctx0" brushRef="#br2" timeOffset="129783.13">22110 15236 2661 0,'0'0'1492'0,"0"0"69"16,0 0-957-16,0 0-139 0,0 0 103 15,0 0-400-15,0 0-8 0,0 0 104 16,14-3-180-16,-9 2 20 15,-1 1-43-15,-2 0-61 0,0 2 0 16,-2 4 0-16,-6 2 0 0,-11 7 0 16,1 1 0-16,-9 0 0 0,-2-3 0 15,10-5 0-15,1-2 0 0,5-5 0 16,5-1 0-16,2 0 0 0,0 0 0 16,2-4 0-16,-2-4 0 15,4-5 0-15,6-6 0 0,2-2 0 16,7-2 0-16,-1 3 0 0,7 2 0 15,0 4 0-15,1 1 0 0,1 4 0 16,-2 2 0-16,-5 4 0 0,-3 3 0 16,-7 0 0-16,-2 3 0 15,-4 4 0-15,6 6 0 0,-6 3 0 16,0 4 0-16,-6 1 0 0,0-5 0 16,-3-3 0-16,-1-1 0 0,0-2 0 15,-3-3 0-15,3-2 0 0,-4-3 0 16,-1-2 0-16,1-3 0 15,-1-2 0-15,9-3 0 0,0-1 0 16,2 0-1994-16,0-2-2472 0</inkml:trace>
  <inkml:trace contextRef="#ctx0" brushRef="#br1" timeOffset="133299.82">20793 15809 2745 0,'0'0'3934'0,"0"0"-3614"0,0 0 32 0,0 0 348 15,0 0-559-15,0 0-141 16,0 0 0-16,0 0 0 0,0 0 0 16,8-12 0-16,3 12 0 0,7 1 0 15,1 2 0-15,0 0 0 0,-3 2 0 16,-6 0 0-16,-3 0 0 16,-3-1 0-16,-4 2 0 0,-4 5 0 15,-7 3 0-15,-1 0 0 0,-7-1 0 16,1-2 0-16,3-6 0 0,1-2 0 15,3-3 0-15,1-3 0 16,0-6 0-16,4 0 0 0,-1-4 0 16,3-5 0-16,0 0 0 0,4-1 0 15,2 0 0-15,6 2 0 0,7 2 0 16,6 3 0-16,3 2 0 0,3 6 0 16,0 2 0-16,-4 3 0 0,-9 6 0 15,-3 5 0-15,-7 2 0 0,-4 4 0 16,-6 1 0-16,-3 0 0 15,-3 4 0-15,-7-2 0 0,5 0 0 16,-3-3 0-16,5-3 0 0,2-2 0 16,5-5-29-16,1-3-1616 0,2-4-1252 15</inkml:trace>
  <inkml:trace contextRef="#ctx0" brushRef="#br1" timeOffset="133982.62">23288 15865 6643 0,'0'0'820'0,"0"0"-91"0,0 0-729 0,33 8 0 16,-29-4 0-16,3-1 0 0,-1 3 0 15,2 1 0-15,-4 0 0 0,0-1 0 16,-2 2 0-16,-2 3 0 16,-8 4 0-16,-6-1 0 0,-7-3 0 15,0-2 0-15,1-6 0 0,-3-1 0 16,6-3 0-16,5-4 0 0,2-4 0 15,5-3 0-15,5-2 0 16,3-2 0-16,9-2 0 0,7-1 0 16,1 1 0-16,9 2 0 0,-2 0 0 15,0 6 0-15,-4 3 0 0,-3 4 0 16,1 3 0-16,-11 2 0 0,-1 7 0 16,-5 1 0-16,-4 3 0 0,-2-3-685 15,-5-4-2060-15</inkml:trace>
  <inkml:trace contextRef="#ctx0" brushRef="#br2" timeOffset="157916.07">1379 1941 6607 0,'0'0'952'0,"0"0"-319"15,0 0-633-15,0 0 0 0,0 0 0 16,0 0 0-16,0 0 0 16,0 0 0-16,0 77 0 0,10-11 0 15,3 2 0-15,-3 1 0 0,-2-6 0 16,2-10 0-16,-3-5 0 0,-1-8 0 15,2-11 0-15,-2-11 0 0,-2-10-1221 16,1-6-656-16,-1-13-852 0</inkml:trace>
  <inkml:trace contextRef="#ctx0" brushRef="#br2" timeOffset="158082.81">1395 1891 5810 0,'0'0'989'16,"0"0"71"-16,0 0-727 0,0 0-333 15,0 0 0-15,13 62 0 16,-3-24 0-16,-2 1 0 0,3-6 0 16,3-2 0-16,3-4 0 0,3-1 0 15,5-1 0-15,0-4 0 0,-4-3 0 16,-1-2 0-16,-9-7-1978 16,-3-5-1111-16</inkml:trace>
  <inkml:trace contextRef="#ctx0" brushRef="#br2" timeOffset="158482.82">1573 2220 6086 0,'0'0'1469'0,"0"0"-937"0,0 0-427 15,0 0-105-15,0 0 0 16,31-37 0-16,-8 4 0 0,0-5 0 16,-3 1 0-16,-3 4 0 0,-1 1 0 15,-5 4 0-15,-5 1 0 0,2 7 0 16,-4 6 0-16,0 6 0 16,1 4 0-16,-5 4 0 0,0 0 0 15,2 0 0-15,2 4 0 0,0 4 0 16,2 6 0-16,0 10 0 0,3 8 0 15,-5 7 0-15,2 7 0 0,2 5 0 16,2 6 0-16,1 1 0 0,1 3 0 16,-1-2 0-16,1-7 0 0,-2-6 0 15,3-8 0-15,-3-9 0 0,2-11 0 16,1-11 0-16,-1-11 0 16,1-16-401-16,-3 0-1996 0,-4-9-2605 0</inkml:trace>
  <inkml:trace contextRef="#ctx0" brushRef="#br2" timeOffset="159099.6">2156 2285 2921 0,'0'0'2697'0,"0"0"-1328"15,-17-39-641-15,9 21-251 0,0-1-477 16,0 1 0-16,1 6 0 0,1 5 0 15,2 5 0-15,0 2 0 0,-2 8 0 16,-5 17 0-16,-3 18 0 0,2 9 0 16,7 5 0-16,3-10 0 0,9-10 0 15,-1-7 0-15,8-11 0 0,7-10 0 16,-2-8 0-16,3-4 0 16,5-15 0-16,-4-3 0 0,2-5 0 15,-5-3 0-15,-3 4 0 0,-7 4 0 16,1 4 0-16,-9 9 0 0,0 2 0 15,-2 6 0-15,0 0 0 16,0 5 0-16,0 8 0 0,2 12 0 16,2 3 0-16,0 5 0 0,2-2 0 15,3-5 0-15,3-4-65 0,4-6-827 16,-1-5 95-16,1-10-883 16,-5-1 151-16,-3-5-136 0</inkml:trace>
  <inkml:trace contextRef="#ctx0" brushRef="#br2" timeOffset="159282.87">2367 2144 5970 0,'0'0'448'0,"0"0"801"16,0 0-724-16,0 0-525 0,0 0 0 15,0 0 0-15,45 32 0 0,-28 0 0 16,-7 1 0-16,5 1 0 16,1-1 0-16,5-2 0 0,2-1 0 15,1-5 0-15,3-6 0 0,-4-5 0 16,0-9 0-16,-5-5 0 0,-7-5-597 15,-7-10-1228-15,-2 2-68 16,-4-5-1268-16</inkml:trace>
  <inkml:trace contextRef="#ctx0" brushRef="#br2" timeOffset="159432.41">2623 2142 3145 0,'0'0'3273'0,"0"0"-1856"16,-58 43-1060-16,21-8-357 0,-10 6 0 15,1 3 0-15,3 0 0 0,12-6 0 16,8-6 0-16,13-11 0 0,10-8 0 16,0-8-229-16,16-11-1712 0</inkml:trace>
  <inkml:trace contextRef="#ctx0" brushRef="#br2" timeOffset="159833.81">3520 2306 6366 0,'0'0'1425'0,"-20"-41"-1024"0,1 17-401 15,0 6 0-15,5 2 0 0,-3 5 0 16,7 6 0-16,6 5 0 0,0 5 0 15,2 19 0-15,2 20 0 16,0 14 0-16,4 8 0 0,4 2 0 16,2-13 0-16,5-8 0 0,-1-14 0 15,5-14 0-15,6-17 0 0,0-15-281 16,4-19-599-16,-9 2-1017 16,-3-12-928-16</inkml:trace>
  <inkml:trace contextRef="#ctx0" brushRef="#br2" timeOffset="160015.81">3642 1740 6883 0,'0'0'1072'16,"-8"46"-1008"-16,6 3 109 0,-4 15-173 15,0 6 0-15,1-2 0 0,-1 3 0 16,2 3 0-16,4-3 0 16,0-1 0-16,0-6 0 0,10-7 0 15,1-10 0-15,1-10 0 0,5-12-401 16,1-18-1596-16,-1-7 24 0,-3-7-760 15</inkml:trace>
  <inkml:trace contextRef="#ctx0" brushRef="#br2" timeOffset="160149.82">3837 2298 6238 0,'0'0'1789'16,"0"0"-1624"-16,0 0-165 0,-27 55 0 15,18-26 0-15,1 5 0 0,4-2 0 16,0-3 0-16,2-2 0 0,2-3 0 15,0-6 0-15,0-4 0 0,2-7-1978 16,-2-5-743-16</inkml:trace>
  <inkml:trace contextRef="#ctx0" brushRef="#br2" timeOffset="160282.57">3859 1998 7275 0,'0'0'648'0,"0"0"-379"16,0 0-269-16,0 0 0 0,0 0 0 15,-12 48 0-15,22-25-465 16,5-1-451-16,-3-7-1473 0,1-1-1069 0</inkml:trace>
  <inkml:trace contextRef="#ctx0" brushRef="#br2" timeOffset="160565.73">4099 2291 6318 0,'0'0'601'0,"0"0"-133"0,-47-20 337 15,28 16-805-15,7 3 0 0,1-1 0 16,5 2 0-16,-2 0 0 0,6 3 0 16,-5 3 0-16,3 5 0 0,4 3 0 15,0 0 0-15,2-2 0 0,11-2 0 16,3-3 0-16,5 2 0 16,2-3 0-16,-3 2 0 0,1 2 0 15,-4-2 0-15,-3 4 0 0,-8 0 0 16,-4 2 0-16,-2 4 0 0,-8 0 0 15,-6 2 0-15,-3 0 0 16,-10 1 0-16,-2-3 0 0,-2 0 0 16,2-7 0-16,5-4 0 0,1-5-97 15,12-2-803-15,1-6-1733 0</inkml:trace>
  <inkml:trace contextRef="#ctx0" brushRef="#br2" timeOffset="161132.63">4238 2823 6158 0,'4'44'368'0,"-4"-6"121"0,4 5 111 15,-2-9-376-15,-2-2-72 0,0-5 32 16,0-5-167-16,-2-4-17 0,-2-8 0 16,0-4 0-16,2-5 0 0,-7-4 0 15,1-14 0-15,0-15 0 16,2-16 0-16,-1-12 0 0,3-11 0 16,4-5 0-16,0-6 0 0,0-7 0 15,15 3 0-15,12 2 0 0,10 7 0 16,4 10 0-16,7 13 0 0,-11 11 0 15,-6 18 0-15,-15 12 0 16,-5 11 0-16,-5 3 0 0,4 9 0 16,1 11 0-16,-3 6 0 0,-6 5 0 15,-2 2 0-15,-6-1 0 0,-9 2 0 16,-1-1 0-16,-5 2 0 16,5-4 0-16,-5-4 0 0,4-3 0 15,-1-7 0-15,5-5 0 0,5-7 0 16,6-6-217-16,2-17-623 0,0 2-1773 15,2-15-889-15</inkml:trace>
  <inkml:trace contextRef="#ctx0" brushRef="#br2" timeOffset="161315.72">4645 1863 6482 0,'0'0'581'0,"0"0"-157"15,0 0 272-15,-4 33-687 0,0-2-9 16,1 9 0-16,-1 7 0 0,2 1 0 15,0 6 0-15,-4 6 0 16,0 0 0-16,-5 0 0 0,3-3 0 16,0-5 0-16,0-8 0 0,6-7 0 15,-3-8-89-15,5-12-2172 0,0-12-492 0</inkml:trace>
  <inkml:trace contextRef="#ctx0" brushRef="#br2" timeOffset="161615.91">4800 2202 5914 0,'0'0'1089'0,"0"0"-301"0,-39-28-387 16,24 30-401-16,3 9 0 0,-1 8 0 15,1 7 0-15,-3 8 0 0,3 2 0 16,2 0 0-16,-1 2 0 16,7-7 0-16,4-4 0 0,4-3 0 15,7-9 0-15,1-4 0 0,7-6 0 16,-3-5 0-16,5-5 0 0,-7-6 0 15,3-4 0-15,-1-2 0 16,-5 2 0-16,-7 2 0 0,-2 3 0 16,2 6 0-16,-4 1 0 0,0 3 0 15,0 0 0-15,0 10 0 0,-4 8 0 16,4 4 0-16,0 3 0 16,6-4 0-16,5-4 0 0,3-9 0 15,7-3 0-15,-7-5-733 0,3 0-2092 0</inkml:trace>
  <inkml:trace contextRef="#ctx0" brushRef="#br2" timeOffset="161834.01">4982 2248 7295 0,'0'0'888'0,"0"0"-879"0,0 0-9 15,0 0 0-15,-44 25 0 0,30 1 0 16,-3 6 0-16,7 1 0 0,2-3 0 15,8-4 0-15,0-1 0 16,8-4 0-16,2-3 0 0,7-3 0 16,-1-3 0-16,5-6 0 0,2-2 0 15,6-4 0-15,-6-5 0 0,3-2 0 16,-1-6 0-16,-4 3-1529 16,-9-1-1397-16</inkml:trace>
  <inkml:trace contextRef="#ctx0" brushRef="#br2" timeOffset="162482.95">5135 2472 6158 0,'0'0'1133'16,"0"0"-541"-16,33-31-283 0,-15 9-309 15,-1-3 0-15,-7 2 0 0,-4 1 0 16,-6-1 0-16,-2 2 0 16,-8 1 0-16,-6 3 0 0,-3 5 0 15,2 8 0-15,1 4 0 0,-5 9 0 16,5 11 0-16,-3 6 0 0,7 8 0 15,-3 2 0-15,9 4 0 16,6-1 0-16,6-4 0 0,9-3 0 16,5-7 0-16,11-8 0 0,4-9 0 15,7-6 0-15,3-4 0 0,-3-11 0 16,1-4 0-16,-10-2 0 16,-4-2 0-16,-6-3-357 0,-9-1-135 15,-8-1 196-15,-1 5 112 0,-5 3 184 16,0 9 16-16,0 4 152 0,0 4 340 15,-5 3-60-15,-1 10-284 0,0 13-139 16,2 7-25-16,-2 1 0 0,2 0 0 16,4-7 0-16,4-3 0 0,-2-8 0 15,4-4 0-15,2-5 0 0,-2-6 0 16,5-2 0-16,3-14 0 16,-3-5 0-16,1-8 0 0,2 0 0 15,-7 0 0-15,-1 1 0 0,2 2 0 16,-8 4 0-16,2 9 0 0,-2 6 0 15,0 6 0-15,0 1 0 16,4 5 0-16,-4 6 0 0,11 6 0 16,-1 5 0-16,0-5 0 0,-3-1-165 15,-1-6 37-15,-2-4-44 0,0-2 76 16,-4-3 68-16,2-1 24 16,-2 0 4-16,4-8 56 0,-4-9 168 15,6-4-132-15,3 0 4 0,-3-2 29 16,4 4-125-16,1 0 0 0,-1 6 0 15,-4 6 0-15,0 3 0 0,-2 4 0 16,1 4 0-16,1 10 0 0,0 9 0 16,2 5 0-16,1 3 0 0,-1-6 0 15,-2-5 0-15,4-3 0 0,-3-4 0 16,1-3 0-16,2 0 0 16,0-5-661-16,-1-2-187 0,-1-2-265 15,-2-1-1652-15</inkml:trace>
  <inkml:trace contextRef="#ctx0" brushRef="#br2" timeOffset="162965.96">5807 2501 4626 0,'0'0'1524'0,"0"0"-675"0,26-49 344 0,-5 21-1193 16,-4-4 0-16,3 0 0 0,5-2 0 15,-2 0 0-15,-2 2 0 0,-1 2 0 16,-9 3 0-16,-1 12 0 16,-8 4 0-16,-2 9 0 0,0 2 0 15,-2 4 0-15,-13 13 0 0,-1 16 0 16,-7 12 0-16,2 7 0 0,7-1 0 15,4-8 0-15,3-6 0 0,7-8 0 16,11-6 0-16,-1-5 0 0,11-8 0 16,2-5 0-16,8-6 0 0,-5-11 0 15,5-5 0-15,-8-6 0 0,2-2 0 16,-9 1 0-16,1 3 0 16,-3 4 0-16,-9 7 0 0,1 5 0 15,-6 3 0-15,0 2 0 0,0 2 0 16,4 7 0-16,-2 9 0 0,6 5 0 15,-2-1 0-15,-1-3 0 16,1-5 0-16,-2-1 0 0,-2-5 0 16,2-4 0-16,-4-1 0 0,0-1 0 15,0-1 0-15,0-1 0 0,0-1 0 16,0-8 0-16,4-8 0 16,2-2 0-16,1-5 0 0,3-3 0 15,0 2 0-15,5 3 0 0,1 3 0 16,-5 7 0-16,-1 5 0 0,-4 7 0 15,5 3 0-15,-1 13 0 0,-4 4 0 16,-2 7 0-16,-4 0 0 0,2 2 0 16,0-4 0-16,0-3 0 0,3-2 0 15,-5-7 0-15,6-4 0 0,-2-7 0 16,6-10-841-16,1-3-724 16,-1-9-3461-16</inkml:trace>
  <inkml:trace contextRef="#ctx0" brushRef="#br2" timeOffset="163149.24">6458 1808 7123 0,'0'0'1069'0,"0"0"-1069"15,0 0 0-15,-9 47 0 0,7-6 0 16,2 11 0-16,0 3 0 16,11-2 0-16,-1 3 0 0,0 2 0 15,1 0 0-15,-5 0 0 0,-4-2 0 16,0-4 0-16,-2-6 0 0,-4-7-165 15,-2-13-1448-15,-3-8-696 0</inkml:trace>
  <inkml:trace contextRef="#ctx0" brushRef="#br2" timeOffset="163266.64">6354 2364 6202 0,'0'0'1449'16,"15"-44"-1097"-16,1 29-163 16,15 8-189-16,-4 0 0 0,8 0 0 15,-2 1 0-15,3-1 0 0,1-4 0 16,4 0 0-16,-8 3 0 0,-2-4-1605 15</inkml:trace>
  <inkml:trace contextRef="#ctx0" brushRef="#br2" timeOffset="163799.85">7562 2377 6823 0,'0'0'648'16,"0"0"-240"-16,0 0-95 16,0 0-313-16,-38-22 0 0,22 9 0 15,-3 1 0-15,7 1 0 0,-3 5 0 16,9 6 0-16,-2 7 0 0,0 14 0 15,-3 8 0-15,7 8 0 0,4 1 0 16,6-5 0-16,11-4 0 0,8-8 0 16,-1-6 0-16,3-5 0 0,0-9 0 15,4-5 0-15,-4-7 0 16,-6-5 0-16,-5 0 0 0,-5-2 0 16,-7-2 0-16,-4-2 0 0,-11 1 0 15,-3-3 0-15,-3 1 0 0,1-4 0 16,-3 2 0-16,3 1 0 0,3 5 0 15,9 2 0-15,4 2 0 16,0 2 0-16,17 0 0 0,8 0-249 16,1 1-743-16,-3 2-1241 0,2-2-4 0</inkml:trace>
  <inkml:trace contextRef="#ctx0" brushRef="#br2" timeOffset="164049.87">7886 1861 6863 0,'-19'-35'828'0,"3"7"-327"16,-5-1-501-16,5 10 0 0,-1 6 0 16,13 6 0-16,-2 2 0 0,6 3 0 15,-4 2 0-15,4 0 0 0,-6 7 0 16,-1 12 0-16,3 14 0 16,-2 11 0-16,2 8 0 0,0 4 0 15,8-4 0-15,6 4 0 0,7 3 0 16,-3-1 0-16,7 4 0 0,0-2 0 15,-3 1 0-15,-3-5 0 16,-5-3 0-16,-6-8 0 0,-4-6-133 16,0-14-875-16,-4-7-1978 0</inkml:trace>
  <inkml:trace contextRef="#ctx0" brushRef="#br2" timeOffset="164182.9">7729 2381 7147 0,'0'0'500'0,"0"0"-16"0,17-44-423 15,5 31-61-15,7 0 0 0,2 0 0 16,2 0 0-16,-2 1 0 0,6 2 0 16,-10 2-969-16,8-4-1684 0</inkml:trace>
  <inkml:trace contextRef="#ctx0" brushRef="#br2" timeOffset="164649.45">9044 2220 5658 0,'0'0'96'0,"10"-50"588"16,-14 30-207-16,-6 8 115 0,-7 4 93 16,-6 4-685-16,-4 4 0 0,-8 0 0 15,2 7 0-15,2 4 0 0,0 1 0 16,6 3 0-16,9-1 0 16,1 2 0-16,9-1 0 0,6 3 0 15,4-3 0-15,9 3 0 0,11-1 0 16,7-3 0-16,11-3 0 0,1-3 0 15,9-1 0-15,-9 0 0 16,-1 3 0-16,-15 2 0 0,-7 4 0 16,-9 1 0-16,-11 2 0 0,-7 1 0 15,-7 0 0-15,-3-1 0 0,-3 1 0 16,-7-1 0-16,-4 0 0 16,-4-2 0-16,-3-2 0 0,5-5 0 15,6-6 0-15,3-4 0 0,11-6 0 16,5-7 0-16,8-5-469 0,10-5-888 15,5 1 193-15,1-2-185 0</inkml:trace>
  <inkml:trace contextRef="#ctx0" brushRef="#br2" timeOffset="164782.65">9265 2223 5482 0,'-13'34'1849'0,"-1"1"-1129"0,-3 8-579 15,1-4-141-15,1-1 0 0,5-6 0 16,4-10 0-16,2-5 0 0,4-9 0 15,0-7 0-15,4-1-789 16,2-4-584-16,4-18-2240 0</inkml:trace>
  <inkml:trace contextRef="#ctx0" brushRef="#br2" timeOffset="164882.98">9263 1823 5994 0,'0'0'252'0,"0"0"-128"0,0 0-40 16,0 0-64-16,43 57-40 0,-32-23-892 15,-5 3-1009-15</inkml:trace>
  <inkml:trace contextRef="#ctx0" brushRef="#br2" timeOffset="165099.17">9327 2612 6126 0,'0'0'981'0,"0"0"-565"16,0 0 253-16,0 0-669 0,0 0 0 15,52-64 0-15,-30 12 0 0,3-3 0 16,-8 9 0-16,-3 7 0 0,-2 9 0 15,-1 12 0-15,-7 15 0 16,-4 10 0-16,-4 12 0 0,-7 6 0 16,1 5 0-16,4 0 0 0,2-2 0 15,4-6 0-15,10-3 0 0,5-3 0 16,7-6 0-16,7-4-689 16,4-3-211-16,-8-3 31 0,2-2-1676 0</inkml:trace>
  <inkml:trace contextRef="#ctx0" brushRef="#br2" timeOffset="165482.68">9746 2313 1488 0,'0'0'2990'0,"-14"-40"-1918"16,-3 21-592-16,3 6-72 0,-3 7 25 15,-5 6-205-15,-3 6 8 0,-2 12 204 16,0 7-284-16,2 7-28 16,5 2 5-16,3 1-133 0,7 0 0 15,10-6 0-15,4-1 0 0,8-7 0 16,9-3 0-16,6-6 0 0,4-6 0 15,0-6-153-15,0-4 25 16,0-4 72-16,-4-4-172 0,-4-3 8 16,-5-3 120-16,-5 3 28 0,-5 4-4 15,-6 4 72-15,2 3-12 0,-4 4 4 16,0 8 12-16,0 14 88 16,0 10-52-16,4 6 84 0,-2 4 0 15,-2 0-88-15,4 2 24 0,-4 2 24 16,0 0-80-16,-10 4 28 0,-7-1 16 15,-7-1-36-15,-3-1 0 0,-8-7 4 16,2-6-4-16,2-10-8 0,-2-10 16 16,4-10-12-16,6-8-4 0,2-14 0 15,11-9-20-15,-1-7-136 0,11-11-200 16,7-4-68-16,11-5-97 16,5-3-91-16,8 1 304 0,6-1 116 15,-12 14-945-15,-4 1-1584 0</inkml:trace>
  <inkml:trace contextRef="#ctx0" brushRef="#br2" timeOffset="165982.75">9982 1842 6755 0,'0'0'580'0,"0"0"20"0,0 0-343 15,0 0-257-15,-25 67 0 0,19-16 0 16,-2 8 0-16,2 4 0 0,6-5 0 16,0 3 0-16,0-1 0 0,4-2 0 15,2-4 0-15,4-7 0 0,-3-7 0 16,3-6 0-16,4-10 0 16,-3-10-745-16,-5-7-1156 0,0-7-964 0</inkml:trace>
  <inkml:trace contextRef="#ctx0" brushRef="#br2" timeOffset="166215.99">10090 2435 5778 0,'0'0'1597'0,"41"-15"-1049"15,-10-4-279-15,2-6-269 0,-2-1 0 16,0-1 0-16,-6-3 0 16,-4 4 0-16,-11 0 0 0,-8 1 0 15,-2 5 0-15,-10 4 0 0,-7 8 0 16,-4 8 0-16,1 6 0 0,-3 14 0 15,-2 10 0-15,2 9 0 0,3 5 0 16,-1 0 0-16,11 0 0 0,10-5 0 16,6-7 0-16,10-6 0 0,16-8 0 15,13-9 0-15,3-9 0 0,5-7-169 16,-16-2-2164-16,5-9-2649 0</inkml:trace>
  <inkml:trace contextRef="#ctx0" brushRef="#br2" timeOffset="166482.69">10670 2256 7379 0,'0'0'804'16,"0"0"-795"-16,0 0-9 0,0 0 0 15,50 4 0-15,-15-4 0 0,7 0 0 16,1-3 0-16,-2-5 0 16,-3 2-1726-16,-7-6-1379 0</inkml:trace>
  <inkml:trace contextRef="#ctx0" brushRef="#br2" timeOffset="166916.03">11402 2091 5018 0,'0'0'28'0,"0"0"104"16,-37-42 828-16,16 39-491 0,-6 3-173 15,-4 6 44-15,5 4-84 0,-1 4 68 16,2-2 45-16,2 3-369 0,3 1 0 15,1-1 0-15,11-1 0 16,4-2 0-16,8 1 0 0,8-1 0 16,3 1 0-16,11 2 0 0,5 0 0 15,2 1 0-15,5 1 0 0,3 2 0 16,-6-2 0-16,-8 0 0 16,-4 0 0-16,-9 3 0 0,-10 2-29 15,-8-1-7-15,-10-1 36 0,-3-1 32 16,-3-1-24-16,-3-3 0 0,-4-4-8 15,-4-3-40-15,6-4-128 0,4-4-400 16,5-5 152-16,6-8-181 0,3 2-1039 16,-1-5-385-16</inkml:trace>
  <inkml:trace contextRef="#ctx0" brushRef="#br2" timeOffset="167149.22">11597 1633 5518 0,'0'0'968'16,"0"0"-331"-16,0 0 35 0,-11 53-308 16,5-9-331-16,-4 11-33 0,-1 6 0 15,1 2 0-15,4 4 0 0,-5 5 0 16,3 1 0-16,6-1 0 16,-2-5 0-16,4-6 0 0,0-9 0 15,0-9 0-15,0-9 0 0,0-13 0 16,0-10 0-16,4-11 0 0,-2-16-1642 15,2 1-30-15,-4-10-1486 0</inkml:trace>
  <inkml:trace contextRef="#ctx0" brushRef="#br2" timeOffset="167517.14">11460 2164 6727 0,'0'0'580'0,"0"0"-92"16,0 0-164-16,37-2-251 0,-10 2-73 15,4 0 0-15,4 1 0 0,-4 1 0 16,-2 2 0-16,2-2 0 0,4 1 0 15,-4 0-929-15,-4-1 148 16,-6 2-39-16,-11-3-276 0,-3 0 763 16,-7-1 333-16,-5 0 945 0,-5-1 315 15,-11-2-575-15,-5 0 35 0,-5 3-371 16,4 4-349-16,4 9 0 16,-2 6 0-16,4 8 0 0,1 4 0 15,3 1 0-15,7 0 0 0,10-5 0 16,0-2 0-16,10-8 0 0,5-3 0 15,5-7 0-15,1-7 0 0,2-4 0 16,2-6 0-16,-5-7 0 0,-1-2 0 16,2-2 0-16,-7 1 0 0,-4-2 0 15,-3 4 0-15,-1 7 0 0,-2 2 0 16,-4 7 0-16,0 3 0 16,-4 11 0-16,2 7 0 0,-2 8 0 15,4 3 0-15,0-4-25 0,6-5 1 16,8-4-368-16,3-8-296 0,8-5-161 15,-5-2-899-15,1-4 23 0</inkml:trace>
  <inkml:trace contextRef="#ctx0" brushRef="#br2" timeOffset="168115.83">12022 2207 6250 0,'0'0'901'0,"-26"-38"59"16,11 22-879-16,-2 11-81 0,1 5 0 15,1 8 0-15,3 7 0 0,-4 10 0 16,1 2 0-16,5 4 0 0,6 0 0 16,4-4 0-16,8-2 0 0,4-6 0 15,5-5 0-15,8-4 0 0,-1-8 0 16,-1-2-9-16,-2-2-79 16,-5-9 4-16,-1 0 12 0,-5-2 72 15,-4-1-20-15,1 2 12 0,-7 1 8 16,0 6 8-16,0 1 12 0,0 4-20 15,0 6 0-15,0 12-44 16,0 11 44-16,0 8 20 0,0 6-20 16,4-2 0-16,-4-1 20 0,-4 0 0 15,-3-1 16-15,-7 4 32 0,-5-2-64 16,-12 3 40-16,-4-4 41 16,-6 0-85-16,-3-7 0 0,3-6 0 15,4-9 0-15,6-9 0 0,14-9 0 16,1-13 0-16,8-15 0 0,8-16 0 15,8-13 0-15,15-2 0 0,12 2 0 16,12 6 0-16,7 7 0 0,8 8 0 16,-4 8 0-16,-11 5 0 0,-9 8 0 15,-7 3 0-15,-11 4 0 0,-3-1 0 16,-1 0 0-16,-1-1 0 16,-1-4 0-16,-1-1 0 0,-3-2 0 15,0-3 0-15,-6 1 0 0,3-2 0 16,-7 1 0-16,-4 1 0 0,-3 2 0 15,-3 4 0-15,0 7 0 16,-1 4 0-16,1 4 0 0,0 12 0 16,-1 10 0-16,1 7 0 0,2 6 0 15,-1 6 0-15,3 1 0 0,6-1 0 16,11-5 0-16,1-11 0 16,9-8 0-16,8-9 0 0,8-10 0 15,2-12 0-15,-4-1-45 0,-2-10-3184 0</inkml:trace>
  <inkml:trace contextRef="#ctx0" brushRef="#br2" timeOffset="168765.98">12920 2217 3373 0,'0'0'2701'0,"0"0"-2297"0,0 0 9 0,0 0 575 16,0 0-848-16,-21 58-24 0,15-17-59 15,1-2-57-15,5-7 0 0,0-6 0 16,0-2 0-16,7-8 0 16,-7-5 0-16,0-5 0 0,0-5 0 15,4-2 0-15,6-12 0 0,5-13 0 16,7-12 0-16,3-10 0 0,2-1 0 15,0 2 0-15,0 2 0 16,0 7 0-16,-7 11 0 0,-9 14 0 16,-1 8 0-16,-6 9 0 0,2 11 0 15,-2 16 0-15,-1 8 0 0,-3 7 0 16,0 1 0-16,-7-6 0 16,7-2 0-16,-4-3 0 0,4-10 0 15,0-8 0-15,4-10 0 0,3-4 0 16,1-4 0-16,2-9 0 0,7-11 0 15,-1-6 0-15,1-6 0 0,-3 0 0 16,-3 6 0-16,-1 2 0 0,-4 10 0 16,-2 6 0-16,-4 5 0 0,0 3 0 15,0 7 0-15,0 8 0 0,0 8 0 16,-4 3 0-16,0 3 0 16,4-8 0-16,0-3 0 0,4-6 0 15,6-4 0-15,1-3 0 0,5-5 0 16,5-2-1457-16,-4-7-316 0,-3-4-576 0</inkml:trace>
  <inkml:trace contextRef="#ctx0" brushRef="#br2" timeOffset="169015.8">13447 2230 6542 0,'0'0'1169'0,"0"0"-688"0,-44-39-481 16,30 37 0-16,1 3 0 0,-1 11 0 15,4 6 0-15,-7 3 0 0,7 7 0 16,-1 1 0-16,5-1 0 0,6 1 0 15,0-3 0-15,13-4 0 0,-3-3 0 16,8-4 0-16,-1-7 0 0,4-7 0 16,-1-1 0-16,1-8 0 0,-4-6 0 15,-5-5 0-15,2-4 0 0,-3-2 0 16,-7-1 0-16,-2-1 0 16,-2 1 0-16,0 0 0 0,-6 2 0 15,2 5 0-15,-7 6 0 0,9 4 0 16,-2 2-197-16,4 4-983 0,0 1-329 15,6-3-3105-15</inkml:trace>
  <inkml:trace contextRef="#ctx0" brushRef="#br2" timeOffset="169499.69">13540 2216 5198 0,'-7'33'1212'16,"3"-2"-591"-16,0 7 347 16,2-4-775-16,2 0-193 0,6-6 0 15,1-3 0-15,7-6 0 0,-2-6 0 16,7-2 0-16,-2-8 0 0,-1-3 0 15,-1-3 0-15,1-9 0 0,1-11 0 16,1-4 0-16,-5-5 0 0,1-1 0 16,-8-1 0-16,0-1 0 15,-1 3 0-15,-5 6 0 0,4 5 0 0,-4 8 0 16,0 6 0-16,0 3 0 16,2 3 0-16,-2-1 0 0,8 2-305 15,-6 1-707-15,8 2 523 0,-3 2 89 16,3 0-168-16,-2 0 460 0,-2 0 108 15,-1 3 364-15,-5 5 248 16,0 8 17-16,-5 8 279 0,-5 8-539 16,6 3-369-16,-2 2 0 0,2-4 0 15,4 0 0-15,4-10 0 0,2-4 0 16,4-7 0-16,1-8 0 16,3-5 0-16,-4-7 0 0,3-11 0 15,1-6 0-15,3-7 0 0,-7-3 0 16,1-1 0-16,-1-1 0 0,-4 3 0 15,2 0 0-15,-1 6 0 0,-3 8 0 16,-2 7 0-16,-2 4 0 0,0 4 0 16,4 3 0-16,2 8 0 0,2 11 0 15,-1 3 0-15,-1 3 0 0,0-3 0 16,2-4 0-16,-2-4 0 16,1-4 0-16,1-6 0 0,2-7 0 15,1-7-265-15,-3-4-1103 0,2-6-613 0</inkml:trace>
  <inkml:trace contextRef="#ctx0" brushRef="#br2" timeOffset="169683.1">14087 1674 7615 0,'0'0'577'0,"0"0"-577"0,0 0 0 16,0 0 0-16,0 0 0 0,19 44 0 15,-19 18 0-15,0 10 0 0,2 6 0 16,2-5 0-16,2 0 0 0,3-4 0 15,-3-5 0-15,0-7 0 0,0-9 0 16,3-6 0-16,-7-10 0 0,-2-12-1081 16,0-8-956-16,-7-12-917 0</inkml:trace>
  <inkml:trace contextRef="#ctx0" brushRef="#br2" timeOffset="169799.38">13986 2177 7807 0,'0'0'385'0,"0"0"-385"16,37-12 0-16,1 9 0 0,9-2 0 15,1-3 0-15,3-2 0 16,1-2 0-16,-4-2 0 0,-15 2 0 16,-4-4-1085-16</inkml:trace>
  <inkml:trace contextRef="#ctx0" brushRef="#br2" timeOffset="172132.83">15011 2196 4253 0,'0'0'1957'15,"-6"32"-1384"-15,2-6-197 0,4 0-4 16,0 1-12-16,0-2-59 16,4 0-301-16,-4-2 0 0,6-7 0 15,-6-3 0-15,5-3 0 0,1-8-941 16,-6 1-780-16,6-3-1416 0</inkml:trace>
  <inkml:trace contextRef="#ctx0" brushRef="#br2" timeOffset="172283.02">15231 1960 7303 0,'0'0'80'15,"-52"-5"152"-15,25 10-148 0,2 2-48 16,5 0-16-16,7 0-20 0,5-1-52 15,2 5-440-15,10 2-197 16,6 5-127-16,0-3-1353 0,3-2-76 0</inkml:trace>
  <inkml:trace contextRef="#ctx0" brushRef="#br2" timeOffset="172599.55">15421 2207 6230 0,'0'0'1693'15,"0"0"-1424"-15,0 0-269 0,0 0 0 16,-42-18 0-16,30 17 0 0,2 2 0 16,-5 8 0-16,5 7 0 0,-7 4 0 15,11 1 0-15,2 0 0 0,4-4 0 16,4-3 0-16,6-2 0 16,7-4 0-16,0-1 0 0,7-3 0 15,3 1 0-15,4 1 0 0,-2 1 0 16,-4 1 0-16,0 4 0 0,-7 0 0 15,-7 1 0-15,-7-1 0 16,0 1 0-16,-8 0 0 0,-2 2 0 16,-9 2 0-16,-6-2 0 0,-5 1 0 15,-5-4 0-15,0-4 0 0,-2-2 0 16,8-5 0-16,4-2 0 16,4-7-9-16,7-2-1291 0,-6-4-2994 0</inkml:trace>
  <inkml:trace contextRef="#ctx0" brushRef="#br2" timeOffset="173516.17">2290 3234 2853 0,'0'0'1981'16,"0"0"-601"-16,0 0-523 15,0-34-33-15,-20 32-527 0,-5 2-297 16,-8 1 0-16,2 6 0 0,4 0 0 16,2 0 0-16,4 0 0 0,1 1 0 15,3 0 0-15,1-2 0 16,7 0 0-16,5-4 0 0,4 0 0 16,0 2 0-16,2 2 0 0,9 0 0 15,9 2 0-15,11 0 0 0,9-1 0 16,3-2 0-16,0 1 0 0,1 0 0 15,-15 4 0-15,-6 2 0 0,-7 4-249 16,-12 1 177-16,-4-2 72 0,0 0 24 16,-4 2-8-16,-6-3 48 15,-9 2 153-15,-4-1-217 0,-3 1 0 16,-10 0 0-16,5-1 0 0,2 0 0 16,9-5 0-16,-1-3 0 0,7-3 0 15,5-4 0-15,7-3 0 0,2-14-745 16,9-10-1120-16,1 2-4 15,6-10-536-15</inkml:trace>
  <inkml:trace contextRef="#ctx0" brushRef="#br2" timeOffset="173716.06">2450 2886 6322 0,'-15'33'733'0,"5"3"-109"0,1 8-111 15,5-2-513-15,0 2 0 0,4 1 0 16,6-1 0-16,1 3 0 0,1 2 0 16,-8 0 0-16,2-1 0 0,-2-2 0 15,0-2 0-15,0-7 0 16,0-7 0-16,0-11-121 0,0-7-1103 16,4-10-2230-16</inkml:trace>
  <inkml:trace contextRef="#ctx0" brushRef="#br2" timeOffset="173882.79">2596 3255 7687 0,'0'0'505'0,"0"0"-505"16,-20 47 0-16,9-16 0 0,3 2 0 16,2-1 0-16,2 2 0 0,2-4 0 15,0 0 0-15,2-4 0 0,4-5 0 16,0-5 0-16,0-8-445 0,-2-7-2088 15,6-7-717-15</inkml:trace>
  <inkml:trace contextRef="#ctx0" brushRef="#br2" timeOffset="174015.8">2687 2987 7795 0,'0'0'397'0,"0"0"-397"0,0 0 0 15,0 0 0-15,0 0 0 0,0 0 0 16,-6 44-621-16,8-21-828 0,6 5-235 0</inkml:trace>
  <inkml:trace contextRef="#ctx0" brushRef="#br2" timeOffset="174449.07">2888 3435 6230 0,'0'0'513'0,"-17"-40"-265"0,11 16 424 16,0-1-488-16,-5 1-36 0,1 1 49 15,0 4-197-15,-5 3 0 0,3 7 0 16,2 1 0-16,-1 6 0 0,3 3 0 16,-2 13 0-16,-1 9 0 0,1 11 0 15,2 5 0-15,-3 3 0 16,11 0 0-16,0-6 0 0,11-5 0 16,5-8 0-16,5-8 0 0,0-7 0 15,5-7 0-15,-3-4 0 0,0-10 0 16,0-4 0-16,-9-4 0 15,-3-2 0-15,-1 0 0 0,-4 1 0 16,-4 3 0-16,-2 4 0 0,4 6 0 16,-4 4 0-16,0 4 0 0,0 1 0 15,0 3 0-15,0 14 0 16,2 14 0-16,2 8 0 0,1 8 0 16,-1 1 0-16,-4-3 0 0,0 1 0 15,0 1 0-15,-9-1 0 0,-7 1 0 16,-7 2 0-16,-8 0 0 0,-4-4 0 15,-4-5 0-15,4-8 0 0,-1-11 0 16,10-12 0-16,9-11 0 0,5-19 0 16,12-15 0-16,12-18-629 15,9-21-520-15,-1 14-103 0,3-15-525 0</inkml:trace>
  <inkml:trace contextRef="#ctx0" brushRef="#br2" timeOffset="174765.76">3016 2866 6939 0,'0'0'620'0,"0"0"-364"0,0 0 121 0,-21 38-377 16,13 0 0-16,6 8 0 0,-2 6 0 15,4 0 0-15,0 2 0 16,4 0 0-16,-4 1 0 0,2-3 0 16,-2-3 0-16,-2-6 0 0,-2-7 0 15,0-9 0-15,4-9 0 0,-2-10 0 16,2-4 0-16,0-4 0 0,0-4 0 15,10-10 0-15,6-11 0 0,1-3 0 16,8-5 0-16,-9 5 0 0,-1 9 0 16,-5 8 0-16,-4 6 0 0,-4 2 0 15,0 3 0-15,1 0 0 16,1 6 0-16,-2 5 0 0,2 7 0 16,0 3 0-16,-2-2 0 0,2-4 0 15,-2-7 0-15,7-3 0 0,-3-3 0 16,8-5 0-16,1-11-129 15,-3-1-1343-15,-2-8-3803 0</inkml:trace>
  <inkml:trace contextRef="#ctx0" brushRef="#br2" timeOffset="174948.86">3274 2841 7295 0,'0'0'872'0,"0"0"-847"15,0 0-25-15,0 0 0 0,0 0 0 16,-4 72 0-16,4-19 0 0,0 8 0 15,0 3 0-15,0-6 0 0,4 3 0 16,0-2 0-16,3-5 0 0,-3-4 0 16,2-3 0-16,-4-7 0 0,0-8 0 15,-2-10 0-15,-2-9-813 16,-4-12-2785-16</inkml:trace>
  <inkml:trace contextRef="#ctx0" brushRef="#br2" timeOffset="175083.17">3188 3285 7327 0,'0'0'652'15,"0"0"-439"-15,0 0-213 0,0 0 0 16,28-34 0-16,-3 21 0 0,8-1 0 16,-2-2 0-16,-2 2 0 0,-4 0 0 15,-2-4 0-15,0-2 0 0,-7 5-489 16,-6-3-1640-16</inkml:trace>
  <inkml:trace contextRef="#ctx0" brushRef="#br2" timeOffset="175266.76">3483 2828 6559 0,'0'0'1384'16,"-4"50"-1164"-16,-4-15-191 0,6 2-29 15,-5 4 0-15,3 2 0 0,4 2 0 16,0 3 0-16,0-1 0 16,2 3 0-16,-2-1 0 0,0-2 0 15,0-3 0-15,0-6 0 0,-2-5 0 16,-2-9-293-16,2-10-1031 15,2-7-225-15,0-10-2641 0</inkml:trace>
  <inkml:trace contextRef="#ctx0" brushRef="#br2" timeOffset="175716.1">3541 3296 3445 0,'0'0'2001'0,"0"0"-664"16,0 0-645-16,0 0-232 0,0 0-203 15,0 0-257-15,0 0 0 0,0 0 0 16,-4 46 0-16,4-29 0 0,0-5 0 15,0-5 0-15,0-2 0 0,0-3 0 16,2 0 0-16,6-2 0 0,3-3 0 16,5-10 0-16,-4-4 0 0,3-2 0 15,-1 3 0-15,-3-2 0 16,-1 4 0-16,-2 1 0 0,1 3 0 16,-7 3 0-16,2 6 0 0,0 0 0 15,-2 1 0-15,6 2 0 0,-2 7 0 16,7 5 0-16,-1 4 0 15,-1 4 0-15,-3 2 0 0,0 2 0 16,2 6 0-16,-3 7 0 0,3 7 0 16,-4 8 0-16,-2 9 0 0,-4 1 0 15,-8 3 0-15,-4-2 0 16,-5-2 0-16,-4-5 0 0,-3-4 0 16,1-5 0-16,-6-9 0 0,0-5 0 15,-2-9 0-15,0-10 0 0,-2-9 0 16,6-7 0-16,2-8 0 0,0-11 0 15,5-12 0-15,3-9 0 0,5-9 0 16,8-4 0-16,4-3 0 0,10 3 0 16,11 5 0-16,6 6 0 15,6 5 0-15,2 5 0 0,2 5 0 16,-6-1 0-16,-8 8-597 0,-5-1-2232 0</inkml:trace>
  <inkml:trace contextRef="#ctx0" brushRef="#br2" timeOffset="176766.02">16330 2499 3669 0,'0'0'3750'0,"0"0"-3206"0,-16 62-315 0,10-20-229 16,1 4 0-16,5 2 0 16,0 6 0-16,0-2 0 0,0 1 0 15,0-4 0-15,0-5 0 0,0-7 0 16,-4-9-121-16,4-7-939 0,-2-10-237 15,-2-10-2889-15</inkml:trace>
  <inkml:trace contextRef="#ctx0" brushRef="#br2" timeOffset="177049.09">16351 2273 7595 0,'0'0'597'16,"25"-49"-597"-16,-9 28 0 0,1 8 0 15,3 2 0-15,7 3 0 0,4 1 0 16,0 6 0-16,-4 1 0 0,0 6 0 16,-6 3 0-16,-3 9 0 0,-9 6 0 15,-9 3 0-15,0 1 0 0,-13 3 0 16,-7 1 0-16,-5 0 0 16,-4 0 0-16,-6-3 0 0,2-3 0 15,-3-6 0-15,5-5 0 0,-2-2 0 16,9-8 0-16,1-3 0 0,8-2 0 15,9-10 0-15,2-6 0 16,4-5-205-16,6-5-819 0,9 1 215 16,-5 5-75-16,0 0-1793 0</inkml:trace>
  <inkml:trace contextRef="#ctx0" brushRef="#br2" timeOffset="177299.16">16675 2484 5162 0,'0'0'956'0,"0"0"-83"15,0 0-273-15,0 0-60 0,0 0-479 16,0 0-61-16,0 0 0 16,0 0 0-16,-8-58 0 0,16 26 0 15,3 2 0-15,1 4 0 0,-1 0 0 16,5 1 0-16,-1 0 0 0,-1 4 0 15,-2 1 0-15,-1 4 0 16,-3 6 0-16,-6 3 0 0,2 0-117 16,-4 3-1103-16,2-3-2074 0</inkml:trace>
  <inkml:trace contextRef="#ctx0" brushRef="#br2" timeOffset="177699.6">16866 2361 6426 0,'0'0'949'0,"0"0"-181"15,0 0-719-15,0 0-49 16,0 0 0-16,0 0 0 0,47-36 0 16,-28 16 0-16,-3 0 0 0,-3-1 0 15,-9-1 0-15,2 2 0 0,-6 1 0 16,0 6 0-16,-6 5 0 16,-4 3 0-16,-1 5 0 0,-5 1 0 15,-3 11 0-15,-4 6 0 0,3 6 0 16,3 4 0-16,-4 5 0 0,11 3 0 15,6-2 0-15,8-3 0 0,6-4 0 16,13-5 0-16,2-7 0 0,6-4 0 16,0-7 0-16,2-1 0 0,-2-3 0 15,0-6-589-15,-10 0-580 0,-5-2-3225 16</inkml:trace>
  <inkml:trace contextRef="#ctx0" brushRef="#br2" timeOffset="177932.22">17176 2267 3709 0,'0'0'3106'0,"0"0"-1729"0,-27-34-1377 15,10 32 0-15,-3 3 0 0,-1 8 0 16,0 7 0-16,-4 7 0 16,-1 4 0-16,-1 7 0 0,6 1 0 15,11 1 0-15,4-4 0 0,10-5 0 16,8-3 0-16,9-9 0 0,-1-4 0 15,7-8 0-15,4-5 0 0,-4-10 0 16,4-7 0-16,-4-6 0 0,0-4 0 16,-8 5-1173-16,-7-7-824 0</inkml:trace>
  <inkml:trace contextRef="#ctx0" brushRef="#br2" timeOffset="178099.8">17275 1846 6823 0,'0'0'1268'0,"0"0"-1167"0,0 0-101 15,-10 47 0-15,3-4 0 16,-3 12 0-16,4 5 0 0,-2-2 0 16,6 4 0-16,2 1 0 0,0 0 0 15,2-2 0-15,4-5 0 0,-2-5 0 16,6-8 0-16,1-12 0 16,-1-9-689-16,-4-10-940 0,2-12-2497 0</inkml:trace>
  <inkml:trace contextRef="#ctx0" brushRef="#br2" timeOffset="178233.03">17356 2328 5950 0,'0'0'1213'0,"0"0"-289"0,0 0-819 16,0 0-105-16,0 0 0 0,0 0 0 15,4 60 0-15,-8-24 0 0,1-4 0 16,3-8 0-16,0-5 0 16,3-2 0-16,1-9 0 0,2-2 0 15,-4-4-2018-15,0-6-491 0</inkml:trace>
  <inkml:trace contextRef="#ctx0" brushRef="#br2" timeOffset="178366.27">17500 1967 4037 0,'4'-33'4155'0,"-4"13"-4155"0,0 4 0 16,-8 11 0-16,-2 4 0 16,-1 1 0-16,5 0 0 0,2 3 0 15,4-2-977-15,0 3-1544 0</inkml:trace>
  <inkml:trace contextRef="#ctx0" brushRef="#br2" timeOffset="178799.79">17705 2305 2681 0,'0'0'2409'0,"0"0"-1445"0,2-38 257 16,-8 31-473-16,2 3-579 0,2 2-169 15,-5 2 0-15,-3 1 0 0,-9 14 0 16,-1 7 0-16,-1 12 0 16,-2 8 0-16,3 3 0 0,3 1 0 15,3 0 0-15,10-4 0 0,1-9 0 16,10-8 0-16,7-10 0 0,9-9 0 15,8-7 0-15,6-12 0 16,9-12 0-16,-3-10 0 0,-8 3-1385 16,-2-5-856-16</inkml:trace>
  <inkml:trace contextRef="#ctx0" brushRef="#br2" timeOffset="178983.2">17967 1900 6262 0,'0'0'649'0,"0"0"-65"0,0 0 100 15,0 0-671-15,-45 31-13 0,28 4 0 16,7 6 0-16,0 4 0 0,4 1 0 16,-1 2 0-16,3 4 0 0,0 1 0 15,2-1 0-15,0-4 0 0,-4 0 0 16,0-6 0-16,-5-2 0 16,1-8 0-16,-3-8 0 0,3-9-929 15,-2-9-3765-15</inkml:trace>
  <inkml:trace contextRef="#ctx0" brushRef="#br2" timeOffset="179133.26">17721 2420 6238 0,'0'0'937'0,"44"-21"80"0,-13 10-1017 16,-4-1 0-16,-2-1 0 16,-1 0 0-16,-5 0 0 0,2 4 0 15,-5 0 0-15,-1 4 0 0,-7 3 0 16,-2-1-453-16,-4 2-784 0,2 0-1768 0</inkml:trace>
  <inkml:trace contextRef="#ctx0" brushRef="#br2" timeOffset="179549.1">17980 2453 5570 0,'0'0'989'0,"41"7"247"16,-14-8-839-16,0-7-397 16,-2-5 0-16,-3-5 0 0,-3-1 0 15,-7-1 0-15,-3-3 0 0,-7 2 0 16,-2 0 0-16,-11 0 0 0,1 7 0 15,-6 6 0-15,-5 8 0 16,-2 6 0-16,-2 12 0 0,-2 7 0 16,3 4 0-16,-3 5 0 0,10 1 0 15,3-1 0-15,8-3 0 0,10-2 0 16,12-8 0-16,9-7 0 16,4-4 0-16,10-8 0 0,1-2 0 15,-3-5 0-15,-2-5-157 0,-8-2-819 16,-2-6 123-16,-5 0-263 0,-3-2-1113 15,-7 1 232-15,-4-1 1677 0,1 5 320 16,-3-2 1641-16,-4 5-697 0,0 5 397 16,0 1-565-16,0 3 52 0,-4-1 389 15,-3 0-677-15,1 3-200 0,-8 4-319 16,-7 11-21-16,-6 8 0 16,2 8 0-16,-2 6 0 0,11-2 0 15,6-2 0-15,5-1 0 0,5-5 0 16,9-7 0-16,1-5 0 0,7-8 0 15,3-6 0-15,1-6 0 16,2-9 0-16,1-9 0 0,-3-4-465 16,-4 4-615-16,-5-3-2466 0</inkml:trace>
  <inkml:trace contextRef="#ctx0" brushRef="#br2" timeOffset="179716.21">18385 1834 6442 0,'0'0'1289'0,"0"0"-917"0,0 0-283 0,-10 53-89 16,-1-6 0-16,-1 10 0 0,-3 2 0 16,3-2 0-16,2 6 0 0,3 1 0 15,3 2 0-15,0 1 0 0,4-7 0 16,0-5 0-16,6-13 0 16,-1-13-1521-16,1-13-1853 0</inkml:trace>
  <inkml:trace contextRef="#ctx0" brushRef="#br2" timeOffset="180116.54">18966 1967 3989 0,'0'0'1473'0,"0"0"-953"0,0 0-156 15,0 0 189-15,-4 60-133 16,2-12-108-16,-7 9 249 0,3 4-561 16,2-2 0-16,0 1 0 0,4 2 0 15,0-4 0-15,0-1 0 0,2-6 0 16,-2-6 0-16,0-7 0 16,-2-9 0-16,-4-6 0 0,-5-9 0 15,1-4-1277-15,-2-9-1084 0</inkml:trace>
  <inkml:trace contextRef="#ctx0" brushRef="#br2" timeOffset="180265.98">18755 2434 6198 0,'0'0'573'0,"54"-26"203"16,-17 14-292-16,4 4-323 16,-1 1-161-16,-7 2 0 0,0 2 0 15,0 1 0-15,-2 2 0 0,-4 0 0 16,-3 2-1381-16,-7-1-592 0,-3 0-1217 15</inkml:trace>
  <inkml:trace contextRef="#ctx0" brushRef="#br2" timeOffset="180499.84">19173 2421 6563 0,'0'0'1488'16,"-38"-1"-1347"-16,16 7-141 0,-3 7 0 15,4 6 0-15,-6 4 0 0,7 5 0 16,-1 0 0-16,6 4 0 0,7-1 0 15,4-2 0-15,8-3 0 0,9-7 0 16,7-5 0-16,7-6 0 0,4-7 0 16,6-4 0-16,-2-10 0 0,-1-7 0 15,-6-4 0-15,-5-1 0 0,-10-3 0 16,-5 0 0-16,-6 0 0 16,-4-1 0-16,-6 2 0 0,-5 1 0 15,-1 1 0-15,3 6-1573 0,3 3-548 0</inkml:trace>
  <inkml:trace contextRef="#ctx0" brushRef="#br2" timeOffset="180949.38">19908 1966 6126 0,'0'0'1217'15,"0"0"-377"-15,0 0-831 0,-47 47-9 16,20-4 0-16,2 8 0 0,2 4 0 15,9 0 0-15,2 3 0 16,1 3 0-16,3 2 0 0,2 2 0 16,0-5 0-16,6-4 0 0,0-7 0 15,10-11 0-15,4-11 0 0,3-9 0 16,-1-10 0-16,5-8 0 16,-4-8 0-16,1-10 0 0,-5-9 0 15,-3-5 0-15,-8-4 0 0,-2-1 0 16,-6-1 0-16,-11 3 0 0,1 6 0 15,-9 10 0-15,-2 10 0 0,-6 9 0 16,2 7 0-16,-4 6 0 0,12 1-609 16,5 2-235-16,9-1-141 0,9-2-808 15,2-3 617-15,13-4-1293 0</inkml:trace>
  <inkml:trace contextRef="#ctx0" brushRef="#br2" timeOffset="181216.17">19993 2554 6919 0,'0'0'1273'16,"0"0"-1273"-16,0 0 0 0,39-43 0 16,-22 23 0-16,4 0 0 0,-5 0 0 15,5-4 0-15,0 2 0 0,-5-2 0 16,1 1 0-16,-7 3 0 16,-2 6 0-16,-6 2 0 0,-2 5 0 15,-6 2 0-15,-6 5 0 0,-9 8 0 16,-6 9 0-16,-4 8 0 0,2 6 0 15,0 5 0-15,4 3 0 0,11 1 0 16,6 0 0-16,8-2 0 0,10-2 0 16,7-8 0-16,5-4 0 0,13-11 0 15,9-6 0-15,3-7 0 16,7-9-277-16,-12-2-1248 0,-3-7-1180 0</inkml:trace>
  <inkml:trace contextRef="#ctx0" brushRef="#br2" timeOffset="181965.92">4467 2874 1496 0,'0'0'56'0,"0"0"2485"16,4-44-1768-16,-2 35-161 0,2 3 384 16,-4 1-479-16,0 5-17 0,0-1 201 15,0 1-701-15,0 7 0 0,0 14 0 16,-6 23 0-16,-4 16 0 0,0 8 0 15,-5 4 0-15,9-11 0 0,6 0 0 16,0-2 0-16,0-1 0 0,6-1 0 16,4-4 0-16,1-4 0 0,-1-8 0 15,0-7 0-15,1-9 0 16,3-12 0-16,-1-5-1233 0,-3-8-680 0</inkml:trace>
  <inkml:trace contextRef="#ctx0" brushRef="#br2" timeOffset="182232.83">4546 3474 6390 0,'0'0'549'0,"0"0"79"0,0 0-40 15,39-7-551-15,-8-8-37 16,4-5 0-16,-2-2 0 0,-4-2 0 16,-2 1 0-16,-6-1 0 0,-11 1 0 15,0 2 0-15,-4 1 0 0,-10 2 0 16,-2 3 0-16,-8 5 0 0,-5 5 0 15,-4 5 0-15,1 10 0 0,-5 9 0 16,0 7 0-16,0 7 0 0,4 4 0 16,5 2 0-16,7 0 0 0,5-1 0 15,8-3 0-15,13-6 0 16,5-5 0-16,11-8 0 0,6-5 0 16,7-7-381-16,-13-3-763 0,2-2-437 0</inkml:trace>
  <inkml:trace contextRef="#ctx0" brushRef="#br2" timeOffset="182566.12">5040 3200 5834 0,'0'0'652'0,"-46"-24"109"16,19 21-157-16,0 3-263 0,3 6-341 15,1 3 0-15,2 3 0 0,5 1 0 16,-1 2 0-16,7-2 0 0,6-1 0 15,0-1 0-15,8 2 0 0,10-1 0 16,5-1 0-16,10 1 0 0,4-3 0 16,2-2 0-16,2 0 0 0,0 1 0 15,-6-2-85-15,-4 2-191 16,-12 0-120-16,-7-2 360 0,-6 0 36 16,-2 0 204-16,-4 4 120 0,-13 5-59 15,-3 2-265-15,-9 0 0 0,-4 0 0 16,2-3 0-16,-2-2 0 15,4-3 0-15,6-1 0 0,2-3 0 16,11-1 0-16,4-3 0 0,6-1-161 16,0-1-451-16,12-8-977 0,0 0 137 15,11-6-57-15</inkml:trace>
  <inkml:trace contextRef="#ctx0" brushRef="#br2" timeOffset="182866.26">5333 3175 2997 0,'0'0'4530'16,"0"0"-3986"-16,-41-2-423 0,20-3-121 16,0-1 0-16,5 1 0 0,-5 1 0 15,1 0 0-15,5 4 0 0,5 0 0 16,2 5 0-16,-1 6 0 16,3 5 0-16,2 5 0 0,8 3 0 15,6 0 0-15,7 0 0 0,8 0 0 16,2-2 0-16,4-2 0 15,0-1 0-15,2-1 0 0,-6-3 0 16,-3 0 0-16,-7-1 0 0,-7-1 0 16,-10 1 0-16,-10 1 0 0,-11 3 0 15,-6 1 0-15,-6-1 0 16,-2-2 0-16,-6-4 0 0,-3-2 0 16,3-3 0-16,4-3 0 0,0-3 0 15,6-1 0-15,10-4-1317 0,0-3-2489 0</inkml:trace>
  <inkml:trace contextRef="#ctx0" brushRef="#br2" timeOffset="183500.14">6069 3262 6454 0,'0'0'813'0,"-27"45"-477"0,17-14 253 15,6 4-589-15,4 3 0 0,6 1 0 16,4 2 0-16,7-5 0 0,1-6 0 15,5-7 0-15,-2-8 0 0,4-8 0 16,1-7 0-16,-1-9 0 0,4-12 0 16,2-10 0-16,4-5 0 0,-8-5 0 15,-4 1 0-15,-4 1 0 16,-11 3 0-16,-4 2 0 0,-4 6 0 16,-4 5 0-16,-4 6 0 0,-1 8 0 15,3 6-189-15,0 4-799 0,2 3-25 16,4 2-1656-16</inkml:trace>
  <inkml:trace contextRef="#ctx0" brushRef="#br2" timeOffset="183766.54">6464 3473 5022 0,'0'0'1408'16,"-15"58"-743"-16,7-26-53 0,4-12-127 16,-2-7-485-16,2-4 0 0,4-8 0 15,0-1 0-15,4-10 0 0,6-15 0 16,7-10 0-16,3-9 0 0,-3-3 0 15,-1 6 0-15,-1 3 0 0,-5 6 0 16,1 7 0-16,-5 10 0 0,-6 8 0 16,4 2 0-16,-4 5 0 0,0 3 0 15,0 10 0-15,0 12 0 16,6 5 0-16,-4 8 0 0,6-3 0 16,3-5 0-16,-1-1 0 0,7-4 0 15,3-5 0-15,1-5-117 0,6-5-771 16,-2-9-853-16,-3-1 476 15,-1-4 25-15</inkml:trace>
  <inkml:trace contextRef="#ctx0" brushRef="#br2" timeOffset="183949.61">6848 3435 3941 0,'0'0'1565'15,"-6"-42"-593"-15,0 20 489 16,-4-1-1208-16,-5 1-253 0,3 2 0 16,-3 3 0-16,5 9 0 0,-11 8 0 15,5 6 0-15,-5 14 0 0,-6 13 0 16,2 8 0-16,3 9 0 0,1 3 0 15,7 0 0-15,7-5 0 0,7-6 0 16,11-9 0-16,5-11 0 0,15-11 0 16,2-11 0-16,9-15 0 0,3-14 0 15,-4-10 0-15,-3-9-109 16,-16 6-2412-16,-5-1-869 0</inkml:trace>
  <inkml:trace contextRef="#ctx0" brushRef="#br2" timeOffset="184116.19">6877 2948 6611 0,'0'0'1340'0,"0"0"-1099"16,0 0-241-16,-29 33 0 0,17 7 0 16,2 12 0-16,-1 8 0 0,5 0 0 15,2 3 0-15,4 0 0 16,10-4 0-16,1-2 0 0,5-7 0 16,-1-5 0-16,1-8 0 0,-3-10 0 15,1-8 0-15,-8-11-1453 0,-2-8-4598 0</inkml:trace>
  <inkml:trace contextRef="#ctx0" brushRef="#br2" timeOffset="185082.34">6999 3536 5786 0,'0'0'152'0,"0"0"497"15,0 0 39-15,0 0-336 0,0 0-32 16,0 0-75-16,42-4-245 15,-16-12 0-15,1-7 0 0,4-3 0 16,-8-4 0-16,2 2 0 0,-9 1 0 16,-7 4 0-16,-9 1 0 0,-4 4 0 15,-11 3 0-15,-8 6 0 16,-4 3 0-16,-4 6 0 0,-4 7 0 0,4 10 0 16,2 5 0-16,-2 9 0 15,7 6 0-15,3 4 0 0,9 2 0 16,3-2 0-16,13-3 0 0,11-4 0 15,8-4 0-15,12-8 0 0,8-9 0 16,5-8 0-16,3-5 0 0,3-7-81 16,-6-4-235-16,-3-4-80 0,-8 2-629 15,-6 2 85-15,-14 3 176 16,-7 4 319-16,-6 2 445 0,-2 2 405 16,-2 0 1071-16,0 0-543 0,0 0-125 15,-2-1-463-15,2-1-345 0,-4-3 0 16,-2-4 0-16,2-10 0 15,-2-5 0-15,2-3 0 0,4-2 0 16,4 5 0-16,6 0 0 0,0 0 0 16,7 0 0-16,6 1 0 0,-3-2 0 15,1-3 0-15,4-4 0 16,-2-2 0-16,-7 7 0 0,3-5-3642 0</inkml:trace>
  <inkml:trace contextRef="#ctx0" brushRef="#br2" timeOffset="185482.36">8076 2942 2225 0,'0'0'2573'0,"0"0"-1029"16,0 0-919-16,0 0-21 0,-14 45 17 15,8-5-621-15,-9 15 0 0,5 7 0 16,4 2 0-16,1 4 0 0,3 1 0 16,2 0 0-16,0-1 0 0,0-2 0 15,0-3 0-15,0-7 0 16,-4-9 0-16,2-9 0 0,-2-12 0 16,4-11-1581-16,-4-8-652 0,-2-11-1625 0</inkml:trace>
  <inkml:trace contextRef="#ctx0" brushRef="#br2" timeOffset="185616.43">7929 3438 3789 0,'0'0'2157'0,"0"0"-1536"15,38-40-385-15,-7 27 244 16,2-7-216-16,-2-4-144 0,0-1-120 16,4-3-12-16,-8-2-508 0,4 2-1001 15,-11 6-396-15,-7 2-1636 0</inkml:trace>
  <inkml:trace contextRef="#ctx0" brushRef="#br2" timeOffset="185883.19">8281 3177 5370 0,'-4'35'1060'0,"-2"4"-199"16,-9 11-353-16,3 3-156 0,-9 4-311 15,0 2-41-15,1-3 0 16,-1-2 0-16,4-6 0 0,3-8 0 16,8-7 0-16,0-9 0 0,6-11 0 15,0-6 0-15,0-6 0 0,10-6 0 16,6-11 0-16,5-6 0 15,6-7 0-15,-4-2 0 0,2 1 0 16,1-1 0-16,-1 6 0 0,-8 5 0 16,-3 8 0-16,-8 7 0 0,-1 5 0 15,-3 1 0-15,4 9 0 16,-2 8 0-16,6 3 0 0,-6 1 0 16,-1 0 0-16,1-6 0 0,0 0 0 15,2-4 0-15,-6-3-645 0,0-2-800 16,4-3 189-16,-4-4-189 0</inkml:trace>
  <inkml:trace contextRef="#ctx0" brushRef="#br2" timeOffset="186083.25">8459 3612 1260 0,'0'0'3558'0,"37"-46"-2498"0,-21 16-27 15,-1-1-461-15,1-4-156 16,-9-5-123-16,-1-4-293 0,-2-1 0 16,-4 0 0-16,-6 1 0 0,-3 8 0 15,3 11 0-15,0 9 0 0,2 13 0 16,2 6 0-16,-13 21 0 0,-5 26 0 15,-1 18 0-15,-2 13 0 16,9 0 0-16,10-13 0 0,4-8 0 16,14-12 0-16,13-16 0 0,8-12 0 15,19-14 0-15,10-13 0 16,8-14 0-16,3-11 0 0,-17 2-1157 16,-3-4-1677-16</inkml:trace>
  <inkml:trace contextRef="#ctx0" brushRef="#br2" timeOffset="186566.09">9490 3357 2281 0,'0'0'2937'0,"0"0"-1556"0,0 0-1017 0,-6 49-68 0,0-6-72 15,-9 11-100-15,5-1-4 0,0-10-12 16,3-7-96-16,3-5-4 0,4-10-8 15,0-9-8-15,0-5 8 0,0-7 0 16,0-1 28-16,6-15-12 0,5-12 285 16,3-10-301-16,3-8 0 0,-7 3 0 15,5 3 0-15,-5 1 0 16,0 1 0-16,3 7 0 0,-3 8 0 16,0 7 0-16,-3 10 0 0,-3 4 0 15,0 4 0-15,2 10 0 0,4 12 0 16,-3 10 0-16,1 9 0 15,-6 1 0-15,2-3 0 0,2-1 0 16,5-5 0-16,-1-6 0 0,6-7 0 16,3-7 0-16,-2-10-197 0,-1-5-771 15,-1 0-165-15,-3-10-2356 0</inkml:trace>
  <inkml:trace contextRef="#ctx0" brushRef="#br2" timeOffset="186832.33">9759 3564 3781 0,'0'0'2910'0,"0"0"-1714"15,4-49-891-15,6 28-305 0,7 0 0 16,-1-3 0-16,-1-1 0 0,-1-1 0 16,-3 6 0-16,-9 1 0 0,-2 4 0 15,0 5 0-15,-6 4 0 16,-5 6 0-16,-5 10 0 0,-5 9 0 16,0 10 0-16,1 9 0 0,-1 6 0 15,9 3 0-15,-3 2 0 0,11 2 0 16,12-7 0-16,9-7 0 15,14-10 0-15,12-14 0 0,5-8 0 16,3-9 0-16,-3-13 0 0,-3-5 0 16,-11-8 0-16,-8-3 0 0,-5-2 0 15,-15-1-341-15,-2-1-935 16,-4 2 175-16,0 7-52 0,0 1-2396 0</inkml:trace>
  <inkml:trace contextRef="#ctx0" brushRef="#br2" timeOffset="187216.12">10100 3244 2753 0,'0'0'2393'0,"0"0"-520"16,-21 44-1013-16,15-23-547 0,-4 4-313 15,-1 7 0-15,5 0 0 16,0 4 0-16,2 0 0 0,4 0 0 16,0-5 0-16,6-4 0 0,4-7 0 15,5-8 0-15,-5-3 0 0,3-7 0 16,1-4 0-16,1-8 0 15,-3-8 0-15,-2-6 0 0,5-2 0 16,-5-3 0-16,-4-1 0 0,1 5 0 16,-3 2 0-16,-4 8 0 0,0 6 0 15,0 5 0-15,0 4 0 0,0 8 0 16,-4 9 0-16,4 8 0 16,0 6 0-16,4-2 0 0,2-5 0 15,4-7 0-15,7-5 0 0,1-4 0 16,-1-7 0-16,-1-1 0 0,5-7 0 15,-6-5 0-15,-3-5 0 0,-2 0 0 16,-4-4 0-16,3-1 0 0,-7-1 0 16,2-1 0-16,-4-3 0 0,0 2 0 15,-4 2 0-15,-2 4 0 16,-1 1 0-16,3 3 0 0,-2 3-1045 16</inkml:trace>
  <inkml:trace contextRef="#ctx0" brushRef="#br2" timeOffset="187566.05">11187 3277 2561 0,'0'0'3493'0,"0"0"-2420"16,0 0-205-16,0 0-671 0,-47-18-197 16,24 32 0-16,-2 7 0 0,4 5 0 15,-5 9 0-15,5 9 0 0,0 6 0 16,9 6 0-16,2-4 0 15,10-2 0-15,2-10 0 0,12-9 0 16,13-9 0-16,4-12 0 0,10-10 0 16,7-11 0-16,4-11 0 0,-3-6-793 15,-14 2-420-15,2-1-1852 0</inkml:trace>
  <inkml:trace contextRef="#ctx0" brushRef="#br2" timeOffset="188066.22">11423 3366 5614 0,'0'0'1485'15,"-27"-39"-869"-15,10 24-139 0,-3 5-477 16,-1 6 0-16,-4 4 0 0,3 6 0 16,1 9 0-16,0 3 0 0,7 7 0 15,3 2 0-15,9 3 0 16,2 0 0-16,7 1 0 0,7-3 0 16,3-4 0-16,5 1 0 0,9-8 0 15,0-5 0-15,4-5 0 0,3-7 0 16,-5-3 0-16,-2-9 0 15,-11-3 0-15,-3-7 0 0,-11 0 0 16,-2-3 0-16,-4-1 0 0,-6 1 0 16,-4-1 0-16,-1 1 0 0,1 2 0 15,0 1 0-15,4 7 0 16,1 3 0-16,1 6 0 0,8 3-277 16,7 5-275-16,5 6-24 0,-1 9-273 15,1 7 261-15,-1 5-176 0,-5 2-465 16,-4 3 837-16,1 1 392 0,-7-1 88 15,0-1 712-15,0-7 277 0,0-5 632 16,-3-6-945-16,3-6-180 0,0-6-379 16,-4-1-205-16,4-2 0 0,0-10 0 15,0-11 0-15,7-8 0 16,3-6 0-16,4 0 0 0,-3 1 0 16,1 2 0-16,3 5 0 0,1 4 0 15,-10 10 0-15,3 8 0 0,-3 6 0 16,-2 16 0-16,2 8 0 15,-2 10 0-15,-2 2 0 0,2-1 0 16,3-2 0-16,3-6 0 0,0-6 0 16,7-6 0-16,8-8 0 0,-3-6 0 15,7-4-809-15,-6-6-1260 16,-2-3-204-16</inkml:trace>
  <inkml:trace contextRef="#ctx0" brushRef="#br2" timeOffset="188266.02">11964 3462 2441 0,'0'0'4065'0,"-12"-38"-2460"15,4 23-1524-15,8 4-81 0,-6 6 0 16,1 2 0-16,-5 2 0 0,0 2 0 16,-7 5 0-16,1 8 0 0,-5 6 0 15,0 7 0-15,5 4 0 16,-1 4 0-16,7-2 0 0,6-3 0 16,4-4 0-16,10-5 0 0,7-6 0 15,1-8 0-15,5-7 0 0,4-8 0 16,0-10 0-16,2-5 0 15,-7-6 0-15,-1 5-1766 0,-10-1-687 0</inkml:trace>
  <inkml:trace contextRef="#ctx0" brushRef="#br2" timeOffset="188466.28">12006 2915 6667 0,'0'0'284'0,"0"0"696"16,0 0-719-16,0 0-261 0,0 0 0 15,-6 56 0-15,6-13 0 0,2 9 0 16,6-1 0-16,-2 6 0 0,0 5 0 16,-1 0 0-16,-5 2 0 0,0-4 0 15,0-5 0-15,4-8 0 16,2-9 0-16,0-9 0 0,4-9-805 16,1-10-1548-16,-1-8 16 0</inkml:trace>
  <inkml:trace contextRef="#ctx0" brushRef="#br2" timeOffset="188600.85">12159 3507 2761 0,'0'0'3473'16,"0"0"-2104"-16,0 0-780 0,0 0-589 16,0 0 0-16,0 0 0 0,0 0 0 15,-21 50 0-15,15-35 0 16,6-5 0-16,-4-2 0 0,4-3 0 16,0-4 0-16,0-1-605 0,0-3-2100 15,4-11-801-15</inkml:trace>
  <inkml:trace contextRef="#ctx0" brushRef="#br2" timeOffset="188749.15">12347 2925 6218 0,'0'0'669'0,"0"0"-489"0,0 0 108 16,0 0-128-16,0 0-160 0,0 0-132 15,0 0-536-15,0 0 15 0,0 0-55 16,0 0-1017-16,12 10 293 0</inkml:trace>
  <inkml:trace contextRef="#ctx0" brushRef="#br2" timeOffset="188915.96">12390 2975 3577 0,'0'7'1333'0,"0"-1"87"0,0 8-535 15,-2 14-233-15,-2 8-327 0,4 9-325 16,0 7 0-16,0 4 0 16,6 2 0-16,-6 2 0 0,4-1 0 15,-4-2 0-15,0-5 0 0,0-7 0 16,-4-8 0-16,4-8 0 0,-2-8 0 15,-2-7 0-15,0-7 0 0,2-6-1489 16,-2-1-224-16,-2-11-348 0</inkml:trace>
  <inkml:trace contextRef="#ctx0" brushRef="#br2" timeOffset="189132.77">12310 3545 1284 0,'0'0'3262'16,"-25"-43"-1302"-16,19 26-1291 0,6 3-109 16,10 2-103-16,0-2-457 0,13-1 0 15,2-1 0-15,6-2 0 0,6 1 0 16,0 1 0-16,5 2 0 15,-5 2 0-15,-4 3-593 0,-4 3-147 16,-6 5-193-16,-9 1-1660 0,-4 7 884 16,-7 4 1709-16,-3 5 585 0,-7 6 795 15,-3 4-255-15,0 3 27 16,-3 6-427-16,-1 1-237 0,-1-2 8 16,3 0-376-16,-3-3-56 0,9-6-36 15,0-4-28-15,2-9 0 0,4-7-124 16,0-4-412-16,0-1-353 0,4-10-1992 0</inkml:trace>
  <inkml:trace contextRef="#ctx0" brushRef="#br2" timeOffset="189282.99">12762 3143 7583 0,'0'0'609'0,"0"0"-609"15,0 0 0-15,0 0 0 0,0 0 0 16,0 0 0-16,0 0 0 0,0 0 0 15,7 48-85-15,1-27-983 16,-2-4-193-16,-2-1-2553 0</inkml:trace>
  <inkml:trace contextRef="#ctx0" brushRef="#br2" timeOffset="189566.04">12872 3456 1000 0,'0'0'4330'0,"0"0"-2957"0,0 0-505 16,0 0-416-16,0 0-283 0,-35-26-169 15,12 23 0-15,-2 3 0 0,5 8 0 16,3 5 0-16,3 7 0 0,5 3 0 16,1 4 0-16,6 3 0 0,-2-1 0 15,4 2 0-15,6-4 0 16,4-6 0-16,7-3 0 0,4-10 0 16,3-6 0-16,3-5 0 0,4-8 0 15,0-4 0-15,-4-4 0 0,0 0 0 16,-6-2 0-16,-5 0 0 15,-5-3 0-15,-7-2 0 0,-4-3-57 16,-4 4-131-16,-3 4-444 0,3 9 56 16,2 6 35-16,2 4-199 0,-4 2 84 15,4 0-453-15,0 8-1676 0</inkml:trace>
  <inkml:trace contextRef="#ctx0" brushRef="#br2" timeOffset="189816.34">13010 3547 4846 0,'0'0'1132'0,"0"37"-255"0,-2-19 231 15,-2-4-879-15,4-3-229 0,0-5 0 16,0-2 0-16,0-3 0 0,6-1 0 16,5-3 0-16,7-8 0 0,5-5 0 15,2-4 0-15,-2 0 0 16,4 1 0-16,-7 0 0 0,5 1 0 16,-4 2 0-16,-5 6 0 0,1 4 0 15,-7 3 0-15,0 3 0 0,1 8 0 16,-5 9 0-16,-6 5 0 15,0 8 0-15,0 1 0 0,-6 0 0 16,2-4 0-16,2-3 0 0,-3-4 0 16,5-7 0-16,0-3 0 0,0-5-417 15,0-3-1284-15</inkml:trace>
  <inkml:trace contextRef="#ctx0" brushRef="#br2" timeOffset="189949.65">13434 3829 4305 0,'0'0'2770'0,"0"0"-1742"16,-41 30-939-16,37-26-89 15,-2-4-565-15,6 0-1456 0,0-6-2777 0</inkml:trace>
  <inkml:trace contextRef="#ctx0" brushRef="#br1" timeOffset="193249.85">5513 15142 796 0,'-43'-13'564'0,"1"-2"-212"15,-3 2-312-15,14 5-40 0,2 1-704 0</inkml:trace>
  <inkml:trace contextRef="#ctx0" brushRef="#br1" timeOffset="193866.52">4498 14931 3869 0,'58'0'368'0,"2"-1"-320"0,16 1-40 0,3 0 24 15,6 2-32-15,14 0 4 0,6-1 12 16,11-1-4-16,10 0-8 0,11-2 85 15,16-4 43-15,6 0 64 0,14-3 188 16,9-1-168-16,6 2-12 0,3 0 80 16,3 2-220-16,-4 2-32 15,-2 1-28-15,-4 3-4 0,-10-2 0 16,-11 2-104-16,-6 0-168 0,-6 2-64 16,-8 0-168-16,-11-2 156 0,-6 0-69 15,-16-2-495-15,-32-2-153 16,-3-2-755-16</inkml:trace>
  <inkml:trace contextRef="#ctx0" brushRef="#br1" timeOffset="194482.65">5538 14788 5482 0,'89'5'32'0,"18"2"268"0,23-1-124 16,-1-2-8-16,7 0-8 15,5 1-156-15,5 1 0 0,3 0 8 16,2 0-8-16,6 1-4 0,0 0 8 16,9-1 0-16,5-1-8 0,7-3 8 15,6 1-4-15,6-1-4 0,11-2 8 16,3 0 0-16,7-5-8 0,4-1 0 15,4-1 4-15,2 0-4 0,1 0 0 16,-1 1 0-16,2 0 0 16,-2 1 4-16,0 3-4 0,1 2 0 15,-1-1-4-15,-2 1 4 0,-2 0 0 16,-2 1-8-16,-4 3-16 0,4-2 24 16,-11 0-4-16,7 3 4 0,-2 0 0 15,-4 2 0-15,3 0 8 16,-5 0-8-16,0 0 0 0,-3-1 0 15,1 4 0-15,-7-1 0 0,-6-2-12 16,-4 0-136-16,-4-2-200 0,-7 0-8 16,-5-2 24-16,-5-1-124 15,-6-1 164-15,-10-1-9 0,-6-1-147 16,-13-2 184-16,-12 0 136 0,-9-1 32 16,-16 1-100-16,-27 0-188 0,-8 0-1481 0</inkml:trace>
  <inkml:trace contextRef="#ctx0" brushRef="#br1" timeOffset="195132.38">13945 14752 2865 0,'0'0'20'0,"45"3"-16"0,-16-1 20 0,2 0 80 0,6 0 16 16,3-1 116-16,-1 2-40 0,9-1-16 15,-1-1 84-15,9 3-88 16,8-3-12-16,4 1 81 0,0 0-145 15,11 0-44-15,4-2-28 0,6 1-24 16,1-1-4-16,10 2 0 0,-1 0 0 16,6-1 0-16,5 0 0 15,2-1 0-15,3 1 0 0,5-1 0 16,2 0 4-16,4 3-4 0,0 0 16 16,5-2-16-16,5 2 72 0,-4-1 100 15,11-1-52-15,0 2-24 0,1-2-16 16,3 0-76-16,2 1 4 0,-2-1-8 15,3 2 4-15,-5-3-4 0,0 1 4 16,-2-1-4-16,3 2 0 0,-3 0 0 16,-3 1-8-16,-1 0 8 15,2-1-72-15,-3-1-12 0,1 2 16 16,-3-2-72-16,-4 0-8 0,-4 1-28 16,-8-2-145-16,-4 0 109 0,-6 0 52 15,-11 0-72-15,-8 0 8 16,-9 0-24-16,-11 0-212 0,-22 0-8 15,-9-2-301-15</inkml:trace>
  <inkml:trace contextRef="#ctx0" brushRef="#br1" timeOffset="195549.05">18288 14837 5342 0,'101'-3'336'0,"15"3"-216"0,20-2 68 0,1 2-180 15,-1-2 8-15,13-2-16 0,0 3-56 16,4-1 4-16,4-2-36 0,4 3 36 16,7 0 52-16,3-2 4 15,9 1 0-15,8 2-4 0,2 0 12 16,5 0-4-16,9 0 8 0,-1 2 28 16,8 2-44-16,-1 1 44 0,1 3 4 15,6 2-48-15,-2 0 4 0,-2 3 16 16,4-1-12-16,2 4-8 0,3-1 0 15,1 3-28-15,0 1 8 0,2 0-84 16,1-2-188-16,-59-3-240 0,-1-5-1477 16</inkml:trace>
  <inkml:trace contextRef="#ctx0" brushRef="#br1" timeOffset="200815.96">1368 4824 7007 0,'0'0'0'0,"40"-20"-621"16,-28 15 621-16,-12 5 277 0,0 1 219 16,0 4-76-16,0 1-368 0,0 1-52 15,0 0-540-15,-8-1-2081 0</inkml:trace>
  <inkml:trace contextRef="#ctx0" brushRef="#br1" timeOffset="203233.73">1344 4907 4297 0,'0'0'741'0,"0"0"-93"0,0 0 184 16,-2-33-419-16,12 8-61 0,4-7 180 16,7-4-324-16,4 3-39 15,4 1-169-15,-4 1 0 0,4 5 0 16,-3 4 0-16,1 4 0 0,-2 5 0 16,-2 7 0-16,0 6 0 0,-1 7 0 15,1 10 0-15,0 9 0 0,-3 6 0 16,-3 9 0-16,0 7 0 15,-13 1 0-15,2 1 0 0,-6 0 0 16,-8-3 0-16,-3-3 0 0,-5-1 0 16,-3-1 0-16,-6-3 0 0,0-5 0 15,-1-4 0-15,-1-8 0 16,2-5 0-16,0-7 0 0,2-6 0 16,5-4 0-16,3-9 0 0,3-7 0 15,6-5 0-15,2-8 0 0,2-3 0 16,2 0 0-16,6 3 0 0,4 5 0 15,9 7 0-15,3 9 0 0,5 8 0 16,2 12 0-16,-6 9 0 0,-2 11 0 16,-3 5 0-16,3 3 0 0,-5-3 0 15,5-3 0-15,4-5 0 16,-2-9 0-16,4-6 0 0,-1-8-213 16,-5-6-2408-16,2-6-845 0</inkml:trace>
  <inkml:trace contextRef="#ctx0" brushRef="#br1" timeOffset="203350.01">2003 5105 7655 0,'0'0'537'0,"4"45"-537"0,9-21 0 15,5-9 0-15,5-3 0 16,10-8 0-16,8-6 0 0,5-12 0 16,-9 1 0-16,-6-6-1794 0</inkml:trace>
  <inkml:trace contextRef="#ctx0" brushRef="#br1" timeOffset="203882.24">2704 4816 4097 0,'0'0'2934'0,"-39"8"-2370"0,12-2 33 16,2 0-597-16,-2 1 0 0,2 0 0 16,2 0 0-16,5-1 0 15,5-1 0-15,3 0 0 0,6-3 0 16,2 4 0-16,0 3 0 0,2 3 0 16,2 0 0-16,10-1 0 0,3-2 0 15,5-4 0-15,9 0 0 0,7-3 0 16,-1-1 0-16,4 0 0 15,-4 2 0-15,-8 2 0 0,-2 3 0 16,-9 3 0-16,-5 3 0 0,-5 1 0 16,-6 2 0-16,-2 1 0 0,-7-1 0 15,-7 2 0-15,-5 1 0 16,-4 1 0-16,-1-1 0 0,-5-1 0 16,0-4 0-16,4-3 0 0,4-8 0 15,4-8 0-15,9-11-189 0,4-14-1724 16,6 4-336-16,0-9-1536 0</inkml:trace>
  <inkml:trace contextRef="#ctx0" brushRef="#br1" timeOffset="204065.55">2896 4320 6567 0,'0'0'896'0,"0"0"-372"16,0 0-319-16,-6 47-205 0,2-3 0 15,-5 12 0-15,7 8 0 0,-4 2 0 16,4 4 0-16,2 5 0 15,0 1 0-15,0-2 0 0,0-8 0 16,0-8 0-16,0-9 0 0,0-8 0 16,0-9 0-16,0-12 0 0,0-8-709 15,-2-11-1152-15</inkml:trace>
  <inkml:trace contextRef="#ctx0" brushRef="#br1" timeOffset="204199.78">2830 4907 6442 0,'0'0'581'0,"0"0"-77"15,45-27-28-15,-22 18-287 0,2 5-189 16,2 0 0-16,2 4 0 0,4 0 0 16,0 0 0-16,2 3-185 0,2-1-1139 15,-4-1 159-15,-8 0-308 16,-4 3-2556-16</inkml:trace>
  <inkml:trace contextRef="#ctx0" brushRef="#br1" timeOffset="204466.61">3216 4886 2629 0,'0'0'1769'0,"0"0"-113"15,-45 0-347-15,18 3-753 0,0 3-283 16,2 4-273-16,3 5 0 15,-1 4 0-15,2 8 0 0,7 4 0 16,-1 1 0-16,7 0 0 0,4-3 0 16,4-8 0-16,10-6 0 0,7-6 0 15,3-9 0-15,7-7 0 16,0-10 0-16,4-7 0 0,0-4 0 16,-8-2 0-16,2 2 0 0,-11 3 0 15,-1 5 0-15,-7 5 0 0,-6 6 0 16,0 4 0-16,0 5 0 0,-2 1 0 15,-4 14 0-15,-3 10 0 0,3 7 0 16,-4 5 0-16,6 1 0 0,2-4 0 16,-3-2 0-16,5-6 0 15,11-9 0-15,-1-5-581 0,11-6-71 16,-5-6-397-16,7-5-23 0,-4-3 99 16,-5-5-1808-16</inkml:trace>
  <inkml:trace contextRef="#ctx0" brushRef="#br1" timeOffset="205199.4">3402 4901 6134 0,'0'0'509'0,"0"0"-37"0,0 0 280 0,0 0-476 16,0 0-227-16,0 0-49 16,0 0 0-16,0 0 0 0,0 0 0 15,0 0 0-15,-16 10 0 0,4 6 0 16,-5 7 0-16,3 2 0 0,-3 2 0 15,5 0 0-15,3 3 0 0,1-3 0 16,6 0 0-16,2-2 0 0,10-9 0 16,3-6 0-16,3-5 0 15,7-5 0-15,0-8 0 0,-3-4 0 16,1-5 0-16,-9-1 0 0,3 1 0 16,-11-2 0-16,2 0 0 0,-4 1 0 15,-2 0 0-15,0 0 0 0,0 5 0 16,0 3 0-16,0 3 0 15,-2 3 0-15,2 3 0 0,0 0 0 16,0 1 0-16,-4 1 0 0,2 8 0 16,2 9 0-16,-2 5 0 0,2 0 0 15,0 2 0-15,0-1 0 16,0 1 0-16,0 2 0 0,0 4 0 16,0 2 0-16,-2 4 0 0,2 2 0 15,-6 0 0-15,2 1 0 0,-7 0 0 16,-3 0 0-16,-5 0 0 0,-8-2 0 15,-8 0 0-15,-2-4 0 0,-11-3 0 16,-1-3 0-16,1-8 0 0,9-7 0 16,8-7 0-16,10-6 0 15,5-5 0-15,5-4 0 0,7-2 0 16,8-5 0-16,9-2 0 0,14-4 0 16,12-10 0-16,11-5 0 0,12-8 0 15,10-6 0-15,0-2 0 0,1-3 0 16,-5 2 0-16,-6 4 0 15,-6 6 0-15,-17 8 0 0,-10 9 0 16,-10 12 0-16,-11 8 0 0,-4 3 0 16,-4 4 0-16,0 0 0 0,0 0 0 15,-2 0 0-15,0 0 0 16,2 1 0-16,0-1 0 0,-4 1 0 16,2 1 0-16,-9-2 0 0,-3 1 0 15,-3 1 0-15,-3 1 0 0,5 5 0 16,3 6 0-16,1 9 0 0,1 12 0 15,0 8 0-15,1 4 0 0,9-2 0 16,9-8 0-16,11-9 0 0,13-15 0 16,15-13 0-16,14-14 0 15,6-19 0-15,-10 3 0 0,-6-10-1958 0</inkml:trace>
  <inkml:trace contextRef="#ctx0" brushRef="#br1" timeOffset="205798.99">4471 4864 3473 0,'6'41'2293'0,"-6"-1"-1172"0,0 6-517 0,0-5-176 15,-8-2-155-15,0-4-273 0,4-9 0 16,-2-9 0-16,1-7 0 15,5-6 0-15,0-4 0 0,0-2 0 16,0-13 0-16,7-13 0 0,1-10 0 16,4-7 0-16,3-5 0 0,-1 4 0 15,5-1 0-15,1 1 0 0,1 10 0 16,-4 11 0-16,-7 13 0 16,-6 12 0-16,0 11 0 0,2 10 0 15,-6 11 0-15,5 4 0 0,-3-2 0 16,2-2 0-16,-2-6 0 0,6-2 0 15,2-6 0-15,-3-3 0 0,5-4 0 16,-2-5 0-16,-1-4 0 0,1-2 0 16,0-10 0-16,1-10 0 15,5-2 0-15,1-7 0 0,-3 5 0 16,-3 8 0-16,-9 8 0 0,2 3 0 16,-4 5 0-16,0 2 0 0,0 9 0 15,-4 14 0-15,2 3 0 0,-3 6 0 16,5-5 0-16,5-6 0 15,1-8 0-15,6-3 0 0,7-7-333 16,1-5-539-16,7-7-733 0,-6-3 108 16,-4-3 157-16</inkml:trace>
  <inkml:trace contextRef="#ctx0" brushRef="#br1" timeOffset="206499.11">4998 4945 1896 0,'0'0'889'0,"9"-39"944"16,-9 18-453-16,-5 4-543 0,-5 3 231 15,-6 0-779-15,1 4-289 0,-1 2 0 16,-1 4 0-16,3 5 0 0,-3 10 0 15,0 7 0-15,3 3 0 0,-3 5 0 16,7 3 0-16,6 0 0 0,0 0 0 16,4-3 0-16,8-2 0 15,11-6 0-15,3-5 0 0,12-7 0 16,-3-6 0-16,6-5 0 0,-4-9 0 16,-2-2 0-16,-6-5 0 0,-5 0 0 15,-13 0 0-15,-3-1 0 0,-4 0 0 16,-4 1 0-16,-7-1 0 15,1 2 0-15,-3 5 0 0,1 2 0 16,4 2 0-16,4 7-213 0,0 1-435 16,4 2 160-16,0 1-417 0,8 0 57 15,2 0 520-15,7 1 260 0,-5 2 64 16,-2 0 4-16,-5 0 32 16,-3 5 240-16,-2 7 312 0,0 12 372 15,-7 10-403-15,-3 2-61 0,4 3 121 16,6-6-613-16,0-1 0 0,14-4 0 15,3-5 0-15,6-10 0 0,6-5 0 16,4-10 0-16,0-2 0 0,-4-11 0 16,-7-4 0-16,-1-6 0 15,-7-1 0-15,-3-4 0 0,-5 0 0 16,-6 1 0-16,0 0 0 0,-6 2 0 16,0 5 0-16,1 9 0 0,5 5 0 15,0 3 0-15,-4 2 0 0,4 0 0 16,0 9 0-16,4 11 0 15,3 6 0-15,-1 4 0 0,2-3 0 16,-6-4 0-16,7-7 0 0,-3-4 0 16,-4-5 0-16,2-2 0 0,0-4 0 15,-2-1 0-15,0 0 0 16,4-3 0-16,1-10 0 0,3-6 0 16,0-6 0-16,1-3 0 0,5 1 0 15,1 3 0-15,1 3 0 0,3 7 0 16,-5 4 0-16,1 8 0 0,-7 2 0 15,1 6 0-15,-7 5 0 0,2 4 0 16,-2 4 0-16,2 2 0 0,-6 2 0 16,4 1 0-16,-1-1 0 15,1-1 0-15,-4-2 0 0,0-2 0 16,0-3 0-16,0-2 0 0,0-6 0 16,0-6 0-16,0-1 0 0,6-11-437 15,8-17-1008-15,-3 2 233 0,5-9-389 16</inkml:trace>
  <inkml:trace contextRef="#ctx0" brushRef="#br1" timeOffset="206682.55">5695 4660 2477 0,'0'-79'2685'0,"-2"4"-1905"0,2-2-99 0,4 26 303 0,2 15-500 15,-2 17-383-15,0 12-101 0,-1 6 0 16,1 6 0-16,0 15 0 16,6 22 0-16,-2 15 0 0,1 18 0 15,-5 11 0-15,-4 3 0 0,0 3 0 16,0-2 0-16,-2-5 0 0,0-12 0 15,2-9 0-15,-4-9 0 0,4-14 0 16,0-12 0-16,0-13 0 16,-5-16-493-16,3-8-984 0,-6-11-428 0</inkml:trace>
  <inkml:trace contextRef="#ctx0" brushRef="#br1" timeOffset="206783.28">5639 4940 6647 0,'0'0'1388'0,"0"0"-1231"15,0 0-157-15,0 0 0 0,52-19 0 16,-11 19 0-16,7 4 0 15,-5-1 0-15,-2 1 0 0,1-4 0 16,-9 0-941-16,-2-1-4077 0</inkml:trace>
  <inkml:trace contextRef="#ctx0" brushRef="#br1" timeOffset="207166.26">6884 5036 6687 0,'0'0'1168'16,"0"0"-831"-16,-46-23-337 0,23 21 0 15,-4 5 0-15,7 9 0 16,1 5 0-16,7 7 0 0,1 9 0 16,5 5 0-16,6-1 0 0,0-1 0 15,6-2 0-15,1-7 0 0,3-7 0 16,4-8 0-16,7-12 0 0,2-9 0 15,8-19 0-15,0-11 0 0,6-12-477 16,-12 9-479-16,-4-7-537 0</inkml:trace>
  <inkml:trace contextRef="#ctx0" brushRef="#br1" timeOffset="207332.72">6993 4471 1012 0,'0'0'6439'15,"0"0"-5698"-15,0 0-741 0,0 0 0 0,0 0 0 16,-41 15 0-16,30 29 0 15,1 13 0-15,0 7 0 0,6-2 0 16,2 0 0-16,2 0 0 0,2-3 0 16,6-5 0-16,2-7 0 0,1-5 0 15,5-13-93-15,11-9-1219 16,0-11 251-16,-2-9-87 0,1-6-1834 0</inkml:trace>
  <inkml:trace contextRef="#ctx0" brushRef="#br1" timeOffset="207466.23">7198 4971 3589 0,'0'0'1401'0,"0"0"-129"0,0 0 481 15,0 0-1576-15,-35 38-177 0,14-8 0 16,4 3 0-16,3-2 0 0,8-7 0 16,2-5 0-16,4-4 0 0,4-6 0 15,6-4 0-15,0-5 0 16,5-6 0-16,-3-4-1113 0,3-5-348 0</inkml:trace>
  <inkml:trace contextRef="#ctx0" brushRef="#br1" timeOffset="207599.92">7251 4632 7931 0,'0'0'261'16,"0"0"-261"-16,0 0 0 0,0 0 0 15,0 0 0-15,0 0 0 0,0 0 0 16,0 0 0-16,-16 43 0 16,37-28-245-16,1 2-687 0,-5-6-1125 15,4 3-368-15</inkml:trace>
  <inkml:trace contextRef="#ctx0" brushRef="#br1" timeOffset="207915.58">7535 4943 2653 0,'0'0'3157'15,"0"0"-1952"-15,-38-5-705 0,28-2-96 16,0-3-131-16,-1 1-273 0,1-2 0 16,0-1 0-16,-1 4 0 0,1 2 0 15,0 6 0-15,-1 0 0 0,-3 8 0 16,2 4 0-16,-3 1 0 15,5 1 0-15,8 1 0 0,-2-2 0 16,8-1 0-16,6-1 0 0,2 1 0 16,13-2 0-16,2-2 0 0,0-1 0 15,4-2 0-15,-6 1 0 16,-7 1 0-16,-3 1 0 0,-11 5 0 16,-4 4 0-16,-14 3 0 0,-9 4 0 15,-12 1 0-15,-3-1 0 0,-5-1 0 16,2-4 0-16,-5-4 0 0,13-6 0 15,6-7 0-15,13-7 0 0,14-14-277 16,10 4-907-16,5-10-649 0</inkml:trace>
  <inkml:trace contextRef="#ctx0" brushRef="#br1" timeOffset="208449.1">7566 5367 3465 0,'-11'44'3162'0,"7"-4"-3154"0,-2 9 8 15,6-3 372-15,-4-1-268 0,4-2 0 16,0-3-52-16,0-5-60 0,-4-6-8 16,4-7 0-16,-2-9-76 0,-2-7-128 15,4-6-188-15,-7-4 107 0,-3-14 5 16,4-16 220-16,2-12 60 15,0-8 40-15,8-4 112 0,2-5 4 16,8-8 21-16,3-10 111 0,4-6-148 16,3-1 48-16,9 4 208 0,0 8-176 15,7 14-8-15,-3 15-47 0,-6 10-165 16,-4 11 0-16,-6 13 0 16,-9 7 0-16,-2 6 0 0,-1 7 0 15,-3 11 0-15,-4 7 0 0,-2 8 0 16,-8 7 0-16,-7 4 0 0,-6 5 0 15,-5 1 0-15,-5-2 0 0,6-3 0 16,2-7 0-16,6-7 0 0,7-11 0 16,2-8 0-16,6-7 0 15,2-5-761-15,0-1-496 0,2-15-387 0</inkml:trace>
  <inkml:trace contextRef="#ctx0" brushRef="#br1" timeOffset="208649.87">8004 4530 6086 0,'0'0'1289'0,"0"0"-1029"15,-17 52 32-15,13-14-27 0,-2 9-265 16,2 6 0-16,-2 5 0 16,-1 7 0-16,1 3 0 0,-2 0 0 15,2 1 0-15,-5-4 0 0,5-5 0 16,-2-8 0-16,8-11 0 0,0-15 0 15,14-9-521-15,7-17-660 0,0-4-1480 16,2-10-600-16</inkml:trace>
  <inkml:trace contextRef="#ctx0" brushRef="#br1" timeOffset="208949.5">8196 4992 5486 0,'0'0'1973'0,"-25"-43"-1353"0,5 21-507 15,7 11-113-15,-1 6 0 0,-1 7 0 16,3 12 0-16,-5 11 0 15,3 8 0-15,-1 8 0 0,3 1 0 16,2 2 0-16,3-2 0 0,7-5 0 16,3-6 0-16,11-8 0 0,3-9 0 15,3-8 0-15,7-8 0 16,0-13 0-16,4-5 0 0,-6-6 0 16,-5-1 0-16,-3 0 0 0,-7 2 0 15,-3 2 0-15,-3 4 0 0,-2 9 0 16,-2 3 0-16,0 4 0 0,0 4 0 15,-2 12 0-15,2 10 0 0,-4 5 0 16,4 6 0-16,0-3 0 0,4-6 0 16,2-7 0-16,8-6 0 15,3-7 0-15,4-5-481 0,-1-9-555 16,-7-1-817-16,1-4-4 0</inkml:trace>
  <inkml:trace contextRef="#ctx0" brushRef="#br1" timeOffset="209166.33">8475 4985 4822 0,'0'0'1797'0,"-4"-49"-1121"16,0 27-104-16,-2 9-247 0,4 7-325 16,-7 6 0-16,-1 10 0 0,-2 9 0 15,-9 9 0-15,7 9 0 16,1 2 0-16,3 1 0 0,6 3 0 16,0 0 0-16,4-2 0 0,4-5 0 15,6-6 0-15,7-6 0 0,3-7 0 16,1-6 0-16,4-9 0 0,2-4 0 15,-1-10 0-15,1-6 0 0,-10-5-153 16,-3-2-767-16,-3 8-401 0,-7-4-2485 16</inkml:trace>
  <inkml:trace contextRef="#ctx0" brushRef="#br1" timeOffset="209733.37">8566 5164 5146 0,'0'0'1044'0,"0"0"-780"15,0 0 457-15,0 0-173 0,35-7-156 16,-12-8-315-16,2-9-77 0,-2-1 0 15,-5-1 0-15,-5 1 0 16,-5 0 0-16,-2 0 0 0,-6-1 0 16,-6 1 0-16,-2 4 0 0,-3 7 0 15,5 3 0-15,-4 9 0 0,-1 2 0 16,-1 13 0-16,-3 12 0 16,-1 8 0-16,1 11 0 0,5 1 0 15,6 1 0-15,4 0 0 0,8-7 0 16,9-7 0-16,8-10 0 0,2-12 0 15,4-5 0-15,2-6 0 0,-2-10 0 16,-5-5 0-16,-1-7 0 0,-8 2 0 16,-1-3 0-16,-5 3 0 15,-7 2 0-15,2 5 0 0,-6 4 0 16,0 5 0-16,0 3 0 0,0 2 0 16,0 6 0-16,0 9 0 0,0 10 0 15,4 3 0-15,2 0 0 0,-2-6 0 16,-4-5 0-16,0-4 0 15,3-5 0-15,-3-3 0 0,0-2 0 16,0-3 0-16,0 0 0 0,0-8 0 16,4-6 0-16,0-10 0 0,6-4 0 15,-4-4 0-15,7 0 0 16,1 5 0-16,1-3 0 0,1 8 0 16,-3 3 0-16,-3 8 0 0,-2 5 0 15,3 5 0-15,-5 1 0 0,4 1 0 16,3 5 0-16,1 1 0 0,-8 4 0 15,2 4 0-15,-5 4 0 0,-3 5 0 16,-3 2 0-16,-5 4 0 0,2-3 0 16,-4-2 0-16,3-5 0 15,3-7 0-15,4-6 0 0,7-6 0 16,7-7 0-16,7-8 0 0,6-7 0 16,-1-8 0-16,3 3 0 0,-2-3 0 15,-10 7-1918-15,-7 1-1899 0</inkml:trace>
  <inkml:trace contextRef="#ctx0" brushRef="#br1" timeOffset="210634.1">9201 5149 1244 0,'0'0'384'0,"0"0"201"0,0 0-405 0,0 0 632 0,0 0 324 16,0 0-407-16,20 34-29 0,-13-18 145 15,3-4-417-15,6-3 8 0,3-8 156 16,4-2-471-16,4-10-121 0,2-3 0 16,-7-5 0-16,3-3 0 0,-2-5 0 15,-2-1 0-15,-7-4 0 16,3 1 0-16,-5-1 0 0,-4 3 0 16,3 0 0-16,-9 3 0 0,2 2 0 15,-4 4 0-15,-4 7 0 0,-3 3 0 16,-3 5 0-16,-2 3 0 15,-3 5 0-15,-1 11 0 0,1 8 0 16,-1 9 0-16,1 9 0 0,5 3 0 16,4 5 0-16,2-2 0 0,4-4 0 15,8-7 0-15,4-9 0 16,3-4 0-16,1-6 0 0,5-5 0 16,0-8 0-16,1-3 0 0,3-7 0 15,0-8 0-15,-6-6 0 0,1-5 0 16,-1-3 0-16,-3-1 0 0,-5 2 0 15,1 3-9-15,-4 5 9 0,-1 7 9 16,-3 5-9-16,-2 5 0 0,-2 3 0 16,4 13 0-16,-4 10 0 15,4 4 0-15,-2 4 0 0,-2 0 0 16,0-6 0-16,0-2 0 0,0 1 0 16,0-9 0-16,4-4 0 15,-4-5 0-15,0-5 0 0,6-1 0 0,5-7 0 16,5-12 0-16,5-9 0 15,0-8 0-15,-5-1 0 0,3 4 0 16,-7 1 0-16,3 5 0 0,-3 3 0 16,-4 10 0-16,-1 7 0 0,-7 4 0 15,4 8 0-15,-2 11 0 16,8 10 0-16,-6 7 0 0,7 2 0 16,-9 0 0-16,2-7 0 0,-4-2 0 15,4-6 0-15,-4-5 0 0,2-9 0 16,6-6 0-16,-2-17-1033 0,1-1-1817 15,1-9-1271-15</inkml:trace>
  <inkml:trace contextRef="#ctx0" brushRef="#br1" timeOffset="210816.64">10005 4438 3621 0,'0'0'4454'0,"0"0"-4337"0,0 0-117 15,0 0 0-15,-10 46 0 0,10 4 0 16,-3 13 0-16,-1 7 0 0,4-1 0 15,0 2 0-15,0-3 0 16,7-4 0-16,-3-6 0 0,-2-5 0 16,2-4 0-16,-4-9 0 0,-4-5 0 15,2-14-557-15,-2-9-2532 0</inkml:trace>
  <inkml:trace contextRef="#ctx0" brushRef="#br1" timeOffset="210933.13">9920 4984 5182 0,'0'0'2725'15,"0"0"-2653"-15,37-32 141 0,-6 18-213 16,7-3 0-16,3 3 0 0,2-5 0 16,-12 5-185-16,-4-4-1684 0</inkml:trace>
  <inkml:trace contextRef="#ctx0" brushRef="#br1" timeOffset="211499.09">10697 5343 3109 0,'-6'45'1985'15,"-8"11"-753"-15,3 11-895 0,11-3 159 16,0-3 192-16,4-1-456 0,3-7-119 16,-1-7-113-16,-2-9 0 0,2-9 0 15,-6-11 0-15,0-7-37 0,0-10-327 16,0-17-488-16,-6-12 71 15,-4-11 49-15,3-9-361 0,-3 1 1013 16,2-4 80-16,2-4 665 0,-1-6-125 16,3-8-92-16,4-6 225 0,-6-2-309 15,6-4-64-15,0 4 48 16,6 5-252-16,9 4 88 0,1 11 137 16,11 7-321-16,4 9 0 0,4 13 0 15,-2 7 0-15,1 12 0 0,-3 8 0 16,-7 5 0-16,-1 6 0 0,-4 7 0 15,-7 2 0-15,-2 3 0 0,-10 3 0 16,0 2 0-16,-10 2 0 0,-11 2 0 16,1-1 0-16,-7 0 0 15,0-8 0-15,4-2 0 0,-2-6 0 16,9-5 0-16,6-3 0 0,5-1 0 16,5-3 0-16,5-1-77 0,5-4-571 15,6-2-1009-15,1-1-300 0,4 0-1732 16</inkml:trace>
  <inkml:trace contextRef="#ctx0" brushRef="#br1" timeOffset="211716.61">10976 5090 3105 0,'0'0'3149'16,"-20"34"-2656"-16,16-26-101 0,2-2 292 15,-3-5-416-15,3 1-167 0,-2-2-101 16,4-2 0-16,-4-8 0 0,4-9 0 15,8-4 0-15,-1-3 0 0,3 1 0 16,0 2 0-16,3 1 0 0,-3 1 0 16,0 3 0-16,5 1 0 0,-5 2 0 15,2 2 0-15,3 1 0 16,-1 5 0-16,-7 4-1089 0,-5 0-200 16,2 3-1932-16</inkml:trace>
  <inkml:trace contextRef="#ctx0" brushRef="#br1" timeOffset="212099.18">11129 5007 5410 0,'0'0'1481'16,"0"0"-1117"-16,42-3 573 0,-26-7-937 16,-1-6 0-16,-5-3 0 0,-4 0 0 15,-2-1 0-15,-4-2 0 0,-8-2 0 16,2 0 0-16,-6 5 0 16,-7 5 0-16,2 8 0 0,-3 9 0 15,-1 14 0-15,-6 11 0 0,0 12 0 16,0 6 0-16,7 1 0 0,9 2 0 15,11-4 0-15,17-5 0 0,14-9 0 16,10-9 0-16,9-12 0 0,6-10 0 16,2-5 0-16,-1-9-449 15,-3-5-591-15,-2-1 363 0,-11-4 125 16,-8 3-32-16,-12-1 464 0,-11 4 48 16,-6 0 72-16,-4 0 664 0,-4 0 376 15,-2 1 389-15,-4 2-1068 0,-5 3-361 16,3 5 0-16,-7 5 0 0,3 8 0 15,-1 11 0-15,-3 10 0 16,-1 8 0-16,4 8 0 0,3 1 0 16,12-1 0-16,2-5 0 0,6-8 0 15,15-6 0-15,-1-12 0 16,7-10 0-16,0-6 0 0,-2-17-1421 16,-9 4-272-16,-1-12-1076 0</inkml:trace>
  <inkml:trace contextRef="#ctx0" brushRef="#br1" timeOffset="212265.77">11576 4484 6727 0,'0'0'900'0,"0"0"-335"0,0 0-565 0,0 0 0 16,-17 71 0-16,11-13 0 0,2 9 0 16,4 7 0-16,0-3 0 0,0 4 0 15,4-5 0-15,-2-5 0 0,2-9 0 16,3-11 0-16,1-17-385 15,-2-6-1268-15</inkml:trace>
  <inkml:trace contextRef="#ctx0" brushRef="#br1" timeOffset="212433.2">11692 4945 3773 0,'0'0'4162'15,"0"44"-3905"-15,0-11-257 0,0 4 0 16,0-1 0-16,-11 1 0 0,9 1 0 15,-2-6 0-15,4-6 0 0,10-8 0 16,7-11 0-16,-3-7 0 0,3-7-1778 16,-7-10-847-16</inkml:trace>
  <inkml:trace contextRef="#ctx0" brushRef="#br1" timeOffset="212549.14">11801 4657 3169 0,'-6'-45'4466'0,"-2"15"-3909"16,2 9-557-16,1 16 0 0,-3 8 0 15,-6 6 0-15,-3 1 0 16,7 0 0-16,6-4 0 0,4-1-2338 16,10-5-1716-16</inkml:trace>
  <inkml:trace contextRef="#ctx0" brushRef="#br1" timeOffset="213198.9">12060 5160 1816 0,'0'0'505'0,"0"0"1127"0,0 0-403 0,0 0-685 16,0 0-156-16,0 0 69 0,0 0-81 15,0-50-116-15,4 26 220 16,2 4-200-16,-6 2-55 0,0 5-225 16,0 7 0-16,-6 1 0 0,-9 8 0 15,-3 9 0-15,-11 10 0 0,-4 14 0 16,2 6 0-16,-2 9 0 0,4 1 0 15,8-2 0-15,11-6 0 0,14-7 0 16,10-10 0-16,17-10 0 0,8-11 0 16,3-11 0-16,10-15 0 15,-5-12 0-15,-6-9 0 0,-8 8-833 16,-12-6-3405-16</inkml:trace>
  <inkml:trace contextRef="#ctx0" brushRef="#br1" timeOffset="213399.15">12227 4658 5118 0,'0'0'3061'0,"0"0"-3048"16,0 0-13-16,0 0 0 0,0 0 0 15,0 0 0-15,0 0 0 0,25 81 0 16,-15-22 0-16,0 3 0 16,1-2 0-16,-3 1 0 0,0-1 0 15,-8-1 0-15,0 0 0 0,-4-2 0 16,-6-3 0-16,0-10 0 0,3-10 0 15,1-12 0-15,2-12-645 0,0-7-2264 16</inkml:trace>
  <inkml:trace contextRef="#ctx0" brushRef="#br1" timeOffset="213548.86">12126 5073 7731 0,'0'0'428'15,"0"0"-395"-15,0 0-33 0,0 0 0 16,47-13 0-16,-14 6 0 15,9-3 0-15,-5 2 0 0,0 1 0 16,-6 2 0-16,0 2-445 0,-10-1-1236 16,-5 1-908-16</inkml:trace>
  <inkml:trace contextRef="#ctx0" brushRef="#br1" timeOffset="213798.96">12459 5165 5974 0,'0'0'681'0,"0"0"-357"0,51-2 684 15,-30-11-803-15,0-5-205 0,-5-3 0 16,1-3 0-16,-9 0 0 0,-8 1 0 16,0 0 0-16,-4 4 0 0,-7 4 0 15,-3 3 0-15,-3 9 0 16,-3 6 0-16,-1 10 0 0,0 7 0 16,5 10 0-16,-5 3 0 0,11 3 0 15,-3-1 0-15,9-2 0 16,8-2 0-16,9-6 0 0,5-4 0 15,9-3-41-15,6-6-567 0,3-6 180 16,-3-5 12-16,2-3-873 0,-2-8 168 16,-8 1-87-16</inkml:trace>
  <inkml:trace contextRef="#ctx0" brushRef="#br1" timeOffset="214000.4">12800 5093 5230 0,'0'0'1893'15,"-5"-39"-1233"-15,-1 25-251 0,-4 3-409 16,0 3 0-16,-1 7 0 0,-1 3 0 15,-3 11 0-15,3 11 0 0,-7 9 0 16,9 6 0-16,-2 5 0 0,3-3 0 16,9-4 0-16,5-5 0 0,9-7 0 15,3-7 0-15,-1-10 0 0,5-8 0 16,6-7 0-16,-7-12 0 16,7-6 0-16,-6-7-121 15,-1-5-335-15,-5-3-949 0,-3 8-119 0,-1-1-853 16</inkml:trace>
  <inkml:trace contextRef="#ctx0" brushRef="#br1" timeOffset="214165.94">12884 4504 7679 0,'0'0'513'0,"0"0"-513"0,-10 66 0 16,4-16 0-16,0 7 0 0,-5 2 0 15,5 7 0-15,2-1 0 0,0 2 0 16,4-2 0-16,4-3 0 0,6-1 0 15,-4-8 0-15,5-7 0 0,-1-10-357 16,-4-14-1608-16,5-10-1000 0</inkml:trace>
  <inkml:trace contextRef="#ctx0" brushRef="#br1" timeOffset="214566.61">13587 4714 6114 0,'0'0'601'0,"0"0"-57"15,0 0-40-15,-27 60-292 0,21-14 5 16,2 7-217-16,4-1 0 15,10-4 0-15,7 2 0 0,4 1 0 16,-5 1 0-16,5-2 0 0,-7-2 0 16,-8-6 0-16,-6-6 0 0,-4-5-305 15,-2-11-983-15,-4-6-2974 0</inkml:trace>
  <inkml:trace contextRef="#ctx0" brushRef="#br1" timeOffset="214716.62">13519 5169 6967 0,'0'0'860'16,"0"0"-495"-16,0 0-365 0,48-32 0 15,-11 20 0-15,0 4 0 0,-2 4 0 16,-2 4 0-16,-2 0-829 0,-6 0-552 16,-4 1-3157-16</inkml:trace>
  <inkml:trace contextRef="#ctx0" brushRef="#br1" timeOffset="-214531.03">13893 5132 6542 0,'0'0'1401'0,"-47"5"-1152"15,20 3-249-15,6 8 0 16,-2 5 0-16,3 4 0 0,5 3 0 16,5 3 0-16,10-2 0 0,4-3 0 15,12-1 0-15,5-5 0 0,10-7 0 16,2-6 0-16,-2-6 0 0,4-3 0 15,-8-9 0-15,-4-4 0 0,-4-7 0 16,-7 2 0-16,-4-6 0 16,-6-1 0-16,-2-2 0 0,-6 1 0 15,-8-1 0-15,-3 1 0 0,-6 2 0 16,-1 1 0-16,3 6-1205 0,4 0-1240 0</inkml:trace>
  <inkml:trace contextRef="#ctx0" brushRef="#br1" timeOffset="-214047.55">14631 4664 2697 0,'0'0'2653'0,"-39"35"-1693"0,20-8-239 0,1 6-341 15,-3 7-60-15,4 7 141 0,5 6-461 16,4 5 0-16,2 2 0 0,6 5 0 16,-5-2 0-16,5-2 0 0,5-8 0 15,1-8 0-15,8-11 0 16,3-9 0-16,3-10 0 0,1-13 0 16,6-8 0-16,0-13 0 0,-2-7 0 15,-9-5 0-15,-6-2-69 0,-10 2-55 16,-4 3 52-16,-8 4 72 0,-13 6 8 15,-8 9 8-15,-2 5-12 0,-2 7 40 16,0 6-40-16,10 4 20 0,6 0-24 16,11 4-8-16,6-2-12 0,4-1-264 15,10-1-424-15,6-2-37 16,3-6-1244-16,-2-3-312 0</inkml:trace>
  <inkml:trace contextRef="#ctx0" brushRef="#br1" timeOffset="-213780.78">14821 5299 3669 0,'0'0'3026'16,"0"0"-2298"-16,0 0 41 0,0 0-769 15,44-29 0-15,-34 4 0 16,0-1 0-16,1-2 0 0,-5-1 0 16,-6-1 0-16,0 2 0 0,0 3 0 15,-6 4 0-15,-7 5 0 0,-5 10 0 16,-3 6 0-16,-2 12 0 0,-4 12 0 15,3 9 0-15,1 10 0 0,4 1 0 16,9-1 0-16,10 0 0 16,14-5 0-16,17-5 0 0,17-4 0 0,16-11 0 15,15-10 0-15,5-8 0 16,5-10 0-16,-21 0-1017 0,-6-7-1548 0</inkml:trace>
  <inkml:trace contextRef="#ctx0" brushRef="#br1" timeOffset="-213062.7">15925 5084 1912 0,'0'0'3834'0,"0"0"-3230"0,-4 59-267 0,2-20 407 0,2 0-376 15,0-3-104-15,0-4-135 16,0-6-129-16,0-6 0 0,0-7 0 16,2-5 0-16,-2-3 0 0,0-5 0 15,0 1 0-15,0-1 0 0,0-2 0 16,-2-7 0-16,-2-5 0 0,2-1 0 15,2-3 0-15,2 2 0 0,8 0 0 16,0-2 0-16,7 2 0 0,8-1 0 16,-5-2 0-16,1 3 0 15,-2 1 0-15,-5 1 0 0,-3 6 0 16,-1 1 0-16,-10 3 0 0,4 2 0 16,-2 2 0-16,-2-1 0 15,0 1 0-15,0 0 0 0,0 3 0 0,4 7 0 16,0 2 0-16,-2 1 0 15,3-4 0-15,-3-3 0 0,0-4 0 16,0-1 0-16,8-1 0 0,5-10 0 16,1-8 0-16,7-6 0 0,-5-3 0 15,-1 2 0-15,6 0 0 16,-9 4 0-16,3 4 0 0,-7 7 0 16,-2 5 0-16,-6 4 0 0,-2 2 0 15,0 11 0-15,0 9 0 0,0 5 0 16,-6 7 0-16,6-1 0 0,-4-3 0 15,4-2 0-15,0-4 0 0,4-7 0 16,7-4 0-16,1-6 0 0,2-6-161 16,1 0-1372-16,-3-8-283 0</inkml:trace>
  <inkml:trace contextRef="#ctx0" brushRef="#br1" timeOffset="-212745.38">16671 5033 6583 0,'0'0'1252'0,"0"0"-895"0,-27-37-357 16,13 29 0-16,-5 1 0 0,1 5 0 15,-3 5 0-15,-2 7 0 16,3 8 0-16,-5 6 0 0,8 3 0 16,-3 8 0-16,7 1 0 0,5 3 0 15,8-2 0-15,0 0 0 0,14-9 0 16,3-3 0-16,8-7 0 0,6-10 0 15,2-4 0-15,-2-5 0 0,0-9 0 16,-8-5 0-16,-3-7 0 0,-3-4 0 16,-7 1 0-16,1-2 0 15,-7 0 0-15,-4 0 0 0,0 1 0 16,-4 2 0-16,-3 1 0 0,1 3 0 16,-2 6 0-16,2 2 0 0,4 6 0 15,-3 3-945-15,5 3 56 0,0 3-123 16,0 3-1305-16,5 7 108 0</inkml:trace>
  <inkml:trace contextRef="#ctx0" brushRef="#br1" timeOffset="-212545.75">16733 5240 4434 0,'0'0'1684'16,"-14"34"-1007"-16,12-24-185 0,2-8 76 16,0 1-288-16,0-2-223 0,0-1-57 15,2-5 0-15,4-9 0 0,4-16 0 16,1-8 0-16,3-2 0 0,1 0 0 15,-3 3 0-15,3 5 0 0,1 7 0 16,-1 0 0-16,1 7 0 0,1 3 0 16,3 3 0-16,1 3 0 15,-4 4-1349-15,-3 3-580 0,-4 0-921 0</inkml:trace>
  <inkml:trace contextRef="#ctx0" brushRef="#br1" timeOffset="-212313.28">16969 5152 6855 0,'0'0'724'0,"0"0"-204"0,50-4-427 16,-24-8-93-16,3-6 0 0,-6-1 0 16,-2 0 0-16,-5-3 0 0,-1-1 0 15,-5 1 0-15,-8 0 0 16,-4 2 0-16,-8 3 0 0,-5 7 0 16,-1 5 0-16,-1 5 0 0,-3 13 0 15,-5 6 0-15,-2 7 0 0,4 8 0 16,5 3 0-16,5 4 0 0,13 0 0 15,11 2 0-15,11-4 0 0,9-5 0 16,15-5 0-16,3-8 0 0,7-9 0 16,-2-8 0-16,2-5 0 15,-17-5-705-15,-4-6-2425 0</inkml:trace>
  <inkml:trace contextRef="#ctx0" brushRef="#br1" timeOffset="-211847.78">15516 5709 2657 0,'0'0'4018'0,"0"0"-2830"0,0 0-1016 15,0 0-80-15,89 4-27 0,0-12-65 16,22-4 0-16,15-4 0 0,0 0 0 16,11 0 0-16,8 0 0 0,-3 1 0 15,-5 4 0-15,-15 0 0 16,-17 7 0-16,-18 2 0 0,-17 2 0 16,-12 4 0-16,-17 2 0 0,-18 1 0 15,-9-1 0-15,-14 2 0 0,-10 0 0 16,-11 3 0-16,-5-1 0 0,-5-3 0 15,4-7-585-15,10 0-628 0,1-8-3301 16</inkml:trace>
  <inkml:trace contextRef="#ctx0" brushRef="#br0" timeOffset="-207714.15">2189 6338 6494 0,'0'0'517'0,"0"0"79"16,0 0-316-16,0 0-176 0,66 3 97 16,-12-9-201-16,18-2 0 0,7-4 0 15,-1-1 0-15,1-1 0 16,-3 1 0-16,-5 2 0 0,-7 1 0 15,-15 3 0-15,-7-1-697 0,-7 1-239 16,-19 3-337-16,-7 1-2741 0</inkml:trace>
  <inkml:trace contextRef="#ctx0" brushRef="#br0" timeOffset="-207514.2">2125 6640 5266 0,'0'0'732'15,"0"0"-192"-15,0 0-75 0,0 0-121 16,10 36-100-16,44-34-4 0,18-6 121 16,17-9-361-16,6-7 0 15,-8 0 0-15,-2-5 0 0,-6 5 0 16,-9 0 0-16,-12 2 0 0,-11 3-217 16,-10-2-1488-16,-12 4-304 0,-4-4-1200 15</inkml:trace>
  <inkml:trace contextRef="#ctx0" brushRef="#br0" timeOffset="-207229.95">2863 5935 8011 0,'0'0'0'0,"0"0"-76"15,33 24 76-15,-21-9 216 0,7 4-175 16,4 2-41-16,8 3 0 0,12-2 0 15,5 0 0-15,8 0 0 0,1 2 0 16,-5 4 0-16,-2 1 0 0,-9 0 0 16,-6 1 0-16,-6 0 0 15,-10 0 0-15,-9 4 0 0,-10 3 0 16,-19 6 0-16,-14 8 0 0,-14 5 0 16,-9 1 0-16,0-3 0 15,5-5 0-15,5-10 0 0,13-9 0 16,12-10 0-16,9-12-225 0,8-5-2032 15,4-13-2105-15</inkml:trace>
  <inkml:trace contextRef="#ctx0" brushRef="#br0" timeOffset="-206047.54">4337 6305 6815 0,'0'0'1072'15,"-27"-39"-776"-15,10 14-287 0,-1 3-9 16,-1 3 0-16,3 5 0 0,1 9 0 16,-5 5 0-16,3 12 0 0,0 11 0 15,-1 8 0-15,1 6 0 0,5 6 0 16,4-3 0-16,8-3 0 0,6-6 0 15,10-9 0-15,13-9 0 0,2-9 0 16,9-7 0-16,-1-9 0 0,-2-8 0 16,-4 1 0-16,-8-4 0 15,-4 3 0-15,-11 0 0 0,-4 4 0 16,-4 2 0-16,-2 5 0 0,0 2 0 16,-2 3 0-16,-2 3 0 0,-2 0 0 15,2 1 0-15,-3 6 0 16,1 11 0-16,0 14 0 0,6 7 0 15,2 7 0-15,8 2 0 0,-3 2 0 16,1 2 0-16,-2 6 0 16,-6 1 0-16,-10 0 0 0,-11 2 0 15,-2 2 0-15,-8-3 0 0,-4-2 0 16,-2-3 0-16,-4-6 0 0,-1-6 0 16,-1-9 0-16,6-10 0 0,6-13 0 15,8-10 0-15,11-12 0 0,10-14 0 16,2-12 0-16,6-15 0 0,8-12 0 15,-1-4 0-15,7-1 0 0,9 6 0 16,6 8 0-16,9 9 0 0,3 4 0 16,3 4-333-16,-5 0-595 15,-12 13-1565-15,-2-1-349 0</inkml:trace>
  <inkml:trace contextRef="#ctx0" brushRef="#br0" timeOffset="-205813.78">4587 6405 5554 0,'0'0'2009'0,"0"0"-1441"15,0 0-507-15,0 0-61 0,0 0 0 16,0 0 0-16,-15-33 0 0,-1 36 0 16,-3 15 0-16,1 13 0 15,-3 9 0-15,7 6 0 0,3-4 0 16,9-3 0-16,2-3 0 0,8-10 0 16,7-7 0-16,10-9 0 0,2-8 0 15,-5-5 0-15,5-9 0 0,-6-6 0 16,-3-4 0-16,-7-2 0 0,-5-3 0 15,-6 1 0-15,0-1 0 0,-6 2 0 16,-5 3 0-16,-5-1 0 0,-3 4 0 16,3 1 0-16,-1 5-1173 15,3 2-3433-15</inkml:trace>
  <inkml:trace contextRef="#ctx0" brushRef="#br0" timeOffset="-205247.64">5275 6313 6098 0,'0'0'729'0,"0"0"-105"16,0 0 117-16,0 0-741 0,-29 60 0 16,17-15 0-16,2 5 0 0,3-2 0 15,7-9 0-15,7-5 0 16,-1-5 0-16,8-7 0 0,-1-3 0 15,5-8 0-15,1-9 0 0,4-3 0 16,-1-10 0-16,3-9 0 16,-2-3 0-16,-7-5 0 0,-1-1 0 15,-3 1 0-15,-1 2 0 0,-7 2 0 16,0 8 0-16,-4 6 0 0,0 6 0 16,0 4 0-16,-4 3 0 0,-2 11 0 15,1 8 0-15,3 5 0 0,4 0 0 16,7-5 0-16,3-6 0 0,5-3 0 15,-1-5 0-15,5-4 0 0,-3-5 0 16,3-6 0-16,0-5 0 0,-5-5 0 16,1-3 0-16,-7-2 0 15,1-3 0-15,-5-1 0 0,0-2 0 16,-2 2 0-16,-4-1 0 0,0 5 0 16,-6 1 0-16,2 7 0 0,0 3 0 15,2 4-913-15,2 3-624 16,4-2-648-16</inkml:trace>
  <inkml:trace contextRef="#ctx0" brushRef="#br0" timeOffset="-205080.92">5769 6289 6903 0,'0'0'1180'0,"-27"47"-1071"16,13-12-109-16,4 5 0 0,-5 4 0 15,7-2 0-15,6-1 0 0,2-7 0 16,10-4 0-16,5-10 0 0,1-7 0 15,5-7 0-15,0-7 0 0,-1-12-765 16,-9 0-1332-16,-1-12-1221 0</inkml:trace>
  <inkml:trace contextRef="#ctx0" brushRef="#br0" timeOffset="-204963.27">5827 5971 7591 0,'0'0'284'0,"-10"-37"33"16,10 26-317-16,0 10 0 15,-4 1 0-15,4 2 0 0,-2 6-209 16,2 1-827-16,0 0-2070 0</inkml:trace>
  <inkml:trace contextRef="#ctx0" brushRef="#br0" timeOffset="-204747.85">5891 5974 6975 0,'0'0'952'0,"0"0"-687"15,0 0-265-15,-16 47 0 0,12-7 0 16,4 9 0-16,0 4 0 16,4-1 0-16,2 3 0 0,0-4 0 15,2-2 0-15,-1-4 0 0,3-7 0 16,-6-5 0-16,-4-5 0 0,0-7 0 16,-4-6 0-16,-11-6 0 0,-1-5-733 15,-1-4-896-15,-7 0 144 16,5-2 113-16,0-1-1229 0</inkml:trace>
  <inkml:trace contextRef="#ctx0" brushRef="#br0" timeOffset="-204647.46">5759 6517 1716 0,'0'0'813'16,"-6"-42"-261"-16,12 22 644 0,11 2-727 16,3 1-265-16,5-5 104 15,4-4 52-15,2-4-80 0,0-3-196 16,-6 0-84-16,-2-2-244 0,-9 10-1465 16,-8 0-1260-16</inkml:trace>
  <inkml:trace contextRef="#ctx0" brushRef="#br0" timeOffset="-204364.19">6003 6063 5750 0,'0'0'937'0,"0"0"-421"16,0 0-156-16,0 0-80 0,0 0 69 16,0 0-349-16,25 50 0 15,-21-3 0-15,-2 7 0 0,-2 0 0 16,0-6 0-16,0-3 0 0,-2-4 0 16,2-7 0-16,0-9 0 0,0-8 0 15,0-7 0-15,0-6 0 16,2-4 0-16,2-6 0 0,6-12 0 15,1-10 0-15,5-8 0 0,5 1 0 16,-7 4 0-16,3 7 0 0,-7 5 0 16,1 7 0-16,-1 6 0 15,-4 6 0-15,0 9 0 0,1 11 0 16,1 8 0-16,-2 8 0 0,-2 4 0 16,0 0 0-16,2 1 0 0,-3-7 0 15,5-8 0-15,2-9 0 0,7-13 0 16,10-9 0-16,-7-7-1221 0,11-12-4902 15</inkml:trace>
  <inkml:trace contextRef="#ctx0" brushRef="#br0" timeOffset="-203747.46">7169 6174 6679 0,'0'0'1188'0,"0"0"-863"0,0 0-325 0,-40-5 0 0,16 1 0 16,-9 2 0-16,2 2 0 0,2 5 0 16,6 7 0-16,-4 5 0 15,6 4 0-15,5 2 0 0,1-1 0 16,9-3 0-16,6-3 0 0,0-3 0 16,6-2 0-16,5-1 0 0,5-2 0 15,9-2 0-15,6-2 0 0,8-2 0 16,7-1 0-16,1-1 0 0,-5 1 0 15,-9 4 0-15,-13 5 0 0,-9 3 0 16,-5 2-13-16,-6 0 13 0,-2-1 13 16,-2-2-13-16,-11 2 0 15,-3 1 0-15,-3 3 0 0,-14 3 0 16,2 2 0-16,-2 0 0 0,2-1 0 16,6-6 0-16,12-4 0 0,5-6 0 15,4-6-201-15,2-2-939 16,4-2-101-16,0-12-2297 0</inkml:trace>
  <inkml:trace contextRef="#ctx0" brushRef="#br0" timeOffset="-203597.69">7309 6082 5326 0,'0'0'544'0,"7"37"-32"16,-1 0 5-16,-4 11-253 0,-4 9-36 15,-7 7-204-15,-1 4 8 0,-4-1 0 16,-1-5-28-16,3-9-8 0,8-14-40 15,2-13-580-15,2-13-357 0,0-9-2656 16</inkml:trace>
  <inkml:trace contextRef="#ctx0" brushRef="#br0" timeOffset="-203446.88">7419 5841 6258 0,'0'0'204'15,"0"0"-144"-15,0 0-32 0,-4 50-28 16,4-21-40-16,0 5-536 0,0 4-188 16,4-9-217-16,-4 3-2164 0</inkml:trace>
  <inkml:trace contextRef="#ctx0" brushRef="#br0" timeOffset="-203247.36">7404 6607 6074 0,'0'0'701'0,"0"0"-449"0,0 0 360 15,21-33-272-15,-4 1-127 0,3-7-213 16,1-3 0-16,0 1 0 0,-1 3 0 16,-3 5 0-16,-7 10 0 15,1 10 0-15,-11 6 0 0,0 6 0 16,0 1 0-16,0 11 0 0,-7 11 0 16,3 7 0-16,-2 3-221 0,6-2-139 15,2-10-412-15,13-4-49 16,-5-7-207-16,11-5-917 0</inkml:trace>
  <inkml:trace contextRef="#ctx0" brushRef="#br0" timeOffset="-202879.77">7766 6398 2100 0,'0'0'913'16,"11"-32"-293"-16,-11 14 329 15,0 6-757-15,-15 4-140 0,3 2 96 16,-3 5-40-16,-1 1 40 0,-1 6 8 16,3 5-120-16,-1 3 16 0,3 4 16 15,3 3-12-15,3 2-8 0,6-1-36 16,0-3-8-16,6-3-4 0,9-6 0 15,-1-6-48-15,-1-4 32 0,3-4 8 16,-1-6-28-16,-5 0 36 0,1-2 52 16,-7 4 228-16,-2 2 136 15,-2 2 109-15,4 0-361 0,-4 1-8 16,0 3 76-16,0 2-180 0,0 10-48 16,0 11-8-16,0 7 12 0,4 4-8 15,-4 4 156-15,0-4 44 16,-4 3 8-16,-6 1-19 0,-5 2-189 15,-6 4 0-15,-8 2 0 0,-10 3 0 16,-4-2 0-16,-1-1 0 16,-1-3 0-16,1-6 0 0,7-11 0 15,8-8 0-15,13-11 0 0,10-13 0 16,6-13 0-16,10-16 0 0,13-19-49 16,8-11-467-16,10-16-120 0,0-11-1061 15,-10 19-100-15,2-7-860 0</inkml:trace>
  <inkml:trace contextRef="#ctx0" brushRef="#br0" timeOffset="-202463.88">7872 5800 7467 0,'0'0'472'0,"0"0"-219"16,-17 53-253-16,7-9 0 0,1 9 0 16,1 2 0-16,0 2 0 15,2 1 0-15,2 0 0 0,2-1 0 16,-3 0 0-16,-1-4 0 0,-4-1 0 15,0-5 0-15,-1-7 0 0,5-7 0 16,-2-8 0-16,2-8 0 0,6-7 0 16,0-8-213-16,0-3-535 15,10-12 260-15,13-11 91 0,1-3-259 16,7-1 448-16,-10 5 148 0,-9 10 56 16,-3 7 4-16,-7 3 280 0,2 3 665 15,0 0-377-15,-2 0-60 0,2 2-35 16,7-2-473-16,5-1 0 0,1-9 0 15,3-6 0-15,5-6 0 0,-8 1 0 16,3-4 0-16,-9 3 0 0,-5 0 0 16,-2 3 0-16,-4 2 0 15,-10 4 0-15,-5 5 0 0,-1 8 0 16,-9 9 0-16,2 13 0 0,-4 7 0 16,0 7 0-16,7 4 0 0,5 0 0 15,9-3 0-15,6-4 0 16,17-6 0-16,9-9 0 0,20-9 0 15,12-9 0-15,16-8 0 0,1-10 0 16,-17 2-1117-16,-1-2-4354 0</inkml:trace>
  <inkml:trace contextRef="#ctx0" brushRef="#br0" timeOffset="-201963.93">8876 6196 5486 0,'0'0'160'0,"0"0"1037"16,0 0-801-16,-49-10-80 0,20 10-36 16,-4 5-212-16,2 5-4 0,4 3 12 15,2 2-68-15,8 0-4 0,7 0-4 16,4 2-20-16,6-1 4 0,0 0 12 15,10-2-44-15,7-2 40 0,3-3 4 16,7-1-16-16,10 0 20 0,5 0 0 16,-5-1 4-16,4 1-4 15,-3 1 0-15,-12-1-12 0,-5 4 8 16,-11 1-28-16,-3 0-40 0,-7 3 72 16,-7-1 24-16,-5 1-4 0,-7-1 48 15,-3-1 140-15,-5-2-172 16,-2 1-19-16,0-2-17 0,-2-3-37 15,4-2-207-15,2-6-544 0,11-10-105 16,3-1-311-16,5-6-2558 0</inkml:trace>
  <inkml:trace contextRef="#ctx0" brushRef="#br0" timeOffset="-201747.47">9091 5698 5562 0,'0'0'436'0,"0"0"112"15,0 0-215-15,0 0 83 0,8 70 220 16,-8-18-375-16,-4 7-261 16,0 8 0-16,-2 0 0 0,0 7 0 0,-5 2 0 15,1 2 0-15,-4-3 0 16,3-10 0-16,1-10 0 0,4-10 0 16,0-13 0-16,1-10 0 0,5-9 0 15,-4-7-577-15,2-5-712 16,2-7-331-16</inkml:trace>
  <inkml:trace contextRef="#ctx0" brushRef="#br0" timeOffset="-201613.91">8990 6329 5590 0,'0'0'600'0,"0"0"-340"0,37-29 117 16,-16 26-93-16,-1 2-36 0,1 1 120 16,2 0-360-16,2 0-8 0,-5 0-92 15,3 0-492-15,2-1-117 0,-4-1-1079 16,-5 0 283-16,1 0-136 0</inkml:trace>
  <inkml:trace contextRef="#ctx0" brushRef="#br0" timeOffset="-201362.7">9290 6282 1944 0,'0'0'2598'16,"0"0"-1090"-16,0 0-387 0,0 0-100 16,0 0-1021-16,0 0 0 15,-36-29 0-15,24 27 0 0,-9 4 0 16,5 13 0-16,-5 6 0 0,5 6 0 16,-3 5 0-16,7 2 0 0,1 1 0 15,3-6 0-15,6-1 0 16,4-9 0-16,6-6 0 0,5-6 0 15,1-6 0-15,3-2 0 0,3-12 0 16,-3-2 0-16,2-4 0 0,-7-1 0 16,-2 1 0-16,-6 3 0 15,3 6 0-15,-3 4 0 0,-4 3 0 16,0 2 0-16,2 1 0 0,-2 4 0 16,0 11 0-16,4 5 0 0,2 3 0 15,2-1 0-15,5-5 0 0,1-9-529 16,7-2-531-16,2-6 67 0,-3-2-1412 15</inkml:trace>
  <inkml:trace contextRef="#ctx0" brushRef="#br0" timeOffset="-200747.62">9604 6238 4297 0,'0'0'1441'16,"0"0"-8"-16,-21-45-705 0,7 39-435 15,-1 6-293-15,-1 7 0 16,-1 11 0-16,-4 9 0 0,-1 8 0 15,1 3 0-15,0 0 0 0,11 0 0 16,4-4 0-16,6-7 0 0,2-2 0 16,8-9 0-16,7-6 0 15,3-6 0-15,1-5 0 0,0-9-21 16,-1-4-59-16,-3-4 32 0,-3-1-40 16,-1 0 16-16,-5-2 72 0,-2 0 8 15,-1 2 4-15,1 0-12 0,-6 4 48 16,0 5-20-16,0 4 68 0,0 3 21 15,0 1-117-15,0 2 0 0,0 1 0 16,-6 12 0-16,6 11 0 0,-9 6 0 16,7 8 0-16,-2 2 0 15,-2 1 0-15,-5 4 0 0,1 2 0 16,-6 1 0-16,-5 0 0 0,-8 1 0 16,-4 0 0-16,-4-2 0 15,-5-2 0-15,5-7 0 0,6-8 0 16,4-10 0-16,2-8 0 0,13-9 0 15,2-3 0-15,6-8 0 0,8-13 0 16,2-12 0-16,10-10 0 16,9-7 0-16,6 0 0 0,11 3 0 15,1 2 0-15,9 1 0 0,-3 3 0 16,3 5 0-16,-11-1 0 0,-3 4 0 16,-3 4 0-16,-8 0 0 0,-7-1 0 15,1 1 0-15,-9 1 0 0,-1 2 0 16,-7 1 0-16,-2 2 0 0,-2 2 0 15,-2 4 0-15,-6 3 0 0,1 4 0 16,-3 7 0-16,-2 3 0 0,1 14 0 16,-7 7 0-16,1 11 0 15,1 8 0-15,5 6 0 0,5 2 0 16,6 0 0-16,6-2 0 0,9-6 0 16,7-8 0-16,3-9 0 0,8-8 0 15,5-13 0-15,3-5 0 16,-10-5-177-16,0-8-2700 0</inkml:trace>
  <inkml:trace contextRef="#ctx0" brushRef="#br0" timeOffset="-200180.81">10214 6584 5154 0,'0'0'968'0,"33"2"-303"0,-13 14 667 0,-9 3-1259 0,3 10-73 16,-8 3 0-16,5 3 0 15,-1 4 0-15,-4-1 0 0,0 0 0 16,-6-1 0-16,0-3 0 0,-10-1 0 15,-6-2 0-15,-11 0 0 0,-4-5 0 16,-6-3 0-16,-1-7 0 16,1-9 0-16,6-7 0 0,10-14-61 15,11-3-1740-15,0-9-1004 0</inkml:trace>
  <inkml:trace contextRef="#ctx0" brushRef="#br0" timeOffset="-199797.47">10687 6424 4886 0,'0'0'1172'0,"0"0"-816"0,0 0 113 16,0 0 199-16,0 0-352 15,0 0-36-15,0 0-235 0,0 0-45 16,0 0 0-16,0 0 0 0,-31 5 0 15,14 8 0-15,-3 7 0 0,3 6 0 16,-1 5 0-16,7-3 0 0,5 1 0 16,6-3 0-16,10-6 0 15,5-3 0-15,8-6 0 0,4-7 0 16,1-3 0-16,-1-2 0 0,0-7 0 16,-6-4 0-16,-7-1 0 0,-7-6 0 15,-1-3 0-15,-6-3 0 0,-4-2 0 16,-5-1 0-16,-5 2 0 0,-3-1 0 15,-3 2 0-15,5 0 0 0,5 3 0 16,-3 1 0-16,9 6 0 0,0 3 0 16,4 6 0-16,4 3-461 15,13 4-1084-15,4 6 313 0,-1 1 63 16,1 2-1860-16</inkml:trace>
  <inkml:trace contextRef="#ctx0" brushRef="#br0" timeOffset="-199613.72">10892 6621 5130 0,'0'0'1236'0,"-11"33"-55"0,7-22-536 16,2-7-645-16,2-3 0 16,-4-1 0-16,4-3 0 0,-4-9 0 15,4-12 0-15,0-10 0 0,4-7 0 16,6-4 0-16,7 3 0 0,4 5 0 16,3 4 0-16,-1 6 0 0,4 0 0 15,4 2 0-15,0-2 0 0,-4-2 0 16,-11 7-205-16,3-4-3445 0</inkml:trace>
  <inkml:trace contextRef="#ctx0" brushRef="#br0" timeOffset="-198897.61">12000 5791 6198 0,'0'0'857'0,"0"0"-293"16,0 0 9-16,0 0-573 15,-52 65 0-15,31-15 0 0,-1 7 0 16,3 3 0-16,2-2 0 0,7 0 0 16,6 3 0-16,4 3 0 15,0 0 0-15,0-1 0 0,0-5 0 16,0-4 0-16,0-11 0 0,-2-11-129 16,2-11-1343-16,-4-11-505 0</inkml:trace>
  <inkml:trace contextRef="#ctx0" brushRef="#br0" timeOffset="-198747.8">11750 6391 6374 0,'0'0'837'0,"-17"-35"-125"15,21 20-443-15,9 1-269 0,7-1 0 16,7-2 0-16,4 3 0 0,0 1 0 16,0 2 0-16,0 4 0 0,-4 4 0 15,-6 3 0-15,-5 0-1093 16,-5 0-932-16</inkml:trace>
  <inkml:trace contextRef="#ctx0" brushRef="#br0" timeOffset="-198480.69">12070 6412 5918 0,'0'0'1597'16,"0"0"-920"-16,41-30-677 0,-24 10 0 15,-3-4 0-15,1-1 0 0,-7-3 0 16,0 0 0-16,-8 3 0 0,0 0 0 15,-4 5 0-15,-2 4 0 0,-9 6 0 16,-1 7 0-16,-1 4 0 0,-1 14 0 16,1 6 0-16,-3 9 0 15,-1 6 0-15,4 3 0 0,1 1 0 16,12-4 0-16,4-2 0 0,10-7 0 16,11-4 0-16,6-7 0 0,4-5 0 15,6-6 0-15,-2-4 0 16,2-2 0-16,0-6-1009 0,-10 0-88 15,-2-3-491-15</inkml:trace>
  <inkml:trace contextRef="#ctx0" brushRef="#br0" timeOffset="-198196.95">12459 6199 6362 0,'0'0'1641'16,"-44"-27"-1452"-16,17 19-189 0,-2 4 0 15,2 4 0-15,1 1 0 0,3 4 0 16,-2 3 0-16,8 1 0 0,7 1 0 15,0 3 0-15,6 0 0 0,4 3 0 16,4 0 0-16,12 3 0 0,1-3 0 16,12 1 0-16,0 0 0 15,8-3 0-15,-2-3 0 0,2 0 0 16,-6-1 0-16,-4 1 0 0,0 1 0 16,-12 1 0-16,-9 2 0 15,-6 2 0-15,-2 1 0 0,-13 2 0 16,-1 1 0-16,-9 0 0 0,-6 0 0 15,-2-2 0-15,2-3 0 0,0-4 0 16,4-8 0-16,10-4-21 0,7-10-1047 16,6-3-221-16,8-12-2609 0</inkml:trace>
  <inkml:trace contextRef="#ctx0" brushRef="#br0" timeOffset="-197980.62">12711 5700 5846 0,'0'0'1837'0,"0"0"-1328"0,0 0-509 0,-27 66 0 16,12-13 0-16,3 9 0 0,2 6 0 15,-1-1 0-15,7 5 0 16,-2 1 0-16,0 4 0 0,2-5 0 16,0-4 0-16,-3-7 0 0,5-11 0 15,-2-10 0-15,0-9 0 16,-2-13 0-16,-5-13-1754 0,1-5-379 15,0-12-1628-15</inkml:trace>
  <inkml:trace contextRef="#ctx0" brushRef="#br0" timeOffset="-197863.65">12448 6334 6506 0,'0'0'1033'16,"0"0"-669"-16,0 0-128 0,68-35-183 16,-20 22-53-16,8-1 0 0,2-1 0 15,0 0 0-15,-5 0 0 0,-16 5-597 16,-1-3-2376-16</inkml:trace>
  <inkml:trace contextRef="#ctx0" brushRef="#br0" timeOffset="-197430.7">13341 5771 6106 0,'0'0'669'0,"0"0"103"16,0 0-444-16,-39 67-92 0,14-12-155 15,4 12-81-15,1 1 0 0,9-4 0 16,1 1 0-16,10 2 0 0,-2-2 0 16,4-4 0-16,2-2 0 15,2-9 0-15,3-8 0 0,-3-8 0 16,4-12 0-16,3-10 0 0,-3-10 0 16,0-9 0-16,5-12 0 0,-5-7 0 15,3-8 0-15,-3 1 0 16,-10 1 0-16,-2 3 0 0,-9 4 0 15,-5 5 0-15,-5 8 0 0,-4 5 0 16,3 6 0-16,-3 4 0 0,4 5-97 16,9 2-599-16,4-1-785 15,5-3-140-15,6-4-660 0</inkml:trace>
  <inkml:trace contextRef="#ctx0" brushRef="#br0" timeOffset="-197163.5">13660 6289 5670 0,'0'0'2205'16,"0"0"-1888"-16,-52-8-317 0,27 6 0 16,-2 1 0-16,-4 1 0 15,4 6 0-15,-4 6 0 0,4 6 0 16,7 7 0-16,-1 6 0 0,9 4 0 16,1 5 0-16,7-1 0 0,8-3 0 15,13-5 0-15,8-7 0 16,4-7 0-16,6-9 0 0,6-8 0 15,-2-8 0-15,7-7 0 0,-9-6 0 16,0-3 0-16,-6-4 0 0,-10 0 0 16,-11 1 0-16,-6-1 0 15,-4-1 0-15,-8 1 0 0,-2-2-289 16,-3 0-819-16,5 8-105 0,-2-3-2088 0</inkml:trace>
  <inkml:trace contextRef="#ctx0" brushRef="#br0" timeOffset="-196963.59">13870 5609 6074 0,'0'0'829'15,"0"0"39"-15,-31 52-484 0,21-9-347 16,-7 10-37-16,7 0 0 0,4 7 0 16,2 5 0-16,0 2 0 0,4 3 0 15,0 1 0-15,0-1 0 16,0-1 0-16,-7-7 0 0,3-7 0 15,-2-9 0-15,2-10 0 0,-2-11 0 16,2-10-773-16,-3-9-2361 0</inkml:trace>
  <inkml:trace contextRef="#ctx0" brushRef="#br0" timeOffset="-196846.58">13748 6216 5018 0,'0'0'860'16,"40"-39"-412"-16,-16 12-79 0,-1-1-237 15,-2-2-132-15,-2 7-228 0,-7-3-2038 16</inkml:trace>
  <inkml:trace contextRef="#ctx0" brushRef="#br0" timeOffset="-196563.5">13961 5894 6278 0,'-12'49'1581'0,"8"2"-1297"0,-2 8-235 16,1-1-49-16,5 0 0 15,0-2 0-15,0-4 0 0,5-5 0 16,1-8 0-16,0-10 0 0,2-7 0 16,-2-11 0-16,-1-6 0 15,-3-4 0-15,2-3 0 0,10-11 0 16,3-14 0-16,3-6 0 0,1-4 0 16,-4 2 0-16,-1 6 0 0,5 8 0 15,-7 8 0-15,-1 8 0 0,-3 11 0 16,0 11 0-16,-3 7 0 0,-3 7 0 15,0 1 0-15,-4 1 0 0,0-4 0 16,0-3 0-16,0-6 0 0,2-7-1001 16,8-5-1532-16</inkml:trace>
  <inkml:trace contextRef="#ctx0" brushRef="#br0" timeOffset="-196030.6">14718 6312 6643 0,'0'0'1212'0,"0"0"-896"0,0 0-295 16,-10 58-21-16,10-13 0 0,-7 8 0 16,5-3 0-16,2-9 0 0,0-4 0 15,6-8 0-15,5-6 0 16,1-8 0-16,-1-8 0 0,3-7 0 15,3-4 0-15,-1-9 0 0,-1-7 0 16,1-4 0-16,1-5 0 0,-17 29 0 16,24-57 0-16,-13 29 0 15,-1 4 0-15,-4 5 0 0,-2 8 0 16,-4 6 0-16,0 5 0 0,0 3 0 16,7 11 0-16,-3 12 0 0,-2 6 0 15,8 2 0-15,1-4 0 0,-1-9 0 16,8-3 0-16,1-10 0 0,2-5 0 15,-1-4 0-15,-3-9 0 0,-3-8 0 16,1-3 0-16,-9-6 0 0,0-2 0 16,-2-2 0-16,-4 0 0 15,-6-2 0-15,-2-2 0 0,2-2 0 16,2 0-137-16,4 1-1063 0,0 9-105 16,8 6-2261-16</inkml:trace>
  <inkml:trace contextRef="#ctx0" brushRef="#br0" timeOffset="-195879.03">15247 6224 5998 0,'-14'32'1105'0,"-3"2"-16"15,-4 10-1089-15,1 1 0 0,-3 3 0 16,2-1 0-16,5-4 0 0,5-8 0 16,7-9 0-16,8-8 0 0,9-12 0 15,1-6 0-15,9-9-321 0,-4-3-1928 16,-7-8-104-16</inkml:trace>
  <inkml:trace contextRef="#ctx0" brushRef="#br0" timeOffset="-195697.02">15280 5898 6426 0,'0'0'1029'16,"0"0"-301"-16,-16-38-719 0,9 35-9 15,7 3 0-15,0 0 0 16,0 0 0-16,0 3 0 0,7 7 0 15,9 1 0-15,-1 3 0 0,5-2-285 16,-3-3-479-16,-3-5-1133 0,-3-2-144 0</inkml:trace>
  <inkml:trace contextRef="#ctx0" brushRef="#br0" timeOffset="-195497.13">15425 5922 5210 0,'-8'33'1441'0,"1"1"-393"15,1 8-555-15,0-1-493 0,2 5 0 16,0 2 0-16,2 3 0 0,2 2 0 16,-4 2 0-16,-1 5 0 15,3-3 0-15,-8-1 0 0,2-5 0 16,2-11 0-16,-1-10 0 0,3-12 0 16,2-9 0-16,0-9 0 15,2-11-313-15,-2-10-1584 0,-2-2 52 16,2-4-880-16</inkml:trace>
  <inkml:trace contextRef="#ctx0" brushRef="#br0" timeOffset="-195347.29">15305 6238 4790 0,'0'0'524'0,"0"0"304"16,48-24-267-16,-32 16-185 0,-1 1-52 16,5-1-268-16,-3-1-12 0,3-1-16 15,1-1-24-15,-4-4-4 0,-1-1 0 16,-1-3-372-16,1-1-241 0,-10 5-1247 15,5-3-417-15</inkml:trace>
  <inkml:trace contextRef="#ctx0" brushRef="#br0" timeOffset="-195080.71">15543 6058 6078 0,'-17'47'1913'0,"7"0"-1712"0,-3 5-201 16,3-6 0-16,2-5 0 0,2-7 0 15,1-7 0-15,3-6 0 16,-2-8 0-16,4-4 0 0,0-6 0 15,0-2 0-15,0-1 0 0,0 0 0 16,0-2 0-16,6-6 0 0,5-8 0 16,-1-4 0-16,5 1 0 15,5 0 0-15,-3 4 0 0,3 4 0 16,1 4 0-16,0 4 0 0,-1 4 0 16,-3 8 0-16,-5 8 0 0,-7 9 0 15,-1 8 0-15,-4 5 0 0,-4 3 0 16,-7-2 0-16,1-3 0 0,0-10 0 15,10-9 0-15,0-10 0 0,0-7-2254 16,4-9-2024-16</inkml:trace>
  <inkml:trace contextRef="#ctx0" brushRef="#br0" timeOffset="-194464.02">16587 6378 7079 0,'0'0'568'0,"-15"34"-196"0,9-10-199 15,0 1-173-15,2 1 0 0,-3 0 0 16,3-3 0-16,4-4 0 0,0-7 0 16,0-5 0-16,0-4 0 0,0-3 0 15,0-5 0-15,4-10 0 0,3-15 0 16,-1-9 0-16,4-7 0 0,5-3 0 15,1 1 0-15,5 1 0 0,4 1 0 16,4 5 0-16,2 9 0 0,-7 12 0 16,-7 10 0-16,-7 13 0 15,-4 17 0-15,-1 8 0 0,-5 13 0 16,0 2 0-16,0 7 0 0,0 1 0 16,0-2 0-16,0-2 0 0,6-6 0 15,4-6 0-15,5-6 0 16,-3-6 0-16,7-7 0 0,-7-3 0 15,2-5-305-15,-3-7-1228 0,-5-1 161 16,-2-3-357-16</inkml:trace>
  <inkml:trace contextRef="#ctx0" brushRef="#br0" timeOffset="-194164">16992 6426 6382 0,'0'0'1537'0,"0"0"-1264"15,0 0-273-15,0 0 0 0,0 0 0 16,0 0 0-16,0 0 0 0,10-35 0 15,-10 28 0-15,6-5 0 0,-2-6 0 16,3-2 0-16,1-1 0 0,-6 1 0 16,-2 3 0-16,-6 1 0 15,-5 5 0-15,-3 4 0 0,-3 7 0 16,-3 12 0-16,-7 13 0 0,-4 9 0 16,-2 9 0-16,2 8 0 0,16 4 0 15,5 3 0-15,14-1 0 16,11-7 0-16,11-10 0 0,5-8 0 15,9-12 0-15,1-10 0 0,0-10 0 16,-3-12 0-16,-7-13 0 16,0-6 0-16,-11-7 0 0,-3-3 0 15,-7-2 0-15,-4 1-425 0,-6 1-495 16,0-1-117-16,0 10-203 0,-4 2-2418 0</inkml:trace>
  <inkml:trace contextRef="#ctx0" brushRef="#br0" timeOffset="-193780.49">17153 6278 4566 0,'0'0'1684'16,"-4"38"-939"-16,-7-11 63 0,-3 5-419 16,-3 6-389-16,1 4 0 15,1-1 0-15,5-3 0 0,8-5 0 16,2-7 0-16,6-5 0 0,5-6 0 16,-1-6 0-16,6-7 0 15,5-3 0-15,-4-11 0 0,3-6 0 16,-1-7 0-16,-2-2 0 0,-1-3 0 15,-4 0 0-15,-1 1 0 0,-3 1 0 16,-4 0 0-16,-2 5 0 0,-2 6 0 16,0 8 0-16,0 5 0 15,0 4 0-15,-2 13 0 0,-2 12 0 16,0 10 0-16,2 5 0 0,0-1 0 16,4-8 0-16,8-5 0 0,3-8 0 15,1-8-73-15,3-4 41 0,-1-6 12 16,-1-9 40-16,1-3 85 0,-3-8-105 15,-1-3 0-15,0-2 0 0,-5-4 0 16,1 0 0-16,-6-3 0 0,2 0 0 16,-4-2 0-16,0 4 0 15,0 3 0-15,-4 8 0 0,4 5 0 16,0 1 0-16,0 5-381 0,0 3-1284 16,10-4-3493-16</inkml:trace>
  <inkml:trace contextRef="#ctx0" brushRef="#br0" timeOffset="-193413.86">18180 6218 6226 0,'0'0'1213'0,"-53"7"-881"16,22 3 32-16,8 6-307 0,-2 6-57 15,2 7 0-15,5 6 0 0,-1 5 0 16,9 1 0-16,6-1 0 0,4-6 0 16,14-7 0-16,9-8 0 15,8-11 0-15,6-8 0 0,6-8-401 16,5-14-451-16,-13 1-89 0,-2-3-2160 0</inkml:trace>
  <inkml:trace contextRef="#ctx0" brushRef="#br0" timeOffset="-193097.63">18447 6232 7279 0,'0'0'913'16,"-48"-6"-913"-16,26 1 0 15,-3 1 0-15,-2 0 0 0,2 4 0 16,-2 4 0-16,5 8 0 0,-3 7 0 16,8 10 0-16,-1 5 0 15,5 5 0-15,7 0 0 0,6-1 0 16,12-4 0-16,9-8 0 0,10-6 0 15,6-8 0-15,7-9 0 0,-3-4 0 16,0-7 0-16,-5-8 0 0,-14-3 0 16,-1-2 0-16,-7-4 0 15,-7 2 0-15,-7-1 0 0,0 0 0 16,-7 0 0-16,-1 0 0 0,2 0 0 16,-4-1 0-16,3 0 0 0,3 6 0 15,4 3 0-15,0 8-237 0,0 5-767 16,7 3 111-16,3 5 57 0,0 10-569 15,1 0 357-15,-5 2-1565 0</inkml:trace>
  <inkml:trace contextRef="#ctx0" brushRef="#br0" timeOffset="-192880.94">18478 6414 4313 0,'0'0'2141'0,"-23"36"-1188"0,15-20-281 16,4-10-559-16,2-3-113 0,2-2 0 16,2-1 0-16,2-2 0 0,10-11 0 15,3-12 0-15,10-8 0 16,-6-4 0-16,3 1 0 0,-7 6 0 15,-1 6 0-15,-5 8 0 0,-5 6 0 16,-2 7 0-16,-4 3 0 0,0 2 0 16,0 11 0-16,0 11 0 15,0 6 0-15,0 1 0 0,0-1 0 16,6-9 0-16,9-2 0 0,1-3 0 16,5-6 0-16,4-3-229 0,-2-5-1276 15,-3-2 49-15,-3-3-145 0</inkml:trace>
  <inkml:trace contextRef="#ctx0" brushRef="#br0" timeOffset="-192664.02">18813 6316 4878 0,'0'0'2121'16,"-10"-54"-1269"-16,7 27-511 15,3 9-341-15,0 7 0 0,-2 4 0 16,2 6 0-16,-4 1 0 0,-2 3 0 16,-4 11 0-16,-7 12 0 0,-3 7 0 15,3 5 0-15,3-3 0 16,7-3 0-16,3-5 0 0,4-4 0 15,8-3 0-15,1-4 0 0,5-4 0 16,1-4 0-16,1-1 0 0,1-4 0 16,-1-3 0-16,1 0 0 15,1-7 0-15,-1-4 0 0,4-6-821 16,-7 0-832-16,-2-3-704 0</inkml:trace>
  <inkml:trace contextRef="#ctx0" brushRef="#br0" timeOffset="-192480.7">18941 5827 6518 0,'0'0'1674'16,"0"0"-1674"-16,0 0 0 0,-27 51 0 15,17-8 0-15,-1 8 0 16,5 2 0-16,2-3 0 0,4 2 0 16,6-1 0-16,3 1 0 0,1-2 0 15,-4-5 0-15,7-5 0 16,-5-10 0-16,-2-9 0 0,0-9-1437 15,-2-7-700-15</inkml:trace>
  <inkml:trace contextRef="#ctx0" brushRef="#br0" timeOffset="-192330.68">19077 6199 5998 0,'0'0'1669'0,"0"0"-1144"0,0 0-525 15,-20 58 0-15,9-17 0 0,1 2 0 16,4-3 0-16,6-10 0 0,0-5 0 15,0-6 0-15,4-9-613 0,-2-7-1632 16,8-5-796-16</inkml:trace>
  <inkml:trace contextRef="#ctx0" brushRef="#br0" timeOffset="-192213.77">19183 5706 7511 0,'-2'-38'4'15,"2"10"-4"-15,-2 5-660 0,-4 14-641 16,6 4-840-16</inkml:trace>
  <inkml:trace contextRef="#ctx0" brushRef="#br0" timeOffset="-191779.77">19214 5749 5798 0,'0'0'512'0,"0"0"-276"0,0 0 53 15,0 0-97-15,0 0 116 0,16 47 444 16,-16 6-647-16,5 11-105 0,-5 8 0 15,2-1 0-15,-2 4 0 0,0-3 0 16,0-1 0-16,-7-7 0 16,1-7 0-16,0-7 0 0,-4-9 0 15,-1-10 0-15,-3-9 0 0,4-11-929 16,3-8-1724-16,3-10-1245 0</inkml:trace>
  <inkml:trace contextRef="#ctx0" brushRef="#br0" timeOffset="-191630.74">19044 6260 7411 0,'0'0'420'0,"0"0"-59"0,0 0-361 16,0 0 0-16,0 0 0 15,60-12 0-15,-25 6 0 0,5-3 0 16,-9-1 0-16,0 0 0 0,0 0 0 16,-4 0 0-16,0-1 0 0,-3 0-893 15,-7 2-772-15,-1 0-592 0</inkml:trace>
  <inkml:trace contextRef="#ctx0" brushRef="#br0" timeOffset="-191497.22">19381 6313 6322 0,'0'0'697'0,"-20"64"-345"15,5-31 469-15,3-9-821 0,1-6 0 16,3-7 0-16,2-5 0 0,6-5 0 16,0-3 0-16,4-11 0 0,6-13-397 15,7-9-1004-15,0 4-123 16,3-1-361-16</inkml:trace>
  <inkml:trace contextRef="#ctx0" brushRef="#br0" timeOffset="-191330.66">19656 5891 6390 0,'0'0'1481'16,"0"0"-1160"-16,0 0-321 0,-37 13 0 16,18 9 0-16,1 8 0 0,7 0 0 15,9-3-77-15,4 1-99 0,9-1-360 16,-1 1 68-16,11 3 39 0,-7 0-519 15,3 0 272-15,-3-1 35 16,-3-8-603-16,-3-6-37 0</inkml:trace>
  <inkml:trace contextRef="#ctx0" brushRef="#br0" timeOffset="-191130.54">19708 6284 2229 0,'0'0'1964'0,"0"0"-463"0,0 0-544 16,-37-20 263-16,6 10-899 0,4 4-321 16,-4 6 0-16,6 6 0 0,-2 10 0 15,4 6 0-15,-1 5 0 16,7 2 0-16,7 2 0 0,10 1 0 15,0-3 0-15,10-1 0 0,11-6 0 16,-1-6 0-16,7-9 0 0,6-7 0 16,0-7 0-16,1-9 0 15,-8-4 0-15,1-5 0 0,-6-3-265 16,-2-1-139-16,-7-2 56 0,-6-1-385 16,4 0 69-16,-5 0 16 0,-3 9-621 15,0 0-259-15</inkml:trace>
  <inkml:trace contextRef="#ctx0" brushRef="#br0" timeOffset="-190897.56">19772 6353 7031 0,'0'0'948'0,"0"0"-735"16,0 0-213-16,0 0 0 0,0 0 0 16,0 0 0-16,0 0 0 0,0 0 0 15,0 0 0-15,48-60 0 16,-17 27 0-16,-3 4 0 0,-1 8 0 15,0 7 0-15,-2 9 0 0,-2 7 0 16,-3 15 0-16,-5 8 0 0,-3 7 0 16,-1 4 0-16,-5 3 0 15,-4 1 0-15,0-2 0 0,-2-6 0 16,6-3 0-16,0-10 0 0,5-6 0 16,1-10-73-16,1-2-935 0,-3-5-2130 0</inkml:trace>
  <inkml:trace contextRef="#ctx0" brushRef="#br0" timeOffset="-190713.66">20326 6478 8123 0,'0'0'69'16,"0"0"-69"-16,0 0 0 0,0 0 0 15,0 0 0-15,0 0 0 0,0 0-1754 16,0 0-1571-16</inkml:trace>
  <inkml:trace contextRef="#ctx0" brushRef="#br0" timeOffset="211001.02">30548 7977 2253 0,'0'0'1880'16,"0"0"-1207"-16,0 0-361 0,0 0 352 15,0 0-228-15,0 0-132 0,0 0 49 16,0 0-225-16,0 0 8 0,16 11 176 16,-11 7-108-16,-3 1-48 0,0 3 64 15,-2 3-156-15,0-2-12 0,2 3-7 16,-2 2-45-16,0 1 0 0,0 3 0 15,-2 1 0-15,-2 1 0 16,2 3 0-16,-3-2 0 0,-1 1 0 16,2 1 0-16,-2 1 0 0,0 0 0 15,2 0 0-15,1 1 0 0,1 0 0 16,2 1 0-16,0 0 0 16,0 1 0-16,0 0 0 0,0 2 0 15,0 1 0-15,-2-2 0 16,-2 2 0-16,0-3 0 0,-2 1 0 15,2 1 0-15,-3 0 0 0,1 0 0 16,2 2 0-16,0-1 0 0,2-1 0 16,0-2 0-16,2 0 0 0,0-3 0 15,0-4 0-15,6-1 0 0,-2-3 0 16,0-5 0-16,3-3 0 0,-3-4 0 16,-2-6 0-16,2-4-153 0,-2-2-719 15,0-4-161-15,0-1-187 16,2-4-1505-16</inkml:trace>
  <inkml:trace contextRef="#ctx0" brushRef="#br0" timeOffset="212419">30533 9594 3261 0,'0'0'624'0,"0"0"-368"0,0 0 309 16,0 0-197-16,0 0-24 0,0 0 136 15,0 0-312-15,0 0 36 0,0 0 157 16,7-8-177-16,-3 5-24 0,-2 2 100 16,0 1-108-16,-2 0 0 0,0 0 56 15,0 0-128-15,0 4 60 16,0-2 85-16,2 3-225 0,0-2 0 15,2 2 0-15,4 0 0 0,5-3 0 16,3 0 0-16,7-2 0 0,0-1 0 16,-2-2 0-16,-1-2 0 15,3 0 0-15,0 0 0 0,-1 1 0 16,5-1 0-16,4 0 0 0,4 3 0 16,3-3 0-16,1 4 0 0,2-1 0 15,-1 0 0-15,1 2 0 16,-2 0 0-16,-2 0 0 0,1 3 0 15,1-1 0-15,-2 3 0 0,2-3 0 16,-1 3 0-16,-1-2 0 0,0 0 0 16,-2 2 0-16,4-3 0 0,3 3 0 15,-1-2 0-15,2 1 0 0,1 0 0 16,1-1 0-16,1-2 0 0,3 2 0 16,1-2 0-16,2 0 0 0,1-1 0 15,1 1 0-15,-2 1 0 16,0 1 0-16,-3 2 0 0,1-2 0 15,-5 2 0-15,-1 1 0 0,-1 0 0 16,1 0 0-16,1-1 0 0,3 0 0 16,1 0 0-16,5 1 0 15,2-2 0-15,2-1 0 0,-3 2 0 16,-1 0 0-16,-4-1 0 0,-3 1 0 16,1 1 0-16,-5-1 0 0,3-1 0 15,-7-1 0-15,0 2 0 16,-6-3 0-16,-6 0 0 0,-2-1 0 15,-8-1 0-15,-7 0 0 0,-4 0 0 16,-4 0-381-16,-2 0-515 0,-6-6-1858 0</inkml:trace>
  <inkml:trace contextRef="#ctx0" brushRef="#br0" timeOffset="-211261.98">30562 8736 1060 0,'0'0'320'0,"0"0"-100"0,0 0-152 16,0 0 1381-16,0 0-1133 16,0 0-172-16,0 0 344 0,0 0-280 15,0 0-71-15,0 0 35 0,0 0-108 16,5 36 8-16,-5-33 104 15,4-1-4-15,0 0 0 0,2 1 92 16,0-2-188-16,0 2-20 0,3-1-8 16,-3 0-40-16,0-1 4 0,0 0 24 15,3 0-32-15,1-1 20 0,2 0 8 16,1 0-24-16,1 0 12 0,1-4-12 16,-3 0-4-16,0-2-4 0,3-3 20 15,-3-1-8-15,1-2-12 0,1-4 36 16,1 1-24-16,-3-2 60 15,5-2-44-15,-3-2-20 0,3-2 20 16,3 0 92-16,1-1-120 0,0-1 20 16,1-1 36-16,5 0-48 0,0-3 16 15,-2 1 32-15,4 1-56 0,-4-1 16 16,-1 2-8-16,-1 0-4 16,0 2-4-16,-2 0 0 0,-3 1 4 15,-1 2-4-15,-3 3 0 0,-1-1 0 16,-3 4 0-16,0 0 0 0,-4 3-12 15,-1 2 12-15,-1 3 0 16,-4 2 0-16,2 2 0 0,-2-1 16 16,0 2-4-16,0-2-4 0,-2 4 88 15,0 0-19-15,2 0 23 0,-2 0-68 16,0 4-32-16,-3 3 0 0,3 3 0 16,-2 4-8-16,2 1 8 0,2 1 0 15,0 1 0-15,0-1 0 0,0 2-8 16,0 1 12-16,2 3-4 0,0 1 0 15,-2 0-8-15,0 2-4 16,2-1-44-16,0 2 0 0,0-1 23 16,5 4-11-16,-5 0 0 0,2 1 32 15,0 2 0-15,0 1 8 0,2 0 4 16,1 0 0-16,-1 1-4 16,4-2 4-16,0 0 0 0,5-2 4 15,-1-2-4-15,3 0 4 0,-1-3 4 16,3-2-8-16,0-3 8 15,1-2-4-15,1-2-4 0,0-4 12 16,-1-2-12-16,3-2 16 0,0-5 24 16,2-3-32-16,-1-3 20 0,1-7 85 15,0-3-85-15,0-3 20 0,0-4 44 16,-3-5-84-16,3-1 12 0,-4-5-4 16,-3 0 4-16,1-1-20 0,0 0 4 15,-3 0 4-15,1 0-8 0,-1 2 8 16,-3-1 0-16,-3 4-8 0,0 2 36 15,-1 1-24-15,-3 4 36 16,0 2 40-16,0 1-52 0,-2 5 16 16,-2 4 20-16,0 2-68 0,-2 3 8 15,3-1-8-15,-1 3-4 0,0-1-8 16,0 2 4-16,0 7-20 16,2 6 24-16,0 7 8 0,2 5 4 15,0 2-12-15,1 3 8 0,-3 1-4 16,2 1-4-16,0 2 4 15,2 3 0-15,1 3-4 0,-1 0 4 16,0 1 0-16,3 0-4 0,-1 0 0 16,4-2 0-16,1 1 0 0,-1-2 0 15,3 0 4-15,2 0-4 0,-1-3 36 16,5-2 20-16,2-6 40 0,-1-4 84 16,3-5-156-16,2-9 16 0,0-4-24 15,0-5 0-15,-4-2-16 0,0-6 0 16,-7-4-8-16,-1-1 4 15,-3-4-4-15,-1-1-48 0,-3-2 56 16,3-3-8-16,-1-2 8 0,4-4 0 16,3-3 0-16,4-5-4 0,2-1 4 15,6-4 0-15,4-4-160 16,4-1 56-16,0-1 20 0,1 0-8 16,1 3 84-16,-4 4-8 0,0 5 0 15,-6 5 16-15,-4 9 0 0,-4 6 16 16,-9 7-16-16,-7 5 0 15,-3 4 8-15,-2 2-8 0,-2 8 4 16,0 7 8-16,-4 6-12 0,-5 4 72 16,-1 2-64-16,4-1 32 0,-2 3-24 15,1 2-4-15,3 2-12 0,0 4 0 16,0 3 0-16,2 0 0 0,0 2 0 16,0 0 4-16,2 1-4 0,4 0 28 15,4 0-20-15,0-1 48 0,5 0 28 16,1-4-72-16,3-2 12 15,2-1 80-15,1-4-52 0,3-4 36 16,2-1 44-16,0-3-112 0,3-4 44 16,1-1-20-16,0-2-32 0,0-2-12 15,0-1 4-15,-2-2 8 16,2-1-12-16,-2-3 0 0,0-1 4 16,0-3-4-16,-7 0 0 0,-1-3-8 15,-5 1 8-15,-3-3 0 16,-5 0-96-16,-2 0 40 0,-2 0-4 15,-2 0-4-15,0 0 44 0,0 0 16 16,0 0-64-16,0 1 32 0,0 2 0 16,-4 6 0-16,-2 0 36 0,0 8 0 15,-3 3-16-15,1 4 4 0,2 0-104 16,0-2-28-16,4-4 24 0,2-4-412 16,0-2-173-16,0-4-243 0,0-3-3238 15</inkml:trace>
  <inkml:trace contextRef="#ctx0" brushRef="#br0" timeOffset="-206529.1">31216 7898 1592 0,'0'0'80'0,"-2"54"28"16,-1-25-44-16,1-2 597 0,-2 0-625 15,0 2-20-15,-2-1-16 16,0 0-92-16,0-1-144 0,3-3-501 16,1-3-83-16,0-4 820 0,2-1 276 15,0-4 140-15,0 0-96 0,0-4-4 16,0-2-316-16,0 0-712 0</inkml:trace>
  <inkml:trace contextRef="#ctx0" brushRef="#br0" timeOffset="-206379.08">31162 8546 4341 0,'0'0'1129'0,"-15"43"-825"0,7-18 28 15,2-6-136-15,0 3-196 0,-1-3-116 16,5 0-220-16,-2-1-112 16,4-3-52-16,2-2-325 0,2-5 125 15,1-2-136-15</inkml:trace>
  <inkml:trace contextRef="#ctx0" brushRef="#br0" timeOffset="-206177.81">31108 9007 4313 0,'0'0'577'16,"-10"50"-573"-16,4-21 68 0,-1-3 100 15,5 0-172-15,-4-1-92 0,4-2-264 16,0 1 220-16,2-1 112 15,0-3 20-15,2-1-8 0,0-3 12 16,0-2 60-16,0-1-60 0,0-3 12 16,0-4-12-16,-2-3-116 0,2 0-577 15,-2-1-1068-15</inkml:trace>
  <inkml:trace contextRef="#ctx0" brushRef="#br0" timeOffset="-206045.65">31096 9443 3077 0,'0'0'1837'0,"2"49"-1001"0,-2-24 1 15,-2-6-393-15,0 1-100 0,-3-3-16 16,3-2-328-16,0 0-4 0,0-3-324 16,2-1-240-16,0-4-217 0,0-3-1064 15,0-4-268-15</inkml:trace>
  <inkml:trace contextRef="#ctx0" brushRef="#br0" timeOffset="-205028.71">30918 9819 1224 0,'0'0'3274'0,"0"0"-2558"16,0 0-392-16,0 0 176 0,0 0-348 15,0 0-24-15,37 0-84 16,-16 0-44-16,4 0-20 0,4 0-164 15,-1 3 24-15,3-1 16 0,-2 0-220 16,-6 1-24-16,-4 0 120 0,-7 1-24 16,-6-3-125-16,-1 1-27 0,-3 0 32 15,0-2 224-15,-2 0-40 0,0 0-733 16</inkml:trace>
  <inkml:trace contextRef="#ctx0" brushRef="#br0" timeOffset="-204728.86">31106 9783 3681 0,'0'0'729'0,"0"0"-25"0,0 0-300 16,0 0-128-16,0 0-188 0,0 0-76 15,0 0 132-15,56 13 196 16,-25-13-276-16,-6 1-32 0,-7 1-24 15,-5 0-8-15,-7 1-16 0,-2 0-64 16,-2 0 16-16,0-1 64 0,0 3 4 16,0 0-4-16,-2-2 80 0,0 3 365 15,-4 1-133-15,-2 4-40 0,-4 0-20 16,-1 0-236-16,-1 1 32 0,2-2 4 16,3-4-44-16,1-2-16 0,2 0-40 15,0-1-224-15,2 1-116 16,0-3-1037-16,2 0-484 0,0-1-900 0</inkml:trace>
  <inkml:trace contextRef="#ctx0" brushRef="#br0" timeOffset="-204278.65">30939 9725 4734 0,'0'0'740'0,"0"0"-188"0,0 0 217 0,0 0-553 16,0 0-140-16,0 0-24 0,0 0-48 15,0 0 20-15,0 0 12 16,-19 35-28-16,-2-18 16 0,5 0 200 15,3 0-4-15,5-3-8 0,4-2 89 16,2 1-301-16,2 0 0 0,10 0 0 16,9 1 0-16,8 2 0 0,4-1 0 15,2-1 0-15,-2 1-377 0,-8-6-1380 16,-5-3-1236-16</inkml:trace>
  <inkml:trace contextRef="#ctx0" brushRef="#br0" timeOffset="-201895.79">30564 8755 1388 0,'0'0'1325'0,"0"0"-233"0,0 0-95 16,0 0-621-16,0 0-120 0,0 0-52 15,0 0-172-15,0 0 0 0,0 0 56 16,0 0-28-16,-8 3 28 0,10-3 64 15,-2 1-104-15,2 0 40 16,0 0 68-16,0 1-88 0,1-1 4 16,-1 3-23-16,2-1-41 0,0 0-8 15,4 1 4-15,5 0 0 0,1-3-4 16,7-1 0-16,-1-4-28 16,3-4-53-16,0-2-91 0,-3-1-68 15,3-1 4-15,-2-1-164 0,0 1 44 16,-1-2 96-16,-3 1-120 15,-1 1 187-15,1 1 153 0,-3 3 32 16,-1-2 12-16,-3 1-4 0,2 0 12 16,1-1-8-16,-1 0 56 0,1-3 129 15,1-1-129-15,-1-1-20 0,1-1-28 16,-2-1-8-16,1 0-4 0,-1 1 8 16,-1-1 4-16,-1 3 24 0,-2 0 136 15,-2 3-112-15,-2 5-16 0,-1 0 28 16,-1 3-24-16,2-3 44 0,-2 1 56 15,2-1-108-15,0 0-16 16,-2 3-8-16,2-1-8 0,-2 1-8 16,-2 0 0-16,2-1-40 0,-2 1-120 15,2-1-288-15,1-1-129 0,1 1-127 16,-2 0-549-16,2 0 77 0</inkml:trace>
  <inkml:trace contextRef="#ctx0" brushRef="#br0" timeOffset="-201462.37">31178 8212 2853 0,'0'0'836'0,"0"0"73"0,23-36-329 0,-15 21-108 0,3 1 220 15,-5 2-315-15,0 0-65 0,0 0-76 16,1 1-232-16,-1 3 8 15,-2 0-8-15,0 2-4 0,-2 0 0 16,2 1 0-16,-2 1-4 0,0-1 4 16,0 4 0-16,-2 0 4 0,0 1-4 15,0 1 0-15,0 2-4 0,-4 2 4 16,0 5 12-16,-2 4-4 16,-2 4-8-16,-1 3 8 0,3-1-4 15,2 2-4-15,0 1 0 0,-2 4-8 16,2 4 8-16,-1 1-4 0,3 0 0 15,2 2 4-15,2-1 0 16,9 0 0-16,3-1 0 0,5 0 96 16,-1 0 12-16,3-3 0 0,-2-2-8 15,-3 0-100-15,-1-3 0 0,-3 0 12 16,-2-1-4-16,-3-2-8 0,-5-1 12 16,-2-1 8-16,-6-1-12 0,-3-1 84 15,3-1-92-15,-2-1 16 0,4-3-16 16,0-6-4-16,1-3-56 15,1-5-552-15,0-2-665 0,0-16-1236 0</inkml:trace>
  <inkml:trace contextRef="#ctx0" brushRef="#br0" timeOffset="-198912.41">30982 8490 2389 0,'0'0'1568'0,"0"0"-999"0,0 0 287 15,45 8-512-15,-26-7-212 16,0-1-104-16,1 0-20 0,3 0-8 16,0-3 0-16,-5-3-24 0,-1 2-156 15,-5 0-568-15,-5 1-101 0,-1-1-239 16</inkml:trace>
  <inkml:trace contextRef="#ctx0" brushRef="#br0" timeOffset="-198494.87">31007 8445 2869 0,'0'0'1641'0,"0"0"-1037"0,0 0 216 16,35 13-320-16,-16-8-211 0,1-3-129 15,5-1-128-15,4-1 0 0,0-1-28 16,4-3-4-16,2 1-56 15,-4-1-393-15,-2 0 21 0,-2 1 12 16,-11-1-204-16,-3 3 284 0,-9 0 244 16,-2 1 80-16,0 0 12 0,-2 0 44 15,-2 0 520-15,-2 1-304 0,-2 2-16 16,-3 2 180-16,1-1-200 16,2 2 8-16,2-3 81 0,0 0-205 15,2-2-8-15,2 0 36 0,-2-1-100 16,2 0 12-16,0 0 20 15,-2 0-64-15,-3 0-4 0,1 0 0 16,-2 2-32-16,-4 4 0 0,-3 1 8 16,-1 3-4-16,1-2 28 0,7 0 0 15,2-4-4-15,4 1 0 0,0-1-12 16,0 1-28-16,6 0-4 0,3 0-236 16,3-4-237-16,2-1-227 0,1-3-1177 15,-5-1-116-15</inkml:trace>
  <inkml:trace contextRef="#ctx0" brushRef="#br0" timeOffset="-198245.27">30968 8392 4550 0,'0'0'572'0,"0"0"52"0,0 0 577 16,39 4-613-16,-27-4-208 0,-1 0-116 16,-3 0-251-16,-2 1-13 0,0 1 0 15,-2 4 0-15,0 7 0 0,-4 9 0 16,-4 6 0-16,-10 2 0 0,-3-1 0 16,5-3-93-16,2-7-91 0,5-6-660 15,3-8-697-15,4-6-1412 0</inkml:trace>
  <inkml:trace contextRef="#ctx0" brushRef="#br0" timeOffset="-193178.46">22869 12189 2405 0,'0'0'12'16,"0"0"2881"-16,0 0-2073 0,0 0-343 16,0 0 95-16,0 0-408 0,-23 40-76 15,15-4 24-15,3 5-76 0,1 3 32 16,0-2 4-16,2-1-52 0,0 2-16 15,-2-3 0-15,0-1-4 16,0-4-4-16,2-6-500 0,-3-7-293 16,5-7-367-16,0-8-2522 0</inkml:trace>
  <inkml:trace contextRef="#ctx0" brushRef="#br0" timeOffset="-192912.66">22848 12160 4898 0,'0'0'652'15,"0"0"485"-15,0 0-689 0,0 0-172 16,0 0 60-16,62-13-140 0,-19 17-40 15,7 4-63-15,-3 2-93 16,-1 0 0-16,-5 0 0 0,3-2 0 16,-5-2 0-16,-4-1 0 0,-8-1-385 15,-4 0-483-15,-11 0-1585 0,-6-3-1193 0</inkml:trace>
  <inkml:trace contextRef="#ctx0" brushRef="#br0" timeOffset="-192645.89">23332 12160 5846 0,'0'0'1453'0,"0"0"-917"0,0 0-179 16,0 0-357-16,-25 54 0 0,23-24 0 15,2 5 0-15,0-3 0 16,0 5 0-16,0 2 0 0,0 0 0 16,0 1 0-16,0-1 0 0,-4-2 0 15,-1-4 0-15,-1-4-757 0,-2-6-472 16,2-6-227-16,0-6-2502 0</inkml:trace>
  <inkml:trace contextRef="#ctx0" brushRef="#br0" timeOffset="-192312.02">22782 12653 5114 0,'0'0'1080'0,"0"0"225"15,41-1-641-15,-16 1-635 0,6 3-29 16,-2 1 0-16,2 4 0 0,0-1 0 15,2-1 0-15,4-2 0 0,2-2 0 16,5-2 0-16,-11-4 0 0,0-5-3174 0</inkml:trace>
  <inkml:trace contextRef="#ctx0" brushRef="#br0" timeOffset="-191312.06">23127 12636 2505 0,'0'0'2285'0,"0"0"-1421"0,37-7 325 15,-16 7-453-15,2 0-344 0,-1 7-171 16,-3 1-221-16,6 3 0 0,-5-2-277 16,-3-4-819-16,-5-5-841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39:24.88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8349 5519 1552 0,'0'0'172'0,"0"0"192"16,0 0 173-16,0 0 531 0,0 0-151 15,0 0-405-15,0 0 16 0,0 0 144 16,0 0-339-16,17-17-33 0,-17 15 128 16,0 1-160-16,0-1-44 0,0 1 93 15,-4 0-317-15,1-1 0 16,-1-2 0-16,-2 3 0 0,-8-3 0 16,-3 4 0-16,-4 4 0 0,-5 4 0 15,-5 6 0-15,0 3 0 0,-3 3 0 16,-3 5 0-16,-2 2 0 15,6 1 0-15,2 1 0 0,4 2 0 16,0 3 0-16,11-1 0 0,5 0 0 16,3 0 0-16,8-1 0 0,4-2 0 15,6-1 0-15,11-1 0 16,0-4 0-16,6-3 0 0,0-6 0 16,8-5 0-16,2-4 0 0,2-4 0 15,0-2 0-15,-5-4 0 0,-8-1 0 16,-5-3 0-16,-4 1 0 0,-9 0 0 15,-2-2 0-15,-6-2 0 0,0-4 0 16,-6-1 0-16,-2-2 0 0,-3 3 0 16,-1-2 0-16,-5 2 0 0,-1 2 0 15,1 6 0-15,-3 4 0 16,-3 5 0-16,-2 5 0 0,2 5 0 16,-6 5 0-16,2 2 0 0,5 1 0 15,1 3 0-15,4 0 0 0,3 2 0 16,8 1 0-16,6-2 0 15,2-1 0-15,12-1 0 0,-1-3 0 16,12-1 0-16,-5-3 0 0,11-4 0 16,-4-3 0-16,4-1-81 15,0-1-131-15,2-2 144 0,-8 0 56 16,-2-2-24-16,-7-1 28 0,-5-1-200 16,-3 0 52-16,-2-1 140 0,-6-3 4 15,0 1 24-15,0-3 8 0,0-4 112 16,-10 1-104-16,-7-2 8 0,-8 0 20 15,-1 5-44-15,-8 2-8 0,3 4 36 16,5 4-40-16,-3 6 16 0,2 3 16 16,0 3-20-16,6 5-4 0,5 1-8 15,1 4 8-15,5 2-8 16,8 1 0-16,4 0 0 0,6-1 0 16,9-2 4-16,5-1 20 0,3-4-24 15,6-2 36-15,0-1-28 0,6-4-8 16,-3-1 0-16,1-1-20 15,-2-2 16-15,-2-1-28 0,-6-3-168 16,-3 0 16-16,-7-4-28 0,-5 0 104 16,-4-1 108-16,-2-1 0 0,-4-2 12 15,0-6-12-15,0-5 60 16,-4-6-52-16,-6-1 24 0,0 1 48 16,-7 6-80-16,1 3 28 0,-9 4 128 15,-2 3-92-15,-4 4-24 0,0 8 28 16,-2 5-56-16,-4 4 52 0,6 2 32 15,-5 2-84-15,10 2-8 0,5-2 4 16,4 0 24-16,7-3-28 0,10-2 4 16,0 0 0-16,12-3-8 0,7 0 112 15,2-3-76-15,6 0 16 16,-1-1 20-16,10-2-59 0,-3 2-13 16,-6 1 0-16,4 2 0 0,-11 1 0 15,-5 4 0-15,-3 1 0 16,-12 0 0-16,0 0 0 0,-6 0 0 15,-11 1 0-15,-7-1 0 0,-10-1 0 16,-7-1 0-16,-6-1 0 16,-5 3 0-16,-6 0 0 0,4-2 0 0,3 1 0 15,3-3-137-15,17-8-743 16,10-3-509-16,11-6-1448 0</inkml:trace>
  <inkml:trace contextRef="#ctx0" brushRef="#br0" timeOffset="1066.38">8870 5528 5046 0,'0'0'536'15,"0"0"-120"-15,0 0 361 16,4 43-357-16,-2-15-56 0,2 7 48 16,-4 1-328-16,0 1-32 0,-6 3 16 15,2 2-51-15,0-3-17 0,2 0 0 16,2-4-13-16,0-5-7 0,2-5-624 15,6-5-216-15,-2-6-201 0,-2-6-1584 0</inkml:trace>
  <inkml:trace contextRef="#ctx0" brushRef="#br0" timeOffset="1332.75">8643 6125 4390 0,'0'0'1336'16,"0"0"-652"-16,0 0-155 0,0 0 127 16,0 0-276-16,43 11-163 0,-16-1-217 15,10-2 0-15,-2-2 0 0,2-2 0 16,5-1 0-16,-1-1 0 0,3-1 0 15,3-1 0-15,-6 0 0 0,-3-3-1401 16,-11 2-304-16,-3-4-1120 0</inkml:trace>
  <inkml:trace contextRef="#ctx0" brushRef="#br0" timeOffset="1749.78">8486 6116 4974 0,'0'0'364'0,"0"0"-192"0,0 0-48 16,0 33 120-16,0-11-20 0,-5 3-208 15,5 2 0-15,-4 0-4 0,2 2-12 16,2 0 0-16,-4 1 4 0,4-2 0 16,-4-2-4-16,2-1 0 15,-2-7-12-15,4-3-20 0,0-4-480 16,0-5-224-16,4-3-221 0,-2-3-2552 0</inkml:trace>
  <inkml:trace contextRef="#ctx0" brushRef="#br0" timeOffset="1916.33">8607 6441 3213 0,'0'0'1213'0,"42"2"67"16,-11-2-456-16,-4 0-291 0,6 0 87 15,6-1-400-15,-2 1-12 16,0 0-208-16,1 0-68 0,3 2-148 16,0 0-184-16,-1 1 132 0,-3-3-4 15,-6 0-613-15,-10 0-431 16,-11 0-857-16</inkml:trace>
  <inkml:trace contextRef="#ctx0" brushRef="#br0" timeOffset="2149.29">9180 6079 2353 0,'0'0'2617'0,"0"0"-1965"0,0 0 192 16,0 0-407-16,0 0-145 0,0 0 180 16,-31 48-244-16,31-21-28 0,0 2-103 15,8-2-97-15,-6 4 0 16,-2 3 0-16,0 5-89 0,-6 3-383 16,-4 2-881-16,0-10-431 0,-7-2-814 0</inkml:trace>
  <inkml:trace contextRef="#ctx0" brushRef="#br0" timeOffset="2432.89">8870 6496 5114 0,'0'0'680'0,"0"0"-72"16,4 46 65-16,-4-12-289 0,0 4-132 16,0 1 76-16,0 6-236 0,2 2-31 15,2 4-61-15,0 3 0 16,-4 0 0-16,-4 4-821 0,0-13-324 15,-2-2-463-15</inkml:trace>
  <inkml:trace contextRef="#ctx0" brushRef="#br0" timeOffset="3832.87">7824 9439 4870 0,'0'0'760'16,"0"0"-284"-16,0 0 241 16,0 0-437-16,-10 40-104 0,10-19 48 15,0 3-212-15,6-1-4 0,8-3 8 16,3-4-12-16,-1 0-4 0,3-7 0 16,4 1-32-16,-3-5 12 0,-5-2-8 15,1-2 0-15,-9-1 28 0,3 0 8 16,-10-1 8-16,4-2-16 15,-4-2 48-15,2 0-44 0,-2-2 32 16,-2-2 56-16,-2 1-72 0,-8-3 20 16,-3-2 68-16,1 2-36 15,-3 0 80-15,1 6 9 0,-1 5-161 0,-4 5 0 16,1 9 0-16,-7 4 0 0,2 8 0 16,-6 5 0-16,4 4 0 15,2 2 0-15,9 1 0 0,5-1 0 16,9-3 0-16,9-1 0 0,3-2 0 15,11-1 0-15,6-4-81 0,4-5-19 16,0-4 16-16,6-3-92 16,-4-5-52-16,-2-2 24 0,-6-4 32 15,-9-3 64-15,-6 0 108 0,-7 0-16 16,-1-5 32-16,-2-4-16 0,0-7 44 16,-2-1-32-16,-5-2 40 0,1 0-12 15,0 2-32-15,-4 2-8 0,-9 2 40 16,2 2-8-16,1 4 76 15,-5 5 112-15,5 2-144 0,-5 7 24 0,-4 3 48 16,3 8-124-16,-5 2 0 16,2 4-8-16,2 0-12 0,9-3-4 15,7 0 0-15,7 0-12 0,0-1 12 16,13-4 0-16,3 0-20 0,5-2 20 16,4-2 0-16,2 1-4 15,-2-3 0-15,3 2 4 0,-3-1-80 16,0 2 4-16,-2-1-140 0,-7 2-16 15,-1 1 100-15,-9 1 92 16,2 2 24-16,-8-1 16 0,0 4 64 16,0 1-60-16,-4 2 28 0,0 0 24 15,2 1-56-15,-2-3 20 0,-2 1 4 16,-3-4-12-16,-1-1 4 0,-2-2 84 16,-5-3-60-16,-8-1 52 0,-6-4 128 15,0-2-140-15,-6-1 52 0,0-4 13 16,-5-1-145-16,3-1 0 15,8-4 0-15,11 1 0 0,9 0 0 16,11-7-229-16,0 4-631 0,11-8-653 0</inkml:trace>
  <inkml:trace contextRef="#ctx0" brushRef="#br0" timeOffset="4350.18">8649 9442 5782 0,'0'0'740'0,"0"0"-63"15,-15 51-377-15,9-19-24 0,-4 5 141 16,4 2-417-16,1 0 0 0,-1 3 0 15,6-1 0-15,0 1 0 16,2-1 0-16,7-2 0 0,-3-2 0 16,4-6-401-16,0-4-695 0,1-9-417 15</inkml:trace>
  <inkml:trace contextRef="#ctx0" brushRef="#br0" timeOffset="4617.47">8450 9997 2801 0,'0'0'2857'16,"0"0"-2065"-16,0 0 1 0,36 13 156 15,-5-6-949-15,2 0 0 16,8-2 0-16,2-5 0 0,9-4 0 16,0-3 0-16,1 0 0 0,-5 0 0 15,-3-1 0-15,-16 2-1846 0,-4-1-1107 0</inkml:trace>
  <inkml:trace contextRef="#ctx0" brushRef="#br0" timeOffset="4967.55">8308 9961 3821 0,'0'0'2273'16,"0"0"-1056"-16,0 0-721 15,0 0-216-15,-11 40-175 0,11-12-105 16,0 4 0-16,0 0 0 0,11-6 0 15,-5 1 0-15,4-2 0 16,1-2-205-16,-1-2-83 0,0 0-700 16,-6-7-181-16,3-4-264 0</inkml:trace>
  <inkml:trace contextRef="#ctx0" brushRef="#br0" timeOffset="5166.37">8434 10293 3297 0,'0'0'1085'16,"52"1"239"-16,-19-1-596 0,-2 0-223 16,0 3-117-16,0 1-356 0,0-1-24 15,2 2 0-15,-2-3-8 0,2 1-4 16,6-3-240-16,0-3 104 16,3-2-8-16,-7-3-233 0,-2-1 25 15,-8-4-156-15,-5 3-945 0,-11-2-644 0</inkml:trace>
  <inkml:trace contextRef="#ctx0" brushRef="#br0" timeOffset="5418.17">9037 9991 4662 0,'0'0'752'15,"0"0"389"-15,-6 45-533 0,2-18-132 16,-2 3 77-16,2-2-553 16,0 2 0-16,4 1 0 0,-2 1 0 15,2 0-65-15,-5 0-1375 0,1-8-633 16,-2-2-1813-16</inkml:trace>
  <inkml:trace contextRef="#ctx0" brushRef="#br0" timeOffset="5883.62">7667 10452 6362 0,'0'0'689'0,"0"0"-269"0,-17 51-264 0,7-12-104 0,4 4 96 16,6-3 144-16,0-1-219 0,6 0-73 16,0-2 0-16,9 2 0 0,1-3 0 15,5-2-481-15,6-6-279 16,-11-9-289-16,3-5-2749 0</inkml:trace>
  <inkml:trace contextRef="#ctx0" brushRef="#br0" timeOffset="6249.54">8585 10387 6102 0,'0'0'977'15,"2"47"-501"-15,-2-7 161 16,-2 4-637-16,-2 5 0 0,-3 2 0 16,3-1 0-16,0-1 0 0,4-3 0 15,0-1 0-15,4-1 0 0,2-4 0 16,3-13-1473-16,-3-3-1065 0</inkml:trace>
  <inkml:trace contextRef="#ctx0" brushRef="#br0" timeOffset="7132.85">11634 8478 5506 0,'0'0'1349'16,"0"0"-757"-16,0 0-36 0,0 0-367 15,0 0-189-15,0 0 0 16,41-8 0-16,7 4 0 0,3 2 0 16,7 4 0-16,-10 8 0 0,-1 6 0 15,-10 6 0-15,1 2 0 0,-13 3 0 16,-13 2 0-16,-8 0 0 0,-4-2 0 16,-10-1-25-16,-11-1 9 15,-2-1 16-15,-4-1 41 0,-2-3-41 16,-4-4 0-16,-4-1 0 0,6-5 0 15,4-4 0-15,3-2 0 0,7-2 0 16,7-2 0-16,6 0 0 16,-3 0 0-16,7-2 0 0,7 2 0 15,3 0 0-15,11 2 0 0,5 4 0 16,5 2 0-16,0 4 0 0,0 2 0 16,0 2-101-16,-4 3-71 0,-6 0-292 15,-9 2 208-15,-1 1 224 0,-7 2 28 16,-4 1 8-16,-4 3 16 15,-9-1 124-15,-1 1-24 0,-3-1 16 16,-8 2 140-16,-1-4-156 0,-1-1 16 16,0-3-63-16,-4-3-73 0,4-4 0 15,2-8 0-15,9-4-33 0,1-7-375 16,9-9-1141-16,6 1-508 0,0-7-1024 16</inkml:trace>
  <inkml:trace contextRef="#ctx0" brushRef="#br0" timeOffset="7283.78">12159 8853 6971 0,'0'0'628'0,"35"7"-35"0,-8-7-593 16,4 0 0-16,2-3 0 0,2-3 0 16,2-1 0-16,-4-4 0 0,-8 3-1573 15,-8-4-2061-15</inkml:trace>
  <inkml:trace contextRef="#ctx0" brushRef="#br0" timeOffset="7833.87">13004 8768 2829 0,'0'0'3810'0,"0"0"-2966"0,-10-42-208 15,-7 29-563-15,-3-1-73 0,-5 0 0 16,-2 4 0-16,-4 3 0 0,4 7 0 16,4 0 0-16,3 9 0 0,5 2 0 15,5 2 0-15,8 3 0 16,2 2 0-16,10 3 0 15,7-1 0-15,5 3 0 0,14-3 0 0,5-1 0 16,2-1 0-16,-1-2 0 0,-1 1 0 16,-14-1 0-16,-4 2 0 15,-9-1 0-15,-8 1 0 0,-2-1 0 16,-4 1 0-16,-4-3 0 0,-2 1 0 16,-8-1 0-16,-7-2 0 0,-2 0 0 15,-2-1 0-15,-1-3 0 0,-5-3 0 16,4-2 0-16,0-4 0 15,2 0 0-15,8-8 0 0,1-5-173 16,6-7-1047-16,5-4 203 0,3 3-55 16,9-4-1514-16</inkml:trace>
  <inkml:trace contextRef="#ctx0" brushRef="#br0" timeOffset="8033.42">13321 8347 6591 0,'0'0'836'16,"-19"50"-320"-16,4-8-267 0,1 6-249 16,2 5 0-16,-7 3 0 15,7 3 0-15,1-1 0 0,1-1 0 16,6 0 0-16,-2-3 0 0,1-6 0 16,3-5 0-16,2-8 0 0,2-10-673 15,3-11-1384-15,1-6-868 0</inkml:trace>
  <inkml:trace contextRef="#ctx0" brushRef="#br0" timeOffset="8466.54">13230 8853 6671 0,'0'0'1056'0,"0"0"-636"16,0 0-375-16,0 0-45 0,33-22 0 16,-19 20 0-16,3 2 0 15,-3 0 0-15,9 3 0 0,-2 0-77 16,3 2-439-16,3 0-533 0,0-1 349 15,-2 0 180-15,-4-4 204 0,-5 0 316 16,-6 0 44-16,-3-2 384 0,-1-2-4 16,-6 0 112-16,0-7 373 15,-2-3-393-15,-9-3-195 0,1 2-321 16,-4 4 0-16,1 6 0 0,-5 5 0 16,1 6 0-16,-4 6 0 0,5 6 0 15,-1 2 0-15,1 3 0 0,1 0 0 16,5 2 0-16,6-1 0 0,4-2 0 15,4-2 0-15,6-2 0 16,11-6 0-16,2-2 0 0,-3-4 0 16,5-3 0-16,-2-3 0 0,-2-5 0 15,-3-2 0-15,-5 0 0 0,-3 1 0 16,-4 1 0-16,-6 4 0 0,0-3 0 16,0 2 0-16,0 1 0 15,0 1 0-15,-6 7 0 0,6 5 0 16,-4 5 0-16,4 1 0 0,10-2 0 15,1-2 0-15,3-5 0 0,9-4-401 16,2-3-435-16,-5-2-1005 16,-3-2-144-16</inkml:trace>
  <inkml:trace contextRef="#ctx0" brushRef="#br0" timeOffset="9049.64">13786 8907 1992 0,'0'0'3442'0,"-31"-48"-2534"0,16 29-147 16,-1 7-293-16,1 6-200 0,5 6 36 15,-7 7-255-15,1 7-49 16,1 3 0-16,-1 4 0 0,5 1 0 16,1-1 0-16,10 0 0 0,0-3 0 15,10 0 0-15,1-6 0 0,9-4-57 16,5-3-59-16,-2-4-4 0,4-1 0 16,-7-4-352-16,-3-2 68 15,-7-3 104-15,-1-1 139 0,-7 3 153 16,2-1 8-16,-4 4 52 0,0 2 0 15,0 1 41-15,0 1 163 0,-4 2 8 16,4 9-152-16,-2 13 40 16,-3 5-28-16,5 4 24 0,-4 1 136 15,4-1-132-15,-6 1-83 0,0 2-69 16,-4 1 0-16,-5 0 0 0,-6 0 0 16,-1 2 0-16,-9-2 0 0,0-2 0 15,0-7 0-15,0-5 0 0,4-10 0 16,6-8 0-16,5-5 0 15,9-9 0-15,3-11-45 0,4-6-27 16,17-9 68-16,1 0-4 0,9 3 8 16,15 0 44-16,-3 3-32 0,8 0 61 15,3 1-73-15,-7 0 0 0,1 1 0 16,-9 1 0-16,-2 0 0 0,-4 1 0 16,-2-2 0-16,0 1 0 0,-2 0 0 15,-7 0 0-15,3 3 0 16,-11-1 0-16,-2 4 0 0,-8 1 0 15,-4 2 0-15,-2 3 0 0,-8 6 0 16,-1 4 0-16,-1 4 0 0,-1 8 0 16,1 8 0-16,-9 10 0 15,4 5 0-15,0 9 0 0,1 3 0 16,7 1 0-16,9-1 0 0,13-5 0 16,9-6 0-16,11-9 0 0,14-6 0 15,9-9 0-15,8-8 0 0,8-7-109 16,-16-2-1528-16,0-7-1164 0</inkml:trace>
  <inkml:trace contextRef="#ctx0" brushRef="#br0" timeOffset="9699.37">14776 8901 4650 0,'0'0'856'0,"-17"35"537"0,7-11-757 0,4 0-248 15,0-1-119-15,-3-1-269 0,7-4 0 16,-2-3 0-16,4-2 0 0,0-5 0 16,-4-2 0-16,4-5 0 0,0 1 0 15,0-2 0-15,0-2 0 16,0-5 0-16,8-12 0 0,-2-4 0 15,11-8 0-15,2-3 0 16,3 1 0-16,9 0 0 0,-4 2 0 0,0 11 0 16,-6 7 0-16,-5 10 0 15,-1 3 0-15,-9 7 0 0,2 7 0 16,-6 5 0-16,-2 6 0 0,0 0 0 16,0 0 0-16,-2-1 0 0,-2-3 0 15,4-3 0-15,0-1 0 0,6-6 0 16,-2-5 0-16,-4-3 0 0,7-3 0 15,-1 0 0-15,-2-2 0 16,6-10 0-16,7-6 0 0,-3-4 0 16,1 2 0-16,-3 1 0 0,-6 8 0 15,-2 4 0-15,1 2 0 0,-5 5 0 16,0 0 0-16,0 13 0 0,0 10 0 16,-5 7 0-16,5 5 0 0,0-3 0 15,0-8 0-15,5-2 0 16,5-4 0-16,0-4 0 0,7-7 0 15,-1-4-453-15,-1-3-1712 0,-3-3-472 16</inkml:trace>
  <inkml:trace contextRef="#ctx0" brushRef="#br0" timeOffset="10482.74">15257 8950 6767 0,'0'0'1144'0,"-16"-55"-863"0,6 34-281 0,-1 10 0 0,-3 7 0 16,3 4 0-16,-1 2 0 0,2 9 0 15,-5 7 0-15,5 5 0 16,4 3 0-16,2 3 0 0,4 1 0 16,4-2 0-16,8-1 0 0,9-4 0 15,-1-6 0-15,7-7 0 0,-2-4 0 16,-2-5 0-16,-5-2 0 0,-5-6 0 16,-3-6 0-16,-6-5 0 0,-4-2 0 15,0-3 0-15,-4-4 0 16,-2 0 0-16,0-4 0 0,-3-1 0 15,-1 1 0-15,0 4 0 0,4 3 0 16,6 7 0-16,4 5 0 16,2 3-225-16,4 2-379 0,5 5-301 15,-3 1 205-15,-4 1 92 0,-1 2-617 16,-1 2 593-16,-6 2 448 0,4 2 184 16,-4 7 1080-16,0 6 41 0,-4 5 444 15,4 4-805-15,-6 1-240 0,6 2-483 16,6-1-37-16,0-2 0 15,4-3 0-15,5-2 0 0,-1-6 0 16,3-4 0-16,-1-6 0 0,-1-8 0 16,-3-1 0-16,-1-7 0 0,-1-5 0 15,-2-7 0-15,0-6 0 0,-3-2 0 16,5-5 0-16,-4-3 0 0,9-2 0 16,-3 1 0-16,2 4 0 0,1 4 0 15,-5 11 0-15,-4 8 0 16,-6 5 0-16,0 4 0 15,5 1 0-15,-3 9 0 0,2 5 0 0,2 4 0 16,0 3 0-16,2-4-109 0,-1-1-323 16,-1-3 28-16,4 1-148 15,-2-2 219-15,-1-1 161 0,-1 0 72 16,0-1 100-16,-4 0 0 0,0 1 52 16,-2 1 48-16,0 1 160 0,-2 0 141 15,0-4-117-15,2-3 68 0,0-4 188 16,0 0-427-16,2 0-113 15,0-3 0-15,4 0 0 0,5-7 0 16,-1-9 0-16,5-4 0 0,1-2 0 16,-6-3 0-16,1 1 0 0,-1-1 0 15,-4-3 0-15,5 0 0 0,-7 2 0 16,2 4 0-16,0 7 0 0,-2 6 0 16,-4 7 0-16,0 2 0 15,4 2 0-15,-1 9 0 0,1 11 0 16,2 7 0-16,-6 5 0 0,4 1 0 15,-4-2 0-15,0-1 0 0,4 0 0 16,-2-1 0-16,2-6 0 16,7-6 0-16,-5-5 0 0,8-13 0 15,-1-4-593-15,-3-6-528 0,0-10-1972 0</inkml:trace>
  <inkml:trace contextRef="#ctx0" brushRef="#br0" timeOffset="10683.2">16068 8197 6410 0,'0'0'621'0,"0"0"-337"0,0 0 280 16,0 0-251-16,-11 47-313 0,5-6 0 15,2 9 0-15,-2 6 0 0,4 2 0 16,2 7 0-16,0 6 0 0,0 5 0 16,-2 1 0-16,-4-4 0 15,-1-5 0-15,-3-8 0 0,4-8 0 16,-2-8 0-16,1-9 0 0,3-9-761 15,-2-11-728-15,2-10-3361 0</inkml:trace>
  <inkml:trace contextRef="#ctx0" brushRef="#br0" timeOffset="10817.23">15956 8851 6394 0,'0'0'373'0,"33"-32"331"16,-4 15-316-16,0 1-55 0,2 0-333 15,4 0 0-15,2 2 0 0,1 4 0 16,3 3 0-16,-4 5-613 0,-6 2-1284 15,-4 0-444-15</inkml:trace>
  <inkml:trace contextRef="#ctx0" brushRef="#br0" timeOffset="11067.42">16425 8787 2733 0,'0'0'3461'0,"0"0"-2080"16,-47 3-764-16,30 1-617 0,-3 3 0 16,-3 3 0-16,-2 0 0 15,2 0 0-15,3-1 0 0,5 1 0 16,3-1 0-16,8-1 0 0,4-2 0 15,2 1 0-15,10 3 0 0,7 1 0 16,12 1 0-16,6-1 0 16,0 1 0-16,2 1 0 0,-1 2 0 15,-5 2 0-15,-6 2 0 0,-7-1 0 16,-3 2 0-16,-9-1 0 0,-8 2 0 16,-4 0 0-16,-9 0 0 0,-7-1 0 15,-5 0 0-15,-2-2 0 0,-4-4 0 16,0 0 0-16,-2-1 0 15,2-1 0-15,6-1-877 0,7-4-568 16,-1-3-3485-16</inkml:trace>
  <inkml:trace contextRef="#ctx0" brushRef="#br0" timeOffset="12399.19">7605 13442 3093 0,'0'0'2413'16,"0"0"-1701"-16,19-42-255 0,-13 34 407 16,-2 6-556-16,-4 2-16 15,0 4-239-15,0 10-53 0,-4 14 0 16,-7 9 0-16,5 7 0 0,-2 1 0 15,2-2 0-15,2-1 0 16,2-1 0-16,-3-1 0 0,5-3 0 16,0-2 0-16,0-8 0 0,5-3 0 15,5-6 0-15,0-8 0 0,7-3 0 16,-1-7 0-16,5-6-29 0,0-6-355 16,-1-4 52-16,-3-2-104 0,-3 0 144 15,-1 4 196-15,-3 2-13 16,-6 4 81-16,0 2 28 0,-4 3 153 15,0-2 243-15,-8 1 4 0,-4 0 160 16,-9 2-400-16,-4 1-123 0,-2 1-37 16,0 0 0-16,1 1 0 0,1 5 0 15,-2 3 0-15,0 4 0 0,6 3 0 16,1 4 0-16,-1 5 0 16,7 1 0-16,3 3 0 0,9 1 0 15,2 0 0-15,6-1 0 0,15-3 0 16,0-3 0-16,10-6 0 0,0-4 0 15,6-5 0-15,-6-3 0 16,2-2 0-16,-8-2-133 0,-9-1-163 16,1 0 52-16,-11 0 16 0,-2-1 188 15,-4-1 40-15,0-1 24 0,0-1-20 16,-4-2-4-16,-2 0 32 16,0 0-32-16,-9-1 132 0,3 1 180 15,-7 3-184-15,3 2-8 0,-5 3 44 16,4 7-164-16,-3 5 25 0,3 2-25 15,-3 3 0-15,5 0 0 0,3 1 0 16,3-1 0-16,7 0 0 0,2-1 0 16,0-1 0-16,11 1 0 0,1-2 0 15,3-1 0-15,1 1 0 16,5-4 0-16,-1-1 0 0,1 1 0 16,0-1 0-16,-1-2 0 0,1 2 0 15,-4 2 0-15,-5 1 0 0,-2 4 0 16,-5 3 0-16,-5 3 0 0,0 1 0 15,-5 0 0-15,-1 0 0 16,0-2 0-16,-9 0 0 0,-1-3 0 16,-5-3 0-16,-6-2 0 0,-4-2 0 15,-6-1 0-15,-4-4 0 0,0-2 0 16,-1-2 0-16,5-4 0 0,4-7 0 16,12-4 0-16,11-8-705 15,6-1-1568-15,12-6-2661 0</inkml:trace>
  <inkml:trace contextRef="#ctx0" brushRef="#br0" timeOffset="12833.58">8612 13462 3353 0,'0'0'2361'0,"0"0"-828"16,0 0-901-16,0 0-319 0,-21 45-313 16,11-19 0-16,3 5 0 15,7 3 0-15,0 1 0 0,2 0 0 16,7-3 0-16,3-2 0 0,-2-1 0 15,1-2 0-15,-7-3 0 16,-2 0 0-16,-2-4-761 0,0-7-532 16,-2-2-431-16</inkml:trace>
  <inkml:trace contextRef="#ctx0" brushRef="#br0" timeOffset="13066.41">8434 13941 4690 0,'0'0'892'0,"0"0"-8"0,0 0 317 15,0 0-676-15,0 0-525 0,0 0 0 16,47 36 0-16,-5-33 0 16,1-3 0-16,3-4 0 0,-3 0 0 15,3-2 0-15,-9 1 0 0,0-1 0 16,-6 0 0-16,-4-2 0 0,-11 3-345 15,-1-3-2820-15</inkml:trace>
  <inkml:trace contextRef="#ctx0" brushRef="#br0" timeOffset="13466.27">8322 13837 1756 0,'0'0'3730'0,"0"0"-2774"15,0 0-251-15,0 0 303 0,0 0-971 16,0 37-37-16,0-9 0 0,0 4 0 16,0 2 0-16,0-5 0 15,0 0 0-15,0-3 0 0,0-1 0 16,6-4 0-16,-1-3 0 0,1-1 0 15,-2-3-149-15,2-4-287 0,-4-3-472 16,2-4 123-16,-4-1 21 0,0-1-973 16,4-1-84-16</inkml:trace>
  <inkml:trace contextRef="#ctx0" brushRef="#br0" timeOffset="13632.89">8376 14172 3485 0,'0'0'1505'0,"0"0"-865"0,43 14 132 16,-7-10 141-16,1 0-341 15,4-1-267-15,2-2-305 0,5 2 0 16,-2 1 0-16,1 0 0 0,-6 0 0 16,7 1 0-16,-7 0 0 0,-1-4 0 15,-3 0-285-15,-6-1-447 0,-6-2 252 16,-9-3-49-16,-6-1-843 0,-10-2-305 0</inkml:trace>
  <inkml:trace contextRef="#ctx0" brushRef="#br0" timeOffset="13916.49">8986 13829 5322 0,'0'0'1000'0,"0"0"361"0,0 0-852 15,-13 47-509-15,-1-8 0 0,-1 8 0 16,5 2 0-16,4-6 0 0,0-1 0 16,6-4 0-16,2-4 0 15,2 2 0-15,0-3 0 0,-4-1-737 16,2-10-1008-16,-2-1-704 0</inkml:trace>
  <inkml:trace contextRef="#ctx0" brushRef="#br0" timeOffset="14182.93">8601 14262 5954 0,'0'0'1409'0,"11"39"-580"0,-11-8-829 16,0 2 0-16,0 3 0 0,-5 1 0 16,1 1 0-16,2 2 0 15,-2-1 0-15,4 0 0 0,0 0 0 16,0 0 0-16,-4-10-1441 0,2-3-3946 0</inkml:trace>
  <inkml:trace contextRef="#ctx0" brushRef="#br0" timeOffset="16516.28">12459 13748 5342 0,'0'0'1144'0,"0"0"-519"16,0 0-93-16,0 0 17 0,0 0-549 15,0 0 0-15,0 0 0 16,0 0 0-16,0 0 0 0,-3 73 0 15,3-23 0-15,0 1 0 0,0-4 0 16,3 3 0-16,-3-1 0 0,4-1 0 16,2-2 0-16,-6-3 0 0,4-4 0 15,2-2 0-15,-2-8 0 16,-2-6 0-16,7-4 0 0,-7-7 0 0,2-8-1245 16,2-4-188-16,-2-10-508 0</inkml:trace>
  <inkml:trace contextRef="#ctx0" brushRef="#br0" timeOffset="16716.33">12448 13725 6735 0,'0'0'524'0,"0"0"409"0,0 0-933 15,0 0 0-15,58-24 0 16,-17 10 0-16,7 1 0 0,-3 3 0 15,-7 2 0-15,-5 4 0 0,-2 3 0 16,-4 1 0-16,-7 2-745 0,-5 4-692 16,-3 0 193-16,-8 1-217 0</inkml:trace>
  <inkml:trace contextRef="#ctx0" brushRef="#br0" timeOffset="16899.45">12494 14036 6150 0,'0'0'1137'0,"0"0"-469"16,0 0-431-16,0 0-237 0,6 35 0 15,19-29 0-15,8-2 0 0,4-4 0 16,0-7 0-16,5-3 0 0,-5-6 0 16,4-2 0-16,0-7-853 0,-10 5-1176 15,-4-6-1149-15</inkml:trace>
  <inkml:trace contextRef="#ctx0" brushRef="#br0" timeOffset="17099.59">12967 13662 6030 0,'0'0'1189'16,"-14"41"-597"-16,3-11-211 0,5 8-381 16,-4 5 0-16,-1 4 0 15,1 6 0-15,0 5 0 0,-1 2 0 16,-5-1 0-16,5-2 0 0,-1-5 0 15,4-7 0-15,8-8 0 0,0-9 0 16,4-11 0-16,10-10 0 0,3-9-1037 16,-1-7-1576-16</inkml:trace>
  <inkml:trace contextRef="#ctx0" brushRef="#br0" timeOffset="17400.18">13099 14026 6074 0,'0'0'448'0,"0"0"97"0,0 0 415 16,0 0-795-16,0 0-165 0,0 0 0 16,-43-4 0-16,22 17 0 0,1 3 0 15,-5 5 0-15,6 3 0 0,5-1 0 16,3 2 0-16,7 1 0 0,4 2 0 16,0-5 0-16,11-4 0 15,7-3 0-15,5-4 0 0,4-7 0 16,2-4 0-16,-2-2 0 0,-5-7 0 15,-1-2 0-15,0-4 0 0,-11-3 0 16,-4-3 0-16,2 2 0 0,-8-3 0 16,0 3 0-16,0 3 0 15,-8-1 0-15,-2 4 0 0,-3 3 0 16,-1 0 0-16,-3 3-1321 0,7 3 160 16,6 1-175-16,-2 1-2478 0</inkml:trace>
  <inkml:trace contextRef="#ctx0" brushRef="#br0" timeOffset="17716.3">13294 14101 5362 0,'0'0'1124'0,"0"0"-79"16,0 0-445-16,0-35-539 15,0 30-61-15,0 3 0 0,-7 1 0 16,3 1 0-16,-8 6 0 0,-9 13 0 15,1 3 0-15,3 7 0 0,3 0 0 16,9-5 0-16,5 0 0 0,5-3 0 16,5-4 0-16,6-4 0 15,1-6 0-15,2-2 0 0,-3-5 0 16,-1-2 0-16,-3-7 0 0,-2-3 0 16,-3-2 0-16,1-3 0 0,-2-1 0 15,-2-1 0-15,-4 0 0 16,0 2 0-16,-4 0 0 0,0 2 0 15,-6 0 0-15,3-1 0 0,1 3-541 16,2 3-303-16,4 2-93 0,0 4-1248 16,0-2-60-16</inkml:trace>
  <inkml:trace contextRef="#ctx0" brushRef="#br0" timeOffset="17899.46">13366 14215 3189 0,'0'0'1104'0,"0"0"-251"15,6 33 427-15,-6-31-507 0,0-1-57 16,0-1-439-16,4 0-277 0,-4-2 0 16,7-10 0-16,-1-8 0 15,4-5 0-15,5-1 0 0,1 0 0 16,1 2 0-16,3 3 0 0,5-2 0 16,8 1 0-16,2-3 0 0,-8 6-157 15,4-2-1760-15</inkml:trace>
  <inkml:trace contextRef="#ctx0" brushRef="#br0" timeOffset="18266.22">14077 14093 6234 0,'0'0'1277'16,"-8"41"-985"-16,-3-12 97 0,-3 3-389 16,4-2 0-16,-1-4 0 0,7-1 0 15,4-7 0-15,4-4 0 0,11-8 0 16,8-6-113-16,-7-3-843 0,9-8-1906 16</inkml:trace>
  <inkml:trace contextRef="#ctx0" brushRef="#br0" timeOffset="18382.88">14238 13770 6907 0,'0'0'144'0,"0"0"-92"15,0 0 228-15,0 0-280 16,0 0-36-16,0 0-761 0,-24 37-275 16,28-18-445-16</inkml:trace>
  <inkml:trace contextRef="#ctx0" brushRef="#br0" timeOffset="18699.43">14426 14109 5646 0,'0'0'1005'16,"-35"-2"-121"-16,19-4-227 0,1 1-657 0,3 2 0 16,2 0 0-16,-1 3 0 15,5 0 0-15,2 0 0 0,4 0 0 16,0 0 0-16,0 1 0 0,0 4 0 15,4 1 0-15,8 1 0 0,9 5 0 16,4-1 0-16,2 1 0 0,-4-1 0 16,-5 0 0-16,-1 2 0 15,-5 0 0-15,-4 4 0 0,-6 1 0 16,-2-1 0-16,-6 1 0 0,-4 0 0 16,-5-3 0-16,-7-1 0 0,-3 0 0 15,-2-3 0-15,0-1 0 16,0-7 0-16,2-3 0 0,5-2 0 15,9-7-173-15,5-7-751 0,6 3-1425 16,6-5-585-16</inkml:trace>
  <inkml:trace contextRef="#ctx0" brushRef="#br0" timeOffset="19199.25">15390 13725 4141 0,'0'0'569'0,"-6"-59"483"0,-1 25-420 0,-11 7-343 0,1 4 75 16,-4 5-132-16,-1 5 40 15,-5 6 84-15,-2 6-180 0,2 1-67 16,0 5-109-16,7 5 0 0,3 2 0 15,3 2 0-15,3 4 0 0,5 3 0 16,2 2 0-16,4 5 0 16,4 4 0-16,2 6 0 0,5 2 0 15,3 7 0-15,-2 1 0 0,3 0 0 16,1 3 0-16,1-2 0 0,-7 2 0 16,1-2 0-16,-7-6 0 0,0-2 0 15,-4-5 0-15,0-7 0 16,0-5 0-16,-4-7-37 0,4-5-755 15,-11-7-125-15,7-1-299 0,-4-5-3446 0</inkml:trace>
  <inkml:trace contextRef="#ctx0" brushRef="#br0" timeOffset="19316.38">15047 14238 3593 0,'0'0'1685'0,"0"0"-785"15,49 11-279-15,-14-17-113 16,9-7-24-16,1-3-428 0,-8-4-56 15,5-4-40-15,-20 5-1016 0,5-1-777 16</inkml:trace>
  <inkml:trace contextRef="#ctx0" brushRef="#br0" timeOffset="19533.24">15621 13698 7407 0,'0'0'492'0,"-16"60"-199"0,5-16-293 16,-1 4 0-16,-3 6 0 0,1 1 0 16,2 2 0-16,-5 2 0 0,3 0 0 15,-1-1 0-15,-1 0 0 0,3-4 0 16,3-4 0-16,0-7 0 0,5-6 0 16,5-10 0-16,0-9-881 15,5-11-2861-15</inkml:trace>
  <inkml:trace contextRef="#ctx0" brushRef="#br0" timeOffset="19816.43">15605 14302 6458 0,'0'0'1181'0,"0"0"-628"0,0 0-553 16,0 0 0-16,47 12 0 0,-16-19 0 16,0-1 0-16,0-4 0 0,-4 0 0 15,-4-2 0-15,2-2 0 16,-5 1 0-16,-3 0 0 0,-7-2 0 15,-4-2 0-15,-6-1 0 0,0 2 0 16,-10 3 0-16,0 4 0 0,-7 7 0 16,-6 5 0-16,-1 12 0 0,-3 9 0 15,2 7 0-15,-2 6 0 0,6 4 0 16,1 2 0-16,9 1 0 0,11-4 0 16,5-1 0-16,11-5 0 15,5-4 0-15,6-5 0 0,2-7 0 16,2-5 0-16,2-9 0 0,-9-2-1193 15,3-2-4090-15</inkml:trace>
  <inkml:trace contextRef="#ctx0" brushRef="#br0" timeOffset="20199.57">16014 14104 5470 0,'0'0'1309'15,"0"0"-661"-15,0 0 117 0,0 43-765 16,12-17 0-16,3 4 0 0,6-3 0 16,-5-5 0-16,9-1 0 0,-2-5 0 15,3-3 0-15,-1-3 0 16,-4-3 0-16,0-4 0 0,-7-2 0 15,-6-1-325-15,3-4-459 0,-7-8-957 16,0 0 8-16,-4-1-348 0</inkml:trace>
  <inkml:trace contextRef="#ctx0" brushRef="#br0" timeOffset="20349.58">16223 14126 4918 0,'0'0'724'15,"0"0"589"-15,0 0-809 0,-46 40-192 16,26-8 8-16,-7 6-252 0,0 1-35 15,-4-2-33-15,0 0 0 0,4-2 0 16,0-2 0-16,2-3 0 0,9-4-149 16,1-8-751-16,9-7-157 15,2-6-567-15</inkml:trace>
  <inkml:trace contextRef="#ctx0" brushRef="#br0" timeOffset="20533.62">16328 14177 6118 0,'0'0'1517'16,"0"0"-1037"-16,0 0-403 0,-18 32-77 15,7-3 0-15,1 6 0 0,-2 0 0 16,-3 0 0-16,3-1 0 0,1-4 0 16,1-2 0-16,2-8 0 0,6-5 0 15,2-8-1469-15,0-7-872 0</inkml:trace>
  <inkml:trace contextRef="#ctx0" brushRef="#br0" timeOffset="20683.5">16460 13758 7463 0,'0'0'156'0,"0"0"24"0,0 0-44 15,0 0-132-15,0 0-4 16,0 0-732-16,0 0-185 0,0 0-1700 0</inkml:trace>
  <inkml:trace contextRef="#ctx0" brushRef="#br0" timeOffset="21033.47">16702 13697 6478 0,'0'0'125'0,"0"0"663"16,0 0-28-16,0 0-719 0,-45 40-41 16,22 0 0-16,2 10 0 0,-1 7 0 15,1 2 0-15,0 1 0 16,3 3 0-16,1 5 0 0,1-1 0 16,5 1 0-16,1-3 0 0,0-4 0 15,10-8 0-15,0-8 0 16,8-9 0-16,-2-8 0 0,4-11 0 15,-3-8 0-15,3-9 0 0,0-8 0 16,5-11 0-16,-5-7 0 0,-2-6 0 16,-3-1 0-16,-1-3 0 0,-4 2 0 15,-9 5 0-15,-3 7 0 0,-2 10 0 16,-7 3 0-16,4 7 0 0,-3 2 0 16,-1 5 0-16,9 1 0 15,1-2-1285-15,5-2-376 0,6-2-764 0</inkml:trace>
  <inkml:trace contextRef="#ctx0" brushRef="#br0" timeOffset="21249.7">16814 13916 7579 0,'0'0'613'0,"-23"46"-613"0,9-9 0 15,1 2 0-15,-5 3 0 0,7 1 0 16,-1 1 0-16,2 0 0 0,3 0 0 16,3-2 0-16,0-3 0 0,4-3 0 15,0-5 0-15,0-9-725 0,4-6-2629 16</inkml:trace>
  <inkml:trace contextRef="#ctx0" brushRef="#br0" timeOffset="21532.85">16845 14437 5954 0,'0'0'492'15,"45"-11"5"-15,-18 1 539 0,-6-3-823 16,2 1-213-16,-3-2 0 0,1 0 0 16,-4-4 0-16,-1 1 0 0,-1-3 0 15,-1-1 0-15,-4-3 0 16,1 1 0-16,-5 0 0 0,-6 1 0 15,0 7 0-15,-10 8 0 0,-7 7 0 16,-8 17 0-16,-12 11 0 0,0 15 0 16,-4 5 0-16,-1 8 0 0,13 1 0 15,9-5 0-15,9-3 0 0,13-8 0 16,19-9 0-16,14-8 0 0,13-11 0 16,10-13 0-16,-11 0-509 0,1-11-3845 15</inkml:trace>
  <inkml:trace contextRef="#ctx0" brushRef="#br0" timeOffset="23682.5">2937 14676 2144 0,'0'0'1245'0,"0"0"-417"16,0 0 73-16,0 0-289 16,0 0-180-16,0 0 229 0,0 0-321 15,0 0-16-15,-20-4 60 0,16 4-248 16,-1-2 28-16,3 2-143 0,-4 0-21 16,2 0 0-16,-4 2 0 15,-1 2 0-15,5-1 0 0,-6 3 0 16,4 0 0-16,0 0 0 0,1-1 0 15,5-2 0-15,0 0 0 0,-4-2 0 16,4-1 0-16,0 0 0 0,0 0 0 16,0 0 0-16,0 1 0 0,0 0 0 15,0 0 0-15,0 3 0 0,0 0 0 16,0-1 0-16,0 3 0 0,0 0 0 16,0-1 0-16,4 0 0 15,-1 0 0-15,5 0 0 0,8 2 0 16,-3-1 0-16,5 1 0 0,-5-1 0 15,1 1 0-15,-3 2 0 0,1 0 0 16,0 3 0-16,1-1 0 16,-1 2 0-16,7-1 0 0,-5-2 0 15,5 1 0-15,-1-3 0 0,3 2 0 16,0-2 0-16,2-1 0 0,1-1 0 16,3-1 0-16,0 1 0 15,-4-2 0-15,6 0 0 0,-2 0 0 16,0-1 0-16,4-3 0 0,0 0 0 15,2 0 0-15,2-6 0 0,2-2 0 16,0-3 0-16,0-2 0 0,5-1 0 16,-5-4 0-16,4 2 0 0,1-6 0 15,1 1 0-15,-2-3 0 0,7-2 0 16,-5-1 0-16,9 0 0 0,0-2 0 16,6-1 0-16,-5 1 0 15,5-3 0-15,0 0 0 0,4 2 0 16,-4-1 0-16,4 5 0 0,2 0 0 15,-4 4 0-15,2 0 0 0,0 5 0 16,-2 1 0-16,2 2 0 0,4 2 0 16,-2 0 0-16,4 3 0 15,1 0 0-15,-5 4 0 0,8 2 0 16,-4 1 0-16,0 2 0 0,1 1 0 16,-1 6 0-16,2 1 0 0,3 4 0 15,-5 4 0-15,-6 0 0 16,2 4 0-16,-6 2 0 0,0 4 0 15,0 1 0-15,-5 5 0 0,3 5 0 16,-8 3 0-16,3 4 0 0,-3 0 0 16,-1 2 0-16,1-2 0 0,-1 1 0 15,1-1 0-15,0-1 0 0,3-2 0 16,-3-3 0-16,3-4 0 0,3-5 0 16,-2-3 0-16,6-6 0 15,0-4 0-15,0-6 0 0,1-4 0 16,1-6 0-16,0-3 0 0,2-9 0 15,7-7 0-15,-7-4 0 0,2-6 0 16,4-6 0-16,-4 0 0 16,4-5 0-16,0 3 0 0,1 0 0 15,-1 1 0-15,4 4 0 0,-4 0 0 16,1 2 0-16,-1 3 0 0,-4 2 0 16,0 3 0-16,-2 1 0 0,0 3 0 15,-4 2 0-15,0 2 0 16,0 6 0-16,-5 3 0 0,-1 5 0 15,-4 5 0-15,-1 8 0 0,-5 7 0 16,-1 6 0-16,-4 5 0 0,-4 6 0 16,-2 3 0-16,0 5 0 0,-4 1 0 15,0 2 0-15,4-1 0 0,0-2 0 16,6-3 0-16,0-4 0 0,5-4 0 16,-1-4 0-16,7-7 0 15,-1-4 0-15,5-6 0 0,-3-4 0 16,7-9 0-16,4-3 0 0,6-7 0 15,2-8 0-15,1-5 0 0,1-3 0 16,2-6 0-16,7-3 0 16,-1-1 0-16,7-2 0 0,0 1 0 15,8 3 0-15,-4 3 0 0,-4 5 0 16,-7 3 0-16,1 4 0 0,-5 0 0 16,5 3 0-16,-1-2 0 15,3 4 0-15,-3 1 0 0,5 1 0 16,-2 6 0-16,1 3 0 0,-3 3 0 15,-1 3 0-15,3 7 0 0,-4 4 0 16,-3 5 0-16,-6 2 0 0,0 5 0 16,1-1 0-16,-5 1 0 0,4-4 0 15,-2-1 0-15,2-3 0 0,1-3 0 16,-1-1 0-16,-2-3 0 0,6-4 0 16,-4-1 0-16,1-2 0 15,-1-2 0-15,0-2 0 0,0-1 0 16,1-6 0-16,3-4 0 0,-4-3 0 15,2-4 0-15,-3-2 0 0,1-1 0 16,-2 1 0-16,-4 1 0 16,0 4 0-16,-10 6 0 0,-9 5 0 15,-10 4 0-15,-2 9 0 0,-6 5 0 16,-2 6 0-16,1 2 0 0,3 3 0 16,11 0 0-16,9-1 0 15,11-3 0-15,4-1 0 0,10-3 0 16,-1-4 0-16,5-6 0 0,-22-3-2166 15,0-6-947-15</inkml:trace>
  <inkml:trace contextRef="#ctx0" brushRef="#br0" timeOffset="104382.22">8070 14780 1520 0,'0'0'280'0,"0"0"781"0,0 0-401 16,0 0-72-16,0 0-103 0,0 0 151 15,0 0-276-15,-41 36-20 0,24-26 268 16,3-1-215-16,-3-1-113 0,7-4 244 16,2 0-288-16,1-1-15 15,5 0-221-15,-2-2 0 0,0 4 0 16,2-1 0-16,-2-1 0 0,4 3 0 15,-4 0 0-15,2-1 0 0,-3 1 0 16,5-1 0-16,-4-1 0 16,2-1 0-16,2-3 0 0,0 0 0 15,6-3 0-15,5-5 0 0,14-5 0 16,8 1 0-16,0 0 0 0,2 6 0 16,-4 2 0-16,-8 2 0 0,-3 2 0 15,-3 4 0-15,-3-1 0 16,-7 6 0-16,-3 0 0 0,-4 4 0 15,0 5 0-15,-11-1 0 0,-3 0 0 16,-5 2 0-16,-6 0 0 0,-1-1 0 16,-1-1 0-16,2-5 0 0,2-3 0 15,-2-2 0-15,9-7 0 0,1 0 0 16,5-7 0-16,4-6 0 0,6-6 0 16,0-7 0-16,4-1 0 15,6-2 0-15,7 3 0 0,3 1 0 16,1 6 0-16,2 6 0 0,-7 3 0 15,-1 6 0-15,-1 4 0 0,-3 1 0 16,1 6 0-16,-6 4 0 16,3 6 0-16,-3 0 0 0,-6 5 0 15,0 0 0-15,0 0 0 0,0-3 0 16,-4-3 0-16,2 0 0 0,2-7-1237 16,-5-2-1433-16</inkml:trace>
  <inkml:trace contextRef="#ctx0" brushRef="#br0" timeOffset="106783.17">7187 2569 4598 0,'0'0'1560'16,"-20"55"-1192"-16,16-16-87 15,-3 5 175-15,7 8-256 0,7 5-28 16,3 2 112-16,0 7-164 0,1 0-48 16,-1 1-16-16,0-1-48 0,-4-6-8 15,-1-4 4-15,-3-8-4 16,-2-7-12-16,0-11-176 0,-2-7-156 16,-3-8-140-16,-1-9-677 0,2-3-51 15,-2-6-341-15</inkml:trace>
  <inkml:trace contextRef="#ctx0" brushRef="#br0" timeOffset="106982.72">7196 2537 4958 0,'0'0'424'0,"-60"28"172"16,18-5-232-16,5 6-111 15,2 4-145-15,6 0-108 0,8 0 16 16,7 1-12-16,8-1-4 0,-3-3-8 16,7-2-337-16,-2-5-463 0,4-8-336 15</inkml:trace>
  <inkml:trace contextRef="#ctx0" brushRef="#br0" timeOffset="107149.01">7163 2580 5482 0,'0'0'1008'0,"0"0"-339"0,0 0 243 15,33 39-791-15,-15-28-121 0,9-3 0 16,0 3 0-16,8-2 0 0,2 3 0 16,1 6 0-16,-12 2 0 0,-5-1-913 15,-6-2-1504-15</inkml:trace>
  <inkml:trace contextRef="#ctx0" brushRef="#br0" timeOffset="107615.14">7712 2294 6130 0,'0'0'741'0,"0"0"-153"0,0 0 32 0,0 0-507 16,0 0-113-16,-18 66 0 0,16-25 0 15,2 3 0-15,2 1 0 0,6 0 0 16,-8 0 0-16,2-2 0 16,2-3 0-16,-2-2 0 0,2-6 0 15,1-5-121-15,-3-5-443 0,2-9-1253 16,-4-6-552-16</inkml:trace>
  <inkml:trace contextRef="#ctx0" brushRef="#br0" timeOffset="107833.56">7692 2363 4718 0,'0'0'952'0,"0"0"-500"15,39-19 13-15,-10 7 139 0,4 1-344 16,2-1-88-16,-2 1 16 0,-2 3-176 15,-4 2 4-15,-2 2-16 16,-6 3-152-16,-5 0-488 0,-8 1-1577 16,-2 0-1353-16</inkml:trace>
  <inkml:trace contextRef="#ctx0" brushRef="#br0" timeOffset="107999.8">7712 2585 4986 0,'0'0'1008'0,"0"0"-484"16,34-1 397-16,-8-5-457 0,5-3-232 15,5-2-232-15,3-6-36 16,-8 4-644-16,4-5-2089 0</inkml:trace>
  <inkml:trace contextRef="#ctx0" brushRef="#br0" timeOffset="108249.75">8229 2106 5870 0,'0'0'689'0,"0"0"-381"0,-27 49 244 15,17-16-364-15,0 6-120 0,-5 5 0 16,3 8-8-16,-5 5 68 15,3 2-8-15,3 5-116 0,1-2 28 16,4-4 73-16,6-6-105 0,0-3 0 16,6-9 0-16,9-8 0 0,5-8 0 15,7-10-129-15,6-8-391 0,4-7-216 16,-6-6-1738-16,-4-4-1831 0</inkml:trace>
  <inkml:trace contextRef="#ctx0" brushRef="#br0" timeOffset="108565.82">8428 2273 5726 0,'0'0'768'0,"0"0"249"16,0 0-565-16,0 0-223 15,0 0-229-15,-19 32 0 0,11 1 0 16,-3 9 0-16,1 3 0 0,-4 1 0 16,3 4 0-16,-1 1 0 0,4-4 0 15,1-4 0-15,7-5 0 16,0-9 0-16,5-2 0 0,7-8 0 16,9-5 0-16,-1-6 0 0,7-5 0 15,-2-3 0-15,2-9 0 0,-6-4 0 16,-1-6 0-16,-3-3-1421 0,-11 4-636 15,-2-2-1825-15</inkml:trace>
  <inkml:trace contextRef="#ctx0" brushRef="#br0" timeOffset="108717.39">8182 2635 5954 0,'0'0'516'16,"0"0"-323"-16,51 6 251 15,-3-17 348-15,-1-7-499 0,7-6-293 16,-2-2 0-16,0-4 0 0,-5-3 0 16,-6-1-1449-16,-8 8-872 0</inkml:trace>
  <inkml:trace contextRef="#ctx0" brushRef="#br0" timeOffset="108949.31">8676 2139 4470 0,'0'0'1072'0,"0"0"-188"0,51 43 241 15,-24-17-585-15,6 7-439 0,-2 2-101 16,0 5 0-16,-4 5 0 0,-8 3 0 16,-17 6 0-16,-4 0 0 0,-19 2 0 15,-6-3 0-15,-8-2 0 0,2-2 0 16,-2-5 0-16,4-5 0 15,4-11 0-15,2-9-829 0,2-9-1896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41:56.2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6474 14352 1548 0,'0'0'961'16,"0"0"607"-16,0 0-619 0,0 0-425 15,0 0-8-15,0 0 133 16,0 0-349-16,0 0-52 0,0-5 76 0,0 6-212 15,0 2 12-15,-4-2 68 16,4 2-124-16,0 1 24 0,0 2-75 16,0 2-17-16,4 3 0 0,0 2 0 15,3 2 0-15,-3 1 0 0,2 1 0 16,0 3 0-16,2 1 0 0,1 0 0 16,-1 3 0-16,2 0 0 0,1 1 0 15,-1-2 0-15,6 1 0 16,5 1 0-16,0-3 0 0,2 0 0 15,8-2 0-15,-5 1 0 0,5 1 0 16,5-1 0-16,1-1 0 16,2-2 0-16,2-1 0 0,5-2 0 0,-3-1 0 15,9-5 0-15,-2-1 0 16,5-2 0-16,3-4 0 0,4-2 0 16,-2-2 0-16,6-4 0 0,-2-2 0 15,5-3 0-15,-1-2 0 0,0-4 0 16,0 0 0-16,7-1 0 0,-3-3 0 15,9 1 0-15,-3 0 0 16,1-1 0-16,3-1 0 0,-3 1 0 16,0 0 0-16,-3 0 0 0,1 2 0 15,-3 1 0-15,-6 4 0 0,0 3 0 16,-6 2 0-16,2 5 0 0,-6 4 0 16,-4 0 0-16,-2 7 0 0,-7 3 0 15,-8 4 0-15,-3 1 0 16,-8 3 0-16,-5 1 0 0,-6 1 0 15,-5-1 0-15,-4 2 0 0,-6 1 0 16,0-2 0-16,0-2 0 16,0-3 0-16,0-2 0 0,4-2 0 15,-4-5 0-15,6-2 0 0,-6 1 0 0,5-1 0 16,1-1 0-16,-2-2 0 16,6-1 0-16,7-1 0 0,3-4 0 15,1-1 0-15,2 2 0 0,-2 1 0 16,-1 2 0-16,3 1 0 0,6 0 0 15,-2 1 0-15,4 3 0 16,6 0 0-16,6 0 0 0,9 2 0 16,10-2 0-16,2-1 0 0,11 1 0 15,7-4 0-15,7-1 0 0,6-6 0 16,0-4 0-16,5-2 0 0,-10-4 0 16,-3-2 0-16,-6-1 0 15,-7-3 0-15,-1 1 0 0,-9-3 0 16,-2 1 0-16,0-2 0 0,-4 0 0 15,-7 3 0-15,-13-1 0 0,-16 6-117 16,-11 3-2940-16</inkml:trace>
  <inkml:trace contextRef="#ctx0" brushRef="#br0" timeOffset="2983.99">6079 15291 3653 0,'0'0'2221'15,"0"0"-1589"-15,0 0-115 0,0 0 295 16,0 0-620-16,0 0-60 0,0 0-99 16,0 0-33-16,0 0 0 0,-16 36 0 15,22-1 0-15,4 5 0 0,-3 2 0 16,-1 1 0-16,-2 4 0 0,0-2 0 16,-4-2 0-16,0-4 0 15,0-9 0-15,2-5 0 0,2-7 0 16,-4-7-237-16,4-5-367 0,-2-5-128 15,-2-1-1473-15,5-5-873 0</inkml:trace>
  <inkml:trace contextRef="#ctx0" brushRef="#br0" timeOffset="3150.39">6061 15252 5690 0,'0'0'364'0,"0"0"-12"0,0 0 365 15,0 0-297-15,56-16-204 0,-23 6-36 16,6-4-168-16,4-1 12 0,-5 1-24 16,3 0 0-16,-4 2-136 0,-6 0-764 15,-8 5-377-15,-9 4-880 0</inkml:trace>
  <inkml:trace contextRef="#ctx0" brushRef="#br0" timeOffset="3350.1">6106 15508 4337 0,'0'0'1049'16,"0"0"-633"-16,0 0 785 0,42 24-577 16,-26-21-148-16,5 1-387 0,2-3-89 15,6 0 0-15,4-1 0 0,2-7-113 16,-8 3-807-16,-1-4-1882 0</inkml:trace>
  <inkml:trace contextRef="#ctx0" brushRef="#br0" timeOffset="3649.83">6480 15438 2809 0,'0'0'2317'0,"0"0"-1681"16,0 0 161-16,0 0-457 0,0 0-192 15,-41 4-8-15,29 23-128 0,-5 6 24 16,7 5-8-16,-1 0-16 0,5 0-12 16,6-3 0-16,2-3-4 0,9-4 4 15,5-8 0-15,5-6-20 16,4-6 20-16,2-7 32 0,4-4-28 16,-5-7 60-16,-5-5 268 0,-4-4-100 15,-7-1 0-15,-6-5-187 0,-4 0-45 16,-4-1 0-16,-6 0 0 15,-1-1 0-15,1-1 0 0,0 2 0 16,3 2 0-16,3 2-61 0,4 2-703 16,9 5 224-16,-3 1 63 0,4 5-847 15,-6 3-357-15,2 2-1472 0</inkml:trace>
  <inkml:trace contextRef="#ctx0" brushRef="#br0" timeOffset="3933.57">6590 15462 5206 0,'0'0'1092'0,"0"36"-643"16,0-10-133-16,0 0-164 0,4 3-104 0,2 1 12 15,9-2 84-15,-3 0-104 16,9-5-20-16,0-4-12 0,-1-4 12 16,1-4-20-16,0-4 12 0,-5-4 0 15,1-3-12-15,-3-5 56 0,-2-7 28 16,-1-3 108-16,-3-8 89 15,-6-3-281-15,2-2 0 0,-4-4 0 16,-6 0 0-16,-4-4 0 0,6 2-25 16,-3 3-223-16,7 6 128 0,7 7-144 15,-1 4 40-15,2 3 116 0,0 5 76 16,-4 4-428-16,1 1-605 0,1 1-1652 16</inkml:trace>
  <inkml:trace contextRef="#ctx0" brushRef="#br0" timeOffset="4133.35">6943 15693 3529 0,'0'0'736'16,"0"0"105"-16,0 0 491 0,-12-50-755 15,6 24 23-15,6-1-23 0,0 0-577 16,0 2 0-16,6 2 0 15,0 3 0-15,0 2 0 0,3 3 0 16,-3-3 0-16,4 1 0 0,1-3 0 16,3 6 0-16,-4-5-1401 0</inkml:trace>
  <inkml:trace contextRef="#ctx0" brushRef="#br0" timeOffset="4550.3">7204 15509 6927 0,'0'0'900'0,"0"0"-535"0,0 0-365 0,0 0 0 16,0 0 0-16,0 0 0 15,58 6 0-15,-17-6 0 0,7-6 0 16,-7-5 0-16,-12 4-1670 0,-4 0-855 16</inkml:trace>
  <inkml:trace contextRef="#ctx0" brushRef="#br0" timeOffset="4833.52">7500 15833 3289 0,'0'0'868'0,"0"60"-455"0,4-28 3 15,0-6-140-15,-4-5-128 0,6-3-144 16,-6-6 8-16,2-6 84 0,-2-2 12 16,0-4-4-16,0-6 52 0,0-9-32 15,-2-11-124-15,-4-10-524 16,2 5-472-16,-3-3-573 0</inkml:trace>
  <inkml:trace contextRef="#ctx0" brushRef="#br0" timeOffset="5066.81">7497 15442 4041 0,'0'0'601'0,"48"-61"1528"15,-25 30-1013-15,-3 10-811 0,-5 8-305 16,-5 2 0-16,-4 6 0 0,-1 3 0 16,1 1 0-16,0 1 0 0,8 1 0 15,7 12 0-15,0 6 0 16,1 5 0-16,-7 3 0 0,-9 3 0 15,-6 1 0-15,-4-1 0 0,-8 0 0 16,1-4 0-16,-9 0 0 0,3-5 0 16,-8-3 0-16,-2-2 0 0,7-6 0 15,-3-3 0-15,2-7 0 16,11 0 0-16,6-3 0 0,4-7-533 16,10-5-327-16,1 2-1145 0,5-5-288 15</inkml:trace>
  <inkml:trace contextRef="#ctx0" brushRef="#br0" timeOffset="5349.57">7855 15387 2629 0,'0'0'4326'16,"0"0"-3770"-16,-37 4 68 0,27 3-567 15,-1 2-57-15,7 7 0 16,-6 1 0-16,6 4 0 0,2-1 0 15,2 0 0-15,6-1 0 0,4-1 0 16,0-1 0-16,7-3 0 0,8-4 0 16,-5-3 0-16,1-3 0 15,2-3 0-15,-3-1 0 0,-5-5 0 16,-5-2 0-16,-4-6 0 0,-6-2 0 16,0-6 0-16,-4-2 0 15,-2-5 0-15,-4-3 0 0,4-4 0 16,-3 1-761-16,3 5-288 0,2 3-1832 0</inkml:trace>
  <inkml:trace contextRef="#ctx0" brushRef="#br0" timeOffset="5533.48">8029 15050 6094 0,'0'0'925'15,"0"0"91"-15,0 0-859 0,-21 55-157 16,11-16 0-16,3 4 0 0,3 2 0 15,4 0 0-15,0 1 0 0,4 6 0 16,-1-1 0-16,1 2 0 16,0-4 0-16,-2-4 0 0,2-7 0 15,0-10 0-15,-2-9-1373 0,2-9-1024 0</inkml:trace>
  <inkml:trace contextRef="#ctx0" brushRef="#br0" timeOffset="5783.45">8109 15521 6198 0,'0'0'829'0,"0"0"211"16,0 0-915-16,0 0-125 0,0 0 0 15,40-44 0-15,-34 30 0 0,0-1 0 16,-6 0 0-16,4 2 0 0,-4 1 0 16,0 2 0-16,-4 3 0 0,4 3 0 15,-6 4 0-15,-5 9 0 16,-3 11 0-16,-3 9 0 0,1 8 0 15,-1 3 0-15,7 0 0 0,2-4 0 16,8-4 0-16,14-4 0 0,7-10 0 16,10-7 0-16,12-8 0 0,11-5-805 15,-8-3-1048-15,5-6-820 0</inkml:trace>
  <inkml:trace contextRef="#ctx0" brushRef="#br0" timeOffset="6167.06">8853 15684 5434 0,'-14'34'320'0,"8"-5"280"15,6 5 65-15,4-1-269 0,6 1-36 16,-1 1-264-16,5 1-52 0,-8 0-44 16,2-1-4-16,3-3 4 0,-5-3-112 15,-6-7-320-15,4-4-88 0,-4-9-1237 16,-4-7-976-16</inkml:trace>
  <inkml:trace contextRef="#ctx0" brushRef="#br0" timeOffset="6500.05">8779 15629 6502 0,'0'0'977'15,"0"0"-317"-15,6-52-607 16,15 22-53-16,2-2 0 0,8-2 0 15,0-1 0-15,6 6 0 0,-6 0 0 16,2 8 0-16,2 4 0 0,-8 10 0 16,-2 7 0-16,-9 5 0 0,1 9 0 15,-11 4 0-15,-2 2 0 0,-4 2 0 16,-6-1 0-16,-2 0 0 0,-5-2 0 16,-3-1 0-16,-5 0 0 15,0-3 0-15,-3 0 0 0,1 0 0 16,-4-6 0-16,6 1 0 0,7-6 0 15,8-1 0-15,2-2 0 0,4-1-621 16,6-1-1740-16,8-7 232 0</inkml:trace>
  <inkml:trace contextRef="#ctx0" brushRef="#br0" timeOffset="7266.07">9341 15424 4986 0,'0'0'1040'0,"0"0"41"0,-35-44-405 0,19 38-267 0,5 6-409 15,-5 1 0-15,5 11 0 16,-3 7 0-16,2 6 0 0,-3 6 0 15,9 1 0-15,6 1 0 0,0 0 0 16,6-5 0-16,4-4 0 0,7-6 0 16,-3-4 0-16,3-6 0 15,4-5 0-15,-5-3 0 0,-1-5 0 16,-5-5 0-16,-4-4 0 0,5-1 0 16,-5 0 0-16,-2 0-25 0,-2 1-259 15,2 6 48-15,-4 3-192 16,4 2 196-16,-4 3 120 0,6 1 104 15,-1 8 4-15,1 6 4 0,0 2 92 16,2 1-84-16,-2-3 16 0,1-2 100 16,-3-1-76-16,2-2 16 0,-2-4 60 15,-4-3-36-15,2 1 32 0,-2-3 72 16,4 1-92-16,-4-2 48 0,0 0 49 16,0-2-197-16,-4-7 0 15,2-8 0-15,2-7 0 0,0-3 0 16,2 0 0-16,6 1 0 0,3 3 0 15,-1 2 0-15,0-1 0 0,3 1 0 16,-3 2 0-16,5 2 0 16,1 2 0-16,-1 2-997 0,-3 6-1264 0,-2 0-2361 15</inkml:trace>
  <inkml:trace contextRef="#ctx0" brushRef="#br0" timeOffset="7566.04">9641 15418 6230 0,'0'0'1613'0,"0"0"-1264"0,-35 5-349 0,18-5 0 16,1 5 0-16,-5 7 0 0,7 6 0 16,1 6 0-16,3 5 0 0,6 0 0 15,4-1 0-15,0-1 0 0,4-4 0 16,6-4 0-16,7-6 0 0,3-5 0 16,1-6 0-16,6-4 0 15,0-9 0-15,-2-6 0 0,-3-4 0 16,-5-5 0-16,2-1 0 0,-9 1 0 15,-4 5 0-15,-6 4 0 0,0 7 0 16,0 5 0-16,0 3 0 0,-4 2 0 16,4 8 0-16,0 10 0 0,8 9 0 15,-2 7 0-15,5-1 0 16,-1-2 0-16,0-6 0 0,7-4 0 16,0-3 0-16,-3-4-361 0,-4-6-1004 15,1-1-519-15</inkml:trace>
  <inkml:trace contextRef="#ctx0" brushRef="#br0" timeOffset="8216.95">9961 15469 3897 0,'0'0'2425'0,"0"0"-1616"0,-14 50 15 16,4-20-587-16,-1 4-237 0,1-4 0 16,4-2 0-16,0-1 0 0,6-7 0 15,-5-1 0-15,5-5 0 0,0-5 0 16,0-4 0-16,5-3 0 0,-3-2 0 16,2-6 0-16,6-9 0 15,7-11 0-15,-3-5 0 0,7-4 0 16,-5 1 0-16,5 5 0 0,0 3 0 15,-1 7 0-15,-7 6 0 0,1 8 0 16,-8 8 0-16,1 7 0 0,-3 6 0 16,0 6 0-16,-2 1 0 0,2-1 0 15,0 0 0-15,-2-4 0 16,9-1 0-16,-1-5 0 0,-4-4 0 16,9-4 0-16,-5-4 0 0,-4-5 0 15,5-5 0-15,-7-6 0 0,2-1 0 16,-2-2 0-16,2-3 0 15,-2 2 0-15,3-1 0 0,-1 3 0 16,-2 2 0-16,0 5 0 0,-2 5 0 16,-2 2 0-16,4 4 0 0,0 0 0 15,-2 5 0-15,3 7 0 0,1 6 0 16,-2 3 0-16,-4 3 0 0,0-2 0 16,2-3 0-16,2-1 0 15,2-4 0-15,3-2 0 0,3-2-525 16,-2-5-1460-16,1-1-264 0</inkml:trace>
  <inkml:trace contextRef="#ctx0" brushRef="#br0" timeOffset="8450.32">10410 15640 5190 0,'0'0'1316'0,"14"-33"77"0,-3 10-1100 16,-7 0-293-16,-2-3 0 0,-2 0 0 16,-6-1 0-16,2 2 0 0,-3 0 0 15,3 6 0-15,2 5 0 0,-2 3 0 16,4 8 0-16,0 2 0 15,-6 4 0-15,-2 12 0 0,-3 20 0 16,-1 12 0-16,2 9 0 0,-1 2 0 16,7-7 0-16,4-6 0 0,10-5 0 15,5-9 0-15,6-10 0 0,1-9 0 16,9-8 0-16,0-5 0 0,0-15 0 16,0-7 0-16,-8-13-665 0,-2 6-1188 15,-11-5-680-15</inkml:trace>
  <inkml:trace contextRef="#ctx0" brushRef="#br0" timeOffset="8634.29">10652 15075 5526 0,'0'0'872'15,"0"0"-187"-15,0 0 424 0,0 0-1109 16,0 0 0-16,-10 44 0 0,3-5 0 16,1 5 0-16,2 4 0 0,4-2 0 15,4 3 0-15,2 5 0 16,5 2 0-16,-7 1 0 0,2 0 0 15,-2-2 0-15,-2-3 0 0,2-4 0 16,-4-9 0-16,-4-12-1441 0,-2-8-3302 0</inkml:trace>
  <inkml:trace contextRef="#ctx0" brushRef="#br0" timeOffset="8766.91">10544 15618 2629 0,'0'0'4202'0,"38"-30"-3826"0,-12 14 376 16,5-2-519-16,0 0-233 0,-4 1 0 15,0 0 0-15,-6 3 0 0,-5 3 0 16,-5 4 0-16,-5 2-1105 0,-2 4-328 16,-4 1-3357-16</inkml:trace>
  <inkml:trace contextRef="#ctx0" brushRef="#br0" timeOffset="9250.92">10766 15668 5234 0,'0'0'1212'0,"0"0"-627"0,37-12 576 16,-23 3-1161-16,-5-2 0 0,1-3 0 16,0-1 0-16,-6-1 0 0,3 0 0 15,-3-2 0-15,-4-1 0 0,0 0 0 16,0 0 0-16,-4 5 0 0,1 5 0 16,-1 6 0-16,-2 3 0 0,2 3 0 15,-10 12 0-15,-3 11 0 16,0 8 0-16,1 6 0 0,6 4 0 15,-1-3 0-15,7 0 0 0,4-5 0 16,10-7-213-16,5-6-95 0,16-7 184 16,2-9 44-16,4-3-36 15,5-4 28-15,-5-8-68 0,-6-6 92 16,-4-4 64-16,-7-5 16 0,-3 3-8 16,-7-1 24-16,-6 5 268 0,0 4-192 15,-4 4-12-15,0 3 236 0,0 3-152 16,-4 1-103-16,4-1-77 15,0 2 0-15,0 0 0 0,0 3 0 16,-4 0 0-16,4 1 0 0,0-3 0 16,0-1 0-16,0-3 0 0,0-7 0 15,0-7 0-15,-2-4 0 0,-2-4 0 16,-2 3 0-16,6 3 0 0,2 2 0 16,6-2 0-16,-2 2 0 15,7-3 0-15,5-1 0 0,5-1 0 16,2 1 0-16,2 4 0 0,4 5 0 15,-9 1 0-15,-1 5-1053 0,-6 3-408 16,-5 0-3489-16</inkml:trace>
  <inkml:trace contextRef="#ctx0" brushRef="#br0" timeOffset="9566.86">11406 15443 5642 0,'0'0'808'0,"0"0"-547"0,-14-38 651 16,-3 26-508-16,1 5-239 0,-5 6-165 16,-4 2 0-16,9 7 0 0,-1 4 0 15,3 1 0-15,1 2 0 0,5 2 0 16,6 0 0-16,2-1 0 0,6 1 0 16,5-1 0-16,5 0 0 15,5-2 0-15,-1 1 0 0,3-2 0 16,2 0 0-16,-4 1 0 0,6-1 0 15,-13 1 0-15,3 0 0 0,-7 1 0 16,-6 0 0-16,-4-1 0 0,0 2 0 16,-8 1 0-16,-5 0 0 0,-5 0 0 15,-3-1 0-15,-2-2 0 16,-4 0 0-16,3-4 0 0,1-1 0 16,2-1 0-16,1-2 0 0,3-2-1057 15,-2 1-516-15</inkml:trace>
  <inkml:trace contextRef="#ctx0" brushRef="#br0" timeOffset="10933.23">5660 16143 6014 0,'0'0'1365'0,"-35"-21"-725"0,12 12-467 16,-4 2-173-16,-4 2 0 0,4 1 0 16,-4 1 0-16,4 3 0 15,0 4 0-15,3 4 0 0,7 5 0 16,-2 5 0-16,7 3 0 0,2 5 0 16,-1 3 0-16,5 2 0 0,6 2 0 15,2 2 0-15,13 0 0 16,1 4 0-16,9 1 0 0,2 2 0 15,4 3 0-15,0 4 0 0,-2 3 0 16,-4 2 0-16,-11 2 0 0,-4-2 0 16,-3-3 0-16,-7-4 0 0,-4-8 0 15,-3-7 0-15,-3-11 0 0,4-6 0 16,-5-10-305-16,7-5-747 0,-6-4-2266 16</inkml:trace>
  <inkml:trace contextRef="#ctx0" brushRef="#br0" timeOffset="11066.72">5377 16781 6194 0,'0'0'773'0,"0"0"-53"16,0 0-215-16,0 0-505 0,0 0 0 16,0 0 0-16,0 0 0 15,41-30 0-15,-20 25 0 0,5-1 0 16,-1 0 0-16,2-4 0 0,4-2 0 16,-2-5 0-16,-4 5-2214 0,-9-2-1403 0</inkml:trace>
  <inkml:trace contextRef="#ctx0" brushRef="#br0" timeOffset="11368.73">5724 16615 3285 0,'0'0'3698'0,"-13"37"-2830"0,5-13-527 15,6 2-341-15,-4 2 0 0,2 1 0 16,4-3 0-16,6 1 0 16,4-5 0-16,7 0 0 0,-1-2 0 15,3-1 0-15,2-5 0 0,-5-4 0 16,-1-3 0-16,1-7 0 0,-5-3 0 16,1-7 0-16,-2-8 0 0,1-6 0 15,-3-5 0-15,-2-5 0 16,-4 0 0-16,-2 0 0 0,0 0 0 15,0 2 0-15,-2 5 0 0,2-1-597 16,0 8-1744-16,6 2-1545 0</inkml:trace>
  <inkml:trace contextRef="#ctx0" brushRef="#br0" timeOffset="11716.56">5980 16647 4538 0,'0'0'1308'0,"0"0"-924"15,-10 48 401-15,10-33-521 0,0-2-100 16,4 0 44-16,-2 0-136 0,2 0 72 16,0 0 181-16,-4 0-325 15,2-1 0-15,3-1 0 0,-5-2 0 16,0-3 0-16,0-1 0 0,0-3 0 16,0 1 0-16,0-2 0 0,0-1 0 15,0 0 0-15,0-7 0 16,2-9 0-16,2-10 0 0,2-6 0 15,4-6 0-15,1-1 0 0,-1 1 0 16,4 6 0-16,-3 3 0 0,-5 10 0 16,0 6 0-16,-2 6 0 0,0 5 0 15,3 2 0-15,-1 6 0 0,4 14 0 16,0 5 0-16,1 7 0 16,-1 4 0-16,-4-2 0 0,-2 1 0 15,1 0 0-15,-5-3 0 0,2-5 0 16,-2-3 0-16,0-10-1057 0,-2-5-1680 0</inkml:trace>
  <inkml:trace contextRef="#ctx0" brushRef="#br0" timeOffset="12216.57">6447 16561 6462 0,'0'0'801'0,"0"0"-17"0,-41-26-639 15,27 24-145-15,-3 4 0 0,0 8 0 16,3 6 0-16,2 6 0 0,-3 10 0 16,5 4 0-16,4 5 0 0,6 4 0 15,0-3 0-15,2-1 0 0,6-6 0 16,2-6 0-16,1-5 0 0,5-11 0 16,5-8 0-16,2-9 0 15,8-12 0-15,0-8 0 0,4-10 0 16,-2-7-1481-16,-8 8-584 0,-5-4-1517 0</inkml:trace>
  <inkml:trace contextRef="#ctx0" brushRef="#br0" timeOffset="12415.9">6617 16154 6214 0,'0'0'557'0,"0"0"595"0,0 0-883 15,-17 48-269-15,7-7 0 16,-2 9 0-16,3 4 0 0,5-2 0 15,4 5 0-15,0 4 0 0,4 6 0 16,0 3 0-16,-4 2 0 0,3-2 0 16,-3-7 0-16,2-8 0 0,-2-15 0 15,2-13 0-15,-2-11-1325 0,0-14-3370 16</inkml:trace>
  <inkml:trace contextRef="#ctx0" brushRef="#br0" timeOffset="12567.01">6499 16596 6751 0,'0'0'952'0,"0"0"-463"16,0 0-489-16,0 0 0 0,17-33 0 16,-5 28 0-16,7 3 0 15,-1 1 0-15,7 0 0 0,0 0 0 16,4 0 0-16,2 1 0 0,0 0-421 16,-4 1-812-16,-11 3-1680 0,-1 0-624 0</inkml:trace>
  <inkml:trace contextRef="#ctx0" brushRef="#br0" timeOffset="12683.6">6790 16612 4658 0,'0'0'1144'0,"-12"47"253"16,4-17-765-16,0 4-271 0,-1 2-361 16,3 0 0-16,0 1 0 0,6-4 0 15,-4-3 0-15,4-8 0 16,4-4 0-16,2-6 0 0,-4-6 0 0,2-5-989 16,-4-1-696-16,6-16-1152 0</inkml:trace>
  <inkml:trace contextRef="#ctx0" brushRef="#br0" timeOffset="12833.97">6915 16383 5678 0,'0'0'560'0,"0"0"-151"0,0 0-145 16,0 0-252-16,0 0-4 0,16 51-8 16,-12-29-132-16,2 0-469 0,1-1-55 15,-3 0-128-15,0-5-973 16,-2-1-296-16</inkml:trace>
  <inkml:trace contextRef="#ctx0" brushRef="#br0" timeOffset="13083.12">6943 16687 3125 0,'0'0'1757'0,"0"0"-897"0,-39 31 317 16,25-18-637-16,3 2-128 0,5 0-91 16,-4 1-321-16,6 1 0 0,2 1 0 15,2 2 0-15,0 3 0 16,6-1 0-16,4 3 0 0,1-5 0 15,-1-6 0-15,6-2 0 0,-1-6 0 16,-3-4 0-16,3-2 0 0,-5-2 0 16,-4-9 0-16,0-3 0 15,-1-7 0-15,-1-7 0 0,-4 0 0 16,0-4 0-16,0 2 0 0,-4-2 0 16,-1 1 0-16,3 2-317 0,2 3-363 15,0 8-25-15,0 5-1011 16,0 6 167-16,-4 3-832 0</inkml:trace>
  <inkml:trace contextRef="#ctx0" brushRef="#br0" timeOffset="13366.65">7051 16832 4922 0,'0'0'1464'0,"-15"65"-743"0,5-32-177 0,4-5-116 15,2-7-315-15,0-7-113 16,4-9 0-16,0-3 0 0,2-3 0 15,6-11 0-15,6-14 0 0,7-13 0 16,4-6 0-16,2-5 0 0,-7 5 0 16,-1 4 0-16,0 5 0 15,-7 5 0-15,-4 12 0 0,-1 8 0 16,-7 7 0-16,2 4 0 0,-2 2 0 16,0 13 0-16,0 12 0 0,0 8 0 15,2 8 0-15,0-3 0 16,2-4 0-16,0-3 0 0,4-3 0 15,3-4-337-15,3-5-591 0,-4-7-1489 16,1-4-885-16</inkml:trace>
  <inkml:trace contextRef="#ctx0" brushRef="#br0" timeOffset="14183.53">7497 16608 2309 0,'0'0'1260'0,"0"0"-359"0,0 0 391 16,0 0-752-16,0 0-155 0,0 0 267 15,0 0-172-15,0 0-107 16,0 0-373-16,11-4 0 0,-26 8 0 15,-5-1 0-15,-1 1 0 0,4-2 0 16,1 3 0-16,-3 0 0 0,3 1 0 16,3 3 0-16,3 3 0 15,0 0 0-15,10 1 0 0,0-1 0 16,10 2 0-16,2-1 0 0,9-1 0 16,4-1 0-16,8-1 0 0,-2 1 0 15,2-4 0-15,2 4 0 16,-10 0 0-16,-2 2 0 0,-9 2 0 15,-3 0 0-15,-5 1 0 0,-6 0 0 16,-6 1 0-16,-3 0 0 0,-3 0 0 16,-5-2 0-16,-3 0 0 0,-5-7 0 15,4 2 0-15,1-7 0 0,3-2 0 16,0-1-157-16,9-6-479 0,6-6-1017 16,2 2-344-16,2-7-1752 0</inkml:trace>
  <inkml:trace contextRef="#ctx0" brushRef="#br0" timeOffset="14634.58">8343 16718 5758 0,'0'0'1065'0,"0"0"-201"0,-25-41-359 16,4 36-505-16,1 1 0 16,-3 6 0-16,-2 6 0 0,-2 4 0 15,11 3 0-15,-5 4 0 0,7 3 0 16,3 1 0-16,9 2 0 0,2 0 0 15,6-2 0-15,11-2 0 0,4-4 0 16,3-5 0-16,5-6 0 0,11-6 0 16,-7-4 0-16,4-8 0 15,-2-4 0-15,-12-2 0 0,-2 1 0 16,-11-1 0-16,-4 0 0 0,-6 0 0 16,-6 2 0-16,-4-2 0 0,-5 0 0 15,-1 2 0-15,-5-3 0 16,0-1 0-16,-2 1 0 0,3 0 0 15,3 3 0-15,7 6 0 0,4 1 0 16,6 2-769-16,12 0-63 0,-2 0-1273 16,7-2 12-16</inkml:trace>
  <inkml:trace contextRef="#ctx0" brushRef="#br0" timeOffset="14968.22">8744 16312 6462 0,'0'0'341'16,"-17"-51"-321"-16,13 23 76 0,-6 3-72 15,4 1-8-15,-5-2 76 0,-3 1 68 16,2-1 80-16,-3 2 104 0,3 1-156 16,1 8 21-16,1 4-209 0,0 4 0 15,-1 7 0-15,-9 4 0 16,3 9 0-16,-4 9 0 0,1 7 0 15,-1 2 0-15,5 2 0 0,1-1 0 16,5 0 0-16,8-1 0 0,-2 2 0 16,4 0 0-16,10 2 0 0,0 3 0 15,7 2 0-15,3 3 0 0,1 4 0 16,0 2 0-16,-1 0 0 0,-3-3 0 16,-7-2 0-16,1-6 0 15,-5-7-525-15,-6-5-415 0,0-9-249 16,-4-8-2689-16</inkml:trace>
  <inkml:trace contextRef="#ctx0" brushRef="#br0" timeOffset="15100.68">8444 16701 6342 0,'0'0'433'0,"0"0"647"0,0 0-743 16,44-28-337-16,-5 17 0 0,-2 0 0 15,2 3 0-15,-4 1 0 16,-3 0 0-16,-1-3 0 0,-5-5 0 15,-5 2-2278-15,0-2-3480 0</inkml:trace>
  <inkml:trace contextRef="#ctx0" brushRef="#br0" timeOffset="15932.86">9680 16324 4858 0,'0'0'740'0,"-2"-49"-16"16,-2 22 293-16,-6 1-505 0,-1-1-224 15,1 0-235-15,-6 0-53 0,1 1 0 16,-3 4 0-16,-1 4 0 0,2 6 0 16,-3 6 0-16,3 6 0 15,1 4 0-15,-3 8 0 0,0 6 0 16,1 3 0-16,1 6 0 0,1 0 0 16,1 4 0-16,9-2 0 0,-4-3 0 15,10 5 0-15,0-3 0 16,10 3 0-16,7 3 0 0,3 0 0 15,1 2 0-15,6 5 0 0,-2 1 0 16,-3 3 0-16,-1 4 0 0,0 1 0 16,-11 0 0-16,-6-4 0 0,-2-2 0 15,-2-3 0-15,-2-5 0 0,-6-9 0 16,-2-5-665-16,3-10-360 0,-3-9-2312 16</inkml:trace>
  <inkml:trace contextRef="#ctx0" brushRef="#br0" timeOffset="16084.47">9358 16702 6062 0,'0'0'1301'0,"0"0"-797"15,0 0-179-15,37-39-325 0,-10 21 0 16,10 1 0-16,0 3 0 0,-2 3 0 16,-1 1 0-16,1 1 0 0,-8 3 0 15,-1 4-93-15,-1 0-1812 16,-4 2-28-16,-9 0-1064 0</inkml:trace>
  <inkml:trace contextRef="#ctx0" brushRef="#br0" timeOffset="16300.66">9742 16802 3597 0,'0'0'1089'0,"0"0"-737"0,0 0 48 0,0 0-88 16,0 0-188-16,0 0 160 0,0 0 393 15,0 0-293-15,0 0 36 16,0 0 133-16,-37-35-553 0,27 5 0 15,6-2 0-15,4 0 0 0,10 1 0 16,4 1 0-16,1 3 0 0,-3 6 0 16,3 1 0-16,1 3 0 15,-1 5 0-15,-3 1-753 0,-1 1-412 16,-1 4-355-16,-4 1-2630 0</inkml:trace>
  <inkml:trace contextRef="#ctx0" brushRef="#br0" timeOffset="16583.49">9825 16695 3949 0,'0'0'1557'0,"0"0"-805"0,17 36 173 16,-3-30-509-16,3-1-152 0,5-5 65 15,-1-4-329-15,4-5 0 0,-9-5 0 16,-1-3 0-16,-3-2 0 16,-8-4 0-16,0 0 0 0,-4-1 0 0,0-1 0 15,-8 3 0-15,2-2 0 16,-4 6 0-16,3 4 0 0,-1 5 0 15,2 6 0-15,0 3 0 0,-5 1 0 16,-5 15 0-16,-3 6 0 0,3 7 0 16,3 4 0-16,5 1 0 15,2 0 0-15,10-3 0 0,8-3 0 16,3-7 0-16,12-8 0 0,0-4 0 16,8-7 0-16,4-6-137 0,2-6-463 15,1-6 96-15,-9 3-901 16,-8-5-588-16</inkml:trace>
  <inkml:trace contextRef="#ctx0" brushRef="#br0" timeOffset="16983.34">10214 16476 2937 0,'0'0'2313'15,"0"0"-1213"-15,0 0-631 0,-42-31-117 16,26 38 40-16,-5 6-260 0,5 3-12 15,-5 7 68-15,6 3-156 0,1 1 20 16,8-1 24-16,2-1-60 0,4-4-3 16,10-3-13-16,4-4-9 15,7-2 9-15,0-6 0 0,-1-6-84 16,1-2-40-16,-4-8-32 0,3-3 36 16,-3-3 84-16,-1-5 8 0,-5-1 16 15,-1-2 12-15,-6 1-12 16,-2 4 8-16,2 4 4 0,-4 8 12 15,0 1 8-15,-4 6-12 0,2 0 192 16,-6 12-108-16,2 11-12 0,-11 11 0 16,3 9 13-16,-3 5-93 0,-3 1 0 15,-1 4 0-15,0 4 0 0,-2 1 0 16,3-1 0-16,3-6 0 0,3-10 0 16,8-7 0-16,8-12 0 0,12-10 0 15,3-12 0-15,12-7 0 16,-1-18 0-16,10-11-273 0,-9 6-651 15,-2-8-2486-15</inkml:trace>
  <inkml:trace contextRef="#ctx0" brushRef="#br0" timeOffset="17234.49">10340 16401 7507 0,'0'0'476'15,"0"0"-267"-15,0 0-209 16,0 0 0-16,-9 53 0 0,3-16 0 15,0 5 0-15,-4 3 0 0,6-2 0 16,4-3 0-16,0-4 0 0,8-6 0 16,4-4 0-16,3-7 0 0,1-8 0 15,1-6 0-15,-1-5 0 0,-1-7 0 16,-1-5 0-16,-1-6 0 0,-3-4 0 16,-4-2 0-16,2-3 0 0,-1 1 0 15,-3 1-81-15,2 2-251 16,-2 6-320-16,-4 6 132 0,2 5-245 15,-2 4-1260-15,4-1-240 0</inkml:trace>
  <inkml:trace contextRef="#ctx0" brushRef="#br0" timeOffset="17733.09">10520 16614 4598 0,'0'0'1496'16,"0"0"-783"-16,0 0 371 0,0 0-783 15,0 0-301-15,0 0 0 16,41 22 0-16,-20-32 0 0,-1-5 0 15,-3-3 0-15,-1-1 0 0,-1 0 0 16,-9 1 0-16,-2 2 0 0,-4 2 0 16,-4 4 0-16,-2 2 0 0,-9 6 0 15,3 3 0-15,-3 8 0 0,-1 5 0 16,6 4 0-16,-1 4 0 0,5 3 0 16,2 2 0-16,4-1 0 0,0-1 0 15,12-5 0-15,3-4 0 16,5-7 0-16,-3-3 0 0,4-3 0 15,-7-3 0-15,-1-3 0 0,1-4 0 16,-4-4 0-16,1 2 0 0,-5-3 0 16,0 3 0-16,-2 3 0 15,0 2 0-15,-4 4 0 0,2 0 0 16,-2 7 0-16,0 6 0 0,0 1 0 16,0 2 0-16,0-4 0 0,0-5 0 15,0-4 0-15,-2 1 0 16,2-3 0-16,0-1 0 0,0-1 0 15,0-11 0-15,7-10 0 0,3-4 0 16,0-3 0-16,3 3 0 0,1 1 0 16,1 1 0-16,1 4 0 0,-6 4 0 15,3 5 0-15,-3 4 0 0,-6 6 0 16,0 2 0-16,-1 12 0 0,-3 3 0 16,0 7 0-16,-3 0 0 15,3-1 0-15,0-4 0 0,0-1 0 16,0-4 0-16,7-4 0 0,-1-4 0 15,4-5-1265-15,5 0-412 0,1-2-676 16</inkml:trace>
  <inkml:trace contextRef="#ctx0" brushRef="#br0" timeOffset="18418.2">11119 16436 5686 0,'0'0'917'0,"0"0"195"0,-48-13-635 0,36 13-477 0,-2 5 0 15,3 3 0-15,1 3 0 0,0 5 0 16,-1 5 0-16,9 4 0 0,-2 3 0 16,0 3 0-16,4-2 0 0,0 0 0 15,0-1 0-15,4-6 0 0,2-4 0 16,5-4 0-16,3-7 0 0,7-6 0 16,1-2-217-16,3-9-155 15,-2-6-516-15,-4-1 127 0,-3-4-63 16,-5 0-469-16,-1 2 921 0,-10-1 372 15,2 2 812-15,-2 3 121 0,0 2-101 16,0 5 281-16,0 4-529 0,0 2-244 16,0 0-227-16,0 2-113 15,0 0 0-15,0 4 0 0,0 7 0 16,0 6 0-16,4 2 0 0,-4 0 0 16,4-2 0-16,-2-6-297 0,9-3 61 15,-1-2 12-15,0-5-128 16,5-1 200-16,-3-1 152 0,3-7-4 15,-5-2 12-15,0 1-8 0,1-2 36 16,-1 1-24-16,0 1 28 0,-4 1 96 16,1 1-52-16,-7 3 36 0,4 0 152 15,0 1-192-15,-2 0 16 0,-2 0 16 16,4 2-112-16,-2 1 16 0,2 0 44 16,-4 0-16-16,4 2 44 15,-1 4-27-15,5 8-61 0,-2 10 0 16,4 9 0-16,-3 9 0 0,7 5 0 15,-8 4 0-15,5 6 0 0,-5 6 0 16,2-1 0-16,-8-1 0 0,0 0 0 16,-10-6 0-16,-9-3 0 15,-4-4 0-15,-4-9 0 0,-4-6 0 16,-10-8 0-16,0-13 0 0,-3-7 0 16,3-9 0-16,4-10 0 0,0-11 0 15,6-8 0-15,0-7 0 16,10-3 0-16,4 2 0 0,17 3 0 15,5 6 0-15,15 3 0 0,7 1 0 16,10 0 0-16,11 1 0 0,6-2 0 16,3 0 0-16,-1-2 0 0,-2 1 0 15,-2 0 0-15,-19 8-17 0,-2-3-4969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43:36.5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2766 3656 3133 0,'0'0'2413'0,"0"0"-1741"0,0 0-251 16,0 0 151-16,0 0-280 0,0 0-72 16,0 0 108-16,0 0-196 15,43 18-123-15,-14-18-9 0,2 1 0 16,8-1 0-16,1 2 0 0,3 1 0 15,9 2 0-15,-3 2 0 0,9-1 0 16,8 0 0-16,7 0 0 0,1 0 0 16,3-2 0-16,-1-1 0 15,-1-1 0-15,-1-2 0 0,-2 0 0 16,-3-2 0-16,-7-1 0 0,-13 1 0 16,-3 0 0-16,-15 0 0 0,-13 1 0 15,-5 1 0-15,-5 0 0 0,-6-1 0 16,4-1 0-16,-6 1 0 0,2-2 0 15,-2-3 0-15,0 1 0 0,-2-2 0 16,-6 0 0-16,2 3 0 16,0 0 0-16,6-1 0 0,-7 3 0 15,7 0 0-15,0 0 0 0,0 1 0 16,2-1 0-16,3-1 0 0,-3 2 0 16,0-1 0-16,0 2 0 15,2-1 0-15,-4 1 0 0,2 0 0 16,0 1 0-16,4 1 0 0,-2 1 0 15,3-1 0-15,9-2 0 0,9-12 0 16,12-10 0-16,7-13 0 0,7-10 0 16,7-7 0-16,0-5 0 15,0-4 0-15,-6-1 0 0,-9 3 0 16,-6 3 0-16,-12 6 0 0,-9 7 0 16,-11 8 0-16,-10 10 0 0,-1 7 0 15,-10 9 0-15,1 5 0 0,-5 7 0 16,-3 7 0-16,-2 8 0 0,-6 9 0 15,4 5 0-15,-6 7 0 0,-2 8 0 16,2 4 0-16,0 8 0 16,4 9 0-16,-2 6 0 0,4 11 0 15,6 5 0-15,7 3 0 0,8-1 0 16,6-4 0-16,10-6 0 0,15-10 0 16,10-10 0-16,10-12 0 15,9-12 0-15,6-15 0 0,4-11 0 16,4-12 0-16,1-19 0 0,-1-9 0 15,-4-15 0-15,-6-11 0 0,0-9 0 16,-7-7 0-16,-3-3 0 0,-11-4 0 16,-6-6 0-16,-10-2 0 0,-5-4 0 15,-1 3 0-15,-9 7 0 16,-6 9 0-16,0 10 0 0,-10 15 0 16,-7 11 0-16,-4 10 0 0,-3 11 0 15,-3 7 0-15,-4 6 0 0,-2 8 0 16,2 10 0-16,0 8 0 0,4 10 0 15,0 6 0-15,6 12 0 0,3 7 0 16,5 7 0-16,9 7 0 16,8-2 0-16,7-1 0 0,5-4 0 15,9-9 0-15,6-7 0 0,6-8 0 16,0-12 0-16,5-8 0 0,1-15 0 16,0-9 0-16,3-12 0 15,-5-13 0-15,-3-10 0 0,-1-6 0 16,-10-8 0-16,-3-9 0 0,-7-5 0 15,-5-5 0-15,-3-8 0 0,-7-5 0 16,-2-1 0-16,0 5 0 0,0 7 0 16,0 12 0-16,0 12 0 0,0 7 0 15,-7 11 0-15,3 11 0 16,-6 6 0-16,-2 9 0 0,-5 5 0 16,-4 14 0-16,3 10 0 0,-5 13 0 15,2 10 0-15,-3 10 0 0,5 8 0 16,5 9 0-16,3 8 0 0,11 4 0 15,0 6 0-15,15-5 0 0,5-6 0 16,13-9 0-16,13-12 0 16,10-16 0-16,6-15 0 0,10-14 0 15,-2-18 0-15,7-13 0 0,-9-14 0 16,-4-15 0-16,-8-5 0 16,-11-7 0-16,-14-7 0 0,-10-9 0 15,-11-6 0-15,-10-6 0 0,-6-1 0 16,-8 2 0-16,-3 11 0 0,-3 11 0 15,3 15 0-15,-4 16 0 0,5 13 0 16,-3 9 0-16,1 8 0 0,-1 13 0 16,0 11 0-16,5 13 0 0,-1 12 0 15,5 12 0-15,2 10 0 16,4 9 0-16,4 7 0 0,6 3 0 16,8-1 0-16,5-2 0 0,10-7 0 15,8-2 0-15,11-12 0 0,10-12 0 16,6-14 0-16,8-14 0 0,7-15 0 15,-1-11-285-15,-24-2-707 0,2-8-1630 16</inkml:trace>
  <inkml:trace contextRef="#ctx0" brushRef="#br0" timeOffset="816.84">6032 4224 2637 0,'0'0'1865'16,"0"0"-1161"-16,0 0-132 0,0 0 249 15,0 0-617-15,12-37 12 0,5 10 156 16,3-2-212-16,1 0-76 0,-2 1-36 15,-3 0-40-15,1 3-8 16,-7 1 0-16,0 1 12 0,1 2-12 16,-5 1 0-16,2 0-28 0,-2 4-116 15,1 1-296-15,-1 5-32 0,-2 4-97 16,0 3-463-16,-4 3 388 0,0 0-149 16,0 0-1708-16</inkml:trace>
  <inkml:trace contextRef="#ctx0" brushRef="#br0" timeOffset="1134.14">6218 3885 5870 0,'0'0'861'16,"0"0"-653"-16,0 0-104 0,39-7 344 16,-6-1-184-16,9-3-84 0,1 0-12 15,9 1-160-15,-5 0-8 0,11 3 0 16,6 2-20-16,9 3-56 0,5 2-76 15,11 1 44-15,10 5 100 16,7-2-4-16,9 0 8 0,7 1 4 16,15-4 12-16,3-1 0 0,7 0 8 15,2 0 180-15,4 2-128 0,0 1 8 16,-2 0-15-16,0 0-65 16,-7 1 0-16,-3-1 0 0,-9 1 0 15,-2 1 0-15,-10-1 0 0,-8 0 0 16,-17-4 0-16,-8 0 0 0,-13-4 0 15,-14-2 0-15,-10-4-521 0,-13-3-199 16,-16-4-37-16,-9 3-1300 0,-8-2-760 16</inkml:trace>
  <inkml:trace contextRef="#ctx0" brushRef="#br0" timeOffset="1583.92">9620 3488 7643 0,'0'38'288'0,"-4"10"-27"0,-2 13-261 16,-4 4 0-16,-1 3 0 16,5 5 0-16,6 0 0 0,2 4 0 15,7 0 0-15,-3-1 0 0,0-4 0 16,-6-10 0-16,4-8 0 0,-2-14 0 16,2-15 0-16,0-11-2094 15,3-12-1515-15</inkml:trace>
  <inkml:trace contextRef="#ctx0" brushRef="#br0" timeOffset="2183.58">9149 3148 5714 0,'0'0'92'0,"0"0"408"0,0 0-15 0,35-3-369 15,2-6 96-15,15-2 368 0,12 0-340 16,15 0-76-16,5 2-75 0,1 0-89 16,4 2 0-16,-10 2 0 15,-7 1 0-15,-12 1-157 0,-8 3-427 16,-7-1 100-16,-12 0-45 0,-12 0-1439 16,-11-2-301-16</inkml:trace>
  <inkml:trace contextRef="#ctx0" brushRef="#br0" timeOffset="2433.12">10036 2998 4702 0,'0'0'708'0,"0"0"-168"15,0 47 169-15,-4-14-297 0,2 5-68 16,2 6 84-16,0 6-212 0,0 7-83 16,12 9-133-16,3 10 0 15,5 10 0-15,1 10 0 0,0 6 0 16,-3 5 0-16,1 2 0 0,-3 0 0 15,1 1 0-15,-3-7 0 0,-1-4 0 16,1-8 0-16,1-7 0 0,-3-8 0 16,-2-7 0-16,-3-13 0 15,1-13 0-15,-6-12-377 0,2-16-699 16,-4-15-45-16,0-4-232 0,-6-15-2364 0</inkml:trace>
  <inkml:trace contextRef="#ctx0" brushRef="#br0" timeOffset="2601.09">10119 4664 3669 0,'-67'19'3042'0,"-11"-7"-2286"15,-21 2-84-15,-13 0-619 0,-8 2-53 16,-2 1 0-16,6 0 0 16,11-3 0-16,12-4 0 0,14-4 0 15,19-4 0-15,19-1-965 0,20 2-404 16,15-3-332-16</inkml:trace>
  <inkml:trace contextRef="#ctx0" brushRef="#br0" timeOffset="3000.24">9804 3813 7027 0,'0'0'612'0,"42"20"-172"0,11-9-327 16,26-5-113-16,31-2 0 0,22-2 0 16,27-2 0-16,27 0 0 15,10 3 0-15,19 0 0 0,7 5 0 16,-7 2 0-16,0 2 0 0,-7-2 0 16,-7-3 0-16,-7-3 0 0,-10-2 0 15,-21 0 0-15,-20-1 0 0,-23 1 0 16,-29-2 0-16,-25 3 0 0,-25-3 0 15,-24 0-773-15,-17-2-1000 0</inkml:trace>
  <inkml:trace contextRef="#ctx0" brushRef="#br0" timeOffset="5866.57">21527 9102 2633 0,'0'0'3345'0,"-2"55"-2336"0,2-13-433 16,-4 1-96-16,0 9-331 0,4 11-149 15,0 7 0-15,4 9 0 0,6 7 0 16,0 6 0-16,1 4 0 0,-3-1 0 16,-6-5 0-16,4-11 0 15,-4-9 0-15,0-10 0 0,1-14 0 16,1-12 0-16,0-11 0 0,-2-14-1017 15,0-4-352-15,0-13-512 0</inkml:trace>
  <inkml:trace contextRef="#ctx0" brushRef="#br0" timeOffset="6083.2">21688 9772 6663 0,'0'0'900'15,"-14"-35"-271"-15,12 9-629 0,4-3 0 16,12-6 0-16,13 0 0 16,14-2 0-16,7-1 0 0,8 1 0 15,2 4 0-15,-3 1 0 0,-3 4 0 16,0 5 0-16,-15 9 0 0,-4 5 0 16,-14 6-13-16,-9 3-2132 0,-10 5-504 15</inkml:trace>
  <inkml:trace contextRef="#ctx0" brushRef="#br0" timeOffset="6300.08">21682 9806 6118 0,'0'0'1105'0,"-10"37"-509"0,14-11-223 16,12 6-373-16,7 4 0 0,12 3 0 15,2 1 0-15,7 3 0 16,-3-1 0-16,3 0 0 0,-3-2 0 16,-2-4 0-16,-6-7 0 0,-6 0 0 15,-10-7 0-15,-7-4 0 0,-4-6-1381 16,-6-6-436-16</inkml:trace>
  <inkml:trace contextRef="#ctx0" brushRef="#br0" timeOffset="6699.39">21120 8928 6418 0,'0'0'509'0,"-64"27"-309"0,18-7 100 0,-1 2 248 16,-5 0-448-16,-2 2-64 0,7-4-36 15,1-2-28-15,7-3-252 0,4-3-516 16,4-2 51-16,6-5-63 0,6-3-1261 16,5-2-448-16</inkml:trace>
  <inkml:trace contextRef="#ctx0" brushRef="#br0" timeOffset="6916.41">20752 9116 5290 0,'0'0'392'15,"8"63"156"-15,-4-20 97 0,-4 4-389 16,4 7-84-16,-2 6-16 0,3 4-132 16,3 6 12-16,-2 6-36 0,-2 6-4 15,-2 10 0-15,-2 2-92 16,-2 2-124-16,-6-4 112 0,2-8 12 15,-5-5 28-15,3-8 68 0,2-7-4 16,4-7 4-16,2-8-12 0,-2-6-369 16,0-9-251-16,-5-7-104 0,-7-9-877 15,4-8 148-15</inkml:trace>
  <inkml:trace contextRef="#ctx0" brushRef="#br0" timeOffset="7033.22">20646 10650 5562 0,'33'12'880'16,"15"-7"117"-16,16-4-405 0,6-4-431 15,9-5-161-15,-3-1 0 16,1-4 0-16,-7-1 0 0,-2-3 0 16,-1-5-309-16,-20 4-1776 0,1-5-824 0</inkml:trace>
  <inkml:trace contextRef="#ctx0" brushRef="#br0" timeOffset="7601.09">22230 9033 2957 0,'0'0'2677'0,"0"0"-2169"15,0 0-79-15,58 0 95 0,-17 0-292 16,7-4-36-16,5-3 4 0,-1-1-152 16,6 1-12-16,-4 1-36 15,-5 4 4-15,-1 1-12 0,-9 1-188 16,-4 5-76-16,-8 3 120 0,-2 6-4 15,-9 5 16-15,-3 8 56 0,-7 9 28 16,-4 5 40-16,-2 4 16 0,-4 4 20 16,2 2-20-16,2 0 40 0,0 2 72 15,6 2-72-15,4 1 0 0,3 3-36 16,-1 1 8-16,1 4-24 16,-3 5 12-16,-4 2-60 0,5-1 60 15,-3 1-4-15,4-2 12 0,-1-6 48 16,7-4 200-16,1-1-168 0,1-2 52 15,3 0 120-15,-2-3-148 0,2-1-4 16,-5-1 20-16,-1-4-100 16,-5-3 57-16,-6-5-85 0,-6-3 0 15,-14-6 0-15,-7-4 0 16,-12-5 0-16,-10-4 0 0,-11-11 0 16,-4-6 0-16,-4-6 0 0,2-7 0 15,10-1 0-15,5-1 0 0,14-3 0 16,8 5-1617-16,9-1-1205 0</inkml:trace>
  <inkml:trace contextRef="#ctx0" brushRef="#br0" timeOffset="7999.81">24001 9017 7979 0,'-35'1'48'0,"-2"-2"68"16,-8-4-92-16,-5 2-48 15,-4 2 12-15,0 1-56 0,7 0 60 16,6 2-92-16,5 1-196 0,7-3-156 15,7 0-857-15,5 0-344 16,5-3-1068-16</inkml:trace>
  <inkml:trace contextRef="#ctx0" brushRef="#br0" timeOffset="8316.91">23567 9108 2629 0,'0'36'4122'16,"2"4"-3558"-16,9 12-220 0,-7 5-8 15,0 6-292-15,-4 2 8 0,2 3 16 16,4 5-68-16,2 4 20 0,-1 9-20 16,-1 7 13-16,-6 4-13 0,6 4 0 15,-2-3 0-15,0 1 0 0,3-5 0 16,-3-1 0-16,0-4 0 16,-4-9 0-16,0-7-33 0,-8-8-27 15,-3-12 48-15,-5-6-48 0,-5-10 52 16,-2-13-12-16,3-12-32 0,1-10 0 15,9-9-76-15,10-10-188 16,8-6 8-16,17 0-164 0,10 3-53 16,10 3-7-16,9 6 224 0,4 4 300 15,4 3 8-15,6 3 32 0,0 0-24 16,7 1-16-16,-5 0-456 0,-14 0-545 16,-2-1-279-16</inkml:trace>
  <inkml:trace contextRef="#ctx0" brushRef="#br0" timeOffset="8683.86">24987 9419 7467 0,'-37'0'72'0,"-4"9"132"0,-7 10-200 16,-5 13-4-16,-5 13 0 0,0 8-12 16,-2 10 12-16,6 12 56 15,9 6-48-15,7 7 0 0,14 4 48 16,11 0-36-16,17-3 32 0,23-6 64 15,25-5-100-15,24-9 109 0,21-12-125 16,17-12 0-16,6-15 0 0,0-15 0 16,-6-12 0-16,-7-8 0 0,-10-13-165 15,-10-7-403-15,-6-3 16 16,-13-8-813-16,-20 10-528 0</inkml:trace>
  <inkml:trace contextRef="#ctx0" brushRef="#br0" timeOffset="9316.75">25413 9105 5614 0,'0'0'512'0,"-35"-2"33"0,27 2 11 0,8 0-232 0,2 0-76 15,16 2-100-15,26 0-112 0,22-2 48 16,17-1 0-16,8-6-80 16,-2-2-4-16,-5 2 0 0,-5 0-152 15,-13 2-344-15,-10 2-284 0,-9 0 359 16,-7 3 229-16,-14 0 188 0,-5 0 4 16,-11 2 72-16,1 7 252 15,-3 4-111-15,-2 4 55 0,0 8 236 16,-3 1-304-16,-3 6-48 0,0 8-4 15,-5 6-144-15,1 7 0 0,0 9-4 16,0 6-40-16,4 7-28 0,0 9 0 16,2 6 16-16,4 7 52 0,0 2 0 15,3 0-4-15,3-4 4 0,5-9 0 16,3-2 4-16,5-5-4 16,2-6 0-16,4-2 8 0,0-7-8 15,4-7 76-15,-4-8-72 0,2-9 12 16,-2-7 0-16,-2-3-8 0,-6-10-8 15,-9-2 0-15,-9-5 12 0,-12-3-12 16,-17 2 240-16,-18-1-199 16,-16 2-41-16,-14 1 0 0,-7 3 0 15,-3-1 0-15,-1 1 0 0,0 0 0 16,-3-3 0-16,-5-2 0 0,18-4-1609 16,-1 0-2121-16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44:01.70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6195 12611 2297 0,'0'0'172'0,"0"0"1628"0,0 0-1055 16,0 0-257-16,0 0 196 15,0 0-360-15,0 0-107 0,0 0 47 16,-10 25-152-16,14-18 16 0,8 1 148 16,13-1-140-16,4 0-24 0,10-3 8 15,9-4-116-15,2-4-4 0,7-4 8 16,5-4 0-16,5-3-8 0,-1-3 4 15,0-3 4-15,2-2-8 0,0-3 124 16,-10-1 37-16,0-3-161 0,-10 2 0 16,-7-2 0-16,-4 1 0 0,-10-1 0 15,-6-3 0-15,-11 1 0 16,-4 2 0-16,-6 1 0 0,-12 7 0 16,-7 3 0-16,-4 6 0 0,-8 9 0 15,-4 7 0-15,-4 11 0 0,-2 11 0 16,4 7 0-16,-5 7 0 15,5 7 0-15,6 9 0 0,6 4 0 16,9 5 0-16,5 0 0 0,9 0-97 16,8-4 41-16,15-6 56 15,10-5-44-15,13-9 28 0,9-7-40 16,9-9 28-16,6-9 28 0,11-9 24 16,2-6-12-16,5-12 16 0,-1-10 60 15,-6-8-68-15,-5-8 16 0,-10-2 28 16,-8-3-52-16,-8-5 1 0,-11-3-13 15,-6-3 0-15,-4 1 0 0,-7 2 0 16,1 7 0-16,-6 10 0 0,-7 9 0 16,-4 11 0-16,-4 5 0 15,-6 3 0-15,-15 6 0 0,-6 6 0 16,-10 7 0-16,-4 10 0 0,-1 7 0 16,5 5 0-16,2 8 0 0,6 2 0 15,4 2 0-15,9 4 0 0,7-1 0 16,9-2 0-16,9-2 0 15,7-5 0-15,11-5 0 0,10-8 0 16,9-5 0-16,12-9 0 0,6-9 0 16,8-5 0-16,-2-10 0 15,3-6 0-15,-9-4 0 0,-6-7 0 16,-7-1 0-16,-5-4 0 0,-3-5 0 16,-10-1 0-16,-4-6 0 0,-2-2 0 15,-10-4 0-15,-1 2 0 0,-5-1 0 16,-1 6 0-16,0 7 0 0,-6 8 0 15,3 11 0-15,-1 7 0 0,-6 4 0 16,0 4 0-16,0 2 0 0,-6 0 0 16,-5 8 0-16,-9 9 0 0,-7 16-45 15,0 7-143-15,2 11 92 16,8 5 12-16,7-2 36 0,4 4 16 16,6 2-48-16,6-2-96 0,11-4 56 15,7-7 60-15,7-10 60 0,11-7 16 16,1-12 244-16,9-7-84 15,6-11 16-15,0-10 93 0,0-10-285 16,-1-12 0-16,-3-7 0 0,-2-7 0 16,-5-8 0-16,-3-4 0 15,-5-6 0-15,-2 0 0 0,-6 4 0 16,-8 10 0-16,-6 13 0 0,-3 15 0 16,-10 10 0-16,-4 7 0 0,-4 5 0 15,-6 1 0-15,-1 9 0 0,-5 5 0 16,5 4-449-16,5-2-647 0,6-4-2346 0</inkml:trace>
  <inkml:trace contextRef="#ctx0" brushRef="#br0" timeOffset="433.12">9164 12505 4422 0,'0'0'776'0,"0"0"-32"16,-42-4 229-16,42 4-441 0,-4 0-132 15,2 0-55-15,2 0-345 0,10 3 0 16,17 4 0-16,21 4 0 15,14-3 0-15,12-1 0 0,11-4 0 16,-2-3 0-16,8-4 0 0,8-2 0 16,0 0 0-16,2-2 0 15,-8 2 0-15,-8-3-465 0,-13 2-631 16,-24 3-193-16,-11-2-820 0</inkml:trace>
  <inkml:trace contextRef="#ctx0" brushRef="#br0" timeOffset="1099.97">6127 12130 2937 0,'0'0'1376'0,"0"0"-379"16,0 0-469-16,0 0-192 0,-4 62 233 15,-7-6-217-15,-1 12-52 0,2 6 112 16,-7 6-252-16,5 9-12 0,-1 10-71 15,-3 10-77-15,1 10 0 0,-1 4 0 16,1 9 0-16,3 5 0 0,2 1 0 16,-1 0 0-16,7-2 0 15,0-1 0-15,2-3 0 0,2-2 0 16,-6-9 0-16,2-7 0 16,4-9 0-16,-7-13 0 0,5-14-41 15,0-16-683-15,2-20-1001 0,0-18-180 16,-4-13-1280-16</inkml:trace>
  <inkml:trace contextRef="#ctx0" brushRef="#br0" timeOffset="1515.88">6059 14270 6170 0,'0'0'1053'15,"0"0"-661"-15,0 0-176 0,0 0 145 16,53 0-361-16,-5 0 0 0,18 0 0 16,11 0 0-16,5 2 0 0,18 1 0 15,5 2 0-15,7-2 0 0,3 1 0 16,3-3 0-16,0 0 0 0,-4-1-233 15,-3 1-155-15,-1 0-220 0,-15-1-1017 16,-23 2 136-16,-8-2-27 0</inkml:trace>
  <inkml:trace contextRef="#ctx0" brushRef="#br0" timeOffset="1865.87">7762 13975 1152 0,'0'0'3958'0,"-21"47"-3154"15,9-10 69-15,-5 6-269 0,3 3-152 16,4 8-103-16,-5 1-349 16,9 3 0-16,0-3 0 0,6-3 0 15,0-1 0-15,0-6 0 0,0-2 0 16,0-6-69-16,-4-8-891 0,4-10-61 15,0-6-607-15</inkml:trace>
  <inkml:trace contextRef="#ctx0" brushRef="#br0" timeOffset="2432.87">7415 13719 4301 0,'0'0'313'16,"0"0"603"-16,0 0-308 0,0 0-183 16,0 0 199-16,68-9-272 15,-27 13-64-15,11 1-36 0,-2-2-208 16,5-3-8-16,3 1-36 0,0 0-12 15,0 1-100-15,-10 2-460 0,-5 2-40 16,-2 1-61-16,-10 2-511 16,-10 2 656-16,0-1 127 0,-9 0-3 15,3-2 364-15,-5 1 40 0,0-5 24 16,1 0-20-16,-5-3-4 0,-6-1 0 16,4 1-52-16,-4 0 52 0,0 0 96 15,0 3 184-15,-8 6-44 0,-5 11 185 16,-1 8-29-16,-3 10 44 0,3 5 128 15,1 4-216-15,-1 3-11 0,1 0 91 16,5 4-288-16,2-1-56 16,0 4 12-16,6 2-60 0,2-1 16 15,8 0-16-15,1-2-28 0,3-3-8 16,7-5 0-16,-5-4-4 16,7-6 0-16,-2-5-192 0,-1-5 4 15,-3-6 88-15,-3-5-56 0,-10-6 64 16,-4-4 96-16,-10-5-4 15,-17-3 8-15,-14 0 48 0,-17-2 104 16,-14-2-16-16,-1-1 12 0,-3 0 120 16,8 2-220-16,6 1-24 0,14-2-28 15,21-3-64-15,13-7-296 0,10 1-993 16,8-6-932-16</inkml:trace>
  <inkml:trace contextRef="#ctx0" brushRef="#br0" timeOffset="2783.19">8161 14307 6098 0,'52'12'284'0,"18"-8"717"16,27-1-501-16,15-3-191 0,14-5-309 16,10 1 0-16,7 0 0 0,8 3 0 15,-2 1 0-15,2 0 0 0,-3 5 0 16,-1 4 0-16,-2 1 0 0,-7 6 0 15,-1 2 0-15,-15-1 0 0,-19 0 0 16,-18 1 0-16,-27-6-17 16,-27-5-1447-16,-15-2-645 0,-12-6-2309 0</inkml:trace>
  <inkml:trace contextRef="#ctx0" brushRef="#br0" timeOffset="3399.99">10350 11899 5966 0,'-10'61'232'0,"6"12"20"0,4 20-232 0,4 3 12 15,2 15 113-15,-6 14-33 0,4 14 36 16,-4 14-32-16,-10 10-108 0,-5 10 16 16,-5 5 492-16,-1 4-164 0,4 0-83 15,1-5-269-15,1-7 0 16,3-5 0-16,2-12 0 0,-9-6 0 15,3-13 0-15,-5-16 0 16,-2-13-669-16,7-34-456 0,-5-13-1932 0</inkml:trace>
  <inkml:trace contextRef="#ctx0" brushRef="#br0" timeOffset="31865.91">24039 9836 2649 0,'0'0'1464'0,"0"0"-495"0,0 0 43 15,0 0-511-15,0 0-141 0,0 0-24 16,0 0-236-16,0 0-48 0,-5 3-52 16,-1 15-8-16,0 7 8 15,-4 5 24-15,-5 1-20 0,3-2-4 16,-7 4 16-16,-4-2-4 0,-1-2 20 15,-5-2 108-15,0-5-108 0,-2 1 64 16,0-5 20-16,0-3-116 0,2-3 16 16,6-5-8-16,2-3 12 15,3-4-20-15,3-5 28 0,3-6-16 16,0-4-4-16,1-4 4 0,1-6 8 16,2-6-20-16,-1-6 44 15,3-2-36-15,0 1 52 0,2 7-11 16,4 7-49-16,0 9 0 0,0 7 0 15,4 3 0-15,6 4 0 0,5 1 0 16,3 5 0-16,3 7 0 0,-2 4 0 16,1 6 0-16,1 1 0 0,4 3 0 15,2-1 0-15,2-1 0 0,6-3 0 16,4 1 0-16,-2-7 0 0,2-3 0 16,-3 0 0-16,-5-5 0 15,-7-2 0-15,-7-3-549 0,-7 0-259 16,-8 0-1105-16,-2-1-596 0</inkml:trace>
  <inkml:trace contextRef="#ctx0" brushRef="#br0" timeOffset="34165.51">24272 10106 3429 0,'0'0'1233'0,"0"0"-357"0,0 0 533 16,0 0-753-16,0 0-284 0,0 0-155 16,-14 58-217-16,5-25 0 0,1 3 0 15,4-3 0-15,0-1 0 16,4 0 0-16,-2 0 0 0,2-1 0 15,0-5 0-15,4-2 0 0,-2-5 0 16,2-6 0-16,0-5 0 0,2-4 0 16,7-8-1241-16,-3-3-216 15,3-5-400-15</inkml:trace>
  <inkml:trace contextRef="#ctx0" brushRef="#br0" timeOffset="34349.47">24495 10123 6414 0,'0'0'1465'16,"-14"42"-1152"-16,6-11-313 0,-3 5 0 16,1 1 0-16,6 4 0 0,-2 2 0 15,2 3 0-15,-1 1 0 0,3-3 0 16,0-1 0-16,2-5 0 0,2-8 0 16,5-5 0-16,3-9-377 0,-2-9-2660 15,0-7-1741-15</inkml:trace>
  <inkml:trace contextRef="#ctx0" brushRef="#br0" timeOffset="35283.67">24485 9357 2537 0,'0'0'2813'0,"0"0"-2057"16,0 0-171-16,0 0 247 0,0 0-520 15,0 0-76-15,0 0-115 0,0 0-121 16,-12 70 0-16,1-28 0 15,1 2 0-15,4-3 0 0,0-2 0 16,1 0 0-16,3-4 0 0,2-5-45 16,2-4-727-16,3-8-301 0,-3-7-2340 0</inkml:trace>
  <inkml:trace contextRef="#ctx0" brushRef="#br0" timeOffset="35649.42">24303 9269 4662 0,'0'0'732'0,"0"0"-364"0,-45 34 220 16,30-9-363-16,3 5-45 0,4 4-28 15,3 2-144-15,5 1 8 16,2 0-16-16,7 0 0 0,1-2-4 15,2-2-220-15,5-7-81 0,2-7-135 16,-5-6-1004-16,3-8-789 0</inkml:trace>
  <inkml:trace contextRef="#ctx0" brushRef="#br0" timeOffset="35882.68">24694 9172 6482 0,'0'0'709'0,"0"0"-277"16,0 0-232-16,4 36-32 0,2-11 33 15,-2 4-201-15,5 3 0 0,1 2 0 16,0 8 0-16,5 4 0 0,-3 6 0 16,1 2 0-16,-5 0 0 0,-4-2 0 15,-4-2 0-15,-4-4 0 16,-9-5-925-16,-5-6-24 0,3-11-127 15,-3-5-1377-15</inkml:trace>
  <inkml:trace contextRef="#ctx0" brushRef="#br0" timeOffset="36216.3">24888 10076 5070 0,'0'0'1597'0,"0"0"-1125"0,0 0-84 16,41-8 236-16,-5 5-583 15,-1-4-41-15,0 2 0 0,-6-1 0 16,-2-1 0-16,0 2 0 0,-5-1 0 16,-5 1-341-16,-5 1-2008 0,-3-1-848 15</inkml:trace>
  <inkml:trace contextRef="#ctx0" brushRef="#br0" timeOffset="36365.87">25041 9906 6414 0,'0'0'961'16,"0"0"-489"-16,-16 48-127 0,7-16-345 16,3 4 0-16,2-2 0 15,0 3 0-15,4-1 0 0,0-1 0 16,4-4-209-16,4-10-915 0,0-4-729 0</inkml:trace>
  <inkml:trace contextRef="#ctx0" brushRef="#br0" timeOffset="36982.65">25936 9842 4438 0,'0'0'896'16,"0"0"-244"-16,0 0 417 0,0 0-473 15,0 0-232-15,0 0-187 16,0 0-177-16,-41 21 0 0,18 5 0 15,-4 6 0-15,2 1 0 0,3 3 0 16,-5-2 0-16,-2 2 0 0,0-2 0 16,-6 1 0-16,-2-6 0 0,-3 0 0 15,1-5 0-15,-2-4 0 0,1-6 0 16,5-6-65-16,6-4-203 0,5-7-12 16,3-6 176-16,6-7 76 0,7-6 28 15,6-5 0-15,2-7 20 16,6-6 148-16,5-5-88 0,1-5-20 15,5 8 32-15,1 7 84 0,1 10-44 16,3 15-115-16,-1 5-17 0,2 7 0 16,0 12 0-16,-3 9 0 15,-1 8 0-15,2 4 0 0,1 5 0 16,5 0 0-16,4-1 0 0,2-1 0 16,4-1 0-16,-1-3 0 15,-3-1 0-15,-6-1 0 0,-7-3-809 16,-5-8-1076-16,-7-3-32 0</inkml:trace>
  <inkml:trace contextRef="#ctx0" brushRef="#br0" timeOffset="37415.74">26097 10285 5218 0,'0'0'1741'0,"0"0"-949"0,0 0-351 0,0 0-441 15,-6 39 0-15,0-9 0 16,2 3 0-16,0 2 0 0,0-6 0 15,4 3 0-15,0-3 0 0,0-1 0 16,2-2 0-16,-2-2 0 0,0-3 0 16,2-8-653-16,0-5-644 15,0-5-567-15</inkml:trace>
  <inkml:trace contextRef="#ctx0" brushRef="#br0" timeOffset="37582.33">26267 10244 7155 0,'0'0'1037'0,"0"0"-1037"16,-8 48 0-16,-1-10 0 0,1 7 0 16,4-1 0-16,0 2 0 0,2 2 0 15,2-1 0-15,0-5 0 0,2-5 0 16,2-4 0-16,2-8 0 0,-4-8-1333 16,2-7-1313-16</inkml:trace>
  <inkml:trace contextRef="#ctx0" brushRef="#br0" timeOffset="38383.43">26271 9447 4830 0,'0'0'928'0,"0"0"-220"0,8-47 241 0,3 30-565 0,3-1-96 0,5 3-183 0,-1 2-105 0,5 2 0 15,-4 3 0-15,-1 3 0 0,-1 3 0 16,1 3 0-16,1 8 0 0,0 4 0 16,-3 6 0-16,-3 4 0 15,-1 1 0-15,-4 2 0 0,-4 1 0 16,-4-2 0-16,0-3 0 0,-8 1 0 16,-6-3 0-16,-7 2 0 0,-2-1 0 15,-6-1 0-15,-2-5-17 16,2 0-255-16,0-5 136 0,7-3-96 15,3-3 92-15,3-4-48 0,7-2-256 16,1-6 215-16,2-3 133 0,2-4 96 16,-1 0 8-16,5 1 113 0,0 4 271 15,5 3-192-15,1 5-52 0,0 0 200 16,2 2-144-16,7 6 24 0,5 8-123 16,5 4-105-16,0 1 0 15,2 2 0-15,-4-5 0 0,-1 1 0 16,1-2 0-16,-2 0 0 0,-3-3 0 15,1-2 0-15,-2-7 0 0,-7-1-865 16,-4-2-2805-16</inkml:trace>
  <inkml:trace contextRef="#ctx0" brushRef="#br0" timeOffset="38649.79">26199 9195 4378 0,'0'0'1180'0,"0"0"-452"0,0 0 205 16,0 0-737-16,-27 48-68 0,8-8 172 15,1 9-104-15,3 4-43 16,9-2-153-16,4-1 0 0,2 2 0 15,6-3 0-15,6-4 0 0,9-5-337 16,10-10-1156-16,-6-11-203 0,6-11-1106 16</inkml:trace>
  <inkml:trace contextRef="#ctx0" brushRef="#br0" timeOffset="38882.67">26722 9179 6322 0,'0'0'689'0,"0"0"-317"0,0 0 437 15,0 0-809-15,39 54 0 0,-29-24 0 16,1 4 0-16,-3 4 0 0,-2 5 0 16,-4 4 0-16,-2 4 0 0,-2 0 0 15,-4-1 0-15,-2 0 0 16,-3-3 0-16,-1-4 0 0,-5-2 0 15,3-7-565-15,4-9-724 0,-1-6-547 0</inkml:trace>
  <inkml:trace contextRef="#ctx0" brushRef="#br0" timeOffset="39165.58">26800 10211 5514 0,'0'0'444'0,"62"-18"465"16,-25 11 259-16,-6 4-1011 0,-4 1-157 15,0 0 0-15,-2 1 0 0,-4 0 0 16,-1 0 0-16,1 0 0 0,0-5 0 16,-5 0-421-16,-1 0-735 15,-7-1-517-15</inkml:trace>
  <inkml:trace contextRef="#ctx0" brushRef="#br0" timeOffset="39316.56">26957 9974 5806 0,'0'0'444'0,"-27"48"389"0,17-17 111 16,2 2-779-16,2 1-165 0,6 2 0 15,4-3 0-15,10-2 0 0,9-7 0 16,-2-9-377-16,6-5-1000 0</inkml:trace>
  <inkml:trace contextRef="#ctx0" brushRef="#br0" timeOffset="39882.53">27881 9931 5686 0,'0'0'824'0,"0"0"-315"15,0 0 391-15,0 0-680 0,0 0-167 16,0 0-53-16,-37 45 0 0,21-9 0 16,-5 4 0-16,0-3 0 15,-4 0 0-15,-4 1 0 0,-6-1 0 16,-2-1 0-16,-4-3 0 0,-3-5 0 16,-1-5 0-16,2-8 0 15,1-3-153-15,1-6 53 0,2-6-68 16,10-5-92-16,6-8 260 0,15-12 52 15,8-4-44-15,4-9 44 0,8-7 180 16,3-3-100-16,1 3 12 0,3 7-83 16,3 7-61-16,-3 11 0 0,0 7 0 15,-3 10 0-15,-1 6 0 0,1 10 0 16,5 6 0-16,2 6 0 0,1 6 0 16,3 2 0-16,2 3 0 0,2 1 0 15,0 0 0-15,-2-1 0 16,-2-6 0-16,-6-1 0 0,-7-9-141 15,-3-3-2980-15</inkml:trace>
  <inkml:trace contextRef="#ctx0" brushRef="#br0" timeOffset="41198.87">28012 10289 6366 0,'0'0'1029'0,"0"0"-381"15,0 0-499-15,0 0-149 0,0 0 0 16,2 48 0-16,-4-14 0 0,-1 1 0 16,1 1 0-16,2-6 0 15,-2 1 0-15,2 0 0 0,0 0 0 16,-2-3 0-16,-2-2 0 0,2-9-1037 16,-2-3-464-16</inkml:trace>
  <inkml:trace contextRef="#ctx0" brushRef="#br0" timeOffset="41382.28">28187 10323 3581 0,'0'0'3370'15,"0"0"-2622"-15,0 0-255 0,0 0-493 16,0 38 0-16,-2-1 0 0,-2 9 0 16,2 5 0-16,0 0 0 0,0 0 0 15,2 1 0-15,0-7 0 16,0-2 0-16,0-5 0 0,0-6 0 15,2-13-837-15,0-8-1676 0,4-11-2297 16</inkml:trace>
  <inkml:trace contextRef="#ctx0" brushRef="#br0" timeOffset="42082.52">28212 9346 3633 0,'0'0'2769'0,"0"0"-2020"0,0 0-185 0,0 0-87 16,0 0-477-16,58-20 0 0,-19 14 0 16,3 3 0-16,-7 2 0 0,-10 2 0 15,-3 3 0-15,-9 2 0 16,-5 5 0-16,-4 1 0 0,-6 2 0 15,-8 4 0-15,-5-3 0 0,-1 2 0 16,-7-3 0-16,0 0 0 0,-2 0 0 16,3-3 0-16,-1 0 0 15,4-4 0-15,7-4 0 0,6 0 0 16,2-2 0-16,4 0 0 0,2 1 0 16,8 2-105-16,9 3 65 0,3 0 12 15,5-2 28-15,0 2 0 16,-4-1-4-16,-5 0-8 0,-1 3-24 15,-3 1-60-15,-3-1 88 0,-5 2-8 16,-6-1 12-16,-4 1 4 0,-9 0 160 16,-1 0 16-16,-3-1-163 0,-1 0-13 15,1-2 0-15,-3 1 0 0,3-3 0 16,0-2 0-16,1-1-277 0,-3-3-1160 16,5-4-343-16,1-3-1190 0</inkml:trace>
  <inkml:trace contextRef="#ctx0" brushRef="#br0" timeOffset="42399.73">28179 9099 2897 0,'0'0'2469'0,"0"0"-1993"0,0 0 4 0,0 0-159 16,-35 36-301-16,10 1 44 0,-2 8 380 16,-2 6-116-16,9 2-56 15,3 5 124-15,5-2-371 0,7-2-25 16,5-4 0-16,7-6 0 0,7-2 0 15,7-7 0-15,8-5-209 0,4-9-431 16,2-10-989-16,-4-5-308 0,0-7-1396 16</inkml:trace>
  <inkml:trace contextRef="#ctx0" brushRef="#br0" timeOffset="42665.83">28659 9093 5494 0,'0'0'992'0,"0"0"-375"0,0 0 259 16,0 38-663-16,6-15-213 0,2 8 0 16,4 6 0-16,3 7 0 15,4 8 0-15,3 6 0 0,7 1 0 16,-2-3 0-16,-4-4 0 0,-11-2 0 15,-12-6 0-15,-4-3 0 0,-12-3 0 16,-3-7 0-16,-4-6 0 16,3-10-257-16,1-3-1348 0,-2-11-1348 0</inkml:trace>
  <inkml:trace contextRef="#ctx0" brushRef="#br0" timeOffset="43482.53">23404 10715 2921 0,'0'0'1841'0,"0"0"-1253"0,0 0 80 16,0 0-316-16,0 0-83 0,56 35 23 16,-25-25-220-16,6 0-8 0,8-1 84 15,13 2-88-15,13 0 44 0,17 2 48 16,12-2-112-16,24 2 36 0,12-1 136 16,15-2-152-16,19 2-16 15,5-5-24-15,20 3-8 0,13-2-12 16,11 0 0-16,15 3 4 0,10-1-4 15,6 3 32-15,8-1-20 0,3-1 137 16,1 2-149-16,-1-3 0 16,-1-2 0-16,-12-1 0 0,-8-2 0 15,-14-3 0-15,-22-1 0 0,-14-1 0 16,-20 0 0-16,-21-1-165 0,-19 1-135 16,-27 0 36-16,-24 0-136 15,-21 0-133-15,-27-2-171 0,-17-2-2121 0</inkml:trace>
  <inkml:trace contextRef="#ctx0" brushRef="#br0" timeOffset="44615.94">24132 11227 3129 0,'0'0'1228'0,"0"0"-35"16,0 0-417-16,0 0-199 16,0 0 115-16,0 0-344 0,0 0-112 15,0 0-223-15,0 0-13 0,0 0 0 16,-31 41 0-16,24-10 0 0,-1 2 0 15,2 1 0-15,-4 1 0 16,-5 2 0-16,-6 3 0 0,-3 0 0 16,-7 0 0-16,-11-1 0 0,3-1 0 15,-6-5 0-15,-1-4 0 0,9-9 0 16,0-8 0-16,6-8 0 16,6-5 0-16,4-10 0 0,7-8 0 15,7-7 0-15,5-8 0 0,7-6 0 16,5-8 0-16,11-2 0 0,1 4 0 15,7 7 0-15,0 9 0 0,0 12 0 16,-4 7 0-16,-7 9 0 0,-1 8 0 16,-2 7 0-16,-5 8 0 0,2 4 0 15,1 1 0-15,1 1 0 0,5-1 0 16,3 1 0-16,3-1 0 16,6-3 0-16,4-1 0 0,1-4 0 15,-1-3 0-15,-8-2-169 0,-7-5-971 16,-3-2-2390-16</inkml:trace>
  <inkml:trace contextRef="#ctx0" brushRef="#br0" timeOffset="44932.46">24189 11623 7391 0,'0'0'801'16,"0"0"-801"-16,0 0 0 0,0 0 0 16,54-29 0-16,-29 20 0 0,2 4 0 15,-6 3 0-15,-5 2 0 0,-4 2 0 16,-3 7 0-16,-9 5 0 16,-4 5 0-16,-9 9 0 0,-5 2 0 15,-7 7 0-15,-2 0 0 0,-4 0 0 16,4-2 0-16,4-4 0 15,7-5 0-15,8-5 0 0,3-4 0 16,5-6 0-16,11-3 0 0,9-4 0 16,7-4 0-16,10-2 0 0,3-7 0 15,1-4 0-15,-4-3-1101 16,-8 3-892-16,-6 0-780 0</inkml:trace>
  <inkml:trace contextRef="#ctx0" brushRef="#br0" timeOffset="45116.63">24555 11660 7747 0,'0'0'445'0,"-20"58"-445"16,9-21 0-16,1 1 0 16,2-1 0-16,-1 3 0 0,3-1 0 15,4-2 0-15,-2-5 0 0,4-5 0 16,4-9 0-16,2-6-1113 15,1-10-1056-15</inkml:trace>
  <inkml:trace contextRef="#ctx0" brushRef="#br0" timeOffset="45699.23">24475 11019 5814 0,'0'0'889'0,"0"0"-373"16,0 0 16-16,0 0-400 0,-52 48 20 15,27-10 5-15,2 4-157 0,7 0 0 16,8 2 0-16,4 0 0 16,4 0 0-16,6-2 0 0,6-6 0 15,7-5 0-15,1-7 0 0,5-7-101 16,-2-7-339-16,-2-9-777 16,-7-1-411-16,-4-6-825 0</inkml:trace>
  <inkml:trace contextRef="#ctx0" brushRef="#br0" timeOffset="45882.7">24675 11144 6250 0,'0'0'1433'16,"-18"35"-924"-16,7-13-509 0,5 2 0 16,2 1 0-16,0 0 0 15,4-2 0-15,2 0 0 0,0-2 0 16,6 0 0-16,-2-4-157 0,-1-4-1147 15,-3-3-2362-15</inkml:trace>
  <inkml:trace contextRef="#ctx0" brushRef="#br0" timeOffset="46115.51">24847 11076 7075 0,'0'0'1117'16,"0"0"-1117"-16,0 0 0 0,0 0 0 15,33 28 0-15,-19-7 0 0,-1 4 0 16,-7 4 0-16,-2 2 0 16,-4 1 0-16,0 2 0 0,-10-1 0 15,-9-1 0-15,-2-2 0 0,-3-5 0 16,1-6-77-16,6-8-959 0,5-6-533 15</inkml:trace>
  <inkml:trace contextRef="#ctx0" brushRef="#br0" timeOffset="46899.16">24996 11733 6723 0,'0'0'584'0,"0"0"-128"15,51-9-27-15,-16 4-429 0,9 1 0 16,-3 1 0-16,1 1 0 0,-5 0 0 15,-6 1 0-15,-4-1 0 16,-7 1 0-16,-3-3-761 0,-5 1-400 16,-6-2-411-16</inkml:trace>
  <inkml:trace contextRef="#ctx0" brushRef="#br0" timeOffset="47082.84">25240 11568 6046 0,'0'0'969'0,"0"0"139"16,-31 41-1039-16,22-18-69 0,3 2 0 15,4-1 0-15,2 1 0 0,8-2 0 16,5-2 0-16,5-3 0 16,7-7 0-16,-4-5-893 0,-3-4-1056 0</inkml:trace>
  <inkml:trace contextRef="#ctx0" brushRef="#br0" timeOffset="47665.92">25961 11478 1944 0,'0'0'3606'15,"0"0"-2670"-15,0 0 141 0,0 0-613 16,0 0-299-16,-29 40-165 16,15-6 0-16,-5 4 0 0,-2 2 0 15,1-4 0-15,-5-1 0 0,-2 0 0 16,-6-2 0-16,-4-1 0 0,2-4 0 15,-3-3 0-15,3-6 0 0,2-6 0 16,2-6 0-16,6-7 0 0,5-4 0 16,5-9 0-16,7-3 0 0,4-5 0 15,2-6 0-15,2-4 0 0,8-2 0 16,4-1 0-16,3 4 0 16,5 6 0-16,3 8 0 0,0 7 0 15,4 8 0-15,2 1 0 0,2 6 0 16,2 7 0-16,-2 4 0 0,0 3 0 15,-2 3 0-15,-2 1 0 16,-3-1 0-16,1-4 0 0,-4-3 0 16,0-4 0-16,-3 0 0 0,-5-6-1049 15,-3-2-780-15</inkml:trace>
  <inkml:trace contextRef="#ctx0" brushRef="#br0" timeOffset="49349.24">26031 11912 5130 0,'0'0'876'15,"0"0"-412"-15,0 0 233 16,44-23-433-16,-11 6-24 0,2 3 64 16,0 2-220-16,-8 5 12 0,-4 3-59 15,-9 3-37-15,-6 1 0 0,-4 5 0 16,-4 7 0-16,-8 3 0 0,-6 8 0 15,-5-1 0-15,-2 3 0 0,-1 0 0 16,1 1 0-16,2-2 0 0,3-3 0 16,6-2 0-16,3-2 0 0,7-4 0 15,0-1 0-15,9-4 0 0,5-1 0 16,7-3 0-16,-1-4 0 16,5-2 0-16,-2-4-461 0,0-4-495 15,-7 1-1361-15,1-3-469 0</inkml:trace>
  <inkml:trace contextRef="#ctx0" brushRef="#br0" timeOffset="49516.44">26387 11885 5250 0,'0'0'1156'0,"0"0"-363"0,-15 56 200 16,7-29-993-16,-2 8 0 0,-1-1 0 15,1 1 0-15,2 0 0 0,0-5 0 16,3-2 0-16,1-3 0 0,4-5 0 15,0-5 0-15,0-6 0 0,2-7-1189 16,5-6-1757-16</inkml:trace>
  <inkml:trace contextRef="#ctx0" brushRef="#br0" timeOffset="49915.66">26271 11244 2160 0,'0'0'4170'0,"0"0"-3717"0,0 0-141 16,0 0 304-16,0 0-464 0,-2 40 16 15,-2-9-7-15,-2 4-161 16,-1-3 0-16,3-3 0 0,2-5 0 16,2-4 0-16,0-4-237 0,-2-7-823 15,2-3-717-15</inkml:trace>
  <inkml:trace contextRef="#ctx0" brushRef="#br0" timeOffset="50865.65">26083 11247 4370 0,'0'0'600'0,"0"0"0"0,41-28 260 15,-16 13-535-15,4 1-41 0,-2 1 160 16,0 0-212-16,-5 3-20 16,-1 3 53-16,-6 3-265 0,-7 4 0 15,-4 0 0-15,-2 7 0 0,-2 8 0 16,0 7 0-16,-2 6 0 0,-4 1 0 15,0 0 0-15,2-4 0 16,-3 2 0-16,3-4 0 0,-2 1 0 16,-2-3 0-16,1-3 0 0,-1-4 0 15,-2-2 0-15,0-1 0 0,-5-3 0 16,1-2 0-16,-1 0 0 16,1-5 0-16,-3-1 0 0,5 0 0 15,3-3 0-15,3-1 0 0,2-2 0 16,-2-6 0-16,4-3 0 0,0-3 0 15,2 3 0-15,2 4 0 0,0 5 0 16,4 0 0-16,2 3 0 0,3 1 0 16,1 2 0-16,-4 1 0 0,1 3 0 15,1 5 0-15,2 3 0 0,1 5 0 16,1 0 0-16,-3 1 0 16,-3-2 0-16,-2-3 0 0,-4-1 0 15,0-3 0-15,-2-3 0 0,0-1 0 16,0-4-1277-16,0 1-360 0,-4-2-908 0</inkml:trace>
  <inkml:trace contextRef="#ctx0" brushRef="#br0" timeOffset="51116.04">26081 11097 5798 0,'0'0'744'0,"0"0"153"16,0 0-349-16,-35 4-343 0,12 12-205 15,0 9 0-15,-2 7 0 0,5 5 0 16,1 3 0-16,5 2 0 16,7-1 0-16,7 0 0 0,3-2 0 15,7-3 0-15,6-1-169 0,3-7-603 16,-2-9-1245-16,-1-6-464 0</inkml:trace>
  <inkml:trace contextRef="#ctx0" brushRef="#br0" timeOffset="51382.57">26469 11078 5658 0,'0'0'608'0,"0"0"609"16,0 0-753-16,0 0-219 0,0 0-245 16,0 0 0-16,13 35 0 0,-5-8 0 15,0 5 0-15,1 2 0 0,-3 2 0 16,0 0 0-16,0 5 0 16,0-2 0-16,1 0 0 0,-7-3 0 15,-4-4 0-15,-9-4 0 0,-5-3 0 16,1-7 0-16,5-8 0 0,5-5-641 15,5-5-1440-15,4-11-1441 0</inkml:trace>
  <inkml:trace contextRef="#ctx0" brushRef="#br0" timeOffset="51765.79">26955 11729 6855 0,'0'0'1280'16,"0"0"-1223"-16,54 11-57 0,-23-11 0 15,2-1 0-15,0-5 0 0,2-3 0 16,-2-2 0-16,0 1 0 0,-4-1 0 15,-6 4-365-15,-6 1-799 0,-7 2-1682 16,-4 1-955-16</inkml:trace>
  <inkml:trace contextRef="#ctx0" brushRef="#br0" timeOffset="51949.33">27172 11619 6170 0,'0'0'1289'0,"-29"49"-625"16,13-12-595-16,-1 1-69 0,1-1 0 16,3-3 0-16,9-1 0 0,4-4 0 15,11-5 0-15,7-7 0 16,7-6 0-16,-2-4-385 0,4-7-2760 0</inkml:trace>
  <inkml:trace contextRef="#ctx0" brushRef="#br0" timeOffset="52465.37">27914 11578 6390 0,'0'0'517'0,"0"0"-161"0,0 0 248 15,0 0-460-15,0 0 24 0,0 0-155 16,0 0-13-16,-18 48 0 0,1-7 0 15,1 4 0-15,-3-4 0 0,-2 0 0 16,-3-2 0-16,-5 0 0 0,-4 0 0 16,-3-3 0-16,1-4 0 0,0-4 0 15,0-5 0-15,-2-5 0 0,2-9 0 16,2-4 0-16,4-5 0 16,6-8 0-16,6-7 0 0,7-6 0 15,6-5 0-15,4-6 0 0,2-5 0 16,6 3 0-16,5-1 0 15,5 7 0-15,7 8 0 0,0 7 0 16,4 4 0-16,0 7 0 0,0 2 0 16,2 8 0-16,2 6 0 0,-2 4 0 15,0 6 0-15,-2 0 0 0,0 1 0 16,-4-2 0-16,-1 0 0 16,-3-3 0-16,-4 0 0 0,-3-3 0 15,-6-4-1325-15,1-3-388 0</inkml:trace>
  <inkml:trace contextRef="#ctx0" brushRef="#br0" timeOffset="53432.79">28001 12023 3653 0,'0'0'1341'0,"0"0"-473"0,0 0 337 15,0 0-613-15,0 0-296 0,0 0-59 16,35-25-237-16,3 8 0 0,-1 2 0 16,-2 2 0-16,-10 4 0 0,-9 6 0 15,-5 2 0-15,-5 1 0 0,-6 1 0 16,0 10 0-16,-8 5 0 16,-7 9 0-16,-1 5 0 0,-1 0 0 15,-2-1 0-15,3-1 0 0,3-1 0 16,3-6 0-16,6 0 0 15,4-3 0-15,2-3 0 0,4 1 0 16,7-4 0-16,1-4 0 0,3-2 0 16,1-5 0-16,1-1 0 0,-1-2-361 15,-3-3-803-15,-1-2-1858 0</inkml:trace>
  <inkml:trace contextRef="#ctx0" brushRef="#br0" timeOffset="53582.73">28369 12043 6030 0,'0'0'1709'16,"0"0"-1256"-16,-10 48-453 0,4-19 0 16,1 3 0-16,-1 1 0 0,0-2 0 15,2 0 0-15,0-5 0 0,2-2 0 16,2-3 0-16,0-4 0 16,0-8 0-16,2-2-1105 0,0-6-592 0</inkml:trace>
  <inkml:trace contextRef="#ctx0" brushRef="#br0" timeOffset="54216.42">28218 11271 5138 0,'0'0'1272'0,"0"0"-803"16,37 5 87-16,-18-5-24 16,0 4-392-16,-5 2-92 0,-4-1-36 15,-1 4-4-15,-5-1-8 0,-2 3 0 16,-2 0-4-16,-4 0 4 0,-2 1 0 15,-3-1 21-15,-1-1-21 0,0-1 0 16,-3 0 0-16,1-4 0 0,2-2 0 16,1-1 0-16,3-1 0 0,2-1 0 15,0 0 0-15,2 0 0 0,0 0 0 16,2 0 0-16,8 1 0 16,6 6 0-16,5-1-13 0,2 3 9 15,-3 1 0-15,1 2-104 0,-5 1 8 16,3-2-172-16,-5-1 12 0,1 1 108 15,-3-3 108-15,-4-1 32 16,-2-2 12-16,-4-1 68 0,0 0 4 16,-2 4 48-16,-10 2 108 0,-9 1-120 15,-8 1 8-15,-4-2-48 0,2-1-60 16,6-4-16-16,3-1-40 16,3-4-356-16,5 0-208 0,3-1-1297 15,5-5-256-15</inkml:trace>
  <inkml:trace contextRef="#ctx0" brushRef="#br0" timeOffset="54532.55">28067 11229 3941 0,'0'0'689'0,"0"0"-297"0,0 0 180 0,0 0 192 15,0 0-411-15,0 0-189 0,0 0 28 16,-37 42-100-16,31-5 0 0,4 8 8 15,2 0-100-15,6 0 0 0,6-1 0 16,5-6-28-16,4-8-296 0,-3-10-1161 16,3-10-732-16</inkml:trace>
  <inkml:trace contextRef="#ctx0" brushRef="#br0" timeOffset="54782.89">28557 11280 3697 0,'0'0'2153'15,"0"0"-1292"-15,23 34 191 0,-9-18-623 16,-1 2-429-16,1 7 0 16,1 3 0-16,1 7 0 0,1 7 0 15,-3 1 0-15,-3 2 0 0,-5-1 0 16,-6-3 0-16,-6-5 0 0,-11-4 0 15,-6-3 0-15,-3-8 0 0,-8-5 0 16,-1-6-329-16,8-5-855 0,-6-5-2570 0</inkml:trace>
  <inkml:trace contextRef="#ctx0" brushRef="#br0" timeOffset="88832.73">22629 2542 7119 0,'0'0'332'0,"35"5"-40"0,12-3-292 15,20 2 0-15,15 1 8 0,15-3 24 16,15 1-20-16,16 0 40 0,19-2 0 15,16 5-40-15,13-1-12 0,14 4 0 16,11 3 4-16,12 1-4 0,10 3 0 16,13 0 12-16,12 2-12 0,8-3 236 15,13 1-207-15,12-6-29 0,4 0 0 16,13-4 0-16,3-4 0 0,7-2 0 16,5-1 0-16,1-5 0 15,2 0 0-15,4 0 0 0,-3 0 0 16,-7 3 0-16,-2-1 0 0,-6 3 0 15,-13 1 0-15,-8 1 0 16,-16 2 0-16,-19-1 0 0,-17-2 0 16,-24 0 0-16,-29-5 0 0,-28-1 0 15,-28-2 0-15,-35-3 0 0,-27-2-681 16,-31-1-111-16,-33-4-817 16,-9 4 168-16,-26-4-868 0</inkml:trace>
  <inkml:trace contextRef="#ctx0" brushRef="#br0" timeOffset="90432.73">22007 1414 5878 0,'0'0'492'15,"0"0"-360"-15,0 0 5 0,0 0-117 16,0 0 28-16,0 0 156 16,0 0-72-16,39-4-12 0,-10 1 0 15,4-1-116-15,0 3-4 0,-2 0 4 16,0 1 0-16,6 0-4 0,2-2 4 15,5 1 0-15,5 0-4 0,3-1 92 16,0 2-36-16,2-1 12 0,-3 1 48 16,3 2-116-16,-2 1 0 0,-1 4 12 15,1-1-12-15,0 1 0 0,-1 1 0 16,3-1 4-16,-4 0-4 0,6-1 4 16,-5 0-4-16,5-3 0 15,2 0-4-15,2 0 8 0,0-2-4 16,6-1 0-16,-2 1 8 0,2 0-8 15,-2 0 0-15,-2 0 4 0,-2 1-4 16,2 0 0-16,-2 0 16 16,-2 0-16-16,4 0 56 0,0 0-44 15,-4 0 32-15,2-1 16 0,-4 1-52 16,-3-2-8-16,-1 0 4 16,0 0-4-16,-5 0 0 0,-3 0 0 15,-3 0-12-15,-2-1 4 0,-3-1 8 16,-3 0-44-16,-2 0 44 0,-2-1 4 15,-5 0-4-15,-3-2 0 0,0 1 8 16,-5-2 4-16,1-1-12 0,-1 0 84 16,1-4-60-16,-1 0 60 0,3-6 80 15,2-1-155-15,-3-2-9 0,5-4 0 16,0-2 0-16,2-2 0 0,-1-3 0 16,5 0 0-16,2-2 0 15,2 1-37-15,0-1-23 0,7 0 60 16,-1 1 0-16,4-2-8 0,-1 1 8 15,-1 0 0-15,2 1 4 0,1 2-4 16,1 0 0-16,5 0-4 16,0-2 4-16,3 1 0 0,1 4-4 15,0 0 4-15,2 1 0 0,-7 3 4 16,1 3-4-16,2 0 0 16,-3 2-4-16,7 0 4 0,4 1 0 15,0 2-4-15,0 3 4 0,0 3-4 16,2 1 12-16,0 1-8 0,0 2 0 15,0 0-4-15,0 0 4 0,4 0 0 16,2 2 0-16,2-1 0 0,1 2 0 16,-1 0-4-16,0 2 4 0,1 0 0 15,-1 2 0-15,0 4 0 0,-2 2 0 16,3 3 4-16,-1 2-4 0,-2 3 16 16,-2 2 0-16,0 3-16 15,7 2 20-15,-3 2-4 0,5 0-8 16,1 2 0-16,-8-1-4 0,2 3-4 15,-1-1 0-15,-1 4 0 0,-4 1 0 16,0 3 0-16,-2 2 4 16,-2 1-4-16,-2 4 0 0,-4 1 4 15,-3 1-4-15,-1 2 17 0,-3 2-17 16,-1 1 0-16,-7 0 0 16,1 1 0-16,-3-2 0 0,-6-3 0 15,-2-2 0-15,-5-4 0 0,-3-1 0 16,0-4 0-16,-3-1 0 0,1-6 0 15,2-2 0-15,-1-5 0 0,3-5 0 16,-2-4 0-16,-1-5 0 0,-1-3-305 16,-2-4-311-16,-3 0-12 0,-2-4-1093 15,-1 2 100-15,-5-2-944 0</inkml:trace>
  <inkml:trace contextRef="#ctx0" brushRef="#br0" timeOffset="90815.37">28834 1698 6715 0,'0'0'272'0,"0"0"-188"0,44 4-84 0,-17-7 0 0,10-4 36 15,6 0-28-15,9-2-8 0,10 0 36 16,6 1-36-16,4 2 0 0,5 2 12 16,-3 3-12-16,3 1 0 0,1 2-8 15,5 1 8-15,6 1 0 0,4-1 40 16,2 2 32-16,8-3 60 0,3 2 84 16,1-1-144-16,5-1-28 15,0-1 24-15,-1 0-40 0,7-1 24 16,2 0 52-16,2 0-100 0,2 0 12 15,0-2-4-15,-4 1-12 0,2 0 0 16,-6 0 0-16,-7 1-48 16,-6 0-16-16,-12 3-152 0,-2 3-80 15,-10 1 140-15,-7 3-168 0,-12-1-325 16,-16-1-231-16,-11-4-1629 0</inkml:trace>
  <inkml:trace contextRef="#ctx0" brushRef="#br0" timeOffset="92149.18">25490 1749 2032 0,'0'0'245'0,"0"0"1827"0,0 0-1259 15,0 0-369-15,0 0-60 0,0 0 12 16,0 0-300-16,0 0-15 0,0 0 151 16,0 0-44-16,20 6-12 15,-3-6 52-15,4 0-124 0,1 0 40 16,5-3 116-16,-2-3-152 0,0-1-8 15,4-2-11-15,2-1-89 0,0-2 0 16,4-4 0-16,0 1 0 16,0-2 0-16,4-1 0 0,-1 2 0 15,1-1 0-15,4-1 0 0,-1 1 0 16,3 1 0-16,1-1 0 16,3 1 0-16,1-1 0 0,4 0 0 15,1 0 0-15,-1-2 0 0,0-1 0 16,2 1 0-16,-5 1 0 0,1 1 0 15,-2 3 0-15,-3 0 0 0,1 4 0 16,-1 0 0-16,-1 4 0 0,1 0 0 16,-1 4 0-16,1 0 0 0,-1 2 0 15,1 1 0-15,-1 2 0 0,-1 4 0 16,3 3 0-16,1 0 0 0,-1 4 0 16,0 1 0-16,1 0 0 15,-3 5 0-15,1-1 0 0,-1 2 0 16,-3 1 0-16,3-2 0 0,3 2 0 15,1 1 0-15,1 1 0 0,1 0 0 16,0 3 0-16,-3 0 0 16,-1 4 0-16,-3 1 0 0,-3 3 0 15,-1-1 0-15,-6 1 0 0,-4 1 0 16,0-3 0-16,-2 0 0 16,0 1 0-16,4-5 0 0,0-2 0 15,2-3 0-15,-1-3 0 0,-1-4 0 16,-2-2 0-16,-2-3 0 0,-7-3 0 15,-3-5 0-15,-5 0 0 0,-10-4-985 16,-1-2-420-16,-6-8-880 0</inkml:trace>
  <inkml:trace contextRef="#ctx0" brushRef="#br0" timeOffset="92715.83">25595 1878 2801 0,'0'0'1577'0,"0"0"-1041"0,0 0-92 16,0 0 40-16,0 0-344 16,0 0 48-16,43-2 265 0,-3 2-257 15,14 0-40-15,3 0-60 0,-1 1-88 16,2 5-4-16,2 0-4 16,4 0 0-16,4 1 0 0,9 0 0 15,5 0 8-15,7 0-8 0,4-2 8 16,9-1 8-16,5-4-8 0,3-1 112 15,3-3-40-15,1-1-8 0,-4 3 40 16,-3 1-104-16,-8 1 16 0,-6 1-12 16,-2 3-12-16,-10 3 0 0,-5 0 0 15,-3-3-4-15,-1 1 4 0,1-1 0 16,-1-2-28-16,-2 0-84 0,-4-1-272 16,-6-1-32-16,-14 0-209 15,-13-1-1844-15</inkml:trace>
  <inkml:trace contextRef="#ctx0" brushRef="#br0" timeOffset="97481.89">25194 1583 1084 0,'0'0'160'0,"0"0"252"0,0 0-288 0,0 0-36 0,0 0 549 16,33-20-393-16,-25 16-116 15,5-4-128-15,-3 1-148 0,0-1-701 0</inkml:trace>
  <inkml:trace contextRef="#ctx0" brushRef="#br0" timeOffset="97599.37">25442 1448 4978 0,'0'0'12'15,"39"-27"-12"-15,-20 11-404 0,0-4-1309 0</inkml:trace>
  <inkml:trace contextRef="#ctx0" brushRef="#br0" timeOffset="97765.3">26002 1078 4738 0,'0'0'0'0,"58"-25"-1337"0,-33 11-1612 16</inkml:trace>
  <inkml:trace contextRef="#ctx0" brushRef="#br0" timeOffset="97849.33">26449 971 2497 0,'0'0'0'0,"37"-6"-661"0</inkml:trace>
  <inkml:trace contextRef="#ctx0" brushRef="#br0" timeOffset="97949.48">26918 931 2693 0,'0'0'3181'0,"46"-6"-2705"0,-9 0-476 16,4-3 0-16,-2-1-628 16,-14 1-1173-16,0 2-408 0</inkml:trace>
  <inkml:trace contextRef="#ctx0" brushRef="#br0" timeOffset="98132.27">27832 974 4514 0,'0'0'592'0,"60"20"-164"16,-17-15-328-16,0-3-52 0,7-2-48 15,2-1 0-15,-11-3-280 0,3-1-1845 0</inkml:trace>
  <inkml:trace contextRef="#ctx0" brushRef="#br0" timeOffset="98248.52">28747 1152 4237 0,'0'0'2285'0,"65"30"-1924"0,-28-14-361 16,-17-5-176-16,-5-7-1149 0,-11-4-2045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46:29.5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1511 15520 212 0,'0'0'1628'0,"0"0"-1364"16,0 0-63-16,0 0 39 0,0 0 1576 16,0 0-1223-16,0 0-89 0,0 0 120 15,0 0-340-15,-2 1-71 0,2-2 159 16,0 0-232-16,-4 1-4 0,4 0 112 15,0 0-144-15,0 0-12 0,0 0 72 16,0 0-112-16,0 0 20 0,0 0 68 16,0 0-92-16,0 0-3 15,0 0-45-15,0 0 0 0,0 1 0 16,0-1 0-16,0 1 0 0,0-1 0 16,4 1 0-16,-4-1 0 0,2 3 0 15,2-1 0-15,2 3 0 16,5 1 0-16,3 1 0 0,7 2 0 15,-5 0 0-15,3-2 0 0,0-1 0 16,5 0 0-16,-1-2 0 0,2 1 0 16,4-1 0-16,0-1 0 0,-2 1 0 15,-2-1 0-15,3 1 0 16,-1-2 0-16,4 2 0 0,7-1 0 16,3-1 0-16,4 0 0 0,9-2 0 15,4-2 0-15,6-2 0 0,4-3 0 16,3 0 0-16,-1-2 0 0,2 1 0 15,1-1 0-15,1-1 0 0,0 2 0 16,1-3 0-16,-7 4 0 0,-4 1 0 16,-6 4 0-16,-13 0 0 15,-3 2 0-15,-15 0 0 0,-7 3 0 16,-3-1-377-16,-7 0-627 0,-4-1-213 16,-6-5-2909-16</inkml:trace>
  <inkml:trace contextRef="#ctx0" brushRef="#br0" timeOffset="433.14">1528 15645 6250 0,'0'0'160'0,"0"0"-80"0,-40 34-80 16,7-13 16-16,-4 3-16 0,2 0 0 15,-6-1-12-15,5 1 4 0,7-5-96 16,9-3 12-16,1-1-8 0,13-6-464 15,4-4-220-15,2-2-193 0,6-4-1628 0</inkml:trace>
  <inkml:trace contextRef="#ctx0" brushRef="#br0" timeOffset="583.73">2055 15568 2693 0,'0'0'3665'0,"0"0"-3092"0,-48 39-497 15,13-14-68-15,-2 5-8 0,-7-2-12 16,3 1-52-16,4-3-349 0,6 0-159 16,0-4-124-16,10-7-1125 0,7-5-536 15</inkml:trace>
  <inkml:trace contextRef="#ctx0" brushRef="#br0" timeOffset="766.15">2419 15595 2132 0,'0'0'2254'0,"0"0"-1706"15,4 46 88-15,-15-25-412 0,-7 4-144 16,-5 1-44-16,-4 4-36 0,-10-4-52 16,6 0-196-16,-6-3 72 0,6-1 24 15,4-4-416-15,8-7-233 16,3-3-527-16</inkml:trace>
  <inkml:trace contextRef="#ctx0" brushRef="#br0" timeOffset="983.67">2780 15611 6611 0,'58'-19'204'0,"0"0"-192"0,0 4-12 15,-17 4-92-15,-14 11-309 0,-12 4-663 16,-9 6 620-16,-10 6 392 0,-13 4 52 15,-8 5 248-15,-2 3 160 0,1 1 320 16,-1-2-331-16,0-2-157 0,8-2-144 16,7-7-88-16,1-3-16 15,11-7-232-15,0-1-461 0,11-4-319 16,1-1-1501-16</inkml:trace>
  <inkml:trace contextRef="#ctx0" brushRef="#br0" timeOffset="12667.01">2013 5791 2657 0,'0'0'1408'0,"0"0"821"16,0 0-1668-16,0 0-5 0,0 0 225 16,0 0-781-16,-18-38 0 0,18 4 0 15,0-8 0-15,0-6 0 0,4-3 0 16,0-2 0-16,-2-7 0 0,6-1 0 15,-3-1 0-15,3-2 0 0,0-3 0 16,-2 1 0-16,5 1 0 0,-9 2 0 16,2 3 0-16,-4 2 0 0,-4 2 0 15,-5 3 0-15,3 4 0 0,-2 5 0 16,2 6 0-16,-3 7 0 16,3 7 0-16,2 4 0 0,2 9 0 15,2 5 0-15,0 2 0 0,0 3 0 16,0 1 0-16,0 0 0 0,0 3-61 15,0 0-2584-15,0 4-2109 0</inkml:trace>
  <inkml:trace contextRef="#ctx0" brushRef="#br0" timeOffset="13316.34">1815 5689 2237 0,'0'0'208'0,"0"0"1793"0,0 0-1593 0,0 0-4 16,0 0 260-16,0 0-240 0,-27-40-27 16,21 14 391-16,-4-4-308 0,1-2-299 15,1-1-181-15,4-1 0 0,-2 4 0 16,6 7 0-16,0 7 0 0,2 8 0 15,2 4 0-15,-2 4 0 16,6 6 0-16,7 13 0 0,3 7 0 16,1 8 0-16,-1 6 0 0,-1-3 0 15,2 1 0-15,1-2 0 16,1-5 0-16,0-4 0 0,-1-3 0 16,-1-5 0-16,-3-5 0 0,3-7 0 15,-7-3 0-15,1-4 0 0,-3-5 0 16,3-8 0-16,-3-6 0 0,-6-3 0 15,6-8 0-15,1-5 0 0,3-10 0 16,5-8-989-16,-7 12-440 0,7-8-3505 16</inkml:trace>
  <inkml:trace contextRef="#ctx0" brushRef="#br0" timeOffset="13967.37">558 3885 4606 0,'0'0'1132'0,"0"0"-640"0,0 0-192 0,0 0 217 15,0 0-165-15,0 0-24 0,0 0 137 16,54-1-465-16,-27-15 0 0,-2-2 0 15,-5-3 0-15,-1 1 0 0,-5 0 0 16,1-1 0-16,-9 1 0 0,-2 2 0 16,-4 3-105-16,-4 1 105 0,-6 4 32 15,-5 3-28-15,1 2 65 0,-1 5-69 16,-3 6 0-16,1 9 0 16,1 8 0-16,1 3 0 0,5 5 0 15,4 1 0-15,3 2 0 0,3 2 0 16,9 0 0-16,1 2 0 0,9-1 0 15,-3-4 0-15,5-4 0 0,0-4 0 16,3-8 0-16,5-5 0 16,0-7-409-16,4-9-1028 0,-10-4-535 15,2-10-1294-15</inkml:trace>
  <inkml:trace contextRef="#ctx0" brushRef="#br0" timeOffset="14149.81">870 3743 6158 0,'0'0'1049'16,"0"0"-685"-16,0 0-124 0,0 0 141 16,23 43-381-16,-11-21 0 0,1 1 0 15,5 0 0-15,-5 1 0 16,5 0 0-16,1 1 0 0,0 0 0 16,-5-2 0-16,3 0 0 0,-5-8 0 15,2-8-1950-15,-9-4-239 0,-3-6-1400 0</inkml:trace>
  <inkml:trace contextRef="#ctx0" brushRef="#br0" timeOffset="14300.3">998 3687 6426 0,'0'0'789'16,"-39"48"-177"-16,16-10-247 0,5-3-365 16,1 3 0-16,1 1 0 15,1-1 0-15,5 1 0 0,2-3 0 16,6-5 0-16,2-8 0 0,10-10-33 15,2-5-1247-15,5-10-413 0</inkml:trace>
  <inkml:trace contextRef="#ctx0" brushRef="#br0" timeOffset="14500.97">1096 3206 6126 0,'0'0'725'16,"0"0"439"-16,-19 41-987 0,15-11-177 15,-2 4 0-15,4 2 0 16,-1 9 0-16,3 8 0 0,3 9 0 16,-1 7 0-16,4 4 0 0,-6 1 0 15,0-1 0-15,2-3 0 16,0-5 0-16,0-8 0 0,2-8 0 0,0-10 0 16,0-14-961-16,1-12-1824 15,-5-11-889-15</inkml:trace>
  <inkml:trace contextRef="#ctx0" brushRef="#br0" timeOffset="14666.92">965 3745 7099 0,'0'0'812'15,"0"0"-531"-15,0 0-281 0,0 0 0 16,0 0 0-16,0 0 0 16,0 0 0-16,40-17 0 0,-16 9 0 15,12-2 0-15,-1 2 0 0,-2 0 0 16,-2 1 0-16,-13 4-393 0,-1-2-1452 15</inkml:trace>
  <inkml:trace contextRef="#ctx0" brushRef="#br0" timeOffset="15149.81">1236 3886 4970 0,'0'0'860'0,"0"0"97"16,0 0-225-16,0 0-296 0,0 0-199 16,0 0-237-16,0 0 0 0,31-4 0 15,-21-5 0-15,3-5 0 16,1-8 0-16,1-9 0 0,-3-4 0 16,-8 2 0-16,-4 5 0 0,-6 5 0 15,-8 7 0-15,-1 7 0 0,1 6 0 16,1 5 0-16,1 9 0 0,0 9 0 15,1 6 0-15,1 6 0 16,2 5 0-16,6 1 0 0,2 0 0 0,6-3 0 16,8-4-221-16,9-7-255 15,4-7 92-15,10-7 36 0,0-6 156 16,3-4 51-16,-1-2-75 0,-8-2 164 16,-4-1-216-16,-11 0-604 15,-5 5 312-15,-9 0 87 0,-2 0 53 16,0 4 420-16,-2-1 716 0,-5 3 493 15,3-2-513-15,-2-2-231 0,-2-2 435 16,2-5-388-16,-1-8-387 0,-7-10-125 16,1-6 0-16,3-3 0 0,0 1 0 15,10 5 0-15,0 5 0 16,2 3 0-16,2 0 0 0,2 4 0 16,2 1 0-16,-1-1 0 0,1 1 0 15,4 0-693-15,-1 4-1188 0,-1-1-892 0</inkml:trace>
  <inkml:trace contextRef="#ctx0" brushRef="#br0" timeOffset="15416.87">1594 3726 6054 0,'0'0'785'0,"-6"42"-353"0,6-17 240 0,-5-2-480 16,3 2-135-16,2-2-57 0,0-2 0 16,0-4 0-16,0-5 0 15,2-3 0-15,3-5 0 0,-5-2 0 16,0-1 0-16,2-1 0 0,0-6 0 15,2-9 0-15,4-11 0 0,2-5 0 16,-3-1 0-16,1 3 0 0,0 8 0 16,0 5 0-16,-6 6 0 0,1 5 0 15,3 4 0-15,-6 1 0 0,4 6 0 16,0 7 0-16,4 10 0 16,-1 5 0-16,-1 3 0 0,2-3 0 15,2-4 0-15,1-3 0 0,3-3-529 16,3-6-1192-16,-5-5-232 15,3-3-1128-15</inkml:trace>
  <inkml:trace contextRef="#ctx0" brushRef="#br0" timeOffset="15682.74">1840 3802 5406 0,'0'0'1128'16,"-35"-38"-491"-16,20 29 384 0,7 6-1021 16,-2 1 0-16,1 2 0 0,3 5 0 15,0 7 0-15,-2 6 0 16,6 6 0-16,-5 1 0 0,7-4 0 15,7-3 0-15,-3-6 0 0,6-4 0 16,2-3 0-16,3-5 0 0,1-1 0 16,-3-7 0-16,-1-3 0 0,-4 0 0 15,1 1 0-15,-9 1 0 16,2 2 0-16,-2 3 0 0,0 1 0 16,0-1 0-16,0 2 0 0,-2 2 0 15,2 4 0-15,0 9 0 0,0 5 0 16,0 4 0-16,4-1 0 0,0-4 0 15,0-4 0-15,0-6-709 16,-2-2-280-16,0-4-1652 0</inkml:trace>
  <inkml:trace contextRef="#ctx0" brushRef="#br0" timeOffset="15883">1929 3347 6278 0,'0'0'505'0,"0"0"347"0,0 0-295 15,0 0-557-15,0 0 0 0,0 0 0 16,0 36 0-16,0 8 0 0,6 10 0 16,0 4 0-16,2 1 0 0,3 2 0 15,-1-2 0-15,-2 0 0 0,1-7 0 16,1-3 0-16,-4-10 0 16,0-9-525-16,-2-12-1756 0,-2-9-2025 0</inkml:trace>
  <inkml:trace contextRef="#ctx0" brushRef="#br0" timeOffset="16466.18">2462 3216 5502 0,'0'0'232'0,"-46"-34"476"0,22 18-267 0,-7 1-157 0,4 3 172 15,6 2-260-15,3 4-88 0,3 6 76 16,3 0-172-16,-1 13-12 0,-7 5-4 16,5 6-48-16,3 3 32 0,1 3 16 15,3 4-24-15,6-1 28 0,2 6-28 16,0-1 24-16,0 2 4 16,6-2 0-16,9-1 20 0,-3 1-20 15,7-2 84-15,3-1-64 0,-1-3 20 16,0 0-16-16,-1 0-16 0,-5-1-8 15,1-1 13-15,-9-1-13 0,-3-2 0 16,-4-2-217-16,0-6-483 16,-4-5-20-16,-3-8-1169 0,1-5 172 15,-2-3-792-15</inkml:trace>
  <inkml:trace contextRef="#ctx0" brushRef="#br0" timeOffset="16600.13">2257 3666 3317 0,'0'0'2145'0,"0"0"-1421"0,0 0 45 15,0 0-353-15,0 0-80 0,42 1-144 16,-24 9-172-16,3 1-20 0,0 0 0 16,1-4-316-16,5-1-240 0,4-5-629 15,-6 1-87-15,-2-1-493 0</inkml:trace>
  <inkml:trace contextRef="#ctx0" brushRef="#br0" timeOffset="16832.59">2580 3712 3709 0,'0'0'2429'0,"0"0"-1580"0,0 0-253 16,-42-24-124-16,26 21-335 0,3 5-137 15,3 6 0-15,0 6 0 16,2 6 0-16,3 2 0 0,3 1 0 16,2-1 0-16,7-2 0 0,1-1 0 15,4-4 0-15,1-5 0 0,1-4 0 16,-2-6 0-16,3-1 0 0,-5-7 0 16,3-3 0-16,-5-2 0 15,-2-2 0-15,-2 0 0 0,-4-4 0 16,0 0 0-16,-6-2 0 0,2-5 0 15,-6 0 0-15,-1-2 0 0,1 1 0 16,0 4-205-16,3 5-275 0,-1 7-589 16,6 5 25-16,2 5-281 0</inkml:trace>
  <inkml:trace contextRef="#ctx0" brushRef="#br0" timeOffset="17017.16">2691 3846 4702 0,'0'0'976'16,"0"0"-180"-16,0 0 385 0,0 0-773 0,-8-41-279 16,8 7-129-16,8 0 0 15,3 0 0-15,3 5 0 0,-1 7 0 16,-1 4 0-16,0 3 0 0,-1 3 0 16,-1 1-281-16,0 1-1116 0,-1 2-131 15,-1 1-545-15</inkml:trace>
  <inkml:trace contextRef="#ctx0" brushRef="#br0" timeOffset="17218.31">2923 3530 5150 0,'0'0'1681'15,"-35"15"-1005"-15,14-4-184 0,2 3-299 16,-1 2-193-16,5 3 0 16,3 0 0-16,6 3 0 0,2-2 0 15,4-2 0-15,0-1 0 0,10-2 0 16,-4-4 0-16,7-1 0 0,1-4 0 15,0-3 0-15,3-3 0 16,4-2 0-16,-5-6 0 0,1-3-425 16,3-3-299-16,-3-1-957 0,-7 4 48 15,1 1-728-15</inkml:trace>
  <inkml:trace contextRef="#ctx0" brushRef="#br0" timeOffset="17467.31">2985 3750 5346 0,'0'0'480'0,"0"0"-24"0,41 11 213 16,-24-20-333-16,3-5 120 0,3-6-7 16,-2-2-449-16,0-3 0 0,-9-1 0 15,0 1 0-15,-5 1 0 0,-7 3 0 16,0 2 0-16,-15 1 0 16,-1 4 0-16,-1 6 0 0,-2 5 0 15,3 3 0-15,3 10 0 0,-1 5 0 16,2 7 0-16,1 7 0 15,3 3 0-15,4 6 0 0,6 1 0 16,8-2 0-16,9-2 0 0,8-6 0 16,6-8 0-16,4-7 0 0,6-7 0 15,3-7 0-15,-7 0-293 0,-8-6-2104 16</inkml:trace>
  <inkml:trace contextRef="#ctx0" brushRef="#br0" timeOffset="18766.21">4037 5405 3481 0,'0'0'884'0,"0"0"-87"0,0 0 483 0,0 0-663 16,0 0-93-16,0 0 85 16,-37 15-609-16,12 3 0 0,-2 5 0 15,-4 2 0-15,-2 3 0 0,0 0 0 16,-2 5 0-16,-11 3 0 0,-1 4 0 15,-3 2 0-15,3 1 0 0,-1 3 0 16,1 0 0-16,1 0 0 0,9-3 0 16,4-5 0-16,10-7 0 0,7-6 0 15,7-6 0-15,1-4 0 16,6-5 0-16,2-4 0 0,6-3 0 16,0-3 0-16,9 0 0 0,1-6 0 15,-3-3-265-15,-3-1-159 0,-2 0-32 16,-1 1-205-16,-7 3 209 15,0 2 212-15,0 1 84 0,0 1 136 16,-5 0 8-16,3-1-28 0,-4 3-260 16,2 0-52-16,0 0-193 0,-2 0 201 15,2 2 48-15,-1 0 32 16,3 0 260-16,-4-1 4 0,2 0 96 16,4 0-36-16,-4-1 8 0,0 0 164 15,2 0-56-15,2-1 32 0,-4 0 149 16,2-2-165-16,2 1 84 0,-5-2 376 15,1-2-260-15,2-5-4 0,2-6 97 16,0-2-301-16,0-5 0 0,0-1 152 16,4-1-184-16,3-3 8 15,-7 1 73-15,6 2-233 0,-6 5 0 16,4 7 0-16,-2 7 0 0,-2 3 0 16,0 4 0-16,0 2 0 0,0 8 0 15,0 12 0-15,-4 8 0 0,-4 6 0 16,-1 5 0-16,3-2 0 15,4 0 0-15,0-2 0 0,2-4 0 16,4-6 0-16,0-5 0 0,2-5 0 16,-1-4 0-16,1-6 0 15,-4-1 0-15,6-3 0 0,-6-2 0 16,11-1 0-16,9-1 0 0,9-7 0 16,11 0 0-16,9-4-417 0,3 3-1576 15,-13 2-16-15,3 1-816 0</inkml:trace>
  <inkml:trace contextRef="#ctx0" brushRef="#br0" timeOffset="20950.14">3909 4633 3081 0,'0'0'2009'0,"0"0"-524"15,0 0-909-15,0 0-44 0,0 0-176 16,0 0-316-16,-10 36 16 0,10-9 1 16,6 5-57-16,-2 0 0 0,2 0 0 15,4 0 0-15,-7 0 0 16,-1 0 0-16,-2-2 0 0,0-4 0 16,-5-8 0-16,5-8 0 0,-4-4 0 15,4-6 0-15,0 0 0 16,4-5 0-16,3-10 0 0,7-15 0 0,-1-4 0 15,1-6 0-15,-2-1 0 16,-3 5 0-16,1 3 0 0,-2 5 0 16,1 8 0-16,1 8 0 0,-8 7 0 15,2 4 0-15,4 2 0 0,5 9 0 16,1 4 0-16,-1 4 0 0,1 3 0 16,-4-2 0-16,3 0 0 15,1-2 0-15,-3-2 0 0,3 1 0 16,-1-2 0-16,-5-3 0 0,-2-4 0 15,0-3 0-15,-2 0 0 0,-4 1 0 16,7-3 0-16,-7 2 0 0,0-3 0 16,2-1 0-16,0-6 0 0,4-7 0 15,6-5 0-15,3-1 0 16,-1 5 0-16,-6 4 0 0,1 6 0 16,-5 0 0-16,2 1 0 0,-2 0 0 15,2 2 0-15,1 1 0 16,1 7 0-16,-2 8 0 0,0 7 0 0,0 2 0 15,-1 0 0-15,-1-2 0 16,2-3 0-16,-2-1 0 0,4-4 0 16,1-5-329-16,1-3-3273 0</inkml:trace>
  <inkml:trace contextRef="#ctx0" brushRef="#br0" timeOffset="21349.77">4546 4720 5162 0,'0'0'1336'0,"0"0"-595"0,-48-10 212 0,32 11-953 0,-3 9 0 16,2 4 0-16,1 7 0 0,6 4 0 15,-1 5 0-15,1-2 0 16,10-1 0-16,0-4 0 0,4-3 0 16,4-3 0-16,5-5 0 0,-3-5 0 15,7-4 0-15,-5-3 0 0,2-7 0 16,1-3 0-16,1-6 0 0,-5 1 0 16,1-3 0-16,-4 5 0 15,-1 4 0-15,-5 4 0 0,-2 3 0 16,0 0 0-16,0 2 0 0,2 0 0 15,-2 6 0-15,2 6 0 0,4 5 0 16,-2-1 0-16,2 2 0 0,3-6 0 16,-3-4-213-16,4-2-527 15,-6-1-1377-15,2-3-416 0</inkml:trace>
  <inkml:trace contextRef="#ctx0" brushRef="#br0" timeOffset="21682.8">4746 4770 5742 0,'0'0'885'0,"0"0"91"0,-25-38-548 16,15 34-267-16,-2 0-161 0,-5 4 0 15,-2 4 0-15,7 4 0 0,-5 4 0 16,7-1 0-16,0 1 0 0,4 1 0 16,1-1 0-16,5 2 0 15,3-1 0-15,5-1 0 0,2-2 0 16,7-2 0-16,-1-5 0 0,5 0 0 15,4-2 0-15,2-1 0 0,-7 1 0 16,1-1 0-16,-9 2-105 0,-1 1-135 16,-7-1 204-16,0 0 36 0,-2 2 156 15,2-1 12-15,-4 2-111 16,0 2-57-16,-10 3 0 0,-7 2 0 16,-3 2 0-16,-5 0 0 0,2-1 0 15,2-2 0-15,7-4 0 0,4-4 0 16,3 0-381-16,7-2-571 0,0-1-105 15,2-2-1440-15,11-7-216 0</inkml:trace>
  <inkml:trace contextRef="#ctx0" brushRef="#br0" timeOffset="21983.09">4994 4717 6458 0,'0'0'609'0,"0"0"19"0,0 0-131 15,0 0-497-15,0 0 0 0,-33-3 0 16,23 3 0-16,4 0 0 0,-3 0 0 16,1 2 0-16,4 0 0 15,-6 4 0-15,5 4 0 0,3 3 0 16,2 0 0-16,7 0 0 0,3-1 0 16,6-3 0-16,1 0 0 0,2-2 0 15,-1 1 0-15,-3-1 0 0,-1 0 0 16,-4 1 0-16,-1 1 0 0,-5-1 0 15,-4 3 0-15,-2 3 0 16,-6-1 0-16,-3 0 0 0,-1 0 0 16,-5-1 0-16,-1-4 0 0,1-3 0 15,-4-1 0-15,5-4 0 0,-5-1-873 16,11-3-524-16,-3-3-4081 0</inkml:trace>
  <inkml:trace contextRef="#ctx0" brushRef="#br0" timeOffset="22416.38">5191 4377 6394 0,'0'0'1369'0,"0"0"-940"0,0 0-429 16,0 0 0-16,-19 46 0 0,15-22 0 16,4-1 0-16,4-6 0 0,4 1 0 15,5-5 0-15,1 1 0 0,-2-1 0 16,3-2-513-16,-9-5-1056 0,-2 0-796 15</inkml:trace>
  <inkml:trace contextRef="#ctx0" brushRef="#br0" timeOffset="22734.25">5422 4664 6623 0,'0'0'908'0,"-35"-1"-247"16,10 1-661-16,7 1 0 0,-3 5 0 16,4-1 0-16,3-1 0 15,6 1 0-15,1 0 0 0,7 0 0 0,0 0 0 16,4 5 0-16,11 1 0 16,6-1 0-16,6 1 0 0,-1-3 0 15,5 0 0-15,-4 1 0 0,-6 1 0 16,0 2 0-16,-5 0 0 0,-3 1 0 15,-5 1 0-15,-8 1 0 16,-6 0 0-16,-7 3 0 0,-3 2 0 16,-7-2 0-16,-6-3 0 0,0 0 0 15,0-6 0-15,2-4 0 0,4-5 0 16,9 0-469-16,2-6-3025 0</inkml:trace>
  <inkml:trace contextRef="#ctx0" brushRef="#br0" timeOffset="24383.18">4293 5412 2817 0,'0'0'3181'16,"0"0"-2496"-16,0 0-89 16,-4 49-280-16,8-21-72 0,3 7 48 15,3-1-231-15,0-5-61 0,3 1 0 16,-1-5 0-16,0-3 0 0,3-3 0 15,-5-4 0-15,-4-7 0 0,-1-3 0 16,-5-3 0-16,2-2 0 0,2-4 0 16,0-12 0-16,2-13 0 0,5-8 0 15,-1-5 0-15,2 1 0 0,3 5 0 16,-5 2 0-16,-4 2 0 16,3 7 0-16,-3 5-509 0,-4 8-864 15,-2 5-3237-15</inkml:trace>
  <inkml:trace contextRef="#ctx0" brushRef="#br0" timeOffset="24666.42">4531 5605 5414 0,'0'0'848'16,"0"0"-271"-16,0 0 387 16,0 0-624-16,0 0-291 0,41-12-49 15,-28-6 0-15,-3-4 0 0,-2 1 0 16,-5 1 0-16,-1 0 0 0,-2-1 0 15,-5 2 0-15,-5 3 0 0,0 4 0 16,-1 5 0-16,-5 7 0 0,-1 4 0 16,3 11 0-16,4 4 0 0,-3 7 0 15,5 3 0-15,6 3 0 0,2 2 0 16,6-2 0-16,4-5 0 16,7-3 0-16,-1-5 0 0,9-6 0 15,-2-6 0-15,6-6 0 16,-2-6 0-16,0-8-641 0,0-7-460 15,-7 1-303-15,-7-3-2978 0</inkml:trace>
  <inkml:trace contextRef="#ctx0" brushRef="#br0" timeOffset="24834.26">4736 5157 6322 0,'0'0'1017'0,"0"0"-164"15,0 0-853-15,0 0 0 0,-23 45 0 16,15-9 0-16,2 6 0 0,1 3 0 15,3-1 0-15,2 1 0 0,7 1 0 16,3 0 0-16,-4-5 0 0,9-1 0 16,-3-4 0-16,7-8-693 0,-9-11-2096 15,6-7-997-15</inkml:trace>
  <inkml:trace contextRef="#ctx0" brushRef="#br0" timeOffset="25116.4">4907 5481 6995 0,'0'0'716'16,"-29"-33"-280"-16,17 23-391 0,2 5-45 16,-1 6 0-16,-3 10 0 0,4 7 0 15,-3 3 0-15,3 9 0 0,2 1 0 16,5 2 0-16,3-1 0 16,0-3 0-16,13-6 0 0,5-6 0 15,5-7 0-15,6-6 0 0,4-4 0 16,0-7 0-16,2-4 0 0,-10 0 0 15,-6-2 0-15,-5-2 0 0,-10 0 0 16,-4-2 0-16,0-2 0 0,-8 1 0 16,2-1 0-16,-4 3 0 0,3 1-197 15,1 5-331-15,4 1-28 0,0 4-909 16,2 1-268-16,2-4-832 0</inkml:trace>
  <inkml:trace contextRef="#ctx0" brushRef="#br0" timeOffset="25332.81">5149 5457 5226 0,'0'0'1349'0,"0"0"-145"0,0 0-791 15,0 0-413-15,-41 4 0 0,24 3 0 16,3 4 0-16,4 5 0 16,3 4 0-16,-1 4 0 0,8 3 0 15,0 2 0-15,2-2 0 0,6-4 0 16,3-5 0-16,7-4 0 0,-1-7 0 15,4-5 0-15,-5-3 0 0,5-9 0 16,-5-3 0-16,5-4 0 0,-7-7-33 16,-3 6-1103-16,-5-6-533 0</inkml:trace>
  <inkml:trace contextRef="#ctx0" brushRef="#br0" timeOffset="25466.78">5267 5463 7303 0,'-10'33'416'0,"8"-1"20"15,-3 6-399-15,5-4-37 16,0-5 0-16,11-2 0 0,-1-4 0 16,0-6 0-16,7-7 0 0,-3-6-529 15,-3-4-579-15,-1-4-2334 0</inkml:trace>
  <inkml:trace contextRef="#ctx0" brushRef="#br0" timeOffset="25600.14">5275 5091 7139 0,'0'0'860'16,"0"0"-667"-16,0 0-193 0,0 0 0 16,0 0 0-16,0 0 0 0,0 0 0 15,0 0 0-15,0 0-645 0,0 0-1408 16,23 34-84-16</inkml:trace>
  <inkml:trace contextRef="#ctx0" brushRef="#br0" timeOffset="25782.84">5381 5107 5870 0,'0'0'1097'16,"0"0"-513"-16,-11 43 57 0,7-11-641 16,4 7 0-16,0 7 0 0,4 6 0 15,1 2 0-15,3-2 0 0,2 0 0 16,0-4 0-16,1-3 0 16,-3-5 0-16,0-2 0 0,1-8 0 15,-5-4 0-15,-2-8-633 0,2-8-1940 16,-4-6-665-16</inkml:trace>
  <inkml:trace contextRef="#ctx0" brushRef="#br0" timeOffset="26316.97">5325 5545 5778 0,'0'0'837'0,"0"0"11"15,0 0-372-15,0 0-223 0,0 0-253 16,8-34 0-16,-2 32 0 16,5 2 0-16,-1 0 0 0,5 0 0 15,1 0 0-15,5 0 0 0,-5-3 0 16,5-1 0-16,-5 0 0 15,1-2 0-15,0-2-417 0,-3 1 65 16,0-3 128-16,-7 1-4 0,3 1 116 16,-8 2 112-16,2 1-16 0,-4 4 20 15,0 1-4-15,0 0 56 0,0 6 104 16,-6 1-80-16,6 1 40 16,-6 0-4-16,6-2 68 0,-4 1 28 15,4 0-188-15,0-2 44 0,0-1 144 16,0-4-99-16,0 0-113 0,0-3 0 15,0-8 0-15,10-6 0 0,-4-1 0 16,5 0 0-16,-5 5 0 0,-2 4 0 16,0 6 0-16,-2 1 0 0,2 2 0 15,0 4 0-15,7 10 0 0,-1 11 0 16,7 9 0-16,5 7 0 0,3 2 0 16,-4-1 0-16,-1 3 0 15,-1 1 0-15,-7 2 0 0,-3 3 0 16,-7 1 0-16,-6 5 0 15,-15 0 0-15,-4-2 0 0,-8-2 0 16,-2-3 0-16,-2-6 0 0,2-7 0 16,-2-6 0-16,4-12 0 0,8-5 0 15,-4-8 0-15,9-6 0 16,5-9 0-16,3-4 0 0,4-6 0 16,6-4 0-16,6-9 0 0,6-5 0 15,13-3 0-15,6-1 0 0,10-1 0 16,1 4 0-16,3 3 0 0,1 3 0 15,-11 2 0-15,0 4 0 0,-14 5 0 16,-7 0-2670-16</inkml:trace>
  <inkml:trace contextRef="#ctx0" brushRef="#br0" timeOffset="47782.83">7036 15183 1864 0,'0'0'236'0,"0"0"2025"0,0 0-1816 16,0 0-125-16,0 0 128 0,0 0-376 16,0 0 68-16,0 0 120 0,0 0-156 15,-14-15 36-15,14 15 92 0,0 0-143 16,0 0-1-16,0 0 148 0,0 2-68 16,0 2 8-16,0-1 128 15,4 4-220-15,0 5 0 0,-2 4 48 16,7 0-84-16,-3 2 8 0,-2-1 56 15,2 1-108-15,0 0 12 0,3 2 8 16,-3 1-12-16,0 0-12 0,4 0 4 16,-6 1 4-16,7-3-8 0,-1-1 25 15,0-1-25-15,1-2 0 16,1-2 0-16,-1-2 0 0,-1 1 0 16,0-1 0-16,-4-3 0 0,1-1 0 15,-3-1 0-15,2-1 0 0,2 1 0 16,-2 0 0-16,9-2 0 0,1-3 0 15,1-2 0-15,4-7 0 16,-1-3 0-16,-5-2 0 0,1 0 0 16,1-2 0-16,-1 2 0 0,-1-1 0 15,6-1 0-15,-5-2 0 0,5 0 0 16,6-2 0-16,-3-1 0 16,10 1 0-16,-3-1 0 0,6 2 0 15,0 0 0-15,4 4 0 0,1 0 0 16,-1 2 0-16,2 1 0 0,-1 2 0 15,-1 1 0-15,7 0 0 0,-5 0 0 16,2 1 0-16,-1-1 0 0,3 3 0 16,-9 0 0-16,3 4 0 0,-4 1 0 15,-2 7 0-15,-2 3 0 0,-2 3 0 16,0 1 0-16,-4 2 0 16,4 3 0-16,-4 2 0 0,0 2 0 15,-2 1 0-15,2 0 0 0,4-1 0 16,-9 0 0-16,5-4 0 0,-2-1 0 15,-4-4 0-15,-5-1 0 16,-1-5 0-16,-5-1 0 0,-4-4 0 16,-1-2 0-16,-5-1 0 0,0 0 0 15,0 0 0-15,0-6 0 0,0-6 0 16,2-4 0-16,2-3 0 16,2 1 0-16,8 4 0 0,3 1 0 15,8 0 0-15,2 1-9 0,4 1-59 16,2-1-20-16,8 4-4 0,0 2-104 15,3 1 24-15,3 5 120 0,1 0 40 16,8 6 8-16,-3 2 4 0,9 2 204 16,-2 1-12-16,7 1-4 0,7-2-79 15,-2 1-109-15,7-4 0 16,1-6 0-16,-1-1 0 0,-5-6 0 16,-7-7 0-16,-10-3 0 0,-13-5 0 15,-13-1 0-15,-4-2-17 0,-17 1-439 16,-6 3-680-16,-2 6 55 0,-4 1-468 15</inkml:trace>
  <inkml:trace contextRef="#ctx0" brushRef="#br0" timeOffset="49649.29">6332 16066 4698 0,'0'0'776'0,"0"0"-132"16,0 0 337-16,0 0-341 0,0 0-288 15,0 0-251-15,0 0-101 16,0 0 0-16,-31 34 0 0,31 5 0 16,0 8 0-16,0 3 0 0,0 0 0 15,0 2 0-15,-7 2 0 16,3-2 0-16,-6-2 0 0,0-4 0 16,-1-6 0-16,5-8 0 0,2-10 0 15,0-10-189-15,4-7-739 0,0-7-1878 0</inkml:trace>
  <inkml:trace contextRef="#ctx0" brushRef="#br0" timeOffset="49866.36">6017 16048 5922 0,'0'0'344'0,"0"0"413"16,0 0 307-16,0 0-959 0,0 0-105 15,0 0 0-15,58 2 0 16,-6-8 0-16,12-5 0 0,0-4 0 16,6 1 0-16,-3 3 0 0,-5 2 0 15,-11 8 0-15,-7 1 0 0,-9 1 0 16,-19 3-541-16,-5-2-4593 0</inkml:trace>
  <inkml:trace contextRef="#ctx0" brushRef="#br0" timeOffset="50332.8">6617 16373 6362 0,'0'0'481'0,"0"0"868"0,0 0-1349 0,0 0 0 16,0 0 0-16,0 0 0 0,0 0 0 15,-10 60 0-15,7-15 0 0,3 3 0 16,0-2 0-16,0 3 0 0,0-1 0 15,0 1 0-15,-4-4 0 16,0-2 0-16,-2-8 0 0,-4-6 0 16,3-10 0-16,3-10-121 0,0-4-1023 15,-2-6-305-15</inkml:trace>
  <inkml:trace contextRef="#ctx0" brushRef="#br0" timeOffset="50482.83">6447 16636 6094 0,'0'0'925'0,"0"0"-409"0,0 0 141 16,50-7-657-16,-31 3 0 0,-3 1 0 16,1 1 0-16,-1 1 0 0,3-1 0 15,1 1 0-15,1 1 0 16,2 0 0-16,-9 0-1361 0,3 0-328 0</inkml:trace>
  <inkml:trace contextRef="#ctx0" brushRef="#br0" timeOffset="50849.67">6815 16682 5270 0,'0'0'1168'0,"0"0"341"15,0 0-1264-15,0 0-245 0,-37-30 0 16,21 25 0-16,1 5 0 0,-1 9 0 16,1 8 0-16,1 3 0 0,3 6 0 15,3 2 0-15,4 1 0 0,4 0 0 16,0-1 0-16,10-3 0 16,3-6 0-16,5-5 0 0,3-7 0 15,-3-5 0-15,7-3 0 0,-4-8 0 16,2-7 0-16,-9-3 0 15,1-3 0-15,-9-4 0 0,-6 0 0 16,0 0 0-16,0-2 0 0,-6 0 0 16,-3-1 0-16,3 0 0 0,-4 0-241 15,10 2-799-15,0 9-1449 16,0 1-349-16</inkml:trace>
  <inkml:trace contextRef="#ctx0" brushRef="#br0" timeOffset="51049.93">6962 16302 7311 0,'0'0'840'0,"0"0"-799"0,0 0-41 15,-14 45 0-15,12-6 0 0,2 11 0 16,2 1 0-16,6 0 0 16,4 4 0-16,-1 3 0 0,-1-1 0 15,0-1 0-15,-4-1 0 0,1-8 0 16,-3-7 0-16,0-10-517 15,-4-12-868-15,0-11-2360 0</inkml:trace>
  <inkml:trace contextRef="#ctx0" brushRef="#br0" timeOffset="51199.37">6888 16687 6783 0,'0'0'768'0,"0"0"-264"0,43-46-367 15,-26 36-137-15,3 2 0 0,1 4 0 16,-5 0 0-16,5 1 0 0,0 0 0 15,-1 2 0-15,3-1 0 0,2 2-993 16,-2 2-104-16,-5 0-167 0,-1 1-1277 16</inkml:trace>
  <inkml:trace contextRef="#ctx0" brushRef="#br0" timeOffset="51450.33">7210 16619 1096 0,'0'0'2385'16,"0"0"-276"-16,0 0-1245 0,0 0-427 16,-37-1 115-16,16 1-184 0,-2 5-44 15,9 6-267-15,-3 3-57 0,3 7 0 16,2 3 0-16,-3 2 0 0,9-1 0 15,2-6 0-15,4-5 0 16,0-5 0-16,6-6 0 0,8-3 0 16,7-6 0-16,0-7 0 0,2-6 0 15,-3 0 0-15,1 1 0 16,-11 3 0-16,1 7 0 0,-9 3 0 16,0 5 0-16,-2 0 0 0,0 5 0 15,0 10 0-15,-2 8 0 0,2 3 0 16,-2-1 0-16,2-4 0 0,4-7 0 15,2-3 0-15,-4-6 0 0,2-2 0 16,0-3 0-16,2-1-517 0,1-9-1056 16,-3 0 45-16,2-8-870 0</inkml:trace>
  <inkml:trace contextRef="#ctx0" brushRef="#br0" timeOffset="51633.41">7336 16211 7215 0,'0'0'977'15,"0"0"-977"-15,0 0 0 16,-6 59 0-16,6-15 0 0,-6 11 0 16,4 3 0-16,2-2 0 0,8 4 0 15,-2 0 0-15,5 0 0 16,-1-2 0-16,4-3 0 0,3-4 0 16,-7-4 0-16,-4-15 0 0,-1-7-2830 0</inkml:trace>
  <inkml:trace contextRef="#ctx0" brushRef="#br0" timeOffset="59950.14">10939 14708 264 0,'0'0'700'0,"0"0"-288"0,0 0-292 15,0 0-88-15,0 0 1521 0,0 0-1049 0,0 0 24 16,0 0 445-16,0 0-365 16,-20-17-96-16,15 17 249 0,5-1-381 15,-2 1-60-15,2 0 64 0,0 0-256 16,0 0-115-16,0 1-13 0,0 5 0 16,0 5 0-16,0 4 0 15,0 3 0-15,2 0 0 0,7-2 0 16,-3-2 0-16,0 1 0 0,4-3 0 15,1 0 0-15,3-1 0 0,-1 0 0 16,1 0 0-16,1 1 0 0,-7-1 0 16,2 2 0-16,0-1 0 0,1 1 0 15,-1 0 0-15,-2-1 0 0,-1 0 0 16,-1-2 0-16,0-2 0 16,4 0 0-16,1-3 0 0,-1 0 0 15,0-4 0-15,5-1 0 0,-3 0 0 16,7-5 0-16,2-1 0 0,1-6 0 15,5 1 0-15,4-4 0 0,0 0 0 16,6-2 0-16,5 1 0 16,1-3 0-16,9-1 0 0,6-1 0 15,0 1 0-15,-1 3 0 0,8 2 0 16,-3 3 0-16,0 6 0 0,-9 3 0 16,-1 3 0-16,-4 2 0 15,-7 6 0-15,-4 2 0 0,-4 2 0 16,-2 1 0-16,-6-1 0 0,-2 0 0 15,-9-2 0-15,1 2 0 0,-9-1 0 16,-4-2 0-16,-2 3 0 0,-2-1 0 16,-4-2 0-16,-9 2 0 0,5-4 0 15,-5-1 0-15,5-2 0 16,4-4 0-16,4 0 0 0,-2 0 0 16,-1-3 0-16,5-4 0 0,0-2 0 15,11-7 0-15,3 1 0 0,3-3 0 16,3 3 0-16,1 4 0 0,2 1 0 15,-2 6 0-15,-5 1 0 16,5 3 0-16,-1 3 0 0,5 2 0 16,2 2 0-16,6 0 0 0,6-1 0 15,1 1 0-15,5 1 0 0,3 0 0 16,-1 3 0-16,1-3 0 0,-3 1 0 16,3-2 0-16,-5-4 0 15,9 0 0-15,2-3 0 0,-3-6 0 16,1-1 0-16,-4-4 0 0,-11 0 0 15,-10 4 0-15,-13 1 0 0,-12 4 0 16,-2-2 0-16,-6 3-449 0,2-1-1060 16,-6-1-15-16,7 2-201 0</inkml:trace>
  <inkml:trace contextRef="#ctx0" brushRef="#br0" timeOffset="61716.27">11187 15771 4882 0,'0'0'1332'0,"0"-37"-607"16,-6 21 87-16,-4 2-371 0,-1 0-441 15,1 3 0-15,-6 2 0 0,1 2 0 16,-1 6 0-16,5 1 0 16,1 9 0-16,-1 8 0 0,-1 13 0 15,-2 6 0-15,3 6 0 0,5 3 0 16,2-2 0-16,0-3 0 0,8-7 0 15,0-7 0-15,8-12 0 0,9-9 0 16,0-8 0-16,10-13 0 0,0-13 0 16,6-7 0-16,-6-10-653 0,-4 8-1996 15,-6-1-1253-15</inkml:trace>
  <inkml:trace contextRef="#ctx0" brushRef="#br0" timeOffset="61916.27">11249 15297 5930 0,'0'0'773'16,"0"0"-169"-16,0 0 76 0,-4 47-475 16,-2-9-205-16,6 6 0 0,-4 6 0 15,2-2 0-15,2 3 0 0,0 4 0 16,0 1 0-16,6-1 0 16,-2-2 0-16,-2-6 0 0,2-8 0 15,2-4 0-15,3-7 0 0,-3-9-225 16,4-6-603-16,1-10 11 0,-1-3-1015 15,2-6-538-15</inkml:trace>
  <inkml:trace contextRef="#ctx0" brushRef="#br0" timeOffset="62133.28">11396 15812 2185 0,'0'0'2833'0,"0"0"-1929"16,0 0-83-16,0 46 211 0,0-34-728 15,0 1-191-15,0 0-113 0,0-1 0 16,0-1 0-16,0 0 0 16,0-3-553-16,0-1-259 0,-4-3-1317 15,2-2-645-15</inkml:trace>
  <inkml:trace contextRef="#ctx0" brushRef="#br0" timeOffset="62666.5">11408 15833 4882 0,'0'0'1516'16,"0"0"-839"-16,-18-39 47 0,3 24-331 15,1 2-393-15,1 1 0 0,3 3 0 16,6 2 0-16,-2 5 0 0,2 2 0 16,2 3 0-16,-9 12 0 15,-3 14 0-15,-1 8 0 0,3 5 0 0,8-1 0 16,-2-6 0-16,6-8 0 16,10-6 0-16,2-7 0 0,7-8 0 15,4-6 0-15,-3-6 0 0,5-8 0 16,-2-6 0-16,-9 0 0 0,-1-3 0 15,-5 2 0-15,-2 1 0 16,-6 4 0-16,0 5 0 0,-4 4 0 16,2 5 0-16,2 2 0 0,-4 2 0 15,0 9 0-15,2 8 0 0,2 5 0 16,2 1 0-16,6-1 0 16,-2-7 0-16,0 1 0 0,5-5 0 15,-1-3 0-15,5-1 0 0,1-4-881 16,-1-2-280-16,-5-3 45 0,-4 0-3770 0</inkml:trace>
  <inkml:trace contextRef="#ctx0" brushRef="#br0" timeOffset="63116.52">11661 15780 5118 0,'0'0'1064'0,"0"0"-503"0,0 0 467 15,0 0-628-15,0 0-379 0,0 0-21 16,-48-27 0-16,27 27 0 0,-1 3 0 15,5 4 0-15,3 3 0 0,3 0 0 16,5 1 0-16,2 0 0 0,2-1 0 16,2-1 0-16,0 0 0 0,6 1 0 15,4-2 0-15,3 1 0 0,8-2 0 16,3 1 0-16,-1-3 0 16,8-1 0-16,-6-1 0 0,2 1 0 15,-7-1 0-15,-7 1 0 0,-5-1 0 16,-6 2 0-16,2-2 0 0,-4 3 0 15,0 2 0-15,-10 4 0 16,-7 3 0-16,-9 0 0 0,-5-1 0 16,-5 0 0-16,3-5 0 0,2-1 0 15,0 0 0-15,4-4 0 0,7-2 0 16,5-2-749-16,9-5-2244 0</inkml:trace>
  <inkml:trace contextRef="#ctx0" brushRef="#br0" timeOffset="63666.8">11822 15347 3117 0,'0'0'1809'0,"0"0"-1357"0,0 0 480 0,0 0-311 0,0 0-161 0,0 0-92 16,0 0-320-16,6 41 84 0,-6 8 121 15,0 6-253-15,0 4 0 0,0-5 0 16,0-1 0-16,0 0 0 16,0-6 0-16,0-3 0 0,0-6 0 15,0-6 0-15,0-7 0 0,0-9 0 16,0-6 0-16,0-5 0 0,0-4 0 15,0-1 0-15,4-10 0 16,2-9 0-16,1-8 0 0,3-3 0 16,4-1 0-16,-3 7 0 0,3 6 0 15,-1 8 0-15,-7 8 0 0,2 4 0 16,-2 10 0-16,0 6 0 16,3 3 0-16,-3 1 0 0,-2-1 0 15,2-2 0-15,0 1 0 0,1-4 0 16,1-1 0-16,2-2 0 0,1-4-733 15,-9-3-308-15,6-2-591 0</inkml:trace>
  <inkml:trace contextRef="#ctx0" brushRef="#br0" timeOffset="64216.69">12033 16383 2305 0,'0'0'1856'15,"0"0"-1315"-15,0 0-81 0,0 0 644 0,10-37-567 0,-6 13-69 16,-2-6 344-16,-2-1-703 0,0-7-109 15,0-8 0-15,-2-8 0 16,-2-8 0-16,4-2 0 0,0 0 0 16,6 6 0-16,5 8 0 0,3 8 0 15,3 10 0-15,-3 7 0 0,-4 8 0 16,3 9 0-16,-5 5 0 16,2 3 0-16,-3 7 0 0,-1 4 0 15,-2 4 0-15,-2 3 0 0,-2-1 0 16,-2 1 0-16,-2 0 0 0,-2 0 0 15,1-1 0-15,-1 0 0 0,0-3 0 16,2-2 0-16,0-4 0 0,-2-1 0 16,6-2 0-16,-5-1-165 15,3 1-891-15,2-2-45 0,0 2-247 0</inkml:trace>
  <inkml:trace contextRef="#ctx0" brushRef="#br0" timeOffset="64516.54">12326 15784 5798 0,'0'0'1357'0,"0"0"-753"15,-37-21-171-15,31 20-433 0,-5 4 0 16,-3 9 0-16,0 8 0 16,1 5 0-16,3 7 0 0,4-1 0 15,1 1 0-15,10-4 0 0,3-3 0 16,6-6 0-16,3-6 0 0,4-5 0 15,-1-5 0-15,5-4 0 0,-2-6 0 16,-3-4 0-16,-3-4 0 0,-7-1 0 16,-1-2 0-16,-7-1 0 0,-4 2 0 15,-7 0 0-15,3 0 0 0,-8 3 0 16,3 1 0-16,-1 1 0 16,2 5 0-16,5 0-417 0,-1 4-303 15,6 1-997-15,0-6-360 0</inkml:trace>
  <inkml:trace contextRef="#ctx0" brushRef="#br0" timeOffset="64899.68">12459 15318 6915 0,'0'0'212'0,"0"0"104"0,0 0 216 0,0 0-315 16,4 38-217-16,0-1 0 0,2 4 0 16,0 5 0-16,5-1 0 0,-1 2 0 15,0 4 0-15,1 1 0 16,-1 1 0-16,-6-2 0 0,-2-3 0 16,-2-4 0-16,0-6 0 0,0-6-193 15,0-12-891-15,-2-8-385 0,-6-8-3757 0</inkml:trace>
  <inkml:trace contextRef="#ctx0" brushRef="#br0" timeOffset="64999.69">12417 15825 6931 0,'0'0'120'0,"0"0"588"0,0 0-275 15,0 0-433-15,0 0 0 0,0 0 0 16,52-41 0-16,-27 30 0 16,12-3 0-16,-14 3-209 0,12-6-1147 0</inkml:trace>
  <inkml:trace contextRef="#ctx0" brushRef="#br0" timeOffset="65349.45">12990 15796 6887 0,'0'0'1004'0,"-17"54"-703"15,7-21-301-15,4 1 0 16,2 0 0-16,4-6 0 0,0-1 0 16,4-6 0-16,2-5 0 0,4-6 0 15,5-9 0-15,1-8-269 0,-5-2-1288 16,-1-11-816-16</inkml:trace>
  <inkml:trace contextRef="#ctx0" brushRef="#br0" timeOffset="65466.73">13008 15494 5266 0,'0'0'132'16,"0"0"-132"-16,0 0-8 0,0 0-8 15,0 0-784-15,7 38-629 0</inkml:trace>
  <inkml:trace contextRef="#ctx0" brushRef="#br0" timeOffset="65832.59">13263 15737 2653 0,'0'0'3069'16,"0"0"-2080"-16,-44-17-301 0,30 17 76 15,-3 6-735-15,5 5-29 0,-3 0 0 16,5 1 0-16,0-1 0 0,6 2 0 15,4-1 0-15,4 0 0 0,6-1 0 16,7 1 0-16,-1 0 0 0,5-1 0 16,-1 2 0-16,1-1 0 0,-4 1 0 15,1 1 0-15,-1-1 0 16,-5-1 0-16,-1 0 0 0,-3-4 0 16,-6 0 0-16,-4 3 0 0,-6 2 0 15,-5 0 0-15,-1 1 0 16,-3-3 0-16,1-5 0 0,-3 0 0 0,7-2 0 15,-3-2 0-15,-1-1 0 16,-1 1 0-16,-4 1 0 0,1 2-249 16,3-2-747-16,3 0-2090 0</inkml:trace>
  <inkml:trace contextRef="#ctx0" brushRef="#br0" timeOffset="66599.8">10183 16518 5270 0,'0'0'1224'0,"-21"39"-427"0,17-18-97 15,2 0-499-15,2 2-201 16,0-4 0-16,0 2 0 0,0-2 0 16,0-2 0-16,0-4 0 0,2-6 0 15,2-2 0-15,-4-4-249 16,4-1-1099-16,-2-2-453 0</inkml:trace>
  <inkml:trace contextRef="#ctx0" brushRef="#br0" timeOffset="66732.84">10253 16179 4778 0,'0'0'192'15,"0"0"-52"-15,0 0-96 0,0 0-44 0,-12 47-220 16,12-26-885-16,0 2-1092 0</inkml:trace>
  <inkml:trace contextRef="#ctx0" brushRef="#br0" timeOffset="66950.6">10331 16801 5438 0,'0'0'748'16,"0"0"-207"-16,-16 36 495 0,16-35-700 15,0-3-243-15,0-12-93 16,10-14 0-16,7-11 0 0,8-7 0 16,1 3 0-16,-5 9 0 0,0 11 0 15,-9 11 0-15,-4 8 0 0,-1 7 0 16,-7 17 0-16,0 9 0 0,0 8 0 15,-4 3 0-15,1-6 0 0,3-6 0 16,0-4 0-16,11-6 0 0,-1-11-513 16,3-6-1872-16,-3-4-2621 0</inkml:trace>
  <inkml:trace contextRef="#ctx0" brushRef="#br0" timeOffset="67515.89">10923 17011 3009 0,'0'34'2193'0,"0"-8"-1537"0,0 4 533 0,0-3-521 0,0 1-356 15,-4-4-147-15,4-2-165 0,-5-3 0 16,3-9 0-16,2-4 0 0,0-2 0 15,-4-4 0-15,0-5 0 16,-2-8 0-16,-4-11 0 0,-7-9 0 16,0-7 0-16,3-6 0 0,-3-4 0 15,3-7 0-15,2-4 0 16,12-1 0-16,10 0 0 0,13 5 0 16,4 9 0-16,8 6 0 0,-4 9 0 15,-2 7 0-15,-5 8 0 0,-3 6 0 16,0 7 0-16,-5 5 0 0,-1 8 0 15,1 7 0-15,-3 4 0 0,-3 7 0 16,-2 0 0-16,-1 3 0 0,-7-1 0 16,0-3 0-16,-7-1 0 0,-3-5 0 15,2-4 0-15,-1-2 0 16,-5-5 0-16,4-2 0 0,-5-2 0 16,3-3-921-16,1-1 96 0,5 0-255 15,-2-5-1673-15</inkml:trace>
  <inkml:trace contextRef="#ctx0" brushRef="#br0" timeOffset="67949.36">11355 16640 5742 0,'0'0'905'0,"0"0"-101"16,-42-23-348-16,26 17-256 0,-1 4-115 15,1 2-85-15,-3 3 0 0,3 7 0 16,1 2 0-16,9 5 0 0,0 2 0 16,2 2 0-16,4 0 0 0,4-2 0 15,2 0 0-15,4-2 0 0,5-4 0 16,1-4 0-16,5-3 0 16,-5-4 0-16,5-2 0 0,0-3 0 15,-5-1 0-15,-1 2 0 0,-3 0 0 16,3 1-209-16,-3 1-71 0,3 3-88 15,-1 4-384-15,-2 2 143 16,-1 1 201-16,-1-1 312 0,5-2 96 16,-9-4 52-16,0 0 488 0,-2-3-168 15,-4 0-35-15,0 0 255 16,0-4-84-16,-6-5-187 0,-4-5-321 16,-7-2 0-16,3-5 0 0,-3 0 0 15,9 0 0-15,6 2 0 0,2-1 0 16,2-1 0-16,12 1 0 0,7-1 0 15,6 1 0-15,0 2 0 0,4 3-357 16,0 1-511-16,-9 6-133 0,3 2-2925 16</inkml:trace>
  <inkml:trace contextRef="#ctx0" brushRef="#br0" timeOffset="68233.28">11716 16590 3121 0,'0'0'2573'15,"0"0"-1660"-15,-37 13 203 0,23-13-688 0,-1 2-387 16,-1 2-41-16,5 2 0 0,-5 5 0 15,6 4 0-15,-1 7 0 16,1 2 0-16,4 4 0 0,2 1 0 16,1-3 0-16,3-2 0 0,0-7 0 15,7-8 0-15,3-5 0 16,2-4 0-16,7-5 0 0,2-8 0 16,-3-5 0-16,1-1 0 0,-7-1 0 15,-1 1 0-15,-1 3 0 0,-6 1 0 16,-4 4 0-16,0 5 0 0,0 4 0 15,0 2 0-15,0 7 0 0,0 8 0 16,0 7 0-16,0 3 0 0,0 1 0 16,6-6 0-16,5-7 0 0,-1-6 0 15,7-5 0-15,1-3-701 0,-5-9-1292 16,-3-1-52-16,0-5-1372 0</inkml:trace>
  <inkml:trace contextRef="#ctx0" brushRef="#br0" timeOffset="68432.73">11795 16300 6114 0,'0'0'1221'0,"0"0"-541"16,0 0-503-16,0 0-177 0,0 0 0 15,0 0 0-15,10 56 0 0,1-12 0 16,-5 4 0-16,0 1 0 16,2 1 0-16,-1 0 0 0,3-2 0 15,0-5 0-15,3-2 0 0,1-11 0 16,1-8-685-16,-9-9-524 0,0-11-2232 0</inkml:trace>
  <inkml:trace contextRef="#ctx0" brushRef="#br0" timeOffset="68582.31">11921 16386 3521 0,'0'0'3370'16,"0"0"-2634"-16,-4-36-171 16,4 36-565-16,0 2 0 0,0 11 0 15,0 12 0-15,0 10 0 0,4 9 0 16,-2 3 0-16,2-1 0 0,2 1 0 15,3-1 0-15,-3 0 0 16,8-4 0-16,-1-6 0 0,8-7 0 16,-5-9-213-16,-1-7-2640 0,-5-9-1477 0</inkml:trace>
  <inkml:trace contextRef="#ctx0" brushRef="#br0" timeOffset="68833.22">12159 16755 5662 0,'0'0'1169'16,"0"0"-377"-16,0 0-223 0,41-43-569 16,-26 26 0-16,-9-1 0 0,0 0 0 15,-2 0 0-15,-4 2 0 16,-8 1 0-16,2 1 0 0,-7 2 0 16,-1 6 0-16,-3 6 0 0,3 4 0 15,3 10 0-15,1 6 0 0,0 8 0 16,8 7 0-16,-2 4 0 15,4 4 0-15,4-3 0 0,6-5 0 16,2-6 0-16,9-10 0 0,0-7-205 16,6-10-595-16,4-6-741 0,-11-6-152 15,1-4-912-15</inkml:trace>
  <inkml:trace contextRef="#ctx0" brushRef="#br0" timeOffset="68999.5">12378 16420 6691 0,'0'0'844'0,"0"0"-187"0,0 0-657 16,-15 55 0-16,11-4 0 0,4 12 0 16,0 3 0-16,4-3 0 15,3-5 0-15,3-3 0 0,4-7 0 0,1-8 0 16,1-8 0-16,1-10 0 16,-3-9-885-16,-3-10-1700 0</inkml:trace>
  <inkml:trace contextRef="#ctx0" brushRef="#br0" timeOffset="69683.53">12787 16806 2457 0,'0'0'2357'0,"0"0"-1409"15,6-40-392-15,-6 39-31 0,-4 5 211 16,-2 8-520-16,0 14-80 0,-4 5 125 15,1 7-261-15,3-3 0 0,6-5 0 16,6-1 0-16,-2-5 0 0,3-2 0 16,-3-2 0-16,0-6 0 0,-2-2 0 15,2-5 0-15,-4-5 0 0,4-2 0 16,2-1 0-16,5-10 0 16,5-11 0-16,5-9 0 0,2-5 0 15,-3 0 0-15,1 4 0 0,-2 2 0 16,-7 10-217-16,3 8 13 0,-9 6 12 15,0 11-88-15,-2 11 156 16,0 6 116-16,-2 3 8 0,2-3 4 16,-4-5 116-16,7-3 136 0,-3-3-128 15,-2-5 36-15,2-5 100 16,2-1-175-16,2-1-89 0,3-8 0 16,1-6 0-16,-2-4 0 0,-1-4 0 15,-3 1 0-15,-4 4 0 0,2 2 0 16,-4-1 0-16,4 3 0 0,-2 1 0 15,-2 1 0-15,4-2 0 0,1 0-1682 16,-3 4-314-16,2-3-918 0</inkml:trace>
  <inkml:trace contextRef="#ctx0" brushRef="#br0" timeOffset="69849.75">13126 16648 3569 0,'0'0'3422'0,"0"0"-2602"0,0 0-439 16,-2 57-381-16,2-24 0 0,0 4 0 15,2-1 0-15,6-4 0 16,-5-3 0-16,1 1 0 0,2-2 0 16,2-2 0-16,-6-3 0 0,6-5 0 15,-5-9 0-15,1-3-2082 16,0-6-923-16</inkml:trace>
  <inkml:trace contextRef="#ctx0" brushRef="#br0" timeOffset="70032.73">13215 16378 5346 0,'0'0'676'0,"0"0"-408"0,0 0-72 15,0-34-188-15,0 31-4 0,0 2-4 16,0-1-100-16,4 1-36 16,-4 1-44-16,0 0 112 0,4 0 64 15,-4 5-12-15,0 7-252 0,0 1-332 16,-4 3-2241-16</inkml:trace>
  <inkml:trace contextRef="#ctx0" brushRef="#br0" timeOffset="70282.75">13281 16388 6022 0,'0'0'1257'15,"0"0"-553"-15,0 0-495 0,0 0-209 16,0 0 0-16,0 0 0 0,0 0 0 16,-4 42 0-16,8 3 0 0,-2 6 0 15,2 0 0-15,3 3 0 16,-3 1 0-16,2 1 0 0,0-2 0 16,2-4 0-16,-1-3 0 0,-3-8 0 15,-2-9 0-15,2-6 0 0,0-11 0 16,-4-7-2006-16,0-6-499 0</inkml:trace>
  <inkml:trace contextRef="#ctx0" brushRef="#br0" timeOffset="70432.6">13215 16743 6739 0,'0'0'912'0,"0"0"-371"0,0 0-541 15,0 0 0-15,0 0 0 0,0 0 0 16,58-45 0-16,-33 31 0 0,-2 0 0 15,-3 0 0-15,-1-1 0 0,-3-6-165 16,1 4-1724-16,-7-5-1000 0</inkml:trace>
  <inkml:trace contextRef="#ctx0" brushRef="#br0" timeOffset="70749.74">13476 16380 5750 0,'-9'43'1061'0,"3"-1"-705"0,0 12-16 15,-2 3-216-15,1 3-112 16,3-1 56-16,4-2 376 0,4-4-407 16,3-6-37-16,1-5 0 0,-2-7 0 15,0-5 0-15,-2-13 0 16,1-5 0-16,-3-8 0 0,-2-4 0 16,0-5 0-16,4-9 0 0,6-11 0 15,7-6 0-15,-1-2 0 0,5 6 0 16,0 4 0-16,-5 8 0 0,3 5 0 15,-7 9 0-15,3 5 0 0,-3 7 0 16,-2 6 0-16,1 3 0 0,-1 3 0 16,-2 0 0-16,-2-2 0 15,5-5 0-15,-5 0 0 0,4-4 0 0,-4 1 0 16,-1-3-777-16,-5-1-664 16,-5-3-3489-16</inkml:trace>
  <inkml:trace contextRef="#ctx0" brushRef="#br0" timeOffset="71382.52">10615 17358 2905 0,'0'0'4034'0,"-44"3"-3230"0,17-8-355 0,-2 1-449 15,3 3 0-15,-5 1 0 0,4 7 0 16,4 4 0-16,-2 2 0 0,4 6 0 16,1 3 0-16,3 2 0 0,5-2 0 15,8-5 0-15,8-4 0 0,8-1 0 16,9-5 0-16,6-2 0 16,8-4 0-16,2 0 0 0,11-1 0 15,-7 0 0-15,-2 4 0 0,-4 3 0 16,-14 5 0-16,-8 6-109 0,-5 0 69 15,-8 3 24-15,0-2 32 16,-4-1-12-16,-3 1 141 0,-7-3-145 16,-3-2 0-16,1 1 0 0,-9-2 0 15,2-4 0-15,-6-3 0 16,7-4 0-16,1-5 0 0,7-5 0 16,1-5 0-16,9-4-41 0,4-1-1267 15,0 5-81-15,4-2-140 0</inkml:trace>
  <inkml:trace contextRef="#ctx0" brushRef="#br0" timeOffset="71949.57">10788 18118 6154 0,'0'0'521'0,"-6"38"-37"0,6-32-124 0,0-4-264 0,0 0 0 15,0-1 16-15,0-1 204 0,-4-1-263 16,2-7-53-16,-6-7 0 16,1-13 0-16,-3-14 0 0,0-8 0 15,4-7 0-15,-1-14 0 0,7-2 0 16,0-4 0-16,7 1 0 0,7 12 0 15,3 5 0-15,5 5 0 16,3 9 0-16,-4 7 0 0,-1 10 0 16,-7 9 0-16,1 8 0 0,-3 5 0 15,1 6 0-15,-2 1 0 16,5 5 0-16,-5 6 0 0,1 4 0 16,-5 3 0-16,-6 5 0 0,-6 5 0 15,-5 2 0-15,1-2 0 0,-5 0 0 16,3-3 0-16,-2-2 0 0,3-3 0 15,1-3 0-15,0-7 0 0,3-4 0 16,7-4-489-16,-4-3-219 0,4 0-473 16,0-1-288-16,0-8-567 0</inkml:trace>
  <inkml:trace contextRef="#ctx0" brushRef="#br0" timeOffset="72199.62">11092 17657 5042 0,'0'0'992'15,"0"0"-287"-15,-41 24 431 16,35-29-840-16,-5-6-275 0,5-4-21 16,-2-4 0-16,6-5 0 0,2-2 0 15,0 0 0-15,6 0 0 0,0 1 0 16,4 3 0-16,5 3 0 0,-5 1 0 15,7 1 0-15,-1 2 0 0,5-3-677 16,4 3-464-16,-9 4-247 0,1-2-2582 16</inkml:trace>
  <inkml:trace contextRef="#ctx0" brushRef="#br0" timeOffset="72315.89">11249 17415 5610 0,'0'0'768'15,"-4"58"129"-15,-2-28-449 0,2-2-288 16,2 3 4-16,2 0-68 0,-4-4-47 15,4-2-49-15,0-3 0 16,0-8-109-16,4-6-767 0,-4-4-233 16,0-7-551-16</inkml:trace>
  <inkml:trace contextRef="#ctx0" brushRef="#br0" timeOffset="72449.78">11297 17069 6398 0,'0'0'393'15,"0"0"-393"-15,0 0 0 0,0 0-52 16,0 0-557-16,31 27-503 0,-19-2-1986 16</inkml:trace>
  <inkml:trace contextRef="#ctx0" brushRef="#br0" timeOffset="73033.25">11413 17606 3753 0,'0'0'881'0,"0"50"-189"15,0-35 380-15,0-9-731 0,0-6-85 16,0-1 228-16,4-11-164 0,2-14-44 15,4-12-159-15,7-6-117 16,-3-1 0-16,-1 6 0 0,-3 11 0 16,-2 9 0-16,-6 8 0 0,2 5 0 15,-4 6 0-15,0 4 0 16,0 8 0-16,-4 11 0 0,4 7 0 16,0 2 0-16,4-4-33 0,3-4-127 15,1-7 8-15,0-3-20 0,7-6-140 16,-1-2 84-16,9-6 92 0,-7-3 128 15,5-6 4-15,-2 0 4 0,-3-3 8 16,-5-1 4-16,-1-3-12 16,0 0 8-16,-4-2 8 0,-1-1-12 0,-5 1 28 15,0 5 0-15,-5 4 44 0,-1 2 220 16,-2 4-128-16,2 3-56 16,-5 3 60-16,5 9-168 0,0 8-4 15,-2 3 0-15,2 2-8 0,6-2 8 16,0-4 0-16,0-2-20 0,0-1 20 15,4 1 0-15,-2-1 0 16,6-2 0-16,-6 3 32 0,4-2-20 16,-2 4 108-16,7 3 9 0,-1 6-129 15,0 2 0-15,7 4 0 16,-3 6 0-16,7 4 0 0,6 8 0 16,-4 3 0-16,2 0 0 0,-5 1 0 15,-9 5 0-15,-9 2 0 0,-2-9 0 16,-9 3 0-16,-9-2 0 0,-13-4 0 15,-6 4 0-15,-7-8 0 0,-8-10 0 16,-1-8 0-16,1-11 0 16,-2-12 0-16,3-10 0 0,-1-15 0 0,4-13 0 15,5-21 0-15,8-12 0 0,12-7 0 16,15 3 0-16,26 12 0 16,15 8 0-16,15 4 0 0,4 1 0 15,1 4 0-15,5 2 0 0,4 1 0 16,-4 4-85-16,-10 9-1367 0,-7-4-1210 15</inkml:trace>
  <inkml:trace contextRef="#ctx0" brushRef="#br0" timeOffset="86433.59">21298 7970 4558 0,'0'0'2189'0,"0"0"-1577"0,0 0-76 15,0 0-239-15,0 0-297 0,0 0 0 16,0 0 0-16,-19 38 0 0,19 14 0 16,0 5 0-16,6 6 0 0,2-4 0 15,-1 1 0-15,-3 1 0 0,-2-1 0 16,-2-5 0-16,-2-6-45 15,-2-6-391-15,-1-11-684 0,-1-10 99 16,4-10-200-16</inkml:trace>
  <inkml:trace contextRef="#ctx0" brushRef="#br0" timeOffset="86765.79">21287 7850 6963 0,'0'0'672'0,"0"0"-280"0,0 0-227 16,2-34-165-16,9 22 0 0,15 0 0 16,12 3 0-16,3 4 0 0,7 9 0 15,-3 10 0-15,-2 11 0 16,1 12 0-16,-5 12 0 0,-6 10-293 16,-6 9-107-16,-8 2 76 0,-7 1 204 15,-8-2 120-15,-4-6 64 0,-6-5 308 16,-8-3 232-16,-11-3-507 15,-4 0-97-15,-8-6 0 0,-3-5 0 16,1-7 0-16,0-9 0 0,2-9 0 16,-1-8 0-16,11-8 0 15,1-6 0-15,5-4 0 0,6 0 0 16,7 1 0-16,4 4 0 0,6 2-453 16,8 3-391-16,11 0-73 0,0 2-1020 15,6 0-404-15</inkml:trace>
  <inkml:trace contextRef="#ctx0" brushRef="#br0" timeOffset="87065.9">21914 8443 5994 0,'0'0'1065'0,"-34"-15"-485"0,16 11-76 15,-3 3-455-15,5 2-49 0,-5 5 0 16,4 6 0-16,3 3 0 15,2 4 0-15,3 0 0 0,3 1 0 16,6-3 0-16,0-1 0 0,6-4 0 16,-2-4 0-16,3-3 0 15,3-2 0-15,4-3 0 0,3 0 0 16,2-4 0-16,-5 1 0 0,-2 3 0 16,-3 0 0-16,-1 6 0 0,-2 7 0 15,-6 3 0-15,6 4 0 0,-1 2 0 16,3-3 0-16,0-3 0 0,9-9 0 15,1-5 0-15,7-6 0 0,2-10 0 16,0-4 0-16,-7 0-885 0,-3 0-3325 16</inkml:trace>
  <inkml:trace contextRef="#ctx0" brushRef="#br0" timeOffset="87582.46">22366 8296 5798 0,'0'0'1121'0,"-33"-17"-441"0,8 10-180 16,9 3-407-16,-1 1-93 0,1 3 0 16,-3 2 0-16,5 4 0 0,1 3 0 15,1 2 0-15,4 0 0 0,-3 2 0 16,9-2 0-16,-2 0 0 15,0-3 0-15,4-1 0 0,6 1 0 16,7-2 0-16,3 1 0 0,7 1 0 16,8-1 0-16,-4 1 0 15,10 0 0-15,-6 3 0 0,2 2 0 16,-10 2 0-16,-7 3 0 0,-10 2 0 16,-1 0 0-16,-10 1 0 0,-5-2 0 15,-2 1 0-15,-9-3 0 0,-6 0 0 16,-2-2 0-16,-8-2 0 0,6-2 0 15,2-5 0-15,6-5 0 0,7-2 0 16,5-12 0-16,5-9-813 0,6 0-1772 16,0-7-969-16</inkml:trace>
  <inkml:trace contextRef="#ctx0" brushRef="#br0" timeOffset="87900.95">22544 7911 5506 0,'0'0'1101'0,"-25"63"-729"16,17-22-4-16,0 8 72 0,4 4-224 15,-3 6-27-15,3 3-189 16,-2 0 0-16,-4-2 0 0,3-3 0 16,-1-8 0-16,0-7 0 0,2-12 0 15,2-9 0-15,-1-9 0 0,5-9 0 16,5-3 0-16,5-12 0 0,9-16 0 15,5-10 0-15,5-5 0 0,0 1 0 16,-4 13 0-16,-8 8 0 0,-7 9 0 16,-4 8 0-16,-6 4 0 15,0 4 0-15,0 10 0 0,-2 9 0 16,-4 6 0-16,0 1 0 0,-1-1 0 16,5-4 0-16,0-3 0 0,2-1 0 15,6-3 0-15,1-3 0 0,1-5-577 16,-4-4-2352-16</inkml:trace>
  <inkml:trace contextRef="#ctx0" brushRef="#br0" timeOffset="88865.81">22802 8581 3061 0,'0'0'2741'0,"0"0"-1540"15,0 0-745-15,0 45-184 0,0-11-32 16,0 5-28-16,0 0-203 0,0-3-9 15,0 0 0-15,5 0 0 0,-5-3 0 16,0-2 0-16,0-2 0 0,-5-6 0 16,5-3 0-16,-2-8 0 15,0-5 0-15,0-2 0 0,2-5 0 16,-4-5-517-16,4-9-231 0,0-12-33 16,0-6-743-16,0-8 515 0,0-3 281 15,6 1-53-15,-6-3 465 0,0 0 316 16,0 3 673-16,0-1 239 15,0 3 36-15,2 2 345 0,7 0-501 16,1 1-127-16,4 4 335 0,5 5-879 16,4 1-121-16,2 7 0 15,1 3 0-15,1 6 0 0,-2 4 0 16,-2 4 0-16,-2 3 0 0,-3 5 0 16,1 3 0-16,-3 2 0 0,-3 4 0 15,-5 0 0-15,-2 2 0 0,-4 2 0 16,-2 0 0-16,-4 0 0 0,-2 2 0 15,-7 1 0-15,-3 0 0 0,-5-1 0 16,-1 3 0-16,-5-4 0 0,0-1 0 16,-2-1 0-16,6-6 0 15,7-4 0-15,3-3 0 0,7-3-709 16,4-1-1436-16,2-1-124 0</inkml:trace>
  <inkml:trace contextRef="#ctx0" brushRef="#br0" timeOffset="89150.04">23280 8435 2509 0,'0'0'3813'0,"0"0"-2284"0,0 0-1188 0,-33 0-341 0,14 4 0 16,-1 7 0-16,1 6 0 0,2 4 0 15,5 2 0-15,2 1 0 0,3 2 0 16,7-1 0-16,7 1 0 0,3-4 0 15,7-3 0-15,-3-6 0 0,9-5 0 16,-3-4 0-16,1-4 0 0,-4-3 0 16,1-4 0-16,-5-6 0 0,-3-2 0 15,-2-2 0-15,-4-2 0 16,-2-2 0-16,-2 2 0 0,0 0 0 16,-2 1 0-16,-6 2 0 0,-2-3 0 15,2 1 0-15,-5-5-525 0,3 5-788 16,4-4-3413-16</inkml:trace>
  <inkml:trace contextRef="#ctx0" brushRef="#br0" timeOffset="89366.08">23565 7893 7411 0,'0'0'781'15,"0"0"-781"-15,0 0 0 0,-16 38 0 16,9 1 0-16,1 12 0 0,4 6 0 15,2 0 0-15,6 3 0 0,-1 3 0 16,1 2 0-16,-6-2 0 0,0-2 0 16,-4-4 0-16,-3-7 0 15,1-8 0-15,-2-9 0 0,-2-10-317 16,1-11-2136-16,-3-11-556 0</inkml:trace>
  <inkml:trace contextRef="#ctx0" brushRef="#br0" timeOffset="89483.29">23375 8332 7551 0,'0'0'568'16,"0"0"-495"-16,58-47-73 0,-29 35 0 16,0 2 0-16,2 2 0 0,-2 2 0 15,0 0 0-15,0 2 0 16,-5-3 0-16,-3 1 0 0,-4 0-2602 0</inkml:trace>
  <inkml:trace contextRef="#ctx0" brushRef="#br0" timeOffset="92249.64">24595 8405 1292 0,'0'0'2045'0,"10"-53"-1837"0,-8 35 88 0,-2 11 377 0,0 4 219 16,0 3 657-16,-2 6-781 15,-2 10-299-15,-2 13-469 0,-1 7 0 16,-3 9 0-16,6-2 0 0,0-4 0 16,0-2 0-16,4-5 0 15,0-3 0-15,0-7 0 0,4-6 0 16,-4-5 0-16,2-6-293 0,0-3-1788 16,2-6-424-16</inkml:trace>
  <inkml:trace contextRef="#ctx0" brushRef="#br0" timeOffset="92382.56">24621 8013 6875 0,'0'0'0'0,"0"0"-28"16,-20 43 8-16,22-21-377 0,2-6-583 16,6 0-2966-16</inkml:trace>
  <inkml:trace contextRef="#ctx0" brushRef="#br0" timeOffset="92582.38">24731 8660 4353 0,'0'0'2330'0,"0"0"-1142"15,0 0-867-15,0 0-321 0,0 0 0 16,0 0 0-16,0 0 0 0,27-59 0 16,-2 8 0-16,2 0 0 0,2 9 0 15,2 7 0-15,-3 12 0 0,-7 10 0 16,-8 10 0-16,-5 8 0 0,-6 17 0 15,0 5 0-15,-2 10 0 0,0-1 0 16,0-4 0-16,2-2 0 0,6-5 0 16,7-5 0-16,-1-8-1445 15,3-8-5222-15</inkml:trace>
  <inkml:trace contextRef="#ctx0" brushRef="#br0" timeOffset="93165.67">25632 8838 6106 0,'-8'33'649'0,"2"0"11"0,2 3 117 0,0-9-777 16,-1-3 0-16,1-6 0 0,0-6 0 16,2-4 0-16,-2-6 0 15,0-2 0-15,-4-12 0 0,-3-13 0 16,3-8 0-16,2-14 0 0,4-7 0 16,2-5 0-16,4-10 0 0,4-3 0 15,2-6 0-15,7 4 0 0,8 8 0 16,6 10 0-16,8 8 0 0,4 10 0 15,-5 8 0-15,-5 10 0 0,-6 10 0 16,-5 9 0-16,-3 7 0 0,-5 6 0 16,-5 7 0-16,-7 4 0 15,-2 4 0-15,-11 3 0 0,-5 2 0 16,-5 4 0-16,-8 0 0 0,-2-1 0 16,-2-2 0-16,2-2 0 0,6-5 0 15,7-8 0-15,7-7-289 0,9-4-611 16,2-4-1461-16,5-3-1109 0</inkml:trace>
  <inkml:trace contextRef="#ctx0" brushRef="#br0" timeOffset="93582.42">26133 8424 3705 0,'0'0'3422'0,"-46"-29"-2622"0,21 12-535 16,7 2-265-16,-3 2 0 0,4 5 0 15,5 5 0-15,2 4 0 0,-1 9 0 16,-1 7 0-16,2 8 0 0,-3 8 0 16,5 5 0-16,4 3 0 0,2-1 0 15,6-4 0-15,10-6 0 16,9-9 0-16,6-9 0 0,2-5 0 16,2-7 0-16,-4-1 0 0,-2-9 0 15,-4-1 0-15,-7 0 0 0,-1 1 0 16,-5 2 0-16,-4 4 0 15,-2 2 0-15,3 2-317 0,-1 6-63 16,4 4 20-16,2 4 264 0,3 0 64 16,1-2 32-16,-1-5 52 15,-1-5 48-15,-3-2 68 0,-5-1 260 16,-2-5-148-16,-4-5-123 0,-6-3-157 16,-4-2 0-16,-3-3 0 0,-1 0 0 15,-1 0 0-15,1-3 0 0,5 2 0 16,5 1 0-16,4 3 0 0,2 1 0 15,7-1 0-15,3 2 0 0,7 0 0 16,1 2 0-16,7 3-57 0,-6 1-1888 16,-2 3-812-16</inkml:trace>
  <inkml:trace contextRef="#ctx0" brushRef="#br0" timeOffset="93985.28">26643 8375 7375 0,'0'0'792'0,"-35"-22"-767"0,21 16-25 15,-3 2 0-15,5 4 0 0,-5 4 0 16,0 8 0-16,1 6 0 0,-1 5 0 16,3 3 0-16,4 0 0 15,3-2 0-15,7-2 0 0,2-4 0 16,9-5 0-16,3-4 0 0,3-4 0 16,1-5 0-16,3-6 0 0,-2-4 0 15,-1-3 0-15,-1-1 0 0,-3 0 0 16,-1 3 0-16,-7 4 0 15,-2 3 0-15,0 4 0 0,-4 4 0 16,2 7 0-16,2 10 0 0,-2 5 0 16,1 2 0-16,1-4 0 15,4-6 0-15,2-4 0 0,5-7 0 16,1-4-765-16,-3-3-760 0,-1-8-4017 0</inkml:trace>
  <inkml:trace contextRef="#ctx0" brushRef="#br0" timeOffset="94167.81">26829 7974 6651 0,'0'0'392'15,"0"0"757"-15,0 0-1149 0,0 0 0 16,-12 61 0-16,6-10 0 0,1 12 0 16,1 6 0-16,4-4 0 0,-4 3 0 15,2-4 0-15,0-6 0 0,2-7 0 16,2-10-217-16,4-14-1103 15,3-9-533-15</inkml:trace>
  <inkml:trace contextRef="#ctx0" brushRef="#br0" timeOffset="94332.41">26949 8049 6767 0,'0'0'1140'0,"0"0"-855"0,0 0-285 15,0 0 0-15,6 51 0 0,-6 3 0 16,-2 6 0-16,2 1 0 0,-2-1 0 15,2-3 0-15,4-4 0 0,5-5 0 16,1-3 0-16,-2-5 0 0,0-7 0 16,-3-10-321-16,-1-7-1400 0</inkml:trace>
  <inkml:trace contextRef="#ctx0" brushRef="#br0" timeOffset="94765.9">27172 8494 4818 0,'0'0'1144'0,"0"0"-267"15,0 0 476-15,44-1-1353 0,-28-4 0 16,1-4 0-16,-1-5 0 0,3-4 0 16,-3-1 0-16,-3-4 0 0,-1 0 0 15,-3-1 0-15,-5 2 0 0,-2 1 0 16,-4 2 0-16,-5 2 0 15,-3 3 0-15,-4 6 0 0,-5 8 0 16,-2 7 0-16,-3 12 0 0,-3 11 0 16,0 6 0-16,4 10 0 15,7 1 0-15,5 3 0 0,11-3 0 16,6-7 0-16,13-5 0 0,10-13 0 16,4-8 0-16,4-10 0 0,5-9 0 15,-1-11-329-15,-10 0-947 0,-2-9-2338 0</inkml:trace>
  <inkml:trace contextRef="#ctx0" brushRef="#br0" timeOffset="94932.98">27644 8070 5670 0,'0'0'2077'16,"0"0"-1632"-16,0 0-445 0,-21 62 0 16,4-11 0-16,1 11 0 0,3 0 0 15,5-6 0-15,6-2 0 16,2-6 0-16,0-2 0 0,2-3 0 15,4-6 0-15,1-10-401 0,-1-6-2136 0</inkml:trace>
  <inkml:trace contextRef="#ctx0" brushRef="#br0" timeOffset="95482.33">28317 8361 3689 0,'0'0'1461'0,"0"0"-641"0,0 0-320 16,-8 50 133-16,-4-16 95 15,-3 4-392-15,1-3-311 0,4-6-25 16,1-3 0-16,5-4 0 0,4-3 0 16,0-6 0-16,8-4 0 0,5-5 0 15,7-5 0-15,5-9 0 0,4-8 0 16,0-3 0-16,-2-4 0 0,2 0 0 15,-2 3 0-15,-4-1 0 0,-7 7 0 16,-6 7 0-16,-5 2 0 0,-3 7 0 16,-2 1 0-16,-2 11 0 15,-3 12 0-15,1 8 0 0,2 4 0 16,2-1 0-16,6-9 0 0,7-3 0 16,3-7 0-16,3-3 0 0,4-9 0 15,-3-4 0-15,1-7 0 0,-4-7 0 16,-3-4 0-16,-2-4 0 15,-3 0 0-15,-3-1 0 0,-2 1 0 16,-4-2 0-16,0 0 0 0,0 2 0 16,-2 0 0-16,2 3 0 15,4 4 0-15,6 2-73 0,3 3-1668 16,-3 2-324-16,3 0-1500 0</inkml:trace>
  <inkml:trace contextRef="#ctx0" brushRef="#br0" timeOffset="95649.78">28828 8381 7239 0,'0'0'628'15,"-29"68"-303"-15,19-24-325 0,4 0 0 16,4-2 0-16,2-1 0 0,6-5 0 16,4-7 0-16,2-5 0 0,1-7 0 15,1-8 0-15,1-8-493 16,-5-4-724-16,-2-10-2408 0</inkml:trace>
  <inkml:trace contextRef="#ctx0" brushRef="#br0" timeOffset="95799.92">29070 7897 8192 0,'0'0'0'0,"0"0"0"0,0 0 0 15,0 0 0-15,0 0 0 0,0 0 0 16,-29 48 0-16,21-23 0 0,2 0-1333 15,6-11-48-15,0-1-568 0</inkml:trace>
  <inkml:trace contextRef="#ctx0" brushRef="#br0" timeOffset="96016.14">29177 7988 6763 0,'0'0'252'16,"-8"33"584"-16,4 0-495 15,-2 12-341-15,0 9 0 0,1 0 0 16,-1 3 0-16,2 2 0 0,2-1 0 16,-2-1 0-16,-2-1 0 15,0-2 0-15,-3 1 0 0,-1-7 0 16,-2-5 0-16,3-9 0 0,1-12-305 16,4-10-503-16,4-9 143 0,-2-3-959 15,0-11-477-15</inkml:trace>
  <inkml:trace contextRef="#ctx0" brushRef="#br0" timeOffset="96132.45">28991 8431 6170 0,'0'0'785'16,"40"-27"-269"-16,-9 15 60 15,4 5-431-15,-2-1-145 0,0 2 0 16,-2-1 0-16,-4-3 0 0,0-2 0 16,2-4-1017-16,-9 1-636 0,1-3-896 0</inkml:trace>
  <inkml:trace contextRef="#ctx0" brushRef="#br0" timeOffset="96416.21">29388 8070 5922 0,'0'0'1057'0,"-10"52"-873"15,6-5 268-15,-7 9 88 16,1 4-503-16,-2 1-37 0,1-2 0 16,-1-3 0-16,6-4 0 0,2-7 0 15,2-8 0-15,2-8 0 0,0-11 0 16,0-8 0-16,0-8 0 0,2-2 0 15,4-8 0-15,6-10 0 0,9-9 0 16,4-4 0-16,2-3 0 0,2 9 0 16,-5 9 0-16,1 8 0 15,-4 8 0-15,-3 8 0 0,-1 8 0 16,-3 7 0-16,-1 6 0 0,-5 1 0 16,-2 1 0-16,-4 0 0 0,-2-3 0 15,-2-1 0-15,-6-2 0 0,-4-3 0 16,-1-7-1357-16,-3-1-1028 0</inkml:trace>
  <inkml:trace contextRef="#ctx0" brushRef="#br0" timeOffset="97082.4">21651 9473 6795 0,'0'0'896'16,"-52"-56"-395"-16,15 29-501 0,0 4 0 0,-4 6 0 15,-1 6 0-15,5 7 0 16,4 4 0-16,8 7 0 0,4 3 0 15,9 4 0-15,8 3 0 0,4 1 0 16,10 3 0-16,13-3 0 0,8-2 0 16,8-3 0-16,9-3 0 15,4-3 0-15,-3 0 0 0,3-1 0 16,-9 3 0-16,-12 2 0 0,-12 3 0 16,-13 6-65-16,-10 1 65 0,-13 1 65 15,-7 2-65-15,-5 1 0 0,-11-1 0 16,-1-2 0-16,-2-2 0 0,1-6 0 15,11-4 0-15,4-8 0 0,13-2 0 16,8-10 0-16,6-7-189 16,10-1-1912-16,9-4-512 0</inkml:trace>
  <inkml:trace contextRef="#ctx0" brushRef="#br0" timeOffset="97482.59">21845 9959 5726 0,'-6'53'432'0,"0"0"-176"0,-2 6 29 15,-3-12-269-15,-3-5 56 0,-3-8 148 16,7-7 108-16,0-11 80 0,1-8 41 16,1-5-449-16,6-3 0 0,-6-8 0 15,6-10 0-15,-2-19 0 0,-1-15 0 16,5-14 0-16,7-11 0 0,1-6 0 15,4-8 0-15,1-4 0 0,5 5 0 16,3 9 0-16,6 14 0 16,4 16 0-16,6 5 0 0,2 8 0 15,1 5 0-15,1 4 0 0,-4 7 0 16,0 5 0-16,-8 10 0 0,-2 4 0 16,-6 8 0-16,-5 10 0 0,-3 7 0 15,-5 7 0-15,-8 5 0 16,-2 4 0-16,-8-2 0 0,-7 0 0 15,-4-3 0-15,-5-2 0 0,-3-1 0 16,-2-5 0-16,0-6 0 16,4-6 0-16,2-8 0 0,13-5 0 15,1-4 0-15,11-6-225 0,6-4-1244 16,1 4-59-16,9 1-297 0</inkml:trace>
  <inkml:trace contextRef="#ctx0" brushRef="#br0" timeOffset="97666">22250 9569 4301 0,'0'0'641'0,"0"0"-5"16,0 0 401-16,0 0-761 0,0 0-68 15,0 0 100-15,0 0-76 0,0 0 144 16,0 0-199-16,0 0-177 0,-2-40 0 16,-2 5 0-16,4-1 0 15,2 0 0-15,11-2 0 0,1 5 0 16,7 7 0-16,4 2-261 0,2 6-603 15,-7 6 55-15,5 0-2188 0</inkml:trace>
  <inkml:trace contextRef="#ctx0" brushRef="#br0" timeOffset="97816.97">22523 9397 6895 0,'0'0'792'0,"-6"57"-287"0,4-21-505 15,-2-4 0-15,0-1 0 0,0-3 0 16,2-3 0-16,-3-5 0 0,5-7 0 15,-4-3 0-15,4-7 0 0,0-3-513 16,0-7-648-16,4-1-111 16,-1-15-1565-16</inkml:trace>
  <inkml:trace contextRef="#ctx0" brushRef="#br0" timeOffset="97917.02">22565 9157 2881 0,'0'0'716'0,"24"-50"97"15,-13 33-85-15,-5 10-688 16,-4 5-40-16,2 2-264 0,-2 3-689 15,2 10-659-15</inkml:trace>
  <inkml:trace contextRef="#ctx0" brushRef="#br0" timeOffset="98516.14">22652 9539 4245 0,'0'0'1565'16,"10"54"-736"-16,-2-33-141 0,-2-9 140 16,-2-7-791-16,-1-4-37 0,1-1 0 15,2-6 0-15,4-12 0 0,5-9 0 16,1-7 0-16,3 0 0 0,-5 3 0 15,-3 6 0-15,-3 4 0 0,-2 8 0 16,-6 7 0-16,0 6 0 0,0 5 0 16,-10 9 0-16,-9 10 0 15,-2 5 0-15,1 4 0 0,9-4 0 16,9-1-137-16,9-2-71 0,5-6 8 16,9-6-92-16,6-2 0 15,-1-10 104-15,5-2 88 0,2-6 88 16,-2-5 12-16,-4-5 0 0,-4-3-56 15,-4-4 56-15,-9 1 28 0,-4-3-16 16,-6 2 52-16,-6 1 168 16,-6 4-8-16,-7 4-32 0,-2 7 156 15,3 6-252-15,-1 2-32 0,3 8-44 16,5 3-20-16,-1 3 0 0,6 1 0 16,-1 2-40-16,5-6 36 0,2-3-16 15,0-3-40-15,2-1 16 0,7-1 0 16,1-1 0-16,7-3 44 0,3 0 4 15,1-5-4-15,-4-1 0 0,-1 4 0 16,-1 1 0-16,-1 3 0 16,-2 14 4-16,-1 7 24 0,3 15-28 15,3 10 172-15,-1 6-44 0,3 8-3 16,-3 0-125-16,-3-1 0 0,-7-2 0 16,-6-4 0-16,-10-2 0 15,-13-4 0-15,-4-4 0 0,-10 0 0 16,-11-6 0-16,-5-7 0 0,-3-9 0 15,2-10 0-15,9-10 0 0,5-3 0 16,9-10 0-16,9-12 0 16,3-4 0-16,4-10 0 0,11-7 0 15,4-4 0-15,9-4 0 0,9-1 0 16,11 4 0-16,6-1 0 0,5 6 0 16,7 3 0-16,-1 1 0 0,-3 2 0 15,-6 10-1413-15,-6-2-1757 0</inkml:trace>
  <inkml:trace contextRef="#ctx0" brushRef="#br0" timeOffset="99066.07">23638 9781 2189 0,'0'0'2361'0,"0"-38"-1061"0,0 26-463 0,6 6-205 0,6 5 241 15,5 2-873-15,5 9 0 0,7 15 0 16,0 8 0-16,4 9 0 0,-8 12 0 16,-4 3 0-16,-3 5 0 0,-5-1 0 15,-7 0 0-15,-8-4 0 0,-19-4 0 16,-14-1 0-16,-2-7 0 0,-11-10 0 15,3-14 0-15,6-20 0 0,10-19 0 16,8-5-481-16,9-16-3061 0</inkml:trace>
  <inkml:trace contextRef="#ctx0" brushRef="#br0" timeOffset="99932.37">24816 9473 6086 0,'0'0'761'0,"0"0"-109"0,-50-33 41 15,25 31-693-15,-6 2 0 0,-4 9 0 16,2 5 0-16,2 3 0 0,6 3 0 16,5 0 0-16,7 1 0 0,7 2 0 15,6 2 0-15,12-2 0 0,11-1 0 16,10-1 0-16,4-4 0 0,9-3 0 15,-1-1 0-15,-5-2 0 0,-7-2 0 16,-10 3 0-16,-15 1 0 16,-8-1 0-16,-4 3 0 0,-11 0 0 15,-5 1 0-15,-3 1 0 0,-6-3 0 16,-2 0 0-16,-4-2 0 0,0-5 0 16,-1-2 0-16,7-5 0 15,7-1 0-15,7-6 0 0,7-4 0 16,4-1 0-16,4-1-201 0,4 0-303 15,6 0-212-15,1 1-1373 0,1 3-449 0</inkml:trace>
  <inkml:trace contextRef="#ctx0" brushRef="#br0" timeOffset="100234.17">24965 9768 6711 0,'0'0'956'0,"39"-7"-431"0,-18-2-525 15,-3-3 0-15,-1-3 0 0,3-2 0 16,3-6 0-16,0-2 0 16,2-2 0-16,-5-1 0 0,-1-1 0 15,-5 2 0-15,-9 2 0 0,-5 3 0 16,-5 5 0-16,-11 2 0 0,-7 5 0 16,-2 8 0-16,-2 4 0 0,1 11 0 15,3 6 0-15,-2 6 0 16,2 2 0-16,5 5 0 0,5 3 0 15,5 1 0-15,8 1 0 0,8 1 0 16,9-1 0-16,6-4-61 16,12-3-303-16,4-3 96 0,4-7 188 15,3-3-44-15,-1-4-348 0,-1-4-1097 16,-13-3-20-16,-2-5-376 0</inkml:trace>
  <inkml:trace contextRef="#ctx0" brushRef="#br0" timeOffset="100367.78">25405 9921 4357 0,'0'0'2198'16,"0"0"-1238"-16,0 0-283 0,0 0-677 15,0 0 0-15,2-40 0 0,-2 15 0 16,2-5 0-16,0 2 0 16,0-2 0-16,0 3 0 0,2 2 0 15,1 5 0-15,3-2 0 0,0 5 0 16,4-2-509-16,-1 6-1196 0,1-3-400 0</inkml:trace>
  <inkml:trace contextRef="#ctx0" brushRef="#br0" timeOffset="100516.1">25603 9610 8115 0,'-8'34'77'0,"6"0"-77"0,-2 9 0 15,-2 2 0-15,-3 3 0 0,3 1 0 16,0-4 0-16,4-6 0 0,2-6 0 16,6-9 0-16,0-7 0 0,1-9-805 15,-3-6-1004-15,4-10-648 0</inkml:trace>
  <inkml:trace contextRef="#ctx0" brushRef="#br0" timeOffset="100632.46">25713 9318 7843 0,'0'0'349'0,"0"0"-349"16,0 0 0-16,0 0 0 0,0 0 0 16,0 0 0-16,-19 53-697 0,11-21-548 15,2 0-1564-15</inkml:trace>
  <inkml:trace contextRef="#ctx0" brushRef="#br0" timeOffset="100865.9">25734 9815 5874 0,'0'0'805'15,"53"-3"-165"-15,-15-5 12 0,-3-9-431 16,0-2-221-16,-4-4 0 0,-4-5 0 16,-5 1 0-16,-5 3 0 0,-9 8 0 15,-6 5 0-15,-6 5 0 0,-14 11 0 16,-5 9 0-16,-10 11 0 0,0 9 0 15,2 4 0-15,4 0 0 0,6 1 0 16,9-3 0-16,8-5 0 16,10-8 0-16,12-4 0 0,7-6 0 15,12-5 0-15,5-6-245 0,1-3-559 16,1-8-401-16,-11 1-35 0,-6-4-513 0</inkml:trace>
  <inkml:trace contextRef="#ctx0" brushRef="#br0" timeOffset="101133.29">26170 9628 6046 0,'0'0'741'0,"-31"-40"343"16,8 25-763-16,0 7-321 0,3 7 0 15,3 1 0-15,5 6 0 0,3 5 0 16,7-1 0-16,4 6 0 0,9-2 0 16,5 4 0-16,3 1 0 0,2 0 0 15,-3 2 0-15,3 0 0 0,-5 2 0 16,-1 2 0-16,-5-2 0 0,-4-1 0 15,-4 1 0-15,-2-1 0 0,-8-3 0 16,-2 1 0-16,-5-1 0 16,-1-2 0-16,-3-2 0 0,-1-3 0 15,-3-1 0-15,0-3 0 0,0-3 0 16,5-3 0-16,-1-2 0 0,5-1 0 16,5-1-1493-16,5-7-1173 0</inkml:trace>
  <inkml:trace contextRef="#ctx0" brushRef="#br0" timeOffset="101682.35">26780 9801 2637 0,'0'0'3773'15,"0"0"-2624"-15,0 0-516 0,0 0-633 16,0 0 0-16,0 0 0 0,4 45 0 15,-6-22 0-15,-3 2 0 0,3-1 0 16,0 0 0-16,0 1 0 16,2-1 0-16,0-5 0 0,2-5 0 15,9-3 0-15,5-9 0 0,7-4 0 16,6-13 0-16,6-9 0 0,0-7 0 16,0-5 0-16,-4 1 0 0,-6-2 0 15,-6 3 0-15,-7 7 0 0,-4 8 0 16,-6 10 0-16,-2 8 0 0,-2 6 0 15,-6 13 0-15,-2 10 0 0,2 10 0 16,1 0 0-16,5-5 0 16,6-8 0-16,7-7 0 0,3-6 0 15,7-9 0-15,2-3 0 0,-3-6 0 16,3-8 0-16,0-5 0 0,-5-6 0 16,-1-1 0-16,-5-1 0 15,-3 1 0-15,-5-4 0 0,-4 3 0 16,0-2 0-16,-4 2 0 0,-1 2 0 15,3 5 0-15,2 7 0 0,0 6-785 16,2 0-836-16</inkml:trace>
  <inkml:trace contextRef="#ctx0" brushRef="#br0" timeOffset="101833.96">27267 9679 7123 0,'0'0'984'0,"-24"60"-899"0,17-19-85 16,1 3 0-16,0 3 0 0,2 1 0 15,4-2 0-15,0-6 0 0,6-6 0 16,4-10 0-16,3-6 0 16,-3-11 0-16,-4-3 0 0,1-4-541 15,1-11-2568-15</inkml:trace>
  <inkml:trace contextRef="#ctx0" brushRef="#br0" timeOffset="101983.37">27389 9418 6835 0,'2'-44'1160'15,"-2"15"-963"-15,2 9-197 0,1 15 0 16,-3 4 0-16,-3 0 0 0,3 1 0 16,-2 0 0-16,2 7 0 15,5 7 0-15,1 4 0 0,8 2-1545 16,-3-4 136-16,1-2-280 0</inkml:trace>
  <inkml:trace contextRef="#ctx0" brushRef="#br0" timeOffset="102201.02">27524 9441 6647 0,'0'0'284'15,"0"0"864"-15,0 0-1035 0,0 0-113 16,0 0 0-16,2 45 0 0,-2-8 0 16,-4 7 0-16,0 3 0 15,-3 3 0-15,1 2 0 0,0-1 0 16,0-2 0-16,-3-2 0 0,-1-2 0 15,0-2 0-15,-3-9 0 0,3-4 0 16,0-6-237-16,3-10-2352 16,1-11-536-16</inkml:trace>
  <inkml:trace contextRef="#ctx0" brushRef="#br0" timeOffset="102600.06">27329 9690 3721 0,'0'0'3562'0,"0"0"-2653"0,0 0-909 0,0 0 0 0,52 24 0 15,-13-21 0-15,1-3 0 0,-1-7 0 16,-2-7 0-16,-4-5 0 16,-4-4 0-16,-2-2 0 0,-2-1-621 15,-9 5-1664-15,-1 1-56 0</inkml:trace>
  <inkml:trace contextRef="#ctx0" brushRef="#br0" timeOffset="102899.06">27776 9359 5014 0,'0'0'1412'16,"0"0"-563"-16,0 0 68 0,0 0-917 15,0 0 0-15,0 0 0 0,-13 58 0 16,5-12 0-16,-2 6 0 16,2 1 0-16,-1 3 0 0,-1 2 0 15,2 0 0-15,-3-1 0 0,-1-4 0 16,-2-3 0-16,-1-8 0 0,3-8 0 16,1-13 0-16,7-8 0 0,2-9 0 15,2-6 0-15,8-8 0 0,11-14 0 16,2-4 0-16,6-7 0 0,1 2 0 15,-1 8 0-15,-2 4 0 0,-4 8 0 16,-3 7 0-16,-3 6 0 16,-3 8 0-16,-1 10 0 0,-5 7 0 15,-4 3 0-15,0 3 0 0,-2 0 0 16,0-4 0-16,0-4 0 0,2-3 0 16,4-7 0-16,7-5 0 15,5-3 0-15,9-5-929 0,0-4-1040 16,6-4-352-16</inkml:trace>
  <inkml:trace contextRef="#ctx0" brushRef="#br0" timeOffset="103534.1">28563 9697 2441 0,'0'0'2041'0,"0"0"-881"0,0 0-660 16,0 0-47-16,-4 39 155 16,-2-6-224-16,-2 8-76 0,0-1-11 15,1-3-297-15,3-3 0 0,0-4 0 16,2-3 0-16,-2-8 0 0,4-5 0 16,-2-7 0-16,2-4 0 0,0-3 0 15,2-4 0-15,2-10 0 0,8-13 0 16,5-9 0-16,2-5 0 0,1-1 0 15,3 3 0-15,-2 2 0 0,-1 4 0 16,1 6 0-16,-9 9 0 16,-3 10 0-16,-5 4 0 0,-2 5 0 15,-2 12 0-15,-2 11 0 0,-2 6 0 16,-5 4 0-16,3-1 0 0,0-2 0 16,4-6 0-16,2-2 0 15,2-6 0-15,6-2 0 0,7-6 0 16,3-5 0-16,3-4 0 0,0-10 0 15,1-6 0-15,-1-6 0 0,0 1 0 16,-5-2 0-16,-3 7 0 16,-7 3 0-16,-2 6 0 0,-2 4 0 15,-2 3 0-15,0 3 0 0,0 7 0 16,-4 12 0-16,2 3 0 0,0 4 0 16,2-2 0-16,0-4 0 0,8-5 0 15,2-4 0-15,7-3 0 0,2-7 0 16,5-3-1149-16,-7-1-176 0,2-5-2365 0</inkml:trace>
  <inkml:trace contextRef="#ctx0" brushRef="#br0" timeOffset="103849.58">29109 9733 4790 0,'0'0'2977'0,"-18"-49"-2552"0,7 30-425 16,1 12 0-16,0 7 0 15,-7 7 0-15,-2 11 0 0,-3 5 0 16,-1 5 0-16,2 3 0 0,3 3 0 15,5-4 0-15,7 1 0 0,6-4 0 16,2-6 0-16,8-3 0 16,3-4 0-16,3-7 0 0,5-3 0 15,0-5 0-15,-1-8 0 0,-1-4 0 16,0-1 0-16,-7 1 0 0,0 1 0 16,-3 2 0-16,-5 4 0 0,-2 2 0 15,-2 4 0-15,0 7 0 0,0 9 0 16,-4 8 0-16,2 6 0 0,2-2 0 15,2-3 0-15,8-9 0 0,7-5 0 16,1-4 0-16,7-7 0 16,4-4 0-16,2-7-337 0,0-3-531 15,-2-4-885-15,-8 4-124 0,-5-2-1280 0</inkml:trace>
  <inkml:trace contextRef="#ctx0" brushRef="#br0" timeOffset="104200.13">29523 9619 6482 0,'0'0'957'16,"0"0"-497"-16,2-34-167 16,-6 30-293-16,-9 3 0 0,-3 1 0 15,-5 6 0-15,-2 4 0 0,0 4 0 16,3 2 0-16,-1-1 0 0,7 2 0 16,1 1 0-16,5-2 0 0,4 0 0 15,6-2 0-15,4 1 0 0,9 1 0 16,3-4 0-16,3 1 0 0,4-4 0 15,-1 3 0-15,3-2 0 0,-2-2 0 16,-2-1 0-16,-2-1 0 16,-7-1 0-16,-4 1 0 0,-6-3 0 15,-4 3 0-15,0 1 0 0,-4 4 0 16,-8 3 0-16,-3 3 0 0,-5-2 0 16,-3-2 0-16,0-1 0 15,1-3 0-15,-1 1 0 0,0-3 0 16,5 0 0-16,1-3 0 0,3-1 0 15,1 0 0-15,5-3 0 0,2 0 0 16,4 0 0-16,6-6-1557 16,2 2-300-16,13-11-632 0</inkml:trace>
  <inkml:trace contextRef="#ctx0" brushRef="#br0" timeOffset="104549.17">29909 9661 6038 0,'0'0'1677'15,"0"0"-1277"-15,0 0-323 0,0 0-77 16,-45-29 0-16,18 29 0 16,-4 0 0-16,-2 5 0 0,2 2 0 15,0 1 0-15,4 3 0 0,6 1 0 16,5 2 0-16,7 0 0 0,3 3 0 16,8-1 0-16,11 3 0 15,7 0 0-15,9 0 0 0,8-1 0 16,7 1 0-16,-1 0 0 0,3 0 0 15,-5 1 0-15,-4-1 0 0,-8-1 0 16,-8 0 0-16,-7-1 0 16,-9-1 0-16,-5 1 0 0,-7 0 0 15,-7 2 0-15,-3-2 0 0,-5-3 0 16,-5 0 0-16,-4-2 0 0,-2-1 0 16,-3-3 0-16,1-2 0 0,4-3 0 15,4 2 0-15,5-4 0 0,7 2 0 16,5-2 0-16,4-1-413 0,4 0-2120 15,-2-4-1137-15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48:23.38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7779 7301 3677 0,'0'0'2449'0,"0"0"-1652"0,0 0 155 15,-29 34-635-15,18-6-317 0,1 9 0 16,6 3 0-16,0 2 0 0,2 0 0 15,2 1 0-15,0 2 0 0,0-2 0 16,0-1 0-16,0-1 0 0,2-6 0 16,-2-2 0-16,4-6 0 15,-4-9-133-15,0-6-651 0,0-7-137 16,4-5-2036-16</inkml:trace>
  <inkml:trace contextRef="#ctx0" brushRef="#br0" timeOffset="182.52">7756 7224 6350 0,'0'0'673'0,"0"0"-209"15,0 0-88-15,0 0-47 0,37-3-329 16,-6 2 0-16,2-2 0 16,6 1 0-16,-1-2 0 0,5 2 0 15,-8-3-25-15,2 3-467 0,-16 2-1125 16,-2-1-508-16</inkml:trace>
  <inkml:trace contextRef="#ctx0" brushRef="#br0" timeOffset="399.11">7739 7662 6090 0,'0'0'581'16,"44"8"215"-16,-9-8-71 0,2-6-725 16,4-1 0-16,3 0 0 0,-3 0 0 15,-4-1 0-15,1 2 0 0,-5-3 0 16,-4 2-225-16,-9 1-1936 16,-7 0-776-16</inkml:trace>
  <inkml:trace contextRef="#ctx0" brushRef="#br0" timeOffset="867.25">8283 7620 3317 0,'0'0'2117'0,"0"0"-1221"0,-33-40 85 16,23 31-541-16,-1 4-232 0,-1 5 25 15,1 5-233-15,1 10 0 0,0 10 0 16,-1 6 0-16,7 4 0 0,4 4 0 16,0-1 0-16,11-1 0 0,5-5 0 15,3-6 0-15,4-7 0 0,1-8 0 16,3-4 0-16,0-7 0 16,-6-4 0-16,-5-5 0 0,-1-6 0 15,-9-4 0-15,-2-3 0 0,-4-4 0 16,-4 0 0-16,-2 0 0 15,-5 0 0-15,-5 1 0 0,-3 0 0 16,3 1 0-16,-1 7 0 0,7 6 0 16,4 4-17-16,6 4-727 0,0 2-165 15,0 1-511-15,2 0-3682 0</inkml:trace>
  <inkml:trace contextRef="#ctx0" brushRef="#br0" timeOffset="1082.71">8471 7878 4305 0,'0'0'613'0,"0"0"-41"15,0 0 645-15,0 0-681 0,10-43-24 16,-10 16-75-16,0-3-437 0,0-1 0 16,-4 3 0-16,4-1 0 0,4 3 0 15,3 4 0-15,3-2 0 0,9 3 0 16,-3 2 0-16,5 0 0 0,-1 2 0 15,3 1 0-15,-2-1 0 16,-7 4-845-16,-1-2-5902 0</inkml:trace>
  <inkml:trace contextRef="#ctx0" brushRef="#br0" timeOffset="1932.82">9527 7269 1972 0,'0'0'4386'16,"-2"-39"-3597"-16,-6 18-105 0,2 1-323 16,0-4-361-16,-9-1 0 0,-1 2 0 15,-1-1 0-15,-4 0 0 16,1 5 0-16,3 6 0 0,3 6 0 16,-3 6 0-16,1 6 0 0,-5 11 0 15,0 9 0-15,-3 7 0 0,1 7 0 16,2 1 0-16,7 3 0 0,7 3 0 15,7-1 0-15,7 2 0 16,7-1 0-16,3 0 0 0,3 0 0 16,-3 2 0-16,4-1 0 0,-7 1 0 15,-4-1 0-15,1-4 0 0,-9-4 0 16,-2-6 0-16,0-5 0 16,0-4 0-16,-2-4 0 0,-7-5-153 15,3-6-407-15,-4-5-68 0,4-4-1049 16,-5-4-360-16</inkml:trace>
  <inkml:trace contextRef="#ctx0" brushRef="#br0" timeOffset="2066.27">9201 7714 6054 0,'0'0'861'0,"0"0"-213"0,0 0-256 16,0 0-155-16,51-14-237 0,-17 10 0 16,3 2 0-16,-2-2 0 0,2 3 0 15,0-2 0-15,5-1 0 0,-5-2 0 16,4 0-961-16,-14 0-660 0,0 3-636 15</inkml:trace>
  <inkml:trace contextRef="#ctx0" brushRef="#br0" timeOffset="2198.96">9651 7688 6466 0,'0'0'685'16,"-29"53"23"-16,19-20-375 16,2-2-333-16,-2 0 0 0,5-3 0 15,5-3 0-15,0-3 0 0,0-6 0 16,5-4 0-16,-3-3 0 0,6-7 0 15,-6-2-421-15,4-2-683 0,2-14-1734 0</inkml:trace>
  <inkml:trace contextRef="#ctx0" brushRef="#br0" timeOffset="2316.86">9653 7439 5390 0,'11'-37'780'16,"3"12"273"-16,-3 5-669 0,-5 13-272 15,-2 7-112-15,-2 0 0 0,2 6-40 16,2 7-824-16,-2 1-293 0,3 3-284 15</inkml:trace>
  <inkml:trace contextRef="#ctx0" brushRef="#br0" timeOffset="2549.17">9821 7681 4033 0,'0'0'613'0,"0"0"11"0,0 0 476 15,0 0-511-15,0 0-89 0,0 0 188 16,0 0-643-16,0 0-45 0,52 25 0 16,-36 2 0-16,9 3 0 0,-6 0 0 15,1 1 0-15,5 1 0 16,-8-1 0-16,-1-4 0 0,-1-2 0 16,-5-3 0-16,-6-2 0 0,-2-6 0 15,-2-7 0-15,0-3-745 0,0-4-604 16,-6-5-3841-16</inkml:trace>
  <inkml:trace contextRef="#ctx0" brushRef="#br0" timeOffset="2716.13">9763 7977 6755 0,'0'0'800'16,"0"0"-436"-16,41-48-91 0,-14 19-273 15,4-2 0-15,0 1 0 0,-4 2 0 16,-6 3 0-16,-1 4 0 0,-9 4 0 15,1 3 0-15,-8 5 0 0,3 5-305 16,-7 3-1212-16,10 1-375 0</inkml:trace>
  <inkml:trace contextRef="#ctx0" brushRef="#br0" timeOffset="2982.63">10100 7861 5134 0,'0'0'784'16,"0"0"197"-16,0 0-177 15,37-2-315-15,-12-9-489 0,-2-4 0 16,-3-1 0-16,-1 1 0 0,-7-2 0 16,-1 2 0-16,-5 1 0 0,-2 4 0 15,-4 2 0-15,-4 3 0 0,-8 5 0 16,-5 5 0-16,-8 5 0 16,2 8 0-16,3 6 0 0,-1 2 0 15,5 1 0-15,1-1 0 0,9-2 0 16,2-3 0-16,8-3 0 0,12-5 0 15,5-2 0-15,10-6 0 0,-2-5 0 16,10-4-305-16,-1-4-183 0,-5-2-645 16,-7 2-307-16,-5 0-473 0</inkml:trace>
  <inkml:trace contextRef="#ctx0" brushRef="#br0" timeOffset="3215.66">10534 7729 6110 0,'0'0'893'0,"-31"-43"19"0,10 28-635 16,5 11-277-16,-5 6 0 0,-4 10 0 15,5 9 0-15,-3 6 0 0,8 4 0 16,3 4 0-16,8-2 0 16,4 0 0-16,10-2 0 0,7-5 0 15,3-6 0-15,5-7 0 0,2-7 0 16,0-6 0-16,0-9 0 0,0-9 0 15,-2-6-525-15,-5-5-343 0,-7 6-1301 16,1-7-325-16</inkml:trace>
  <inkml:trace contextRef="#ctx0" brushRef="#br0" timeOffset="3349.21">10639 7207 7055 0,'0'0'708'15,"0"0"-279"-15,7 54-429 0,-7-5 0 16,-4 14 0-16,-3 7 0 0,-5 8 0 15,2 5 0-15,-1-3 0 16,7-4 0-16,4-7 0 0,4-10 0 16,2-18-737-16,5-7-3649 0</inkml:trace>
  <inkml:trace contextRef="#ctx0" brushRef="#br0" timeOffset="4032.11">11516 7837 5358 0,'0'0'752'0,"-15"-58"481"16,5 29-637-16,0 1-343 0,-7 5-253 15,-3 1 0-15,-1 8 0 0,-4 8 0 16,-2 6 0-16,4 10 0 0,3 7 0 16,-5 6 0-16,4 3 0 0,5 4 0 15,5-1 0-15,1 2 0 16,10-1 0-16,8-4 0 0,9-5 0 16,14-8 0-16,2-4 0 0,8-7 0 15,-3-3 0-15,-1-5 0 0,-2-4 0 16,-8-1 0-16,-7-3 0 15,-7 0 0-15,1 2 0 0,-7-1 0 16,-3 6 0-16,2 1 0 0,-6 4 0 16,0 2 0-16,0 0 0 0,0 1 0 15,4 11 0-15,0 11 0 16,-2 9 0-16,-2 4 0 0,0 6 0 16,0-2 0-16,-6 4 0 0,-4 2 0 15,-7 1 0-15,-1 3 0 0,-5 0 0 16,-4-2 0-16,0-4 0 0,-2-8 0 15,6-9 0-15,3-7 0 0,-1-10 0 16,7-10 0-16,7-8 0 0,1-14 0 16,6-8 0-16,6-12 0 15,9-10 0-15,1-8 0 0,1-6 0 16,8 2-613-16,2 6 113 0,6 6 100 16,8 9-549-16,-14 14-512 0,2 3-884 0</inkml:trace>
  <inkml:trace contextRef="#ctx0" brushRef="#br0" timeOffset="4249.92">11727 7895 4117 0,'0'0'949'0,"0"0"-237"0,0 0-148 0,-4 38 161 16,0-33-217-16,1-1-80 0,-1-3-239 16,2 1-189-16,-6-2 0 0,2-1 0 15,2-8 0-15,-3-8 0 0,7-6 0 16,5-4 0-16,1-2 0 0,8 1 0 15,-1 2 0-15,7 5 0 0,1 1 0 16,0 3 0-16,-1 4 0 0,-3 1 0 16,4 4-409-16,-5 0-579 0,1 1-1502 15,-3 2-919-15</inkml:trace>
  <inkml:trace contextRef="#ctx0" brushRef="#br0" timeOffset="4482.3">12078 7674 4570 0,'0'0'1608'0,"0"0"-855"0,0 0-109 15,0 0-27-15,-51-3-617 16,26 9 0-16,-8 6 0 0,8 6 0 16,-2 2 0-16,6 3 0 0,5-1 0 15,10 3 0-15,1 0 0 16,5-1 0-16,11-2 0 0,3-3 0 16,3-5 0-16,5-4 0 0,7-4 0 15,-2-6 0-15,0-6 0 0,0-5 0 16,-6-8 0-16,-1-1 0 0,-7-5 0 15,-5 0 0-15,-6-1 0 0,-2 1 0 16,0 2 0-16,-6 0 0 0,2 4-541 16,-2 3-720-16,4 4-391 0</inkml:trace>
  <inkml:trace contextRef="#ctx0" brushRef="#br0" timeOffset="4717.22">12206 7673 4161 0,'0'0'1001'16,"-6"37"327"-16,0-13-587 0,-4 3-161 15,-1 3-199-15,1 2-381 16,4 0 0-16,6 0 0 0,2-3 0 16,8-5 0-16,11-3 0 0,10-5 0 15,2-4 0-15,4-8 0 16,2-7 0-16,-6-6 0 0,-6-9 0 16,-2-2 0-16,-8-5 0 0,-7 0 0 15,-4-1 0-15,-6-2 0 0,0-2 0 16,-2-1 0-16,-2 1 0 0,0 7 0 15,4 4 0-15,0 5-61 0,4 6-1211 16,6 4 207-16,1 0-43 0,3 2-1542 0</inkml:trace>
  <inkml:trace contextRef="#ctx0" brushRef="#br0" timeOffset="4998.97">12543 7779 4289 0,'0'0'797'16,"-16"39"-109"-16,10-18 625 0,1-5-753 15,3-3-192-15,-2-2-191 0,4-4-177 16,0-5 0-16,0-2 0 0,4 0 0 16,-2 0 0-16,3-7 0 0,1-9 0 15,8-9 0-15,3-5 0 16,-1-2 0-16,3 0 0 0,-3 5 0 16,-3 2 0-16,-3 6 0 0,1 7 0 15,-7 5 0-15,0 5 0 0,-2 2 0 16,6 4 0-16,-2 14 0 0,1 12 0 15,-1 5 0-15,2 2 0 0,-2-1 0 16,5-8 0-16,-1-1-25 0,6-3-915 16,-1-3 159-16,1-4-127 15,5-9-745-15,-4-4 517 0,-3-4-1229 0</inkml:trace>
  <inkml:trace contextRef="#ctx0" brushRef="#br0" timeOffset="5232.8">12998 7692 3689 0,'0'0'1569'0,"0"0"-905"16,0 0 53-16,-8-44 299 0,-5 31-628 15,-1 4-239-15,-7 9-149 0,5 5 0 16,-5 9 0-16,0 8 0 16,-1 5 0-16,1 4 0 0,4 2 0 15,7 1 0-15,6-1 0 0,10-3 0 16,4-5 0-16,11-5 0 0,4-7 0 15,6-7 0-15,-2-6 0 0,2-6 0 16,-6-8-109-16,-3-7-483 0,-7-2-629 16,-5-3 149-16,-4 7 103 15,-1-2-1067-15</inkml:trace>
  <inkml:trace contextRef="#ctx0" brushRef="#br0" timeOffset="5398.99">13025 7243 5334 0,'0'0'1417'0,"0"0"-1017"0,-6 64 100 15,2-15 41-15,-1 10-541 16,3 4 0-16,2 5 0 0,2 3 0 16,7-2 0-16,1-2 0 0,2-2 0 15,-1-2 0-15,-1-2 0 16,-10-6 0-16,0-3 0 0,0-6-921 16,0-14-608-16,0-6-936 0</inkml:trace>
  <inkml:trace contextRef="#ctx0" brushRef="#br0" timeOffset="6149.25">1513 15509 3873 0,'0'0'1681'0,"68"11"-1341"0,7-9 288 16,16-2-191-16,16 0-13 0,5-3 108 16,10-3-336-16,8 2-115 0,0-4-81 15,-2-2 0-15,-8-1 0 0,-4-4 0 16,-15-1-73-16,-8-2-479 0,-12-1-436 16,-25 5-489-16,-13-2-432 0</inkml:trace>
  <inkml:trace contextRef="#ctx0" brushRef="#br0" timeOffset="6516.9">1877 15607 4229 0,'0'0'741'0,"0"0"-249"0,0 0 56 16,0 0 253-16,0 0-569 0,-37 11-188 15,2 18-28-15,-7 10 8 0,1 2-20 16,4-4 112-16,2-4-36 16,10-4 32-16,0-7-56 0,8-2-56 15,5-6-8-15,4-5-276 16,4-6-96-16,4-3-213 0,4-2-851 16,10-15-261-16</inkml:trace>
  <inkml:trace contextRef="#ctx0" brushRef="#br0" timeOffset="6665.99">2392 15446 6374 0,'0'0'32'0,"-11"34"265"15,-11-8-109-15,-11 2-68 0,-13 8 112 16,-10 3-212-16,-8 0-4 0,-4 0-16 16,6-1-144-16,2-5-140 15,14-5-525-15,9-10-15 0,17-6-161 0</inkml:trace>
  <inkml:trace contextRef="#ctx0" brushRef="#br0" timeOffset="6849.05">2708 15455 5202 0,'35'-17'600'16,"-8"6"-244"-16,-11 3 137 16,-11 5-229-16,-5 3-32 0,0 2 12 15,-11 6-240-15,-9 11 16 0,-18 13-20 16,-3 4-236-16,-6 1-12 0,9-4-88 15,1-7 27-15,12-5-75 0,9-4-444 16,5-6 124-16,5-7-129 0,8-4-1340 0</inkml:trace>
  <inkml:trace contextRef="#ctx0" brushRef="#br0" timeOffset="6966.04">3022 15442 4562 0,'37'8'1028'0,"-14"17"-204"15,-11 13-103-15,-16 10-149 0,-23 9-176 16,-4 1-307-16,-12-1-89 0,2-5 0 15,-1-9 0-15,1-8 0 16,4-10 0-16,12-10-1465 0,2-12-2809 0</inkml:trace>
  <inkml:trace contextRef="#ctx0" brushRef="#br0" timeOffset="9066.16">13546 7994 1556 0,'0'0'3698'16,"0"0"-2630"-16,0 0-447 0,0 0 111 16,0 0-612-16,25 36 64 0,-13-11 29 15,3 4-213-15,-5-2 0 16,-4 0 0-16,-2-1 0 0,-4 3 0 16,-10-2 0-16,-11 2 0 0,1-2 0 15,-3-3 0-15,-6-7-65 16,6-7-575-16,7-7-1353 0,1-5-420 0</inkml:trace>
  <inkml:trace contextRef="#ctx0" brushRef="#br0" timeOffset="9567">14354 7452 6843 0,'0'0'1148'0,"0"0"-947"15,0 0-201-15,0 0 0 0,0 0 0 16,0 0 0-16,0 0 0 16,0 0 0-16,17 64 0 0,-1-19 0 15,3 6 0-15,-7 0 0 0,3 4 0 16,1-2 0-16,-5-1 0 0,-5-2 0 15,-2-6 0-15,0-9 0 0,-2-8 0 16,6-10 0-16,-6-10 0 0,3-4 0 16,5-7 0-16,0-13 0 0,13-17 0 15,-2-10 0-15,5-8 0 16,-5-4 0-16,0 3 0 0,-3-1 0 16,1 1 0-16,-5 9 0 0,3 7 0 15,-3 9 0-15,-7 8 0 0,-1 7 0 16,-6 6 0-16,4 2 0 0,-4-4-1734 15</inkml:trace>
  <inkml:trace contextRef="#ctx0" brushRef="#br0" timeOffset="10115.12">14960 7931 5470 0,'0'0'1989'0,"0"0"-1256"0,-9 58-733 0,-1-18 0 0,-4 5 0 0,3-2 0 15,1 2 0-15,0-1 0 0,8-6 0 16,-3-5 0-16,5-7 0 0,5-7 0 16,1-7 0-16,-4-6-1069 15,2-6-1576-15</inkml:trace>
  <inkml:trace contextRef="#ctx0" brushRef="#br0" timeOffset="10432.75">14307 7239 2673 0,'0'0'4342'0,"41"1"-3814"16,2-6 108-16,15-2-623 16,10-1-13-16,1-1 0 0,5 1 0 15,-2 0 0-15,1-3 0 0,-20 2-509 16,-5-5-2044-16</inkml:trace>
  <inkml:trace contextRef="#ctx0" brushRef="#br0" timeOffset="12248.88">15526 7763 1124 0,'0'0'364'0,"0"0"689"0,0 0 1036 15,0 0-1493-15,0 0 64 0,35 8 469 16,-12-5-561-16,4 1-156 0,4-3-215 15,0 2-197-15,-4-3 0 0,4 0 0 16,-4 0 0-16,-7 0 0 0,5-4 0 16,-4-1 0-16,-1-3 0 15,-3 2-1754-15,-5-5-871 0</inkml:trace>
  <inkml:trace contextRef="#ctx0" brushRef="#br0" timeOffset="12649.29">15584 7944 6038 0,'0'0'601'0,"0"0"599"0,0 0-847 16,0 0-353-16,0 0 0 0,0 0 0 16,41-6 0-16,-3 5 0 0,3 0 0 15,-4 1 0-15,-4 0 0 16,-2 2 0-16,0 3 0 0,0-3-185 16,-4 0-959-16,-6-2-1301 0</inkml:trace>
  <inkml:trace contextRef="#ctx0" brushRef="#br0" timeOffset="13182.88">16620 7605 5330 0,'0'0'32'0,"0"0"364"16,0 0 128-16,-7-33 5 0,5 28 123 16,-6 1-316-16,4-1-68 0,-8 1-143 15,-3 4-125-15,-1 0 0 16,-1 7 0-16,0 7 0 0,-3 11 0 16,-1 13 0-16,-4 10 0 0,5 10 0 15,1 8 0-15,7 3 0 0,3 4 0 16,5-1 0-16,8-4 0 15,9-10 0-15,7-11 0 0,11-13 0 16,7-15 0-16,9-18 0 0,1-9 0 16,3-20 0-16,-7-12 0 0,-3-7 0 15,-10-7 0-15,-4-1 0 16,-10 0 0-16,-7-2 0 0,-10-1 0 16,-6-1 0-16,-9 0 0 0,-12 3 0 15,-6 5 0-15,-12 10 0 0,-3 17 0 16,11 10-189-16,-4 11-1820 0</inkml:trace>
  <inkml:trace contextRef="#ctx0" brushRef="#br0" timeOffset="16299.24">17387 7829 1644 0,'0'0'2601'0,"0"0"-2188"0,0 0 623 15,0 0-188-15,0 0-203 0,0 0 255 16,0 0-795-16,0 0-105 0,0 0 0 16,14-4 0-16,38 6 0 0,18-2 0 15,25-4 0-15,4-5 0 16,-2-1 0-16,-6 3 0 0,0 1 0 16,-12 1 0-16,-7 4 0 0,-8 1 0 15,-6 1-221-15,-16 5-675 0,-11-2-249 16,-11 2-2396-16</inkml:trace>
  <inkml:trace contextRef="#ctx0" brushRef="#br0" timeOffset="17598.96">18226 7642 3285 0,'0'0'2157'16,"0"0"-1705"-16,0 0-164 0,0 0 157 16,0 0-289-16,0 0-64 0,0 0 20 15,12 46-20-15,30-19 52 16,7 1 96-16,9-6-180 0,2-2-4 16,-2-3-8-16,-6-2-40 0,-9-3-8 15,-12-1 0-15,-15-4-12 0,-13 1 4 16,-22 4 0-16,-18 7 16 15,-17 5 40-15,-18 4 28 0,-3 1-48 16,-1 0-28-16,5-3 48 0,14-2-48 16,15-10-168-16,17-4-2321 0</inkml:trace>
  <inkml:trace contextRef="#ctx0" brushRef="#br0" timeOffset="30282.59">8266 4692 3893 0,'-31'-34'336'0,"2"8"-115"16,-2-3 203-16,0 6-284 0,0 4-24 15,0 1 52-15,0 7-80 0,-6 4-32 16,0 7-28-16,-11 10-28 0,-5 6 0 16,-3 10-12-16,-4 7-8 0,-2 6-4 15,0 8-96-15,8 5-20 0,3 5 20 16,13 5 88-16,11 2 12 16,7 1 20-16,20 0 0 0,6 0 0 15,19-3 0-15,22-9 16 0,15-5-12 16,19-9 20-16,8-12 88 15,6-9-104-15,4-10 0 0,-10-8 24 16,-8-10 152-16,-9-9 168 0,-14-8 649 16,0-6-425-16,-15-6-164 0,-8-7 69 15,-8-9-481-15,-10-4 0 0,-13-6 0 16,-4-5 0-16,-17-1-333 0,-14 7-711 16,11 16-273-16,-13 12-416 0</inkml:trace>
  <inkml:trace contextRef="#ctx0" brushRef="#br0" timeOffset="31149.39">6642 4991 3465 0,'0'0'384'15,"0"0"165"-15,0 0-357 0,0 0-108 16,0 0 80-16,68 4-16 0,-16-2-28 16,7 1-8-16,4 0-44 0,-6-2 92 15,1 3 44-15,-6-2-164 16,-13 2-24-16,-4-2-16 0,-14 0-412 16,-11 0-216-16,-3-1-1569 0</inkml:trace>
  <inkml:trace contextRef="#ctx0" brushRef="#br0" timeOffset="31332.47">6538 5170 5066 0,'0'0'92'0,"42"12"-32"15,-5-6 240-15,8-5-180 0,5-1 60 16,12 0 108-16,-4-1-152 0,0-1-56 15,-7 0-80-15,-9 1-372 0,-15 0-676 16,-11 0-2130-16</inkml:trace>
  <inkml:trace contextRef="#ctx0" brushRef="#br0" timeOffset="31798.42">6307 4988 3513 0,'0'0'752'0,"0"0"-303"0,0 0-1 16,0 0 348-16,20-36-312 0,-30 23-135 15,-4-1 63-15,-9 3-252 16,-4 3-68-16,-8 5-76 0,-2 6-16 16,-5 7 0-16,-1 13 0 0,-5 9-16 15,1 8 16-15,6 10 0 0,-1 7-20 16,15 3 20-16,7 2-4 15,13 0 16-15,9-7-12 0,23-6 12 16,8-11-12-16,19-11 0 0,14-12 28 16,4-12 12-16,13-10 132 0,-4-17 260 15,-1-10-367-15,-3-10-65 0,-17-5 0 16,-7-3 0-16,-14 2 0 0,-10 0 0 16,-16 0 0-16,-7 2 0 15,-15 3 0-15,-3 12-1141 0,-7 3-1252 0</inkml:trace>
  <inkml:trace contextRef="#ctx0" brushRef="#br0" timeOffset="35299.14">9759 4142 2645 0,'0'0'768'16,"0"36"-632"-16,4-15 36 0,0 3 4 15,-2 1 24-15,2 5 36 0,0 8-167 16,-1 9 19-16,-3 10 128 15,-3 9-92-15,-1 11 52 0,-6 9 32 16,0 6-56-16,-1 5-24 0,-5 4-44 16,-1 1-84-16,3-1 0 0,-7 1-4 15,5-1 12-15,1-4-8 0,3-3 8 16,-3-3-8-16,5-5 0 0,-2-3-16 16,-3-7 16-16,5-5-92 15,-1-14-148-15,1-8-28 0,4-17-308 16,6-13-2546-16</inkml:trace>
  <inkml:trace contextRef="#ctx0" brushRef="#br0" timeOffset="36732.08">9732 3899 2597 0,'31'0'76'15,"10"-3"-8"-15,13-1 72 16,4 0 152-16,10 1-128 0,17-2 76 15,14 3 404-15,11 2-299 0,12 0-33 16,8 0 40-16,13 0-224 0,7 1-32 16,8 3 36-16,5 1-132 0,6-1 16 15,3 1-4-15,4-3-12 0,8-2 0 16,4 0 0-16,6 0 4 16,4-1-4-16,-3 1 0 0,1 2-28 15,-8 3-72-15,-8 1-36 0,-2 0 44 16,-4 1 92-16,-11 0-16 0,-6 1 20 15,-4 0-4-15,-6 0 0 16,-13-2 0-16,-8-1 0 0,-18 0-4 16,-11-2-364-16,-33 2-193 0,-12-4-1131 0</inkml:trace>
  <inkml:trace contextRef="#ctx0" brushRef="#br0" timeOffset="37282.78">9321 6000 4946 0,'0'0'328'0,"0"0"180"0,0 0-52 0,0 0-436 0,0 0 4 0,43 17-24 0,21-12 12 0,23-2-12 16,14-2 40-16,3 0-40 0,7 1 0 16,5 4-192-16,4 1-280 15,-120-7-60-15,252 17-321 0,-116-10 537 16,11-1 316-16,10-2 76 0,13-1 88 16,10 0-3-16,12-1 151 15,8-2-96-15,5-3 48 0,2-7 264 16,2 0-232-16,-5 1-72 0,-3 2 8 15,-9 5-200-15,-6-1-8 0,-8 1-4 16,-178 2-16-16,337-4-4 0,-184 2 0 16,-13 1-4-16,-14 0 0 0,-14-1-220 15,-13 0-4-15,-16-3 108 0,-13 0-104 16,-14-2 72-16,-13-2-4 0,-5-3-216 16,-7-2 4-16,-11 1-157 15,-3-3-1095-15</inkml:trace>
  <inkml:trace contextRef="#ctx0" brushRef="#br0" timeOffset="37865.66">14191 4140 5670 0,'0'0'212'0,"0"0"-196"0,58-24 12 15,-5 17-28-15,9 0-8 0,3 2 8 16,3 0 0-16,8 0-20 0,5 1 8 16,4 3-120-16,1 1-36 15,-5 2-72-15,2 6-104 0,-9 2 100 0,-6 1-32 16,-4 3-273-16,-12 0 109 16,-4 4 8-16,-22 1-60 0,-1 4 492 15,-12 6 148-15,-5 7 548 0,-8 10-192 16,-4 12-68-16,-11 10 49 15,-7 10-217-15,-3 7-4 0,-6 9-76 16,-2 2-176-16,0 1-8 0,2 3 8 16,6 0-12-16,8 5 0 0,3 1 16 15,4 2-8-15,-1 0-8 0,-1-4 0 16,-3-4 20-16,-1-6-20 0,1-10 464 16,3-11-96-16,-5-11-55 15,-1-6 211-15,1-10-320 0,-3-6-64 16,-3-8-44-16,-6-5-88 0,-8-6-16 15,-7-4-88-15,-7-4-272 0,-3 0 48 16,-8 0-281-16,-6 1-55 0,-3-4-184 16,16-1-821-16,7-7 228 0</inkml:trace>
  <inkml:trace contextRef="#ctx0" brushRef="#br0" timeOffset="38349.33">15873 3462 5030 0,'0'0'28'0,"0"0"-28"0,-47-30-108 16,16 23-352-16,-6 5 139 15,4 2 101-15,-3 0 220 0,5 2 0 16,2 1-56-16,5 0-412 0,11 1-12 16,-1-2-1113-16</inkml:trace>
  <inkml:trace contextRef="#ctx0" brushRef="#br0" timeOffset="38699.93">15615 3730 3869 0,'17'59'364'16,"3"11"149"-16,5 13 75 0,-2-3-492 15,2 3-64-15,-13 0 0 16,-2 0-24-16,-6 3-8 0,-4 4 8 16,-6 5 12-16,-2 5-20 0,2 4 140 15,2 1 28-15,4 2 8 0,0-3 132 16,0 2-196-16,0-2-24 0,-7-4-55 16,1-6-29-16,-10-7 8 15,-5-11-12-15,-8-5 0 0,-4-8 0 16,-4-8 36-16,0-6-32 0,1-6-4 15,10-10 20-15,9-8-4 0,7-7 12 16,10-10-20-16,6 0-8 0,19-4-12 16,6-4-88-16,12 0-61 15,5-4-87-15,5-4-132 0,5 2 300 16,4-1 80-16,7 1 32 0,-1-1 8 16,4 3 80-16,-2 0 8 0,-1 0-108 15,-1 2 32-15,-6 2-28 16,0 0-24-16,-4 0-388 0,-9 0-1073 15,-14 0 25-15,-1-4-1093 0</inkml:trace>
  <inkml:trace contextRef="#ctx0" brushRef="#br0" timeOffset="39199.51">15913 3417 4333 0,'0'0'125'0,"0"0"167"0,0 0 36 15,-9-36 16-15,30 25-220 0,16 0-40 16,19 1 184-16,14 6-36 16,9 4-8-16,10 2 9 0,4 3-197 15,4 3-16-15,-2 1-20 0,-8 0-217 16,-9-1-311-16,-7 2-664 0,-9 2 311 15,-25-4 37-15,0 3-1649 0</inkml:trace>
  <inkml:trace contextRef="#ctx0" brushRef="#br0" timeOffset="39483.19">17074 3720 3209 0,'-14'50'768'16,"2"8"-472"-16,-3 16 93 0,1-1 283 15,7 9-272-15,1 2-112 16,2 4 0-16,4 1-236 0,-4 4-32 15,4 3-20-15,-2 5 8 0,-2 5-8 16,0-2 4-16,-3-2 0 0,7-2-4 16,5-7 8-16,1 0 16 0,4-6 92 15,7-3 129-15,3-5-153 16,1-7 16-16,4-8 100 0,-7-4-168 16,-3-11 20-16,-9-7-60 0,-6-8-4 15,0-7-4-15,-10-8-16 16,-7-3-4-16,-6-3 28 0,-12 1 0 15,-6 5-168-15,-7 6-24 0,-5 4 72 16,-9 4 120-16,-2 2 12 0,-9 0-8 16,-5 0-4-16,-1-5-80 0,15-8-749 15,0-5-780-15</inkml:trace>
  <inkml:trace contextRef="#ctx0" brushRef="#br0" timeOffset="41648.4">8198 9308 2529 0,'0'0'2249'0,"0"0"-1097"15,0 0 261-15,0 0-657 16,0 0-663-16,0 0-93 0,0 0 0 15,-2 56 0-15,2-17 0 0,0 6 0 16,0-1 0-16,6-4 0 0,1 0 0 16,1-2 0-16,4-1 0 15,-1 0 0-15,-1-1 0 0,0-3 0 0,-4-2-61 16,-1-4-751-16,-1-8-957 16,-4-5-396-16</inkml:trace>
  <inkml:trace contextRef="#ctx0" brushRef="#br0" timeOffset="42032.94">7036 10150 6078 0,'0'0'485'0,"42"24"-281"0,9-15 516 16,28 0-272-16,22-7-191 0,15-2-257 15,21-5 0-15,22-1 0 0,12 5 0 16,7 0 0-16,-4 1 0 16,-1 2 0-16,-16 1 0 0,-4 0 0 15,-14 1 0-15,-9 0 0 0,-18 1 0 16,-19 3 0-16,-19 1 0 0,-22 0-185 16,-25 0-1624-16,-17-3-244 15,-16-2-1208-15</inkml:trace>
  <inkml:trace contextRef="#ctx0" brushRef="#br0" timeOffset="42616.2">7189 10936 3153 0,'0'0'1889'0,"0"0"-613"15,-6-44-595-15,-14 31 87 16,-14 6-343-16,-1 4-425 0,-12 3 0 16,-1 10 0-16,1 8 0 0,-5 7 0 15,5 10 0-15,-1 7 0 0,2 6 0 16,13 8 0-16,2 3 0 0,9 8 0 16,7 3 0-16,-1 1 0 15,12-3 0-15,8-5 0 0,16-6 0 16,11-11 0-16,17-9 0 15,12-10 0-15,8-9 0 0,11-12 0 0,3-6 0 16,7-11 0-16,-4-5 0 16,-7-6 0-16,-3 0 0 0,-23 3-1509 15,-13-1-1493-15</inkml:trace>
  <inkml:trace contextRef="#ctx0" brushRef="#br0" timeOffset="42866.41">7652 11303 7499 0,'0'0'676'0,"0"0"-659"0,0 0-17 16,0 0 0-16,62-14 0 0,-20 3 0 15,-1 2 0-15,3 1 0 0,-7 2 0 16,0 1 0-16,-6 1 0 16,0 1 0-16,-14-1-97 0,-3 1-2356 15,-8-2-496-15</inkml:trace>
  <inkml:trace contextRef="#ctx0" brushRef="#br0" timeOffset="43032.82">7735 11055 3589 0,'0'0'3458'0,"-6"46"-2834"0,6-15-103 15,6 1-521-15,-2 4 0 0,7 2 0 16,-1 0 0-16,2 0 0 0,9-2 0 16,-4-1 0-16,-3-9-893 0,-2-2-852 15</inkml:trace>
  <inkml:trace contextRef="#ctx0" brushRef="#br0" timeOffset="43465.35">8622 10509 5438 0,'0'0'812'15,"0"0"-107"-15,0 0 215 16,0 0-712-16,-4 41-99 0,8-4-109 16,2 9 0-16,0 2 0 0,5 0 0 15,3 1 0-15,-3 2 0 0,1-1 0 16,-4 1 0-16,-2-6 0 0,-6-4 0 15,0-7 0-15,5-8 0 0,-5-11-1609 16,0-8-596-16,2-7-2121 0</inkml:trace>
  <inkml:trace contextRef="#ctx0" brushRef="#br0" timeOffset="43781.97">8686 10873 5674 0,'0'0'716'0,"0"0"197"0,0 0-24 0,10-45-889 16,5 27 0-16,8 0 0 15,-3 1 0-15,5 2 0 0,-2 2 0 16,-3 2 0-16,-5 1 0 0,-3 6 0 16,-5 2 0-16,-7 2 0 0,0 5 0 15,-3 8 0-15,-13 9 0 0,-5 7 0 16,-4 4 0-16,-6 1 0 0,9-1 0 15,1 0 0-15,5-1 0 16,5-3 0-16,3-1 0 0,8-3 0 16,4-3 0-16,6-4 0 0,5-2 0 15,8-6 0-15,1-4 0 0,9-5 0 16,3-1 0-16,1-5-373 0,-10-1-1112 16,0 0-3385-16</inkml:trace>
  <inkml:trace contextRef="#ctx0" brushRef="#br0" timeOffset="44065.42">9128 10883 6783 0,'0'0'704'0,"-60"-1"1"16,29 5-705-16,-4 1 0 0,13 1 0 15,1 0 0-15,4 1 0 0,7-1 0 16,6 2 0-16,4 4 0 0,4 2 0 15,8 3 0-15,7 0 0 16,4 2 0-16,4-1 0 0,4 1 0 16,4 1 0-16,-2-2 0 0,-2 0 0 15,-4-2 0-15,-2 0 0 0,-13-2 0 16,-2-1 0-16,-6 0 0 0,-4-1 0 16,-4 0 0-16,-8-1 0 15,-9 0 0-15,-6 0-265 0,-8 0-411 16,-8-1-189-16,8-1-1672 0,-3-3-136 15</inkml:trace>
  <inkml:trace contextRef="#ctx0" brushRef="#br0" timeOffset="44248.64">8266 11354 6146 0,'0'0'973'15,"0"0"-509"-15,62 13 20 0,-4-10-359 16,21-3-125-16,12-6 0 0,12-5 0 15,3 1 0-15,-1 2 0 16,-6 5 0-16,-4 2 0 0,-12 1 0 16,-9 3 0-16,-12 3 0 0,-12 1 0 15,-15 6-737-15,-12-4-412 0,-15 2-227 16</inkml:trace>
  <inkml:trace contextRef="#ctx0" brushRef="#br0" timeOffset="44665.55">8523 11773 6426 0,'0'0'857'0,"0"0"-229"0,0 0-347 16,0 0-281-16,0 0 0 0,27 34 0 15,-7-5 0-15,-3 8 0 0,3 4 0 16,-3-2 0-16,-3 3 0 0,-3 2 0 16,-5 2 0-16,-2-2 0 15,-2-1 0-15,-4-4 0 0,-4-3 0 16,-9-3 0-16,-1-8 0 0,-5-4 0 15,-6-8 0-15,-2-8 0 0,1-5 0 16,-1-8 0-16,6-13 0 16,-4-9 0-16,6-14 0 0,1-13 0 15,-1-9 0-15,7-8 0 0,3 3 0 16,5 9 0-16,6 12 0 0,6 9 0 16,9 4 0-16,5 2-101 0,-3 6-1912 15,4 2-1236-15</inkml:trace>
  <inkml:trace contextRef="#ctx0" brushRef="#br0" timeOffset="44815.74">8734 11606 7595 0,'0'0'597'0,"0"0"-597"0,0 0 0 16,0 0 0-16,0 0 0 0,0 0 0 15,0 0 0-15,0 0-713 16,0 0-892-16,35 26-4089 0</inkml:trace>
  <inkml:trace contextRef="#ctx0" brushRef="#br0" timeOffset="45232.44">8965 11739 7127 0,'0'0'884'0,"0"0"-703"16,0 0-181-16,0 0 0 0,0 0 0 15,0 0 0-15,-31 37 0 16,19-2 0-16,1 1 0 0,7-1 0 16,4-7 0-16,0-2 0 0,6-2 0 15,3-8 0-15,1-5 0 0,0-5 0 16,3-7 0-16,5-11 0 0,-5-7 0 16,7-7 0-16,-3-3 0 15,0-1 0-15,-3 4 0 0,0 5 0 16,-3 8 0-16,-9 8 0 0,2 2 0 15,-4 3 0-15,0 10 0 16,0 7 0-16,0 13 0 0,0 3 0 16,0 3 0-16,0-6 0 0,4-8 0 15,9-3 0-15,1-6 0 0,7-2 0 16,-1-6 0-16,3-5 0 0,8-4 0 16,0-10 0-16,0-7 0 0,2-8 0 15,2-1 0-15,-6-4 0 0,-4 0 0 16,-10 1 0-16,-9 5 0 0,-6 3 0 15,-4 5 0-15,-3 6 0 16,1 1 0-16,-2 1 0 0,6 3-785 16,2 0-2965-16</inkml:trace>
  <inkml:trace contextRef="#ctx0" brushRef="#br0" timeOffset="47131.89">6578 9365 3241 0,'0'0'820'0,"0"0"-119"0,0 0 347 16,0 0-448-16,-36 55-63 15,1-10 219-15,-8 9-516 0,-1 9-12 16,-1 4-207-16,-3 8-21 0,1 13 0 16,4 14 0-16,-7 9 0 15,6 14 0-15,3 10 0 0,4 11 0 16,6 10 0-16,8 11 0 0,13 5 0 15,10 1 0-15,16-5 0 0,15-13 0 16,7-19 0-16,9-22 0 16,11-20 0-16,8-24 0 0,9-20-189 15,9-17-843-15,-15-16-249 0,3-12-3705 0</inkml:trace>
  <inkml:trace contextRef="#ctx0" brushRef="#br0" timeOffset="47615.58">9668 9237 5254 0,'0'0'716'0,"0"0"-152"0,0 0-183 0,47-3 159 15,-26 29-240-15,6 13-64 0,8 14-35 16,9 16-201-16,7 10 0 0,9 18 0 16,8 13 0-16,1 9 0 15,-3 12 0-15,-12 5 0 0,-7 8 0 16,-12 5 0-16,-8 4 0 0,-15 2 0 16,-12 2 0-16,-6-1 0 15,-21-1 0-15,-10-3 0 0,-10-5 0 16,-9-11 0-16,-2-14 0 0,0-13 0 15,4-20 0-15,3-21 0 0,7-18 0 16,9-22 0-16,8-18 0 16,7-15-849-16,9-7-372 0,9-14-3281 0</inkml:trace>
  <inkml:trace contextRef="#ctx0" brushRef="#br0" timeOffset="48198.57">10902 10099 5638 0,'0'0'444'0,"0"0"20"0,0 0 593 0,0 0-468 16,0 0-589-16,0 0 0 0,0 0 0 16,0 0 0-16,-8 70 0 0,6-7 0 15,2 3 0-15,0 4 0 16,6 4 0-16,-2 0 0 0,2 2 0 16,-2-2 0-16,-2-7 0 0,-2-4 0 15,0-8 0-15,-2-9 0 0,-6-10 0 16,2-9 0-16,2-12-425 0,2-11-1360 15,-2-4 249-15,1-19-1058 0</inkml:trace>
  <inkml:trace contextRef="#ctx0" brushRef="#br0" timeOffset="48366.41">10875 10069 7495 0,'0'0'697'16,"0"0"-697"-16,37 0 0 0,-10 0 0 15,10 0 0-15,7 0 0 0,7-1 0 16,-3-2 0-16,0 0 0 0,-3 3 0 16,-4 0 0-16,-12 5-649 0,-8-3-944 15,-7 2-456-15</inkml:trace>
  <inkml:trace contextRef="#ctx0" brushRef="#br0" timeOffset="48549.48">10914 10474 7063 0,'0'0'772'16,"0"0"-415"-16,0 0-357 0,0 0 0 15,42 15 0-15,-7-12 0 0,8-3 0 16,1-2 0-16,1 1 0 0,-3-3 0 16,1 2 0-16,2-1 0 15,-16 0-517-15,0 0-3757 0</inkml:trace>
  <inkml:trace contextRef="#ctx0" brushRef="#br0" timeOffset="48898.9">11229 10849 5262 0,'0'0'980'0,"0"0"-187"16,47-28 364-16,-26 24-1157 0,-1 2 0 16,1 2 0-16,-4 0 0 0,-7 0 0 15,0 5 0-15,-6 3 0 16,-4 9 0-16,-4 6 0 0,-6 8 0 15,-4 5 0-15,1-2 0 0,-3 5 0 16,1 1 0-16,5-2 0 0,4-2 0 16,6-5 0-16,6-6 0 15,10-9 0-15,5-5 0 0,10-11 0 16,6-11 0-16,5-11 0 0,-1-11 0 16,-8 4-449-16,-6-3-1692 0</inkml:trace>
  <inkml:trace contextRef="#ctx0" brushRef="#br0" timeOffset="49231.63">10877 9771 7079 0,'0'0'760'0,"0"0"-407"0,0 0-353 0,0 0 0 15,68 7 0-15,-12-4 0 0,19 0 0 16,9 0 0-16,1 3 0 16,-23 0-1261-16,-4-1-1789 0</inkml:trace>
  <inkml:trace contextRef="#ctx0" brushRef="#br0" timeOffset="50282.01">11838 10577 4730 0,'0'0'1396'0,"52"-3"269"16,-9-1-1264-16,3-1-401 16,6-1 0-16,-3 0 0 0,3-1 0 15,-9 0 0-15,-1 1 0 0,-11 0 0 16,-4 0 0-16,-13-2-701 0,-4 2-752 16,-10-3-3473-16</inkml:trace>
  <inkml:trace contextRef="#ctx0" brushRef="#br0" timeOffset="50433.83">12068 10387 6879 0,'0'0'1220'16,"-31"56"-1127"-16,21-16-93 0,-5 5 0 16,5 3 0-16,10-2 0 0,0-1 0 15,10-3 0-15,5-4 0 0,5-6 0 16,7-7 0-16,-6-10-553 0,-5-6-6226 0</inkml:trace>
  <inkml:trace contextRef="#ctx0" brushRef="#br0" timeOffset="50998.67">13331 9576 3701 0,'0'0'713'0,"0"0"235"0,4-35-364 15,-8 29-156-15,-6 4 141 0,-7 4-445 16,-6 6-48-16,-6 14 120 0,-4 13-72 16,-4 12 64-16,-8 17 220 0,-3 18-275 15,-6 17-133-15,1 12 0 16,-5 13 0-16,-4 14 0 0,4 9 0 16,6 8 0-16,9 2 0 0,12-2 0 15,16 2 0-15,15-5 0 0,17-5 0 16,14-8 0-16,10-9 0 0,11-13 0 15,6-12 0-15,6-13 0 16,4-15 0-16,0-10 0 0,-4-9 0 16,-2-12 0-16,-8-11 0 0,-9-12 0 15,-3-14-877-15,-15-7-232 0,-7-8-591 16</inkml:trace>
  <inkml:trace contextRef="#ctx0" brushRef="#br0" timeOffset="51715.33">14166 9799 3873 0,'0'0'2882'0,"0"0"-1834"15,0 0-659-15,0 0-389 0,0 0 0 16,21 47 0-16,-7-4 0 0,-1 8 0 16,5 4 0-16,-1-1 0 15,5 4 0-15,-1 1 0 0,-2-1 0 16,-9-2 0-16,-4-1 0 0,-10-3 0 16,-12-3 0-16,-5-5 0 0,-10-9 0 15,-2-8 0-15,-2-9 0 0,4-14 0 16,2-8 0-16,0-13 0 0,8-11 0 15,5-12 0-15,5-16 0 0,11-17-301 16,0-15-987-16,0 16-265 16,0-10-3245-16</inkml:trace>
  <inkml:trace contextRef="#ctx0" brushRef="#br0" timeOffset="51850.45">14271 9236 3057 0,'0'0'1040'16,"0"0"-323"-16,0 0 587 0,0 0-463 15,0 0-5-15,0 0-439 0,0 0-397 16,0 0 0-16,0 0 0 0,25-2-149 16,-21 7-807-16,13 4-1858 0</inkml:trace>
  <inkml:trace contextRef="#ctx0" brushRef="#br0" timeOffset="52331.68">14776 9672 2517 0,'0'0'2653'0,"0"0"-1949"0,0 0-56 16,0 0 209-16,0 0-593 15,0 0-152-15,0 0 88 0,-33 62-92 16,22-24 21-16,1-3-129 0,10-5 0 15,0 0 0-15,0-4 0 0,4-4 0 16,-2-4 0-16,-2-5 0 16,4-5 0-16,-4-4 0 0,0-3 0 0,5-1 0 15,1-6 0-15,0-7 0 0,8-5 0 16,-1-1 0-16,1 3 0 16,-3 3-33-16,-1 4-83 0,0 6-24 15,-4 3 48-15,1 8 64 0,1 6-24 16,2 3 20-16,3 1 32 0,-3-4 36 15,4-1-4-15,-1-1 24 0,-5-6 120 16,-2-1-60-16,1-3-39 16,-3-2-77-16,6-2 0 0,7-9 0 15,7-9 0-15,-1-10 0 0,8-3 0 16,-6 0 0-16,-9 0 0 0,1 2 0 16,-7 1 0-16,-3 4 0 0,-3 5 0 15,-4 4 0-15,0 7 0 0,0 4 0 16,-4 3 0-16,4-1 0 15,0 1-317-15,4 2-2348 0,2-3-965 16</inkml:trace>
  <inkml:trace contextRef="#ctx0" brushRef="#br0" timeOffset="52915.45">15348 9612 5858 0,'0'0'1573'0,"0"0"-1209"15,0 0-68-15,-10 46-195 0,-2-9-101 16,-3 3 0-16,3 2 0 0,1-7 0 16,1 1 0-16,4-7 0 0,2-1 0 15,0-7 0-15,4-7 0 16,0-4 0-16,4-7 0 0,0-3 0 16,4-3 0-16,13-14 0 0,4-8 0 15,2-5 0-15,-3-1 0 0,-3 2 0 16,-2 1 0-16,-1 0 0 0,-5 6 0 15,-3 6 0-15,-2 6 0 0,-6 6 0 16,-2 4 0-16,0 0 0 16,0 11 0-16,-4 8 0 0,-2 3 0 15,0 6 0-15,0-6 0 0,-3-3 0 16,9-1 0-16,-2-5 0 0,2-4 0 16,2-4 0-16,7-2 0 0,3-3 0 15,4-4 0-15,9-7 0 16,2-2 0-16,4-2 0 0,-4 1 0 15,0 1 0-15,2 5 0 0,-8 7 0 16,-5 5 0-16,-4 9 0 0,-1 7 0 16,-7 6 0-16,0 5 0 0,-2 0 0 15,-2-2 0-15,8-1 0 0,1-4 0 16,5-1 0-16,3-3 0 16,3-2 0-16,5 1-97 0,-8-4-1736 15,-7-2-104-15,-4-2-1376 0</inkml:trace>
  <inkml:trace contextRef="#ctx0" brushRef="#br0" timeOffset="53849.01">13242 10578 4458 0,'-37'-13'344'16,"4"2"12"-16,2 3 20 0,10 6 280 15,11 1-243-15,3 1-37 0,7 0 228 16,11 5-428-16,16 7-92 16,26 2 265-16,34 1-349 0,29-3 0 15,27-8 0-15,20-4 0 0,27-1 0 16,23-6 0-16,14-3 0 0,15 1 0 16,8-3 0-16,-2 4 0 15,-6-2 0-15,-14 4 0 0,-20 0 0 16,-19 4 0-16,-32 1 0 0,-29 1 0 15,-29 2 0-15,-31 3 0 0,-24 0-393 16,-24-3-880-16,-16 2-2112 0</inkml:trace>
  <inkml:trace contextRef="#ctx0" brushRef="#br0" timeOffset="54381.79">13819 11161 5498 0,'0'0'476'0,"0"0"129"0,0 0-145 15,0 0 316-15,-48-31-548 0,15 31-79 16,-12 11-149-16,3 7 0 0,-5 5 0 16,-1 7 0-16,7 5 0 0,4 5 0 15,6 5 0-15,8 5 0 16,6 5 0-16,9 8 0 0,12 6 0 15,13-2 0-15,20-4 0 0,8-9 0 16,20-13 0-16,9-13 0 16,9-8 0-16,-5-9 0 0,-5-7 0 15,-9-4 0-15,-17-10-289 0,-10 2-2660 16,-10-8-1945-16</inkml:trace>
  <inkml:trace contextRef="#ctx0" brushRef="#br0" timeOffset="54648.93">14197 11543 6983 0,'0'0'668'0,"41"0"-160"0,1-5-475 15,1-1-33-15,13 0 0 0,-6 1 0 16,1 3 0-16,-3-1 0 16,-7 1 0-16,-8 2 0 0,2-1 0 15,-8 0 0-15,-2-4 0 0,-6-1 0 16,-9-1-929-16,0 0-132 0,-10-4-1796 0</inkml:trace>
  <inkml:trace contextRef="#ctx0" brushRef="#br0" timeOffset="54799.35">14553 11321 6278 0,'-9'33'1153'15,"3"4"-392"-15,2 5-761 0,-2-1 0 16,6-1 0-16,0-1 0 0,6-3 0 16,8-6 0-16,7-5 0 15,2-5 0-15,-3-8-1109 0,1-7-1272 0</inkml:trace>
  <inkml:trace contextRef="#ctx0" brushRef="#br0" timeOffset="55282.07">15326 10779 5494 0,'0'0'860'0,"0"0"5"0,0 0-141 0,16 49-475 0,-16-10-249 15,0 5 0-15,0 3 0 16,0-1 0-16,-2 0 0 0,0 0 0 16,0-5 0-16,-2 0 0 0,4-7 0 15,-2-3 0-15,2-5 0 0,0-6 0 16,2-6-157-16,2-7-1135 0,-2-3-321 16,-2-6-3189-16</inkml:trace>
  <inkml:trace contextRef="#ctx0" brushRef="#br0" timeOffset="55565.59">15373 11006 2633 0,'0'0'2549'0,"0"0"-976"16,0 0-953-16,0 0-212 0,0 0-28 15,0 0-351-15,0 0-29 0,0 0 0 16,27 34 0-16,8-33 0 0,-2 1 0 15,-6-1 0-15,-2 2 0 0,-9 1 0 16,-5 0 0-16,-5 3 0 16,-8 7 0-16,-13 2 0 0,-5 9 0 15,-11 4 0-15,2 1 0 0,-2 3 0 16,6-2 0-16,13-3 0 0,3-6 0 16,9-3 0-16,5-3 0 15,9-6 0-15,5-3 0 0,10-5 0 16,4-4 0-16,2-5 0 0,-6 0-837 15,-5-3-656-15</inkml:trace>
  <inkml:trace contextRef="#ctx0" brushRef="#br0" timeOffset="55882.21">15844 11042 7159 0,'-35'0'960'0,"4"0"-887"0,0 4-73 15,4 1 0-15,7 3 0 0,-1-1 0 16,9 0 0-16,3 1 0 16,3 1 0-16,6 1 0 0,9 1 0 15,3 4 0-15,13-2 0 0,4 2 0 16,6 0 0-16,2 3 0 0,0-2 0 16,0 2 0-16,-6-1 0 15,-6-1 0-15,-12 3 0 0,-9-2-137 16,-8 1 137-16,-9 2 108 0,-5-1-79 15,-9 0-29-15,-4-2 0 0,-6-2 0 16,-3 1 0-16,-1-5 0 16,0-1 0-16,5-3 0 0,3-3-185 15,6-1-591-15,7-2-121 0,5-1-1528 16,3 0-980-16</inkml:trace>
  <inkml:trace contextRef="#ctx0" brushRef="#br0" timeOffset="56132.05">14970 11583 6382 0,'0'0'1145'15,"0"0"-480"-15,0 0-665 16,66 19 0-16,5-17 0 0,17-2 0 15,18-9 0-15,-1-3 0 0,-6 0 0 16,-3 1 0-16,-8 3 0 16,-3 3 0-16,-12 4 0 0,-11 1 0 15,-15 2-545-15,-14 0-1048 0,-18 1-3325 0</inkml:trace>
  <inkml:trace contextRef="#ctx0" brushRef="#br0" timeOffset="57098.38">15216 12044 6703 0,'0'0'1076'0,"0"0"-780"0,0 0-179 16,35 18-117-16,-12 5 0 0,-2 7 0 15,-5 8 0-15,-1 2 0 0,-3 2 0 16,-2 2 0-16,-5-3 0 16,-1 1 0-16,-4-4 0 0,-4-4 0 15,-9-1 0-15,-8-2 0 0,-8-1 0 16,-4-8 0-16,-2-4 0 16,-2-7 0-16,4-8 0 0,-2-3 0 15,8-10 0-15,6-13 0 0,9-9 0 16,4-13 0-16,8-12 0 0,0-11 0 15,8-6 0-15,4-2 0 0,3 5 0 16,-3 2-621-16,3 20-1540 16,-1 2-392-16</inkml:trace>
  <inkml:trace contextRef="#ctx0" brushRef="#br0" timeOffset="57248.38">15396 11782 6482 0,'0'0'213'0,"0"0"635"0,0 0-199 15,0 0-649-15,0 0 0 16,0 0 0-16,0 0 0 0,35 33 0 16,-14-23 0-16,1 1-37 0,3 1-775 15,-4-3-1517-15,-9-1-921 0</inkml:trace>
  <inkml:trace contextRef="#ctx0" brushRef="#br0" timeOffset="57598.67">15584 11968 6559 0,'0'0'1616'0,"0"0"-1599"16,0 0-17-16,0 0 0 16,-43 39 0-16,24-14 0 0,2 3 0 15,7-3 0-15,10-6 0 0,0-2 0 16,10-3 0-16,1-3 0 0,3-4 0 16,3-2 0-16,-1-5 0 0,5-6 0 15,0-7 0-15,-1-2 0 0,1-4 0 16,-4 1 0-16,-7 0 0 0,-4 8 0 15,-2 4 0-15,-4 2 0 16,0 4 0-16,0 0 0 0,-4 10 0 16,-2 9 0-16,2 5 0 0,4 2 0 15,4-3 0-15,6-5 0 0,7-4 0 16,3-4 0-16,1-5 0 0,0-5 0 16,4-3 0-16,-3-8 0 15,-1-4 0-15,-4-3 0 0,-7-3 0 16,0-1 0-16,-4 1 0 0,-6-3 0 15,0 4 0-15,-6 1 0 0,0 2 0 16,-2 5 0-16,2 4-989 16,6-1-2277-16</inkml:trace>
  <inkml:trace contextRef="#ctx0" brushRef="#br0" timeOffset="58347.81">16746 10919 7159 0,'0'0'712'0,"0"0"-391"0,0 0-321 0,0 0 0 16,62 23 0-16,-6-16 0 15,10-5 0-15,10-2 0 0,-6-1 0 16,9-4 0-16,-2-1 0 0,-9-3 0 15,-10 3 0-15,-15-1 0 0,-10 1 0 16,-12 0 0-16,-7 1 0 0,-8 1-877 16,-6-3-712-16</inkml:trace>
  <inkml:trace contextRef="#ctx0" brushRef="#br0" timeOffset="58515.72">17134 10792 6867 0,'0'0'1096'0,"0"0"-867"0,0 51-229 15,4-16 0-15,3 4 0 0,-3-1 0 16,2 1 0-16,0 0 0 16,5-5 0-16,1-4 0 0,7-6 0 15,7-6 0-15,3-9 0 0,-8-4-1137 16,2-5-3369-16</inkml:trace>
  <inkml:trace contextRef="#ctx0" brushRef="#br0" timeOffset="58715.66">17666 10667 7379 0,'0'0'813'0,"0"0"-813"0,0 0 0 16,4 66 0-16,-4-9 0 0,0 13 0 16,-4 6 0-16,4-2 0 0,0 1 0 15,2-4 0-15,4-2 0 0,0-9 0 16,2-7 0-16,-1-8 0 0,-1-11 0 15,-6-13 0-15,0-9-1265 0,4-12-3329 16</inkml:trace>
  <inkml:trace contextRef="#ctx0" brushRef="#br0" timeOffset="59549.09">17984 9548 6911 0,'0'0'540'16,"0"0"-256"-16,54-11-92 0,-17 27-188 16,4 13 204-16,1 15-155 15,5 13-53-15,5 14 0 0,2 16 0 0,8 10 0 16,0 11 0-16,-2 10 0 16,-3 10 0-16,-9 8 0 0,-13 2 0 15,-18 3 0-15,-17 1 0 0,-21-2 0 16,-12 1 0-16,-8-3 0 0,-11-5 0 15,-2 0 0-15,-8-4 0 16,-6-6 0-16,0-6 0 0,-3-10 0 16,3-13 0-16,2-11 0 0,4-16 0 15,12-16 0-15,9-14 0 0,10-15 0 16,10-11 0-16,11-9 0 16,4-6 0-16,6-15 0 0,6-10-485 15,2 2-972-15,5-5-4165 0</inkml:trace>
  <inkml:trace contextRef="#ctx0" brushRef="#br0" timeOffset="60731.9">19288 10576 5182 0,'0'0'1024'0,"0"0"429"0,0 0-920 0,0 0-533 15,0 0 0-15,0 0 0 16,17 49 0-16,-7-9 0 0,3 7 0 15,-1 5 0-15,2-1 0 0,3 2 0 16,-5 1 0-16,3 1 0 16,-5 0 0-16,1-5 0 0,-1-8 0 15,2-8 0-15,-1-9 0 0,1-11 0 16,-2-10 0-16,-1-8 0 0,5-15 0 16,1-12 0-16,1-9 0 0,1-7 0 15,-1-5 0-15,3-5 0 0,-1-2 0 16,3-1 0-16,-2 2 0 0,1 7 0 15,-3 8 0-15,-5 10 0 16,-1 8 0-16,-7 9 0 0,-2 5 0 16,0 6-1573-16,0 0-1161 0</inkml:trace>
  <inkml:trace contextRef="#ctx0" brushRef="#br0" timeOffset="61082.26">19724 11150 8051 0,'0'0'141'0,"0"0"-141"16,62-40 0-16,-24 21 0 0,7-4 0 15,-3 1 0-15,-3 2 0 0,-4 2 0 16,-8 4 0-16,-7 5 0 0,-9 5 0 15,-7 4 0-15,-4 0 0 0,-4 8 0 16,-11 11 0-16,-5 12 0 16,-7 9 0-16,-4 4 0 0,0-1 0 15,4-5 0-15,6-3 0 0,11-4 0 16,10-5 0-16,6-1 0 0,9-6 0 16,14-3 0-16,4-6 0 0,8-8 0 15,2-4 0-15,5-11 0 16,-5-4 0-16,-3-5 0 0,-7-5 0 15,-9-3-425-15,-7 6-2108 0,-9-3-400 0</inkml:trace>
  <inkml:trace contextRef="#ctx0" brushRef="#br0" timeOffset="61315.63">19270 10237 6675 0,'39'9'1517'0,"15"-4"-1517"0,8 1 0 16,2-2 0-16,-4 1 0 0,-2-1 0 15,-5-2 0-15,5-2 0 16,-2-1 0-16,-17-4-665 0,7-4-2585 0</inkml:trace>
  <inkml:trace contextRef="#ctx0" brushRef="#br0" timeOffset="61715.77">20543 10609 4610 0,'0'0'880'0,"0"0"693"16,0 0-797-16,0 0-423 0,0 0-353 16,0 0 0-16,48 12 0 0,3-6 0 15,7-1 0-15,0-1 0 0,-4-2 0 16,-5-1 0-16,-3-1 0 0,-7 0 0 15,-6-3 0-15,-8 2 0 16,-13-4-701-16,-3 3-1024 0,-9-4-796 0</inkml:trace>
  <inkml:trace contextRef="#ctx0" brushRef="#br0" timeOffset="61884.53">20543 10830 6294 0,'0'0'689'15,"0"0"-93"-15,31 50 17 16,-4-34-613-16,16-5 0 0,9-2 0 0,4-7 0 16,8-2 0-16,0-3 0 15,4-5 0-15,0 0 0 0,-1-4 0 16,-7-2-73-16,-19 3-1431 0,0-4-4783 0</inkml:trace>
  <inkml:trace contextRef="#ctx0" brushRef="#br0" timeOffset="62215.67">21628 10514 8192 0,'0'0'0'0,"0"0"0"16,-12-38 0-16,-7 37 0 0,-6 3 0 16,-16 13 0-16,-2 9 0 0,-9 11 0 15,4 6 0-15,1 8 0 16,4 6 0-16,7 6 0 0,14 3 0 15,13 2 0-15,16-4 0 0,19-6 0 16,18-8 0-16,10-13 0 0,10-12 0 16,8-11 0-16,-2-12 0 15,-1-14 0-15,-12-10 0 0,-9-10 0 16,-11-6 0-16,-12-6 0 0,-15-1 0 16,-6-2 0-16,-8-1 0 0,-8 0 0 15,-7 0 0-15,-5 5 0 0,-3 3 0 16,0 6 0-16,0 6 0 0,6 5 0 15,11 9 0-15,2 5 0 0,-1 6-113 16,7 4-1227-16,-6 1-573 0</inkml:trace>
  <inkml:trace contextRef="#ctx0" brushRef="#br0" timeOffset="68398.94">8748 13589 5910 0,'0'0'408'0,"0"0"489"15,0 0-365-15,0 0-140 0,-14 50-339 16,9-9-53-16,3 9 0 0,2 7 0 16,7 0 0-16,-1 3 0 0,8 1 0 15,-8-1 0-15,5-6 0 0,-3-6 0 16,-6-9 0-16,2-5 0 0,-2-10-353 16,2-11-1292-16,-4-8-756 0</inkml:trace>
  <inkml:trace contextRef="#ctx0" brushRef="#br0" timeOffset="68599.03">8717 13551 7663 0,'0'0'529'15,"0"0"-529"-15,0 0 0 16,41-12 0-16,-3 3 0 0,-1-1 0 15,4 2 0-15,-2 3 0 0,1-1 0 16,-3 5 0-16,0 1 0 0,-6 0 0 16,-10 0-1033-16,-5 2-544 0</inkml:trace>
  <inkml:trace contextRef="#ctx0" brushRef="#br0" timeOffset="68782.3">8707 13869 6318 0,'0'0'609'16,"0"0"619"-16,0 0-1191 0,0 0-37 15,41 29 0-15,-4-25 0 16,11-2 0-16,3-5 0 0,-3-2 0 16,0-3 0-16,-5-2 0 0,-8 3-1189 15,-2-3-2577-15</inkml:trace>
  <inkml:trace contextRef="#ctx0" brushRef="#br0" timeOffset="69482.49">9054 14166 4950 0,'0'0'1148'0,"0"0"-323"0,0 0 139 16,0 0-659-16,0 0-305 0,35 4 0 16,-12 0 0-16,4 0 0 0,-2-2 0 15,-9 3 0-15,1 0 0 0,-7 2 0 16,-2 5 0-16,-8 5 0 0,-8 5 0 16,-2 5 0-16,-7 2 0 0,1 3 0 15,-5 0 0-15,4-2 0 16,3-1 0-16,4-6 0 0,7-5 0 15,3-6 0-15,13-6 0 0,8-6 0 16,10-6 0-16,10-9 0 0,-4-9 0 16,7-9 0-16,-9 6-717 15,-2-7-1584-15</inkml:trace>
  <inkml:trace contextRef="#ctx0" brushRef="#br0" timeOffset="69864.34">8634 13170 3685 0,'0'0'2313'0,"0"0"-1560"0,0 0 275 0,0 0-816 16,0 0-80-16,62 3-63 15,2-2-69-15,23 0 0 0,0 3 0 16,0-1 0-16,-2-2 0 0,-1 2 0 16,-1 0 0-16,-2 2 0 0,-13 3-333 15,-21-1-835-15,-5 3-437 0</inkml:trace>
  <inkml:trace contextRef="#ctx0" brushRef="#br0" timeOffset="70282.17">8240 14900 6963 0,'0'0'388'0,"0"0"-20"15,0 0-124-15,62-11-192 0,6-2 125 16,21-1-177-16,16-3 0 16,-4 4 0-16,13-1 0 0,2 1 0 15,-5 2 0-15,-1 3 0 0,-15 2 0 16,-4 5 0-16,-8 1 0 0,-15 1 0 16,-10 3 0-16,-17 3-1573 0,-14-1-460 15,-12-2-1665-15</inkml:trace>
  <inkml:trace contextRef="#ctx0" brushRef="#br0" timeOffset="70932.55">8701 15238 3905 0,'0'0'1929'0,"0"0"-1357"16,0 0-335-16,0 0 291 0,-5 64-148 16,5-18-92-16,0 7 65 0,5 1-353 15,1 3 0-15,8 0 0 16,-1-2 0-16,1-2 0 0,-2-4 0 15,3-8 0-15,-3-6 0 0,-1-14 0 16,-3-8 0-16,2-6 0 0,-4-7 0 16,9-17 0-16,1-13 0 0,1-14 0 15,4-12 0-15,1-4 0 0,3-6 0 16,-4-2 0-16,2 4 0 0,-5 6 0 16,-1 11 0-16,-7 11 0 15,-6 14 0-15,-2 9 0 0,-2 8 0 16,0 5-1525-16,-6 0-777 0</inkml:trace>
  <inkml:trace contextRef="#ctx0" brushRef="#br0" timeOffset="71331.95">9085 15739 5278 0,'0'0'1156'16,"0"0"-587"-16,17-38 183 15,-7 28-315-15,0 2-437 0,5 2 0 16,-3 3 0-16,3 2 0 0,-3 1 0 15,-2 4 0-15,1 6 0 0,-7 4 0 16,-4 5 0-16,0 5 0 16,-6 2 0-16,-9 4 0 0,-1 3 0 15,-5 3 0-15,-4 3 0 0,2 0 0 16,7-3 0-16,1-6 0 0,9-5 0 16,6-6 0-16,6-7 0 0,11-8 0 15,8-4 0-15,12-12 0 16,4-9 0-16,7-8 0 0,-1-7 0 15,-3-2 0-15,1-6-729 0,-12 10-1724 16,-8-3-1389-16</inkml:trace>
  <inkml:trace contextRef="#ctx0" brushRef="#br0" timeOffset="71732.67">8682 15126 7111 0,'0'0'620'0,"0"0"-159"0,0 0-461 15,58-7 0-15,0 0 0 0,14-1 0 16,0 1 0-16,-3 1 0 0,-5 1 0 16,-2-3 0-16,-19-1 0 0,-2-5-1730 15</inkml:trace>
  <inkml:trace contextRef="#ctx0" brushRef="#br0" timeOffset="73164.38">10298 14856 6378 0,'0'0'725'0,"0"0"-597"0,44 5 772 16,-15-5-839-16,4-4-61 0,2-2 0 16,4-1 0-16,3 0 0 0,-5 1 0 15,4 0 0-15,-4 0 0 0,1-1 0 16,-7 1 0-16,-7 0 0 0,-7 3-897 16,-7-1 92-16,-6 4-43 0,-4 0-973 15,-8 0-140-15</inkml:trace>
  <inkml:trace contextRef="#ctx0" brushRef="#br0" timeOffset="73348.89">10350 15012 6462 0,'0'0'817'16,"0"0"-305"-16,0 0-111 0,0 0-401 15,33 35 0-15,-2-29 0 0,10-4 0 16,3-2 0-16,-3-6 0 0,3-1 0 15,3-1 0-15,-1-3 0 16,-3-1 0-16,-12 2-133 0,0-3-4637 0</inkml:trace>
  <inkml:trace contextRef="#ctx0" brushRef="#br0" timeOffset="76632.06">12446 14404 2345 0,'0'0'2345'0,"0"0"-1241"0,2-34-532 0,-2 22 21 15,0 0 371-15,0 2-695 0,-2 0-269 16,-6 1 0-16,2 0 0 0,-9 3 0 16,3 5 0-16,-13 2 0 0,-2 12 0 15,-6 9 0-15,-8 10 0 16,-1 7 0-16,-5 7 0 0,5 8 0 16,5 6 0-16,6 1 0 0,0 1 0 15,15 0 0-15,10-5 0 0,6-4 0 16,10-5 0-16,13-5 0 15,12-6 0-15,8-10 0 0,9-9 0 16,6-9 0-16,6-9 0 0,-2-4 0 16,2-7 0-16,-12-2 0 0,-11 0 0 15,-8-3 0-15,-19 4-345 0,-7-2-3213 0</inkml:trace>
  <inkml:trace contextRef="#ctx0" brushRef="#br0" timeOffset="77732.42">13056 14620 5206 0,'0'0'788'0,"0"0"-211"0,0 0 471 0,0 0-596 0,0 0-331 0,0 0-121 16,0 0 0-16,0 0 0 0,47 5 0 15,-3-3 0-15,8 1 0 0,1-3 0 16,-3 0 0-16,-11 0 0 15,-4-1 0-15,-2-1 0 0,-8 0 0 16,-4-3 0-16,-5 0 0 0,-5-2 0 16,-1-3-1089-16,-4 1-704 0,-2 0-880 15</inkml:trace>
  <inkml:trace contextRef="#ctx0" brushRef="#br0" timeOffset="77915.78">13283 14452 6787 0,'0'0'880'0,"-22"45"-355"0,13-15-525 15,7 5 0-15,2 4 0 0,0 0 0 16,6 0 0-16,1-1 0 0,3-3 0 16,0-3 0-16,1-1 0 0,3-7 0 15,-8-8-761-15,1-5-1752 0</inkml:trace>
  <inkml:trace contextRef="#ctx0" brushRef="#br0" timeOffset="78464.41">14106 14628 5686 0,'0'0'464'0,"-4"-34"437"0,4 22-245 15,0 9-184-15,0 3-459 0,0 1-13 16,4 9 0-16,6 13 0 0,3 5 0 15,1 8 0-15,3 3 0 16,-1 4 0-16,9 5 0 0,-8 3 0 16,3 6 0-16,-5 0 0 0,-9 1 0 15,-6-1 0-15,0-1 0 0,-10-4 0 16,-5-2 0-16,-5-7 0 0,-3-8 0 16,-2-6 0-16,4-9 0 15,-6-10 0-15,5-6 0 0,-5-8 0 16,6-11 0-16,0-9 0 0,1-10 0 15,9-10 0-15,7-13 0 0,-2-14 0 16,2-14-1233-16,4 16-280 0,-6-9-884 16</inkml:trace>
  <inkml:trace contextRef="#ctx0" brushRef="#br0" timeOffset="78615.86">14292 13963 8192 0,'0'0'0'0,"0"0"0"0,0 0 0 16,0 0 0-16,0 0-789 0,0 0-3785 0</inkml:trace>
  <inkml:trace contextRef="#ctx0" brushRef="#br0" timeOffset="79081.45">14974 13991 4662 0,'0'0'820'0,"0"0"-128"15,0 0 213-15,-51 56-373 0,13-8-136 16,-9 11-211-16,-5 11-185 0,5 4 0 16,3 7 0-16,9 6 0 15,8 2 0-15,15-3 0 0,8 1 0 0,4-4 0 16,10-4 0-16,0-6 0 16,7-9 0-16,8-12 0 0,4-12 0 15,2-13 0-15,10-10 0 0,0-10 0 16,7-8 0-16,-5-13 0 0,-1-8 0 15,-11-6-81-15,-11 4-2192 16,-14-2-732-16</inkml:trace>
  <inkml:trace contextRef="#ctx0" brushRef="#br0" timeOffset="80081.42">15078 14479 6298 0,'0'0'845'0,"0"0"-361"0,0 0 81 0,0 0-565 0,0 0 0 16,-11 33 0-16,3-5 0 16,-2 7 0-16,3-2 0 0,1-4 0 15,2-2 0-15,4-3 0 0,0-3 0 16,0-2 0-16,4-6 0 0,-2-3 0 15,2-5 0-15,3 0 0 16,1-1 0-16,2-1 0 0,3 0 0 16,3-2 0-16,-1-1 0 0,1-7 0 15,3-3 0-15,-3-3 0 0,-3-2 0 16,1-1 0-16,-3 1 0 0,1-1 0 16,-2 4 0-16,-6 2 0 15,3 4 0-15,-7 4 0 0,4 2 0 16,-4 2 0-16,0 12 0 0,-6 12 0 15,-3 9 0-15,7 4 0 0,2-3 0 16,6-10 0-16,9-5 0 0,1-8 0 16,7-7 0-16,-2-6 0 15,4-10 0-15,2-9 0 0,-3-7 0 16,-3-6 0-16,-4-3 0 0,-5-2 0 16,-8-1 0-16,-4 0 0 0,0 0 0 15,-6 4 0-15,-2 5 0 0,6 8 0 16,-3 7 0-16,1 5 0 15,8 2-525-15,1 4-656 0,5-3-1988 0</inkml:trace>
  <inkml:trace contextRef="#ctx0" brushRef="#br0" timeOffset="80548.03">15625 14550 6639 0,'0'0'1476'0,"-24"52"-1399"0,15-22-77 15,-1 0 0-15,0-1 0 0,1-2 0 16,3-4 0-16,2-3 0 0,4-8 0 16,0-5 0-16,0-1 0 15,0-5 0-15,0-1 0 0,4-1 0 16,6-12 0-16,7-12 0 0,8-7 0 16,2-5 0-16,-2-1 0 0,-3 5 0 15,5-1 0-15,-6 4 0 0,-5 7 0 16,-5 9 0-16,-7 6 0 15,0 6 0-15,-4 2 0 0,0 2 0 0,0 8 0 16,-4 6 0-16,0 3 0 16,-3 5 0-16,3-5 0 0,4-2 0 15,0-2 0-15,0-4 0 0,0-2 0 16,0-4 0-16,0-3 0 0,4-1 0 16,3-1 0-16,3-7 0 0,9-8 0 15,3-6 0-15,-1-1 0 16,6-3 0-16,0 3 0 0,-7 0 0 15,5 3 0-15,-8 6 0 0,-1 7 0 16,1 6 0-16,-7 4 0 0,1 8 0 16,-1 9 0-16,4 8 0 0,-3 9 0 15,-5 3 0-15,-2 4 0 16,-4-2 0-16,0-5 0 0,-4-4 0 16,2-3 0-16,-2-12 0 0,0-5 0 15,1-8 0-15,3-5-1786 0,0-4-2139 16</inkml:trace>
  <inkml:trace contextRef="#ctx0" brushRef="#br0" timeOffset="81348.91">16357 14576 7475 0,'0'0'568'0,"0"0"-419"0,0 0-149 15,52-13 0-15,-21 8 0 0,2 2 0 16,-2-1 0-16,0 3 0 15,0-4 0-15,2 3 0 0,-4-3 0 16,-2-1 0-16,-7 3-637 0,-3-4-2933 0</inkml:trace>
  <inkml:trace contextRef="#ctx0" brushRef="#br0" timeOffset="81715.6">16981 14029 2725 0,'0'0'1540'0,"0"0"13"15,0 0-788-15,-22 43-113 0,7-2 172 16,1 10-691-16,1 9-133 0,3 1 0 16,4 5 0-16,-2 5 0 0,1-1 0 15,3 0 0-15,-2-5 0 16,0-3 0-16,-2-9 0 0,1-8 0 15,7-8 0-15,0-10 0 0,0-9-265 16,7-10-1768-16,-3-8-332 0</inkml:trace>
  <inkml:trace contextRef="#ctx0" brushRef="#br0" timeOffset="81998.85">16903 14549 6110 0,'0'0'853'15,"16"-33"-253"-15,-1 22 20 0,1 6-611 16,3 3-9-16,0 2 0 0,-5 0 0 16,3 3 0-16,-3 3 0 0,-2-1 0 15,-3 2 0-15,-3 0 0 0,-2 4 0 16,-4 2 0-16,-8 6 0 0,-3 1 0 16,-5 2 0-16,-1 0 0 0,3-1 0 15,2 1 0-15,1-1 0 16,5-2 0-16,2 0 0 0,4-1 0 15,0-2 0-15,12-1 0 0,3-5 0 16,5 0 0-16,7-7 0 0,8-3 0 16,-2-2 0-16,3-6-413 15,-7 0-771-15,-9 2-1950 0</inkml:trace>
  <inkml:trace contextRef="#ctx0" brushRef="#br0" timeOffset="82281.39">17366 14741 6891 0,'0'0'1204'0,"-37"-20"-1107"0,14 13-97 16,-2 3 0-16,-2 4 0 0,-4 5 0 15,4 3 0-15,3 3 0 0,1 3 0 16,8-1 0-16,5 0 0 0,8 0 0 16,2 4 0-16,12-2 0 0,17 1 0 15,4-1 0-15,9-1 0 16,1-1 0-16,5 2 0 0,-1-1 0 15,-5 1 0-15,-11 4 0 0,-11-1 0 16,-14 1 0-16,-8 1 0 0,-12 0 0 16,-13-1 0-16,-8 0 0 15,-6-2 0-15,-9-4 0 0,-2-5 0 16,1-3 0-16,9-5 0 0,5-6 0 16,18-6-97-16,11-6-2076 0,8 5-172 15,10-6-1232-15</inkml:trace>
  <inkml:trace contextRef="#ctx0" brushRef="#br0" timeOffset="82714.46">17612 14632 4181 0,'0'0'2726'0,"0"0"-1826"0,0 0-515 16,0 0-385-16,-21 56 0 15,9-20 0-15,-9 7 0 0,3-2 0 16,1-5 0-16,11-3 0 0,6-3 0 16,0-7 0-16,14-3 0 15,3-8 0-15,6-8 0 0,1-4 0 0,3-9 0 16,4-8 0-16,-4-3 0 16,0-2 0-16,-6-1 0 0,-1 4 0 15,-9 0 0-15,-5 7 0 0,-6 5 0 16,4 2 0-16,-4 5 0 15,-4 1 0-15,2 10 0 0,-2 8 0 16,-1 4 0-16,5 2 0 0,5-4 0 16,5-4 0-16,7-2 0 0,3-4 0 15,1-4 0-15,-5-4 0 0,5-3 0 16,-4-5 0-16,-3-3 0 0,-4-5 0 16,5-2 0-16,-7-2 0 0,-4-3 0 15,0 0 0-15,-2-3 0 0,1 0 0 16,-3 0 0-16,0-1 0 15,0 3 0-15,2 1 0 0,-2 0-129 16,4 4-2724-16,2-2-1445 0</inkml:trace>
  <inkml:trace contextRef="#ctx0" brushRef="#br0" timeOffset="83198.87">18257 14192 2953 0,'0'0'3033'0,"10"-51"-2392"0,-8 29-101 0,2 11 420 0,0 4-895 16,-4 4-65-16,3 2 0 0,-3 1 0 15,4 0 0-15,2 7 0 16,4 10 0-16,17 13 0 0,2 13 0 16,0 10 0-16,0 7 0 0,-6 8 0 15,-3 8 0-15,-3 7 0 0,-1-1 0 16,-5-1 0-16,-7-5 0 0,-6-5 0 16,-9-2 0-16,-7-4 0 0,-1-6 0 15,-6-4 0-15,-6-8 0 16,5-6 0-16,-10-6 0 0,3-9 0 15,-12-9 0-15,8-10-2066 0,-11-9-2856 16</inkml:trace>
  <inkml:trace contextRef="#ctx0" brushRef="#br0" timeOffset="86065.04">21085 14058 3081 0,'0'0'3221'0,"0"0"-2464"0,-11-33 103 0,5 16-587 15,-6 3-273-15,-9 3 0 0,-2 1 0 16,-4 3 0-16,-4 6 0 16,-2 2 0-16,2 8 0 0,-2 9 0 15,2 3 0-15,0 4 0 0,6 2 0 16,7 0 0-16,7-5 0 0,11-2 0 16,3-1 0-16,11-4 0 0,9-1 0 15,8-5 0-15,10-4 0 16,3-2 0-16,3 0 0 0,-1 2 0 15,-9 4 0-15,-6 4 0 0,-9 3-41 16,-11 2-235-16,-9 5 172 0,-4-1 104 16,-15 3 24-16,1-1-20 15,-9 2 20-15,0-2 20 0,-4-2-20 16,2-3-16-16,3-3 72 0,1-6-68 16,4-4-12-16,3-5 0 0,3-1-16 15,5-2-100-15,2-5-400 0,6-4-72 16,0-3-65-16,0-1-743 0,4 2-121 15,2 1-1092-15</inkml:trace>
  <inkml:trace contextRef="#ctx0" brushRef="#br0" timeOffset="86865.76">21341 14112 6919 0,'0'0'688'16,"-37"-8"-103"-16,16 8-585 0,2 4 0 15,-3 10 0-15,-5 11 0 0,-4 8 0 16,6 5 0-16,2 3 0 0,7-1 0 16,5-5 0-16,7-1 0 0,4-7 0 15,11-4 0-15,5-7 0 16,1-7 0-16,5-8 0 0,5-4 0 16,0-9 0-16,2-6 0 0,-4-4 0 15,0-4 0-15,-5-3 0 16,-3 2 0-16,-5 2 0 0,-3 2 0 0,-3 5 0 15,-6 7 0-15,0 4 0 0,0 2 0 16,0 5 0-16,0 0 0 16,0 8 0-16,-2 7 0 0,-2 7 0 15,-1 6 0-15,-1 3 0 0,0-1 0 16,-2 1 0-16,2 0 0 0,1-7 0 16,5-8 0-16,11-5 0 0,5-11-137 15,5-6-123-15,8-10 140 16,0-7-156-16,2-7 180 0,-2-3 96 15,-2-1 8-15,-5 4-4 0,-1 0-4 16,-6 7 56-16,-5 5 84 0,-8 5 196 16,2 7 9-16,-4 3-345 15,0 3 0-15,0 3 0 0,-4 9 0 0,-4 10 0 16,-1 5 0-16,-1 3 0 16,0 1 0-16,8-7 0 0,-2-2 0 15,-1-4 0-15,5-6 0 0,5-5 0 16,-3-1 0-16,2-5 0 15,2-1 0-15,-2-3 0 0,9-9 0 16,1-11 0-16,0-5 0 0,1-5 0 16,-1-1 0-16,1 2 0 0,-1-2 0 15,1 4 0-15,1 4 0 0,1 7 0 16,-5 6 0-16,-3 6 0 0,-3 5 0 16,-6 2 0-16,6 10 0 0,-4 9 0 15,0 8 0-15,-2 3 0 0,-10 3 0 16,4-2 0-16,-3-4 0 15,3-1 0-15,6-6 0 0,0-7 0 16,0-4 0-16,4-5 0 0,2-4 0 16,5-2 0-16,3-12 0 15,5-4 0-15,2-4 0 0,-3-1 0 0,-5 6 0 16,-5 4 0-16,-2 6 0 16,-4 4 0-16,-2 2 0 0,0 1 0 15,0 0 0-15,0 7 0 0,0 8 0 16,0 9 0-16,-2 2 0 0,0-1 0 15,2-5 0-15,0-3 0 16,6-4 0-16,-4-3 0 0,4-1-249 16,-1-5-919-16,-5-2-105 0,8 2-1872 0</inkml:trace>
  <inkml:trace contextRef="#ctx0" brushRef="#br0" timeOffset="87064.39">21885 14440 4341 0,'0'0'1665'0,"0"0"-880"0,0 0 383 0,35-29-935 0,-6 5-233 16,0-5 0-16,4-3 0 0,-8 1 0 15,-5-2 0-15,-7 0 0 0,-11-2 0 16,-2 2 0-16,-11 6 0 0,-3 5 0 16,-3 12 0-16,-3 8 0 0,-3 6 0 15,-2 17 0-15,-2 7 0 16,0 11 0-16,5 6 0 0,5 3 0 16,11 1 0-16,12-6 0 0,11-5 0 15,7-10 0-15,12-9 0 0,5-8 0 16,4-7 0-16,9-8 0 15,-15-3-89-15,5-7-1640 0</inkml:trace>
  <inkml:trace contextRef="#ctx0" brushRef="#br0" timeOffset="88349.07">22910 14332 3901 0,'0'0'1749'0,"0"0"-440"16,0 0-729-16,0 0-144 0,0 0-219 16,0 0-217-16,0 0 0 0,45-16 0 15,-20 2 0-15,2-3 0 16,2-6 0-16,-4-1 0 0,-5-3 0 15,-3 0 0-15,-9 0 0 0,-2 2 0 16,-6 1 0-16,-6 1 0 0,-2 2 0 16,-6 3 0-16,-5 3 0 0,2 3 0 15,-3 8 0-15,-1 5 0 0,0 10 0 16,3 11 0-16,-3 6 0 16,3 6 0-16,1 8 0 0,2 3 0 15,11 3 0-15,6 0 0 0,11-2 0 16,8-6 0-16,10-9 0 15,4-9 0-15,6-11 0 0,0-8 0 16,1-4-109-16,-1-10-1059 0,-10 1-1690 16,-6-6 1862-16</inkml:trace>
  <inkml:trace contextRef="#ctx0" brushRef="#br0" timeOffset="88515.89">23274 14136 5742 0,'0'0'1005'0,"0"0"-177"16,0 0-211-16,0 0-617 0,0 0 0 15,0 0 0-15,0 0 0 0,29 58 0 16,-15-25 0-16,3 1 0 0,1-1 0 16,3-1 0-16,2-1 0 0,1-5 0 15,-3-6 0-15,-2-3 0 0,-7-9 0 16,-6-4-2414-16,-2-8-395 0</inkml:trace>
  <inkml:trace contextRef="#ctx0" brushRef="#br0" timeOffset="88648.92">23474 14145 4478 0,'0'0'1376'16,"0"0"-343"-16,0 0 272 16,-45 18-1305-16,14 8 0 0,-9 8 0 15,-1 4 0-15,0-4 0 0,2 3 0 16,5-4 0-16,12-3 0 0,7-8-17 16,9-7-1323-16,6-7-721 0</inkml:trace>
  <inkml:trace contextRef="#ctx0" brushRef="#br0" timeOffset="89282.38">23545 14727 5718 0,'0'41'824'0,"4"-1"-239"16,2 7 251-16,-2-3-607 0,4-3-229 16,-6-2 0-16,5-3 0 0,-5-6 0 15,-2-7 0-15,-2-4 0 16,-1-7 0-16,-1-7 0 0,-6-5 0 16,4-16 0-16,-5-6 0 0,3-11 0 15,2-9 0-15,4-5 0 0,2-8 0 16,4-9 0-16,2-6 0 15,5-5 0-15,-1-4 0 0,2-4 0 16,9 2 0-16,0 9 0 0,6 9 0 16,-1 15 0-16,5 10 0 0,-4 11 0 15,-2 6 0-15,2 7 0 0,-6 6 0 16,-5 3 0-16,5 5 0 0,0 9 0 16,-3 7 0-16,-1 5 0 0,-3 8-229 15,-6 3-267-15,-8 4 212 16,-2 6 28-16,-10 0 40 0,-5 1 47 15,-7-4-31-15,-1-3 160 0,0-10 40 16,-2-6 52-16,0-8 0 0,2-8 68 16,7-7 53-16,5-6-173 0,3-9-4 15,10-7-273-15,6-1-231 16,5-6-112-16,3 0-549 0,3 1 345 16,1 3 388-16,3 4-88 0,2 5 347 15,-7 6 73-15</inkml:trace>
  <inkml:trace contextRef="#ctx0" brushRef="#br0" timeOffset="89714.32">24055 14416 6747 0,'0'0'948'0,"0"0"-451"0,0 0-497 16,0 0 0-16,0 0 0 0,0 0 0 16,0 0 0-16,4-45 0 0,7 18 0 15,-1 1 0-15,0 2 0 16,3-1 0-16,-3 0 0 0,0 5 0 15,-1 1 0-15,5 5 0 0,-4 2 0 16,3-1 0-16,1 2 0 0,3 2 0 16,-1-1 0-16,-1 2 0 0,1 1-201 15,-5 1-887-15,-3 3-33 16,-6 3 73-16,2 0-425 0,-2 0 769 16,-2 1 524-16,0 1 180 0,2-1 68 15,-2-1 376-15,0 0 1008 0,2-3-267 16,0-4-209-16,3-3 93 15,-3-3-557-15,-2-1-403 0,-2 3-109 16,-5 4 0-16,-5 6 0 0,-3 2 0 16,-3 11 0-16,-1 5 0 0,1 7 0 15,-1 6 0-15,3 2 0 0,3 2 0 16,7 2 0-16,6-3 0 0,8-2 0 16,5-2 0-16,5-6 0 0,1-5 0 15,10-7 0-15,0-8 0 16,2-3 0-16,0-7 0 0,2-5 0 15,-6-6 0-15,-3 1-45 0,-7 2-1539 16,-5-4-3583-16</inkml:trace>
  <inkml:trace contextRef="#ctx0" brushRef="#br0" timeOffset="90048.75">24574 14134 2725 0,'0'0'3890'0,"-6"-34"-3282"16,2 17 100-16,-3 7-447 0,-5 4-261 15,-5 6 0-15,-5 5 0 16,-9 9 0-16,0 5 0 0,-7 5 0 16,7 0 0-16,5-1 0 0,9-5 0 15,11-2 0-15,6-3 0 0,14 0 0 16,13-3 0-16,12-1 0 0,7-3 0 16,12-3 0-16,4 1 0 0,0-3 0 15,-4 2 0-15,-9 1 0 16,-9 2 0-16,-13 1 0 0,-15 4 0 15,-14 2 0-15,-11 3 0 0,-11 4 0 16,-11 2 0-16,-7-1 0 0,-5 2 0 16,-1-6 0-16,-2-2 0 0,7-2 0 15,10-6 0-15,10-1 0 16,11-4 0-16,8-2 0 0,6 0 0 16,14-3-41-16,22-9-991 0,9-7 247 15,-4 3-135-15,3-4-1353 0</inkml:trace>
  <inkml:trace contextRef="#ctx0" brushRef="#br0" timeOffset="90348.01">25022 14128 6270 0,'0'0'925'0,"-35"-22"72"16,19 10-997-16,-1 2 0 0,-3 4 0 16,-1 2 0-16,-2 4 0 0,-2 5 0 15,-1 6 0-15,1 4 0 16,4 7 0-16,5-1 0 0,7 1 0 15,9 1 0-15,4-3 0 0,19 0 0 16,10-4 0-16,6-3 0 0,7-5 0 16,1-3 0-16,-3-1 0 0,-7-3 0 15,-12 1 0-15,-9-1 0 16,-9 0 0-16,-5 2 0 0,-2 1 0 16,-11 6 0-16,-11 3 0 0,-11 1 0 15,-5 1 0-15,-1-3 0 0,4-4 0 16,2-3 0-16,8-2 0 15,6-3 0-15,9 0 0 0,8-1-381 16,8-4-855-16,0-1-265 0,19-7-1909 0</inkml:trace>
  <inkml:trace contextRef="#ctx0" brushRef="#br0" timeOffset="90481.4">25198 14180 8067 0,'0'0'125'0,"0"0"-125"0,-29 51 0 16,11-21 0-16,3 0 0 15,1-2 0-15,3-4 0 0,7-3 0 16,4-8 0-16,6-1 0 0,5-8-877 16,-3-2-1536-16,2-6-1133 0</inkml:trace>
  <inkml:trace contextRef="#ctx0" brushRef="#br0" timeOffset="90614.33">25347 13908 6170 0,'0'0'1861'0,"0"0"-1700"15,4-42-161-15,-4 40 0 16,2 1 0-16,2 1-313 0,7 8-1204 16,3 7 149-16,1 1 195 0,-1 0-992 0</inkml:trace>
  <inkml:trace contextRef="#ctx0" brushRef="#br0" timeOffset="90815.08">25417 14087 4370 0,'0'0'1984'15,"-35"17"-1179"-15,12-6-89 16,1 5-399-16,1 3-317 0,0 6 0 15,3 4 0-15,5 3 0 0,7-2 0 16,6-3 0-16,10-5 0 0,9-4 0 16,8-9 0-16,0-5 0 15,6-5 0-15,-2-10 0 0,-2-4 0 16,-2-6 0-16,-9-1 0 0,-5-2 0 16,-7 1 0-16,-6-2 0 0,-2 1 0 15,-4-1 0-15,-7 5 0 0,1 2 0 16,-1 5 0-16,3 5-1433 0,4 3-240 15,2 1-528-15</inkml:trace>
  <inkml:trace contextRef="#ctx0" brushRef="#br0" timeOffset="91065.01">25517 14227 5714 0,'-13'37'1157'0,"5"-3"-573"0,-2 1 153 15,3-9-737-15,5-4 0 16,2-9 0-16,2-5 0 0,2-6 0 15,3-3 0-15,5-12 0 0,7-11 0 16,1-9 0-16,-1-6 0 0,-3 1 0 16,-3 5 0-16,1 2 0 15,-1 7 0-15,-5 11 0 0,-2 7 0 0,-4 6 0 16,0 8 0-16,0 11 0 16,0 13 0-16,1 8 0 0,1-1 0 15,0-5 0-15,8-6 0 0,3-4 0 16,1-7 0-16,5-5-3867 0</inkml:trace>
  <inkml:trace contextRef="#ctx0" brushRef="#br0" timeOffset="91564.52">26651 13802 4470 0,'0'0'1384'0,"-12"-55"-303"0,-5 24 135 0,-3 3-1175 0,-5 2-41 0,0 1 0 15,0 3 0-15,5 3 0 0,1 3 0 16,0 5 0-16,3 6 0 0,-1 5 0 16,-1 5 0-16,-1 9 0 0,-4 7 0 15,3 2 0-15,1 5 0 0,1-1 0 16,5 2 0-16,5 0 0 15,6 3 0-15,8 2 0 0,9 4 0 16,7 4 0-16,5 2 0 0,4 2 0 16,-4 1 0-16,-4 2 0 0,-9 1 0 15,-8-2 0-15,-4 0 0 16,-4-2 0-16,-6-4 0 0,-4-4 0 16,-1-6 0-16,1-7 0 0,2-4 0 15,-3-8 0-15,3-6 0 0,-3-5-257 16,1-5-631-16,2-9-885 15,1-1-64-15,3-3-708 0</inkml:trace>
  <inkml:trace contextRef="#ctx0" brushRef="#br0" timeOffset="91681.72">26302 14257 2040 0,'0'0'2918'0,"-8"-35"-1434"15,6 22-859-15,2 8-37 0,8 3-120 16,9 0-399-16,9 2-69 0,7 0 0 16,1 5 0-16,-3-2 0 0,-3 1 0 15,1-1-37-15,2-2-931 16,-6-1-1681-16,0 0-1069 0</inkml:trace>
  <inkml:trace contextRef="#ctx0" brushRef="#br0" timeOffset="91948.86">26695 14223 5542 0,'0'0'1517'0,"0"0"-777"16,-52-9-347-16,29 9-393 0,-1 0 0 16,-3 8 0-16,-2 4 0 0,2 5 0 15,2 7 0-15,2 2 0 0,9 5 0 16,8-2 0-16,6 0 0 15,12-3 0-15,11-5 0 0,8-5 0 0,8-8 0 16,2-5 0-16,1-6 0 16,-3-6 0-16,-4-3 0 0,-6-6 0 15,-6-1 0-15,-9-2 0 0,-5-3 0 16,-3 2 0-16,-6 0 0 0,-4 1 0 16,-5 0 0-16,-1 2 0 0,-4 3 0 15,-1 1 0-15,1 1 0 16,-1 5-661-16,5 3-336 0,6 3-39 15,2 0-925-15,0 2 512 0</inkml:trace>
  <inkml:trace contextRef="#ctx0" brushRef="#br0" timeOffset="92131.79">26798 14404 3261 0,'0'0'2141'0,"0"0"-1345"15,0 0 1-15,0 0 231 0,0 0-859 16,0 0-169-16,0 0 0 0,35-3 0 15,-18-26 0-15,3-4 0 16,3-2 0-16,-2 6 0 0,2 1 0 16,-1 5 0-16,1 5 0 0,0 4 0 15,4 1 0-15,2-5 0 0,-7 4-1221 16,3-5-3245-16</inkml:trace>
  <inkml:trace contextRef="#ctx0" brushRef="#br0" timeOffset="93648.73">27995 14232 3209 0,'0'0'3277'0,"-21"48"-2108"0,11-20-765 0,2 3-271 0,2 1-133 16,1 0 0-16,3 0 0 0,0-5 0 15,2-3 0-15,2-10 0 0,5-5 0 16,1-9-473-16,2-4-615 0,-2-8-2486 0</inkml:trace>
  <inkml:trace contextRef="#ctx0" brushRef="#br0" timeOffset="93782.07">28040 13810 6931 0,'0'0'468'0,"0"0"-292"16,0 0-40-16,0 0-136 0,-20 37-68 16,18-8-412-16,2 7-1029 0,0-8-48 15,4 0-283-15</inkml:trace>
  <inkml:trace contextRef="#ctx0" brushRef="#br0" timeOffset="94148.05">28022 14530 4530 0,'0'0'1744'16,"0"39"-1071"-16,0-29 63 0,4-8-227 15,2-2-509-15,9-13 0 0,12-16 0 16,6-11 0-16,2-7 0 0,2-3 0 16,-8 3 0-16,-2 4 0 0,-4 6 0 15,-7 12 0-15,-8 11 0 0,-4 9 0 16,-4 5 0-16,0 5 0 15,-4 12 0-15,-6 16 0 0,-4 9 0 16,-1 7 0-16,-4 3 0 0,7-8 0 16,2-1 0-16,6-6 0 0,4-9 0 15,6-8 0-15,2-8 0 0,4-10 0 16,7-4 0-16,0-14 0 16,1-6 0-16,3-8 0 0,0-1 0 15,-3-3 0-15,-3 1 0 0,-5 2 0 16,-1 6 0-16,-5 9 0 15,-2 6 0-15,-4 8 0 0,0 2 0 16,0 2 0-16,-2 12 0 0,0 10 0 16,-2 8 0-16,0 5 0 0,2-2 0 15,2-3 0-15,0 2 0 0,6-4 0 16,4-1 0-16,7-2 0 0,-3-3-325 16,-1-6-1632-16,-5-3-880 0</inkml:trace>
  <inkml:trace contextRef="#ctx0" brushRef="#br0" timeOffset="94448.86">28367 15222 3469 0,'0'0'3350'16,"0"0"-2290"-16,-37 31-747 15,29-31-313-15,-1-5 0 0,1-11 0 16,2-14 0-16,0-9 0 0,6-13 0 16,0-9 0-16,10-9 0 0,2-8 0 15,7-5 0-15,6 0 0 0,0 4 0 16,6 2 0-16,4 13 0 0,0 9 0 15,0 14 0-15,-2 11 0 16,-2 9 0-16,-6 6 0 0,-6 8 0 16,-7 4 0-16,-6 3 0 0,-4 1 0 15,2 9 0-15,-4 6 0 0,0 5 0 16,-6 5 0-16,-4 2 0 0,-9-1 0 16,-4 0 0-16,-1 2 0 0,-3-3 0 15,2-4 0-15,2-4 0 16,5-4 0-16,5-4 0 0,5-5-197 15,4-4-1492-15,4-1-119 0,0-5-1322 0</inkml:trace>
  <inkml:trace contextRef="#ctx0" brushRef="#br0" timeOffset="94731.26">28785 14505 6743 0,'0'0'1344'0,"0"0"-1239"0,0 0-105 16,31-46 0-16,-13 28 0 15,-1 0 0-15,-1 2 0 0,1-1 0 16,-1 0 0-16,1-2 0 0,-5-1 0 16,-1 1 0-16,-5-1 0 0,-4 7 0 15,-2 3 0-15,-6 2 0 0,-13 8 0 16,-4 5 0-16,-8 8 0 0,-2 10 0 16,4 3 0-16,5 2 0 0,3 3 0 15,6-3 0-15,7-2 0 16,8-2 0-16,13-2 0 0,3-2 0 15,7-5 0-15,4-6 0 0,0-5 0 16,2-4-465-16,-1-4-211 0,1-5-57 16,-2-3-967-16,-4 3 215 0,-2-3-484 15</inkml:trace>
  <inkml:trace contextRef="#ctx0" brushRef="#br0" timeOffset="94932.37">29153 14382 4822 0,'0'0'1400'15,"0"0"-535"-15,18-49 240 0,-16 30-1105 16,-2-1 0-16,-2 2 0 15,-8 3 0-15,-3 5 0 0,-1 9 0 16,-3 2 0-16,-1 13 0 0,-5 10 0 16,-2 7 0-16,1 7 0 0,3 2 0 15,2 0 0-15,11-4 0 0,8-5 0 16,6-5 0-16,9-7 0 0,7-11 0 16,3-8 0-16,4-11 0 0,2-13 0 15,0-9-33-15,-4-10-827 16,-6 10-1257-16,-3-5-112 0</inkml:trace>
  <inkml:trace contextRef="#ctx0" brushRef="#br0" timeOffset="95598.13">29270 13996 4858 0,'0'-41'1825'0,"2"12"-1081"0,-2 8 0 15,0 20-723-15,0 1-21 0,-4 11 0 16,-4 15 0-16,-4 10 0 16,-1 12 0-16,-1 7 0 0,-1-1 0 15,3 5 0-15,0 0 0 0,7 1 0 16,5-6 0-16,9-4 0 15,5-7 0-15,5-7 0 0,3-6-605 0,3-8-624 16,-2-11 353-16,0-10-64 16,-5-4 852-16,1-10 88 0,-9-4 496 15,1-2 300-15,-7-4-36 0,-4-6 321 16,-2-3-537-16,-4-4-483 0,-5 2-61 16,5 7 0-16,0 7 0 0,4 9 0 15,-2 6 0-15,2 4 0 16,-5 1 0-16,-5 10 0 0,-7 10 0 15,-1 7 0-15,-3 7 0 0,2 2 0 16,9-6 0-16,6-3 0 0,6-3 0 16,4-5 0-16,10-5 0 15,3-5 0-15,3-4 0 0,1-5 0 16,0-6 0-16,-1-3 0 0,1-4 0 16,-4-2 0-16,-3 0 0 0,-1 2 0 15,-3 2 0-15,-4 3 0 0,-2 2 0 16,-2 3 0-16,2 1 0 15,1 2 0-15,-1 12 0 0,2 9 0 16,-2 3 0-16,0 3 0 0,2-4 0 16,-2-7 0-16,-1-5 0 0,-1-2 0 15,0-5 0-15,0-1 0 0,0-3 0 16,-2 0 0-16,4-6 0 0,2-9 0 16,2-3 0-16,5-5 0 0,-1-2 0 15,3-1 0-15,1-4 0 0,3 0 0 16,1 0 0-16,1 4 0 15,0 4 0-15,-7 7 0 0,-3 8 0 16,-7 6 0-16,-2 1 0 0,0 8 0 16,0 12 0-16,-2 6 0 15,0 4 0-15,-2 2 0 0,0-2 0 16,0-3 0-16,0-2 0 0,0-6 0 16,0-5 0-16,2-5 0 0,0-4 0 15,0-2 0-15,0-3 0 0,0 0 0 16,0-4 0-16,4-5 0 15,4-8 0-15,2 2 0 0,3-2-557 16,-3 5-628-16,0 4-275 0,-1 0-2886 0</inkml:trace>
  <inkml:trace contextRef="#ctx0" brushRef="#br0" timeOffset="96031.67">29961 14328 3245 0,'0'0'4446'0,"6"-34"-3945"0,-6 22-501 16,0 6 0-16,0 3 0 0,-2 2 0 15,0 1 0-15,-4 0 0 0,-7 7 0 16,-7 10 0-16,-3 9 0 0,-4 6 0 16,4 3 0-16,5-5 0 15,5-2 0-15,9-3 0 0,6-4 0 16,11-3 0-16,7-4 0 0,3-6 0 16,4-3 0-16,0-5 0 0,-2-1 0 15,1-3 0-15,-3-4 0 0,2 1 0 16,-6-1 0-16,-3-2 0 15,-1 4 0-15,-5 1 0 0,-4 2 0 16,-2 1 0-16,-4-1-161 0,2 2 21 16,0 0 120-16,0 1 20 0,-2 0 212 15,0 0-103-15,3 0-109 0,1-1 0 16,4-2 0-16,6-1 0 0,7-3 0 16,4-3 0-16,0-1 0 0,-3 1 0 15,1-3 0-15,-4-4 0 16,-5-2 0-16,-3-6 0 0,-5-1 0 15,-4-3 0-15,-2 0 0 0,-8 3 0 16,-3 7 0-16,1 7 0 0,-7 9 0 16,1 3 0-16,-1 7 0 15,-3 4 0-15,-3 7 0 0,0 6 0 16,-4 7 0-16,7 7 0 0,3 4-245 16,13 2-935-16,8-1-677 0,8-15 260 15,7-2-808-15</inkml:trace>
  <inkml:trace contextRef="#ctx0" brushRef="#br0" timeOffset="96082.19">30308 14632 1064 0,'46'8'2069'0,"-7"-4"-2069"0,-6-3-188 16,-14-5-1385-16</inkml:trace>
  <inkml:trace contextRef="#ctx0" brushRef="#br0" timeOffset="96764.21">20843 15168 2621 0,'0'0'2277'0,"0"0"-1493"0,27-38 361 0,-25 26-461 16,-4 0-60-16,-5 1-567 0,3 3-57 15,-2 1 0-15,2 2 0 0,-4 3 0 16,-11 4 0-16,-8 17 0 15,-14 9 0-15,4 11 0 0,-3 2 0 16,11-3 0-16,7-1 0 0,7-6 0 16,13-3 0-16,4-4 0 0,15-6 0 15,3-5 0-15,9-10 0 0,4-3 0 16,1-9 0-16,1-8 0 0,0-3 0 16,-6-1 0-16,-2-2 0 0,-9 5 0 15,-5 5 0-15,-9 6 0 16,-2 5 0-16,0 2 0 0,-2 1 0 15,0 11 0-15,-4 6 0 0,0 4 0 16,4 2 0-16,0-4 0 0,10-6 0 16,9-2 0-16,5-5 0 15,7-7 0-15,5-6 0 0,1-7 0 16,-4-6-1025-16,-8 3-1488 0,-1-5-361 0</inkml:trace>
  <inkml:trace contextRef="#ctx0" brushRef="#br0" timeOffset="97048.76">21289 15036 6242 0,'0'0'1381'0,"-31"-38"-812"0,11 24-569 16,1 7 0-16,-4 6 0 0,5 3 0 15,-1 6 0-15,3 4 0 0,3 1 0 16,5 4 0-16,2 1 0 0,6 1 0 16,0 2 0-16,12-3 0 15,7 1 0-15,3-2 0 0,7-2 0 16,4-3 0-16,3-3 0 0,1-1 0 15,0 1 0-15,-4-1 0 0,-6 0 0 16,-8-1 0-16,-13 2 0 0,-6-1 0 16,-11 4 0-16,-9 2 0 15,-9 5 0-15,-11-3 0 0,1-3 0 16,-2-3 0-16,0-4 0 0,5-5 0 16,7-1 0-16,11-7 0 0,12-6 0 15,4 1-1229-15,8-4-3882 0</inkml:trace>
  <inkml:trace contextRef="#ctx0" brushRef="#br0" timeOffset="97548.9">22554 14603 4518 0,'0'0'688'0,"-4"-34"380"0,2 19-419 0,-2 6-25 0,0 6 21 0,-2 3-645 16,-5 15 0-16,-9 19 0 16,-11 19 0-16,2 15 0 0,0 7 0 15,8-1 0-15,3 2 0 0,5 1 0 16,5 0 0-16,6-6 0 0,2-8 0 16,8-9 0-16,9-12 0 0,5-11 0 15,3-8 0-15,8-14 0 16,0-9 0-16,0-9 0 0,-6-11 0 15,0-5 0-15,-10-1 0 0,-11-1 0 16,-10 4 0-16,-13 6 0 0,-12 3 0 16,-6 6 0-16,-8 6 0 15,-1 2 0-15,3 7 0 0,8 0 0 16,8 0 0-16,15-1 0 0,6-3 0 16,6 0 0-16,16-1-313 0,11 1-467 15,10-2 292-15,3-2-633 0,-11-3 61 16,0 1-609-16</inkml:trace>
  <inkml:trace contextRef="#ctx0" brushRef="#br0" timeOffset="97814.94">22685 15287 3365 0,'0'0'3562'16,"0"0"-3114"-16,0 0 232 0,49-30-543 16,-22 10-137-16,-2-2 0 0,-4 0 0 15,-1-6 0-15,-1 1 0 0,-7-3 0 16,-1 2 0-16,-3-2 0 15,-8 3 0-15,0 5 0 0,-8 0 0 16,-5 7 0-16,-5 4 0 16,-7 8 0-16,0 3 0 0,-4 9 0 15,-2 10 0-15,2 7 0 0,2 6 0 0,2 3 0 16,7 2 0-16,7 3 0 16,11-2 0-16,5-4 0 0,15-5 0 15,11-8 0-15,13-8 0 0,3-8 0 16,11-5 0-16,0-11-1057 15,-13 0-64-15,-1-4-235 0</inkml:trace>
  <inkml:trace contextRef="#ctx0" brushRef="#br0" timeOffset="98098.31">23220 14781 4922 0,'4'-41'1508'16,"0"2"-903"-16,-2-3 43 0,-2 10-139 15,-6 8-509-15,-6 5 0 16,-9 6 0-16,0 6 0 0,-10 4 0 15,0 4 0-15,-2 6 0 0,2 7 0 16,0 5 0-16,0 4 0 0,6 2 0 16,3-2 0-16,5 4 0 0,11 0 0 15,6 4 0-15,4 0 0 16,13 4 0-16,3-1 0 0,7 3 0 16,0 0 0-16,4 0 0 0,-4 2 0 15,-6 0 0-15,-3-1 0 0,-5-1 0 16,-7-2 0-16,0-2 0 15,-6 0 0-15,0-4 0 0,-8-2 0 16,-1-4 0-16,-5-4 0 0,-3-6-1177 16,1-4-288-16,4-4-496 0</inkml:trace>
  <inkml:trace contextRef="#ctx0" brushRef="#br0" timeOffset="98231.67">22966 15213 2829 0,'0'0'3738'0,"-4"-39"-3010"0,12 22-32 16,6 6-495-16,5 3-201 0,4 1 0 15,1 2 0-15,1-1 0 0,0 5 0 16,4-2 0-16,0 0 0 0,2 2 0 16,0 1-1241-16,-6 0-244 0,-2 0-516 15</inkml:trace>
  <inkml:trace contextRef="#ctx0" brushRef="#br0" timeOffset="98681.47">23412 15127 1208 0,'0'0'3990'0,"0"0"-2061"0,0 0-1209 16,-37-1-375-16,16 2-345 0,-3 8 0 15,-1 6 0-15,6 3 0 16,3 2 0-16,5 1 0 0,7 1 0 16,4-6 0-16,8 0 0 0,7-3 0 15,3-5 0-15,3-2 0 0,0-6 0 16,-3-1 0-16,-3-7 0 0,-3-4 0 16,-3-3 0-16,-3-2 0 15,-2-2 0-15,-2-3 0 0,-2 1 0 16,0-4 0-16,0 1 0 0,0 1 0 15,-2 0 0-15,0 3 0 0,0 3 0 16,2 4 0-16,0 5-509 0,6 3-211 16,6 4-645-16,5 1 441 0,1 1 87 15,1 8-555-15,-7 1 307 16,-3 7 437-16,1 1 648 0,-2 4 1112 16,-6 3-371-16,-2 1-61 0,0 2-80 15,0-1 157-15,-2-5 403 0,0-1-548 16,0-5-179-16,-2-5 255 15,4-4-360-15,0-5-60 0,0-1-167 16,0-1-101-16,4-3 0 0,2-9 0 16,5-8 0-16,3-5 0 0,1-2 0 15,-1 2 0-15,1 5 0 0,-3 5 0 16,-2 7 0-16,-1 2 0 0,-5 4-133 16,-2 1-431-16,4-2-12 0,-2 3-641 15,0-1 133-15,0 1-133 16,3 0-1540-16</inkml:trace>
  <inkml:trace contextRef="#ctx0" brushRef="#br0" timeOffset="98898.12">23669 15118 588 0,'0'0'2117'0,"0"0"-969"16,0 0 393-16,0 0-645 0,41 7-263 16,-23-7 163-16,-1-5-508 15,2-1-103-15,-7-1-185 0,0-2 0 16,-1-2 0-16,-5-2 0 0,-2 0 0 16,-4-4 0-16,-4 0 0 0,-4 1 0 15,-5 2 0-15,1 5 0 0,-7 4 0 16,1 5 0-16,-5 9 0 15,-4 10 0-15,2 10 0 0,-2 6 0 16,5 9 0-16,3 4 0 0,11 0 0 16,8 2 0-16,6-7 0 0,11-9 0 15,3-8 0-15,9-9 0 0,0-10 0 16,8-7 0-16,-2-11 0 0,-8-2-1449 16,-2-8-1465-16</inkml:trace>
  <inkml:trace contextRef="#ctx0" brushRef="#br1" timeOffset="136598.15">9422 2920 2785 0,'0'0'1693'0,"0"0"-1345"0,0-33-80 16,0 26 708-16,0 5-467 0,-2-2-109 16,-2 3 240-16,0 1-340 0,-3 12-27 15,-3 16-273-15,0 15 0 16,4 13 0-16,1 9 0 0,-1 6 0 15,2 11 0-15,0 13 0 0,-2 12 0 16,4 12 0-16,-7 10 0 16,7 12 0-16,-6 9 0 0,6 13 0 15,-2 9 0-15,0 9 0 0,4 6 0 16,4 3 0-16,2 6 0 0,-2-3 0 16,0 0 0-16,-4-7 0 0,-10-11 0 15,0-14 0-15,-9-16 0 16,0-20 0-16,1-17 0 0,1-20 0 15,1-23 0-15,-1-19 0 0,3-22 0 16,-7-22-229-16,9-3-1212 0,-7-19-507 16</inkml:trace>
  <inkml:trace contextRef="#ctx0" brushRef="#br1" timeOffset="137081.96">9379 6507 2893 0,'0'0'2629'0,"0"0"-1905"0,0 0-163 16,0 0 371-16,0 0-708 0,0 0-88 16,0 0-43-16,80-1-93 15,-12 5 0-15,11 3 0 0,14 1 0 0,12-1 0 16,15 3 0-16,13 0 0 16,13-1 0-16,13 0 0 0,13-3 0 15,12 0 0-15,6-2 0 0,15 1 0 16,6 3 0-16,0-1 0 0,14 1 0 15,-6 0 0-15,12 2 0 16,7 0 0-16,4 3 0 0,0 0 0 16,8 0 0-16,2-2 0 0,-4-1 0 15,2-3 0-15,-2-2 0 0,-12-1 0 16,-9 2 0-16,-16-1 0 0,-18 2 0 16,-24-3 0-16,-26 1 0 15,-23-2 0-15,-21-2 0 0,-16 1 0 16,-28-2 0-16,-15 0 0 0,-22-2 0 15,-18-7-117-15,-6 2-1684 0,-15-3-1004 0</inkml:trace>
  <inkml:trace contextRef="#ctx0" brushRef="#br1" timeOffset="137548.45">15117 6889 5122 0,'0'0'704'0,"0"0"-212"15,0 0 317-15,-39 33 7 0,34-33-567 16,1 0-249-16,4-8 0 0,0-14 0 16,4-18 0-16,9-13 0 15,-3-12 0-15,5-9 0 0,-1-7 0 0,-1-11 0 16,-3-14 0-16,4-8 0 16,-3-8 0-16,-1-12 0 0,-4-7 0 15,5-10 0-15,-5-7 0 0,4-5 0 16,0-6 0-16,5-1 0 0,1-8 0 15,-1 0 0-15,1 0 0 16,1-2 0-16,-7 5 0 0,1 5 0 0,-1 3 0 16,-6 8 0-16,-2 10 0 15,-2 9 0-15,0 12 0 0,-4 13 0 16,-2 7 0-16,0 9 0 0,-5 10 0 16,5 7 0-16,-2 13 0 0,2 7-453 15,1 21-1348-15,5 7-904 0</inkml:trace>
  <inkml:trace contextRef="#ctx0" brushRef="#br1" timeOffset="137932.06">15485 2760 4806 0,'0'0'1160'15,"0"0"-539"-15,0-33-37 0,-2 14-72 16,-9 0-36-16,-9 1-443 16,-1 2-33-16,-12 0 0 0,-8 3 0 15,-11-1 0-15,-10 2 0 0,-12-2 0 16,-17-1 0-16,-17 0 0 0,-14-2 0 16,-14-1 0-16,-17 2 0 0,-19 0 0 15,-12 3 0-15,-12 2 0 0,-19 3 0 16,-10 3 0-16,-11 4 0 0,-8 1 0 15,-12 7 0-15,-11 1 0 0,4 3 0 16,-5-3 0-16,9 1 0 0,3-5 0 16,4-4 0-16,10-2 0 15,15-10 0-15,7-7 0 0,16-7 0 16,16-4 0-16,12 0 0 0,13 0 0 16,18 5 0-16,6 3 0 0,9 4 0 15,15 3-769-15,30 5-1484 16,17 3-2397-16</inkml:trace>
  <inkml:trace contextRef="#ctx0" brushRef="#br1" timeOffset="140298.29">14753 2471 5726 0,'0'0'993'16,"0"0"-101"-16,0 0-396 0,0 0-411 15,0 0-85-15,0 0 0 0,37-31 0 16,17 3 0-16,14-8 0 0,15-4 0 16,12-3 0-16,27-4 0 0,23-4 0 15,20-5 0-15,17 0 0 16,18 1 0-16,11 0 0 0,19 3 0 15,1 3 0-15,7 7 0 0,2 6 0 16,-7 7 0-16,-3 5 0 0,-19 3 0 16,-13 4 0-16,-24 1 0 15,-21 5 0-15,-21 4 0 0,-25 2 0 16,-16 1 0-16,-22 4 0 0,-11 0 0 16,-15-1 0-16,-12 1 0 0,-10-4 0 15,-11-3 0-15,-2-4 0 0,-6 0-1485 16,-2-4-1293-16</inkml:trace>
  <inkml:trace contextRef="#ctx0" brushRef="#br1" timeOffset="141981.95">19890 1302 2925 0,'0'0'1485'0,"0"-48"-157"16,0 20-808-16,0 0 25 0,-2 2 387 15,-7-1-560-15,-3 2-287 0,-11 0-85 16,3 3 0-16,-7 3 0 0,2 5 0 15,-2 4 0-15,6 6 0 0,1 4 0 16,3 7 0-16,1 7 0 0,3 7 0 16,1 6 0-16,4 4 0 15,6 5 0-15,2 3 0 0,4 2 0 16,10 4 0-16,1 2 0 0,3 4 0 16,3 7 0-16,-5 6 0 0,-1 5 0 15,-5 3 0-15,-8 0 0 16,-2-4 0-16,-2-5 0 0,-6-6 0 15,-4-10 0-15,1-8 0 0,-1-9 0 16,2-10 0-16,1-8-769 0,3-7-1000 16,2-7-696-16</inkml:trace>
  <inkml:trace contextRef="#ctx0" brushRef="#br1" timeOffset="142115">19582 1723 7207 0,'0'0'536'0,"0"0"-87"0,0 0-449 16,0 0 0-16,37-13 0 0,-12 22 0 15,6 2 0-15,2 1 0 0,2 1 0 16,4-2 0-16,3-1 0 0,5 1 0 16,5-3-1205-16,-15-1-508 15,0-1-2353-15</inkml:trace>
  <inkml:trace contextRef="#ctx0" brushRef="#br1" timeOffset="142365.14">20140 1809 3189 0,'0'0'2269'0,"0"0"-1028"0,0 0-325 15,-25-40-339-15,2 25-577 16,1 3 0-16,1 11 0 0,4 4 0 15,3 13 0-15,0 8 0 0,1 5 0 16,3 4 0-16,6-1 0 0,4-1 0 16,2-1 0-16,6-9 0 15,2-2 0-15,7-8 0 0,4-8 0 16,-3-3 0-16,5-1 0 0,-2-7 0 16,-1-3 0-16,-3-2 0 0,-9-5 0 15,-2 1 0-15,-6-4 0 0,0 0 0 16,-4-1 0-16,0 0 0 0,-4 2 0 15,-5 0 0-15,-1-2 0 0,-1 5 0 16,5 3 0-16,2 5 0 0,6 6-541 16,2 0-219-16,0 3 75 15,0 0-1352-15,6 8 233 0</inkml:trace>
  <inkml:trace contextRef="#ctx0" brushRef="#br1" timeOffset="142548.44">20196 1924 2297 0,'0'0'1780'0,"0"36"-403"0,-4-25-469 15,4-6-135-15,0-3 251 0,-2-2-991 16,0-4-33-16,2-7 0 0,-3-11 0 16,3-7 0-16,3-6 0 15,5 3 0-15,4 1 0 0,3 7 0 16,-5 4 0-16,7 6 0 0,-7 2 0 16,4 1 0-16,3-1 0 0,-3-1-65 15,-1 2-1259-15,-3-1-545 0</inkml:trace>
  <inkml:trace contextRef="#ctx0" brushRef="#br1" timeOffset="143131.82">20295 1736 1400 0,'0'0'0'0,"0"0"4"0,0 0 104 0,0 0 1009 0,0 0-725 0,0 0 56 0,0 0-148 0,6-37 60 15,0 34 109-15,1-1-117 16,-3 1 40-16,0 1 328 0,0 0-191 15,-4 2-57-15,0 0 356 0,0 4-527 16,-4 3-301-16,-4 4 0 0,-5 5 0 16,-3 4 0-16,-3 6 0 15,3 6 0-15,3 4 0 0,5 3 0 16,2 4 0-16,6 0 0 0,8-4 0 16,4-5 0-16,5-10 0 0,8-8 0 15,4-8 0-15,4-8 0 0,4-5 0 16,0-10 0-16,2-4 0 0,-1-7 0 15,-5-1 0-15,0-4 0 0,-8 1 0 16,-7 2 0-16,-1 2 0 0,-13 6 0 16,0 5-445-16,-4 6-171 15,-4 3-729-15,-2 2-268 0,-9 1-1088 0</inkml:trace>
  <inkml:trace contextRef="#ctx0" brushRef="#br1" timeOffset="143498.38">20638 2105 2585 0,'0'0'3685'0,"0"0"-2824"0,0 0-209 16,0 0-243-16,0 0-409 0,0 0 0 16,0-39 0-16,0 6 0 0,4-5 0 15,-2-4 0-15,2 1 0 16,7-1 0-16,3 3 0 0,5 5 0 15,2 9 0-15,-1 7 0 0,1 5 0 16,0 5 0-16,-1 2 0 0,-1 3 0 16,-3-1 0-16,-3 1-165 15,-5-2-2224-15,-6-2-2933 0</inkml:trace>
  <inkml:trace contextRef="#ctx0" brushRef="#br1" timeOffset="143831.97">21130 1903 6819 0,'0'0'324'0,"41"2"236"15,-7-7-71-15,3-2-489 0,-2-2 0 16,-2-1 0-16,2 2 0 0,-8 0 0 15,2-1 0-15,-4-1-193 0,-9 3-2384 16,-5-2-1557-16</inkml:trace>
  <inkml:trace contextRef="#ctx0" brushRef="#br1" timeOffset="144215.06">21531 2262 2845 0,'-16'50'3417'16,"-1"0"-2828"-16,1 6-133 0,3-11-272 16,5-5-52-16,0-8 68 15,3-7-164-15,3-12 20 0,2-7 52 16,0-6-72-16,0-12 28 0,7-14 5 16,1-12-69-16,2-12 0 0,3-8 0 15,-5-5 0-15,0-7 0 0,2-7 0 16,5-2 0-16,1 0 0 0,13 9 0 15,4 9 0-15,7 11 0 0,-1 16 0 16,-6 8 0-16,-4 13 0 0,-8 10 0 16,-9 7 0-16,-6 9 0 15,3 3 0-15,-7 4 0 0,-2 5 0 16,0-1 0-16,-4 2 0 0,-3-1 0 16,-3-1 0-16,-2-3 0 0,-5 2 0 15,-4-4 0-15,-1-2 0 16,-1-4 0-16,2-4 0 0,7-1 0 15,-1-3 0-15,5 0-645 0,6-3-464 16,0-2-303-16</inkml:trace>
  <inkml:trace contextRef="#ctx0" brushRef="#br1" timeOffset="144481.25">22186 1806 1024 0,'0'0'5787'0,"0"0"-4883"0,-53-21-427 15,24 16-477-15,0 2 0 0,-10 3 0 16,1 7 0-16,5 6 0 0,2 4 0 16,6 6 0-16,9 3 0 15,6 5 0-15,5 1 0 0,5 1 0 16,13-3 0-16,5-3 0 0,13-7 0 16,7-7 0-16,9-7 0 0,3-6 0 15,-1-7 0-15,-3-6 0 16,-9-3 0-16,-8-5 0 0,-10-1 0 15,-11-4 0-15,-6-3 0 0,-2-3 0 16,-6-1 0-16,-7-4 0 0,-3-6 0 16,1-6 0-16,3 10-1774 15,0-5-527-15</inkml:trace>
  <inkml:trace contextRef="#ctx0" brushRef="#br1" timeOffset="144664.51">22412 1228 3473 0,'-9'34'3174'0,"-3"6"-2458"0,-2 14 52 16,-1 2-707-16,3 4-61 0,1 1 0 16,5-1 0-16,4 3 0 15,2-1 0-15,2 0 0 0,-2-4 0 16,2-5 0-16,0-7 0 0,0-6 0 16,3-11 0-16,3-7 0 0,2-12-665 15,-2-6-1744-15,-1-9-112 0</inkml:trace>
  <inkml:trace contextRef="#ctx0" brushRef="#br1" timeOffset="144931.92">22488 1884 1428 0,'0'0'4450'0,"0"0"-3145"16,31-31-561-16,-16 22-479 0,-5-3-265 15,4 0 0-15,-1 0 0 0,-1-3 0 16,-1-4 0-16,-3 1 0 0,-4 1 0 15,-4 1 0-15,0 3 0 0,-10 6 0 16,-5 5 0-16,-5 4 0 0,-1 12 0 16,-2 9 0-16,-2 11 0 15,3 9 0-15,1 4 0 0,6-1 0 16,9-2 0-16,6-6 0 0,15-10 0 16,10-6 0-16,10-10 0 0,12-7 0 15,15-5 0-15,9-10 0 16,5-5 0-16,-14-2-2226 0,-2-3-2544 0</inkml:trace>
  <inkml:trace contextRef="#ctx0" brushRef="#br1" timeOffset="145531.89">23398 1889 4197 0,'0'0'985'0,"0"0"-41"0,35-18 125 0,-25 20-501 15,1 14-244-15,-3 14-219 0,-2 10-105 16,-6 4 0-16,-4 1 0 0,-2-9 0 16,-1-2 0-16,-1-3 0 15,2-4 0-15,0-7 0 0,2-7 0 16,2-6 0-16,0-6 0 0,2-4 0 16,4-13 0-16,2-11 0 0,10-10 0 15,3-5 0-15,0-2 0 0,1 2 0 16,1 3 0-16,0 5 0 0,-3 9 0 15,1 10 0-15,-9 10 0 0,1 7 0 16,-3 10 0-16,-2 5 0 0,0 5 0 16,-2-1 0-16,3 2 0 15,-3-4 0-15,4-3 0 0,0-2 0 16,3-6 0-16,-3-4 0 0,0-4 0 16,2-4 0-16,1-8 0 0,-1-2 0 15,2-5 0-15,1 1 0 16,-5 4 0-16,0 2 0 0,-1 6 0 15,-7 3 0-15,0 3 0 0,4 2 0 16,-4 10 0-16,0 11 0 0,0 7 0 16,0 5 0-16,0 0 0 15,4-6 0-15,2-1 0 0,4-3 0 16,5-4 0-16,3-6 0 0,9-5-57 16,-6-6-1275-16,0-4-65 0</inkml:trace>
  <inkml:trace contextRef="#ctx0" brushRef="#br1" timeOffset="145831.38">24117 1956 7175 0,'-10'-35'1017'0,"-5"5"-1017"0,-3 2 0 0,-3 10 0 15,2 7 0-15,5 4 0 0,4 7 0 16,-1 5 0-16,-3 15 0 0,-3 10 0 16,-3 6 0-16,9 5 0 0,3-7 0 15,4-2 0-15,4-5 0 16,10-6 0-16,3-8 0 0,11-5 0 15,3-6 0-15,2-2 0 0,-2-5 0 16,-2-4 0-16,-7-1 0 0,-3 0 0 16,-7 2 0-16,-2 2 0 15,-4 2 0-15,1 3 0 0,-3 0 0 16,0 1 0-16,0 0 0 0,0 4 0 16,-3 11 0-16,-3 5 0 0,4 5 0 15,0-2 0-15,2-6 0 0,4-3 0 16,5-3 0-16,1-5 0 0,6-5-137 15,-7-1-1380-15,-1-7-728 0</inkml:trace>
  <inkml:trace contextRef="#ctx0" brushRef="#br1" timeOffset="146031.22">24375 1288 7439 0,'0'0'612'0,"17"-40"-471"16,-11 31-141-16,-6 9 0 0,0 10 0 15,0 12 0-15,-4 19 0 0,0 10 0 16,-2 9 0-16,2 8 0 0,-1 4 0 16,-1 4 0-16,2 8 0 15,-2-1 0-15,2-2 0 0,0-8 0 16,0-5 0-16,-1-8 0 0,1-13 0 16,0-11-193-16,0-13-1272 0,0-12-1848 0</inkml:trace>
  <inkml:trace contextRef="#ctx0" brushRef="#br1" timeOffset="146181.21">24140 1962 7011 0,'0'0'888'0,"0"0"-595"16,-17-41-293-16,19 36 0 15,11-2 0-15,10-5 0 0,5 1 0 16,6-1 0-16,-3 5 0 0,0 1 0 16,-5 1 0-16,1 2 0 0,2 2 0 15,-2 1 0-15,-6 2-613 16,-3 2-1256-16</inkml:trace>
  <inkml:trace contextRef="#ctx0" brushRef="#br1" timeOffset="146381.35">24553 2170 4990 0,'0'0'928'0,"-14"49"-380"0,8-29 541 16,4-11-561-16,-1-3-419 0,3-6-109 15,0-1 0-15,3-11 0 0,5-10 0 16,0-12 0-16,-2-6 0 0,3-4 0 15,-1-1 0-15,4 1 0 0,5 5 0 16,1 7 0-16,1 9 0 0,0 4 0 16,-3 3 0-16,1 0 0 15,-1 1-465-15,-3 4-724 0,-1-1-479 16</inkml:trace>
  <inkml:trace contextRef="#ctx0" brushRef="#br1" timeOffset="146532.04">24836 1891 3777 0,'0'0'3806'0,"-8"37"-3197"16,0-10-609-16,-4 10 0 0,-3 5 0 16,3-4 0-16,1-3 0 15,3-2 0-15,4-4 0 0,4-8 0 16,6-4 0-16,2-4 0 0,9-11 0 16,-7-2-1209-16,3-6-932 0</inkml:trace>
  <inkml:trace contextRef="#ctx0" brushRef="#br1" timeOffset="146648.47">24886 1617 4442 0,'0'-60'3453'0,"2"20"-3156"16,2 9-297-16,-4 22 0 15,0 8 0-15,-2 1 0 0,0 5 0 16,-2 11-361-16,0 0-1144 0,4 10-387 0</inkml:trace>
  <inkml:trace contextRef="#ctx0" brushRef="#br1" timeOffset="146865.14">24989 1947 6759 0,'0'0'988'0,"0"0"-756"0,11 34-19 16,-1-13-213-16,0 1 0 0,3 0 0 15,-1 1 0-15,1-1 0 0,1 0 0 16,3 2 0-16,-3-4 0 0,3 0 0 15,-3-3 0-15,-1-2 0 0,-5-4 0 16,-2-4 0-16,-4-5-77 0,2-1-1596 16,-2-1-291-16,0-3-1306 0</inkml:trace>
  <inkml:trace contextRef="#ctx0" brushRef="#br1" timeOffset="147014.79">25277 1901 8192 0,'0'0'0'16,"0"0"0"-16,-42 19 0 0,13 16 0 16,-6 13 0-16,0 6 0 15,2 2 0-15,10-5 0 0,3-1 0 16,5-5 0-16,5-14-33 0,6-8-2844 0</inkml:trace>
  <inkml:trace contextRef="#ctx0" brushRef="#br1" timeOffset="147581.64">26703 1565 5694 0,'0'0'664'0,"2"-53"-335"0,-10 22 251 0,-5 5-212 0,-3-2-180 16,-1 2 144-16,1 2-295 0,-3 3-37 15,1 4 0-15,-1 6 0 16,-4 7 0-16,-6 4 0 0,-2 10 0 15,-6 8 0-15,0 8 0 0,0 6 0 16,2 0 0-16,2 5 0 0,6 0 0 16,6 2 0-16,11 3 0 15,8 5 0-15,8 4 0 0,12 3 0 16,11 7 0-16,4 2 0 0,5 3 0 16,-3-1 0-16,-4-5 0 0,-6-3 0 15,-11-5 0-15,-6-8 0 0,-6-6 0 16,-2-8 0-16,-4-7 0 0,-2-7 0 15,0-6-681-15,-2-7-556 0,-1-3-2392 0</inkml:trace>
  <inkml:trace contextRef="#ctx0" brushRef="#br1" timeOffset="147731.54">26271 2059 7295 0,'0'0'284'0,"0"0"329"15,0 0-613-15,0 0 0 16,56 1 0-16,-15 2 0 0,7 1 0 15,-1-2 0-15,-7 3 0 0,-1-1 0 16,4-1 0-16,-3 2 0 0,-1 0 0 16,-2-1-477-16,-12 2-1648 15,-7-1-568-15</inkml:trace>
  <inkml:trace contextRef="#ctx0" brushRef="#br1" timeOffset="147998.51">26808 2112 4882 0,'0'0'1420'0,"0"0"-619"0,0 0 288 16,-37-31-1089-16,23 28 0 0,-5 3 0 15,-1 6 0-15,-3 9 0 0,2 3 0 16,0 5 0-16,7 2 0 0,4 3 0 16,6-1 0-16,6-1 0 15,10-2 0-15,5-6 0 0,3-4 0 16,7-7 0-16,0-3 0 0,2-4 0 16,2-3 0-16,-2-8 0 0,-6-2 0 15,-3-7 0-15,-3-5 0 16,-3 0 0-16,-5-2 0 0,-3 1-297 15,-4 1 49-15,-4 0-164 0,-7 4 248 16,-1 1 92-16,-6 3-128 0,-3 3-141 16,0 3-155-16,3 1-752 15,5 6 71-15,5-2-636 0</inkml:trace>
  <inkml:trace contextRef="#ctx0" brushRef="#br1" timeOffset="148181.32">26980 2184 812 0,'0'0'2361'0,"-19"57"-172"15,9-32-1253-15,4-11-207 0,0-8 199 16,4-2-691-16,2-4-237 0,0-9 0 16,4-8 0-16,6-13 0 15,9-9 0-15,1-5 0 0,3 0 0 16,6 5 0-16,2 2 0 0,6 4 0 16,3 4 0-16,-3 4 0 0,0 1 0 15,-2-4 0-15,-8 7-1914 16,2-4-2788-16</inkml:trace>
  <inkml:trace contextRef="#ctx0" brushRef="#br1" timeOffset="148714.89">28479 1646 2285 0,'0'0'2645'0,"0"0"-1717"16,0 0-223-16,0 0 587 0,0 0-955 16,-37-28-337-16,8 24 0 15,-11 4 0-15,-1 0 0 0,-7 5 0 16,7 4 0-16,-2 3 0 0,3 3 0 16,5 1 0-16,6 1 0 0,7 0 0 15,7-1 0-15,7-1 0 0,8-1 0 16,8 1 0-16,13 2 0 0,10 3 0 15,14 1 0-15,7 2 0 0,8 2 0 16,-4 0 0-16,-5 2 0 0,-13-1 0 16,-12-1 0-16,-7 0 0 15,-13-3 0-15,-4-1 0 0,-4-3 0 16,-12-2 0-16,-3 0 0 0,-5-4 0 16,-10-2 0-16,-5 0 0 0,-4-7 0 15,-2 0 0-15,1-3 0 16,3-3 0-16,6-4 0 0,6-1 0 15,8-3 0-15,7-2-269 0,10-1-631 16,6-6-81-16,4 4-1152 0,9-5-1728 0</inkml:trace>
  <inkml:trace contextRef="#ctx0" brushRef="#br1" timeOffset="148897.56">28652 1683 4878 0,'-18'52'2061'15,"5"0"-1553"-15,-3 12-156 0,3-1 41 16,-1-1-393-16,4-1 0 16,-1-4 0-16,5-5 0 0,2-3 0 15,-2-8 0-15,2-7 0 0,2-12 0 16,2-11-945-16,0-8-904 0,0-10-960 0</inkml:trace>
  <inkml:trace contextRef="#ctx0" brushRef="#br1" timeOffset="149182.13">28588 1637 7079 0,'0'0'720'0,"-2"-43"-327"0,10 25-393 16,7 6 0-16,6 6 0 0,8 3 0 16,4 4 0-16,4 9 0 0,-2 7 0 15,-4 8 0-15,-2 6 0 0,-8 8 0 16,-9 3 0-16,-8 5 0 0,-4 4 0 15,-4 2-221-15,-2 3 221 0,0 2 40 16,-3-1 52-16,-7-2-3 0,-3-2-89 16,-8-5 0-16,-6-4 0 15,-4-6 0-15,-2-6 0 0,-1-9 0 16,3-9 0-16,2-8 0 0,4-6 0 16,4-6 0-16,7-8-73 0,7-3-255 15,11-5-548-15,2 0 87 16,13 1-11-16,-1 4-689 0,7 2-204 0</inkml:trace>
  <inkml:trace contextRef="#ctx0" brushRef="#br1" timeOffset="149481.43">29326 1909 4538 0,'0'0'3633'15,"-33"-60"-3612"-15,4 27-21 0,-8 10 0 16,-2 7 0-16,-3 11 0 0,3 9 0 15,0 14 0-15,4 9 0 0,6 11 0 16,2 9 0-16,10 7 0 0,5 4 0 16,6 4 0-16,6-1 0 15,4-6 0-15,10-6 0 0,9-10 0 16,8-12 0-16,4-10 0 0,5-10 0 16,-1-7 0-16,-2-12 0 0,-2-12 0 15,-4-8 0-15,-2-7 0 16,-6-5 0-16,-7-2 0 0,-5-3 0 15,-5-3 0-15,-2-6 0 0,-4-5 0 16,0 5 0-16,0 7-65 0,0 18-1516 16,2 8-447-16</inkml:trace>
  <inkml:trace contextRef="#ctx0" brushRef="#br1" timeOffset="149648.74">29456 1795 7443 0,'-4'43'749'15,"2"2"-749"-15,2 14 0 0,0 3 0 16,0 1 0-16,6-3 0 16,5-3 0-16,3-6 0 0,5-4 0 15,-3-6 0-15,-1-9 0 0,-3-6 0 16,-3-12 0-16,-3-7 0 0,0-8-153 16,0-8-2472-16,-2-14-641 0</inkml:trace>
  <inkml:trace contextRef="#ctx0" brushRef="#br1" timeOffset="149797.82">29487 1704 7083 0,'0'0'812'16,"25"-34"-515"-16,0 23-297 15,8 3 0-15,6 1 0 0,5 1 0 16,-1 1 0-16,-1 0 0 0,-5 4 0 16,-8 1 0-16,-9 0 0 0,-5 0 0 15,-9 3 0-15,-2 1-377 0,-4-1-2692 16,-6 6-1677-16</inkml:trace>
  <inkml:trace contextRef="#ctx0" brushRef="#br1" timeOffset="149948.96">29485 2005 4674 0,'0'0'3518'0,"0"0"-3518"0,44 26 0 16,-9-23 0-16,10-3 0 0,13-5 0 15,6-6 0-15,-2-1 0 16,-6-2 0-16,-12 1 0 0,-9-1 0 15,-4-3 0-15,-13 4-1617 0,-7-2-3738 0</inkml:trace>
  <inkml:trace contextRef="#ctx0" brushRef="#br1" timeOffset="150815.01">20475 2865 2745 0,'0'0'1957'16,"16"-41"-1197"-16,-11 19-12 0,-5-1 653 16,-3 3-820-16,-7 0-581 15,-9 4 0-15,3 7 0 0,-7 5 0 16,-2 7 0-16,1 9 0 0,1 11 0 16,4 7 0-16,1 8 0 0,3 2 0 15,13 3 0-15,2 0 0 16,13-7 0-16,7-5 0 0,7-6 0 15,10-11 0-15,9-9 0 0,3-8 0 16,3-11 0-16,-4-6 0 16,-3-1 0-16,-16-3 0 0,-15 3 0 15,-5 2 0-15,-9-2 0 0,-15-1 0 16,-5 1 0-16,-9-1 0 0,-4 0 0 16,8 1 0-16,2 1 0 0,7 0 0 15,5 2-517-15,7 1-207 0,12 4-453 16,1 6 241-16,5 1-821 0</inkml:trace>
  <inkml:trace contextRef="#ctx0" brushRef="#br1" timeOffset="151132.51">20967 2758 7159 0,'0'0'876'0,"-35"-12"-719"15,18 0-157-15,-1 4 0 16,-3-2 0-16,2 1 0 0,3 3 0 15,1 1 0-15,5 4 0 0,0 1 0 16,5 4 0-16,3 4 0 0,2 6 0 16,2 6 0-16,11 2 0 15,5-1 0-15,13 1 0 0,3 0 0 16,1-3 0-16,2-3 0 0,-6 1 0 16,-8 1 0-16,-5-1 0 0,-5 0 0 15,-9 0 0-15,-4-3 0 0,0 1 0 16,-11 1 0-16,-9-2 0 0,1-1 0 15,-10 1 0-15,-2-3 0 0,0-4 0 16,-2 0 0-16,2-3 0 0,10-4 0 16,9 0 0-16,6-1 0 15,6-5-417-15,0 1-980 0,12-9-359 0</inkml:trace>
  <inkml:trace contextRef="#ctx0" brushRef="#br1" timeOffset="151565.56">21351 2701 4201 0,'0'0'2738'0,"0"0"-1998"0,0 0-227 0,-41-2-513 16,20 17 0-16,-6 11 0 16,1 6 0-16,-1 6 0 0,2 4 0 15,4 4 0-15,7 0 0 0,8-1 0 16,6-2 0-16,10-9 0 0,11-8 0 16,5-5 0-16,14-11 0 0,-1-9 0 15,8-4 0-15,1-14 0 0,-7-5 0 16,-8 3 0-16,-8-6-1437 0</inkml:trace>
  <inkml:trace contextRef="#ctx0" brushRef="#br1" timeOffset="151715.35">21535 2817 7467 0,'0'0'725'16,"-10"45"-725"-16,4-13 0 0,0 3 0 15,1 2 0-15,3-3 0 16,2-2 0-16,7-5 0 0,1-3 0 15,2-5 0-15,0-6 0 0,1-5 0 16,-1-6-1037-16,-4-4-2873 0</inkml:trace>
  <inkml:trace contextRef="#ctx0" brushRef="#br1" timeOffset="151848.85">21610 2576 5082 0,'0'0'3061'0,"0"0"-3012"16,-4-41-49-16,4 41 0 0,-3 0 0 15,-1 0 0-15,4 6 0 0,0 5 0 16,0 4 0-16,7-1-381 0,-3-1-2240 16,6-4-789-16</inkml:trace>
  <inkml:trace contextRef="#ctx0" brushRef="#br1" timeOffset="152031.72">21756 2534 6927 0,'0'0'1244'0,"0"0"-1223"16,0 0-21-16,0 0 0 0,3 52 0 16,-6-1 0-16,-1 12 0 15,2 4 0-15,-2 0 0 0,4-1 0 16,0-2 0-16,-4-4 0 0,2-10 0 16,-2-11 0-16,4-15-217 0,0-12-2792 15,0-13-385-15</inkml:trace>
  <inkml:trace contextRef="#ctx0" brushRef="#br1" timeOffset="152181.45">21936 2521 7111 0,'-6'39'1081'0,"0"10"-1081"16,2 13 0-16,-2 6 0 0,1 6 0 16,5-1 0-16,5-4 0 0,1-7 0 15,4-8 0-15,9-4 0 16,-3-9 0-16,1-12-493 0,-1-8-2156 0</inkml:trace>
  <inkml:trace contextRef="#ctx0" brushRef="#br1" timeOffset="152715.47">22230 3003 2669 0,'0'0'3277'0,"-27"-33"-2324"16,6 15-241-16,1 2-164 0,3-1-515 15,-4 3-33-15,5 2 0 0,6 4 0 16,1 3 0-16,7 5 0 0,-2 1 0 16,0 11 0-16,0 9 0 0,0 11 0 15,4 6 0-15,4 3 0 0,6-3 0 16,5-3 0-16,3-4 0 0,5-7 0 15,4-6 0-15,2-8 0 0,0-7 0 16,0-4 0-16,0-8 0 0,-5-8 0 16,-3-2 0-16,-4-2 0 15,-7 0 0-15,-2 3 0 0,-6 3 0 16,-2 5 0-16,-2 3 0 0,0 6 0 16,-4 0 0-16,6 1 0 0,-4 5 0 15,-2 10 0-15,-1 12 0 16,3 5 0-16,0 0 0 0,2-4 0 15,2-9 0-15,0-7 0 0,8-5 0 16,5-7 0-16,-1-1-2218 16,3-11-695-16</inkml:trace>
  <inkml:trace contextRef="#ctx0" brushRef="#br1" timeOffset="152915.51">22627 2553 7443 0,'0'0'749'0,"0"0"-749"0,0 0 0 15,0 0 0-15,0 0 0 0,-42 14 0 16,28 25 0-16,4 11 0 0,3 6 0 16,3 2 0-16,2 6 0 15,0 1 0-15,-4 0 0 0,4-2 0 16,-2-8 0-16,-5-7 0 0,1-5 0 16,-6-12 0-16,3-10-69 15,-1-8-1620-15,0-9-3881 0</inkml:trace>
  <inkml:trace contextRef="#ctx0" brushRef="#br1" timeOffset="153032.29">22360 3045 6615 0,'0'0'620'15,"50"-26"-268"-15,-13 16 72 0,-2 6-243 16,6 1-181-16,-6 3 0 0,-1 0 0 16,-8 6 0-16,-3-1-781 0,-2 1-2593 0</inkml:trace>
  <inkml:trace contextRef="#ctx0" brushRef="#br1" timeOffset="153465.57">22767 3069 4786 0,'0'0'2877'16,"0"0"-2348"-16,-45-16-529 15,34 13 0-15,3 1 0 0,-2 4 0 16,-3 7 0-16,-1 9 0 0,0 2 0 16,1 4 0-16,7-3 0 0,6 0 0 15,6 1 0-15,9-3 0 16,5-4 0-16,7-3 0 0,2-8 0 15,6-4 0-15,-4-5 0 0,2-7 0 16,-8-6 0-16,-4-2 0 16,-5-5 0-16,-5 1 0 0,-7-2 0 15,-4 2 0-15,-4-1 0 0,-7 3 0 16,1 1 0-16,-7 2 0 0,3 3 0 16,-1 1 0-16,5 7-77 0,6 2-319 15,0 3 84-15,4 3 108 0,6 4-388 16,6 8 63-16,11 8 193 0,6 6 36 15,2 4-324-15,-4-2 71 0,-10 1-419 16,-3-5 556-16,-6-1 416 0,-6-3 16 16,-2-4 628-16,-2-6 421 15,-4-3 976-15,2-3-825 0,0-3-887 16,-2-1-329-16,-3-4 0 0,5-9 0 16,4-13 0-16,11-6 0 0,9-4 0 15,11-1 0-15,0 5 0 16,6 3 0-16,-6 5 0 0,-4 1 0 15,-4 2 0-15,-6-3 0 0,-5 4 0 16,-2-4-3726-16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51:17.2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16004 3195 2589 0,'0'0'1336'0,"0"0"-867"0,0 0 719 0,0 0-384 0,0 0-131 16,0 0 187-16,0 0-587 0,0 0-273 15,0 0 0-15,0 0 0 16,-15 67 0-16,9-20 0 0,-4 4 0 15,3 6 0-15,-3 12 0 0,0 9 0 16,-1 9 0-16,7 9 0 16,2 8 0-16,2 11 0 0,2 12 0 15,7 8 0-15,-3 9 0 0,0 8 0 16,4 4 0-16,-1 5 0 0,-3 0 0 16,-4 0 0-16,-8 0 0 0,-5-1 0 15,-5 1 0-15,-5-6 0 16,0-8 0-16,1-6 0 0,-1-14 0 15,5-14 0-15,-1-10 0 0,7-14 0 16,-1-19 0-16,1-10 0 0,6-17 0 16,4-15 0-16,0-11 0 0,0-8 0 15,8-7 0-15,5-2 0 16,11-10-373-16,-3 2-2308 0,2-3-1489 0</inkml:trace>
  <inkml:trace contextRef="#ctx0" brushRef="#br0" timeOffset="399.8">15931 6796 5530 0,'0'0'792'0,"0"0"-487"15,0 0 203-15,58 18 180 0,-8-6-319 16,14 0-369-16,10 0 0 0,9-1 0 16,12 0 0-16,10 1 0 0,17 2 0 15,9 2 0-15,11 2 0 16,15 0 0-16,13 0 0 0,14-1 0 16,10-5 0-16,11-4 0 0,18-3 0 15,4-4 0-15,11-2 0 0,6-6 0 16,4-5 0-16,0-5 0 15,9 0 0-15,-3 1 0 0,-2 0 0 16,-2 6 0-16,-6 2 0 0,-15 4 0 16,-1 3 0-16,-19 1 0 0,-9 2 0 15,-16 2 0-15,-16 0 0 0,-18 1 0 16,-15 0 0-16,-19 1 0 0,-23 1 0 16,-11-2 0-16,-18-1 0 15,-20-1-2158-15,-15-3-243 0</inkml:trace>
  <inkml:trace contextRef="#ctx0" brushRef="#br0" timeOffset="949.84">16225 3095 5562 0,'0'0'2377'0,"78"12"-2377"0,-9-8-40 16,19 2 40-16,22-2 76 0,8-4 16 15,22 0 33-15,13-4-125 0,11-3 0 16,20-1 0-16,14-4 0 16,19-1 0-16,19-1 0 0,10-2 0 15,12 4 0-15,3-2 0 0,-1 2 0 16,5-1 0-16,-5 3 0 0,-4-1 0 16,5 3 0-16,-7-2 0 0,-2 3 0 15,-10 1 0-15,-10 0 0 0,-17-1 0 16,-13 0 0-16,-16 1 0 0,-18 0 0 15,-13-1-437-15,-17-5-307 0,-20-1-897 16,-31 2-56-16,-17-2-700 0</inkml:trace>
  <inkml:trace contextRef="#ctx0" brushRef="#br0" timeOffset="1216.97">22666 3095 6819 0,'-33'67'1056'0,"-2"9"-739"15,-2 16-317-15,12-1 0 0,6 8 0 16,9 10 0-16,6 10 0 16,4 11 0-16,8 11 0 0,-2 13 0 15,-2 9 0-15,-4 11 0 0,-6 6 0 16,-6 5 0-16,-5 8 0 0,-1-1 0 16,-1 5 0-16,2 0 0 0,-1-6 0 15,1-4 0-15,1-3 0 16,-3-12 0-16,3-6 0 0,-1-10 0 15,-4-16 0-15,1-12 0 0,5-15 0 16,1-17 0-16,1-14 0 0,1-14 0 16,-3-16-1385-16,7-16-1109 15</inkml:trace>
  <inkml:trace contextRef="#ctx0" brushRef="#br1" timeOffset="3966.83">9221 3163 5422 0,'13'37'448'0,"1"8"-76"0,3 13 353 16,-7 8-181-16,1 10-92 0,-1 13-223 15,0 11-229-15,-6 14 0 0,3 12 0 16,-1 14 0-16,8 12 0 0,3 7 0 16,3 11 0-16,1 5 0 0,0 5 0 15,1 5 0-15,-3 3 0 0,-2-4 0 16,-7 1 0-16,-10-4 0 15,-4-12 0-15,-13-10 0 0,-8-12 0 16,-1-18 0-16,-1-14 0 0,-4-21 0 16,4-20-177-16,2-17-739 0,9-21-229 15,-1-12-2108-15</inkml:trace>
  <inkml:trace contextRef="#ctx0" brushRef="#br1" timeOffset="4300.52">9221 6852 8183 0,'0'0'9'15,"69"31"-9"-15,-11-16 0 0,10-2 0 16,12-2 0-16,18 1 0 0,9-5 0 16,19 0 0-16,19-4 0 15,20-3 0-15,19-2 0 0,19-6 0 16,18-2 0-16,15-3 0 0,16 1 0 15,2 1 0-15,6-1 0 0,-1 3 0 16,3 0 0-16,1 5 0 0,6 2 0 16,-3 2 0-16,-1 0 0 0,6 5 0 15,-9 2 0-15,-3 2 0 16,-7 1 0-16,-6 1 0 0,-15-3 0 16,-14 0 0-16,-14-4 0 0,-17-4 0 15,-12-2 0-15,-24-7 0 0,-13-4 0 16,-17-4 0-16,-19-6 0 15,-18-7 0-15,-34 5-721 0,-11-6-2372 0</inkml:trace>
  <inkml:trace contextRef="#ctx0" brushRef="#br1" timeOffset="4750.14">9538 3121 8192 0,'72'6'0'0,"17"-5"0"16,23-1 0-16,7-1 0 0,24-5 0 16,18 0 0-16,19 0 0 0,31-1 0 15,18 0 0-15,26 1 0 0,18 2 0 16,16 2 0-16,9 0 0 0,1-1 0 15,5 3 0-15,-8-2 0 0,-7-1 0 16,-10 0 0-16,-16 0 0 16,-17 1 0-16,-17 0 0 0,-22 2 0 15,-25 0 0-15,-19 0 0 0,-26 0 0 16,-22 0-81-16,-20 0-859 0,-37 0-29 16,-6-4-1684-16</inkml:trace>
  <inkml:trace contextRef="#ctx0" brushRef="#br1" timeOffset="5000.26">15474 3033 5758 0,'0'0'764'16,"36"63"-107"-16,-20-10-117 0,-6 17-67 16,-3 12-473-16,1 13 0 0,-2 16 0 15,4 10 0-15,1 14 0 0,5 17 0 16,-1 15 0-16,1 16 0 0,-5 18 0 15,-5 11 0-15,-6 17 0 16,-2 10 0-16,-6 7 0 0,-5 4 0 16,3-2 0-16,2-2 0 0,-3-5 0 15,-5-13 0-15,-5-6 0 16,-10-18 0-16,2-58-1121 0,-12-17-4626 16</inkml:trace>
  <inkml:trace contextRef="#ctx0" brushRef="#br1" timeOffset="13468.91">11270 9093 5426 0,'0'0'756'0,"0"0"-215"0,-31-36 299 15,21 30-492-15,3 2-112 0,3 1-191 16,-2 3-45-16,-4 2 0 0,-1 14 0 16,-5 11 0-16,1 12 0 15,1 11 0-15,6 4 0 0,-7 7 0 16,5 3 0-16,4 2 0 0,6-3 0 15,6-6 0-15,15-6 0 0,1-7 0 16,13-10 0-16,7-9 0 16,7-11 0-16,7-11-433 0,2-9-627 15,-10-5-201-15,-7-4-2189 0</inkml:trace>
  <inkml:trace contextRef="#ctx0" brushRef="#br1" timeOffset="13800.93">11590 9358 5198 0,'0'0'840'0,"0"0"149"16,-24-33-389-16,13 33-204 0,1 9-227 16,-3 9-169-16,-1 7 0 0,-3 4 0 15,7 0 0-15,4-1 0 0,2-1 0 16,0 0 0-16,4-4 0 0,0-1 0 16,4-2 0-16,6-5 0 15,0-3 0-15,1-6 0 0,1-4 0 16,3-5 0-16,1-9 0 0,3-4 0 15,-7-3 0-15,3-3 0 16,-9 2 0-16,0 6 0 0,-2 4 0 0,0 6 0 16,-4 3 0-16,0 1 0 15,2 10 0-15,-2 10 0 16,0 5 0-16,0 3 0 0,0-1 0 16,5-7 0-16,1-2 0 0,4-2 0 15,-4 0 0-15,5-5 0 0,3-2-725 16,1-3 137-16,-3-6 155 0,5-5-1227 15,-3-2 35-15,-4-6-232 0</inkml:trace>
  <inkml:trace contextRef="#ctx0" brushRef="#br1" timeOffset="14067.56">11863 9505 5794 0,'0'0'793'0,"0"35"-69"16,-4-12-408-16,4-1-148 15,0 0-16-15,4-3-144 0,-4 0 40 16,6-4 4-16,-1-4-44 0,-3-4-8 15,-2-2 4-15,0-4 24 16,0-1-16-16,0-3 73 0,0-10-85 16,4-12 0-16,-4-7 0 0,6-5 0 15,4 0 0-15,5 6 0 0,-5 7 0 16,2 9 0-16,-1 8 0 16,-1 7 0-16,-2 1 0 0,1 12 0 0,5 6 0 15,-3 6 0-15,-5 7 0 16,4 3 0-16,-6 1 0 0,7 0 0 15,-1-2 0-15,2-1 0 0,3-4 0 16,-1-10 0-16,-1-5-1762 0</inkml:trace>
  <inkml:trace contextRef="#ctx0" brushRef="#br1" timeOffset="14468.78">12994 9451 6050 0,'0'0'801'16,"-27"-36"-221"-16,6 23 76 0,1 10-551 16,-1 6-105-16,-6 11 0 15,4 10 0-15,-1 6 0 0,7 6 0 16,7 1 0-16,6 3 0 0,4 2 0 15,6-2 0-15,8 1 0 16,3-2 0-16,3-9 0 0,5-5 0 16,8-13 0-16,5-11-69 0,7-8-431 15,-12-6-216-15,-2-5-2226 0</inkml:trace>
  <inkml:trace contextRef="#ctx0" brushRef="#br1" timeOffset="14767.01">13236 9444 7215 0,'0'0'512'0,"-42"-9"-252"0,26 10-55 15,3 10-205-15,3 5 0 0,0 3 0 16,2 7 0-16,1 3 0 0,3 3 0 16,4 1 0-16,4 1 0 15,11-5 0-15,1-4 0 0,11-8 0 16,0-9 0-16,-2-7 0 0,2-2 0 15,-7-7 0-15,-3-4 0 16,0-6 0-16,-13-3 0 0,2-4 0 16,-6-4 0-16,-6 1 0 0,2-4 0 15,-9-2 0-15,7-1 0 0,-4 3 0 16,1 6 0-16,9 7-97 0,0 6-227 16,11 8-188-16,-1 5-753 0,0 0-347 15,1 8-1014-15</inkml:trace>
  <inkml:trace contextRef="#ctx0" brushRef="#br1" timeOffset="15134.58">13399 9735 6486 0,'0'0'733'0,"0"0"-301"0,0 0 109 16,0 0-541-16,15-57 0 16,-1 15 0-16,-6-5 0 0,3 2 0 15,-1 9 0-15,-2 7 0 0,-2 8 0 16,1 9 0-16,-3 7 0 0,-4 5 0 15,6 2 0-15,-2 13 0 16,2 9 0-16,-2 7 0 0,3 3 0 16,-1-1 0-16,-2-5 0 0,6-2 0 15,-3-2 0-15,3-4 0 0,0-2 0 16,1-7 0-16,-5-6-173 0,2-2 53 16,-2-6 120-16,0-11 20 0,5-7 12 15,-1-9 104-15,0-5-31 16,-3-1-105-16,3 1 0 0,0 4 0 15,-1 7 0-15,-7 9 0 0,2 8 0 16,-4 3 0-16,4 4 0 0,-2 1 0 16,2 11 0-16,2 10 0 0,5 8 0 15,-1 7 0-15,0-3 0 0,1-4 0 16,-1-2 0-16,4-1 0 16,-7-2 0-16,5-3 0 0,-4-4-1013 15,-6-6-3925-15</inkml:trace>
  <inkml:trace contextRef="#ctx0" brushRef="#br1" timeOffset="15652.47">13924 8940 4181 0,'0'0'1921'16,"0"0"-1220"-16,-21 45-89 16,5-5-200-16,4 8-47 0,3 7-365 0,3 2 0 15,2 7 0-15,4 5 0 0,0 3 0 16,0 4 0-16,4-4 0 15,2-3 0-15,5-9 0 0,-1-11 0 16,4-9 0-16,-3-12 0 0,-1-12 0 16,0-7 0-16,-1-11 0 0,5-13 0 15,1-12 0-15,-5-8 0 0,0-5 0 16,-4 1 0-16,-6 0 0 16,-4 3 0-16,-8 7-13 0,-3 8-319 15,-1 11-344-15,1 6 200 0,-1 5-177 16,10 4-1584-16</inkml:trace>
  <inkml:trace contextRef="#ctx0" brushRef="#br1" timeOffset="15868.45">14170 9467 7523 0,'0'0'669'0,"0"0"-669"0,0 0 0 15,0 0 0-15,-6 48 0 0,-2-15 0 16,6 2 0-16,-3 1 0 0,5-8 0 16,0-3 0-16,7-5 0 0,-3-4 0 15,6-7 0-15,-4-5 0 0,3-4-2394 16,-3-6-1956-16</inkml:trace>
  <inkml:trace contextRef="#ctx0" brushRef="#br1" timeOffset="15967.53">14265 8962 6759 0,'0'0'0'16,"0"0"40"-16,0 0-40 0,0 0-140 15,4 38-805-15,-8-9-3633 0</inkml:trace>
  <inkml:trace contextRef="#ctx0" brushRef="#br1" timeOffset="16217.73">14313 9668 6470 0,'0'0'1141'0,"0"0"-560"16,0 0-581-16,0 0 0 0,16-44 0 16,3 1 0-16,8-6 0 0,-5 2 0 15,3 6 0-15,-4 6 0 0,-9 9 0 16,-1 13 0-16,-7 7 0 0,0 6 0 16,-2 8 0-16,-2 11 0 15,0 12 0-15,0 7 0 0,-6 2 0 16,2 2 0-16,2-8 0 0,-2 2 0 15,4-3 0-15,0-4 0 16,6-5 0-16,2-6 0 0,-2-6-41 16,5-11-939-16,-1-1-1409 0,-4-6-645 0</inkml:trace>
  <inkml:trace contextRef="#ctx0" brushRef="#br1" timeOffset="16467.55">14555 9650 6082 0,'0'0'1285'16,"0"0"-925"-16,0 0 8 0,0 0-271 15,47-9-97-15,-22-6 0 0,-4-6 0 16,-1-1 0-16,-3 0 0 0,-1-2 0 16,-1 3 0-16,-9-3 0 0,0 0 0 15,-6 3 0-15,-2 1 0 0,-12 5 0 16,3 7 0-16,-5 8 0 0,-5 11 0 16,5 10 0-16,-9 8 0 15,8 5 0-15,3 3 0 0,3 1 0 16,9-3 0-16,4-1 0 0,9-5 0 15,9-4 0-15,5-7 0 0,2-9 0 16,4-6 0-16,0-6 0 16,-4-9 0-16,-4 1-1445 0,-5-7-1961 0</inkml:trace>
  <inkml:trace contextRef="#ctx0" brushRef="#br1" timeOffset="18617.66">16119 9256 3293 0,'0'0'2029'0,"0"0"-985"0,-10-42-427 0,-2 30 579 0,-7 2-1183 0,-8 0-13 15,-6 4 0-15,-6 6 0 0,0 3 0 16,-3 10 0-16,5 3 0 0,6 6 0 15,4 4 0-15,0 5 0 0,7 1 0 16,1-3 0-16,13-3 0 16,6-6 0-16,10-2 0 0,11-3 0 15,6-3 0-15,10-4 0 0,8-1 0 16,3-1 0-16,4-1 0 16,-5-1 0-16,-8 5 0 0,-8 3 0 0,-6 3-225 15,-12 1 117-15,-9 1 100 16,-4 1 4-16,-6 2 4 0,-13 4 276 15,-4 1-207-15,-12 1-69 0,-2-1 0 16,-4 0 0-16,-3-5 0 0,3-6 0 16,10-3 0-16,4-8 0 0,6-3 0 15,9-7 0-15,4-6-389 0,8-5-1116 16,4 5 33-16,6-4-461 0</inkml:trace>
  <inkml:trace contextRef="#ctx0" brushRef="#br1" timeOffset="18800.93">16270 9302 6310 0,'-10'42'1121'0,"2"1"-605"16,-3 10-271-16,5-1-245 0,2 0 0 16,-2 3 0-16,6-2 0 15,-2-2 0-15,0-3 0 0,2-6 0 16,0-5 0-16,0-10 0 0,0-14-973 15,0-7-1120-15,0-13-1317 0</inkml:trace>
  <inkml:trace contextRef="#ctx0" brushRef="#br1" timeOffset="19067.75">16266 9204 6418 0,'0'0'1577'0,"6"-35"-1380"0,5 19-197 15,-1 4 0-15,11 0 0 0,6 1 0 16,4 4 0-16,4 4 0 0,2 6 0 16,4 11 0-16,-1 9 0 15,1 8 0-15,-8 8 0 0,-8 7 0 16,-9 4 0-16,-5 5 0 0,-11 0 0 16,-2 0 0-16,-17 4 0 15,-8 0 0-15,-10 2 0 0,-11-2 0 16,-3-2 0-16,1-6 0 0,-2-9 0 15,5-13 0-15,6-11 0 0,5-13 0 16,20-5-1101-16,3-7-852 0</inkml:trace>
  <inkml:trace contextRef="#ctx0" brushRef="#br1" timeOffset="19517.86">17033 9281 4386 0,'0'0'1248'0,"0"0"-352"0,0 0 473 16,0 0-1076-16,-37-13-293 0,0 30 0 16,-3 8 0-16,1 8 0 0,2 6 0 15,6 3 0-15,4 4 0 0,8 3 0 16,13 4 0-16,6 1 0 16,6-1 0-16,9 0 0 0,10-6 0 15,8-9 0-15,10-11 0 0,5-13 0 16,3-10 0-16,1-9 0 0,-9-9 0 15,-7-11 0-15,-10-7 0 16,-9-6 0-16,-9-6 0 0,-8 0 0 16,-8-2 0-16,-9 0 0 0,1-4 0 15,-9 1 0-15,4 2 0 0,-5 3 0 16,5 4 0-16,9 3 0 0,3 8-381 16,9 6-219-16,15 5-865 15,1 6-100-15,3 3-319 0</inkml:trace>
  <inkml:trace contextRef="#ctx0" brushRef="#br1" timeOffset="19667.71">17318 9379 6442 0,'-10'46'1709'15,"0"4"-1668"-15,-3 11-41 0,-1-4 0 16,8 0 0-16,-1-4 0 16,3-7 0-16,4-2 0 0,0-8 0 15,6-5 0-15,-1-9 0 0,-1-5 0 16,-2-13 0-16,-2-1-1017 0,4-14-652 0</inkml:trace>
  <inkml:trace contextRef="#ctx0" brushRef="#br1" timeOffset="19817.8">17298 9192 7007 0,'0'0'1185'0,"0"0"-1185"0,24-45 0 0,-3 36 0 15,4 0 0-15,4 1 0 16,2 2 0-16,0 2 0 0,6 3 0 15,-6 1 0-15,2 1 0 0,-8 5 0 16,-4 1 0-16,-11-2-1385 0,-6 2-4030 0</inkml:trace>
  <inkml:trace contextRef="#ctx0" brushRef="#br1" timeOffset="19984.9">17186 9546 4442 0,'0'0'3321'0,"0"0"-2949"0,62 15-315 16,-14-15-57-16,5 0 0 16,5-6 0-16,-6-1 0 0,2 1 0 15,-3 0 0-15,-13-1 0 0,-12 2-2006 16,-5-5-4180-16</inkml:trace>
  <inkml:trace contextRef="#ctx0" brushRef="#br1" timeOffset="22033.91">18867 9198 5122 0,'0'0'908'0,"0"0"285"16,0 0-601-16,0 0-215 0,0 0-377 16,-5 41 0-16,5-9 0 15,-2 8 0-15,-6 3 0 0,2-1 0 16,-6 0 0-16,-1-2 0 0,1-1 0 15,-3-2 0-15,-1-4 0 0,5-6 0 16,1-8 0-16,6-6 0 16,2-7 0-16,2-3 0 0,6 0 0 15,13-3 0-15,10 0 0 0,12-5 0 16,4-2 0-16,-1-3 0 16,-7 0 0-16,4-2 0 0,-10-1 0 0,-2-3 0 15,-4-4-637-15,-4 4-1412 16,-7-3-364-16</inkml:trace>
  <inkml:trace contextRef="#ctx0" brushRef="#br1" timeOffset="22184.4">19162 9278 2637 0,'0'0'5378'16,"-33"61"-5201"-16,15-17-177 0,3 6 0 16,-4 3 0-16,7 3 0 15,2-2 0-15,1 2 0 0,3-4 0 16,6-2 0-16,0-5 0 0,6-5 0 15,9-9 0-15,-5-9-1441 0,3-11-740 16</inkml:trace>
  <inkml:trace contextRef="#ctx0" brushRef="#br1" timeOffset="22334.32">19266 9727 7947 0,'0'0'245'0,"0"0"-245"16,53-10 0-16,-22 3 0 0,2-3 0 15,3 0 0-15,1 4 0 0,-4 0 0 16,-4 1 0-16,-9 3 0 0,-7-1-2574 0</inkml:trace>
  <inkml:trace contextRef="#ctx0" brushRef="#br1" timeOffset="22851.36">19822 9881 4982 0,'0'0'1024'0,"10"37"-303"0,-8-2 439 16,-2 6-855-16,0 5-305 0,-2 1 0 15,-6 1 0-15,1-2 0 16,-3-6 0-16,-2-2 0 0,-1-6 0 16,-3-8 0-16,1-11 0 0,3-12 0 15,2-10-177-15,5-15-183 0,5-11-28 16,5-5 76-16,5-7 248 0,-4-8 64 15,4-4 204-15,-3-7 108 0,1-4 100 16,2 0-39-16,1 6-373 16,5 7 0-16,1 12 0 0,3 10 0 15,7 9 0-15,-2 7 0 16,-2 5 0-16,-3 6 0 0,5 5 0 16,0 3 0-16,0 3 0 0,0 5 0 15,-3 3 0-15,-3 1 0 0,-7 3 0 16,-7 3 0-16,-5 3 0 0,-13 2 0 15,-10 4 0-15,-3 0 0 0,-12 0 0 16,5 1 0-16,-4-6 0 0,2-3 0 16,8-2 0-16,4-8 0 0,9-3-545 15,8-2-764-15,4-3-299 0</inkml:trace>
  <inkml:trace contextRef="#ctx0" brushRef="#br1" timeOffset="23118">20318 9690 5862 0,'0'0'1669'0,"-37"-18"-1008"16,12 13-661-16,2 2 0 0,2 2 0 15,-1 1 0-15,5 4 0 0,-2 7 0 16,9 2 0-16,0 7 0 0,8 5 0 16,2 4 0-16,2 3 0 0,12 0 0 15,3-3 0-15,6-5 0 16,5-5 0-16,6-9 0 0,1-6 0 15,-2-4 0-15,-2-3 0 0,-9-8 0 16,-7-1 0-16,-5-8 0 0,-6 0 0 16,-4-6 0-16,0-3 0 0,-6-3 0 15,2-2 0-15,-2-8 0 0,4-6-1950 16,0 10-303-16</inkml:trace>
  <inkml:trace contextRef="#ctx0" brushRef="#br1" timeOffset="23284.06">20508 9211 6651 0,'0'0'800'16,"-15"67"-196"-16,3-19-467 0,0 3-137 15,-3 4 0-15,5 2 0 0,-1 3 0 16,5-1 0-16,2 1 0 0,2-1 0 16,-2-3 0-16,4-4 0 0,0-6 0 15,0-8 0-15,6-13-677 16,-4-11-1228-16,0-13-1252 0</inkml:trace>
  <inkml:trace contextRef="#ctx0" brushRef="#br1" timeOffset="23518.01">20568 9854 6142 0,'0'0'1577'0,"0"0"-1104"16,33-43-473-16,-19 19 0 16,-3 1 0-16,-3-5 0 0,-4-2 0 15,-4-1 0-15,0 0 0 0,0 4 0 16,0 6 0-16,-4 11 0 0,2 6 0 15,-2 4 0-15,-9 17 0 16,-5 15 0-16,-3 14 0 0,-2 11 0 16,13 2 0-16,6-7 0 0,4-3 0 15,10-8 0-15,11-6 0 0,10-9 0 16,16-12 0-16,11-7 0 16,15-8 0-16,1-13 0 0,5-12 0 0,-21 4-1866 15,-3-7-3116-15</inkml:trace>
  <inkml:trace contextRef="#ctx0" brushRef="#br1" timeOffset="24117.71">21461 9697 5850 0,'0'0'1041'0,"-4"45"-185"16,-5-13-512-16,3 0-243 0,0 1-101 15,2-3 0-15,-2-3 0 0,6-5 0 16,0-5 0-16,0-6 0 0,0-4 0 16,0-6 0-16,0-1 0 0,4 0 0 15,-2-8 0-15,2-10 0 0,6-11 0 16,3-12 0-16,1-5 0 16,7-4 0-16,-2 10 0 0,-1 3 0 15,3 12 0-15,2 9 0 0,-5 8 0 16,-1 8 0-16,-7 3 0 0,0 10 0 15,-3 6 0-15,-3 6 0 16,-2 1 0-16,0 0 0 0,0-1 0 16,-2-4 0-16,4-3 0 0,0-6 0 15,-2-5 0-15,6-6 0 0,-1 2 0 16,-1-3 0-16,2-4 0 0,2-7 0 16,3-5 0-16,-1-6 0 0,-1 1 0 15,1 0 0-15,-2 5 0 16,-1 7 0-16,-3 3 0 0,-2 5 0 15,2 3 0-15,2 10 0 0,-1 12 0 16,3 4 0-16,-4 4 0 0,-2-1 0 16,-4-4 0-16,0-2 0 0,9-5 0 15,-3-4 0-15,0-6-185 0,0-5-1820 16,5-5-380-16</inkml:trace>
  <inkml:trace contextRef="#ctx0" brushRef="#br1" timeOffset="24434.12">22023 9716 7339 0,'-12'-35'853'0,"-1"6"-853"0,-3 2 0 16,1 9 0-16,-1 6 0 0,1 6 0 15,-1 6 0-15,-5 7 0 0,2 11 0 16,1 7 0-16,-3 8 0 0,5 5 0 16,1 2 0-16,3-3 0 0,8-1 0 15,4-8 0-15,10-5 0 16,7-8 0-16,3-5 0 0,11-10 0 15,0-5 0-15,2-10 0 0,2-4 0 16,-8-4 0-16,0 3 0 0,-6 0 0 16,-7 4 0-16,-7 6 0 0,-3 1 0 15,-2 7 0-15,-2 1 0 0,0 1 0 16,0 3 0-16,-2 14 0 16,-2 10 0-16,-1 8 0 0,-1 0 0 15,6-2 0-15,0-4 0 0,0-4 0 16,4-3 0-16,3-4 0 0,-1-4 0 15,0-7-865-15,-2-2-592 0,0-5-464 16</inkml:trace>
  <inkml:trace contextRef="#ctx0" brushRef="#br1" timeOffset="25017.91">22383 9110 5566 0,'0'0'652'0,"0"0"117"0,0 0 171 0,0 0-675 0,-27 64-265 15,8-5 0-15,-3 10 0 16,5 1 0-16,7-6 0 0,3-2 0 16,7-3 0-16,0-2 0 0,-2 0 0 15,2-4 0-15,-4-2 0 0,-2-1 0 16,-2-5 0-16,-3-8 0 0,-1-10 0 16,-2-10-93-16,1-17-1828 0,5-1-212 15,-2-15-1580-15</inkml:trace>
  <inkml:trace contextRef="#ctx0" brushRef="#br1" timeOffset="25150.72">22071 9659 6611 0,'0'0'944'0,"0"0"-492"0,31-35-267 15,-4 24-185-15,6-1 0 0,2 4 0 16,-2 2 0-16,6 5 0 16,-2 1 0-16,1 3 0 0,-5 2 0 15,-7 1-2222-15,-7 0-743 0</inkml:trace>
  <inkml:trace contextRef="#ctx0" brushRef="#br1" timeOffset="25435.13">22434 9867 6098 0,'0'0'913'15,"0"0"-277"-15,0 0-91 0,0 0-545 16,0 0 0-16,0 0 0 0,0 0 0 16,0 0 0-16,0 0 0 0,0 0 0 15,-2-42 0-15,2 7 0 16,9-1 0-16,5 0 0 0,9 2 0 15,8 3 0-15,0 5 0 0,4 8 0 16,-4 6 0-16,-4 6 0 0,-6 4-517 16,-5 2-736-16,-10 4-19 0,3 2 191 15,-7 0 1081-15,-2 3 457 0,0 3 1531 16,0 4-811-16,-4 3-676 16,1 3-501-16,-1 3 0 0,2 2 0 15,-2-1 0-15,0-1 0 0,4-1 0 16,4-5 0-16,0-5 0 0,5-3 0 15,1-8 0-15,0-4-185 16,1-5-1135-16,-5-5-3006 0</inkml:trace>
  <inkml:trace contextRef="#ctx0" brushRef="#br1" timeOffset="25567.86">22831 9238 7227 0,'0'0'965'16,"0"0"-965"-16,0 0 0 0,0 0 0 15,0 0 0-15,0 0 0 0,0 0 0 16,-8 34-925-16,10-18-752 0</inkml:trace>
  <inkml:trace contextRef="#ctx0" brushRef="#br1" timeOffset="25835.62">23036 9618 5754 0,'0'0'2189'0,"0"0"-1940"15,0 0-249-15,0 0 0 0,-39-14 0 16,20 24 0-16,-4 9 0 0,7 1 0 16,-5 4 0-16,15 0 0 0,0 0 0 15,6 1 0-15,4 0 0 16,4-1 0-16,11-1 0 0,-3-6 0 15,5-1 0-15,2-7 0 0,-3-4 0 16,1-5 0-16,-4-2 0 0,3-8 0 16,-9 2-1349-16,-1-5-832 0</inkml:trace>
  <inkml:trace contextRef="#ctx0" brushRef="#br1" timeOffset="26134.11">23154 9749 6090 0,'0'0'1097'16,"0"0"-337"-16,0 0-515 0,0 0-245 16,0 0 0-16,0 0 0 0,0 0 0 15,0 0 0-15,43 22 0 0,-16-32 0 16,4-4 0-16,-6-4 0 0,-4 3 0 16,-5-1 0-16,-3 0 0 0,-5 0 0 15,-4 1 0-15,-4 0 0 16,-4 4 0-16,-9 1 0 0,-5 10 0 15,-1 4 0-15,-1 11 0 0,-3 9 0 16,0 3 0-16,4 5 0 0,5 2 0 16,6 1 0-16,1-1 0 0,10-3 0 15,7-3 0-15,8-6 0 0,7-9 0 16,4-6 0-16,8-7-661 16,3-8-1192-16,-11-2-68 0,0-4-912 0</inkml:trace>
  <inkml:trace contextRef="#ctx0" brushRef="#br1" timeOffset="26434.22">23609 9550 6470 0,'0'0'729'15,"-40"-26"-77"-15,18 20-311 0,-5 6-341 16,-2 8 0-16,0 7 0 0,0 0 0 16,8 3 0-16,5-1 0 0,5-1 0 15,9-2 0-15,2 0 0 16,11 2 0-16,7-2 0 0,11 3 0 15,6-2 0-15,7 2 0 0,-1-2 0 16,2 3 0-16,-3 0 0 0,-7 2 0 16,-8-1 0-16,-7 1 0 0,-10-1 0 15,-6 0 0-15,-6 0 0 0,-12 0 0 16,-7 1 0-16,-8 0 0 16,-8-3 0-16,-7-1 0 0,3-3 0 15,-1-3 0-15,5-5 0 0,10-3 0 16,7-2 0-16,11-2 0 0,5-3 0 15,6-1-1654-15,0-7-575 0</inkml:trace>
  <inkml:trace contextRef="#ctx0" brushRef="#br1" timeOffset="27001.35">24971 9333 7411 0,'0'0'781'0,"0"0"-781"0,0 0 0 16,0 0 0-16,-15 57 0 0,5-4 0 15,-4 9 0-15,3 1 0 16,5-4 0-16,2 5 0 0,0 6 0 16,0 1 0-16,-5 2 0 0,-3-6 0 15,0-4 0-15,1-12 0 0,-1-7 0 16,-1-11 0-16,3-12-621 0,4-9-1148 16,0-11-528-16</inkml:trace>
  <inkml:trace contextRef="#ctx0" brushRef="#br1" timeOffset="27151.7">24690 9862 6290 0,'0'0'1849'16,"0"0"-1796"-16,0 0-53 0,0 0 0 15,62-20 0-15,-23 15 0 0,6 0 0 16,-3 2 0-16,-5 2 0 16,-2 1 0-16,-6 1 0 0,0 5 0 15,-2 1-1589-15,-8-1 96 0,1-2 392 0</inkml:trace>
  <inkml:trace contextRef="#ctx0" brushRef="#br1" timeOffset="27401.56">25190 9870 2957 0,'0'0'3517'0,"0"0"-2688"15,4-45-293-15,-10 32-183 0,-4 6-353 16,-7 2 0-16,0 6 0 0,-3 10 0 16,-1 7 0-16,0 7 0 0,3 2 0 15,5 5 0-15,7 0 0 16,6-1 0-16,4 0 0 0,11-4 0 15,3-7 0-15,11-4 0 0,4-8 0 16,3-5 0-16,1-4 0 0,-4-11 0 16,-6-4 0-16,-5-8 0 0,-7-2 0 15,-7-2 0-15,-8 0 0 0,-4 2 0 16,-8-1 0-16,-5 1 0 16,-8 2 0-16,-2 3 0 0,-4 2 0 15,7 6-2018-15,-1-3-1047 0</inkml:trace>
  <inkml:trace contextRef="#ctx0" brushRef="#br1" timeOffset="28550.92">11570 10598 2621 0,'6'-34'2029'0,"-6"9"-753"0,-6 1-439 15,-9 5-181-15,-1 6 117 0,-5 5-773 16,-10 4 0-16,4 7 0 0,-4 6 0 16,8 6 0-16,3 8 0 0,-1 6 0 15,4 6 0-15,7 4 0 16,0 3 0-16,10-3 0 0,4-2 0 15,8-5 0-15,9-6 0 0,6-9 0 16,4-6 0-16,4-9 0 0,-2-4 0 16,-2-8 0-16,-4-5 0 0,-6-5 0 15,-5-1 0-15,-10-1 0 0,-1 2 0 16,-5 3 0-16,0 1 0 16,-5 4 0-16,-1 2 0 0,4 5 0 15,-2 0 0-15,4 3 0 0,-4 0 0 16,4 1 0-16,0 1 0 0,8 10 0 15,0 10 0-15,3 9 0 0,3 7 0 16,-8 6 0-16,-1 1 0 16,1 6 0-16,-6 2 0 0,-11 5 0 15,-1 0 0-15,-9-1 0 0,-3-3 0 16,1-4 0-16,-2-10 0 16,2-9 0-16,3-10 0 0,-1-7 0 15,0-8 0-15,7-4 0 0,1-10 0 16,3-14 0-16,10-10 0 0,-4-16 0 15,4-3 0-15,6-4 0 0,4 5 0 16,9 8 0-16,2 8 0 0,1 8 0 16,5 4 0-16,0 5 0 15,2 6 0-15,4 1 0 0,-2-3 0 16,6 0 0-16,1-4 0 0,3-4 0 16,-4 1 0-16,-2-1 0 0,-8 1 0 15,-10 0 0-15,-7 1 0 0,-4 0 0 16,-6 0 0-16,-2 3 0 15,-6 2 0-15,-4 2 0 0,-5 3 0 16,-4 0 0-16,1 6 0 0,-5 5 0 16,2 2 0-16,2 14 0 0,-3 8 0 15,3 8 0-15,4 7 0 0,7 3 0 16,0 2 0-16,10-1 0 0,0-1 0 16,10-1 0-16,11-7 0 15,6-9 0-15,8-11 0 0,6-14 0 16,3-8 0-16,7-15 0 0,-3-10 0 15,-11 6-1061-15,-4-9-744 0</inkml:trace>
  <inkml:trace contextRef="#ctx0" brushRef="#br1" timeOffset="28750.81">12060 10124 6026 0,'0'0'1409'0,"0"0"-725"0,0 0-611 16,0 0-73-16,-17 33 0 15,7 11 0-15,-1 9 0 0,9 9 0 16,2-4 0-16,7 0 0 0,3 0 0 16,2-2 0-16,3-5 0 0,-5-1 0 15,0-5 0-15,-3-4 0 0,-3-3 0 16,-8-10 0-16,-3-12-2586 0,-7-7-1072 16</inkml:trace>
  <inkml:trace contextRef="#ctx0" brushRef="#br1" timeOffset="28867.53">11863 10705 7551 0,'0'0'641'0,"0"0"-641"16,48-25 0-16,-1 14 0 0,5 1 0 16,-2-1 0-16,-3-2 0 0,3-1 0 15,-7-4 0-15,-10 2 0 0,-4-5-6436 16</inkml:trace>
  <inkml:trace contextRef="#ctx0" brushRef="#br1" timeOffset="29500.77">13031 10656 3961 0,'-6'33'1213'0,"6"-5"-665"0,0 2-148 15,0-4-16-15,4-3-275 0,-2-4-13 16,6-6 68-16,-6-3-108 0,3-7 8 16,-5-1 108-16,0-2 12 0,0 0 148 15,0-2 177-15,-5-9-509 0,-5-7 0 16,0-5 0-16,-7-5 0 15,7-3 0-15,4-3 0 0,2-3 0 16,8 0 0-16,6 1 0 0,11 5 0 16,-1 5 0-16,9 3 0 0,2 2 0 15,7 5 0-15,3-1 0 0,-4 7 0 16,-2 0 0-16,-8 6-961 0,-10 1-868 16,-3 3-780-16</inkml:trace>
  <inkml:trace contextRef="#ctx0" brushRef="#br1" timeOffset="29769.22">13283 10796 5218 0,'0'0'748'15,"0"0"5"-15,35-7-317 0,-18-7-124 0,0-7 292 16,-7-2-483-16,4-3-121 16,-3-1 0-16,-9-1 0 0,-2 0 0 15,-6 2 0-15,-11 2 0 0,-8 5 0 16,5 7 0-16,-7 10 0 0,4 3 0 15,-2 13 0-15,4 10 0 16,1 6 0-16,-1 5 0 0,5 4 0 16,5 2 0-16,5-2 0 0,6 0 0 15,6-5 0-15,13-4 0 0,-1-4 0 16,13-8 0-16,0-8 0 0,7-5 0 16,3-6-653-16,-8-5-1556 15,2-3-256-15</inkml:trace>
  <inkml:trace contextRef="#ctx0" brushRef="#br1" timeOffset="30085.16">13713 10566 4998 0,'0'0'972'16,"-53"7"89"-16,22 0-589 0,6 2-248 15,-2-1 48-15,6 1-164 0,1-1-23 16,7-1-85-16,5-4 0 0,2 1 0 15,6-2 0-15,0 4 0 0,10 1 0 16,7 5 0-16,7 0 0 16,3 0 0-16,8-1 0 0,-6-1 0 15,0 2 0-15,-2-1-29 0,-4 0-95 16,-9 4-4-16,-3-2 52 0,-9 2-4 16,-2 0 80-16,-2 1 88 15,-5-1 4-15,-11 2 68 0,1 1-63 16,-10-1-97-16,1 2 0 0,-5-1 0 15,-5-2 0-15,10-2 0 0,-1-5 0 16,6-4 0-16,4-1 0 0,7-4-529 16,10-4-295-16,0-1-129 15,4-3-1752-15</inkml:trace>
  <inkml:trace contextRef="#ctx0" brushRef="#br1" timeOffset="30434.41">13635 11512 3633 0,'0'0'1753'0,"-17"36"-957"0,13-25-375 16,4-9-33-16,0-5 268 16,0-16-280-16,4-17-272 0,7-14-39 15,1-11-65-15,2-8 0 0,3-2 0 16,-1-7 0-16,5-7 0 0,-6-5 0 15,5 1 0-15,1 7 0 0,0 14 0 16,1 15 0-16,-5 17 0 0,-7 13 0 16,1 8 0-16,-7 6 0 0,0 6 0 15,-2 0 0-15,2 2 0 16,0 2 0-16,-2 11 0 0,2 9 0 16,-4 8 0-16,-6 6 0 0,-2 1 0 15,-2 2 0-15,-1-2 0 0,1-1 0 16,4-4 0-16,-1-7 0 0,7-4-53 15,0-11-1315-15,0-3-253 16,3-6-560-16</inkml:trace>
  <inkml:trace contextRef="#ctx0" brushRef="#br1" timeOffset="30751.73">14123 10655 3969 0,'0'0'2129'0,"0"0"-720"16,-15-38-797-16,5 32-539 0,-7 4-73 15,-3 2 0-15,-1 6 0 0,-2 9 0 16,-2 8 0-16,5 5 0 0,-1 9 0 16,4 3 0-16,5 3 0 0,8-3 0 15,4-2 0-15,10-3 0 0,7-6 0 16,10-10 0-16,8-6 0 16,2-8 0-16,0-7 0 0,0-10 0 15,-1-7 0-15,-10-6 0 0,-5-1 0 16,-11-5 0-16,-3-1 0 0,-7 2 0 15,-4-2 0-15,-7 0 0 16,-1 4 0-16,-3 0 0 0,5 7 0 16,8 2 0-16,2 9 0 0,0 3 0 15,2 3-37-15,12 3-1243 0,3 1 339 16,4 0 325-16,-1 3 140 0,-5 3-701 16,-3 6-287-16</inkml:trace>
  <inkml:trace contextRef="#ctx0" brushRef="#br1" timeOffset="30967.97">14276 10751 3581 0,'0'0'1461'0,"-21"58"-465"0,11-28 493 15,3-11-824-15,3-6-665 0,2-7 0 16,2-4 0-16,0-2 0 0,2-4 0 16,6-10 0-16,5-13 0 0,8-7 0 15,-1-6 0-15,1 3 0 16,-9 8 0-16,3 7 0 0,-9 9 0 16,2 7 0-16,-2 6 0 0,-1 14 0 15,1 6 0-15,0 10 0 16,0 2 0-16,2-2 0 0,-1 1 0 0,-1-2 0 15,-2-3 0-15,6-4 0 0,1-5 0 16,-1-6 0-16,2-6-225 16,-1-3-919-16,-1-4-2298 0</inkml:trace>
  <inkml:trace contextRef="#ctx0" brushRef="#br1" timeOffset="31501.59">14718 10589 6418 0,'0'0'1373'15,"0"0"-1121"-15,-17-42-103 0,-3 42-149 16,-1 0 0-16,-2 12 0 0,-2 3 0 16,5 3 0-16,-3 2 0 0,9-2 0 15,1 1 0-15,5-3 0 16,2-1 0-16,2 1 0 0,4-3 0 16,4-3 0-16,6-1 0 0,7-3 0 15,3-1 0-15,5 0 0 0,-4-4 0 16,-1 1 0-16,-7 1 0 15,-3-2 0-15,-4 1 0 0,-2 1 0 16,1-1 0-16,-5 4 0 0,-5 5 0 16,-5 4 0-16,-6 3 0 0,-5 0 0 15,0-1 0-15,1-6 0 0,3 0 0 16,3-4 0-16,3-3 0 0,1-1 0 16,4 0 0-16,6-2 0 15,-4 1-81-15,2-1-475 0,2 0-765 16,2 0 153-16,12-1 243 0,7-5-279 15,6-4 335-15,4-4-39 0,2-1-20 16,-4-1 928-16,0 0 452 0,0-1 1817 16,-3-1-969-16,1 2-27 0,-2-3 688 15,2-1-1256-15,-4 0-705 0,-3-1 0 16,1 0 0-16,-4 0 0 16,-7-4 0-16,0 3 0 0,-6-1 0 15,-4 7 0-15,-4 4 0 0,-8 8 0 16,-9 7 0-16,-6 13 0 0,-2 9 0 15,0 10 0-15,0 5 0 16,3 3 0-16,9-1 0 0,7-3 0 16,6-6 0-16,12-6 0 0,8-6 0 15,15-8 0-15,9-7 0 0,1-7 0 16,11-6 0-16,1-9 0 0,-13 2-749 16,-1-2-800-16</inkml:trace>
  <inkml:trace contextRef="#ctx0" brushRef="#br1" timeOffset="32068.5">15979 10722 6546 0,'0'0'1581'0,"0"0"-1516"0,0 0-65 0,-44-15 0 16,22 10 0-16,-3 0 0 0,0 1 0 15,6 3 0-15,1 1 0 0,1 10 0 16,3 7 0-16,4 9 0 16,1 7 0-16,5 4 0 0,4 1 0 15,10-2 0-15,7-5 0 0,4-4 0 16,6-7 0-16,4-8 0 15,4-7 0-15,-2-5 0 0,-6-7 0 0,0-3 0 16,-7-6 0-16,-1-1 0 16,-11-2 0-16,0 0 0 0,-8-2 0 15,-8 3 0-15,-2 1 0 0,-7-1 0 16,-3 0 0-16,-1 2 0 0,-2-1 0 16,7 3 0-16,-3-3 0 15,7 2 0-15,3-2 0 0,3 1 0 16,10-1 0-16,2 3 0 0,15-4 0 15,0 3-801-15,10-3-96 0,-11 4-1412 16,1 1-508-16</inkml:trace>
  <inkml:trace contextRef="#ctx0" brushRef="#br1" timeOffset="32384.7">16367 10324 5202 0,'5'-34'1216'0,"-1"1"-815"15,-2-8 355-15,-2 6-404 16,0-3-87-16,-2 3-265 0,-9 6 0 16,-3 3 0-16,-3 6 0 0,1 5 0 15,-5 6 0-15,-4 6 0 0,5 5 0 16,-1 7 0-16,-2 7 0 0,7 5 0 16,-3 4 0-16,3 3 0 0,-1 4 0 15,3 4 0-15,3 3 0 16,1 4 0-16,10 2 0 0,0 5 0 15,10 1 0-15,5 1 0 0,5 1 0 16,3-1 0-16,2-1 0 0,-2-1 0 16,-3 0 0-16,1-4 0 0,-11 0 0 15,-3-3 0-15,-7-3 0 16,-7-5 0-16,-3-5 0 0,-2-9-221 16,-3-10-1452-16,5-6-87 0,-7-5-786 0</inkml:trace>
  <inkml:trace contextRef="#ctx0" brushRef="#br1" timeOffset="32518.53">16124 10835 5910 0,'0'0'1789'0,"10"-32"-1296"16,6 16-493-16,1 4 0 0,4 0 0 15,5 0 0-15,1 4 0 0,2-3 0 16,0 3 0-16,0-1 0 0,-2 0 0 16,-6 2 0-16,-5-5-2182 0</inkml:trace>
  <inkml:trace contextRef="#ctx0" brushRef="#br1" timeOffset="34368.71">17298 10596 1956 0,'0'0'3594'0,"0"0"-2009"0,0 0-993 16,0 43-127-16,-7-4-465 0,3 9 0 16,-2 4 0-16,-4-2 0 15,4-6 0-15,-1-5 0 0,-1-3 0 16,2-7 0-16,4-5 0 0,0-10 0 15,0-6 0-15,2-5 0 0,0-3 0 16,0-4 0-16,2-16 0 0,6-16 0 16,4-11 0-16,9-6 0 15,0-1 0-15,-1 7 0 0,1 4 0 16,0 8 0-16,-7 11 0 0,-5 11 0 16,-5 7 0-16,0 6 0 0,-2 5 0 15,2 8 0-15,-4 12 0 0,0 8 0 16,0 5 0-16,-4 1 0 0,2-2 0 15,2-3 0-15,0-4 0 0,6-3 0 16,0-8 0-16,5-2 0 16,-1-6 0-16,0-7 0 0,1-4 0 15,3-10 0-15,-2-6 0 0,7-7 0 16,-2-3 0-16,-1-2 0 0,-3-2 0 16,1-1 0-16,-4 3 0 15,1 5 0-15,-5 6 0 0,-2 7 0 16,-4 6 0-16,0 3 0 0,0 1 0 15,0 5 0-15,0 11 0 0,-4 9 0 16,-2 8 0-16,-5 3 0 0,5-2 0 16,2-4 0-16,2-2 0 15,4-7 0-15,6-2 0 0,5-4 0 0,3-5-1577 16,-5-5-552-16,-1-4-1321 0</inkml:trace>
  <inkml:trace contextRef="#ctx0" brushRef="#br1" timeOffset="34618.68">17715 10834 5766 0,'0'0'1449'0,"2"-38"-777"0,-2 26-367 0,0 10-305 16,0 2 0-16,-2 5 0 0,-6 12 0 15,2 14 0-15,-5 8 0 0,9 5 0 16,2-1 0-16,9-8 0 16,5-1 0-16,3-8 0 0,7-4 0 15,-1-7 0-15,2-5 0 0,-4-5 0 16,-5-5 0-16,5-4 0 0,-9-9 0 15,1-6 0-15,-1-5 0 0,-6-5 0 16,5-4 0-16,-7-2 0 0,-2-5 0 16,-4 2 0-16,-2 0 0 0,-7 4 0 15,5 4 0-15,6 8 0 16,0-1-417-16,0 8-1608 0,6-3-816 0</inkml:trace>
  <inkml:trace contextRef="#ctx0" brushRef="#br1" timeOffset="34836.01">18056 10267 3949 0,'0'0'2221'0,"0"0"-1004"16,0 0-537-16,0 0-555 0,44 41-125 0,-38 5 0 15,0 11 0-15,-4 2 0 16,0 5 0-16,9-1 0 0,-3 1 0 15,0-4 0-15,-4-4 0 0,2-5 0 16,-1-5 0-16,-5-9 0 0,4-12 0 16,-4-12-1041-16,2-13-2033 0</inkml:trace>
  <inkml:trace contextRef="#ctx0" brushRef="#br1" timeOffset="35234.6">18397 10225 6579 0,'0'0'980'0,"-29"42"-528"15,13-1-271-15,1 8-181 0,3 11 0 16,4 6 0-16,6 3 0 0,2 0 0 15,6-3 0-15,4-1 0 16,-4-2 0-16,-1-2 0 0,-1-1 0 16,-4-6 0-16,0-9 0 0,-4-11 0 15,-1-11 0-15,5-12-1621 0,-6-11-1009 0</inkml:trace>
  <inkml:trace contextRef="#ctx0" brushRef="#br1" timeOffset="35384.83">18238 10849 6522 0,'0'0'989'0,"0"0"-353"16,35-42-591-16,-12 31-45 0,2 2 0 16,2 3 0-16,2 2 0 0,-7 4 0 15,5 0 0-15,-6 2 0 16,0-1 0-16,-5-1-21 0,-1 0-1243 16,-9-1-2470-16</inkml:trace>
  <inkml:trace contextRef="#ctx0" brushRef="#br1" timeOffset="35568.16">18571 10880 6490 0,'-10'39'1009'0,"-1"-5"-316"16,-3 7-693-16,4-3 0 0,-3-3 0 15,3-5 0-15,2-6 0 0,1-9 0 16,3-8 0-16,4-4 0 0,4-7 0 15,7-14 0-15,-1 1-1329 0,4-18-3245 0</inkml:trace>
  <inkml:trace contextRef="#ctx0" brushRef="#br1" timeOffset="35685.51">18705 10397 7831 0,'0'0'361'0,"0"0"-361"15,0 0 0-15,0 0 0 0,0 0 0 16,0 0 0-16,0 0 0 15,0 0 0-15,0 38-2758 0,11-16-1412 0</inkml:trace>
  <inkml:trace contextRef="#ctx0" brushRef="#br1" timeOffset="35868.8">18815 10958 7591 0,'0'0'480'0,"0"0"-359"0,0 0-121 15,0 0 0-15,0 0 0 0,54-15 0 16,-30 9 0-16,10-1 0 0,-3 2 0 16,0 0 0-16,-2-1 0 0,4-1 0 15,-2-2 0-15,-5 1-1129 16,-1-3-5106-16</inkml:trace>
  <inkml:trace contextRef="#ctx0" brushRef="#br1" timeOffset="36218.6">19425 10587 5662 0,'0'0'640'0,"0"0"57"0,0 0-137 15,-6 70 73-15,6-17-633 0,6 8 0 16,-2 3 0-16,-2-2 0 15,-2-1 0-15,0-2 0 0,-6-4 0 16,4-4 0-16,-2-7 0 0,-3-8 0 16,-1-7 0-16,-4-14-1149 0,3-5-1024 15,-1-10-2197-15</inkml:trace>
  <inkml:trace contextRef="#ctx0" brushRef="#br1" timeOffset="36501.96">19408 10696 5158 0,'11'-42'2541'16,"1"-1"-2061"-16,9-2-467 0,3 11-13 16,3 9 0-16,4 8 0 0,2 10 0 15,0 7 0-15,-4 13 0 16,2 8 0-16,-4 8 0 0,2 7 0 16,-6 6 0-16,-7 2 0 0,-1 5 0 15,-11 1 0-15,-8 2 0 0,-17 3 0 16,-12 4 0-16,-12 1 0 0,-7 0 0 15,-6-3 0-15,-2-7 0 16,2-9 0-16,7-10 0 0,9-9 0 16,9-8 0-16,13-7 0 0,9-4-517 15,11-3-215-15,19-2-577 0,12-9 57 16,0 1 299-16,8-6-1456 0</inkml:trace>
  <inkml:trace contextRef="#ctx0" brushRef="#br1" timeOffset="36785.64">19997 10801 5170 0,'0'0'1497'0,"0"0"-537"0,-39-41-395 16,20 35-565-16,3 4 0 15,-1 7 0-15,1 9 0 0,-5 13 0 16,-4 10 0-16,5 8 0 0,-1 10 0 16,4 2 0-16,5 0 0 0,4-2 0 15,8-9 0-15,0-9 0 0,16-10 0 16,3-9 0-16,4-9 0 15,1-7 0-15,-1-7 0 0,6-8 0 16,-6-11 0-16,2-8 0 0,-3-5 0 16,1-6 0-16,-8-2 0 0,-5 0 0 15,-6-3 0-15,-8 0 0 0,-2-3 0 16,-9 1 0-16,-1 5 0 0,3 9 0 16,3 11 0-16,2 9 0 15,8 7 0-15,0 0-905 0,6 6-1716 16,2-3-853-16</inkml:trace>
  <inkml:trace contextRef="#ctx0" brushRef="#br1" timeOffset="36951.48">20161 10725 5442 0,'-11'41'2121'16,"3"10"-1492"-16,0 15-629 0,-3 3 0 16,5 0 0-16,4-4 0 0,2-8 0 15,4-7 0-15,5-7 0 0,1-6 0 16,-4-10 0-16,2-6 0 15,-6-10 0-15,-2-8 0 0,5-3 0 16,-3-14-589-16,0 0-1512 0,0-15-796 0</inkml:trace>
  <inkml:trace contextRef="#ctx0" brushRef="#br1" timeOffset="37102.19">20159 10653 7083 0,'0'0'884'0,"12"-42"-659"0,2 24-225 16,3 7 0-16,8 2 0 0,4 2 0 15,4 1 0-15,2 3 0 0,0-1 0 16,0 3 0-16,-4 1 0 0,-6 1 0 16,-6 5 0-16,-7 0-77 0,-8 1-3993 0</inkml:trace>
  <inkml:trace contextRef="#ctx0" brushRef="#br1" timeOffset="37235.54">20233 10942 6631 0,'0'0'944'0,"0"0"-364"16,0 0-543-16,58 25-37 0,-23-27 0 16,2-8 0-16,5-3 0 0,-3-4 0 15,2 1 0-15,-4-4 0 0,-6 3-1037 16,-4-2-2485-16</inkml:trace>
  <inkml:trace contextRef="#ctx0" brushRef="#br1" timeOffset="37852.18">21473 10974 4834 0,'0'0'864'0,"0"0"149"16,0 0-353-16,0 0-132 0,0 0-235 16,-6-36-293-16,-10 33 0 0,-3-2 0 15,0 5 0-15,-1 0 0 0,3 0 0 16,-2 5 0-16,5 2 0 16,2 0 0-16,-3 2 0 0,5 3 0 15,4 1 0-15,4 1 0 0,2 1 0 16,8 0 0-16,6-2 0 0,9-2 0 15,2-1 0-15,6-1 0 16,2 0 0-16,-2 1 0 0,0 2 0 16,-8 2 0-16,-5 4-213 0,-5 2-27 15,-9 2 148-15,-4 0 92 0,0-3 0 16,-4-3 60-16,-5-2 192 16,-3-2-76-16,0-1-119 0,-9-2-57 15,4 0 0-15,-7 0 0 0,1-4 0 16,-2-1 0-16,4-3 0 0,5-1 0 15,3-1 0-15,5-2 0 0,4 1 0 16,2-2-213-16,-2-1-95 0,4-3-588 16,4-4 11-16,2 0-263 15,13-5-1578-15</inkml:trace>
  <inkml:trace contextRef="#ctx0" brushRef="#br1" timeOffset="38286.74">21678 11034 5402 0,'0'0'1265'15,"0"0"-85"-15,-39 34-835 0,26-12-345 16,3 5 0-16,2 3 0 0,-1 1 0 16,7-2 0-16,2-4 0 0,11-4 0 15,5-4 0-15,7-7 0 0,4-5 0 16,4-7 0-16,0-7 0 16,0-8 0-16,-4-4 0 0,-7-4 0 15,1-4 0-15,-7-2 0 0,-3 0 0 16,-5 2 0-16,-4 2 0 0,-2 5 0 15,0 4 0-15,0 6 0 0,0 5 0 16,0 5 0-16,0 2 0 0,0 0 0 16,0 4 0-16,2 7 0 0,0 12 0 15,4 7 0-15,-6 7 0 16,-2 5 0-16,-4 0 0 0,-2 4 0 16,-2 5 0-16,-1 7 0 0,-3 3 0 15,-5 6 0-15,-6-2 0 0,-6 3 0 16,-6-5 0-16,0-4 0 0,0-4 0 15,-5-11 0-15,5-8 0 16,6-10 0-16,-2-9 0 0,6-11 0 16,4-6 0-16,5-9 0 0,3-11 0 15,9-9 0-15,2-14 0 16,4-9 0-16,10-8 0 0,7-1 0 16,8 3 0-16,6 5 0 0,10 3 0 15,11 2 0-15,8 2 0 0,2-3-1321 16,-13 13-48-16,-1 0-588 0</inkml:trace>
  <inkml:trace contextRef="#ctx0" brushRef="#br1" timeOffset="38601.19">22087 10979 6623 0,'0'0'896'16,"0"0"-223"-16,0 0-673 0,0 0 0 16,0 0 0-16,0 0 0 0,-41-11 0 15,16 27 0-15,-8 5 0 0,0 2 0 16,4-1 0-16,0 0 0 0,4 2 0 15,5-2 0-15,5-1 0 16,7-4 0-16,10-2 0 0,8-4 0 16,11-3 0-16,10-3 0 0,4-3 0 15,4-2 0-15,3 0 0 0,-1-1 0 16,-4 1 0-16,0 1 0 0,-6 3 0 16,-8 1 0-16,-10 0 0 15,-7 3 0-15,-8 5 0 0,-7 2 0 16,-5 2 0-16,-7 0 0 0,-6-2 0 15,-4-4 0-15,-2-2 0 0,-2-4 0 16,8-5 0-16,5-9 0 0,11-7 0 16,11-7-973-16,2 2-416 0,9-6-2625 15</inkml:trace>
  <inkml:trace contextRef="#ctx0" brushRef="#br1" timeOffset="38785.3">22335 10451 6206 0,'0'0'957'0,"0"0"-421"16,0 0-43-16,-2 45-493 0,2-2 0 16,4 10 0-16,-2 6 0 0,0 2 0 15,1 5 0-15,-6 9 0 0,-3 2 0 16,-4 3 0-16,-7-5 0 0,5-7 0 16,0-11 0-16,-1-10 0 15,1-8 0-15,-1-10 0 0,-3-13-1337 16,10-9-672-16,-5-7-1061 0</inkml:trace>
  <inkml:trace contextRef="#ctx0" brushRef="#br1" timeOffset="38918.67">22098 11121 6731 0,'0'0'776'0,"0"0"-356"16,37-39-155-16,-10 26-265 0,6 1 0 16,2-2 0-16,-4 2 0 0,-4 2 0 15,4 1 0-15,-6 2 0 0,-3 2 0 16,1-1-1329-16,-9 4-788 0,-3-2-1669 15</inkml:trace>
  <inkml:trace contextRef="#ctx0" brushRef="#br1" timeOffset="39602.08">22472 11228 6270 0,'0'0'1349'15,"0"0"-829"-15,0 0-467 0,49-30-53 16,-24 10 0-16,2-7 0 0,0-2 0 15,0-1 0-15,-5-2 0 0,-5 1 0 16,-9-1 0-16,-6 0 0 0,-2 5 0 16,-2 4 0-16,-6 8 0 15,-2 9 0-15,-3 6 0 0,-1 10 0 16,-3 10 0-16,-1 8 0 0,-1 8 0 16,2 5 0-16,3 0 0 0,8 0 0 15,6-5 0-15,10-5 0 0,11-9 0 16,6-6 0-16,2-7 0 0,2-9-49 15,0-3-115-15,-2-9 88 16,0-6 76-16,-5-3-16 0,-3-3 12 16,0 1 4-16,-5 3 8 0,-5 7-4 15,-3 4-4-15,-2 3 68 0,-4 4-32 16,2 2 68-16,2 11-15 0,1 8-89 16,-1 7 0-16,-2 4 0 15,-4 0 0-15,4-5 0 0,-4-2 0 16,0-3 0-16,0-6 0 0,0-4 0 15,0-5 0-15,0-3 0 0,0-2 0 16,2 0 0-16,2-12 0 0,2-10 0 16,3-4 0-16,1-5 0 15,0 1 0-15,3 4 0 0,-1 4 0 16,1 6 0-16,-3 6 0 0,-2 7 0 16,-4 4 0-16,1 12 0 0,-5 7 0 15,0 5 0-15,0 4 0 0,-5-4 0 16,3-1 0-16,2-4 0 0,-2-4 0 15,2-3 0-15,0-5 0 16,0-4 0-16,0-3 0 0,2 0 0 16,0-2 0-16,5-6 0 0,1-12 0 15,4-1 0-15,1-4 0 0,1-2 0 16,1 4 0-16,1-3 0 0,3 1 0 16,3 5 0-16,-1 4 0 15,-2 4 0-15,-3 7 0 0,-3 4 0 16,-7 1 0-16,-2 9 0 0,0 5 0 15,-4 6 0-15,0 5 0 0,-4 0 0 16,2-5 0-16,0-1 0 0,2-4 0 16,0-4 0-16,10-3-161 15,3-6-1596-15,-1-3-35 0,3 0-766 0</inkml:trace>
  <inkml:trace contextRef="#ctx0" brushRef="#br1" timeOffset="39918.83">23563 10994 6078 0,'0'-38'1313'0,"0"4"-665"0,0 1-495 0,-4 12-153 16,0 9 0-16,-6 5 0 0,-7 4 0 15,-10 4 0-15,-2 6 0 0,0 5 0 16,0 4 0-16,7 4 0 0,3 0 0 16,9 1 0-16,8 4 0 15,2-1 0-15,12 2 0 0,9 0 0 16,5-3 0-16,5-1 0 0,5-4 0 15,1-2 0-15,-2-2 0 0,-6-2 0 16,-8-1 0-16,-9-3 0 0,-6-1 0 16,-6-2 0-16,0-1 0 15,-4 1 0-15,-10 3 0 0,-11 2 0 16,-8 2 0-16,-7 1 0 0,-1-3 0 16,4-1 0-16,0-3 0 0,4 1 0 15,4-1 0-15,2 0 0 0,16-2-805 16,3-1-1640-16,8-1-80 0</inkml:trace>
  <inkml:trace contextRef="#ctx0" brushRef="#br1" timeOffset="40118.87">23772 11276 2637 0,'0'0'3757'0,"0"0"-3292"16,0 0-453-16,0 0-24 15,0 0-64-15,0 0-413 0,0 0-519 16,0 0-4278-16</inkml:trace>
  <inkml:trace contextRef="#ctx0" brushRef="#br1" timeOffset="51985.37">3004 14113 1088 0,'0'0'32'0,"0"0"-32"0,0 0 0 16,0 0-260-16,0 0-228 0</inkml:trace>
  <inkml:trace contextRef="#ctx0" brushRef="#br1" timeOffset="53518.89">2481 14199 844 0,'0'0'16'16,"0"0"-16"-16,0 0-4 15,0 0 4-15,0 0 56 0,0 0-16 16,6-38 120-16,4 29 176 0,-4 1-276 15,-2 3-12-15,-2 1 1053 16,-2 1-985-16,0 0 144 0,-2 2 696 16,-12 1-523-16,-3 5-105 0,1 2 372 15,-3 0-296-15,7 0-4 0,4-3 205 16,3-2-329-16,3-1 24 0,2-1 164 16,-2 0-224-16,2 0-187 0,0 0-53 15,0 0 0-15,0 0 0 0,0 0 0 16,2 0 0-16,3 0 0 0,-1 0 0 15,2 0 0-15,-2 1 0 0,2 1 0 16,-2 1 0-16,3 0 0 16,3 3 0-16,0-2 0 0,3 1 0 15,11-1 0-15,-1-2 0 0,8-2 0 16,4-1 0-16,7-4 0 0,3-1 0 16,7-3 0-16,6 2 0 15,4-1 0-15,4 1 0 0,0 3 0 16,2 0 0-16,5 0 0 0,-3 2 0 15,6 0 0-15,5 1 0 16,2-1 0-16,6 0 0 0,-1-3 0 0,7-1 0 16,1-1 0-16,5-2 0 15,-4-1 0-15,-2 2 0 0,-10-2 0 16,-2 4 0-16,-9 2 0 0,-16 1 0 16,-11 3-261-16,-16 0-227 0,-16 0-845 15,-7 3-111-15,-14-1-445 0</inkml:trace>
  <inkml:trace contextRef="#ctx0" brushRef="#br1" timeOffset="54001.95">2350 14676 1528 0,'0'0'825'0,"0"0"203"0,-35 16 77 15,33-13-525-15,2-1-128 16,0-1 220-16,0 2-360 0,10 1-111 16,13 5 263-16,12 0-48 0,9 2-44 15,12-1-135-15,1-3-237 0,12-3 0 16,9 0 0-16,9-4 0 16,6 0 0-16,10 0 0 0,5-3 0 15,12-4 0-15,6-2 0 0,4-3 0 16,7-1 0-16,-1 0 0 0,-8 1 0 15,-8 5 0-15,-21 2 0 0,-14 4 0 16,-15 1 0-16,-14 0 0 16,-8 0 0-16,-15 1 0 0,-9-1 0 15,-9 0 0-15,-5 0 0 0,-3 0-405 16,-7-3-283-16,0 0-189 0,-7-5-2076 0</inkml:trace>
  <inkml:trace contextRef="#ctx0" brushRef="#br1" timeOffset="54352.32">4527 14039 2377 0,'0'0'2045'0,"0"0"-729"16,0 0-588-16,0 0-179 0,-33 38 279 16,27-9-479-16,2 9-349 0,-1 5 0 15,5 4 0-15,0 3 0 0,9 5 0 16,-3 2 0-16,4 0 0 0,1-1 0 15,-1-3 0-15,-4-6 0 0,0-5 0 16,3-6 0-16,-9-6 0 16,0-5 0-16,-7-5-205 0,-7-7-411 15,4-6-1065-15,-13-7-864 0</inkml:trace>
  <inkml:trace contextRef="#ctx0" brushRef="#br1" timeOffset="55469.07">2807 14197 3481 0,'0'0'1753'16,"0"0"-473"-16,-41 56-915 15,8-18-109-15,-17 5 228 0,1 0-304 16,-9 2 12-16,2-1-80 0,6-5-88 15,5-4-24-15,12-6 0 0,12-11 0 16,11-7 0-16,6-7 0 16,6-4-24-16,12-2-44 0,25-16 56 15,19-9 12-15,17-12 88 0,16-9-24 16,8 1-56-16,8-4-8 0,1 0 0 16,-3 2 9-16,-6 6-9 0,-10 5 0 15,-10 4 0-15,-11 9 0 0,-18 8 0 16,-15 6 0-16,-14 8 0 0,-15 3 0 15,-6 10-13-15,-21 13 13 0,-16 11 13 16,-17 11-13-16,-18 6 0 16,-5 5 0-16,-5 2 0 0,-3 1 0 15,8-1 0-15,13-8 0 0,19-10 0 16,18-14 0-16,14-9 0 0,13-9 0 16,17-8-133-16,16-7-39 15,15-6 172-15,18-12-4 0,6-7 16 16,15-3-12-16,12-6 112 0,5-1-40 15,1-2 41-15,-4 3-113 16,-6 4 0-16,-6 4 0 0,-16 10 0 16,-13 5 0-16,-15 9 0 0,-24 7 0 15,-11 10 0-15,-18 13 0 0,-15 9 0 16,-20 11 0-16,-9 4 0 0,-4 6 0 16,0 1 0-16,0-1 0 0,13-3 0 15,8-7 0-15,10-9 0 0,15-11 0 16,8-6 0-16,12-10 0 0,11-5-53 15,16-9 29-15,6-7 24 16,13-11 0-16,6-2 4 0,2-4-4 16,4-3 8-16,-3 2 28 0,3 0-16 15,4 2-11-15,-4 5-9 0,-4 4 0 16,-6 11 0-16,-10 10 0 0,-11 10 0 16,-12 9 0-16,-9 6 0 15,-5 4 0-15,-11 5 0 0,0 1 0 16,-11 4 0-16,-3 0 0 0,-3-3 0 15,-3 3 0-15,-3-5 0 0,2-5 0 16,-4-3 0-16,3-9-77 16,-3-7-791-16,8-6-353 0,-5-3-3193 0</inkml:trace>
  <inkml:trace contextRef="#ctx0" brushRef="#br1" timeOffset="55702.39">3547 13929 1580 0,'0'0'1297'0,"2"33"-1129"15,7-13 196-15,-1 1-16 0,6 1-348 16,1 0-132-16,-1-2-764 16,-6-6-41-16,1-2-215 0</inkml:trace>
  <inkml:trace contextRef="#ctx0" brushRef="#br1" timeOffset="56052.5">3558 14261 6198 0,'0'0'721'16,"0"0"-373"-16,0 0 24 15,0-53-56-15,6 13-79 0,0-6-237 16,4-5 0-16,-4-2 0 0,3-6 0 15,-7-7 0-15,0-5 0 0,-2-5 0 16,0-5 0-16,2-3 0 16,-2-6 0-16,4-3 0 0,-2-2 0 15,2-3 0-15,2 0 0 0,-1 5 0 16,-1 2 0-16,-4 5 0 0,0 11 0 16,-6 9 0-16,-5 10 0 0,1 13 0 15,0 7 0-15,-1 8 0 0,7 6 0 16,0 6 0-16,2 4-525 0,2 2-2500 0</inkml:trace>
  <inkml:trace contextRef="#ctx0" brushRef="#br1" timeOffset="57035.96">3400 12086 2641 0,'0'0'2673'16,"0"0"-2021"-16,0 0 377 0,0 0-353 15,0 0-224-15,0 0-383 0,0 0-69 16,0 0 0-16,0 0 0 0,17 55 0 16,-9-14 0-16,5-1 0 0,-7-2 0 15,0 3 0-15,-4 2 0 16,-2 2 0-16,0-2-29 0,-4-3-119 16,0-3 20-16,2-6 52 0,2-6-64 15,0-9-212-15,2-6-44 0,2-7-909 16,-4-4-808-16</inkml:trace>
  <inkml:trace contextRef="#ctx0" brushRef="#br1" timeOffset="57269.55">3405 12447 6855 0,'0'0'744'15,"39"25"-151"-15,-10-7-593 0,6 1 0 16,0-3 0-16,0-1 0 15,7-1 0-15,11-2 0 0,5-3 0 16,10-2 0-16,7-3 0 0,10-4 0 16,3-2 0-16,1-7 0 0,-10-4 0 15,-5-1 0-15,-12 0 0 16,-4 0 0-16,-16 1 0 0,-22-1-73 16,-9 3-867-16,-11 2-233 0,-13 1-1648 0</inkml:trace>
  <inkml:trace contextRef="#ctx0" brushRef="#br1" timeOffset="57552.6">3254 11865 2377 0,'0'0'1380'0,"0"0"-539"0,51-17-225 15,-30 17 164-15,6 8-388 16,10 1-19-16,11 2 351 0,5-2-340 16,20 2-59-16,9-5-325 0,13-1 0 15,5-4 0-15,5-1 0 16,-10-1 0-16,-10-5 0 0,-6 1 0 16,-11-1 0-16,-10 0-37 0,-15 2-635 15,-6 0 268-15,-8 0 184 0,-10 2-333 16,-5-2-51-16,-8 3-156 0,-1 0-877 15,-5-3-156-15</inkml:trace>
  <inkml:trace contextRef="#ctx0" brushRef="#br1" timeOffset="57752.55">4409 11861 5918 0,'0'0'536'15,"0"0"285"-15,6 46-321 0,-1-16-83 16,-1 6-417-16,-4 4 0 0,2 5 0 15,-2 4 0-15,4 1 0 16,-4 1 0-16,2 1 0 0,-2-2 0 16,0-3 0-16,-2 1 0 0,-2-3 0 15,-2-4 0-15,6-3-305 16,-9-6-379-16,7-9-289 0,-6-7-2500 0</inkml:trace>
  <inkml:trace contextRef="#ctx0" brushRef="#br1" timeOffset="58686.29">3642 12769 1980 0,'0'0'2626'0,"0"0"-1094"0,0 0-895 15,0 0-41-15,0 0 128 0,0 0-627 16,-43-4-97-16,20 17 0 0,-2 7 0 16,1 5 0-16,-3 6 0 0,-2 2 0 15,0 3 0-15,4-1 0 16,4 4 0-16,7-2 0 0,8-5 0 16,10-4 0-16,10-7 0 0,15-7 0 15,8-7 0-15,11-7 0 0,8-6 0 16,0-8 0-16,1-4 0 0,-1-1 0 15,-6-1 0-15,-7 2 0 0,-18 4 0 16,-8 5 0-16,-11 3 0 0,-6 2 0 16,-11 0 0-16,-15 3 0 15,-12 1 0-15,-15 6 0 0,-3 7 0 16,-2 5 0-16,4 4 0 0,5 6 0 16,1 2 0-16,5 5 0 0,1 3 0 15,9 2 0-15,6 2 0 16,13-3 0-16,4-3-25 0,10-4-51 15,10-6 68-15,17-4 8 0,8-4-24 16,8-5 24-16,9-5 0 0,0-5-20 16,1-3 20-16,-1-7 0 15,-2-4 4-15,-5-2-4 0,-12 1 0 16,-6-2 0-16,-12 3 0 0,-5 3 12 16,-10 1 8-16,-17 1-20 0,-3 2 0 15,-18 3-104-15,-7 3 20 0,-3 9-32 16,1 5 64-16,4 3 52 0,1 2-8 15,5 2 8-15,10-3 0 0,6 2 8 16,11-4 0-16,10 0-8 0,2 0 0 16,15 0-16-16,7-1 16 15,12 0 28-15,1 1-8 0,2 1 48 16,2 2 8-16,-5 4-60 0,-12 2 8 16,-7 3 88-16,-9 1-40 15,-6 2-7-15,-6 1-65 0,-17-1 0 16,1-2 0-16,-7-4 0 0,-4-6 0 15,0-7 0-15,-2-13 0 0,12-1-1021 16,-4-14-772-16</inkml:trace>
  <inkml:trace contextRef="#ctx0" brushRef="#br1" timeOffset="59086.25">4219 12651 1896 0,'0'0'2538'0,"0"0"-1090"0,8 49-527 0,-8-13-129 0,-6 10-195 15,0 0-597-15,-4-1 0 0,3 0 0 16,3-3 0-16,4-1 0 0,4-3 0 15,3-4 0-15,-5-2 0 0,6-2 0 16,-8-5 0-16,4-4-145 0,2-6-1251 16,-6-6 167-16,0-2-380 0</inkml:trace>
  <inkml:trace contextRef="#ctx0" brushRef="#br1" timeOffset="59302.54">3925 13339 7235 0,'0'0'652'16,"0"0"-347"-16,0 0-305 0,58-9 0 15,-25 4 0-15,3-3 0 0,3 0 0 16,2 2 0-16,5-1 0 16,3 1 0-16,7 2 0 0,-6 0 0 15,-1 1-265-15,1 2-567 0,-5-1-285 16,-7 0 285-16,-7 0-1 0,-15 1-1952 0</inkml:trace>
  <inkml:trace contextRef="#ctx0" brushRef="#br1" timeOffset="59669.24">4242 13339 5914 0,'0'0'717'0,"-25"48"71"0,13-10-15 16,-5 8-773-16,3 9 0 15,1 10 0-15,3 5 0 0,6 4 0 16,4 3 0-16,-4 0 0 0,4-4 0 16,0-3 0-16,4-7 0 15,-4-10 0-15,4-8-37 0,2-8-247 16,-4-12 28-16,2-12-528 0,0-9-197 15,-4-12-880-15</inkml:trace>
  <inkml:trace contextRef="#ctx0" brushRef="#br1" timeOffset="61569.21">3849 11925 2213 0,'0'0'1612'0,"0"0"-675"0,0 0 331 16,0 0-411-16,0 0-169 0,0 0-71 15,0 0-617-15,-6-32 0 0,4 3 0 16,0-3 0-16,0-4 0 16,2 0 0-16,-5-5 0 0,1-4 0 15,-2-4 0-15,4-5 0 0,-2-3 0 16,4-4 0-16,0-3 0 15,0-1 0-15,4-4 0 0,2-2 0 16,-4-1 0-16,2 1 0 0,1-1 0 16,-5 5 0-16,0 0 0 0,-9 1 0 15,3 4 0-15,0 2 0 0,0 0 0 16,-3 1 0-16,1 5 0 0,0 2 0 16,-5 5 0-16,-1 9 0 0,2 7 0 15,-3 7 0-15,5 4 0 16,-1 7 0-16,7 4-349 0,4 6-207 15,4 2 172-15,3 1-229 0,7 4-775 16,-4 3 163-16,-3 0 49 0</inkml:trace>
  <inkml:trace contextRef="#ctx0" brushRef="#br1" timeOffset="62235.97">3710 10331 4514 0,'0'0'1576'0,"0"0"-891"0,42-22 51 16,-15 4-55-16,4-4-681 0,-4-6 0 16,6-2 0-16,2-5 0 15,-4 2 0-15,-4-4 0 0,-7 3 0 16,-9-1 0-16,-5 2 0 0,-6 1 0 16,-6 0 0-16,-13 4 0 0,-4 0 0 15,-8 5 0-15,-2 4 0 16,2 5 0-16,-4 5 0 0,8 9 0 15,0 5 0-15,0 10 0 0,3 8 0 16,-3 8 0-16,0 7 0 0,0 2 0 16,6 0 0-16,5-1 0 0,8-3 0 15,8-5 0-15,6-6 0 0,14-6 0 16,7-4 0-16,13-6 0 0,7-7 0 16,1-6 0-16,5-10 0 0,3-4 0 15,-2-4 0-15,-13-2 0 16,-3 0 0-16,-18-1 0 0,-3 2 0 15,-11-2 0-15,-6 2 0 0,-2-2 0 16,-13 2 0-16,-1 2 0 0,-9 1 0 16,2 5 0-16,-8 1 0 0,0 2 0 15,4 5 0-15,1 1 0 16,5 2 0-16,2 3 0 0,7 1 0 16,8 1 0-16,2 5-9 0,2 4-51 15,12 5 32-15,9 5 20 16,6-1-16-16,4-5 24 0,4-3 0 15,2-5-8-15,0-5 8 0,-4-1 0 16,-2-6-4-16,-6-4 4 0,-4-4 8 16,-11-2 16-16,-4-7-20 0,-4 0 101 15,-2-6-105-15,-6-3 0 0,-2-1 0 16,-7-3 0-16,-3-1 0 0,-5-4 0 16,-8 2 0-16,-2-4 0 15,-8 3 0-15,-5-3 0 0,1 3 0 16,-5 6 0-16,3 9 0 0,7 10 0 15,9 11 0-15,6 4 0 16,9 9 0-16,1 7 0 0,9 2 0 0,6 3 0 16,4-1 0-16,13-1 0 15,10-5 0-15,4-4 0 0,-8-7-393 16,1-4-1612-16</inkml:trace>
  <inkml:trace contextRef="#ctx0" brushRef="#br0" timeOffset="64552.77">2412 8367 4538 0,'0'0'1120'0,"0"0"-480"0,0 0 9 16,0 0 203-16,0 0-724 0,-4 54-48 16,2 8 105-16,2 13-185 0,-2 4 0 15,4-5 0-15,4-3 0 0,3-2 0 16,-1-6 0-16,-2-5 0 16,0-8 0-16,-2-9 0 0,1-11 0 15,1-12 0-15,-2-8 0 0,-2-7-121 16,6-4-515-16,-6-3-1181 15,2-9-672-15</inkml:trace>
  <inkml:trace contextRef="#ctx0" brushRef="#br0" timeOffset="64802.97">2416 8978 6102 0,'0'0'957'0,"0"0"-261"0,0 0-259 16,0 0-437-16,0 0 0 15,0 0 0-15,46 15 0 0,12-5 0 16,12 1 0-16,11 1 0 0,3 1 0 16,9 3 0-16,13 0 0 0,10 3 0 15,10-1 0-15,10-5 0 16,11-5 0-16,6-5 0 0,-4-3 0 16,-5-7 0-16,-15-3 0 0,-20-1 0 15,-20 3 0-15,-21 1 0 0,-20 1 0 16,-17 5 0-16,-21-1-113 15,-6 1-2016-15,-8-3-1204 0</inkml:trace>
  <inkml:trace contextRef="#ctx0" brushRef="#br0" timeOffset="65136.53">2617 8289 6046 0,'0'0'356'15,"0"0"-171"-15,0 0-81 0,0 0 60 16,52-6 160-16,-19 17 256 0,8 2-396 15,13 0-28-15,12-7-63 0,15-1-93 16,18-4 0-16,10-4 0 16,17-5 0-16,9-4 0 0,10-1 0 15,-3 0 0-15,-5-1 0 0,-9 1 0 16,-13 2 0-16,-11 2 0 0,-21 2-213 16,-26 3-775-16,-19-1-461 0</inkml:trace>
  <inkml:trace contextRef="#ctx0" brushRef="#br0" timeOffset="65319.49">4062 8403 8115 0,'6'47'77'16,"6"4"-77"-16,7 17 0 0,-6-1 0 15,1 7 0-15,3 6 0 16,-1 4 0-16,3 0 0 0,1 0 0 15,-7-2 0-15,-3-3 0 0,-6-4 0 16,-2-7-129-16,-2-18-1239 0,-2-11-4203 0</inkml:trace>
  <inkml:trace contextRef="#ctx0" brushRef="#br0" timeOffset="101504.69">27048 696 5354 0,'0'0'548'0,"0"0"-152"0,0 0 509 15,0 0-345-15,0 0-312 0,0 0-67 16,0 0-181-16,0 0 0 0,0 0 0 15,-29 25 0-15,19 10 0 0,-2 11 0 16,-1 5 0-16,3 0 0 0,2-4 0 16,1-8 0-16,1-6 0 15,4-5 0-15,2-7 0 0,0-8 0 0,8-3 0 16,7-5 0-16,6-5 0 16,7-9 0-16,1-7 0 0,2-8 0 15,-2-4 0-15,-2-1 0 0,-6 3 0 16,-9 7-101-16,-5 8 61 15,-3 5 40-15,-4 6 0 0,0 2-60 16,-2 6 28-16,-5 12 8 0,-3 11 44 16,-2 4-20-16,1 1 4 0,3-1 8 15,4-4-12-15,4-2 0 0,4-4-24 16,13-4 24-16,7-6 16 16,5-4-12-16,4-6 24 0,3-5 132 15,-3-8-123-15,0-5-37 0,-6-7 0 16,-3-4 0-16,-3-3 0 0,-4-4 0 15,-7 0 0-15,-2-6 0 0,-4-2 0 16,-2-5 0-16,0 3 0 0,-2 7 0 16,0 7 0-16,2 12 0 15,1 5 0-15,-1 5 0 0,2 3 0 0,2 2 0 16,4 4 0-16,7 9-333 16,-3 0-1904-16,1 6-632 0</inkml:trace>
  <inkml:trace contextRef="#ctx0" brushRef="#br0" timeOffset="101787.9">27753 1149 3745 0,'0'0'4082'0,"0"0"-3717"0,0 0-365 0,0 0 0 16,0 0 0-16,-25 49 0 15,17-12 0-15,4 4 0 0,4 2 0 0,0-3 0 16,2 2 0-16,0-3 0 16,0 0 0-16,-2-2 0 0,-2-5 0 15,-2-4 0-15,-2-12 0 0,-5-6-805 16,3-7-1324-16,-2-6 164 0</inkml:trace>
  <inkml:trace contextRef="#ctx0" brushRef="#br0" timeOffset="101921.87">27371 1427 7975 0,'0'0'217'16,"0"0"-217"-16,0 0 0 16,72 0 0-16,-12-4 0 0,10 0 0 15,3-1 0-15,-9 3 0 0,-4 0 0 16,-2 0 0-16,-13-5 0 0,-12 1 0 15,-6-5-3322-15</inkml:trace>
  <inkml:trace contextRef="#ctx0" brushRef="#br0" timeOffset="102321.36">28404 1663 7075 0,'0'0'632'0,"35"6"-368"0,-18 8-43 16,-3 7-221-16,1 2 0 16,-5 5 0-16,-6 1 0 0,-2 1 0 15,-6 4 0-15,-8 1 0 0,-5-1 0 16,-5 1 0-16,-3-3 0 0,0-7 0 15,4-11-705-15,7-7-988 0,4-9-1036 16</inkml:trace>
  <inkml:trace contextRef="#ctx0" brushRef="#br0" timeOffset="102837.32">29006 1058 7051 0,'0'0'944'0,"0"0"-747"16,0 0-197-16,0 0 0 0,0 0 0 15,0 0 0-15,-15 43 0 0,1-3 0 16,-3 6 0-16,1 2 0 0,5-3 0 15,1-6 0-15,6-4 0 0,4-4 0 16,0-6 0-16,8-8 0 16,7-9 0-16,1-8 0 0,7-5 0 15,0-11 0-15,0-9 0 0,-3-4 0 16,-1-4 0-16,-5 1 0 16,1 4 0-16,-7 7 0 0,-4 10 0 15,-2 6 0-15,-2 5 0 0,0 0 0 16,-2 7 0-16,0 5 0 0,-2 10 0 15,2 2 0-15,0 1 0 0,2-1 0 16,6-5 0-16,4-1 0 0,5-4 0 16,3-1 0-16,3-4 0 15,6-5 0-15,-2-2 0 0,2-5 0 16,-5-9 0-16,-1-7 0 0,-4-3 0 16,-5-5 0-16,0-3 0 0,-1-3 0 15,-3-6 0-15,0-1 0 0,3 1 0 16,-1 4 0-16,-2 8 0 0,0 9 0 15,-1 9 0-15,-5 3 0 0,0 5 0 16,2 1 0-16,-2 3-169 16,0 7-663-16,2-2-1849 0,-4 13-1829 15</inkml:trace>
  <inkml:trace contextRef="#ctx0" brushRef="#br0" timeOffset="103004.31">29452 1612 7543 0,'0'0'649'0,"35"2"-649"0,3-2 0 0,9-3 0 0,11 0 0 0,2-2 0 16,-4 2 0-16,-4-3 0 16,-15 1-541-16,-10-5-3681 0</inkml:trace>
  <inkml:trace contextRef="#ctx0" brushRef="#br0" timeOffset="124754.86">24125 5701 2092 0,'0'0'1409'0,"0"0"-1137"0,0 0 8 16,40 8 441-16,-26 0-445 0,1 1-64 16,1 3 156-16,5 1-100 0,2 0 16 15,1-1 129-15,5-3-293 0,0-3-28 16,6-6 36-16,5-3-100 15,5-12 12-15,7-8-8 0,6-9-24 16,4-11-8-16,6-6 16 0,0-6-4 16,2-7-12-16,3-3 4 0,-1-5 12 15,3-2-16-15,-3-5 16 16,0-2 0-16,-2 0 4 0,1 0 52 16,-1-3-56-16,2-1-12 0,3-1-4 15,-1-3 8-15,1 2-8 0,-3-1 0 16,0 3-4-16,-3 2-20 0,-9 2-116 15,-3 2-8-15,-5 3 72 0,-9 5 76 16,-3 4-36-16,-7 5 36 0,-2 8 0 16,-6 3 8-16,-5 6-8 0,-3 6 56 15,-5 9-44-15,-6 9 32 0,-3 9 32 16,-3 6-56-16,0 3 76 16,0 1 64-16,-3 3-160 0,-1 9-4 15,2 8 0-15,0 7-20 0,2 4 24 16,0 2 0-16,4 5-4 15,-2 5 4-15,3 7 4 0,-3 6 8 16,-2 8 4-16,2 4-4 0,0 7-4 16,2 4-8-16,4 4 4 0,5 5 4 15,-1 3-8-15,2 8 12 16,1 2-4-16,1 2 12 0,3-1 88 16,4-2-100-16,2 1-8 0,-1-2 0 15,3 1 0-15,0-5 0 0,0-2 0 16,0-6 4-16,0-4-4 0,0-6 8 15,-1-7 0-15,3-6 0 0,0-13 108 16,0-8-44-16,4-11 16 16,0-11 68-16,5-4-132 0,3-8 28 15,9-3 52-15,5-4-52 0,5-2-23 16,9-3-29-16,5-3 0 0,2 2 0 16,7 3 0-16,4 1 0 0,0 2 0 15,4 7 0-15,0 3 0 16,-2 3 0-16,2 5 0 0,-3 7 0 15,-1 7 0-15,-2 7 0 0,-2 7 0 16,-3 8 0-16,-1 9 0 0,-5 7 0 16,-1 7 0-16,-9 7 0 15,-4 4 0-15,-11 3 0 0,-5 7 0 16,-9 4 0-16,-6 2 0 0,-9 4 0 16,-5-2 0-16,-5 2 0 0,-8-1 0 15,-2-3 0-15,0-7 0 0,-4-10 0 16,-2-11 0-16,2-8 0 0,2-11 0 15,0-12 0-15,2-14 0 16,2-13 0-16,2-9 0 0,0-8 0 16,2-3 0-16,0-3 0 0,1-11 0 15,3-11 0-15,0-11 0 0,1-7 0 16,-1-9 0-16,2-1 0 0,7-10 0 16,2-7 0-16,3-7 0 15,5-8 0-15,0-9 0 0,6-4 0 16,3-4 0-16,3-5 0 0,0-2 0 15,1-7 0-15,-3-3 0 0,-4 0 0 16,0 0 0-16,-2-4 0 0,0-2 0 16,3-4 0-16,-1-2 0 15,4-5 0-15,2-1 0 0,3-3 0 16,1-2 0-16,3-2 0 0,1 1 0 16,1-2 0-16,2 4 0 0,-5 2 0 15,1 3 0-15,-1 8 0 0,-1 6 0 16,-3 9 0-16,-2 12 0 0,-5 10 0 15,-3 7 0-15,-4 13 0 0,-2 7 0 16,-3 13 0-16,-3 12 0 0,-7 14 0 16,-3 9 0-16,-7 12 0 0,-2 5 0 15,0 13 0-15,-2 21 0 16,-6 18 0-16,-2 18 0 0,-7 12 0 16,3 6 0-16,-3 4 0 0,3 3 0 15,2 6 0-15,-1 6 0 0,1 7 0 16,2 4 0-16,3 1 0 15,5-4 0-15,11 0 0 0,9-1 0 16,11-5 0-16,11-4 0 0,7-5 0 16,9-7 0-16,8-5 0 15,1-4 0-15,7-8 0 0,2-10 0 16,7-5 0-16,4-10 0 0,8-9 0 16,4-5 0-16,9-8 0 0,1-1 0 15,7-1 0-15,4 1 0 0,0 0 0 16,0 3 0-16,-4 5 0 0,-5 6 0 15,-7 6 0-15,-14 6 0 0,-9 7 0 16,-9 7 0-16,-7 5 0 16,-6 9 0-16,-1 2 0 0,-2 2 0 15,-6-3 0-15,-3-1 0 0,-9-3 0 16,-16-22-1125-16,-9-7-1589 0</inkml:trace>
  <inkml:trace contextRef="#ctx0" brushRef="#br0" timeOffset="128921.5">26246 3683 2168 0,'0'0'2602'0,"0"0"-1982"0,0 0 108 16,50-35-296-16,-29 28-115 0,3 2 43 16,1 3-224-16,2 2-16 0,-2 3-24 15,-5 6-84-15,-5 0-12 0,-5-1 12 16,-6-2 0-16,-4 0-12 16,-4 1 88-16,-12 4 132 0,-13 2 49 15,-10 0-269-15,-7-1 0 0,1-5 0 16,7-2 0-16,7-5 0 15,7-1 0-15,7-8 0 0,9-4 0 16,6-5 0-16,4-7 0 0,8-5 0 16,5-1 0-16,5 4 0 0,3 6 0 15,0 10 0-15,2 7 0 0,-5 3 0 16,-1 3 0-16,-5 6 0 16,-1 1 0-16,-7 4 0 0,-2 3 0 15,-2 0 0-15,-2 0 0 0,2-6 0 16,-2-3-257-16,2-7-2096 0</inkml:trace>
  <inkml:trace contextRef="#ctx0" brushRef="#br0" timeOffset="129588.28">30318 3725 3221 0,'0'0'1933'0,"0"0"-749"0,0 0-567 0,0 0 87 0,40 36-171 16,-24-22-533-16,-1 0 0 0,-3-3 0 16,1 1 0-16,-5-3 0 0,-4-2 0 15,0 0 0-15,-4-3 0 16,0 1 0-16,-6 2 0 0,-9 2 0 16,-7-1 0-16,-7-1 0 0,-2-3 0 15,4-4 0-15,6-2 0 0,3-5 0 16,7-3 0-16,7-2 0 15,4-2 0-15,10-4 0 0,11-2 0 16,6-2 0-16,4-4 0 0,-8 3-905 16,-3-6-2421-16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54:03.3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16136 1714 1912 0,'0'0'1041'0,"0"0"980"15,0 0-1293-15,0 0-76 0,0 0 289 16,-37-16-501-16,33 13-80 0,2 2-263 16,-3 0-97-16,5 1 0 0,0 0 0 15,5 0 0-15,1 0 0 0,8 1 0 16,9 3 0-16,12-3 0 0,8 3 0 16,5-2 0-16,10-2 0 15,10 0 0-15,4-1 0 0,19-5 0 16,2 0 0-16,13-2 0 0,6-2 0 15,7 1 0-15,7 0 0 0,5-1 0 16,7 2 0-16,7 1 0 16,8 0 0-16,4 2 0 0,6 0 0 15,7 3 0-15,1 0 0 0,7 2 0 16,6 0 0-16,2 0 0 16,8 1 0-16,7 2 0 0,-3 0 0 15,7 1 0-15,4 2 0 0,-2-1 0 16,3 2 0-16,5 0 0 0,-2 1 0 15,6 1 0-15,-2-1 0 0,7 2 0 16,1 0 0-16,7 2 0 0,5 1 0 16,1-3 0-16,2 1 0 0,-7 1 0 15,5-2 0-15,-6-1 0 0,-11-1 0 16,2-2 0-16,-10-1 0 0,-15-1 0 16,-3 0 0-16,-9 0 0 15,-15 0 0-15,-7 2 0 0,-11 3 0 16,-17-1 0-16,-14 4 0 0,-17 0 0 15,-16-1-625-15,-29-2-724 0,-10-2-516 16</inkml:trace>
  <inkml:trace contextRef="#ctx0" brushRef="#br0" timeOffset="7101.97">17095 3939 1672 0,'0'0'2149'15,"8"-36"-912"-15,-4 25-257 0,-4 7-315 16,5 1 179-16,-5 3-428 0,0 0-187 15,0 0-229-15,-5 8 0 0,3 9 0 16,-6 14 0-16,-2 9 0 16,-3 10 0-16,-5 3 0 0,-1 4 0 15,-1 7 0-15,-5 1 0 0,-2-1 0 16,2-2 0-16,4-9 0 16,3-7 0-16,3-9 0 0,5-9 0 15,6-10 0-15,4-8-45 0,4-10-1183 16,0-2-221-16,9-14-512 0</inkml:trace>
  <inkml:trace contextRef="#ctx0" brushRef="#br0" timeOffset="7300.85">17155 3825 6995 0,'0'0'1197'0,"0"0"-1197"0,0 0 0 15,-12 47 0-15,3-14 0 0,7 4 0 16,2 2 0-16,2 2 0 0,9 5 0 15,3 4 0-15,-1 5 0 16,-1-1 0-16,0-3 0 0,-1-5 0 16,-5-6 0-16,4-8 0 0,-1-6 0 15,-3-7 0-15,-2-6 0 0,-2-7-921 16,-2-3-100-16,0-3-1204 0,-4-2-244 16</inkml:trace>
  <inkml:trace contextRef="#ctx0" brushRef="#br0" timeOffset="7450">16977 4324 6030 0,'0'0'488'0,"0"0"409"0,0 0-409 16,0 0-199-16,31 5-289 0,-6-4 0 15,0-1 0-15,-2-1 0 16,1-3 0-16,-1-1 0 0,2 0 0 16,-2-4 0-16,4-1 0 0,4-3 0 15,-11 3-2514-15,1-2-1872 0</inkml:trace>
  <inkml:trace contextRef="#ctx0" brushRef="#br0" timeOffset="7866.92">17287 4627 2653 0,'-12'50'2657'0,"2"-1"-1517"16,-3 4-795-16,9-8 123 0,-2-6 116 15,2-4-336-15,-2-8-151 0,-3-6-97 16,9-8 0-16,-6-5 0 0,6-5 0 16,-4-3 0-16,2-10 0 0,-2-14 0 15,-2-16 0-15,-3-14 0 16,3-14 0-16,2-4 0 0,2-7 0 16,6 4 0-16,8 7 0 0,9 11 0 15,10 12 0-15,-4 5 0 0,4 8 0 16,-8 7 0-16,4 5 0 0,-7 3 0 15,-1 5 0-15,-3 3 0 16,-5 3 0-16,-1 2 0 0,2 2 0 0,-1 2 0 16,-3 5 0-16,-2 3 0 15,0 4 0-15,-6 1 0 0,0 7 0 16,-6 2 0-16,-8 1 0 0,1 1 0 16,-3 1 0-16,-3-3 0 15,3 2 0-15,-1-5 0 0,1-1 0 16,1-1 0-16,5-2-365 0,4-4-1732 15,-3-2-508-15</inkml:trace>
  <inkml:trace contextRef="#ctx0" brushRef="#br0" timeOffset="8250.34">17581 4442 4886 0,'0'0'1408'16,"-21"64"-375"-16,11-26-549 0,2 2-212 15,-1 2-163-15,3-1-109 0,2 0 0 16,-2-4 0-16,0-3 0 16,-1-5 0-16,-1-6 0 0,2-3 0 15,2-7 0-15,0-6 0 0,-3-4 0 16,5-4 0-16,-2-14 0 0,0-18 0 16,-2-16 0-16,6-14 0 15,0-9 0-15,10 4 0 0,5 0 0 16,7 5 0-16,3 6 0 0,4 10 0 15,-4 8 0-15,-2 13 0 0,-9 10 0 16,-6 8 0-16,-5 5 0 0,1 3 0 16,-2 0 0-16,2 5 0 0,6 5 0 15,-4 9 0-15,1 2 0 16,-7 6 0-16,-2 2 0 0,-13-1 0 16,3 3 0-16,-3 0 0 0,-1-2 0 15,-5-3 0-15,7-5 0 0,-3-8 0 16,7-6 0-16,6-6 0 15,4-7-313-15,2-16-1704 0,6-2-244 16,2-9-1300-16</inkml:trace>
  <inkml:trace contextRef="#ctx0" brushRef="#br0" timeOffset="8416.29">17852 3870 4418 0,'0'0'2000'0,"0"0"-1411"15,0 0-5-15,0 0-80 16,-25 35-407-16,15-9-97 0,3 5 0 15,-3 2 0-15,2 0 0 0,-1 3 0 16,1 4 0-16,2 4 0 0,-4 0 0 16,-1 1 0-16,1-1 0 0,0-7 0 15,-1-4 0-15,9-6-457 0,-2-8-2844 16,4-7-989-16</inkml:trace>
  <inkml:trace contextRef="#ctx0" brushRef="#br0" timeOffset="8866.52">17891 4211 4714 0,'0'0'1156'15,"0"0"-411"-15,0 0 139 0,0 0-568 16,-27 45-76-16,15-13-103 0,1 4-137 16,3-3 0-16,6-1 0 15,4-6 0-15,6-3 0 0,11-6 0 16,2-3 0-16,3-5 0 0,3-6 0 15,-2-3 0-15,-4-1 0 0,-5-6 0 16,-3-6 0-16,-9-1 0 0,2-3 0 16,-2 1 0-16,-4-1 0 15,0 4 0-15,0 7 0 0,0 2 0 0,0 4 0 16,0 1 0-16,0 5 0 16,-4 9 0-16,4 8 0 0,-6 8 0 15,6 6 0-15,-4 2 0 16,2 3 0-16,-3 2 0 0,-1 3 0 0,-2 2 0 15,-4 0 0-15,-3 1 0 16,-3-1 0-16,-11-2 0 0,0 0 0 16,-6-5 0-16,-3-4 0 0,1-7 0 15,0-9 0-15,6-9 0 0,2-10 0 16,2-9 0-16,11-17 0 16,-5-10 0-16,11-8 0 0,7-4 0 15,6 0 0-15,17 0 0 0,11 3 0 16,11 3 0-16,1 2 0 0,2 2 0 15,-1-1 0-15,-1-3 0 0,-12 9-669 16,-2-4-2480-16</inkml:trace>
  <inkml:trace contextRef="#ctx0" brushRef="#br0" timeOffset="10083.5">19034 3956 3613 0,'0'0'2825'0,"0"0"-2204"16,0 0 3-16,0 0-324 0,-19 37-180 15,17-1-31-15,-2 8-89 16,2 5 0-16,2 3 0 0,0 8 0 16,-2 2 0-16,-4 5 0 0,2-2 0 15,-7-2 0-15,-1-5 0 0,-2-7 0 16,-3-7 0-16,7-10 0 0,-7-7 0 16,11-10 0-16,2-9-453 15,2-4-511-15,0-4-185 0,2-10-1880 0</inkml:trace>
  <inkml:trace contextRef="#ctx0" brushRef="#br0" timeOffset="10450.29">18989 4385 5654 0,'0'0'1661'0,"0"0"-1017"0,0 0-411 16,-5-37-233-16,14 20 0 15,5-1 0-15,3 2 0 0,-1 2 0 16,5 2 0-16,2 3 0 0,-3 4 0 16,5 5 0-16,-8 5 0 0,3 7 0 15,-3 2 0-15,-1 2 0 0,-5-1 0 16,-1-2 0-16,-6 0 0 0,0-1 0 16,-4 2 0-16,-8-2 0 15,-4 1 0-15,-9 0 0 0,-4 1 0 16,2-1 0-16,-1 1 0 0,1 3 0 15,2 2 0-15,5 1 0 0,1 3 0 16,11-2 0-16,2 3 0 0,2-4 0 16,6 0 0-16,7-3 0 15,1-2 0-15,5-3 0 0,3-3 0 0,3-3 0 16,-2-2 0-16,8-4 0 16,-4 0-25-16,0 0-867 0,-2 0-321 15,-9-3-1784-15</inkml:trace>
  <inkml:trace contextRef="#ctx0" brushRef="#br0" timeOffset="10733.65">19338 4502 5642 0,'0'0'792'15,"0"0"-215"-15,0 0 47 0,0 0-512 16,0 0-36-16,0 0 100 0,-33 10-108 16,27-5 24-16,4-2-59 15,-3-1-33-15,5-1 0 0,0-1 0 16,0-5 0-16,0-5 0 0,13-8 0 15,1-6 0-15,5-2 0 0,0 1 0 16,1 5 0-16,-5 5 0 0,-3 6 0 16,-8 6 0-16,2 2 0 0,-4 1 0 15,1 9 0-15,-3 10 0 0,0 13 0 16,0 7 0-16,0 4 0 16,0-3 0-16,0-7 0 0,4-1 0 15,6-7 0-15,2-3 0 0,5-7 0 16,4-7-449-16,-3-7-599 0,-1-1-81 15,-3-4-1568-15</inkml:trace>
  <inkml:trace contextRef="#ctx0" brushRef="#br0" timeOffset="10983.35">19600 4503 3765 0,'0'0'2377'0,"0"-48"-1392"16,0 27-73-16,0 7-759 0,0 4-153 16,-2 4 0-16,0 4 0 15,-2 0 0-15,-6 2 0 0,-3 9 0 16,-5 5 0-16,1 8 0 0,5 4 0 15,-1 0 0-15,7 2 0 0,6 0 0 16,9-4 0-16,3-1 0 0,9-5 0 16,1-4 0-16,1-4 0 15,0-7 0-15,-7-3 0 0,3-3 0 0,-7-9 0 16,-1-4 0-16,-5-6 0 16,-6-5 0-16,0-6 0 0,-2-4 0 15,-2 2 0-15,2 9-121 0,2 8-551 16,2 9-609-16,4 0 661 0,0 3 0 15,2-2-1693-15</inkml:trace>
  <inkml:trace contextRef="#ctx0" brushRef="#br0" timeOffset="11349.6">19764 4382 4742 0,'0'0'1064'16,"-11"50"-412"-16,3-16 489 0,-2 0-601 16,4 2-487-16,-5 0-53 15,9-3 0-15,-2-6 0 0,4-2 0 16,6-7 0-16,3-5 0 0,3-6 0 15,0-7 0-15,7-6 0 0,-3-8 0 16,5-4 0-16,0-5 0 0,-5 1 0 16,1-2 0-16,-7 4 0 0,-2 2 0 15,-5 5 0-15,-3 6 0 16,4 4 0-16,-4 1 0 0,0 2 0 16,0 5 0-16,-4 6 0 0,1 7 0 15,3 3 0-15,0-1 0 0,3-5 0 16,3-4 0-16,-2-4 0 15,0-2 0-15,0-3 0 0,-2 0 0 16,7-2 0-16,-1 0 0 0,-4-3 0 16,8-4 0-16,1-2 0 0,-1-3 0 15,-2 0 0-15,5-3 0 0,-3-1 0 16,3-2 0-16,1-5 0 0,-5-1 0 16,-1-1 0-16,0 4 0 15,-3 5 0-15,-3 6 0 0,-4 4 0 16,0 2-65-16,0 3-1083 0,2-3-2326 0</inkml:trace>
  <inkml:trace contextRef="#ctx0" brushRef="#br0" timeOffset="11616.43">20105 4446 6458 0,'0'0'1049'16,"-21"53"-364"-16,11-22-685 0,2-4 0 15,1-3 0-15,7-1 0 0,0-7 0 16,7-4 0-16,-3-5 0 0,0-5 0 15,2-2 0-15,0-5 0 0,9-8 0 16,-1-6 0-16,1-7 0 16,-3-2 0-16,-2 2 0 0,3-2 0 15,-3 5 0-15,0 4 0 0,-5 6 0 16,1 8 0-16,-4 4 0 0,2 1 0 16,2 12 0-16,-2 10 0 15,3 7 0-15,-3 3 0 0,-4-1 0 16,0-6 0-16,6-2 0 0,-2-2 0 15,-4-6-1433-15,6-3-760 0</inkml:trace>
  <inkml:trace contextRef="#ctx0" brushRef="#br0" timeOffset="12000.49">20820 4402 3829 0,'0'0'3226'0,"0"0"-2178"16,0 0-959-16,-8 58-89 0,2-25 0 15,-5 5 0-15,5-6 0 0,2-7 0 16,4-3 0-16,0-6 0 0,0-6 0 15,0-5 0-15,6-4 0 16,-2 0-1049-16,7-10-2581 0</inkml:trace>
  <inkml:trace contextRef="#ctx0" brushRef="#br0" timeOffset="12135.37">20940 4001 6715 0,'0'0'4'0,"0"0"536"16,0 0-396-16,0 0-116 0,-46 53-28 15,38-21-24-15,2-1-56 0,10 1-644 16,6 1-129-16,1-10-223 0,1 2-2854 0</inkml:trace>
  <inkml:trace contextRef="#ctx0" brushRef="#br0" timeOffset="12367.45">20948 4691 3857 0,'0'0'3606'0,"-18"36"-3058"0,13-25-367 16,1-7-181-16,4-4 0 0,4-3 0 15,3-13 0-15,7-12 0 16,5-12 0-16,1-8 0 0,1 4 0 16,-2 9 0-16,1 10 0 0,-7 8 0 15,3 13 0-15,-5 4 0 0,-3 11 0 16,-6 8 0-16,4 7 0 0,-6 6 0 16,0 0 0-16,0-1 0 15,2 0 0-15,0 0 0 0,2-8 0 16,3-2 0-16,1-8 0 0,-2-5 0 15,2-7 0-15,5-3-817 0,-1-4-1944 16,-1-6-1301-16</inkml:trace>
  <inkml:trace contextRef="#ctx0" brushRef="#br0" timeOffset="12817.07">21161 5157 4398 0,'-12'43'816'0,"3"-6"-308"0,3-2 429 16,4-16-469-16,2-7-8 0,0-9 136 15,0-4-587-15,0-11-9 0,0-14 0 16,4-13 0-16,3-12 0 0,-1-10 0 16,-2-9 0-16,2-10 0 15,-2-11 0-15,13-6 0 0,1 4 0 16,9 12 0-16,2 15 0 0,2 21 0 16,-6 18 0-16,-4 9 0 0,-7 12 0 15,-6 3 0-15,1 2 0 0,-3 1 0 16,-2 7 0-16,2 7 0 0,0 6 0 15,-4 6 0-15,-2 4 0 16,-8-2 0-16,-4 0 0 0,-3 1 0 16,-3 0 0-16,-1-3 0 0,0-1 0 15,-1-3 0-15,5-3 0 0,1-6 0 16,6-5 0-16,1-3-885 0,7-4-60 16,0-1-127-16,5 0-1201 15,7-6-496-15</inkml:trace>
  <inkml:trace contextRef="#ctx0" brushRef="#br0" timeOffset="13283.51">21566 4421 6803 0,'0'0'992'0,"0"0"-595"0,0 0-397 0,0 0 0 0,0 40 0 16,-4-8 0-16,0 6 0 0,2 1 0 15,2-1 0-15,6-1 0 0,11-4 0 16,-1-1 0-16,7-7 0 16,2-4 0-16,0-5 0 0,-1-8 0 15,-1-4 0-15,4-4 0 0,-2-10 0 16,-9-4 0-16,5-5 0 0,-11-5 0 15,-1-5 0-15,-7-6 0 0,0-5 0 16,-2-7 0-16,-2-5 0 16,2 1 0-16,4 2-1201 0,8 6 132 15,-1 14-87-15,5 3-1894 0</inkml:trace>
  <inkml:trace contextRef="#ctx0" brushRef="#br0" timeOffset="13483.53">22042 3995 7375 0,'0'0'624'0,"0"0"-431"0,-11 55-193 16,5-12 0-16,2 8 0 0,4 4 0 15,0 5 0-15,2 1 0 16,0 0 0-16,4-2 0 0,-4-4 0 16,-2-4 0-16,0-4 0 0,-8-6 0 15,-2-4 0-15,-7-5 0 0,-3-7 0 16,5-7-589-16,3-10-1328 0,1-8-948 15</inkml:trace>
  <inkml:trace contextRef="#ctx0" brushRef="#br0" timeOffset="13616.48">21887 4400 7139 0,'0'0'560'16,"0"0"-84"-16,53-16-459 0,-17 14-17 16,-1 2 0-16,-4 0 0 15,-2 1 0-15,-2 1 0 0,-5 0 0 16,1 0 0-16,-4 2 0 0,-3-1-1189 15,-3-1-1140-15</inkml:trace>
  <inkml:trace contextRef="#ctx0" brushRef="#br0" timeOffset="14983.6">23522 4570 4974 0,'0'0'244'16,"-17"-43"236"-16,11 20 72 0,-2 1-320 15,-3 0-31-15,1 0 423 0,-4 0-232 16,-1 2-52-16,-1 2-187 16,-1 6-153-16,3 5 0 0,-5 7 0 15,2 9 0-15,-5 12 0 0,-3 8 0 16,2 8 0-16,5 3 0 0,5-1 0 15,9-2 0-15,4-2 0 0,10-5 0 16,3-5 0-16,5-8 0 0,5-5 0 16,4-6 0-16,0-6 0 0,0-1 0 15,0-10 0-15,-1-2 0 0,-5-1 0 16,-2-4 0-16,-5 2 0 16,-8 3 0-16,3 3 0 0,-7 5 0 15,-2 4 0-15,0 1 0 0,0 0 0 16,0 1 0-16,2 6 0 0,4 5 0 15,2 5 0-15,1-1 0 0,-1 1 0 16,0-2 0-16,-2-1 0 16,9-4 0-16,-3-1 0 0,3-1 0 15,1-5-57-15,5 1-47 0,0-3-60 16,-9-1 24-16,-8 0-84 0,2 0 164 16,-6 0 60-16,0-1 292 15,0 0-148-15,-2-1-4 0,-2 1 24 16,4-1-155-16,0 1-9 0,0-3 0 15,0-2 0-15,0-3 0 0,0-8 0 16,8-1 0-16,-1-6 0 0,1-4 0 16,2 0 0-16,5-1 0 15,-3 5 0-15,5 5 0 0,-5 5 0 0,-2 6 0 16,-1 6 0-16,-3 2 0 16,-2 3 0-16,-2 10 0 0,4 5 0 15,-6 6 0-15,6 0 0 0,-2-2 0 16,7-2 0-16,1 0-361 0,1-4-851 15,5-2-1946-15</inkml:trace>
  <inkml:trace contextRef="#ctx0" brushRef="#br0" timeOffset="15216.72">24148 4559 7475 0,'-2'-35'717'0,"-2"9"-717"0,-2 2 0 15,-3 10 0-15,-1 7 0 0,-4 7 0 16,-7 3 0-16,-2 12 0 0,-4 7 0 15,-2 9 0-15,9 6 0 0,1 3 0 16,11 1 0-16,6-1 0 0,4-5 0 16,10-4 0-16,7-8 0 15,6-5 0-15,-1-7 0 0,3-6 0 0,4-5 0 16,-6-7 0-16,-2-10 0 16,-9-5 0-16,-1-7-481 0,-3-2-499 15,-4 5-1281-15,3-5-481 0</inkml:trace>
  <inkml:trace contextRef="#ctx0" brushRef="#br0" timeOffset="15367.71">24342 4083 5622 0,'0'0'548'0,"0"0"481"0,7 49-169 16,-20-17-727-16,-5 8-133 0,-1 2 0 16,-2 4 0-16,1 3 0 15,1 2 0-15,5 3 0 0,5 3 0 16,1-3 0-16,4 1 0 0,4-4 0 15,0-5 0-15,4-7 0 0,-2-14-1890 16,2-11-2920-16</inkml:trace>
  <inkml:trace contextRef="#ctx0" brushRef="#br0" timeOffset="15867.55">24927 4423 3905 0,'0'0'1477'0,"0"0"-593"16,2 42-195-16,1-20-229 0,-1 5-96 15,-2 2 49-15,0 2-413 16,0 1 0-16,-2 0 0 0,-3 0 0 16,5-2 0-16,-2-3 0 0,2-6 0 15,0-5 0-15,0-7 0 0,2-4 0 16,9-4 0-16,3-3 0 0,9-15 0 16,8-8 0-16,4-10 0 15,-2-6 0-15,-4-1 0 0,0 0 0 16,-2 1 0-16,-2 5 0 0,-3 8 0 15,-5 7-173-15,-7 12-675 0,-6 4-1341 16,-4 5-76-16</inkml:trace>
  <inkml:trace contextRef="#ctx0" brushRef="#br0" timeOffset="16133.14">25217 4696 2805 0,'0'0'4006'0,"0"0"-3462"0,35 5 116 16,-16-12-483-16,1-6-177 0,-3-4 0 15,-3-6 0-15,-1-4 0 0,-5-5 0 16,-4-2 0-16,-4-1 0 16,-2 4 0-16,-6 9 0 0,-3 9 0 15,-1 10 0-15,-5 11 0 0,-5 9 0 16,-3 9 0-16,-4 9 0 0,2 3 0 16,2 3 0-16,7 1 0 15,9-3 0-15,9-1 0 0,9-6 0 16,7-3 0-16,7-7 0 0,8-6 0 15,2-6 0-15,4-7 0 0,5-7 0 16,-1-14 0-16,-2-7-501 0,-8 3-1576 16,-4-8-348-16</inkml:trace>
  <inkml:trace contextRef="#ctx0" brushRef="#br0" timeOffset="16317.23">25686 4114 6711 0,'0'0'4'16,"0"0"1216"-16,0 0-963 0,0 0-257 15,6 45 0-15,-16-8 0 16,-5 10 0-16,-3 3 0 0,-1-1 0 0,3 2 0 16,-1 3 0-16,3 4 0 15,-1-1 0-15,3-1 0 0,4-3 0 16,3-7 0-16,7-4-297 0,5-16-1340 16,5-7-552-16</inkml:trace>
  <inkml:trace contextRef="#ctx0" brushRef="#br0" timeOffset="16617.15">25874 4582 7427 0,'0'0'765'0,"0"0"-765"15,-25-39 0-15,13 39 0 0,-7 0 0 16,1 8 0-16,-5 8 0 16,-2 5 0-16,2 4 0 0,3 4 0 15,1 5 0-15,5 1 0 0,3 2 0 16,11-4 0-16,5-1 0 0,11-3 0 15,11-8 0-15,6-8 0 0,8-4 0 16,3-9 0-16,-1-5 0 16,-4-11 0-16,-6-5 0 0,-4-4 0 15,-8-5 0-15,-6-4 0 0,-5 0 0 16,-2-2 0-16,-6 7 0 0,-2 5 0 16,-2 7 0-16,-2 10-105 15,0 2-299-15,4 3-80 0,-2 0-533 16,2-1 33-16,2 2 43 0,2 1-659 15,8 0-273-15</inkml:trace>
  <inkml:trace contextRef="#ctx0" brushRef="#br0" timeOffset="16800.7">26149 4616 5006 0,'0'0'1408'0,"0"0"-499"16,0 0-40-16,0 0-869 0,0 0 0 16,-37 27 0-16,8-6 0 0,-2 3 0 15,-2 2 0-15,8 1 0 0,6-4 0 16,5 2 0-16,8-3 0 0,6-3 0 15,2 0 0-15,6-4 0 16,9-2 0-16,5-4 0 0,5-6 0 16,8-3 0-16,5-8 0 0,1-6 0 15,-2-4 0-15,-2-5 0 0,-3 0-85 16,-14 1-1199-16,-1 1-1854 0</inkml:trace>
  <inkml:trace contextRef="#ctx0" brushRef="#br0" timeOffset="16950.52">26350 4589 6334 0,'0'0'1437'16,"0"0"-1016"-16,0 0-421 0,-19 61 0 16,9-18 0-16,-3 6 0 15,3 1 0-15,2-7 0 0,4-4 0 0,1-6 0 16,3-6 0-16,3-5 0 16,1-9-925-16,0-5-1028 0,2-8-1156 15</inkml:trace>
  <inkml:trace contextRef="#ctx0" brushRef="#br0" timeOffset="17083.73">26486 4173 8192 0,'0'0'0'0,"0"0"0"16,0 0 0-16,0 0 0 0,0 0 0 16,0 0 0-16,0 0 0 15,0 0-505-15,0 0-816 0,0 0-1644 0</inkml:trace>
  <inkml:trace contextRef="#ctx0" brushRef="#br0" timeOffset="17283.4">26540 4170 7651 0,'0'0'541'0,"-9"36"-541"0,7-7 0 15,-6 3 0-15,2 3 0 0,2 7 0 16,2 5 0-16,0 4 0 0,2 3 0 15,0 1 0-15,-2 0 0 16,0-4 0-16,-1-5 0 0,1-3 0 16,-2-9 0-16,0-9 0 0,-2-7-69 15,-2-10-975-15,-1-4-1473 0,3-8-369 0</inkml:trace>
  <inkml:trace contextRef="#ctx0" brushRef="#br0" timeOffset="17817.43">26457 4519 6623 0,'0'0'580'0,"35"-20"108"0,-18 16-387 16,-5 2-301-16,-2 1 0 0,-1 1 0 16,-1 0 0-16,-4 0 0 0,0 3 0 15,5 1 0-15,3 3 0 16,2-1 0-16,1 0 0 0,1-1 0 16,-3-4-545-16,-5-1-183 0,-2 0 79 15,-2 0-123-15,-1 0 612 0,-1-2 160 16,0 0 76-16,-2 0 240 0,0 1 20 15,0 1 217-15,-4 0-309 0,1 0 56 16,-1 1 116-16,0 4-292 16,0-1-4-16,0 1-8 0,2 0-112 15,0 0 12-15,0-1-12 0,2-1 0 16,2 0 0-16,6-2 40 0,4-1-28 16,9-7 100-16,4-3-31 15,0-1-81-15,-5 3 0 0,-3 2 0 16,-5 4 0-16,1 2 0 0,-3 1 0 15,-2 5 0-15,-1-1 0 0,1 5 0 16,-2 8 0-16,0 8 0 0,-2 11 0 16,0 4 0-16,1 5 0 0,-5 4 0 15,2 7 0-15,-2 0 0 16,-9 4 0-16,-3-3 0 0,-11-1 0 16,-8-2 0-16,-8 0 0 0,-9-4 0 15,-3-4 0-15,-5-3 0 0,0-7 0 16,2-10 0-16,1-8 0 0,5-10 0 15,7-9 0-15,8-5 0 16,8-12 0-16,10-8 0 0,9-9 0 16,6-11 0-16,15-5 0 0,10-1 0 15,14 2 0-15,12 9 0 0,9 6 0 16,9 1 0-16,3 2 0 16,-4 0 0-16,2-1 0 0,-20 8-1377 15,-7-2-1985-15</inkml:trace>
  <inkml:trace contextRef="#ctx0" brushRef="#br0" timeOffset="18466.75">17271 5374 6482 0,'0'0'357'0,"0"0"639"16,0 0-639-16,0 0-357 0,0 0 0 15,4 50 0-15,-8-13 0 0,2 8 0 16,-2 6 0-16,4 0 0 0,4 4 0 16,-2 6 0-16,2 1 0 0,-4 1 0 15,0-1 0-15,-4-5 0 0,-7-4 0 16,3-8 0-16,0-9 0 16,6-11 0-16,-2-10-101 0,4-9-607 15,0-6-1321-15,-4-5-260 0</inkml:trace>
  <inkml:trace contextRef="#ctx0" brushRef="#br0" timeOffset="18583.74">17066 5772 6526 0,'0'0'397'0,"41"-5"71"16,-3 4 0-16,-3 1-135 0,2 0-333 16,-4 2 0-16,-2 0 0 0,-6 3 0 15,-2 1 0-15,-5-2-837 0,1 1-2032 0</inkml:trace>
  <inkml:trace contextRef="#ctx0" brushRef="#br0" timeOffset="18849.77">17568 5821 6603 0,'0'0'1020'0,"0"0"-620"16,-55 18-231-16,28 3-169 0,0 10 0 15,4 3 0-15,5 3 0 0,7 0 0 16,11-4 0-16,11-2 0 0,13-4 0 15,3-8 0-15,15-1 0 16,5-9 0-16,5-6 0 0,4-5 0 16,-5-10 0-16,-3-6 0 0,-13-4 0 15,-10-5 0-15,-13 0 0 16,-8-2 0-16,-4-1 0 0,-10-1 0 16,-4 0 0-16,-7-1 0 0,0 3 0 15,0 2 0-15,1 7 0 0,3 2 0 16,7 4-509-16,8 7-736 0,2-4-2244 0</inkml:trace>
  <inkml:trace contextRef="#ctx0" brushRef="#br0" timeOffset="19133.65">18335 5735 924 0,'0'0'0'0,"0"0"-780"0</inkml:trace>
  <inkml:trace contextRef="#ctx0" brushRef="#br0" timeOffset="19667.25">18532 5808 6963 0,'0'0'928'16,"0"0"-627"-16,-27-33-301 0,10 26 0 15,-3 3 0-15,5 4 0 16,-1 7 0-16,1 7 0 0,-3 6 0 16,-1 7 0-16,2 3 0 0,7 4 0 15,4-2 0-15,6 0 0 16,4-4 0-16,8-3 0 0,9-7 0 16,4-8 0-16,4-6 0 0,2-7 0 15,0-8 0-15,0-7 0 0,-4-3 0 16,-7-3 0-16,-5-2 0 0,-9-2 0 15,-2-1 0-15,-4-1 0 0,0-1 0 16,-4 2 0-16,-2-3 0 0,2 3-41 16,0 4-655-16,2 3 40 0,4 9-589 15,6 5 169-15,-2 3 7 16</inkml:trace>
  <inkml:trace contextRef="#ctx0" brushRef="#br0" timeOffset="19916.72">18672 5824 3709 0,'-14'44'1705'0,"-3"-2"-857"0,3 2-175 15,-3-8 311-15,7-5-711 16,0-7-273-16,10-9 0 0,0-6 0 16,0-7 0-16,4-2 0 0,6-5 0 15,2-12 0-15,11-15 0 16,0-8 0-16,0-3 0 0,-1 1 0 16,-5 10 0-16,-5 3 0 0,5 8 0 15,-9 7 0-15,-2 7 0 0,-1 7 0 16,-3 0 0-16,0 7 0 0,0 8 0 15,4 6 0-15,-2 6 0 0,2-1 0 16,5 0 0-16,-1-1 0 0,4-1 0 16,3-2 0-16,-3 0 0 0,5-4-809 15,-5-5-1204-15,-3-5-932 0</inkml:trace>
  <inkml:trace contextRef="#ctx0" brushRef="#br0" timeOffset="20550.39">19156 5976 5322 0,'0'0'1012'0,"0"0"-375"0,0 0 239 15,54-8-572-15,-34 0-263 0,1-3-41 16,6-4 0-16,-2-3 0 0,-5-2 0 16,-3-1 0-16,0-1 0 0,-3-1 0 15,-8 0 0-15,-6 0 0 0,-2 3 0 16,-8 0 0-16,-5 4 0 16,-7 7 0-16,-1 7 0 0,-2 6 0 15,-4 13 0-15,2 6 0 0,0 8 0 16,7 3 0-16,3 2 0 15,13 1 0-15,8 0 0 0,13-1 0 16,10-2 0-16,8-8 0 0,8-4 0 16,13-7 0-16,4-7 0 0,4-3 0 15,-2-5 0-15,-19 0-1762 16,-7-5-1599-16</inkml:trace>
  <inkml:trace contextRef="#ctx0" brushRef="#br0" timeOffset="21116.96">20605 5705 4514 0,'0'0'2329'0,"0"0"-1577"0,0 0-155 15,0 0-597-15,0 0 0 0,-54-26 0 16,25 22 0-16,-2 2 0 0,2-1 0 16,0 1 0-16,3 1 0 0,5 0 0 15,-2 1 0-15,7 0 0 0,3 0 0 16,3 2 0-16,4 1 0 16,6 0 0-16,0 4 0 0,8 3 0 15,4 5 0-15,7 3 0 16,6 1 0-16,4-3 0 0,0 0 0 0,6-1 0 15,-4 1 0-15,-6 0 0 16,-5 2 0-16,-7-1 0 0,-7-2 0 16,0-1 0-16,-6 0 0 0,-2-3 0 15,-10 2 0-15,-7 1 0 16,-4-3 0-16,-6 1 0 0,-4-1 0 16,2-3 0-16,0-3 0 0,6-5 0 15,7 0 0-15,8-4 0 0,3-5 0 16,7-3 0-16,11-3-81 0,9-4-1451 15,3 4 47-15,2 0-456 0</inkml:trace>
  <inkml:trace contextRef="#ctx0" brushRef="#br0" timeOffset="21266.98">20801 5668 716 0,'0'0'6675'0,"-33"51"-5927"15,15-13-695-15,-1 1-53 0,3 4 0 16,-3-3 0-16,9-3 0 15,1-6 0-15,7-6 0 0,2-4 0 16,2-6 0-16,9-7 0 0,-5-4-1193 16,6-6-496-16</inkml:trace>
  <inkml:trace contextRef="#ctx0" brushRef="#br0" timeOffset="21383.96">20917 5398 6655 0,'0'0'532'0,"0"0"-328"0,0 0-72 15,0 0-92-15,0 0-40 0,0 0-268 16,0 0-637-16,-2 38-523 0,2-14-3246 0</inkml:trace>
  <inkml:trace contextRef="#ctx0" brushRef="#br0" timeOffset="21600.25">21078 5760 7059 0,'0'0'1048'0,"-33"-15"-963"16,15 15-85-16,-1 10 0 0,-4 9 0 16,1 6 0-16,1 4 0 0,0 2 0 15,9 0 0-15,8-3 0 16,0-1 0-16,10-6 0 0,6-4 0 16,1-5 0-16,7-4 0 0,3-6 0 15,-2-3 0-15,-1-7 0 0,1-7 0 16,0-4-833-16,-5 4-488 0,-1-8-2901 0</inkml:trace>
  <inkml:trace contextRef="#ctx0" brushRef="#br0" timeOffset="21767.18">21207 5342 7715 0,'0'0'477'16,"0"0"-477"-16,-33 40 0 0,16-6 0 15,0 7 0-15,3 2 0 0,2 2 0 16,1 3 0-16,3 5 0 15,6 0 0-15,2-1 0 0,2-1 0 16,12-2 0-16,1-6 0 0,-3-12-1237 16,1-4-400-16</inkml:trace>
  <inkml:trace contextRef="#ctx0" brushRef="#br0" timeOffset="22034.02">21215 5957 5950 0,'0'0'945'0,"0"0"-441"0,45-14 289 16,-18-1-793-16,2-2 0 0,-2-2 0 16,-2-1 0-16,-5-1 0 15,-3-2 0-15,-7-1 0 0,1-3 0 0,-11 1 0 16,0 0 0-16,-11 5 0 16,-3 6 0-16,-3 12 0 0,-3 6 0 15,-1 15 0-15,-2 10 0 0,3 7 0 16,-1 4 0-16,11-1 0 0,3 3 0 15,7-5 0-15,7 0 0 16,13-3 0-16,9-7 0 0,4-4 0 16,11-7 0-16,3-7 0 0,5-2 0 15,-15-5-577-15,7-1-3061 0</inkml:trace>
  <inkml:trace contextRef="#ctx0" brushRef="#br0" timeOffset="22567.05">22046 5776 5126 0,'0'0'1108'16,"0"0"-407"-16,0 0 235 0,0 0-660 15,37-29-231-15,4 18-45 0,11 0 0 16,6 3 0-16,2 0 0 0,-2 2 0 16,-2 2 0-16,-11 1 0 0,-8 2 0 15,-10-1 0-15,-6 2 0 16,-3-1 0-16,-1-3-741 0,-9 3-1928 16,0-4-821-16</inkml:trace>
  <inkml:trace contextRef="#ctx0" brushRef="#br0" timeOffset="22750.71">22129 5864 5274 0,'0'0'1437'15,"0"0"-269"-15,-36 25-855 0,36-18-313 16,11 3 0-16,14 2 0 0,8 4 0 16,16-3 0-16,1-3 0 0,6-1 0 15,-3-1 0-15,5-2 0 0,6-2 0 16,2-4 0-16,-6-2 0 0,-8-5 0 15,-19 0-1113-15,-10-4-1793 0</inkml:trace>
  <inkml:trace contextRef="#ctx0" brushRef="#br0" timeOffset="23333.5">22583 5500 2237 0,'0'0'2225'0,"0"0"-1477"0,0 0 92 0,0 0 389 16,0 0-673-16,0 0-280 16,0 0-195-16,0 0-81 0,60 42 0 15,-12-16 0-15,6-2 0 0,3-3 0 16,1-2 0-16,0-2 0 15,-8 1 0-15,-15 1 0 0,-10 5 0 16,-11 3 0-16,-12 5 0 0,-10 4 0 16,-15 4 0-16,-12 2 0 0,-4-1 0 15,-7-2 0-15,5-6 0 16,2-5 0-16,12-7 0 0,8-7 0 16,7-7 0-16,10-5 0 0,2-2 0 15,2 0-673-15,14-8-956 0</inkml:trace>
  <inkml:trace contextRef="#ctx0" brushRef="#br0" timeOffset="24083.98">23915 5627 2753 0,'0'0'1380'16,"10"-46"-1075"-16,-6 24-121 0,2 4 188 15,0 2 316-15,-4 3-160 0,3 3-7 16,-5 4 411-16,4 6-432 0,-2 1-471 15,2 15-29-15,0 14 0 16,-2 15 0-16,-2 9 0 0,-8 8 0 16,-2-4 0-16,-1 0 0 0,-1-2 0 15,-1-3 0-15,1-2 0 16,-2-7 0-16,1-5 0 0,-1-9 0 16,3-7 0-16,3-9 0 0,4-8-577 15,2-3-972-15,2-7-212 0</inkml:trace>
  <inkml:trace contextRef="#ctx0" brushRef="#br0" timeOffset="24250.73">23906 5510 6759 0,'0'0'520'16,"40"-23"148"-16,-12 12-423 0,3 3-245 15,5 0 0-15,-3 0 0 0,6 1 0 16,-2 1 0-16,-2 1 0 15,-2 2 0-15,-6-2 0 0,-4 4-593 16,-9 0-640-16,-7 1-2384 0</inkml:trace>
  <inkml:trace contextRef="#ctx0" brushRef="#br0" timeOffset="24450.45">23877 5852 6999 0,'0'0'856'0,"0"0"-519"0,0 0-337 16,-24 37 0-16,36-27 0 16,13 1 0-16,14-3 0 0,11-4 0 0,5-5 0 15,1-5 0-15,2-2 0 0,4-1 0 16,-4 2 0-16,4-3 0 16,-10-1 0-16,-21 1-473 0,-11-1-2688 0</inkml:trace>
  <inkml:trace contextRef="#ctx0" brushRef="#br0" timeOffset="24817.59">24388 6109 7259 0,'0'0'933'0,"-10"44"-933"16,-3-13 0-16,-3 1 0 0,-1 0 0 16,1-1 0-16,1-3 0 0,3-3 0 15,5-5 0-15,5-3 0 16,2-3 0-16,11-3 0 0,-1-3-1193 16,2-8-1921-16</inkml:trace>
  <inkml:trace contextRef="#ctx0" brushRef="#br0" timeOffset="25284.24">24863 6233 3205 0,'0'0'2237'0,"0"0"-1269"0,40 49-331 16,-20-18 391-16,-1 5-911 0,-7 0-117 16,-6 1 0-16,-3 2 0 0,-6-3 0 15,-9 2 0-15,-9-2 0 16,-3-1 0-16,-5-6 0 0,-4 0 0 15,0-6 0-15,2-2 0 0,2-5 0 16,4-9 0-16,4-4 0 0,5-6 0 16,9-6 0-16,5-1-1213 0,4-6-1797 15</inkml:trace>
  <inkml:trace contextRef="#ctx0" brushRef="#br0" timeOffset="25750.25">25186 5959 1668 0,'0'0'4874'0,"0"0"-3329"0,0 0-1440 15,0 0-105-15,0 0 0 16,0 0 0-16,0 0 0 0,0 0 0 16,6 36 0-16,0-2 0 0,0 5 0 15,-1 2 0-15,3-2 0 0,-2-1 0 16,0 0 0-16,2-5 0 0,3-1 0 15,-3-5 0-15,0-5 0 0,-1-7 0 16,-1-4 0-16,-6-5 0 0,6-4 0 16,-2-2 0-16,-2 0 0 0,4-6 0 15,1-7 0-15,1-8 0 16,2-9 0-16,0-4 0 0,5-7 0 16,4-4 0-16,3-2 0 0,5 1 0 15,2 4 0-15,-2 6 0 0,-2 8 0 16,-7 7 0-16,-7 8 0 15,-7 7 0-15,-4 4 0 0,2-1-1261 16,-4 3-1108-16</inkml:trace>
  <inkml:trace contextRef="#ctx0" brushRef="#br0" timeOffset="26084.19">25643 6410 7903 0,'0'0'289'0,"2"32"-289"0,0-3 0 0,0 10 0 15,-2 5 0-15,-4-2 0 16,2 2 0-16,0 0 0 0,-3-7 0 16,3-2 0-16,0-10 0 0,0-6-541 15,2-12-3885-15</inkml:trace>
  <inkml:trace contextRef="#ctx0" brushRef="#br1" timeOffset="106703.73">6075 13501 4357 0,'0'0'917'0,"0"0"-125"16,0 0 453-16,0 0-505 0,0 0-599 15,0 0-141-15,0 0 0 0,0 0 0 16,4-24 0-16,13 26 0 16,14 2 0-16,16 1 0 0,11 0 0 15,11-2 0-15,1-1 0 0,8-1 0 16,9-1 0-16,2-2 0 16,2-2 0-16,-12 1 0 0,-7-1-229 0,-22 1-1912 15,-9-3-1420-15</inkml:trace>
  <inkml:trace contextRef="#ctx0" brushRef="#br1" timeOffset="107170.87">6044 15258 5362 0,'0'0'804'0,"0"0"-147"15,73 31 679-15,-13-15-1303 0,16 2-33 16,3-6 0-16,9 0 0 16,8-3 0-16,3 3 0 0,2-4 0 15,-2 2 0-15,-4-9 0 0,-31-1-1097 16,-2-5-2217-16</inkml:trace>
  <inkml:trace contextRef="#ctx0" brushRef="#br1" timeOffset="112586.88">3338 15723 2953 0,'0'0'2529'16,"0"0"-1549"-16,0 0-271 0,0 0 215 15,0 0-827-15,-6 37-97 0,2-7 0 16,0 7 0-16,2 3 0 0,-4 1 0 16,2 2 0-16,-1-1 0 0,-1-1 0 15,2-2 0-15,2-2 0 0,2-7 0 16,0-7 0-16,0-5 0 16,0-8-425-16,2-5-767 0,0-4-249 15,0-8-3309-15</inkml:trace>
  <inkml:trace contextRef="#ctx0" brushRef="#br1" timeOffset="112737.1">3270 15670 6683 0,'0'0'604'0,"0"0"64"16,0 0-431-16,0 0-237 16,0 0 0-16,46-33 0 0,-13 22 0 15,2 0 0-15,2 0 0 0,0-1 0 16,-2 2 0-16,1 1 0 0,-5 2-237 15,-11 2-1107-15,-3 3-557 0</inkml:trace>
  <inkml:trace contextRef="#ctx0" brushRef="#br1" timeOffset="112921.08">3295 15898 3961 0,'0'0'2594'0,"0"0"-1966"0,0 0-48 15,0 0-151-15,0 0-429 16,39 22 0-16,-16-16 0 0,4-3 0 16,0-2 0-16,0-3 0 0,4-4 0 15,-4-3 0-15,4-2-337 0,-11 2-1292 16,-3-3-1048-16</inkml:trace>
  <inkml:trace contextRef="#ctx0" brushRef="#br1" timeOffset="113320.23">3543 16158 5266 0,'0'0'820'0,"0"0"561"0,0 0-681 15,0 0-675-15,0 0-25 0,0 0 0 16,0 0 0-16,41-25 0 16,-20 14 0-16,0 3 0 0,-5 4 0 15,-5 1 0-15,-1 3 0 0,-4 4 0 16,-2 8 0-16,-4 8 0 0,-10 7 0 15,-5 5 0-15,-1 2 0 0,1 0 0 16,3-4 0-16,2-4 0 0,1-6 0 16,9-6 0-16,0-5 0 0,5-3 0 15,9-2 0-15,-2-4 0 0,13-3 0 16,-2-7 0-16,4-6 0 16,2-6 0-16,-9 3-1145 0,-3-4-680 0</inkml:trace>
  <inkml:trace contextRef="#ctx0" brushRef="#br1" timeOffset="113587.36">3274 15384 6142 0,'0'0'1085'15,"33"1"-209"-15,-4-4-787 0,2 1-89 16,2 1 0-16,5 1 0 0,-3-2 0 16,0 0 0-16,4-1 0 15,-2-3 0-15,-6 0-1846 0,-4-3-2340 16</inkml:trace>
  <inkml:trace contextRef="#ctx0" brushRef="#br1" timeOffset="114054.05">4136 15890 5810 0,'0'0'989'0,"0"0"231"15,0 0-1047-15,0 0-173 0,0 41 0 16,-6-6 0-16,2 7 0 0,-2 1 0 16,0-6 0-16,1-2 0 0,5-5 0 15,0-3 0-15,0-6 0 16,3-9-1297-16,-1-5-964 0</inkml:trace>
  <inkml:trace contextRef="#ctx0" brushRef="#br1" timeOffset="114203.98">4262 15667 6118 0,'0'0'441'15,"0"0"-217"-15,0 0 204 0,-47 9-428 16,32 6-4-16,5 3-372 16,4 0-261-16,4 0-295 0,2-5-1313 15</inkml:trace>
  <inkml:trace contextRef="#ctx0" brushRef="#br1" timeOffset="114537.93">4446 15906 2929 0,'0'0'3165'16,"0"0"-1880"-16,-45-6-773 0,32 6-211 15,1 0-301-15,2 0 0 0,-1 0 0 16,1 2 0-16,6 0 0 0,0 0 0 15,4-1 0-15,0 1 0 16,0 1 0-16,4 2 0 0,2 1 0 16,9 4 0-16,1 1 0 0,5 0 0 15,2 1 0-15,-3-3 0 0,5 2 0 16,-4 1 0-16,-5-1 0 16,1 3 0-16,-9 0 0 0,-6 0 0 15,-2 0 0-15,-4-1 0 0,-4 1 0 16,-3-2 0-16,-5 1 0 0,-3-2 0 15,3-3 0-15,-9-1 0 0,4-2 0 16,3-2 0-16,-1 0 0 0,7-3 0 16,1 0-1025-16,5 0-208 0,2-3-2581 0</inkml:trace>
  <inkml:trace contextRef="#ctx0" brushRef="#br1" timeOffset="115437.57">5042 15476 5286 0,'0'0'644'0,"0"0"21"15,0 0 375-15,0 0-592 0,0 0-339 16,-11 39-109-16,9 0 0 0,2 12 0 15,0 4 0-15,0-2 0 0,2 3 0 16,3 1 0-16,1 1 0 16,-2 0 0-16,-4-2 0 0,4-2 0 15,-4-7 0-15,-6-9 0 0,4-10-301 16,0-12-703-16,-5-9-1241 16,3-7-417-16</inkml:trace>
  <inkml:trace contextRef="#ctx0" brushRef="#br1" timeOffset="115570.16">4914 15925 5962 0,'0'0'777'16,"0"0"71"-16,0 0-332 0,0 0-427 16,0-33-89-16,14 27 0 0,9-3 0 15,8-3 0-15,-4-3 0 0,6-2 0 16,2-1-29-16,-10 3-1051 16,4-4-1986-16</inkml:trace>
  <inkml:trace contextRef="#ctx0" brushRef="#br1" timeOffset="115854.14">5296 15577 5578 0,'0'0'844'16,"-25"46"-239"-16,15-10 231 0,-1 5-596 15,1 3-151-15,4 3-89 0,0 2 0 16,4-3 0-16,2-2 0 16,0-1 0-16,4-4 0 0,0-6 0 15,-4-5 0-15,0-9 0 0,2-9 0 16,6-8 0-16,-4-7 0 0,9-10 0 15,-3-8 0-15,7-1 0 0,-3 0 0 16,-4 6 0-16,-3 6 0 0,-3 5 0 16,-4 6 0-16,0 1 0 0,0 5 0 15,2 8 0-15,2 4 0 0,0 6 0 16,2-1 0-16,-1-1 0 16,3-3 0-16,4-1 0 0,1-1 0 15,1-3 0-15,3-2 0 0,-7-3 0 16,0-2-337-16,-6-3-1408 0,3-3-1044 0</inkml:trace>
  <inkml:trace contextRef="#ctx0" brushRef="#br1" timeOffset="116087.74">5496 16090 3057 0,'0'0'3409'16,"0"0"-2500"-16,48-23-92 0,-27 7-817 15,-5-4 0-15,1-2 0 0,-1-4 0 16,3-3 0-16,-9-2 0 0,1-1 0 15,-9 2 0-15,-2 6 0 0,-7 9 0 16,-7 8 0-16,-3 7 0 0,1 14 0 16,-5 9 0-16,-2 8 0 0,3 8 0 15,5 2 0-15,9 1 0 0,6-5 0 16,6-4 0-16,9-6 0 16,8-7 0-16,8-8 0 0,10-8 0 15,2-8-89-15,-5-5-1788 0,1-8-1724 0</inkml:trace>
  <inkml:trace contextRef="#ctx0" brushRef="#br1" timeOffset="116470.3">6358 15711 2837 0,'0'0'1849'0,"0"0"-833"16,0 0-236-16,0 0 229 0,0 0-485 15,0 0-347-15,0 0-177 0,-35 39 0 16,23-8 0-16,-3 1 0 16,9-5 0-16,2-3 0 0,2-3 0 15,2-4 0-15,0-5 0 0,0-4-1085 16,2-5-276-16,6-3-432 0</inkml:trace>
  <inkml:trace contextRef="#ctx0" brushRef="#br1" timeOffset="116637.28">6528 15722 5922 0,'0'0'1281'16,"-33"44"-837"-16,6-12 44 15,-2 0-431-15,6 2-57 0,3 0 0 16,-1-5 0-16,9-2 0 0,3-6 0 15,9-7 0-15,4-6 0 16,7-3-957-16,-1-5-2665 0</inkml:trace>
  <inkml:trace contextRef="#ctx0" brushRef="#br1" timeOffset="117121.13">6784 15680 4742 0,'0'0'1752'0,"0"0"-1015"16,0 0-153-16,-43 16-207 16,18 13-377-16,-2 12 0 0,2 11 0 15,3 5 0-15,5 6 0 0,3 1 0 16,7 0 0-16,3 0 0 0,4-4 0 15,11-7 0-15,-1-9 0 0,0-11 0 16,11-10 0-16,0-12 0 0,1-11 0 16,5-7 0-16,2-16 0 0,-2-10 0 15,0-6 0-15,-6 0 0 0,-15 4 0 16,-6 6 0-16,-13 10 0 16,-11 6 0-16,-7 10 0 0,-7 4 0 15,5 9 0-15,2 2 0 0,11 0 0 16,5-3 0-16,9-2 0 0,6-4 0 15,0 3-917-15,0-3-580 16,10 0-520-16</inkml:trace>
  <inkml:trace contextRef="#ctx0" brushRef="#br1" timeOffset="117470.83">7084 16061 1816 0,'0'0'72'0,"0"0"4458"15,0 0-3653-15,0 0-149 0,-41-7-559 16,18 9-169-16,2 4 0 16,-4 3 0-16,7 4 0 0,3 2 0 15,1 6 0-15,8 7 0 0,-5 3 0 16,11 3 0-16,0-2 0 0,11 0 0 15,-1-5 0-15,11-4 0 16,-1-6 0-16,3-7 0 0,2-6 0 16,2-4 0-16,-2-10 0 0,-3-6 0 15,-5-7 0-15,-3-5 0 0,-10-2 0 16,-1-2 0-16,-3 0 0 16,-7 1 0-16,-7 3 0 0,-3 2 0 15,3 4 0-15,-3 5 0 0,7 7-1341 16,4 1-1545-16</inkml:trace>
  <inkml:trace contextRef="#ctx0" brushRef="#br1" timeOffset="118021.28">6952 15681 2293 0,'0'0'3601'0,"-11"50"-2164"0,1-10-1029 0,0 9-36 0,-7 6-291 16,3 1-81-16,1 2 0 0,-1-2 0 15,4-5 0-15,3-4 0 0,3-8 0 16,4-8 0-16,4-8-557 0,3-11-1328 16,-3-8-432-16</inkml:trace>
  <inkml:trace contextRef="#ctx0" brushRef="#br1" timeOffset="118420.54">7361 16107 5570 0,'0'0'908'0,"0"0"-315"0,0 0 447 16,-35-12-959-16,12 24-81 16,-2 11 0-16,-2 9 0 0,1 8 0 15,7 3 0-15,9 2 0 0,8-2 0 16,6-6 0-16,8-7 0 0,9-5 0 15,-1-8 0-15,7-8 0 16,4-8 0-16,2-4 0 0,3-9 0 16,-5-8 0-16,0-7 0 0,-5-7-225 15,-5 8-975-15,-4-5-2814 0</inkml:trace>
  <inkml:trace contextRef="#ctx0" brushRef="#br1" timeOffset="118621">7557 15661 4117 0,'0'0'1917'0,"-20"42"-1292"0,14-11-105 15,-5 4-188-15,5 5-52 0,2 5 68 16,4 4-295-16,0 3-53 16,0 2 0-16,4 3 0 0,-4 0 0 15,0-1 0-15,0-3 0 0,-4-5 0 16,2-9 0-16,2-8-421 0,0-11-479 15,0-11-1433-15,0-7-765 0</inkml:trace>
  <inkml:trace contextRef="#ctx0" brushRef="#br1" timeOffset="118920.37">7535 16118 4313 0,'0'0'973'0,"0"0"-145"0,0 0 401 15,0 0-613-15,0 0-383 0,0 0-233 16,0 0 0-16,0 0 0 0,0 0 0 16,37-20 0-16,-14 13 0 0,-3 1 0 15,-1 3 0-15,-7 1 0 0,-1 1 0 16,-7 1 0-16,-2 0 0 16,-2 4 0-16,-2 5 0 0,-9 10 0 15,-5 3 0-15,1 3 0 0,-5 3 0 16,5-3 0-16,3 4 0 0,2 1 0 15,-1-4 0-15,11 0 0 16,0-5 0-16,6-6 0 0,9-4 0 16,6-7 0-16,1-4 0 0,7-3 0 15,-2-10-69-15,0-4-1636 0,-11 3-372 16,1-4-1512-16</inkml:trace>
  <inkml:trace contextRef="#ctx0" brushRef="#br1" timeOffset="119154.19">7766 16240 4526 0,'0'0'1192'0,"0"0"-159"16,37-23-81-16,-16 6-463 0,6-2-489 16,-2-1 0-16,-9 2 0 0,-3 1 0 15,-5 2 0-15,-8 5 0 0,-4 1 0 16,-7 3 0-16,-5 6 0 16,-5 2 0-16,-1 14 0 0,-3 7 0 15,4 8 0-15,-6 7 0 0,7 4 0 16,5-3 0-16,9-2 0 0,6-7 0 15,6-9 0-15,19-8 0 16,8-9 0-16,8-6-205 0,5-8-195 16,3-5-136-16,-3-5-1225 0,-9 4-160 15,-10-2-1068-15</inkml:trace>
  <inkml:trace contextRef="#ctx0" brushRef="#br1" timeOffset="119337.27">8118 16104 5206 0,'0'0'1276'0,"-38"-31"13"15,18 23-868-15,-1 7-421 0,0 7 0 16,1 9 0-16,-1 6 0 0,0 7 0 16,5 3 0-16,5 4 0 0,11-3 0 15,0-1 0-15,11-3 0 0,9-7 0 16,7-4 0-16,4-8 0 16,0-7 0-16,2-5 0 0,-2-9 0 15,-6-7-1229-15,-8 3-596 0,-7-5-844 16</inkml:trace>
  <inkml:trace contextRef="#ctx0" brushRef="#br1" timeOffset="119504.56">8161 15681 5882 0,'0'0'1425'0,"0"0"-685"16,0 0-595-16,0 0-145 16,-21 53 0-16,11-4 0 0,-2 13 0 15,1 4 0-15,3-1 0 0,6 3 0 16,2-3 0-16,0-5 0 0,6-6 0 15,9-8 0-15,-9-16-1025 0,8-7-3457 0</inkml:trace>
  <inkml:trace contextRef="#ctx0" brushRef="#br1" timeOffset="120004.2">8676 15886 1996 0,'0'0'2049'0,"0"0"-1344"15,-21-46-29-15,15 33-16 0,-5 0-59 16,1-1-277-16,0-1-28 16,-1 0 136-16,1-1-288 0,-6-1-28 15,-1 3-8-15,-4 3-84 0,1 5-24 16,-7 6 0-16,-4 7-20 0,0 11-4 15,-2 9-104-15,2 7 32 0,10 3 96 16,5 3-8-16,5-1-20 16,7-2 28-16,4-2 0 0,0-2-12 15,6-1 12-15,9-2-8 0,1 1 16 16,5 0-8-16,0 0 144 16,1 2-80-16,3 2 4 0,-2-2 8 15,-4 0-64-15,-3-1-12 0,-12-4 0 16,2 1 0-16,-10-5-168 0,-2-3-560 15,0-6-141-15,-2-4-315 0,1-8-3310 0</inkml:trace>
  <inkml:trace contextRef="#ctx0" brushRef="#br1" timeOffset="120137.53">8359 16309 4349 0,'0'0'1241'15,"0"0"-88"-15,44 1-381 0,-13 1-232 16,2-2-403-16,2 0-137 0,2-3 0 15,-2-4 0-15,5 0 0 16,-1-2-65-16,-2-4-1187 0,-10 2-329 16,-6 0-956-16</inkml:trace>
  <inkml:trace contextRef="#ctx0" brushRef="#br1" timeOffset="120387.64">8765 16190 1368 0,'0'0'4574'15,"-42"2"-4078"-15,20 6-23 0,3 6 63 16,2 5-424-16,1 4-44 0,1 4 60 15,9 1-116-15,0 1 8 0,6 0-16 16,6-4-4-16,9-1 0 0,3-5 16 16,7-6 0-16,0-4-12 0,-2-9-4 15,1-3-12-15,-3-6 4 0,-4-5-144 16,-11-5 52-16,0-3 100 16,-6-3-16-16,0-4 28 0,0-3-12 15,-2 0 0-15,-6 1-8 0,1 1 0 16,-5 4-96-16,2 3-20 0,-1 8 16 15,7 5-276-15,0 7-89 16,4 3-119-16,0 0-937 0,4 2-203 0</inkml:trace>
  <inkml:trace contextRef="#ctx0" brushRef="#br1" timeOffset="120571.31">8849 16377 1152 0,'0'0'2601'0,"0"0"-1732"0,-16 39 103 16,12-35-456-16,4-2-152 0,0-2 269 15,0-3-185-15,0-9-56 0,4-12-147 16,0-7-245-16,6-5 0 0,-1 3 0 16,5 5 0-16,-4 8 0 0,5 5 0 15,-3 3 0-15,5 2 0 0,8 3 0 16,-1 2-853-16,-5 0-176 16,2 3-2100-16</inkml:trace>
  <inkml:trace contextRef="#ctx0" brushRef="#br1" timeOffset="120754.42">9242 16168 1320 0,'0'0'4394'0,"0"0"-2873"0,-47 6-829 16,22-5-427-16,2 5-265 0,-2 1 0 15,2 6 0-15,3 5 0 0,5 1 0 16,5 4 0-16,6 3 0 16,2 0 0-16,4 1 0 0,6-5 0 15,5-3 0-15,5-4 0 0,1-4 0 16,1-5 0-16,5-5 0 0,-2-4 0 15,2-6-181-15,-5-5-531 0,-3 2-1169 16,-3-3-504-16</inkml:trace>
  <inkml:trace contextRef="#ctx0" brushRef="#br1" timeOffset="121020.96">9331 16330 4277 0,'0'0'1537'16,"0"0"-524"-16,39 11-345 0,-20-15-184 15,-9-5-271-15,3-3-213 16,-3-2 0-16,-6-4 0 0,-4-1 0 16,0 1 0-16,-10-2 0 0,-5 1 0 15,-1 4 0-15,-1 4 0 0,-3 9 0 16,3 6 0-16,3 14 0 16,-7 10 0-16,4 9 0 0,3 5 0 15,8 0 0-15,1 1 0 0,10-6 0 16,5-3 0-16,15-8 0 0,2-8 0 15,4-6 0-15,6-7 0 0,0-7-149 16,4-9-731-16,-14-2-145 0,-4-5-2488 0</inkml:trace>
  <inkml:trace contextRef="#ctx0" brushRef="#br1" timeOffset="121337.48">9490 15698 1196 0,'0'0'2081'0,"0"0"-276"16,0 0-941-16,0 0-159 0,0 0 303 16,0 0-652-16,0 0-179 0,0 0-177 15,0 0 0-15,25 38 0 0,-9-24 0 16,1-1 0-16,0-1 0 0,-3 0 0 16,-4-1 0-16,1-3 0 15,-5-2-1093-15,-6-3-580 0,4-3-644 0</inkml:trace>
  <inkml:trace contextRef="#ctx0" brushRef="#br1" timeOffset="121471.38">9620 15683 4245 0,'0'0'3222'0,"0"0"-2497"16,0 0-725-16,0 0 0 0,11 35 0 15,1-15 0-15,3 3 0 0,-5-3-357 16,0-7-1724-16,-4-4-1621 0</inkml:trace>
  <inkml:trace contextRef="#ctx0" brushRef="#br1" timeOffset="134772.4">12483 4773 5162 0,'0'0'348'0,"-4"-34"324"16,15 18-336-16,-1 5-95 0,11-2 175 15,5 3-248-15,12 5-32 0,7 5 8 16,5 8-140-16,6 8 24 0,1 6-16 16,5 8-12-16,-4 4 0 15,2 6-8-15,-2 2-60 0,8 3 68 16,-6 3-4-16,-2 0 0 0,0 1 4 15,-10-2-4-15,-7 1 8 16,-4-4-4-16,-8-3 0 0,-10-4-372 16,-5-6-132-16,-4-10-1469 0,-3-7-1393 0</inkml:trace>
  <inkml:trace contextRef="#ctx0" brushRef="#br1" timeOffset="135154.35">13825 5447 3829 0,'0'0'2209'15,"0"0"-1484"-15,-39-33 23 0,14 28-376 16,-6 3-88-16,4 6-259 0,0 10-25 16,2 8 0-16,3 8 0 0,5 7 0 15,3 5 0-15,3 2 0 16,11-2 0-16,6-3 0 0,5-8 0 15,14-9 0-15,6-11 0 0,12-11-45 16,4-10-351-16,1-13-20 0,0-11-873 16,-13 5-488-16,-8-5-2020 0</inkml:trace>
  <inkml:trace contextRef="#ctx0" brushRef="#br1" timeOffset="135338.29">13959 5050 6354 0,'0'0'409'0,"-10"47"-45"0,2-13 172 16,-1 5-7-16,-1 5-529 16,0 6 0-16,-1 3 0 0,1 2 0 15,2-2 0-15,6 1 0 0,-2-3 0 16,4-3 0-16,0-4 0 0,0-6 0 16,10-10-385-16,-4-9-2424 0,4-11-933 15</inkml:trace>
  <inkml:trace contextRef="#ctx0" brushRef="#br1" timeOffset="135472.17">14071 5547 7475 0,'0'0'717'0,"0"0"-717"0,-27 52 0 16,23-32 0-16,-2-2 0 16,6-1 0-16,0-4 0 0,0-6 0 15,0-4-401-15,4-1-1484 0,2-2-680 0</inkml:trace>
  <inkml:trace contextRef="#ctx0" brushRef="#br1" timeOffset="135604.31">14234 5195 6931 0,'0'0'140'16,"0"0"-136"-16,0 0 32 0,-37 51-36 15,27-27-8-15,3-3-661 16,7-1-307-16,0-3-80 0,0-2-1714 0</inkml:trace>
  <inkml:trace contextRef="#ctx0" brushRef="#br1" timeOffset="135920.75">14381 5518 6719 0,'0'0'668'0,"0"0"-180"15,-37-11-171-15,22 6-317 0,-3 3 0 16,-1 2 0-16,-2 1 0 0,3 5 0 15,-1 2 0-15,3 4 0 0,1 2 0 16,7 2 0-16,4-1 0 16,0 4 0-16,8 0 0 0,2 0 0 15,4 0 0-15,11-3 0 0,-4-1 0 16,9-2 0-16,-1-2 0 0,-4-1-105 16,2-2-239-16,-9-1-636 0,-8-1 115 15,-2-2 73-15,-4 3 464 16,-10 2 328-16,-11 5 316 0,-10 2 768 15,-6 2-495-15,0-2-205 0,0-2 120 16,6 0-408-16,4-2-56 0,10-4-40 16,7-2-108-16,6-5-240 0,10-1-765 15,2 0-439-15,15-5-301 0</inkml:trace>
  <inkml:trace contextRef="#ctx0" brushRef="#br1" timeOffset="136138.79">14575 5654 6258 0,'0'0'1305'0,"-37"-5"-676"0,23 5-629 16,-3 0 0-16,1 10 0 0,1 4 0 16,-1 6 0-16,-1 5 0 0,3 2 0 15,7 2 0-15,7 1 0 16,4 0 0-16,9-3 0 0,3-7 0 15,9-7 0-15,6-10 0 0,2-5-613 16,-8-5-580-16,2-7-547 0</inkml:trace>
  <inkml:trace contextRef="#ctx0" brushRef="#br1" timeOffset="136420.93">14732 5663 5922 0,'0'0'1001'15,"0"0"-49"-15,-31-31-635 0,15 31-317 16,5 10 0-16,-5 7 0 16,-1 5 0-16,3 6 0 0,-1 1 0 15,9 1 0-15,6-2 0 0,6-2 0 16,9-2 0-16,6-6 0 0,-1-3 0 16,7-5 0-16,0-7 0 0,-6-3 0 15,-1-1 0-15,-3-11-161 16,-7-1 1-16,-4-2-4 0,-6-7-16 15,0 0 108-15,0-4 72 0,-2-1 0 16,-6 0 4-16,2 4-8 0,2 3-44 16,4 5-324-16,0 6 32 0,0 3-341 15,10 2-75-15,-6 3-237 0,7 1-1524 0</inkml:trace>
  <inkml:trace contextRef="#ctx0" brushRef="#br1" timeOffset="136638.39">14834 5838 3477 0,'0'0'1721'0,"-9"34"-761"0,5-19-211 15,4-10 203-15,0-2-619 16,0-3-333-16,0-4 0 0,6-11 0 16,11-10 0-16,-3-6 0 0,7-4 0 15,-4 5 0-15,-7 7 0 0,0 9 0 16,-6 5 0-16,-1 6 0 0,1 3 0 16,0 1 0-16,-2 15 0 0,2 12 0 15,-4 8 0-15,0 5 0 16,0 1 0-16,-4-8 0 0,8-2 0 15,0-1 0-15,2-6 0 0,5-4 0 16,-5-6-893-16,-2-6-668 0,-2-7-4157 0</inkml:trace>
  <inkml:trace contextRef="#ctx0" brushRef="#br1" timeOffset="136938.51">15016 5821 4690 0,'0'0'604'15,"0"0"-216"-15,0 0-120 16,-21 42 20-16,15-21 169 0,2-2-309 16,4-3 68-16,0-7 328 0,4-2-364 15,-2-4-32-15,6-3 113 0,-2 0-261 16,5-9 0-16,1-7 0 0,2-6 0 16,-3-3 0-16,-5-2 0 0,4 2 0 15,-1 3 0-15,-1 2 0 16,-4 5 0-16,2 8 0 0,-2 2 0 15,0 5 0-15,-1 1 0 0,7 12 0 16,0 13 0-16,-2 11 0 0,-5 7 0 16,-3 0 0-16,0-5 0 0,0-2 0 15,0-5 0-15,0-5 0 0,4-5-517 16,-4-8-924-16,0-6-423 0</inkml:trace>
  <inkml:trace contextRef="#ctx0" brushRef="#br1" timeOffset="137188.19">15233 5976 6963 0,'0'0'840'16,"0"0"-451"-16,39-36-389 0,-23 20 0 15,1-2 0-15,-1-2 0 0,1-1 0 16,2-3 0-16,-7 2 0 0,3-1 0 16,-3 1 0-16,-8 3 0 0,-4 2 0 15,-6 7 0-15,-9 7 0 16,-1 4 0-16,-5 11 0 0,0 8 0 15,-5 7 0-15,3 7 0 0,-2 0 0 16,9 2 0-16,1-4 0 0,13-3 0 16,2-3 0-16,8-4 0 0,7-7 0 15,5-4 0-15,3-8 0 0,8-5-333 16,-4-4-1048-16,-2-6-579 0</inkml:trace>
  <inkml:trace contextRef="#ctx0" brushRef="#br1" timeOffset="137570.78">15625 5846 6603 0,'0'0'540'0,"0"0"-236"0,-20-40 424 0,16 34-711 0,-3 2-17 15,-3 4 0-15,0 11 0 0,-3 5 0 16,-1 10 0-16,3 4 0 0,1 5 0 15,0 0 0-15,8-3 0 0,2-4 0 16,2-6 0-16,6-7 0 16,4-5 0-16,5-6 0 0,4-4 0 15,-1-5 0-15,1-9 0 0,6-7 0 16,-2-5-561-16,-5 4-2208 0,-3-6-121 16</inkml:trace>
  <inkml:trace contextRef="#ctx0" brushRef="#br1" timeOffset="137723.43">15799 5425 6783 0,'0'0'380'0,"0"0"649"16,0 0-1029-16,0 0 0 0,-12 58 0 15,-1-15 0-15,1 8 0 0,-3 2 0 16,5 1 0-16,0 3 0 16,-1 0 0-16,-1 0 0 0,8-1 0 15,-7-4 0-15,5-5 0 0,2-13 0 16,-2-7-3030-16</inkml:trace>
  <inkml:trace contextRef="#ctx0" brushRef="#br1" timeOffset="137870.89">15615 5953 6963 0,'0'0'188'16,"37"-29"304"-16,-10 20 57 0,2-1-549 16,0 2 0-16,2 0 0 0,-4 0 0 15,-2 2 0-15,2 2 0 16,-7 1 0-16,1 3-301 0,-9 0-1376 15,-3 0-31-15,-3 4-501 0</inkml:trace>
  <inkml:trace contextRef="#ctx0" brushRef="#br1" timeOffset="138104.54">15861 6043 5538 0,'0'0'992'0,"33"6"-619"16,-6-10 407-16,-2-4-516 0,2-5-19 15,-3-3-245-15,-7 0 0 0,-5-4 0 16,-7 1 0-16,-5-3 0 0,0 1 0 15,-7 3 0-15,-3 5 0 16,-4 9 0-16,-3 4 0 0,3 10 0 16,-5 9 0-16,0 6 0 0,3 7 0 15,-5 4 0-15,5 3 0 0,5-3 0 16,5-1 0-16,6-8 0 0,10-5 0 16,7-4 0-16,10-7-673 15,4-5 17-15,6-6-1 0,-6-8-643 16,-4-1-161-16,-2-5-824 0</inkml:trace>
  <inkml:trace contextRef="#ctx0" brushRef="#br1" timeOffset="138288.35">16198 5993 5610 0,'0'0'1777'16,"0"0"-1157"-16,-31-47-435 16,16 37-185-16,-1 6 0 0,4 4 0 15,-3 8 0-15,-1 9 0 0,-5 7 0 16,4 7 0-16,1 1 0 0,8 0 0 15,8-5 0-15,0-1 0 0,14-5 0 16,3-5 0-16,3-7 0 16,7-7 0-16,0-8-281 0,4-8-739 15,-10 0-249-15,-5-4-3001 0</inkml:trace>
  <inkml:trace contextRef="#ctx0" brushRef="#br1" timeOffset="138454.46">16239 5549 7395 0,'0'0'797'16,"-6"41"-797"-16,-2-1 0 0,2 14 0 16,-5 6 0-16,7-3 0 0,-2 0 0 15,6 1 0-15,-4-4 0 0,4-2 0 16,4-3 0-16,2-5 0 16,2-6-161-16,-1-5-707 0,-3-10-129 15,-2-7-2012-15</inkml:trace>
  <inkml:trace contextRef="#ctx0" brushRef="#br1" timeOffset="140054.62">10356 5911 4486 0,'0'0'1016'16,"0"0"-392"-16,0 59 89 16,6-16 423-16,-1 7-919 0,1 1-217 15,-2 7 0-15,2 5 0 0,0 6 0 16,3 5 0-16,-9 3 0 0,0 0 0 15,0-7 0-15,0-8 0 0,0-9 0 16,0-11 0-16,0-7 0 16,0-12 0-16,0-11 0 0,0-5 0 15,2-10 0-15,-2-14-1573 0,4 0-152 16,-4-16-788-16</inkml:trace>
  <inkml:trace contextRef="#ctx0" brushRef="#br1" timeOffset="140254.62">10571 5968 5866 0,'0'0'1445'15,"0"0"-849"-15,2 48-311 0,-2-9-285 16,-2 9 0-16,-2 5 0 16,4 5 0-16,0 4 0 0,10 0 0 15,1-1 0-15,3 1 0 0,-3-4 0 16,-1-6 0-16,-4-2 0 15,0-5 0-15,-6-6 0 0,0-6 0 16,0-10-809-16,-4-6-3753 0</inkml:trace>
  <inkml:trace contextRef="#ctx0" brushRef="#br1" timeOffset="141088.14">10455 7182 5502 0,'0'0'940'0,"0"0"41"0,-26-40-212 15,11 24-769-15,-1-3 0 0,1 5 0 16,-6 4 0-16,5 8 0 0,-1 3 0 16,3 13 0-16,-7 8 0 0,1 12 0 15,3 10 0-15,-4 7 0 0,11 8 0 16,8 4 0-16,4-2 0 16,19-7 0-16,10-5 0 15,12-15 0-15,9-13 0 0,6-10 0 0,4-11 0 16,-4-13 0-16,-11-6 0 0,-6-12 0 15,-14-3 0-15,-10-4 0 16,-13 1 0-16,-8-2 0 0,-9 1 0 16,-5-1 0-16,-3 0 0 0,-2 1 0 15,-1 4 0-15,5 6 0 0,-2 7 0 16,7 8 0-16,8 4 0 0,-3 7 0 16,7 2 0-16,2 2-1674 15,-4 6-1543-15</inkml:trace>
  <inkml:trace contextRef="#ctx0" brushRef="#br1" timeOffset="142538.53">11439 6294 2489 0,'0'0'108'16,"0"0"60"-16,0 0 252 0,0 0-124 16,0 0 0-16,0 0 305 15,0 0-209-15,0 0 12 0,0 0 212 16,0 0-320-16,-6-17-52 0,12 22 25 15,3 2-129-15,3 0 28 0,9 0 56 16,6-2-160-16,0-5 32 0,4 0 64 16,-5-5-112-16,5 1 48 0,0 0 24 15,0 3-112-15,-4 1-8 16,-2 1 0-16,2 4 12 0,-4 4-12 16,2 3 0-16,1 1 12 0,-1 0-12 15,6-1 76-15,2-5 0 0,9-2 28 16,5-5 36-16,1-1-100 0,-1-6-31 15,-1-3-9-15,-7 0 0 16,-8 1 0-16,-6 0 0 0,-9 3 0 16,-5 3-353-16,-5 1-1024 0,-6 2-539 15,0 2-1058-15</inkml:trace>
  <inkml:trace contextRef="#ctx0" brushRef="#br1" timeOffset="143071.01">11863 6384 5478 0,'0'0'500'0,"0"0"-140"0,0 0 29 15,0 0-273-15,6 52 68 0,-10-17 220 16,2 4-236-16,-2-4 8 0,4-3 108 16,0 1-240-16,0-1 4 0,0 2-20 15,0 1-15-15,-6 3-13 16,2-1 0-16,-7 3 0 0,5 0 0 16,2-3 0-16,2-2 0 0,4-7 0 15,8-4 0-15,11-6 0 0,6-4 0 16,8-4 0-16,2-3 0 0,5-3 0 15,-5-3 0-15,0 2 0 16,-4 0 0-16,2 1 0 0,2 0 0 16,-1 2 0-16,1 3 0 0,-4 0 0 15,4 2 0-15,-6-1 0 0,-4 1 0 16,-6 0 0-16,-7-4 0 0,-4-2 0 16,-7-4-1357-16</inkml:trace>
  <inkml:trace contextRef="#ctx0" brushRef="#br1" timeOffset="143771.32">12521 7019 5646 0,'0'0'8'0,"0"0"408"0,0 0 245 15,0 0-409-15,0 0-68 0,22 62 272 16,-22-18-264-16,0-1 4 16,-2-8-15-16,-2-1-181 0,2-3 0 15,-2-4 0-15,-2-4 0 0,2-8 0 16,4-5 0-16,0-6 0 0,0-4 0 15,0-4 0-15,10-10 0 16,0-15 0-16,11-4 0 0,0-6 0 16,-1-4 0-16,-3 5 0 0,3 3 0 15,-3 4 0-15,0 10 0 0,-11 10 0 16,2 7 0-16,-6 9 0 0,2 10 0 16,0 13 0-16,-2 5 0 15,-2 1 0-15,0-4 0 0,5-7 0 16,-1-4 0-16,2-4 0 0,0-2 0 15,-2-4 0-15,2-4 0 0,-1-1 0 16,-3-4 0-16,6 0 0 0,-2-7 0 16,4-6 0-16,1-6 0 0,5-5 0 15,-1-2 0-15,-3 1 0 0,-2 4 0 16,1 6 0-16,-7 7 0 16,2 6 0-16,-2 5 0 0,0 11 0 15,3 9 0-15,-5 5 0 0,6 1 0 16,-8-1 0-16,6-4 0 0,0-1 0 15,-2-3 0-15,3-3 0 16,3-2 0-16,-2-4-297 0,-6-2-1007 16,3-3-421-16</inkml:trace>
  <inkml:trace contextRef="#ctx0" brushRef="#br1" timeOffset="144272.76">13000 7292 5878 0,'0'0'1641'0,"0"0"-989"0,50-51-631 0,-32 28-21 15,-7 0 0-15,3-4 0 0,-8-2 0 16,-2 1 0-16,-4 1 0 0,-4 4 0 16,-2 7 0-16,2 8 0 0,-6 7 0 15,-11 8 0-15,2 13 0 16,-10 10 0-16,1 8 0 0,3 1 0 16,4-1 0-16,11 0 0 0,10-5 0 15,10-6 0-15,11-6 0 0,16-9 0 16,10-8 0-16,15-4 0 0,0-10 0 15,-2-5-385-15,2-4-339 16,-14-1 55-16,-7-5-687 0,-10 0 543 16,-8 0 613-16,-13 2 200 0,-3-1 433 15,-3 1 215-15,-8 3 488 0,-7 3-319 16,-1 2-133-16,-3 3-255 0,3 5-429 16,-7 7 0-16,3 4 0 15,-5 9 0-15,1 6 0 0,-3 7 0 16,2 2 0-16,0 3 0 0,5-1 0 15,6-2 0-15,5-3 0 0,5-4 0 16,11-4 0-16,3-5 0 0,9-9 0 16,2-3 0-16,2-6 0 0,0-8 0 15,-1 0 0-15,-1-5 0 0,0 0 0 16,-8 2 0-16,-5 1 0 16,-2 4 0-16,-6 4 0 0,-4 2 0 15,0 6 0-15,0 0 0 0,0 0 0 16,-4 7 0-16,2 6 0 0,-2 6 0 15,0 3 0-15,4 3 0 16,0-2 0-16,4-3 0 0,6-3-185 16,-3-7-1003-16,7 0-1934 0</inkml:trace>
  <inkml:trace contextRef="#ctx0" brushRef="#br1" timeOffset="144588.49">13682 7134 5714 0,'0'0'1369'0,"-16"-37"-701"0,5 26-227 0,-3 2-441 16,-3 7 0-16,1 2 0 0,-5 2 0 15,-4 9 0-15,7 0 0 0,-3 3 0 16,0 0 0-16,7-2 0 16,8 1 0-16,2 0 0 0,8 0 0 15,12-1 0-15,9 1 0 0,8-2 0 16,4 2 0-16,5-1 0 0,-5 2 0 15,0 0 0-15,-8-2 0 16,-10 1 0-16,-9-1 0 0,-10 1 0 16,-12 0 0-16,-5 0 0 0,-12 1 0 15,0 0 0-15,-10-3 0 0,2-2 0 16,0-4 0-16,-1-1 0 16,11-4 0-16,7-5 0 0,9-7 0 15,5 4-1101-15,6-7-676 0</inkml:trace>
  <inkml:trace contextRef="#ctx0" brushRef="#br1" timeOffset="145188.75">13846 7099 5514 0,'0'0'764'0,"0"0"-195"0,0 0 535 0,0 0-863 16,0 0-241-16,-13 37 0 0,9 4 0 15,4 9 0-15,0-2 0 0,6-5 0 16,5-5 0-16,3-6 0 16,3-6 0-16,-1-8 0 0,5-10 0 15,4-7 0-15,-5-4 0 0,-3-11 0 16,-1-9 0-16,-1-3 0 0,-5-6 0 15,-8 0 0-15,6 0 0 0,-5-1 0 16,-3-3 0-16,0-1 0 0,0 2 0 16,0 2 0-16,0 5 0 0,0 9 0 15,0 9-309-15,0 5-115 0,4 5-601 16,2 6 21-16,-2 0-277 16,2 7-1904-16</inkml:trace>
  <inkml:trace contextRef="#ctx0" brushRef="#br1" timeOffset="145604.81">14061 7370 3225 0,'0'0'828'16,"0"0"-59"-16,0 0 479 0,0 0-563 15,0 0-93-15,0 0 253 0,0 0-845 16,0 0 0-16,24-52 0 16,-11 16 0-16,1 1 0 0,3 6 0 15,-3 2 0-15,-1 7 0 0,-5 4 0 16,-6 7 0-16,2 4 0 0,0 3 0 15,-2 1 0-15,-2 1 0 0,4 2-897 16,3 10-212-16,-7 7-155 0,4 0-705 16,-4 2 788-16,0 0 1181 0,0-6 941 15,6-2 271-15,0-1-319 0,9-5 379 16,5-2-659-16,7-5 39 16,4-3 156-16,2-7-779 0,2-6-29 15,-2 0 0-15,-4-3 0 0,-12-2 0 16,-5 1 0-16,-7 0 0 0,-5 1 0 15,-11 4 0-15,-5 2 0 0,-9 7 0 16,2 6 0-16,-4 4 0 16,-2 10 0-16,2 5 0 0,5 5 0 15,1 4 0-15,11 3 0 0,10-1 0 16,10 2 0-16,17-1 0 16,8-4 0-16,8-4 0 0,5-10 0 15,6-5 0-15,4-8 0 0,-3-11 0 16,-13-1-833-16,-3-12-2665 0</inkml:trace>
  <inkml:trace contextRef="#ctx0" brushRef="#br1" timeOffset="149521.54">13418 13420 5502 0,'0'0'640'0,"0"0"-55"16,0 0 195-16,0 0-404 16,33 34-67-16,8-16-309 0,13-1 0 15,14-5 0-15,6-6 0 0,9-1 0 16,6-5 0-16,2-1 0 15,-2-4 0-15,0-3 0 0,-11-1 0 16,-3-1 0-16,-9-3-525 0,-19 2-2216 16,-9-3-1845-16</inkml:trace>
  <inkml:trace contextRef="#ctx0" brushRef="#br1" timeOffset="149988.79">13571 15377 7071 0,'33'10'672'0,"14"-5"-223"0,26-2-449 16,1-3 0-16,11-1 0 0,8-1 0 15,2 1 0-15,4 1 0 0,-4 0 0 16,-6 0 0-16,-25 2-257 0,-8-2-3513 0</inkml:trace>
  <inkml:trace contextRef="#ctx0" brushRef="#br1" timeOffset="151305.06">12436 16179 5470 0,'0'0'344'15,"0"0"1189"-15,0 0-741 16,0 0-739-16,0 0-53 0,0 0 0 16,0 0 0-16,6 57 0 0,0-12 0 15,5 5 0-15,-3-2 0 0,2-5 0 16,3-2 0-16,-3-2 0 16,4-2 0-16,-1-7 0 0,-3-9 0 15,0-8 0-15,5-7 0 0,-3-6 0 16,-1-12 0-16,-1-8 0 0,4-12 0 15,-1-8 0-15,1-9 0 0,3 0 0 16,-1-4 0-16,-1 3 0 0,1 3 0 16,3 3 0-16,-2 11 0 0,-1 7 0 15,-1 8 0-15,-3 5-585 0,-2 4-1140 16,1 4 204-16,-5 2-255 0</inkml:trace>
  <inkml:trace contextRef="#ctx0" brushRef="#br1" timeOffset="151622.63">12779 16567 6679 0,'0'0'656'0,"0"0"201"15,10-40-857-15,7 19 0 0,8-2 0 16,-5 3 0-16,1 4 0 0,-5 5 0 15,1 5 0-15,-2 2 0 0,-9 4 0 16,0 0 0-16,-2 4 0 0,-4 7 0 16,0 11 0-16,-6 9 0 0,-9 8 0 15,-1 4 0-15,-1-3 0 0,-1 2 0 16,5-5 0-16,7-2 0 16,2-8 0-16,4-4 0 0,6-7 0 15,9-5 0-15,1-4 0 0,9-7 0 16,2-6 0-16,4-9 0 0,-2-11 0 15,-4 2-1205-15,-5-4-1693 0</inkml:trace>
  <inkml:trace contextRef="#ctx0" brushRef="#br1" timeOffset="151855.26">12380 15897 7291 0,'0'0'368'0,"58"-16"165"16,-2 4-533-16,4-1 0 16,6 2 0-16,2 1 0 0,-4 3 0 15,-6 1 0-15,0 2 0 0,-17 0-585 16,-8-3-5982-16</inkml:trace>
  <inkml:trace contextRef="#ctx0" brushRef="#br1" timeOffset="152338.88">13612 16215 6987 0,'0'0'436'0,"0"0"333"0,-19 37-769 0,13-5 0 0,6 4 0 15,0 0 0-15,0 1 0 0,6 0 0 16,-1-2 0-16,-5-1 0 16,6-4 0-16,-2-3 0 0,2-6 0 15,2-5 0-15,-6-6-965 0,3-8-1032 0</inkml:trace>
  <inkml:trace contextRef="#ctx0" brushRef="#br1" timeOffset="152489.03">13808 16122 7735 0,'0'0'332'0,"0"0"-228"0,0 0-83 15,0 0-21-15,0 0 0 0,0 0-117 16,0 0-399-16,0 0-292 0,-16 43-1249 15,26-33-80-15</inkml:trace>
  <inkml:trace contextRef="#ctx0" brushRef="#br1" timeOffset="152838.92">14061 16340 5610 0,'0'0'1117'0,"0"0"-645"0,0 0 56 15,-48-22-63-15,31 20-465 16,3 2 0-16,2 0 0 0,-3 6 0 16,5 1 0-16,-1 2 0 0,5 1 0 15,2 0 0-15,4-2 0 0,0-1 0 16,4 0 0-16,7 1 0 16,5 2 0-16,5-1 0 0,4 0 0 15,1-1 0-15,-3-1 0 0,2 3 0 16,-2 1 0-16,-3 2 0 0,-5 0 0 15,1 2 0-15,-9-1 0 0,-3 2 0 16,-4 1 0-16,-4 1 0 0,-7 1 0 16,-1 1 0-16,-9 3 0 0,-6-2 0 15,-4-1 0-15,-4-1 0 0,2-2 0 16,-2-4 0-16,6-5 0 16,4-6 0-16,3-2-17 0,3-2-611 15,9-7-717-15,3 1-139 0,7-6-381 0</inkml:trace>
  <inkml:trace contextRef="#ctx0" brushRef="#br1" timeOffset="153321.68">14610 15880 5742 0,'0'0'376'0,"0"0"665"0,0 0-465 0,0 0-352 0,2 42 9 16,-2 15-233-16,0 14 0 0,-2 2 0 16,-2-9 0-16,4-3 0 0,0-4 0 15,4-3 0-15,-4-4 0 0,2-4 0 16,-2-3 0-16,0-4 0 16,-10-5 0-16,4-10-501 0,0-6-1456 0</inkml:trace>
  <inkml:trace contextRef="#ctx0" brushRef="#br1" timeOffset="153471.65">14460 16334 6819 0,'0'0'1232'0,"0"0"-1091"16,0 0-141-16,57-39 0 16,-26 30 0-16,2-2 0 0,7-6 0 15,7-3 0-15,3-7 0 0,-9 3-1581 16,5-4-1045-16</inkml:trace>
  <inkml:trace contextRef="#ctx0" brushRef="#br1" timeOffset="153788.71">14960 15862 5202 0,'0'0'916'0,"-29"51"-259"0,18-3 243 16,3 7-676-16,2 12-52 16,2 1-51-16,-2 3-121 0,-1 0 0 15,3-5 0-15,2-2 0 0,2-6 0 16,-4-8 0-16,4-7 0 0,0-11 0 15,0-13 0-15,0-9 0 16,0-9 0-16,0-3 0 0,6-15 0 16,11-14 0-16,1-10 0 0,5-10 0 15,4 0 0-15,-6 6 0 16,-3 3 0-16,-7 11 0 0,-3 9 0 16,-8 11 0-16,4 8 0 0,-4 3 0 15,-4 7 0-15,-2 9 0 0,0 12 0 16,1 5 0-16,3 3 0 0,2-2 0 15,2-6 0-15,3-1 0 0,1-3 0 16,4-2 0-16,-4-7 0 0,-2-3-509 16,3-6-628-16,-3-6 17 0,0 0-1325 15</inkml:trace>
  <inkml:trace contextRef="#ctx0" brushRef="#br1" timeOffset="154022.54">15127 16606 4550 0,'0'0'1172'0,"0"0"-372"16,0 0 201-16,42 21-569 0,-11-30-195 15,2-9-237-15,4-5 0 16,-6-5 0-16,-2-2 0 0,-6-1 0 16,-7 0 0-16,-6 3 0 0,-5 0 0 15,-5 3 0-15,-11 3 0 0,1 9 0 16,-7 6 0-16,-3 7 0 16,3 7 0-16,-2 8 0 0,-1 8 0 15,1 2 0-15,5 4 0 0,8 1 0 16,6 1 0-16,12 0 0 0,2-5 0 15,13-5 0-15,4-4 0 0,11-10 0 16,5-7 0-16,7-6 0 0,4-14 0 16,-17 2-2162-16,0-9-2488 0</inkml:trace>
  <inkml:trace contextRef="#ctx0" brushRef="#br1" timeOffset="155438.99">16376 15924 6250 0,'0'0'741'0,"0"0"-281"15,0 0 24-15,-25 34-464 16,15-9 12-16,-3-1-8 0,3 1-16 16,0-3-8-16,1-3 0 0,1 0-108 15,4-3-64-15,0-6-440 0,4-2-9 16,0-4-67-16,0-2-881 16,0-1 13-16,8-4-1137 0</inkml:trace>
  <inkml:trace contextRef="#ctx0" brushRef="#br1" timeOffset="155588.68">16481 15970 4382 0,'0'0'1076'0,"0"0"-340"0,0 0 145 15,0 0-605-15,-14 37-148 0,3-4 232 16,-9 6-156-16,3 1-80 16,3-3-99-16,1-3-25 0,9-4 0 15,2-7-425-15,2-8-615 0,2-6-553 0</inkml:trace>
  <inkml:trace contextRef="#ctx0" brushRef="#br1" timeOffset="156139.25">16917 16012 6006 0,'0'0'809'0,"-35"-38"195"0,15 20-631 0,-3 5-373 0,-2 1 0 16,-2 5 0-16,0 3 0 0,-4 3 0 15,4 1 0-15,5 1 0 0,-1 6 0 16,4 4 0-16,1 2 0 0,7 1 0 16,1 2 0-16,4 1 0 0,6 3 0 15,0 3 0-15,10 3 0 0,7 5 0 16,3 4 0-16,5 2 0 16,-2 6 0-16,2 2 0 0,-1 5 0 15,-5 2 0-15,-4 3 0 0,-9 1 0 16,2-1 0-16,-8-4 0 0,0-4 0 15,-4-5 0-15,0-8 0 16,-2-7 0-16,-1-10 0 0,3-8-977 16,-2-7-676-16</inkml:trace>
  <inkml:trace contextRef="#ctx0" brushRef="#br1" timeOffset="156288.42">16651 16565 6482 0,'0'0'77'0,"0"0"1055"16,0 0-631-16,35-34-501 0,-2 19 0 15,2 0 0-15,2 4 0 0,-4 2 0 16,2 0 0-16,-1 2 0 0,1-2 0 16,-4 2-461-16,-9 4-503 0,3 1-1882 0</inkml:trace>
  <inkml:trace contextRef="#ctx0" brushRef="#br1" timeOffset="156471.87">17035 16748 6262 0,'0'0'1389'0,"0"0"-848"16,0 0-541-16,-33-55 0 0,29 27 0 15,2-2 0-15,2 3 0 0,2 2 0 16,6 4 0-16,3 3 0 16,-1 1 0-16,0 4 0 0,3 1 0 15,-3 1 0-15,4 1 0 0,-1-1-869 16,-3 4-1012-16,-2 0-904 0</inkml:trace>
  <inkml:trace contextRef="#ctx0" brushRef="#br1" timeOffset="156739.17">17176 16615 2629 0,'0'0'2937'16,"0"0"-1584"-16,45 7-509 0,-24-15-415 15,-5-6-429-15,-3-2 0 0,3-3 0 16,-7-3 0-16,-5 0 0 0,-2 2 0 15,-2 0 0-15,-6 4 0 16,-5 3 0-16,-3 5 0 0,-3 8 0 16,1 3 0-16,-5 10 0 0,5 6 0 15,-3 9 0-15,2 4 0 16,7 5 0-16,0 0 0 0,10 1 0 16,4-3 0-16,6-3 0 0,7-7 0 15,3-6 0-15,5-6 0 0,4-6 0 16,-4-5 0-16,2-3-297 0,-2-7-1308 15,-9 1-143-15,-3-6-950 0</inkml:trace>
  <inkml:trace contextRef="#ctx0" brushRef="#br1" timeOffset="157005.31">17391 16698 5618 0,'0'0'2069'0,"0"0"-1564"0,0 0-505 16,41-45 0-16,-29 25 0 0,3 2 0 15,-5-2 0-15,1-2 0 16,-5 1 0-16,2 0 0 0,-6 0 0 16,-2 2 0-16,0 4 0 0,0 7 0 15,-6 2 0-15,-9 7 0 0,-1 10 0 16,-7 7 0-16,0 10 0 16,1 5 0-16,7 4 0 0,3 1 0 15,8-2 0-15,4-2 0 0,16-6 0 16,5-3 0-16,14-4 0 0,8-6 0 15,9-7 0-15,10-6 0 0,-4-6-181 16,-10-4-1736-16,-5-5-1468 0</inkml:trace>
  <inkml:trace contextRef="#ctx0" brushRef="#br1" timeOffset="157521.57">18120 16446 5270 0,'0'0'976'0,"0"0"-427"16,0 0 427-16,0 0-596 0,0 0-339 15,0 0-41-15,-8 65 0 16,8-24 0-16,0 4 0 0,0-2 0 16,4-4 0-16,5-3 0 0,-1-6 0 15,2-7 0-15,0-10 0 0,1-5 0 16,-1-4 0-16,0-7 0 16,1-13 0-16,3-8 0 0,3-10 0 15,-1-8 0-15,-1 3 0 0,-3-3 0 16,3-1 0-16,1 1 0 0,-1 3 0 15,-1 6 0-15,-1 6 0 0,1 10-277 16,-4 5-547-16,-1 7-189 0,-1 3-1588 0</inkml:trace>
  <inkml:trace contextRef="#ctx0" brushRef="#br1" timeOffset="157789.23">18447 16624 5526 0,'0'0'1525'0,"0"0"-849"0,0 0-211 15,0 0-465-15,37 17 0 16,-22-23 0-16,-3-7 0 0,-2-3 0 16,-1-5 0-16,-3 1 0 0,-2-1 0 15,-2 0 0-15,-4 2 0 0,-6 3 0 16,-5 4 0-16,-3 8 0 16,-3 4 0-16,3 11 0 0,-1 11 0 15,1 9 0-15,-3 6 0 0,7 7 0 16,1 2 0-16,7-1 0 0,4-3 0 15,10-5 0-15,7-9 0 0,12-9 0 16,0-6 0-16,6-9 0 0,2-10-69 16,0-13-827-16,-10 0-213 0,0-10-3033 15</inkml:trace>
  <inkml:trace contextRef="#ctx0" brushRef="#br1" timeOffset="157955.49">18772 16130 7247 0,'0'0'516'16,"-15"47"-200"-16,3-4-203 0,-1 14-113 16,-3 3 0-16,5-4 0 0,1 0 0 15,4 0 0-15,4-3 0 0,4-2 0 16,6-6 0-16,5-5 0 16,1-4 0-16,-2-11-1185 0,3-8-2957 0</inkml:trace>
  <inkml:trace contextRef="#ctx0" brushRef="#br1" timeOffset="158221.84">18947 16559 7011 0,'0'0'1181'15,"-18"-37"-1181"-15,9 25 0 0,3 6 0 16,2 4 0-16,-2 2 0 16,2 2 0-16,-7 11 0 0,-5 12 0 15,3 10 0-15,-1 8 0 0,4 3 0 16,10-4 0-16,4-1 0 0,6-8 0 15,9-5 0-15,1-7 0 16,5-8 0-16,2-10 0 0,2-3 0 16,-6-11 0-16,-3-9 0 0,-5-6 0 15,-7-3 0-15,0-7 0 0,-6-1 0 16,-2 2 0-16,-6-2 0 16,-4 3 0-16,4 4 0 0,0 7 0 15,-3 7 0-15,7 7 0 0,0 4-1101 16,2 3-676-16,0-1-836 0</inkml:trace>
  <inkml:trace contextRef="#ctx0" brushRef="#br1" timeOffset="158505.51">19299 16640 3157 0,'0'0'460'0,"0"0"-152"15,-13-45 685-15,7 34-177 16,-2 3-32-16,-3 3 501 0,1 5-896 16,0 1-389-16,-7 10 0 0,3 4 0 15,-5 8 0-15,1 3 0 0,5 0 0 16,-1 3 0-16,10-4 0 16,1-2 0-16,6-4 0 0,7-2 0 15,4-6 0-15,7-4 0 0,0-6 0 16,-1-2 0-16,1-8 0 0,2-3 0 15,-3-4 0-15,1-4 0 0,-4 2-1601 16,-7-3-933-16</inkml:trace>
  <inkml:trace contextRef="#ctx0" brushRef="#br1" timeOffset="158655.2">19450 16526 7431 0,'0'0'761'16,"-9"57"-761"-16,7-20 0 0,-2 4 0 15,4 3 0-15,0-1 0 16,4-7 0-16,2-2 0 0,5-7 0 16,5-9 0-16,-5-8-225 0,-1-6-1440 15,-2-7-600-15</inkml:trace>
  <inkml:trace contextRef="#ctx0" brushRef="#br1" timeOffset="158789.26">19493 16169 7263 0,'-10'-42'488'0,"10"16"-47"0,-7 5-441 16,7 12 0-16,0 6 0 0,0 3 0 16,0 2 0-16,0 8 0 0,7 5-945 15,-1-1-832-15,-2-2-676 0</inkml:trace>
  <inkml:trace contextRef="#ctx0" brushRef="#br1" timeOffset="158988.72">19598 16134 5098 0,'0'0'1360'0,"0"0"-15"0,0 0-956 16,0 0-389-16,9 44 0 0,-7 1 0 15,4 8 0-15,-4 5 0 0,0-4 0 16,2 1 0-16,-2-3 0 16,0 1 0-16,0-4 0 0,-2-1 0 15,-4-2 0-15,2-7 0 0,-4-4 0 16,-2-9 0-16,6-10 0 0,-2-9-2554 15,-3-8-539-15</inkml:trace>
  <inkml:trace contextRef="#ctx0" brushRef="#br1" timeOffset="159471.84">19524 16631 6855 0,'0'0'1248'0,"0"0"-1159"16,0 0-89-16,41-29 0 16,-20 14 0-16,2 4 0 0,-5 1 0 15,-1 2 0-15,-1-2 0 0,1 1 0 16,-3 0 0-16,-3 3 0 0,-5 2 0 15,0 4-77-15,-2 0-487 16,-4 0 136-16,6 3 196 0,-3 3 228 16,-3 5 4-16,-3 8 372 0,-3 6-156 15,4 6 36-15,0-1 180 16,2-2-399-16,2-1-33 0,4-4 0 16,5-4 0-16,1-6 0 0,7-6 0 15,-3-7 0-15,1-1 0 0,-5-9 0 16,-1-1 0-16,-3-4 0 0,-2-2 0 15,0-2 0-15,-2-1 0 0,-4 2 0 16,0 3 0-16,4 8 0 0,-4 1 0 16,0 5 0-16,0 1 0 0,5 5 0 15,-3 12 0-15,10 13 0 0,-8 11 0 16,4 5 0-16,-5 0 0 16,-3-2 0-16,0 1 0 0,-3-1 0 15,-1-3 0-15,-4 2 0 0,-4 0 0 16,-5-2 0-16,-8-2 0 0,-2-2 0 15,-4-5 0-15,-2-4 0 16,-2-7 0-16,-2-7 0 0,6-6 0 16,4-7 0-16,2-3 0 0,3-10 0 15,7-8 0-15,-1-11 0 0,5-10 0 16,9-8 0-16,2-7 0 16,11-2 0-16,5-3 0 0,7-7-37 15,6-3-587-15,-6 14-152 0,3-3-2002 0</inkml:trace>
  <inkml:trace contextRef="#ctx0" brushRef="#br1" timeOffset="159721.76">19797 16054 1188 0,'0'0'652'0,"0"0"93"0,0 0-65 15,0 0 360-15,0 0-363 16,25-33 123-16,-23 28 397 0,6 1-501 16,-2 3-179-16,0 1-517 0,9 11 0 15,1 12 0-15,-1 8 0 0,-3 5 0 16,3 2 0-16,-3-6 0 16,-2-3 0-16,7-4 0 0,-5-4 0 15,1-5 0-15,-3-6 0 0,-6-3-1509 16,-2-6-224-16,-2-5-308 0</inkml:trace>
  <inkml:trace contextRef="#ctx0" brushRef="#br1" timeOffset="159839.22">19960 16024 5418 0,'0'0'1076'0,"0"0"-483"16,25 34 379-16,-13-16-839 0,3 1-133 15,-5-1-109-15,-4-4-927 0,5 0-525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7:57:52.95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1873 10587 136 0,'0'0'364'0,"0"0"4"0,0 0-144 0,0 0-220 15,0 0 156-15,0 0-4 0,0 0-48 16,0 0 440-16,0 0-363 15,4-5-141-15,-4 5-40 0,0-1-4 16,0 1-16-16,0 0-12 0,0 0-32 16,0 0 19-16,0 0 41 0,0 0 16 15,0-1 1-15,0 1 35 16,0 0-12-16,0 0-32 0,0 0-8 16,0 0-309-16,0 0-195 0,0 0-420 15,0 0 508-15</inkml:trace>
  <inkml:trace contextRef="#ctx0" brushRef="#br0" timeOffset="466.9">1873 10587 632 0,'6'-8'1000'15,"-4"7"-163"-15,-2-1-313 0,0-2 296 16,0 1-332-16,2 0-123 0,-2 1 223 16,4-2-196-16,-4 2-36 0,0-1 221 15,0 2-301-15,0 0 0 0,0 0 196 16,0 1-256-16,0 0-20 16,0 0-19-16,0 3-177 0,0 4 0 15,0 3 0-15,0 5 0 0,0 4 0 16,0-1 0-16,0 0 0 15,0-3 0-15,0 0 0 0,0 0 0 16,0-1 0-16,0 0 0 0,-4 0 0 16,2-3 0-16,0 0 0 15,2-4 0-15,0-3 0 0,0 0 0 16,-2 0 0-16,2 0 0 0,0-2 0 16,0 0 0-16,0-1 0 0,0-1 0 15,0 0 0-15,0-5 0 0,0-5 0 16,-4-7 0-16,2-4 0 0,0 0 0 15,2-1 0-15,0 3 0 0,0-2 0 16,-2 2 0-16,2 3 0 0,0 0 0 16,0 3 0-16,0 4 0 0,0 3 0 15,0 1 0-15,0 1 0 16,0 2 0-16,0-1 0 0,0 0 0 16,0 3 0-16,0 0 0 0,0 0 0 15,0 0 0-15,0 1 0 0,0 9 0 16,2 5 0-16,0 8 0 15,0 0 0-15,2 1 0 0,-4-2 0 16,0-2 0-16,-4-1 0 0,2-3 0 16,2-1 0-16,-2-4 0 15,2-3 0-15,-2-4 0 0,2 0 0 16,0-2-417-16,0 2-655 0,2-7-2870 0</inkml:trace>
  <inkml:trace contextRef="#ctx0" brushRef="#br0" timeOffset="1132.64">1949 10528 3509 0,'0'0'840'0,"0"0"265"0,0 0-381 0,0 0-223 0,0 0 243 16,0 0-364-16,0 0-100 0,0 0-171 16,0 0-109-16,-25-4 0 0,36 8 0 15,9 2 0-15,1 0 0 0,8 1 0 16,0-1 0-16,-2-4 0 0,4 1 0 15,-2-1 0-15,0-2 0 0,-2 0 0 16,-7 0 0-16,1 0 0 0,-4 0 0 16,-3 0 0-16,-4 0 0 0,-3 0 0 15,-3 0 0-15,-2 0 0 16,2 0 0-16,-4 0-305 0,0 1-175 16,0 0-212-16,0 0 127 0,-4-1 53 15,-2 0-572-15,-5-3 87 0,1 1 149 16,-7-2-1561-16</inkml:trace>
  <inkml:trace contextRef="#ctx0" brushRef="#br0" timeOffset="1366.99">2077 10542 832 0,'0'0'1096'0,"-51"-1"-507"16,28 1-153-16,4 0 456 0,9 0-380 15,4 0-35-15,4 0 487 16,-4 0-372-16,4 0-55 0,2 1 87 16,0 1-432-16,10 1 36 0,9 3-7 15,9-2-221-15,8-1 0 0,5-1 0 16,-4-2 0-16,0 0 0 0,5-2 0 15,-5 2 0-15,-2-2 0 0,2 1 0 16,0-1 0-16,-3 1 0 0,-3 0 0 16,-7-2 0-16,-5 0 0 0,-9 3 0 15,-6 0 0-15,1 0 0 16,-5 0-421-16,-7 0-303 0,-3 6 67 16,-4 0-539-16,-1-1 247 0,3-2-323 0</inkml:trace>
  <inkml:trace contextRef="#ctx0" brushRef="#br0" timeOffset="1667.22">2385 10557 3649 0,'0'0'2001'16,"0"0"-1173"-16,0 0 17 0,0 0 24 15,0 0-869-15,0 0 0 0,0 0 0 16,0 0 0-16,0 0 0 0,11-2 0 16,-5 18 0-16,4 4 0 0,-3 3 0 15,-3-1 0-15,2 1 0 0,-6-3 0 16,0 0 0-16,0-4 0 16,0-3 0-16,0-5 0 0,0-2 0 15,0-4 0-15,0 1 0 0,0-1 0 16,2-2 0-16,0-3 0 15,4-7-69-15,5-7-1628 0,-5 2 5 16,0-3-325-16</inkml:trace>
  <inkml:trace contextRef="#ctx0" brushRef="#br0" timeOffset="1866.88">2497 10557 2100 0,'0'0'1201'0,"0"0"-277"0,0 0 573 16,0 0-576-16,-10-35-197 0,6 34 101 15,2-1-825-15,-5 2 0 0,3 0 0 16,0 2 0-16,0 5 0 0,-2 5 0 15,2 8 0-15,2 5 0 0,2 1 0 16,-5 3 0-16,5-2 0 0,0 0 0 16,0 3 0-16,-2-3 0 15,0-1 0-15,0-2 0 0,-6-4 0 16,2-4 0-16,-3-4-217 0,1-5-439 16,-2-5-421-16,4-2-47 0,-5-2-461 0</inkml:trace>
  <inkml:trace contextRef="#ctx0" brushRef="#br0" timeOffset="2649.23">2046 10654 4261 0,'0'0'1017'0,"0"0"820"16,0 0-841-16,0 0-915 0,0 0-81 16,0 0 0-16,0 0 0 0,0 0 0 15,0 0 0-15,0 0 0 16,31-11 0-16,-8 6 0 0,8-1 0 16,0-2 0-16,-2-1 0 0,-6 3 0 15,-5 0 0-15,-5 1 0 0,-7 3 0 16,-6 2 0-16,-2 1 0 15,-15 6 0-15,-11 8 0 0,-10 6 0 16,-7 1 0-16,-1 3 0 0,9-2 0 16,2-3 0-16,10-1 0 15,7-8 0-15,9-6 0 0,7-2 0 16,4-3 0-16,15-6 0 0,18-7 0 16,8-8 0-16,13-2 0 0,4-3 0 15,-8 5 0-15,-11 4 0 0,-8 3 0 16,-12 5 0-16,-11 5 0 0,-6 1 0 15,-4 3 0-15,0 0 0 0,0 0 0 16,-6 4 0-16,-8 5 0 0,-9 7 0 16,-2 5 0-16,-8 1 0 15,8-1 0-15,7-4 0 0,3-4 0 16,7-4 0-16,4-3 0 0,4-4 0 16,0-1 0-16,8-1 0 0,5-1 0 15,13-10 0-15,7-3 0 0,5 0 0 16,-5-2 0-16,-10 5 0 15,-3 1 0-15,-5 2 0 0,-5 3 0 16,-10 3 0-16,2-1 0 0,-2 2 0 16,0 1 0-16,-2 1 0 15,-12 7 0-15,-3 5 0 0,-6 3 0 16,-2 2 0-16,5-1 0 0,3-1 0 16,1-3 0-16,5 0 0 0,1-2 0 15,6-4 0-15,2-2 0 0,2-3 0 16,2 1 0-16,6-1 0 0,5 0 0 15,1-2 0-15,5 0 0 0,-1-1 0 16,-5-1 0-16,1 1 0 0,-4 1 0 16,-3 0 0-16,-1 2 0 0,-4 3 0 15,0 3 0-15,2 2 0 16,-4 5 0-16,-4-1 0 0,-2 0 0 16,2-3 0-16,0-4 0 0,1-2 0 15,3-3 0-15,0 2 0 0,0-3 0 16,0-1-1125-16,11-7-1528 0</inkml:trace>
  <inkml:trace contextRef="#ctx0" brushRef="#br0" timeOffset="3416.28">7163 10551 1304 0,'0'0'1953'16,"0"0"-1401"-16,0 0 109 0,0-40 367 15,0 31-324-15,0 3-47 0,0 3 363 16,0-1-707-16,0-1-313 0,-5 3 0 16,3 2 0-16,-2 1 0 0,-2 12 0 15,-8 12 0-15,1 7 0 0,-1 2 0 16,3 2 0-16,1-6 0 16,6-4 0-16,4-2 0 0,0-5 0 15,8-3 0-15,-2-3 0 0,5-6 0 16,3-5 0-16,3-4 0 15,-5-9-197-15,3-5-1556 0,-5 3-360 16,-4-3-1220-16</inkml:trace>
  <inkml:trace contextRef="#ctx0" brushRef="#br0" timeOffset="3949.36">7187 10481 3273 0,'0'0'1741'16,"0"0"-685"-16,0 0-75 0,0 0 160 15,0 0-1141-15,0 0 0 0,0 0 0 16,0 0 0-16,0 0 0 0,33 0 0 16,-6 2 0-16,4 3 0 0,-4 0 0 15,-2 0 0-15,2 1 0 16,-2 0 0-16,2-1 0 0,4-3 0 16,-5-1 0-16,5-1 0 0,-2-3 0 15,0-3 0-15,-6-3 0 0,-2-1-73 16,-7 2 25-16,-3 0 12 15,-5 3 28-15,-6 0-20 0,4 1-64 16,-4-1 8-16,0 0-216 0,2 1 8 16,2 1 104-16,-4 2-8 0,4-2 48 15,2 3 68-15,1 0-105 16,-3 0-75-16,2 0 72 0,-6 3-4 16,4-2 124-16,-4 0 68 0,0 2 48 15,0-2 168-15,0 0 248 0,-4-1 241 16,4 0-341-16,-6 0 8 0,6 0-75 15,-4 1-297-15,4-1 0 0,0 1 0 16,0 3 0-16,0 5 0 0,4 3 0 16,2 6 0-16,0 2 0 0,2 0 0 15,3 3 0-15,-1-1 0 0,-2 2 0 16,1-3 0-16,-3-2 0 16,-2 0 0-16,-4-3 0 0,0-2 0 15,0-2 0-15,0-3 0 0,0-1 0 16,-4-1 0-16,4-3 0 15,0 1 0-15,0 2 0 0,0-1 0 16,0-1 0-16,-4 0-985 0,4-5-12 16,0 0 37-16,4-5-1525 0</inkml:trace>
  <inkml:trace contextRef="#ctx0" brushRef="#br0" timeOffset="4699.29">7735 10610 3525 0,'0'0'1833'0,"0"0"-1233"0,0 0 33 0,0 0-41 16,0 0-352-16,0 0-56 0,0 0 36 15,0 0 56-15,0 0-187 16,-47 32-89-16,16-17 0 0,0 2 0 16,-7 1 0-16,1-1 0 0,-6 0 0 15,-3 2 0-15,5-4 0 0,2-4 0 16,10-3 0-16,6-4 0 15,9-4 0-15,7 0 0 0,7 0 0 16,-4-4 0-16,4-2 0 0,0-3 0 16,8-4 0-16,3-1 0 15,1 2 0-15,5 0 0 0,-3 4 0 16,3-3 0-16,3 2 0 0,1-3 0 16,4 0 0-16,2 1-165 0,0-2-283 15,-7 4 136-15,-3 0 180 0,-7 3 52 16,-6 2 80-16,-4-1 52 0,0-1 516 15,-14 0-284-15,-9 3-72 0,-12 3-191 16,-6 0-21-16,-3 3 0 0,-1 4 0 16,5-1 0-16,1 0 0 0,0 2 0 15,2-2 0-15,6-1 0 16,6-1 0-16,12-2 0 0,9-2 0 16,4 0 0-16,0 0 0 0,17 0 0 15,18-6 0-15,8 0 0 0,15-2 0 16,4 0 0-16,-8 0 0 15,4 2 0-15,-10 2 0 0,-7 1 0 16,-10 1 0-16,-10 2 0 0,-5 0 0 16,-6 0 0-16,-5 0 0 0,-3 0 0 15,-2 0 0-15,0 0 0 16,-7 2 0-16,-9 2 0 0,-3 1 0 16,1-1 0-16,-3 1 0 0,2 1 0 15,-3 2 0-15,-5 2 0 0,-4 1 0 16,0 2 0-16,-6-1 0 0,6 0 0 15,10-3 0-15,4-3 0 0,13-4 0 16,4 1 0-16,8-2 0 0,13-1 0 16,12-1 0-16,4-3 0 0,9-2 0 15,-3 2 0-15,-5 1 0 16,-3 2 0-16,-15-1 0 0,-3 2 0 16,-11 0 0-16,-2 0 0 0,-4 0 0 15,0 1 0-15,-4 2 0 0,-6 3 0 16,-7 3 0-16,1 1 0 15,-5-1 0-15,7 0 0 0,3-3 0 16,5 0 0-16,0 1 0 0,6 2 0 16,-4 3 0-16,4 1-1113 15,4-3-776-15,-4-3-708 0</inkml:trace>
  <inkml:trace contextRef="#ctx0" brushRef="#br0" timeOffset="6049.44">2061 10712 1340 0,'0'0'1977'0,"0"0"-852"16,52-30-541-16,-32 23 96 0,7 1 237 15,-6 4-493-15,2 2-80 16,-3 0 152-16,1 7-280 0,0 0-127 16,-1 6-89-16,-7 4 0 0,-3 2 0 15,0 6 0-15,-6 2 0 0,1 5 0 16,-5 3 0-16,-2 2 0 15,-1 1 0-15,-7 5 0 0,-8 1 0 16,-1 3 0-16,-10 3 0 0,-4 3 0 16,-4 3 0-16,-5 3 0 15,-1-1 0-15,2 1 0 0,-3 1 0 16,5-2 0-16,6-4 0 0,0 0 0 16,10-4 0-16,6-1 0 0,5-5 0 15,8 0 0-15,4-4 0 0,6-2 0 16,9-2 0-16,5-3 0 0,5-4-477 15,8-6-479-15,-10-7-113 0,2-5-2757 16</inkml:trace>
  <inkml:trace contextRef="#ctx0" brushRef="#br0" timeOffset="7266.52">984 12292 6002 0,'0'0'428'0,"0"0"161"0,0 0-133 15,0 0-140-15,2 54 40 16,0-26-311-16,0-1-45 0,2-1 0 16,-4-3 0-16,0-4 0 0,2-5 0 15,-2-6 0-15,0-2 0 0,0-6 0 16,0 0 0-16,0 0 0 0,0-6 0 16,0-9 0-16,0-14 0 0,9-11 0 15,-3-6 0-15,8-4 0 0,5 4 0 16,2 10 0-16,-1 5 0 0,-1 15 0 15,-7 6 0-15,-6 9 0 0,-1 2 0 16,1 9 0-16,2 8 0 16,-4 5 0-16,0 3 0 0,-4 3 0 15,2-3 0-15,-2-1 0 0,2-2 0 16,1 0 0-16,-1-5 0 16,0-4 0-16,2-3 0 0,-2-4 0 15,0-5 0-15,-2-1 0 0,4-1 0 16,2-3 0-16,7-10 0 0,5-11 0 15,-3-7 0-15,3 2 0 0,-1 0 0 16,-7 11 0-16,-2 8 0 16,-5 5 0-16,-3 4 0 0,2 1 0 15,-2 2 0-15,2 4 0 0,0 8 0 16,2 5 0-16,0 6 0 0,0-1 0 16,2-2 0-16,-2-3 0 0,5 0 0 15,1-1 0-15,0 2 0 0,3-2-1097 16,-5-6-808-16,0-4-1581 0</inkml:trace>
  <inkml:trace contextRef="#ctx0" brushRef="#br0" timeOffset="7799.47">1478 12429 3733 0,'0'0'3142'0,"0"0"-1825"0,2-46-1317 16,0 32 0-16,0 0 0 0,2-2 0 15,-4 2 0-15,0-1 0 0,0-1 0 16,0 2 0-16,0 1 0 0,-6 1 0 15,-4 6 0-15,-1 5 0 0,-5 2 0 16,1 11 0-16,-7 10 0 16,3 5 0-16,3 4 0 0,1 1 0 15,7 0 0-15,8-2 0 0,2-1 0 16,10-7 0-16,9-1 0 0,10-7 0 16,4-6 0-16,2-6 0 0,7-3-161 15,1-6-563-15,-1-7 192 0,-7-5-565 16,-2-1 409-16,-14-4 172 0,-7-1 167 15,-1-1 349-15,-13 2 164 0,0-2 485 16,0 0 183-16,-9 0-148 16,1 0 85-16,2 2-393 0,2 8-112 15,-5 5 65-15,7 6-329 0,-2 5 0 16,-2 8 0-16,-8 9 0 0,-3 14 0 16,-4 5 0-16,5 2 0 15,5-3 0-15,3-5 0 0,4-2 0 16,4-2 0-16,6-6 0 0,5-4 0 15,7-4 0-15,3-5 0 16,4-6 0-16,-5-1 0 0,1-8 0 16,-2-3 0-16,-5-3 0 0,1 0 0 15,-9-2 0-15,-2 3 0 0,-2 4 0 16,0 2 0-16,-2 2 0 0,0 2 0 16,0 3 0-16,0 0 0 0,0 10 0 15,0 7 0-15,0 5 0 0,2-2 0 16,2 0 0-16,2-3-137 0,5-3-639 15,-1-2-81-15,0-5-339 0,1-3-2002 0</inkml:trace>
  <inkml:trace contextRef="#ctx0" brushRef="#br0" timeOffset="8116.4">2018 12325 7371 0,'0'0'400'0,"0"0"-72"0,-34-25-235 0,20 21-93 15,-1 1 0-15,5 3 0 0,-4 4 0 16,3-1 0-16,3 4 0 16,0 2 0-16,2 3 0 0,-5 1 0 15,5 3 0-15,2-4 0 0,4-4 0 16,0 1 0-16,10-1 0 0,5 1 0 16,7 2 0-16,-1 0 0 0,2-3 0 15,-2 0 0-15,-5 1 0 0,-1-1 0 16,-5-1 0-16,-6-2 0 0,0 2 0 15,-2-1 0-15,-2 1 0 0,0 1 0 16,-6 2 0-16,-10 2 0 16,-5-1 0-16,-6 0 0 0,2-3 0 15,-4-4 0-15,4-3 0 0,7-1 0 16,3 0 0-16,9 0-249 16,4-1-575-16,2 1-829 0,2-1-104 15,6-5-432-15</inkml:trace>
  <inkml:trace contextRef="#ctx0" brushRef="#br0" timeOffset="8665.62">2007 12484 3353 0,'0'0'2477'15,"0"0"-2173"-15,0 0 189 0,0 0 263 16,0 0-584-16,0 0-92 0,0 0 4 16,0 0-84-16,0 0 40 0,0 0 36 15,8 15-64-15,-8-15 48 0,0 0 172 16,0 0-179-16,0 0-53 0,0 0 0 15,0 2 0-15,0-2 0 0,0 0 0 16,0 0 0-16,0 1 0 16,0-1 0-16,0 0 0 0,0 0 0 15,0 0 0-15,0 0 0 0,0 0 0 16,0 0 0-16,0 0 0 16,0 0 0-16,0 0 0 0,0 0 0 15,3-1 0-15,-1-2 0 0,2 1 0 16,-2-3 0-16,6-1 0 0,-6-3 0 15,6-2 0-15,-1 0 0 0,-3 3 0 16,-2 2 0-16,-2 3 0 16,0-1 0-16,0 1 0 0,4 0 0 15,-4 2 0-15,0 0 0 0,0 1 0 16,0 0 0-16,0 1 0 0,-4 5 0 16,2 3 0-16,0 4 0 0,0 4 0 15,2-2 0-15,0 1 0 0,2-2 0 16,6-1 0-16,2-2 0 0,5-3 0 15,1-1 0-15,3-2 0 0,4-5 0 16,-3-3 0-16,3-6 0 16,-2-4 0-16,-7-2 0 0,1-3 0 15,-5-2 0-15,-2 0 0 0,-8-2 0 16,0 3 0-16,-4 1 0 0,-6 2 0 16,1 5 0-16,5 3 0 15,-2 3 0-15,4 4 0 0,0-3 0 16,2 4 0-16,0 0-329 0,0 3-1100 15,4 0-87-15,2 6-3066 0</inkml:trace>
  <inkml:trace contextRef="#ctx0" brushRef="#br0" timeOffset="8849.49">2266 12507 5030 0,'0'0'692'0,"0"0"-180"0,0 0 481 0,0 0-577 0,0 0-124 0,0 0-35 15,0 0-257-15,0 0 0 0,0 0 0 16,20-28 0-16,-20 3 0 0,4 3 0 15,-2 0 0-15,3 2 0 0,1 6 0 16,-2 2 0-16,-2 5 0 16,2 4 0-16,2-1 0 0,9 4 0 15,-1 0 0-15,5 7-965 0,-3 2-264 16,-3 0-1688-16</inkml:trace>
  <inkml:trace contextRef="#ctx0" brushRef="#br0" timeOffset="9066.29">2425 12412 3093 0,'0'0'2569'0,"0"0"-1729"16,0 0-107-16,0 0 224 0,0 0-957 15,0 0 0-15,0 0 0 0,0 0 0 16,35 13 0-16,-21-23 0 0,3 1 0 16,-5-1 0-16,-6 4 0 15,-1 2 0-15,-5 0 0 0,0 2 0 16,-7 2 0-16,-13 2 0 0,-1 11 0 16,0 7 0-16,1 3 0 0,7 0 0 15,3-1 0-15,6-1 0 0,4-2 0 16,8-2 0-16,5-2 0 0,3-5 0 15,9-7 0-15,2-3 0 0,14-3 0 16,-2-9-285-16,-3 0-915 16,1-2-2306-16</inkml:trace>
  <inkml:trace contextRef="#ctx0" brushRef="#br0" timeOffset="9599.35">3322 12124 5142 0,'0'0'1809'0,"0"0"-917"15,0-48-543-15,-8 32-349 0,-1-1 0 16,-1-4 0-16,0 0 0 16,-7-1 0-16,-1 3 0 0,-3 3 0 15,2 5 0-15,1 6 0 0,-3 5 0 16,0 9 0-16,3 7 0 0,-1 4 0 16,3 2 0-16,1 2 0 0,3 1 0 15,1 2 0-15,5 1 0 0,6 1 0 16,0 1 0-16,6 1 0 0,5 2 0 15,-1 0 0-15,0 3 0 0,3-2 0 16,-3-2 0-16,0 0 0 16,-1-2 0-16,-3-3 0 0,-2-2 0 15,-4-5 0-15,0-1 0 0,0-7 0 16,-2-5-997-16,0-3-296 16,-6-4-552-16</inkml:trace>
  <inkml:trace contextRef="#ctx0" brushRef="#br0" timeOffset="9749.6">2985 12425 5974 0,'0'0'356'16,"0"0"69"-16,0 0 263 16,47-20-264-16,-18 16-99 0,2 0-325 15,0 2 0-15,0 2 0 0,0 0 0 16,0 1 0-16,0 4 0 0,-4 0-737 16,0 2-476-16,-6-2-291 0,-5-1-2254 0</inkml:trace>
  <inkml:trace contextRef="#ctx0" brushRef="#br0" timeOffset="9999.5">3367 12430 3645 0,'0'0'1217'0,"0"0"560"16,0 0-1009-16,-45-23-336 16,35 18-79-16,-3 4-353 0,1 1 0 15,-1 11 0-15,3 3 0 0,0 5 0 16,-1 2 0-16,5 2 0 16,6-2 0-16,2-2 0 0,9-4 0 15,3 1 0-15,7-5 0 0,-1-3 0 16,3-5 0-16,2-3 0 0,-2-2 0 15,-3-7 0-15,-3-2 0 0,-3-5 0 16,-3 0 0-16,-9-3 0 16,-2-1 0-16,0-3 0 0,-2 4 0 15,-9 0 0-15,5 5 0 0,-4 1 0 16,-5 2-281-16,9 5-207 0,0 2-437 16,4 3 189-16,4 1-16 0,4 0-1053 15,0 0-376-15</inkml:trace>
  <inkml:trace contextRef="#ctx0" brushRef="#br0" timeOffset="10183.23">3481 12554 4145 0,'0'0'685'15,"0"0"367"-15,0 0-480 0,0 0-199 16,0 0 567-16,0 0-515 16,0 0-425-16,12-49 0 0,-9 22 0 15,1 1 0-15,2 6 0 0,4 2 0 16,-4 5 0-16,9 2 0 0,-3 3 0 15,5 2 0-15,8 1 0 16,1 2-757-16,-5-1-300 0,0 3-2280 0</inkml:trace>
  <inkml:trace contextRef="#ctx0" brushRef="#br0" timeOffset="10416.58">3752 12376 4982 0,'0'0'1188'0,"0"0"-471"0,0 0 483 16,0 0-1095-16,0 0-105 0,0 0 0 15,0 0 0-15,-39 0 0 0,32 4 0 16,3 3 0-16,2 2 0 16,2 8 0-16,0 0 0 0,0 0 0 15,4 0 0-15,2-5 0 0,1-2 0 16,-1 0 0-16,2-3 0 16,-6-2 0-16,2-3 0 0,0 3 0 15,3-4 0-15,-1 1 0 0,4-2 0 16,5-8 0-16,1-5 0 0,5 0-337 15,-11-2-331-15,1 5-1269 16,-11 1-1096-16</inkml:trace>
  <inkml:trace contextRef="#ctx0" brushRef="#br0" timeOffset="10666.52">3872 12434 5322 0,'0'0'1172'0,"0"0"-11"15,0 0-624-15,35-9-537 0,-23 2 0 16,-1-2 0-16,1 0 0 0,-2-2 0 15,-3-1 0-15,1-1 0 0,-2 0 0 16,-6 1 0-16,0 2 0 16,-6 3 0-16,-5 3 0 0,-3 4 0 15,-3 8 0-15,1 7 0 0,-3 6 0 16,1 4 0-16,-1 2 0 16,3-1 0-16,5-1 0 0,5 1 0 15,6-3 0-15,6-3 0 0,5-4 0 16,9-1 0-16,3-8 0 0,6-4 0 15,8-3 0-15,0-9 0 0,-4-1-857 16,-2-5-1324-16</inkml:trace>
  <inkml:trace contextRef="#ctx0" brushRef="#br0" timeOffset="11566.62">4719 12166 3429 0,'0'0'3238'0,"0"-47"-2470"0,-10 22-144 16,-5 0-491-16,3 3-133 15,-9-1 0-15,1 4 0 0,-11 3 0 16,0 2 0-16,2 6 0 0,0 6 0 15,6 2 0-15,2 6 0 0,1 8 0 16,3 2 0-16,3 6 0 16,8 3 0-16,-1 2 0 0,7-1 0 15,13 5 0-15,1-3 0 0,9 2 0 16,2 1 0-16,2-4 0 0,-7 4 0 16,-3-4 0-16,-3 3 0 0,-3-2 0 15,-5-2 0-15,-4 2 0 0,-2-6 0 16,0 0 0-16,-6-2 0 0,-5-5 0 15,1-1 0-15,-2-3 0 0,1-7-101 16,1-4-587-16,0-5-32 16,-1-2-1473-16,5-6-385 0</inkml:trace>
  <inkml:trace contextRef="#ctx0" brushRef="#br0" timeOffset="11682.63">4492 12389 3485 0,'0'0'1089'15,"0"0"-301"-15,43-3 396 0,-18 3-687 16,0 0-133-16,0 0 108 0,-1 0-448 15,3 2-24-15,4-2-140 16,-2 0-408-16,2-2-129 0,-6-2-1407 16,-4-1-946-16</inkml:trace>
  <inkml:trace contextRef="#ctx0" brushRef="#br0" timeOffset="11932.9">4835 12346 5898 0,'0'0'1021'0,"-43"-2"-313"0,22 2-143 15,0 7-565-15,1 6 0 0,1 3 0 16,7 1 0-16,1 5 0 0,7-2 0 15,4 1 0-15,8 1 0 0,3-2 0 16,5-1 0-16,-1-4 0 16,3-2 0-16,3-3 0 0,-2-7 0 15,-1-3 0-15,1-1 0 0,-7-6 0 16,-1-6 0-16,-3-4 0 16,-2-2 0-16,-6-1 0 0,0 0 0 15,-6 1 0-15,2 0 0 0,-7 3 0 16,1-1 0-16,0 2 0 0,-1 4-221 15,5 1-279-15,2 6-320 0,4 1 179 16,0 2-15-16,4 1-793 16,-2 0 17-16,13 7-325 0</inkml:trace>
  <inkml:trace contextRef="#ctx0" brushRef="#br0" timeOffset="12099.37">4936 12491 2373 0,'0'0'1188'15,"0"0"-207"-15,0 0-49 0,0 0 205 16,0 0-493-16,0 0 8 0,0 0-367 15,0 0-285-15,0 0 0 0,-2-34 0 16,8 14 0-16,5 2 0 16,3 2 0-16,3 3 0 0,-5 0 0 15,7 0 0-15,-1-4 0 0,1 2-53 16,-7 1-3536-16</inkml:trace>
  <inkml:trace contextRef="#ctx0" brushRef="#br0" timeOffset="12732.76">5575 12078 4001 0,'0'0'2141'0,"0"0"-1004"0,-14-34-505 0,11 30-351 0,1 2-281 16,0 1 0-16,-4 1 0 16,-2 6 0-16,-2 13 0 0,-3 13 0 15,-1 13 0-15,7 7 0 0,3 5 0 16,4 0 0-16,0 3 0 0,4-3 0 16,3-3 0-16,3-6 0 15,4-6 0-15,3-11 0 0,6-8 0 16,2-11 0-16,-3-9 0 0,3-7 0 15,-8-10 0-15,-3-6 0 0,-12-2 0 16,-4 0 0-16,-12-2 0 16,-7 2 0-16,-8 0 0 0,-2 3 0 15,0 6 0-15,0 5 0 0,10 6 0 16,11 2 0-16,4 3-73 0,2 4-1331 16,2-1-525-16,2 1-901 0</inkml:trace>
  <inkml:trace contextRef="#ctx0" brushRef="#br0" timeOffset="13199.52">5821 12022 7623 0,'0'0'569'0,"-10"35"-569"0,6 1 0 0,-7 8 0 15,5 3 0-15,2-2 0 0,0 1 0 16,2 2 0-16,2-2 0 0,0 0 0 15,0-1 0-15,0-2 0 16,2-4 0-16,2-6 0 0,-4-7 0 16,6-8 0-16,4-11 0 0,5-8-153 15,-5-5-1187-15,1-7-393 0</inkml:trace>
  <inkml:trace contextRef="#ctx0" brushRef="#br0" timeOffset="13499.75">5953 12387 5470 0,'0'0'1048'0,"0"0"165"16,0 0-752-16,0 0-461 16,-37-21 0-16,18 31 0 0,3 6 0 15,1 4 0-15,3 1 0 0,2 0 0 16,4 4 0-16,6 0 0 16,0-1 0-16,6-4 0 0,4 0 0 15,7-7 0-15,3-3 0 0,7-7 0 16,0-3 0-16,4-2 0 0,-4-8 0 15,-2-1 0-15,-11-4 0 0,-1-1 0 16,-7-2 0-16,-6-1 0 16,-2 1 0-16,-9 0 0 0,-5 2 0 15,1 0 0-15,-1 2 0 0,1 3 0 16,9 2 0-16,0 5 0 0,6 3-441 16,0-1-667-16,2 2-393 0,13-1-1933 0</inkml:trace>
  <inkml:trace contextRef="#ctx0" brushRef="#br0" timeOffset="13716.73">6259 12369 6631 0,'0'0'912'16,"0"0"-263"-16,-43-2-649 16,26 8 0-16,3 3 0 0,-3 5 0 15,3 3 0-15,-3 3 0 0,7 5 0 16,0 2 0-16,3 0 0 0,7-2 0 15,0 3 0-15,13-6 0 0,1 0 0 16,7-6 0-16,6-6 0 16,0-6 0-16,6-4 0 0,2-7 0 15,0-6 0-15,-2-6 0 0,-2-5-21 16,-10 6-1624-16,-11-4-1092 0</inkml:trace>
  <inkml:trace contextRef="#ctx0" brushRef="#br0" timeOffset="13916.74">6406 12050 6122 0,'0'0'933'0,"0"0"-477"15,0 0 225-15,0 0-681 0,0 0 0 16,-17 66 0-16,13-19 0 0,0 5 0 16,2 2 0-16,2 2 0 15,2 2 0-15,2-1 0 0,3 0 0 16,1-4 0-16,-6-3 0 0,2-6 0 15,0-5 0-15,-4-14-1325 0,0-8-900 16</inkml:trace>
  <inkml:trace contextRef="#ctx0" brushRef="#br0" timeOffset="14216.72">6410 12472 6418 0,'0'0'805'0,"0"0"-137"16,17-39-367-16,-11 27-301 0,4 0 0 15,5 2 0-15,1 0 0 0,-1 3 0 16,-3 1 0-16,5 3 0 16,-3 1 0-16,-8 2 0 0,3 0 0 15,-9 0 0-15,6 5 0 0,-6 5 0 16,0 5 0-16,-6 3 0 16,1 2 0-16,-1 0 0 0,-2-1 0 15,2 0 0-15,-5 0 0 0,5 0 0 16,0-4 0-16,2 2 0 0,-2-4 0 15,6-2 0-15,0-4 0 16,0-1 0-16,6-3 0 0,4 0 0 16,7-3 0-16,-1-2 0 0,5-6 0 15,-2-5 0-15,-7 1-413 0,2-1-1220 16,-7 5-135-16,-1 0-570 0</inkml:trace>
  <inkml:trace contextRef="#ctx0" brushRef="#br0" timeOffset="14449.74">6642 12531 4942 0,'0'0'920'0,"0"0"-396"0,41-20 193 15,-20 7-401-15,1 0 80 0,-5-1-19 16,-1-1-377-16,-5 0 0 16,-7 1 0-16,-4 1 0 0,0 1 0 15,-12 4 0-15,-3 4 0 0,-1 4 0 16,-5 11 0-16,0 9 0 16,1 4 0-16,-1 7 0 0,0 3 0 15,9-1 0-15,1 0 0 0,7-3 0 16,8-6 0-16,9-4 0 0,5-7 0 15,5-5 0-15,2-8-153 0,2-3-419 16,0-9 76-16,0-7-541 16,-1-2 333-16,-1-4-32 0,-4 6-949 15,-9 1-52-15</inkml:trace>
  <inkml:trace contextRef="#ctx0" brushRef="#br0" timeOffset="14633.09">6873 12460 1948 0,'0'0'2634'16,"0"-33"-1842"-16,0 18 24 0,-4 4 229 15,2 6-453-15,-2 3-227 0,-2 2-365 16,-9 7 0-16,-1 11 0 0,-9 8 0 15,2 7 0-15,2 4 0 0,11-4 0 16,4-1 0-16,6-4 0 16,2-5 0-16,8-4 0 0,5-7 0 15,1-5 0-15,5-7 0 0,2-5 0 16,2-9 0-16,-5-6-33 0,3-3-479 16,-4-4-773-16,-7-3 69 15,-4 9 23-15,-2-3-1116 0</inkml:trace>
  <inkml:trace contextRef="#ctx0" brushRef="#br0" timeOffset="14766.67">6952 12267 3049 0,'0'-51'1981'0,"0"10"-1057"16,0 5-107-16,2 23 303 16,-2 6-819-16,2 6-301 0,-2 4 0 15,0 15 0-15,2 18 0 0,-2 12 0 16,0 9 0-16,0 0 0 0,4-8 0 16,-4-4 0-16,6-5 0 0,-2-8 0 15,-2-5 0-15,3-4 0 0,-1-10-1093 16,2-6-1841-16</inkml:trace>
  <inkml:trace contextRef="#ctx0" brushRef="#br0" timeOffset="15216.75">7619 12310 6679 0,'0'0'932'0,"0"0"-351"0,-33-14-581 0,13 14 0 15,-5 0 0-15,4 7 0 0,1 0 0 16,3 5 0-16,0 3 0 0,7 6 0 15,0 5 0-15,10 4 0 0,0 0 0 16,10-1 0-16,3 1 0 16,5-5 0-16,5-6 0 0,8-8 0 15,4-8 0-15,4-7 0 0,3-12-557 16,-11 1-840-16,0-4-804 0</inkml:trace>
  <inkml:trace contextRef="#ctx0" brushRef="#br0" timeOffset="15733.44">7787 12268 2657 0,'0'0'4322'16,"0"0"-3466"-16,-27-33-499 16,19 28-357-16,6 4 0 0,-2 1 0 15,-7 0 0-15,1 12 0 0,-7 8 0 16,3 10 0-16,1 4 0 0,3 3 0 16,6-4 0-16,0 0 0 15,4-1 0-15,10-3 0 0,5-4 0 16,7-6 0-16,7-5 0 0,-2-6 0 15,4-8 0-15,-8-5 0 16,2-9 0-16,-5-7 0 0,-7-4 0 16,-3-1 0-16,-6-4 0 0,-4 1-65 15,-4 0 33-15,-6-2 32 0,-1 5 0 16,1 5-4-16,4 6-16 0,0 7-280 16,6 5-84-16,0 1 176 0,0 2-284 15,6 0-65-15,4 5 173 0,5 6-436 16,1 6 364-16,-5 0 91 0,-1 4-215 15,-8-2 372-15,-2 0 208 0,0-1 816 16,-2 0 21-16,-2-1-21 16,-2-4 441-16,1-5-625 0,1-2-115 15,2-3-517-15,-2-1 0 0,2-1 0 16,2-1 0-16,0-5 0 0,0-8 0 16,10-8 0-16,7-5 0 15,4-6 0-15,1 2 0 0,-1 7 0 16,-4 4 0-16,-3 9 0 0,-8 4 0 15,-2 6 0-15,0 0 0 0,-1 10 0 16,1 5 0-16,-4 5 0 16,2 3 0-16,2-1 0 0,0 1 0 15,2-2 0-15,0 0 0 0,5-2 0 16,-1-1 0-16,5-4-425 0,-5-3-1696 16,-4-5-380-16</inkml:trace>
  <inkml:trace contextRef="#ctx0" brushRef="#br0" timeOffset="15949.6">8206 12403 7579 0,'0'0'613'0,"-10"-40"-613"0,2 21 0 0,6 7 0 15,-2 5 0-15,-3 5 0 0,3 2 0 16,-6 1 0-16,-2 11 0 0,-7 10 0 16,2 8 0-16,3 2 0 15,4-1 0-15,8-6 0 0,2-3 0 16,2-2 0-16,12-5 0 0,1-6 0 15,5-7 0-15,3-4 0 0,2-11 0 16,-2-6 0-16,1-8-249 16,-7-5-887-16,-3 6-265 0,-7-3-2009 0</inkml:trace>
  <inkml:trace contextRef="#ctx0" brushRef="#br0" timeOffset="16099.86">8291 12010 4201 0,'0'0'1609'15,"0"0"-756"-15,0 0-37 0,0 0-103 16,0 0-713-16,0 0 0 0,-8 37 0 15,6 8 0-15,-4 5 0 0,2 2 0 16,4-4 0-16,0 1 0 16,4-3 0-16,2-1 0 0,0-3 0 15,4-5 0-15,-3-3-285 0,1-8-591 16,-2-11-1541-16,-2-7-325 0</inkml:trace>
  <inkml:trace contextRef="#ctx0" brushRef="#br0" timeOffset="16249.57">8380 12368 5486 0,'0'0'1125'0,"0"0"456"0,0 0-1581 16,0 0 0-16,0 0 0 16,0 0 0-16,-4 38 0 0,4-16 0 15,0-3 0-15,0-2 0 0,6-4 0 16,2-4 0-16,-1-3 0 0,-3-1 0 16,-2-4 0-16,2-1-1121 0,-2-1-1953 0</inkml:trace>
  <inkml:trace contextRef="#ctx0" brushRef="#br0" timeOffset="16516.93">8533 11965 6422 0,'0'0'709'15,"0"0"352"-15,0 0-1061 0,17-35 0 16,-17 33 0-16,0 2 0 0,0-1 0 16,4 1 0-16,-2 1 0 15,6 7 0-15,-2 3 0 0,5 3 0 16,-7 1 0-16,2 1 0 0,-6-3 0 15,0 4 0-15,0 3 0 0,0 2 0 16,0 7 0-16,-4 3 0 16,2 4 0-16,2 6 0 0,0 5 0 0,0 2 0 15,0 0 0-15,0-3 0 16,0-2 0-16,-4-4 0 0,-3-3 0 16,3-4 0-16,-6-3 0 0,0-5 0 15,-1-7 0-15,1-7-453 0,4-6-2220 16,0-6-1001-16</inkml:trace>
  <inkml:trace contextRef="#ctx0" brushRef="#br0" timeOffset="16766.78">8450 12465 4934 0,'0'0'3213'0,"0"0"-3168"0,0 0-45 16,0 0 0-16,62-40 0 16,-24 29 0-16,-3 0 0 0,-6 3 0 15,-5 1 0-15,3 1 0 0,-6-1 0 16,0 1 0-16,-5 4 0 0,1 0-589 15,-9 2-387-15,-2 1-901 0,-2 1 732 16,-2 1 413-16,-2 2 732 16,0 2 480-16,0 6 1053 0,-2 6 284 15,-2 5-961-15,-2 3-223 0,-4 4-633 16,1-1 0-16,3 0 0 0,0-2 0 16,2-3 0-16,2-5 0 0,2-5 0 15,2-2 0-15,2-6 0 0,2-4-905 16,-6-2-580-16,4-8-656 0</inkml:trace>
  <inkml:trace contextRef="#ctx0" brushRef="#br0" timeOffset="16883.34">8849 12217 5558 0,'0'0'1301'0,"0"0"-937"0,0 0-136 16,0 0-228-16,0 0-132 15,15 35-348-15,-13-9-1065 0,6 1-428 0</inkml:trace>
  <inkml:trace contextRef="#ctx0" brushRef="#br0" timeOffset="17116.05">8944 12498 5134 0,'0'0'1328'0,"0"0"-335"0,-37-9-256 16,21 6-737-16,-1 3 0 0,-4 4 0 16,5 3 0-16,1 6 0 0,5 1 0 15,6 2 0-15,4 1 0 0,4-1 0 16,11-2 0-16,1-3 0 0,5-3 0 15,-1-6 0-15,1-2 0 0,2-7 0 16,-2-3 0-16,-7-3 0 16,3-4 0-16,-11-2 0 0,4-1-61 15,-10-5-147-15,0 4-68 0,0-2-108 16,0 3-365-16,-4 8 133 0,2 5-124 16,-2 7-641-16,4 0 493 15,0 4-25-15</inkml:trace>
  <inkml:trace contextRef="#ctx0" brushRef="#br0" timeOffset="17316.79">9027 12489 2132 0,'0'0'1381'0,"0"0"-244"0,0 0 639 16,0 0-631-16,0 0-524 0,0 0-621 15,0 0 0-15,0 0 0 0,0 0 0 16,37-25 0-16,-10 14 0 0,8 8 0 16,3 5 0-16,-1 12 0 0,-6 10 0 15,-11 4 0-15,-3 3 0 0,-7 2 0 16,-6 1 0-16,-4-5 0 0,0-1 0 15,-8-4 0-15,6-6 0 0,-2-5 0 16,4-7 0-16,-4-3 0 16,4-3 0-16,-2-5-3106 0</inkml:trace>
  <inkml:trace contextRef="#ctx0" brushRef="#br0" timeOffset="37252.5">18263 8594 1904 0,'0'0'3710'0,"0"0"-2761"15,0 0-89-15,0 0-388 0,-17 44-175 16,11-11-297-16,-2 6 0 16,6 3 0-16,2 1 0 0,2 2 0 15,4 0 0-15,2 0 0 0,3 1 0 16,-5-3 0-16,0-2 0 16,-2-5 0-16,0-5 0 0,-1-11-493 15,1-9-1044-15,2-9-312 0</inkml:trace>
  <inkml:trace contextRef="#ctx0" brushRef="#br0" timeOffset="37416.66">18211 8490 6687 0,'0'0'696'0,"0"0"-184"16,42-16-215-16,-11 9-297 0,2 2 0 15,-2 1 0-15,-2 2 0 0,-2 0 0 16,2-1 0-16,-5 3 0 0,3 0-301 15,-2 1-1608-15,-8 3-516 0</inkml:trace>
  <inkml:trace contextRef="#ctx0" brushRef="#br0" timeOffset="37616.96">18211 8891 5226 0,'0'0'964'0,"0"0"-335"0,0 0 435 16,0 0-755-16,0 0-309 0,0 0 0 16,66-11 0-16,-22-6 0 0,1-3 0 15,-5 1 0-15,-3 1 0 0,-6 2 0 16,0 2-49-16,-10 5-1531 0,-7-1-4919 16</inkml:trace>
  <inkml:trace contextRef="#ctx0" brushRef="#br0" timeOffset="37916.89">18594 9076 6294 0,'0'0'665'0,"0"0"47"16,0 0-191-16,0 0-521 0,-27-53 0 16,23 21 0-16,4-4 0 0,6-2 0 15,6 4 0-15,5 4 0 0,4 3 0 16,-3 8 0-16,-3 7 0 0,1 5 0 15,-8 3 0-15,1 3-289 16,-5 0-875-16,6-1-3467 0</inkml:trace>
  <inkml:trace contextRef="#ctx0" brushRef="#br0" timeOffset="38234.31">18716 9027 6567 0,'0'0'728'0,"0"0"-172"16,49-10-215-16,-20-4-341 0,2-4 0 16,-4-2 0-16,0 1 0 0,-6-5 0 15,-7-1 0-15,1-5 0 16,-13 1 0-16,2 3 0 0,-8 7 0 0,2 8 0 16,-9 9 0-16,-5 8 0 15,-7 9 0-15,-6 8 0 0,0 6 0 16,2 3 0-16,0 1 0 0,7 6 0 15,9-1 0-15,7-1 0 16,6-5 0-16,15-4 0 0,6-6 0 16,8-8 0-16,8-7 0 0,0-7 0 15,9-3 0-15,-1-10 0 0,-5-4-449 16,-9 2-880-16,-11-7-2836 0</inkml:trace>
  <inkml:trace contextRef="#ctx0" brushRef="#br0" timeOffset="38833.39">19113 9003 5738 0,'0'0'1229'0,"0"0"-453"0,43-36-327 0,-29 19-449 16,3 2 0-16,0-3 0 0,-7-1 0 15,6 0 0-15,-7 0 0 0,-3 2 0 16,-6 0 0-16,0 5 0 0,-6 4 0 16,-9 5 0-16,-1 6 0 15,-9 9 0-15,-2 10 0 0,0 6 0 16,-4 6 0-16,4 4 0 0,7 3 0 15,3-4 0-15,13 0 0 0,10-6 0 16,15-5 0-16,10-6 0 0,16-10 0 16,11-5 0-16,10-6-157 0,-10-5-2304 15</inkml:trace>
  <inkml:trace contextRef="#ctx0" brushRef="#br0" timeOffset="39300.73">20055 8899 2325 0,'0'0'2753'0,"-33"-14"-2089"0,17 6 301 0,5 5-445 15,3 1-184-15,2 2 136 0,0 7-315 16,-5 8-157-16,-3 9 0 16,1 7 0-16,-1 4 0 0,4-2 0 15,8-3 0-15,2-1 0 0,6-3 0 16,4-4 0-16,9-4 0 0,5-5 0 15,7-2 0-15,7-7-541 0,-11-2-1620 16,1-3-1036-16</inkml:trace>
  <inkml:trace contextRef="#ctx0" brushRef="#br0" timeOffset="39550.85">20233 8953 4782 0,'0'0'1636'0,"0"0"-1007"0,-31-43-45 16,19 37-156-16,1 6-295 0,-3 4-133 15,3 11 0-15,-3 5 0 0,-3 8 0 16,7 1 0-16,-2 3 0 16,8-2 0-16,4-2 0 0,0-1 0 15,10-4 0-15,6-8 0 0,3-4 0 16,4-9 0-16,4-3 0 16,2-9 0-16,-5-4 0 0,-1-3 0 15,-6-3 0-15,-5-2 0 0,-8-2 0 16,2-1 0-16,-6 0 0 0,0 3-21 15,-6 2-435-15,0 2-164 0,-2 4-861 16,-1 3 48-16,5 3-459 0</inkml:trace>
  <inkml:trace contextRef="#ctx0" brushRef="#br0" timeOffset="39783.46">20312 9133 5486 0,'0'0'1441'0,"0"0"-813"0,-31 41-120 15,31-37-379-15,0-4-129 0,0-4 0 16,10-9 0-16,11-12 0 16,3-7 0-16,5-4 0 0,-2 0 0 15,-8 10 0-15,-3 4 0 0,-5 7 0 16,-5 9 0-16,-6 5 0 16,0 4 0-16,0 9 0 0,0 11 0 15,0 6 0-15,-4 2 0 0,0 2 0 16,4-5 0-16,0-2 0 0,4-1 0 15,6-5-737-15,0-6-228 0,3-4-1796 0</inkml:trace>
  <inkml:trace contextRef="#ctx0" brushRef="#br0" timeOffset="40000.26">20605 9033 2633 0,'0'0'3934'15,"-27"-50"-2770"-15,17 32-703 0,4 11-461 16,-3 5 0-16,9 2 0 0,-2 2 0 15,-6 14 0-15,-6 11 0 0,-3 11 0 16,7 7 0-16,-1 0 0 16,5-5 0-16,6-5 0 0,6-6 0 15,3-7 0-15,3-8 0 0,5-4 0 16,1-8 0-16,5-8 0 16,-2-12 0-16,3-7 0 0,-3-9-1021 15,-9 6-300-15,-1-4-424 0</inkml:trace>
  <inkml:trace contextRef="#ctx0" brushRef="#br0" timeOffset="40167.15">20710 8597 5746 0,'0'0'1289'0,"0"0"-473"0,0 0-475 15,0 0-341-15,0 41 0 0,-4-4 0 16,-6 7 0-16,4 2 0 0,-5 1 0 16,5 2 0-16,0 1 0 15,-2 0 0-15,6 0 0 0,0-3 0 16,2-2 0-16,4-4 0 0,4-6-149 15,0-10-1984-15,3-8-424 0</inkml:trace>
  <inkml:trace contextRef="#ctx0" brushRef="#br0" timeOffset="40300.74">20793 9076 5542 0,'0'0'1937'16,"0"0"-1224"-16,0 0-713 0,0 0 0 15,0 0 0-15,-23 49 0 0,17-27 0 16,2-3 0-16,2-4 0 0,2-4 0 15,2-4 0-15,2-2 0 0,0-5-889 16,-2 2-840-16,3-5-1048 0</inkml:trace>
  <inkml:trace contextRef="#ctx0" brushRef="#br0" timeOffset="40450.87">20932 8493 7611 0,'0'0'581'0,"0"0"-581"0,0 0 0 15,0 0 0-15,0 0 0 16,0 0 0-16,0 0 0 0,0 0-205 16,0 0-435-16,33 38-517 0,-19-29 93 15,-3-3-17-15,-1-1-1964 0</inkml:trace>
  <inkml:trace contextRef="#ctx0" brushRef="#br0" timeOffset="40633.44">21021 8568 2905 0,'0'0'1813'0,"0"0"-273"16,0 0-915-16,-5 45 43 0,5-16-27 15,0 7-641-15,0 5 0 0,0 3 0 16,5 2 0-16,-5 4 0 0,4-2 0 16,-2 0 0-16,-2-3 0 0,0 0 0 15,-6 0 0-15,-3-2 0 0,-1-4 0 16,-2-5 0-16,1-6 0 0,1-9 0 16,6-11 0-16,2-8-649 15,-2-6-1276-15,1-12-420 0</inkml:trace>
  <inkml:trace contextRef="#ctx0" brushRef="#br0" timeOffset="40866.87">20938 8991 4770 0,'0'0'1264'16,"0"0"253"-16,0 0-876 16,0 0-641-16,47-28 0 0,-28 23 0 15,0 0 0-15,1-1 0 0,-1-1 0 16,2 2 0-16,-1 0 0 16,-3 4 0-16,-3 1 0 0,-5 1-601 15,-3 3-367-15,-4 2 271 0,-2 5-347 16,0 2 231-16,-4 3 189 0,0-3 624 15,4 2 1129-15,-3 2-81 0,3 4 353 16,0 3-629-16,0 2-375 0,0 1-397 16,0 1 0-16,0-1 0 0,0-6 0 15,3-2 0-15,3-7 0 0,-2-6 0 16,0-3-37-16,0-4-599 0,4-12-1001 16,-3 0 0-16,5-13-828 0</inkml:trace>
  <inkml:trace contextRef="#ctx0" brushRef="#br0" timeOffset="40983.68">21310 8662 6707 0,'0'0'1300'16,"0"0"-1115"-16,0 0-185 0,0 0 0 15,0 0 0-15,0 0 0 0,-21 58 0 16,21-28 0-16,11-2-1305 0,5 2 176 16,-6-8-119-16,7 1-2382 0</inkml:trace>
  <inkml:trace contextRef="#ctx0" brushRef="#br0" timeOffset="41234.69">21461 8930 5858 0,'0'0'941'0,"0"0"87"15,-39-20-663-15,22 21-365 0,5 7 0 16,-1 5 0-16,1 3 0 0,-1 1 0 16,5 4 0-16,2-1 0 15,2 2 0-15,4-1 0 0,0-2 0 16,8-1 0-16,2-3 0 0,3-3 0 15,5-5 0-15,-1-5 0 0,0-2 0 16,-1-7 0-16,-4-6 0 16,-1-3-165-16,-3-5-187 0,-4-2 132 15,-2-5-44-15,2-1-489 0,-2-2 69 16,1 3 56-16,-3 9-48 16,2 7 259-16,-2 7-339 0,0 3-1721 0</inkml:trace>
  <inkml:trace contextRef="#ctx0" brushRef="#br0" timeOffset="41467.01">21504 9038 5034 0,'0'0'1264'0,"0"0"-451"0,0 0 268 15,33-16-1081-15,-8-5 0 0,2-5 0 16,2 0 0-16,0-3 0 0,-2 6 0 16,-2 1 0-16,1 5 0 0,-5 8 0 15,0 6 0-15,-5 6 0 16,3 10 0-16,-3 6 0 0,-3 7 0 15,-3 6 0-15,-6 3 0 0,-4 1 0 16,0 4 0-16,-4-1 0 16,-4-1 0-16,-2-2 0 0,-1-1 0 15,-7-4 0-15,3-4 0 0,1-8-981 16,-1-3-1268-16</inkml:trace>
  <inkml:trace contextRef="#ctx0" brushRef="#br0" timeOffset="42418.04">14087 10860 3793 0,'0'0'1789'16,"0"0"-993"-16,0 0-71 0,0 0 263 15,0 0-887-15,0 0-101 16,0 39 0-16,0-9 0 0,0 6 0 16,0 1 0-16,0-3 0 0,0-3 0 15,0-2 0-15,0-3 0 16,0-2 0-16,0-5 0 0,5-5 0 15,-5-5 0-15,0-4 0 0,0-4-813 16,0-1-148-16,0-3-1520 0</inkml:trace>
  <inkml:trace contextRef="#ctx0" brushRef="#br0" timeOffset="42683.85">14023 11159 4125 0,'0'0'913'15,"0"0"-205"-15,35 19 12 16,-12-17 345-16,8-2-561 0,-4 0-347 16,0-1-157-16,-2 0 0 0,2-1 0 15,-3 0 0-15,-1 0 0 16,-2-2 0-16,-5 1 0 0,-1-1 0 15,-9 1 0-15,0 0 0 0,-2 0 0 16,1-2-677-16,-3 1-2008 0,6-5-1097 0</inkml:trace>
  <inkml:trace contextRef="#ctx0" brushRef="#br0" timeOffset="42917.17">14127 10810 5662 0,'0'0'264'0,"0"0"905"15,0 0-413-15,0 0-415 16,0 0-341-16,0 0 0 0,0 0 0 16,0 0 0-16,64 36 0 0,-31-30 0 15,2-2 0-15,-4 0 0 16,-4-2 0-16,-4 1 0 0,-3-1-145 15,-5 2-839-15,-5-2-937 0,-4 0 8 0</inkml:trace>
  <inkml:trace contextRef="#ctx0" brushRef="#br0" timeOffset="43101.18">14408 10851 4321 0,'0'0'709'0,"0"0"-81"0,0 0 337 15,0 0-645-15,0 0-64 0,0 0 56 16,0 0-44-16,-13 41 24 0,9-12-171 15,0 6-121-15,4 3 0 0,0 1 0 16,0 0 0-16,0-2 0 0,0 0 0 16,0-5 0-16,-2-6 0 0,2-7 0 15,0-9 0-15,0-4 0 16,0-6 0-16,0 0-877 0,0-12-940 0</inkml:trace>
  <inkml:trace contextRef="#ctx0" brushRef="#br0" timeOffset="44083.69">14282 11179 2893 0,'0'0'1316'0,"0"0"-511"0,0 0 347 16,0 0-547-16,0 0-113 0,0 0 96 15,-37 3-364-15,30-1-107 0,3-1-117 16,2 0 0-16,-2 0 0 0,4-1 0 15,-4 2 0-15,4 1 0 0,0 0 0 16,-2 2 0-16,-2 0 0 0,4 0 0 16,0-1 0-16,0 1 0 15,0-4 0-15,0-1 0 0,0 0 0 16,4 0 0-16,2-3 0 0,4-4 0 16,7-3 0-16,-1-2 0 0,3 2 0 15,-2 1 0-15,-1 5 0 16,9 0 0-16,-2 3 0 0,3 1 0 15,3 5 0-15,0 4 0 0,0 3 0 16,-2 2 0-16,-4 7 0 0,2 2 0 16,-5 4 0-16,-3 4 0 0,-1 4 0 15,3 2 0-15,0 1 0 16,-1-1 0-16,3-1 0 0,-2-2 0 16,1-2 0-16,1-4 0 0,0-2 0 15,5-4 0-15,5-7 0 0,15-5 0 16,4-9 0-16,5-6 0 0,9-8 0 15,1-4 0-15,11-3 0 0,-2 2 0 16,1 2 0-16,-7 5 0 0,-16 6 0 16,-15 5 0-16,-16 3 0 15,-11 3-2402-15,-14 0-1732 0</inkml:trace>
  <inkml:trace contextRef="#ctx0" brushRef="#br0" timeOffset="44817.09">15710 11568 3265 0,'0'0'540'0,"0"0"765"0,0 0-545 16,0 0-200-16,0 0 141 16,0 0-285-16,-37 49-72 0,31-26-43 15,2-2-301-15,-1-3 0 0,5-1 0 16,0-3 0-16,0-6 0 0,3-2 0 15,-1-4 0-15,-2-2 0 0,4 0 0 16,-2-3 0-16,6-9 0 0,2-12 0 16,3-3 0-16,1-8 0 15,3-1 0-15,-1 2 0 0,5 2 0 16,0 6 0-16,-1 9 0 0,-3 7 0 16,-3 9 0-16,-7 8 0 0,-3 9 0 15,-2 6 0-15,-2 6 0 16,0 1 0-16,-2-2 0 0,-2 2 0 15,1-4 0-15,3-7 0 0,0-4 0 16,3-6 0-16,3-7 0 0,4-1 0 16,0-9 0-16,9-8 0 0,-7-4 0 15,3-6 0-15,-3 1 0 0,3 2 0 16,-5 2 0-16,0 8 0 16,-3 7 0-16,-7 3 0 0,0 4 0 15,4 4 0-15,-2 6 0 0,2 9 0 16,2 2 0-16,2 3 0 0,-5-3 0 15,5-2 0-15,-6-4 0 0,6-1 0 16,0-2 0-16,1 0-449 0,-5-2-1480 16,2-3-336-16</inkml:trace>
  <inkml:trace contextRef="#ctx0" brushRef="#br0" timeOffset="45067.17">16140 11640 6462 0,'0'0'1141'0,"15"-33"-552"0,-7 12-589 15,-4 3 0-15,0-2 0 0,-2 0 0 16,-2 0 0-16,-2-1 0 0,-4 6 0 16,-2 3 0-16,-3 5 0 0,1 5 0 15,0 6 0-15,-7 10 0 16,3 9 0-16,-3 6 0 0,1 5 0 16,1 1 0-16,5 1 0 0,10-2 0 15,2-7 0-15,10-2 0 0,13-7 0 16,4-4 0-16,6-5 0 0,6-7 0 15,1-2 0-15,-3-5 0 0,2-7-313 16,-3-2-619-16,-12 1-353 0,-1-1-2645 0</inkml:trace>
  <inkml:trace contextRef="#ctx0" brushRef="#br0" timeOffset="45350.27">16450 11528 3577 0,'0'0'1309'0,"-14"-48"-189"16,3 23 213-16,1 6-805 0,2 6-203 15,-1 8-325-15,7 4 0 0,-2 4 0 16,-6 12 0-16,-5 12 0 15,-7 8 0-15,-3 6 0 0,2-1 0 16,9-5 0-16,3-4 0 0,11-3 0 16,5-7 0-16,9-4 0 15,5-9 0-15,1-4 0 0,5-5 0 0,-2-7 0 16,-3-3 0-16,1-5 0 16,-6 0 0-16,-3-1 0 0,-2 0 0 15,-6 6 0-15,1 3 0 0,-5 4 0 16,0 3 0-16,0 1 0 0,-5 0 0 15,5 5 0-15,-4 7 0 0,4 6 0 16,4 2 0-16,3-3 0 0,1-3 0 16,2-5 0-16,3-2 0 15,-3-3-225-15,7-4-787 0,-7-1-109 16,4-6-2188-16</inkml:trace>
  <inkml:trace contextRef="#ctx0" brushRef="#br0" timeOffset="45683.88">16661 11479 5114 0,'0'0'1473'0,"4"-33"-921"16,-4 20 44-16,-4 4-139 0,0 3-457 15,-2 5 0-15,-1-1 0 16,1 2 0-16,-4 0 0 0,-5 4 0 16,1 5 0-16,-3 3 0 0,7 3 0 15,0-2 0-15,8 1 0 0,-2-1 0 16,4 0 0-16,6-2 0 0,8 0 0 15,1-1 0-15,1 0 0 0,5 1 0 16,-5-1 0-16,5 2 0 0,-4-1 0 16,-3 3 0-16,-1-1 0 15,-9 1 0-15,2 1 0 0,-6 0 0 16,0-1 0-16,-2-1 0 0,-6-2 0 16,-3-3 0-16,1-1 0 0,-3-4 0 15,-5-2 0-15,-5-1 0 16,2-4 0-16,1-3 0 0,-1-2 0 15,5-1 0-15,5-2 0 0,7 2-9 16,4 1-483-16,2 1-809 0,4 1-387 16,1-1-797-16</inkml:trace>
  <inkml:trace contextRef="#ctx0" brushRef="#br0" timeOffset="46067.15">16824 11437 6767 0,'0'0'1092'0,"0"0"-759"15,0 0-333-15,0 0 0 0,0 0 0 16,0 0 0-16,-2 49 0 0,4-17 0 16,7 2 0-16,3-1 0 0,-2-4 0 15,7-2 0-15,4-4 0 16,-1-6 0-16,1-1 0 0,4-8 0 16,-7-3 0-16,-5-5 0 0,-5-2 0 15,0-7 0-15,-2-8 0 0,-1-5 0 16,1-6 0-16,-6-1 0 0,0-1 0 15,0-1 0-15,-4-4 0 0,2 1 0 16,-3 4 0-16,5 6-521 0,0 10-632 16,7 7-11-16,-3 5-185 0</inkml:trace>
  <inkml:trace contextRef="#ctx0" brushRef="#br0" timeOffset="46267.35">17037 11587 2533 0,'0'0'1548'0,"19"34"-979"15,-9-25 139-15,-6-4 400 0,0-4-587 16,-4-1-21-16,2-1 205 0,-2-6-705 16,5-7 0-16,1-7 0 0,4-4 0 15,-2-1 0-15,-1 3 0 0,-1 8 0 16,-2 5 0-16,-4 3 0 16,2 4 0-16,-2-1 0 0,4 0 0 15,0 3-753-15,-2 1-83 0,2 1-945 16,1 3 104-16,-3 5-1304 0</inkml:trace>
  <inkml:trace contextRef="#ctx0" brushRef="#br0" timeOffset="46483.82">17165 11544 4229 0,'0'0'1173'0,"0"0"12"16,0 0-385-16,0 0-176 15,0 0-443-15,38 2-181 0,-24-9 0 16,-2-6 0-16,-1 1 0 0,-3-2 0 16,-4-1 0-16,-2-1 0 0,-2 2 0 15,0 3 0-15,-4 4 0 0,2 5 0 16,-6 2 0-16,-3 1 0 15,-1 10 0-15,-4 7 0 0,1 4 0 16,5 6 0-16,-1 1 0 0,7-1 0 16,4 0 0-16,4-3 0 15,7-6 0-15,9-2 0 0,7-6 0 16,4-5 0-16,2-6 0 0,9-5 0 16,-11-1-969-16,6-6-788 0</inkml:trace>
  <inkml:trace contextRef="#ctx0" brushRef="#br0" timeOffset="47534.35">18085 11236 5446 0,'0'0'752'15,"-6"-36"241"-15,-4 16-381 0,-1 2-332 16,-5 1-171-16,-1-2-109 0,-1 0 0 16,-3 2 0-16,-2 2 0 0,3 3 0 15,3 4 0-15,3 4 0 16,-3 3 0-16,7 1 0 0,4 10 0 15,-5 8 0-15,5 5 0 0,-2 5 0 16,8-1 0-16,0 3 0 0,0-1 0 16,6 2 0-16,4 3 0 0,1 2 0 15,-1 2 0-15,0 3 0 16,1 0 0-16,-1 3 0 0,-2-3 0 16,-2 1 0-16,-4-3 0 0,1-6 0 15,-3-3 0-15,0-6 0 0,-5-7 0 16,1-5-117-16,2-7-423 0,-2-3-533 15,0-2-51-15,0 0-117 0</inkml:trace>
  <inkml:trace contextRef="#ctx0" brushRef="#br0" timeOffset="47684.56">17796 11558 5866 0,'0'0'684'0,"0"0"-199"16,31-39 95-16,0 28-340 0,2 3 40 15,8 1-223-15,-4 4-57 16,5 3 0-16,-9 0 0 0,-2 3 0 15,-6 0 0-15,2 1-957 0,-11 3-52 16,-6-1-267-16,-1 0-2406 0</inkml:trace>
  <inkml:trace contextRef="#ctx0" brushRef="#br0" timeOffset="47850.47">18096 11679 3261 0,'0'0'1645'0,"0"0"-233"15,0 0-883-15,0 0-117 0,0 0 332 16,0 0-555-16,0 0-189 0,0 0 0 15,-7-43 0-15,3 19 0 0,4 2 0 16,4 3 0-16,3 3 0 0,1 3 0 16,2 1 0-16,1 1 0 15,-1 2 0-15,2 0-37 0,3 2-855 16,-3 3-1505-16,-2-3-1197 0</inkml:trace>
  <inkml:trace contextRef="#ctx0" brushRef="#br0" timeOffset="48167.27">18195 11657 5354 0,'0'0'752'0,"0"0"-31"0,0 0-233 15,37 10-148-15,-8-12 197 0,-2-8-537 16,2-1 0-16,-4-3 0 16,-5-1 0-16,-3-3 0 0,-3 1 0 15,-3 0 0-15,-5-2 0 0,-2 2 0 16,-4 2 0-16,-4 0 0 0,-2 2 0 15,-3 1 0-15,-3 3 0 0,-3 4 0 16,3 3 0-16,-2 2 0 0,-7 6 0 16,0 4 0-16,5 5 0 15,-5 3 0-15,0 2 0 0,5 3 0 16,1 0 0-16,5-1 0 0,4 0 0 16,10-2 0-16,2-2 0 0,11-4 0 15,7-5 0-15,-1-5 0 0,8-4 0 16,0-4 0-16,0-4-853 15,-8 0-464-15,-2-2-2769 0</inkml:trace>
  <inkml:trace contextRef="#ctx0" brushRef="#br0" timeOffset="48434.21">18406 11608 4926 0,'0'0'848'0,"0"0"-19"15,0 0-333-15,0 0-104 0,55 7 309 16,-28-18-701-16,0-3 0 0,0-4 0 15,0-1 0-15,-2-2 0 0,-9 1 0 16,-1 1 0-16,-5 1 0 0,-6 0 0 16,-4 3 0-16,-2 0 0 15,-6 3 0-15,-7 6 0 0,-5 4 0 16,-1 7 0-16,0 9 0 0,1 8 0 16,-1 9 0-16,2 2 0 0,5 1 0 15,8 3 0-15,6-5 0 16,12-1 0-16,9-8 0 0,10-5 0 15,12-7 0-15,17-10 0 0,8-5 0 16,9-13 0-16,-15 2-1153 0,-4-6-1869 16</inkml:trace>
  <inkml:trace contextRef="#ctx0" brushRef="#br0" timeOffset="48884.32">19146 11357 5118 0,'0'0'708'0,"0"0"305"0,0 0-437 0,0 0-116 0,0 0-143 16,0 0-317-16,0 0 0 0,-4 65 0 16,4-19 0-16,2 0 0 0,6-2 0 15,2-1 0-15,1-4 0 0,-1-6 0 16,0-6 0-16,1-8 0 0,-5-6 0 15,4-8 0-15,-2-5 0 0,3-8 0 16,1-10 0-16,-2-8 0 0,1-6 0 16,-1-5 0-16,5-2 0 15,-5-4 0-15,-2-2 0 0,3 3 0 16,-1 6 0-16,2 7 0 0,1 10 0 16,-7 10 0-16,2 5-341 0,-6 4-843 15,2 3-1734-15</inkml:trace>
  <inkml:trace contextRef="#ctx0" brushRef="#br0" timeOffset="49167.38">19408 11609 5726 0,'0'0'1709'16,"0"0"-1133"-16,0 0-395 0,0 0-181 15,0 0 0-15,27-37 0 0,-10 20 0 16,-3-5 0-16,1 1 0 0,-3-2 0 15,-2 0 0-15,-4 0 0 0,-1 1 0 16,-5-1 0-16,-2 10 0 0,-7 0 0 16,-1 8 0-16,0 5 0 15,-7 11 0-15,1 7 0 0,-5 8 0 16,0 4 0-16,9 4 0 0,1 1 0 16,7-1 0-16,6-2 0 0,11-3 0 15,5-5 0-15,3-6 0 0,8-7 0 16,0-6 0-16,0-5 0 15,0-7 0-15,-2-9-101 0,-7 1-1271 16,-1-4-841-16</inkml:trace>
  <inkml:trace contextRef="#ctx0" brushRef="#br0" timeOffset="49367.21">19786 10979 7235 0,'0'0'652'15,"-12"38"-360"-15,4-5-279 0,2 6-13 16,-9 5 0-16,5 3 0 0,-1 4 0 16,-1 0 0-16,2 1 0 15,1 3 0-15,-1 0 0 0,4-2 0 16,6-4 0-16,4-6 0 0,11-9 0 16,3-10-1369-16,-3-9-312 0,7-10-516 0</inkml:trace>
  <inkml:trace contextRef="#ctx0" brushRef="#br0" timeOffset="49683.97">19946 11446 6563 0,'0'0'1076'0,"-23"-34"-604"0,13 23-391 16,3 6-81-16,1 3 0 0,-4 6 0 15,-5 6 0-15,1 6 0 0,-5 8 0 16,5 4 0-16,3 3 0 0,3 2 0 15,6 1 0-15,4-2 0 0,11-3 0 16,5-4 0-16,9-6 0 0,4-2 0 16,0-8 0-16,8-6 0 15,-6-3 0-15,1-7 0 0,-10-5 0 16,-7-4 0-16,-7-3 0 0,-6-5 0 16,-8 1 0-16,-6-2 0 0,0 1 0 15,-7 0 0-15,0 4 0 16,3 3 0-16,0 5 0 0,5 5 0 15,5 4 0-15,4 2-493 0,0 1-840 16,2 1-207-16,9 2-1454 0</inkml:trace>
  <inkml:trace contextRef="#ctx0" brushRef="#br0" timeOffset="49902.92">20198 11463 5222 0,'0'0'1080'0,"0"0"13"15,0 0-317-15,0 0-755 0,0 0-21 16,0 0 0-16,0 0 0 0,0 0 0 16,-39 7 0-16,24 17 0 15,3 7 0-15,1-2 0 0,5-1 0 16,6 0 0-16,0-3 0 0,4-3 0 16,5-4 0-16,5-6 0 0,-2-2 0 15,9-7 0-15,0-3 0 16,2-3 0-16,-1-9 0 0,-3-4 0 15,-1 2-585-15,1-3-2372 0</inkml:trace>
  <inkml:trace contextRef="#ctx0" brushRef="#br0" timeOffset="50051.46">20332 11480 8023 0,'0'0'169'0,"0"0"-169"0,-6 52 0 15,6-25 0-15,0 1 0 0,0-1 0 16,0-3 0-16,0-2 0 0,2-3 0 15,4-6 0-15,-4-5 0 0,0-4-757 16,-2-3-780-16,7-6-712 0</inkml:trace>
  <inkml:trace contextRef="#ctx0" brushRef="#br0" timeOffset="50184.06">20407 11073 2689 0,'0'0'5250'0,"0"0"-4997"0,0-37-253 15,0 36 0-15,0 1 0 0,0 0 0 16,4 0-201-16,0 2-1115 0,-2 1-105 16,6 3-468-16</inkml:trace>
  <inkml:trace contextRef="#ctx0" brushRef="#br0" timeOffset="50384.13">20502 11042 5898 0,'0'0'1753'15,"0"0"-1212"-15,0 0-541 0,0 43 0 16,0-5 0-16,4 6 0 0,-2 3 0 16,2-1 0-16,4 2 0 15,-1 1 0-15,-1-1 0 0,0-2 0 16,-4-2 0-16,0-3 0 0,-2-2 0 16,-2-5 0-16,-6-4 0 0,-3-5 0 15,5-10-1301-15,-2-8-648 0,2-7-1385 16</inkml:trace>
  <inkml:trace contextRef="#ctx0" brushRef="#br0" timeOffset="50917.06">20458 11388 6875 0,'0'0'716'0,"0"0"-196"0,0 0-439 0,15-35-81 16,-9 32 0-16,0 0 0 16,2 2 0-16,5 1 0 0,1 1 0 15,3 2 0-15,-1 3 0 0,-1 0 0 16,-3-1-277-16,5 0-103 0,-3-4-400 15,3 0 87-15,-1-1 141 0,-3-2-16 16,-5-1 136-16,-4 0 51 0,0 1 381 16,-2 1 232-16,0 1 169 15,-2 0 571-15,-4 4-480 0,-6 8-43 16,0 4 259-16,-5 4-412 0,9 1-112 16,2-2 40-16,4-2-119 0,6-5-105 15,4-3 0-15,5-4 0 0,3-3 0 16,1-2 0-16,0-6 0 15,-3-2 0-15,3-3 0 0,-5-2 0 16,1-1 0-16,-5 3 0 0,-4 4 0 16,3 5 0-16,-7 2 0 0,2 7 0 15,2 12 0-15,4 16 0 16,3 12 0-16,-1 8 0 0,-4 4 0 16,-4-3 0-16,-4 0 0 0,0 2 0 15,-4-1 0-15,-6 0 0 0,-7-4 0 16,1-2 0-16,-9-2 0 0,-6-7 0 15,-4-6 0-15,-6-8 0 0,-1-11 0 16,1-11 0-16,4-6 0 16,0-6 0-16,8-10 0 0,4-8 0 15,4-9 0-15,9-10 0 0,5-3 0 16,10-4 0-16,11 6 0 0,11 6 0 16,8 8 0-16,10 3 0 0,5 4 0 15,1 1 0-15,-1 2 0 16,0-2 0-16,-7 2 0 0,4-2 0 15,-14 9 0-15,-2-5-2654 0</inkml:trace>
  <inkml:trace contextRef="#ctx0" brushRef="#br0" timeOffset="58150.95">17370 13768 2689 0,'0'0'3097'0,"0"0"-2228"15,-4 50-65-15,2-18-388 0,-2 7-99 16,4-1-317-16,-2 3 0 0,0-1 0 16,-5-1 0-16,1-3 0 15,6-3 0-15,-6-2 0 0,2-5 0 16,4-8-81-16,0-7-1323 0,-4-5-73 15,4-6-548-15</inkml:trace>
  <inkml:trace contextRef="#ctx0" brushRef="#br0" timeOffset="58518.02">17356 13650 3873 0,'10'-34'1993'0,"4"7"-840"15,7 0-613-15,2 8-112 0,-3 3-223 16,5 5-205-16,2 4 0 0,-2 4 0 15,-2 4 0-15,1 6 0 0,-1 5 0 16,-2 3 0-16,-5 5 0 0,-5 2 0 16,-1 3 0-16,-2 0 0 15,-6-1-73-15,-2-2 29 0,0-3 44 16,-10 0 4-16,0-2 4 16,-9 1-8-16,-6 0 4 0,-6-4 0 0,0 0-4 15,4-4 0-15,-4-4 4 16,5-2-4-16,5-1 24 0,8-3 0 15,5 1-16-15,2-1 29 0,6 3-37 16,0 0 0-16,6 9 0 16,9 7 0-16,1 8 0 0,1 4 0 15,-3 2 0-15,-1-2 0 0,1 1 0 16,1-1 0-16,-3-4 0 0,5-1 0 16,-3-6 0-16,0-1 0 0,3-7 0 15,0-3-153-15,-3-9-795 0,-2 0-1225 16,-1-10-260-16</inkml:trace>
  <inkml:trace contextRef="#ctx0" brushRef="#br0" timeOffset="58750.79">17705 14075 2465 0,'0'0'3037'15,"0"0"-1380"-15,0 0-1261 0,37-41 152 16,-20 15-459-16,-1 1-89 0,-5-3 0 16,-7 0 0-16,-4 1 0 0,-4 2 0 15,-3 6 0-15,-3 5 0 16,0 6 0-16,-1 8 0 0,-5 6 0 15,-1 10 0-15,-1 13 0 0,1 9 0 16,3 8 0-16,1 4 0 16,7-4 0-16,2-4 0 0,10-8 0 15,9-7 0-15,5-8 0 0,11-8 0 16,6-11 0-16,7-9 0 0,3-15 0 16,-5-9 0-16,-7 3-245 0,-8-4-4653 0</inkml:trace>
  <inkml:trace contextRef="#ctx0" brushRef="#br0" timeOffset="58950.94">18058 13394 6118 0,'0'0'1641'0,"0"0"-1257"0,-20 55-335 16,9-18-49-16,5 7 0 0,2 4 0 15,4 5 0-15,0 6 0 16,0 3 0-16,4 1 0 0,0 1 0 15,-2-3 0-15,7-7 0 0,-1-7 0 16,6-8 0-16,1-15 0 16,-3-7-657-16,-1-11-964 0,-1-6-4105 0</inkml:trace>
  <inkml:trace contextRef="#ctx0" brushRef="#br0" timeOffset="59284.5">18226 13898 5162 0,'-6'-33'992'0,"-3"10"-419"16,3 4 395-16,2 11-620 0,-2 3-199 15,2 4-149-15,-5 2 0 0,-3 8 0 16,-7 13 0-16,1 8 0 0,1 6 0 16,7 1 0-16,4-6 0 0,6-3 0 15,4-5 0-15,4-6 0 16,5-6 0-16,-1-4 0 0,-2-5 0 15,5-3 0-15,-3-6 0 0,-2-4 0 16,-3-2 0-16,-3-2 0 16,2-1 0-16,-2 3 0 0,0 1 0 15,-2 5 0-15,-2 4 0 0,0 3 0 16,4 3 0-16,-4 12 0 0,11 9 0 16,-5 3 0-16,4 3 0 0,-1-4 0 15,-1-7 0-15,2-2 0 0,1-7 0 16,-1-4 0-16,4-6 0 0,-3-1-1698 15,-5-10-615-15</inkml:trace>
  <inkml:trace contextRef="#ctx0" brushRef="#br0" timeOffset="59467.67">18356 13458 3413 0,'0'0'4222'0,"0"0"-3665"15,0 0-557-15,0 0 0 16,0 0 0-16,0 0 0 0,6 49 0 15,0-9 0-15,1 6 0 0,1 2 0 16,2 5 0-16,-4 5 0 16,5 3 0-16,-7 0 0 0,-2 1 0 15,-2-5 0-15,0-9 0 0,-2-8 0 16,-2-15-1742-16,0-10-1047 0</inkml:trace>
  <inkml:trace contextRef="#ctx0" brushRef="#br0" timeOffset="59734.58">18315 13905 6951 0,'0'0'768'0,"0"0"-295"16,27-41-473-16,-17 32 0 16,6 0 0-16,-5-2 0 0,5 2 0 15,-5-1 0-15,3 2 0 0,-1 3 0 16,1 4 0-16,0 1 0 0,-1 1-149 16,1 6-1532-16,-1 2 293 0,-3 1 247 15,-2 2 237-15,-1 3 904 16,-7 2 576-16,0 3 1037 0,0 2-489 15,0 3-355-15,-5 1 303 0,-1 2-963 16,4 3-109-16,2-4 0 16,0-2 0-16,2-4 0 0,2-4 0 15,0-5 0-15,-1-6 0 0,3-5 0 16,-2-1-301-16,0-15-755 0,2 2-1518 16</inkml:trace>
  <inkml:trace contextRef="#ctx0" brushRef="#br0" timeOffset="59833.97">18637 13642 6635 0,'0'0'1084'0,"0"0"-736"16,0 0-223-16,0 0-125 0,37-31 0 15,-32 31-509-15,-1 4-611 0,2 6-521 0</inkml:trace>
  <inkml:trace contextRef="#ctx0" brushRef="#br0" timeOffset="60100.85">18747 13863 3341 0,'0'0'2781'16,"0"0"-1836"-16,0 0-117 16,-37 6-531-16,22 1-297 0,-1 6 0 15,-1 3 0-15,7 7 0 0,-1 4 0 16,1 4 0-16,8 0 0 0,2-2 0 16,6-5 0-16,9-7 0 0,1-7 0 15,3-5 0-15,-1-5 0 0,-1-2 0 16,-1-8 0-16,-5-4 0 0,3-5 0 15,-8-4 0-15,-1-2 0 0,-3-2 0 16,-2-2 0-16,-7-3 0 16,1 0 0-16,2 2 0 0,-2 5 0 15,6 9-153-15,0 8-479 0,0 6-64 16,0 2-857-16,2 3 224 0,2 7 217 16</inkml:trace>
  <inkml:trace contextRef="#ctx0" brushRef="#br0" timeOffset="60300.89">18772 14020 4093 0,'0'0'1277'0,"0"0"88"0,6 35-753 16,-6-32-152-16,0-3-75 16,6 0-385-16,2-10 0 0,3-9 0 15,1-5 0-15,-2-3 0 0,1 4 0 16,-1 5 0-16,-6 5 0 0,2 6 0 16,-4 4 0-16,2 3 0 0,3 1 0 15,3 11 0-15,4 10 0 0,-3 5 0 16,-1 6 0-16,3-3 0 0,-9-7 0 15,4-3 0-15,-6-7 0 0,4-6 0 16,-2-4-813-16,-4-4-1788 0</inkml:trace>
  <inkml:trace contextRef="#ctx0" brushRef="#br0" timeOffset="60984.6">19222 13840 1368 0,'0'0'4206'0,"0"0"-3145"0,0 0-345 0,0 0 84 16,0 0-759-16,-49-17-41 0,28 26 0 15,2 3 0-15,1 1 0 0,5-1 0 16,-1-1 0-16,3 0 0 16,7-3 0-16,-2-2 0 0,6 0 0 15,-2-2 0-15,2 2 0 0,2 0 0 16,4 1 0-16,9-1 0 0,10 1 0 16,4 1 0-16,6-1 0 0,0 0 0 15,-6 1 0-15,0 2 0 16,-11 2 0-16,-7 2 0 0,-3 0 0 15,-8 5 0-15,-2-2 0 0,-6-1 0 16,-3-1 0-16,-3-2 0 16,-3-2 0-16,-3 0 0 0,-3-1 0 15,-2-4 0-15,-2-4 0 0,2-2 0 16,9-11-197-16,1-6-511 0,9-12-1085 16,2 4-244-16</inkml:trace>
  <inkml:trace contextRef="#ctx0" brushRef="#br0" timeOffset="61318.21">19398 13397 3453 0,'0'0'1577'16,"0"0"-953"-16,0 0-376 0,21 39 124 15,-21-6 181-15,-7 5-313 0,1 7 4 16,-4 4 152-16,2 2-188 0,-3 2 16 16,1 2-171-16,0 1-53 0,-1 0 0 15,-1-3 0-15,4-4 0 16,-1-9 0-16,5-10 0 0,0-11 0 15,4-11 0-15,0-6 0 0,4-2 0 16,9-10 0-16,9-14 0 16,7-8 0-16,2-7 0 0,2 0 0 15,-8 9 0-15,2 5 0 0,-13 11 0 16,-7 8 0-16,-3 5 0 0,-4 3 0 16,0 8 0-16,-4 8 0 0,2 6 0 15,-3 2 0-15,1 0 0 0,0-3 0 16,2-1 0-16,-2-3 0 0,4-3 0 15,0-3 0-15,0-1 0 0,0-6 0 16,0-2-297-16,0-2-783 16,6-2-1530-16</inkml:trace>
  <inkml:trace contextRef="#ctx0" brushRef="#br0" timeOffset="61451.22">19598 13911 2168 0,'0'0'4435'0,"-27"57"-3423"0,17-24-748 15,0-2-84-15,8-2-80 0,-2-4-92 16,4-2 17-16,4-9-25 16,4-3 0-16,4-7-37 0,1-8-1039 15,1-2-273-15,-1-10-812 0</inkml:trace>
  <inkml:trace contextRef="#ctx0" brushRef="#br0" timeOffset="61568.12">19712 13425 5226 0,'0'0'252'16,"0"0"-32"-16,0 0-100 0,0 0-120 16,0 0-560-16,6 37-921 0,-6-16-2100 0</inkml:trace>
  <inkml:trace contextRef="#ctx0" brushRef="#br0" timeOffset="61868.14">19646 14532 3625 0,'0'0'2193'16,"0"0"-1473"-16,0 0 125 0,-17-41-36 15,22-3-809-15,1-14 0 0,2-11 0 16,0-4 0-16,5-8 0 0,1 0 0 16,11 6 0-16,2 11 0 0,4 15 0 15,0 15 0-15,-6 11 0 0,-7 5 0 16,1 5 0-16,-7 5 0 0,5 6 0 15,-5 3 0-15,-1 9 0 0,-3 7 0 16,-8 3 0-16,-2 5 0 16,-13 4 0-16,1 0 0 0,-7 3 0 15,-4-3 0-15,0-2 0 0,1-6 0 16,3-6 0-16,4-5 0 0,11-6 0 16,2-6-201-16,4-3-1480 0,4-10-920 15</inkml:trace>
  <inkml:trace contextRef="#ctx0" brushRef="#br0" timeOffset="62367.94">20475 13496 5470 0,'0'0'264'0,"0"0"625"0,0 0 175 0,-48-2-644 16,28 29-335-16,-1 14-85 16,-6 9 0-16,11 10 0 0,1 4 0 15,9 3 0-15,2 1 0 0,4-2 0 16,0-3 0-16,0-6 0 0,0-9 0 16,0-6 0-16,0-10 0 0,4-13 0 15,-2-6 0-15,0-8 0 0,0-5 0 16,8-3 0-16,1-12 0 0,-1-13 0 15,7-4 0-15,-11-4 0 0,-6 5 0 16,-11 10 0-16,-7 4 0 16,-7 10 0-16,-2 4 0 0,2 3 0 15,7 4 0-15,3 1 0 0,9-1 0 16,2-2 0-16,4-1-553 0,6-1-191 16,9 0-569-16,-1-3 105 0,7-2-377 15</inkml:trace>
  <inkml:trace contextRef="#ctx0" brushRef="#br0" timeOffset="62701.29">20475 14081 5370 0,'0'0'1345'0,"0"0"-673"0,0 0 133 16,0 0-805-16,0 0 0 0,52 8 0 16,-32-17 0-16,1-6 0 0,0 1 0 15,-3-4 0-15,-1-2 0 0,-5 1 0 16,-4 0 0-16,-4-1 0 0,-4 2 0 15,0 1 0-15,-6 1 0 0,-2 4 0 16,-2 3 0-16,-3 3 0 0,3 5 0 16,0 2 0-16,-1 9 0 15,1 7 0-15,0 5 0 0,-1 6 0 16,3 3 0-16,0 2 0 0,6-1 0 16,2-2 0-16,2-2 0 15,8-7 0-15,7-3 0 0,1-6 0 16,5-5 0-16,4-5 0 0,0-2 0 15,-3-5 0-15,-3-6 0 0,0-4 0 16,-5-1 0-16,-1-5 0 16,-3 1 0-16,3-2 0 0,-3-1-661 15,-2 6-640-15,-5-1-423 0</inkml:trace>
  <inkml:trace contextRef="#ctx0" brushRef="#br0" timeOffset="62984.85">20897 13509 4041 0,'0'0'3022'0,"0"0"-2062"0,0 0-791 0,0 0-169 0,-21 37 0 15,8 3 0-15,9 13 0 0,-2 8 0 16,6 0 0-16,6 1 0 16,-2 2 0-16,3-2 0 0,-3-4 0 15,-4-2 0-15,0-5 0 0,-2-6 0 16,-7-7 0-16,5-8 0 0,-4-13-369 16,0-6-1372-16,2-11-548 0</inkml:trace>
  <inkml:trace contextRef="#ctx0" brushRef="#br0" timeOffset="63134.52">20746 14007 5790 0,'0'0'1341'16,"-9"-47"-593"-16,16 26-435 16,7 5-313-16,3 1 0 0,3 2 0 15,7 1 0-15,0 1 0 0,2 0 0 16,2 4 0-16,-2 3 0 0,-2 2 0 16,-5 2-45-16,-3 5-1311 0,-9 0-85 15,1 1-2245-15</inkml:trace>
  <inkml:trace contextRef="#ctx0" brushRef="#br0" timeOffset="63534.85">21016 13937 4822 0,'0'0'1228'16,"-10"34"-527"-16,6-16 283 16,0 2-684-16,-4 3-143 0,5 2-157 15,-5 1 0-15,2-2 0 0,0 0 0 16,4-5 0-16,0-5 0 0,6-5 0 16,6-4 0-16,3-7 0 0,9-9 0 15,1-8 0-15,4-5 0 0,-4-4 0 16,-3-1 0-16,1 3 0 0,-7-2 0 15,-3 4 0-15,-5 2 0 0,-2 8 0 16,-2 6 0-16,-2 3 0 16,-2 5 0-16,-2 2 0 0,-4 9 0 15,2 6 0-15,-1 2 0 0,5 1 0 16,2-1 0-16,0-1 0 0,2-5 0 16,2-3 0-16,3 0 0 0,3-3 0 15,4 2 0-15,-1-2 0 16,1-5 0-16,-3-2 0 0,1 0 0 15,-2-2 0-15,1-2 0 0,-1-2 0 16,-2 0 0-16,-1 0 0 16,3-1 0-16,-4-3 0 0,0 0 0 15,3-3 0-15,-3-2 0 0,-2-1 0 16,-2 0 0-16,4 0 0 0,-4 3 0 16,0 6 0-16,0 1 0 0,-2 3 0 15,0-1 0-15,0 0 0 0,0 2 0 16,0 0 0-16,-2 2 0 0,0 0-1005 15,-2 0-300-15,0 2-476 0</inkml:trace>
  <inkml:trace contextRef="#ctx0" brushRef="#br0" timeOffset="63818.16">21337 14080 5058 0,'0'0'1144'0,"37"9"-335"0,-12-15 372 0,2 0-1181 15,0-6 0-15,-7 4 0 0,-1-5 0 16,-7 1 0-16,-1-4 0 16,-5 1 0-16,-2 1 0 0,-4-1 0 15,0 0 0-15,-8 2 0 0,-3 1 0 16,-1 0 0-16,-3 3 0 0,3 5 0 16,-2 4 0-16,-3 4 0 0,5 8 0 15,-7 5 0-15,7 5 0 0,-3 3 0 16,3 2 0-16,3 1 0 0,5-2 0 15,2-3-301-15,4-4-291 16,9-4-237-16,3-6 401 0,3-8-68 16,-1-1-885-16,-1-1-171 0</inkml:trace>
  <inkml:trace contextRef="#ctx0" brushRef="#br0" timeOffset="64118.58">21562 14021 4618 0,'0'0'1184'0,"0"0"-383"0,0 0-305 15,0 0-108-15,0 0 52 0,0 0-240 16,31 36-135-16,-18-32-65 16,1-2 0-16,3-2 0 0,-1-8 0 15,3-2 0-15,-3-3 0 0,5-3 0 16,-5 0 0-16,-5-1 0 0,-1-1 0 16,-2 0 0-16,-6 0 0 0,-2 0 0 15,-4 1 0-15,-2 3 0 0,-4 7 0 16,-1 6 0-16,-3 5 0 15,-3 10 0-15,1 4-361 0,-5 6 65 16,9 4-44-16,-3 3 104 0,5 0 8 16,8-2-161-16,4-5-135 0,8-6-4 15,7-9-236-15,1-5 295 0,3-4 325 16,-2-3-316-16,-1-4 72 0,-1-5 80 16,-3-2-429-16,-5 2 333 15,-1 0 248-15</inkml:trace>
  <inkml:trace contextRef="#ctx0" brushRef="#br0" timeOffset="64384.48">21814 14046 2581 0,'0'0'1088'16,"9"39"-480"-16,-7-22-99 0,0-4 239 15,-2-3-260-15,0-4-76 0,0-3 169 16,0-3-269-16,0 0 44 0,0 0 153 16,0-3-509-16,2-9 0 0,4-7 0 15,0-4 0-15,5-6 0 0,3 0 0 16,-2 3 0-16,5-2 0 0,2 3 0 15,1 1 0-15,1 6 0 16,2 6 0-16,-3 8 0 0,1 7 0 16,-4 10 0-16,3 6 0 0,-5 7 0 15,-3 4 0-15,-6 4 0 0,-2-1 0 16,-4 0 0-16,0-2 0 0,0-4 0 16,0-4 0-16,0-1 0 15,0-6 0-15,5-3-1121 0,1-7-1428 0</inkml:trace>
  <inkml:trace contextRef="#ctx0" brushRef="#br0" timeOffset="65134.41">22991 13552 5950 0,'0'0'1325'0,"0"0"-677"0,-7 45-379 16,7-12-269-16,-2 10 0 0,2 4 0 16,0 7 0-16,0 4 0 0,0 2 0 15,0-1 0-15,0-2 0 0,-4-7 0 16,0-6 0-16,0-8 0 0,-2-8 0 16,2-9 0-16,4-9 0 15,0-10 0-15,0-16-1409 0,4-3-704 16,0-7-1409-16</inkml:trace>
  <inkml:trace contextRef="#ctx0" brushRef="#br0" timeOffset="65284.71">22960 13529 6991 0,'0'0'780'0,"0"0"-359"0,43-27-421 16,-16 23 0-16,6 2 0 0,2 0 0 15,0 1 0-15,2 1 0 0,-6 1 0 16,-2 3 0-16,-6 0 0 0,-8 1 0 15,-7-1-681-15,-2-1-1388 0</inkml:trace>
  <inkml:trace contextRef="#ctx0" brushRef="#br0" timeOffset="65468.08">22947 13898 6663 0,'0'0'948'0,"0"0"-367"0,25 46-581 15,0-34 0-15,10-3 0 0,-2-4 0 16,4-3 0-16,-2-2 0 16,0-2 0-16,-2 0 0 0,-1-4 0 15,-6 3 0-15,-5-3 0 0,-6 1-2026 16,-7-3-1303-16</inkml:trace>
  <inkml:trace contextRef="#ctx0" brushRef="#br0" timeOffset="66068.38">23272 14115 2084 0,'0'0'2414'0,"0"0"-1150"0,0 0-439 16,45-25-129-16,-20 18 192 0,-4 1-867 15,1 0-21-15,1 2 0 0,0 1 0 16,-5 0 0-16,-1 3 0 16,-3 3 0-16,-7 7 0 0,-5 6 0 15,-6 4 0-15,-11 7 0 0,-8 4 0 16,-1 2 0-16,-5 3 0 0,4-1 0 16,2 0 0-16,0-3 0 0,7-1 0 15,5-6 0-15,7-3 0 0,4-4 0 16,11-4 0-16,3-2 0 0,15-5 0 15,0-2 0-15,10 0 0 16,-2-4 0-16,-3 0 0 0,-3-1 0 16,-2-5 0-16,-9 2-813 0,-1-4-1116 0</inkml:trace>
  <inkml:trace contextRef="#ctx0" brushRef="#br0" timeOffset="66618.07">22976 13276 5042 0,'-33'14'1160'0,"12"-12"-247"0,5-2 164 0,7 0-1077 0,3-1 0 16,6 0 0-16,0-1 0 0,6-1 0 0,15 1 0 16,16 1 0-16,15 0 0 15,6 1 0-15,6 1 0 0,-4 4 0 16,0 0 0-16,8 0 0 0,0-1 0 16,-14-3-441-16,-4-2-2788 0</inkml:trace>
  <inkml:trace contextRef="#ctx0" brushRef="#br0" timeOffset="67334.63">24198 13942 2741 0,'0'0'3365'0,"2"-38"-2440"0,-2 17-221 16,-2 4-247-16,-4 4-457 0,-5 5 0 15,-3 6 0-15,-1 4 0 16,-5 10 0-16,1 8 0 0,-2 7 0 15,1 5 0-15,-1 2 0 0,4 3 0 16,5-4 0-16,6-2 0 16,6-4 0-16,0-6 0 0,10-6 0 15,5-2 0-15,3-8 0 0,7-5 0 16,2-5 0-16,2-8 0 0,-4-2 0 16,-1 0 0-16,-1 1 0 0,-4 2 0 15,-3 5 0-15,-5 1 0 0,-5 5 0 16,-2 1 0-16,-4 1 0 0,0 2 0 15,0 2 0-15,0 2 0 0,0 0 0 16,4 0 0-16,0-1 0 16,2 2 0-16,3-2 0 0,3-1 0 15,1-1 0-15,1-2 0 0,-2-2 0 16,1-3-121-16,-3 2-43 16,0-2 24-16,-1 2-104 0,-3 1-20 15,-2 0 140-15,0 2 88 0,0 0-8 16,0 0 44-16,1 3 0 0,-1 0-44 15,-4 0-128-15,2 0-265 0,-2 0 221 16,0 0 216-16,-2-3 76 16,0 0 217-16,0-2 79 0,0 0 252 15,2-6-336-15,0-6-68 0,6-6-87 16,2-4-133-16,4-1 0 0,1-1 0 16,1 5 0-16,-3 2 0 0,-1 4 0 15,-2 4 0-15,-6 6 0 0,2 2 0 16,-1 1 0-16,-1 4 0 0,-2 6 0 15,0 9 0-15,0 5 0 0,-2 0 0 16,2-4 0-16,2-5 0 16,10-5 0-16,5-1 0 0,5-6 0 15,-1-3-1826-15,2-1-1055 0</inkml:trace>
  <inkml:trace contextRef="#ctx0" brushRef="#br0" timeOffset="67534.6">24830 13944 4361 0,'0'0'3818'0,"-33"-36"-3805"16,15 21-13-16,-3 9 0 16,0 6 0-16,1 6 0 0,-1 11 0 15,-2 6 0-15,0 6 0 0,5 6 0 16,3 0 0-16,7-3 0 0,8-3 0 16,6-4 0-16,9-5 0 0,7-7 0 15,5-7 0-15,6-8 0 0,-2-9 0 16,-2-10 0-16,-4 3-1089 0,-6-6-2061 15</inkml:trace>
  <inkml:trace contextRef="#ctx0" brushRef="#br0" timeOffset="67685.02">24872 13572 6591 0,'0'0'1016'0,"0"0"-431"16,0 0-585-16,-15 51 0 0,5-5 0 15,-1 11 0-15,3 3 0 16,4-4 0-16,2 0 0 0,2-4 0 15,4-2 0-15,0-6 0 0,7-5 0 16,-1-6 0-16,2-7 0 16,-3-8-817-16,5-5-1244 0</inkml:trace>
  <inkml:trace contextRef="#ctx0" brushRef="#br0" timeOffset="68168.14">25512 13852 6022 0,'0'0'553'0,"0"0"815"16,0 0-1119-16,0 0-249 0,0 0 0 15,0 0 0-15,0 0 0 0,-4 37 0 16,8 8 0-16,5 7 0 15,3-2 0-15,-2-6 0 0,1-2 0 16,1-5 0-16,1-5 0 0,-3-5 0 16,2-8 0-16,1-8 0 0,-1-8 0 15,3-4 0-15,3-13 0 0,1-10 0 16,4-6 0-16,-3-5 0 0,1-3 0 16,0-2 0-16,-3-3 0 15,3 3 0-15,-5 3 0 0,-3 6 0 16,-3 11 0-16,-4 6 0 0,-4 6 0 15,-2 4-773-15,2 1-2148 0,0 0-937 16</inkml:trace>
  <inkml:trace contextRef="#ctx0" brushRef="#br0" timeOffset="68601.3">25856 14163 5418 0,'0'0'792'0,"0"0"605"0,0 0-812 0,0 0-585 0,0 0 0 16,0 0 0-16,51 0 0 0,-12-5 0 15,3 1 0-15,-5 2 0 0,-4 2 0 16,-6 2 0-16,-8 3 0 0,-11 6 0 16,-8 5 0-16,-8 3 0 0,-11 6 0 15,-6 2 0-15,-4 1 0 0,-2 1 0 16,6 1 0-16,7-4 0 0,7-1 0 15,11-3 0-15,7-2 0 16,11-3 0-16,9-4 0 0,4-7 0 16,6-6 0-16,1-5 0 0,-1-9 0 15,-2-6 0-15,-4-5 0 0,-8 6-349 16,-5-3-2848-16</inkml:trace>
  <inkml:trace contextRef="#ctx0" brushRef="#br0" timeOffset="68984.99">25581 13618 7355 0,'0'0'837'16,"0"0"-837"-16,0 0 0 0,51 18 0 15,-1-10 0-15,12 0 0 0,0-5 0 16,-6-2 0-16,-7-1 0 0,-3-5 0 16,-13-2 0-16,-6-6-1493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8:01:32.80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22908 1967 2429 0,'0'0'1144'0,"0"0"1073"16,0 0-1252-16,0 0-129 0,0 0-235 16,0 0-601-16,0 0 0 15,0 0 0-15,0 0 0 0,-21 39 0 16,11-8 0-16,2 5 0 0,3 1 0 15,1 3 0-15,4 1 0 0,0 2 0 16,0-3 0-16,4-1 0 16,1-3 0-16,-3-9 0 0,6-3 0 15,2-9 0-15,1-6 0 0,3-6 0 16,1-4 0-16,3-10 0 0,1-5 0 16,-3-4 0-16,-1-4 0 15,-5-2 0-15,0 0 0 0,-5 4 0 16,-1 8 0-16,-4 4 0 0,2 7 0 15,-2 3 0-15,0 1 0 0,-2 12 0 16,-5 11 0-16,3 8 0 0,-4 2 0 16,8 2 0-16,0-6 0 0,6-3 0 15,9-2 0-15,1-6 0 0,11-7 0 16,2-3 0-16,0-7 0 0,2-3 0 16,-2-7 0-16,-2-6 0 15,-4-8 0-15,-7-1 0 0,-6-5 0 16,-3-4 0-16,-5-3 0 0,0-8 0 15,2 0 0-15,-2 1 0 0,4 5 0 16,-2 10 0-16,3 6 0 16,-3 8 0-16,0 4 0 0,-4 5 0 15,4 3 0-15,2 1-157 0,0 5-711 16,1 8 51-16,-1-1-1524 0,-4 7-1272 0</inkml:trace>
  <inkml:trace contextRef="#ctx0" brushRef="#br0" timeOffset="282.17">23334 2394 5686 0,'0'0'1053'0,"0"0"-397"0,0 0 141 16,35 19-797-16,-19-19 0 0,7-10 0 15,-4-3 0-15,-5-2 0 0,1-5 0 16,-1-3 0-16,-4 0 0 0,-1-1 0 16,-7-1 0-16,-2 0 0 15,0 6 0-15,-9 2 0 0,1 6 0 16,0 4 0-16,0 3 0 0,-7 4 0 15,5 7 0-15,-7 5 0 0,-1 9 0 16,1 4 0-16,1 4 0 16,7 0 0-16,7 3 0 0,4-1 0 15,7-2 0-15,7-4 0 0,5-5 0 16,4-5 0-16,6-7 0 0,0-4 0 16,2-4 0-16,-4-11 0 15,-11 1-53-15,-3-6-2428 0</inkml:trace>
  <inkml:trace contextRef="#ctx0" brushRef="#br0" timeOffset="1115.95">24266 2319 5142 0,'0'0'860'16,"2"-40"-303"-16,-2 14 315 0,0 2-460 15,0 2-196-15,-2 5-83 0,0 5-133 16,0 8 0-16,-2 1 0 0,4 3 0 16,-7 2 0-16,-3 13 0 15,-8 17 0-15,-7 8 0 0,0 12 0 16,4-2 0-16,1-7 0 0,11-5 0 15,5-8 0-15,4-5 0 0,4-7 0 16,5-7 0-16,9-10 0 0,5-2 0 16,4-13 0-16,0-8 0 0,4-9-617 15,-11 8-728-15,1-7-407 0</inkml:trace>
  <inkml:trace contextRef="#ctx0" brushRef="#br0" timeOffset="1282.32">24371 1896 2785 0,'0'0'3265'0,"0"0"-2777"0,0 0-343 16,-10 35 475-16,0-6-196 16,-5 7-144-16,-1 4-95 0,3-1-185 15,1 5 0-15,2 1 0 0,-1 7 0 16,5 3 0-16,0-3 0 0,2-2 0 16,8-5-29-16,8-7-1063 15,5-9 135-15,5-6 61 0,-1-11-669 16,2-9-1320-16</inkml:trace>
  <inkml:trace contextRef="#ctx0" brushRef="#br0" timeOffset="1565.48">24547 2337 6378 0,'0'0'1041'0,"-4"-56"-268"16,0 30-773-16,-2 10 0 0,-1 7 0 16,1 6 0-16,0 3 0 15,-6 6 0-15,-5 13 0 0,-2 8 0 16,3 6 0-16,6 4 0 0,5-4 0 15,5-1 0-15,5-3 0 0,3-5 0 16,4-6 0-16,1-4 0 16,3-3 0-16,3-5 0 0,-1-2 0 15,-1-4 0-15,-1-10 0 0,-3-4 0 16,-3-4 0-16,-4-7-161 0,3-3-99 16,-5-7-108-16,-2 0-224 15,2-2 183-15,-2 4 21 0,-2 9-712 16,4 9 127-16,2 7-31 0,1 4-717 15,-1 1 1721-15,-2 3 0 0</inkml:trace>
  <inkml:trace contextRef="#ctx0" brushRef="#br0" timeOffset="1783.07">24644 2431 4165 0,'0'0'1821'16,"-4"35"-1160"-16,0-17-81 0,4-7 72 16,0-3-388-16,0-4-215 15,0-4-49-15,0 0 0 0,0-5 0 16,0-11 0-16,10-11 0 0,9-8 0 15,2-3 0-15,-3 2 0 0,1 10 0 16,-7 8 0-16,-4 8 0 16,-3 5 0-16,-3 5 0 0,0 0 0 15,0 8 0-15,0 12 0 0,0 4 0 16,-2 2 0-16,2-1 0 0,2-6 0 16,2-1 0-16,5-4 0 15,-1-3 0-15,-2-5-465 0,3-4-2536 0</inkml:trace>
  <inkml:trace contextRef="#ctx0" brushRef="#br0" timeOffset="1999.88">24934 1950 3133 0,'0'0'2057'16,"0"0"-1517"-16,0 0-200 0,0 0 32 15,0 0 29-15,0 0-273 0,20 38-36 16,-18-18 20-16,2 6-96 16,-4 2 16-16,-4 1-28 0,2-1 8 15,-2-3-24-15,2-5-284 0,2-6-877 16,0-4-1048-16</inkml:trace>
  <inkml:trace contextRef="#ctx0" brushRef="#br0" timeOffset="2199.75">25128 1898 7131 0,'0'0'1061'15,"0"0"-1061"-15,0 0 0 0,-4 51 0 16,2-11 0-16,2 8 0 0,0 3 0 16,0 0 0-16,0 5 0 15,0 1 0-15,0 0 0 0,-4 0 0 16,-5-4 0-16,-1-3 0 0,-7-7 0 15,7-7-813-15,-2-11-924 0,-1-7-908 16</inkml:trace>
  <inkml:trace contextRef="#ctx0" brushRef="#br0" timeOffset="2332.48">24973 2386 6374 0,'0'0'1209'0,"0"0"-600"15,43-4-609-15,-12 4 0 0,2-1 0 16,3 0 0-16,-1-3 0 0,0-3 0 15,4 0 0-15,0-4 0 0,3-4-397 16,-13 2-1804-16,4-5-2017 0</inkml:trace>
  <inkml:trace contextRef="#ctx0" brushRef="#br0" timeOffset="2732.38">25959 1894 3437 0,'0'0'1393'0,"0"0"-69"16,0 0-655-16,0 0-201 0,0 0 44 16,0 0-412-16,-31 50 12 15,27-6 65-15,2 8-177 0,0 2 0 16,0-1 0-16,2 6 0 0,-5 2 0 15,-1 2 0-15,0-4 0 0,-2-2 0 16,-1-5 0-16,1-7 0 16,-2-9 0-16,6-14-285 0,2-9-563 15,2-9 3-15,0-4-1416 0,2-8-720 0</inkml:trace>
  <inkml:trace contextRef="#ctx0" brushRef="#br0" timeOffset="3066.07">25932 2324 5610 0,'0'0'1041'0,"35"-18"-393"0,-8 4 245 16,0-1-893-16,0-2 0 0,2-1 0 15,-2 4 0-15,-1 0 0 0,-3 6 0 16,0 4 0-16,-4 4 0 0,-5 5 0 16,-4 5 0-16,-6 5 0 15,-4 1 0-15,-6 0 0 0,-6 0 0 16,-5-1 0-16,-3 1 0 0,-3-3 0 15,-2 0 0-15,-4 1 0 0,4-1 0 16,3 0 0-16,3 2 0 16,7-1 0-16,3 1 0 0,7 3 0 15,2 3 0-15,4 0 0 0,9 0 0 16,3-2 0-16,3 0 0 0,4-1 0 16,4-2 0-16,2-2 0 15,2-3 0-15,2-5 0 0,2-5 0 16,-2-1 0-16,0-8 0 0,-6-6-69 15,-4-6-1011-15,-7 2-349 0,-4-2-2673 0</inkml:trace>
  <inkml:trace contextRef="#ctx0" brushRef="#br0" timeOffset="3348.84">26416 2356 5026 0,'0'0'1565'0,"0"0"-757"0,-13 38-15 16,7-20-793-16,0 0 0 15,0-3 0-15,0-1 0 0,-3-2 0 16,3-1 0-16,2-4 0 0,2-2 0 15,0-3 0-15,0-1 0 0,2 0 0 16,0-2 0-16,6-11 0 16,10-9 0-16,7-11 0 0,6-4 0 15,2 2 0-15,-4 3 0 0,-4 5 0 16,-9 8 0-16,-3 9 0 0,-5 4 0 16,-4 5 0-16,0 4 0 15,2 7 0-15,-2 11 0 0,-2 5 0 16,0 6 0-16,0-2 0 0,0-1 0 15,0-2 0-15,0-1 0 0,0 1 0 16,4-5 0-16,0 0 0 0,5-3 0 16,3-8-445-16,-4-5-1052 0,5-5-2625 0</inkml:trace>
  <inkml:trace contextRef="#ctx0" brushRef="#br0" timeOffset="3616.09">26742 2418 6595 0,'7'-43'1412'0,"-7"11"-1227"16,0 2-185-16,0 11 0 0,-3 9 0 15,-1 4 0-15,2 1 0 0,0 3 0 16,-4 1 0-16,0 1 0 16,-7 3 0-16,-3 10 0 0,-1 7 0 15,1 6 0-15,3 5 0 0,5-2 0 16,4 0 0-16,6-4 0 0,10-1 0 16,5-6 0-16,6-5 0 15,4-6 0-15,2-6 0 0,-5-5 0 16,3-7 0-16,-6-6 0 0,-5-7 0 15,-1-3 0-15,-5-4 0 0,-4-2 0 16,-4-5-37-16,-2 0-203 0,0 5-388 16,-2 4 28-16,-2 8 195 0,2 6-91 15,2 3-48-15,0 3-124 0,2 2-1333 16</inkml:trace>
  <inkml:trace contextRef="#ctx0" brushRef="#br0" timeOffset="4016.33">26949 2132 5190 0,'0'0'2045'0,"0"0"-1397"16,-2 51-339-16,-2-23-309 0,-2 5 0 15,-1-2 0-15,-1 1 0 0,2 0 0 16,2-2 0-16,4-3 0 0,0-2 0 16,4-2 0-16,2-5 0 15,2-4 0-15,1-6 0 0,5-7 0 16,3-3 0-16,3-11 0 0,-1-8 0 15,0-4 0-15,-3-4 0 0,-1 1 0 16,-5 0 0-16,-4 3 0 0,-2 7 0 16,-2 7 0-16,-2 6 0 0,0 5 0 15,-2 4 0-15,-4 7 0 0,0 10 0 16,2 4 0-16,0 3 0 0,4-3 0 16,2-3 0-16,4-3 0 15,4-3 0-15,3-4 0 0,1-4 0 16,3-7 0-16,1-1 0 0,1-6 0 15,-3-6 0-15,1-3 0 0,-3-4 0 16,-1-6 0-16,-3-1 0 16,-2-4 0-16,-1 4 0 0,-1 4 0 15,0 5 0-15,-4 5 0 0,2 2 0 16,-2 4 0-16,-2 1 0 0,2 0 0 16,0 3-105-16,0-6-3392 0</inkml:trace>
  <inkml:trace contextRef="#ctx0" brushRef="#br0" timeOffset="5099.31">28071 2238 6174 0,'0'0'477'0,"0"0"559"0,0 0-616 15,0 0-335-15,0 0-85 0,0 0 0 16,-8 44 0-16,-2 4 0 0,-3 4 0 16,5-3 0-16,2-9 0 15,4-2 0-15,2-8 0 0,0-8 0 16,0-6 0-16,2-7 0 0,4-8 0 15,7-4 0-15,3-13 0 0,5-9 0 16,0-9 0-16,-3-4 0 0,1-5 0 16,1 3 0-16,-3 1 0 0,-1 7 0 15,-3 9 0-15,-7 11 0 0,-2 7 0 16,-4 5 0-16,2 4 0 0,0 14 0 16,-2 5 0-16,0 4 0 15,0-1 0-15,0-6 0 0,0 2 0 16,2-6 0-16,5-3 0 0,1-1 0 15,4-7 0-15,3-5 0 0,1-3 0 16,1-8 0-16,-1-6 0 16,3-3 0-16,0-5 0 0,-5 0 0 15,-2 0 0-15,-3 5 0 0,-3 5 0 16,-2 7 0-16,-4 5 0 0,0 3 0 16,0 3 0-16,0 11 0 15,0 13 0-15,2 7 0 0,0 4 0 16,4-1 0-16,5-5 0 0,1-5 0 15,5-2 0-15,1-5 0 0,1-4 0 16,4-4 0-16,-1-4 0 0,-1-7-1065 16,-7-1-428-16,-1-4-308 0</inkml:trace>
  <inkml:trace contextRef="#ctx0" brushRef="#br0" timeOffset="5549.42">28640 2407 5310 0,'0'0'1697'0,"-8"-45"-669"15,6 26-871-15,2 11-157 0,0 4 0 16,-2 4 0-16,2 0 0 0,-3 4 0 15,-1 9 0-15,-2 9 0 0,0 7 0 16,2 3 0-16,4 0 0 16,2-5 0-16,4 0 0 0,4-3 0 15,7-3 0-15,2-5 0 0,3-7 0 16,5-5 0-16,-2-5 0 0,-2-9 0 16,-3-8 0-16,-3-5 0 15,-5-3 0-15,-3-4 0 0,-5-1 0 16,-4-1 0-16,0 6 0 0,0 5 0 15,0 4 0-15,2 6 0 0,0 7 0 16,4-2 0-16,9 3 0 0,3 2-269 16,5 1-187-16,4 0-40 0,-2 0-581 15,-1 0 125-15,1 0-125 0,0-5-848 16,-6 0 1761-16,-3-2 164 0,-6 2 2033 16,-3 0-852-16,-5 0 11 15,-2-1 417-15,-2-2-1208 0,-7-4-401 16,-3-1 0-16,-5 4 0 0,-1 4 0 15,-1 7 0-15,-1 8 0 0,-3 9 0 16,2 5 0-16,0 7 0 16,3 6 0-16,3 2 0 0,3 4 0 15,10-3 0-15,2-3 0 0,6-5 0 16,9-7 0-16,3-9 0 0,7-6 0 16,4-10 0-16,2-7 0 15,0-11 0-15,-2-8 0 0,-4-6-1013 16,-7 5-1004-16,-3-4-1125 0</inkml:trace>
  <inkml:trace contextRef="#ctx0" brushRef="#br0" timeOffset="5832.51">29159 1901 6302 0,'0'0'1097'0,"0"0"-485"0,0 0-431 16,2 36-181-16,-2 0 0 0,-6 8 0 16,-1 7 0-16,-1-1 0 15,2 6 0-15,-2 4 0 0,-1 1 0 16,3 0 0-16,0-3 0 0,2-3 0 15,4-13 0-15,0-9 0 0,4-11 0 16,4-14 0-16,7-8 0 16,3-11 0-16,7-11 0 0,0-5 0 15,2-5 0-15,-2 3 0 0,-5 6 0 16,-3 7 0-16,-5 9 0 0,-5 6 0 16,1 3 0-16,-4 10 0 15,0 7 0-15,2 4 0 0,-4-1 0 16,0-2 0-16,3-3 0 0,3-5 0 15,4-4 0-15,9-2 0 0,6-6-165 16,-5-2-1684-16,5-7-960 0</inkml:trace>
  <inkml:trace contextRef="#ctx0" brushRef="#br0" timeOffset="6349.97">30126 2382 2136 0,'0'0'2990'0,"2"-47"-2186"0,-6 31 165 15,-4 8-377-15,2 2-32 0,-3 6-419 16,-3 0-141-16,-5 8 0 0,-3 9 0 16,-5 4 0-16,2 4 0 15,5-1 0-15,3 2 0 0,3 0 0 16,4 0 0-16,3-1 0 0,5-6 0 15,11-4 0-15,5-4 0 0,9-6 0 16,4-5 0-16,2-11 0 16,0-2 0-16,2-7 0 0,-2-3 0 15,0 0 0-15,-8 1 0 0,-7 7 0 16,-7 8 0-16,-7 4 0 0,-2 3 0 16,-2 4 0-16,-5 8 0 15,-1 8 0-15,-2 5 0 0,2 1 0 16,3-1 0-16,5-5 0 0,2-6 0 15,11-3 0-15,8-6 0 0,5-5 0 16,10-9 0-16,3-7 0 0,0-9-965 16,-10 4-316-16,-2-6-560 0</inkml:trace>
  <inkml:trace contextRef="#ctx0" brushRef="#br0" timeOffset="6632.34">30567 2024 6346 0,'0'0'857'0,"0"0"-285"16,0 0-155-16,0 0-417 0,0 0 0 15,-44 52 0-15,15-2 0 0,-2 9 0 16,2 4 0-16,4-5 0 16,7 4 0-16,5-4 0 0,9-2 0 15,4-7 0-15,4-8 0 0,7-7 0 16,3-8 0-16,3-7 0 16,3-8 0-16,3-11 0 0,-4-7 0 15,-3-11 0-15,-1-5 0 0,-9-6 0 16,-4-4 0-16,-6 1 0 0,-9 4 0 15,-1 13 0-15,-5 9 0 0,-3 7 0 16,-5 8 0-16,2 4 0 0,0 2 0 16,9-2 0-16,5-3 0 0,7-5 0 15,6 1 0-15,15-1 0 0,8-1-1065 16,-3-2-164-16,3-2-332 0</inkml:trace>
  <inkml:trace contextRef="#ctx0" brushRef="#br0" timeOffset="6915.61">30699 2405 7907 0,'0'0'285'16,"0"0"-285"-16,0 0 0 0,-50-11 0 15,30 25 0-15,-1 4 0 0,4 2 0 16,5 5 0-16,4-1 0 0,4 1 0 16,4-3 0-16,6 2 0 15,6-4 0-15,5-2 0 0,3-6 0 16,3-4 0-16,4-6 0 0,0-2 0 15,-2-7 0-15,-1-7 0 0,-3-6 0 16,0-3 0-16,-7-6 0 0,-3-6 0 16,-5-3 0-16,-2-2 0 0,-4 6 0 15,0 8 0-15,-4 8 0 0,-2 12 0 16,3 2 0-16,-1 4 0 0,0 5 0 16,-4 3 0-16,2 7 0 15,2 1 0-15,4 1-569 0,0-4-355 16,2-6-1446-16,4 0-747 0</inkml:trace>
  <inkml:trace contextRef="#ctx0" brushRef="#br0" timeOffset="7132.87">30903 2422 2201 0,'0'0'3909'15,"0"0"-2672"-15,0 0-392 0,-41 24-845 16,27-6 0-16,-1 3 0 0,3 4 0 16,3 0 0-16,3 0 0 15,6-3 0-15,0-3 0 0,9-3 0 16,1-3 0-16,2-5 0 0,7-3 0 15,4-5 0-15,4-4 0 0,4-8 0 16,2-4 0-16,-4-8 0 0,-3-1 0 16,-5-5 0-16,0-4 0 0,-3-4 0 15,-3-2 0-15,-3 1 0 0,-4 0 0 16,-5 2 0-16,-1 11-581 0,0-2-3505 16</inkml:trace>
  <inkml:trace contextRef="#ctx0" brushRef="#br0" timeOffset="7315.84">31158 2057 8099 0,'-15'38'93'15,"-1"6"-93"-15,-5 11 0 0,2 0 0 16,7 8 0-16,2 1 0 0,6-1 0 16,4-1 0-16,4-8 0 15,6-4 0-15,2-6 0 0,3-11 0 16,-1-3 0-16,-3-13 0 0,-3-7 0 15,-2-9-193-15,-4-2-1468 0,2-13-4677 0</inkml:trace>
  <inkml:trace contextRef="#ctx0" brushRef="#br0" timeOffset="7416.04">31127 2438 6895 0,'0'0'628'0,"35"-11"-372"0,-4 8 157 16,8-1-413-16,7 0 0 15,1-1 0-15,-1-5 0 0,-5-3 0 16,-14 2-1650-16,-6-6-1895 0</inkml:trace>
  <inkml:trace contextRef="#ctx0" brushRef="#br0" timeOffset="7949.83">23152 3012 6006 0,'0'0'553'0,"0"0"751"0,0 0-975 0,0 0-329 0,0 0 0 16,0 0 0-16,22 73 0 0,-22-15 0 16,0 7 0-16,0 1 0 15,-6 0 0-15,0 5 0 0,-6 0 0 16,-5 0 0-16,3-4 0 0,-3-7 0 15,-4-11 0-15,3-10 0 16,-1-11-961-16,11-14-1068 0,-2-10-92 0</inkml:trace>
  <inkml:trace contextRef="#ctx0" brushRef="#br0" timeOffset="8083.26">22937 3467 5158 0,'0'0'1825'15,"27"-39"-1085"-15,0 22-416 0,4 3-179 16,0 2-145-16,0 0 0 0,-3-1 0 15,1-3 0-15,-2-3 0 0,-4-5 0 16,4-4 0-16,-11 5-1289 0,-1-4-4046 0</inkml:trace>
  <inkml:trace contextRef="#ctx0" brushRef="#br0" timeOffset="8366.17">23398 3095 5642 0,'-13'46'1717'0,"-1"2"-1029"0,-5 12-543 16,-1 0-145-16,-5 3 0 0,4 0 0 15,0-2 0-15,5-4 0 16,6-4 0-16,1-7 0 0,5-7 0 16,4-8 0-16,0-11 0 0,2-9 0 15,2-9 0-15,11-11 0 0,6-13 0 16,7-11 0-16,6-10 0 16,-3-2 0-16,0 4 0 0,-7 5 0 15,-7 15 0-15,-7 10 0 0,-6 9 0 16,-2 4 0-16,0 10 0 0,-2 10 0 15,0 7 0-15,0 4 0 0,-4 0 0 16,0-3 0-16,4-5 0 0,0-2 0 16,0-4 0-16,11-1 0 0,-5-6 0 15,-2-2-1113-15,0-4-104 0,0-4-2068 16</inkml:trace>
  <inkml:trace contextRef="#ctx0" brushRef="#br0" timeOffset="8566.33">23518 3742 3081 0,'0'0'1877'0,"0"0"-689"16,0 0 85-16,0 0-533 0,45-48-707 15,-18 20-33-15,0-6 0 16,2-2 0-16,-6-1 0 0,-7 2 0 16,-1 4 0-16,-9 10 0 0,-2 9 0 15,-2 7 0-15,-2 5 0 0,-8 7 0 16,-7 12 0-16,-8 15 0 16,-5 9 0-16,3 6 0 0,6-4 0 15,11-10 0-15,4-6 0 0,12-8 0 16,11-6 0-16,18-9 0 0,17-6 0 15,10-10 0-15,14-10 0 0,-20 3-2118 16,4-5-1856-16</inkml:trace>
  <inkml:trace contextRef="#ctx0" brushRef="#br0" timeOffset="9082.78">24551 3518 4718 0,'0'0'1744'0,"-4"-46"-1039"0,-6 25 15 0,-7 8-415 16,1 4-305-16,-3 5 0 16,0 7 0-16,-1 9 0 0,-3 6 0 15,4 5 0-15,-1 5 0 0,7 2 0 16,1 2 0-16,4 2 0 0,4-2 0 15,4-3 0-15,10-8 0 16,2-4 0-16,7-9 0 0,6-8 0 16,2-3 0-16,-1-11 0 0,-1-3 0 15,4 0 0-15,-8 2 0 0,-5 3 0 16,-3 5 0-16,-7 4 0 16,-4 3 0-16,-2 0 0 0,4 3 0 15,0 6 0-15,-2 8 0 0,3 7 0 16,-1 2 0-16,4 0 0 0,0-6 0 15,3-5 0-15,5-3 0 0,1-4 0 16,3 0-341-16,-3-5-823 0,-7-3-2638 0</inkml:trace>
  <inkml:trace contextRef="#ctx0" brushRef="#br0" timeOffset="9332.94">24907 3478 6939 0,'0'0'1148'16,"0"0"-1043"-16,0 0-105 0,-33-31 0 15,14 32 0-15,-2 11 0 0,-1 7 0 16,-1 7 0-16,2 7 0 16,1 3 0-16,7 2 0 0,3-1 0 15,6 1 0-15,4-6 0 0,6-2 0 16,6-5 0-16,7-7 0 0,6-8 0 15,4-9 0-15,0-4 0 0,4-13 0 16,0-7 0-16,-11 3-1293 0,1-7-2249 0</inkml:trace>
  <inkml:trace contextRef="#ctx0" brushRef="#br0" timeOffset="9532.64">25140 3034 7067 0,'0'0'712'0,"0"0"-299"15,0 0-413-15,0 0 0 0,0 0 0 16,0 0 0-16,-12 50 0 16,-5-5 0-16,-1 7 0 0,1 1 0 15,3 5 0-15,-1 6 0 0,3 5 0 16,-3 5 0-16,3-2 0 16,0-2 0-16,3-8 0 0,5-12 0 15,2-11 0-15,2-15 0 0,0-12-1874 16,2-9-1115-16</inkml:trace>
  <inkml:trace contextRef="#ctx0" brushRef="#br0" timeOffset="9699.23">24865 3586 6787 0,'0'0'884'0,"0"0"-363"0,25-33-521 16,-4 21 0-16,4 1 0 16,2-2 0-16,-1 1 0 0,1 1 0 15,0 3 0-15,-2 3 0 0,-2 1 0 16,2 4 0-16,-7 0 0 0,-1 2-325 15,-1 0-1840-15,-10 1 220 16,1-1-1228-16</inkml:trace>
  <inkml:trace contextRef="#ctx0" brushRef="#br0" timeOffset="9916.27">25138 3653 4053 0,'0'0'1133'0,"0"50"-461"0,4-25 637 15,3-2-593-15,1-1-407 0,2-3-309 16,3-2 0-16,-1-3 0 0,2-3 0 15,3-4 0-15,-3-4 0 0,5-3 0 16,0-6 0-16,-3-7 0 0,3-4 0 16,-3-4 0-16,-1-4 0 0,-3-3 0 15,-3 0 0-15,-7-1 0 0,0 1 0 16,-4 2 0-16,-3 4 0 16,1 4 0-16,2 3 0 0,2 5 0 15,2-1-1081-15,5 3-452 0,3 0-452 0</inkml:trace>
  <inkml:trace contextRef="#ctx0" brushRef="#br0" timeOffset="10316.44">25566 3564 1560 0,'0'0'3122'15,"0"0"-2394"-15,21-44-64 0,-19 34 405 16,-2 2-249-16,-2 2-591 0,-4 2-229 16,-5 1 0-16,-5 3 0 0,-3 10 0 15,-4 8 0-15,1 7 0 0,3 4 0 16,5 0 0-16,-1 0 0 16,11-2 0-16,4-2 0 0,0-3 0 15,8-3 0-15,1-4 0 0,5-5 0 16,0-7 0-16,5-3 0 0,0-7 0 15,3-7 0-15,-3-5 0 16,-2-1 0-16,-5-1 0 0,0 3 0 16,-5 4 0-16,-1 5 0 0,-4 4 0 15,-2 5 0-15,2 2 0 0,0 10 0 16,2 9 0-16,-2 8 0 16,2 4 0-16,0 3 0 0,3-3 0 15,-3-1 0-15,4-2 0 0,-4-5 0 16,4-3 0-16,-1-8 0 0,-1-5 0 15,-2-5-1097-15,2-6-716 0</inkml:trace>
  <inkml:trace contextRef="#ctx0" brushRef="#br0" timeOffset="10499.54">25816 3192 6919 0,'0'0'1088'15,"0"0"-903"-15,0 0-185 0,0 0 0 16,-6 59 0-16,2-11 0 0,0 10 0 15,-2 6 0-15,4-1 0 16,2 3 0-16,0 0 0 0,6-4 0 16,0-6 0-16,2-6 0 0,0-6 0 15,3-7 0-15,-1-11 0 16,0-12-1009-16,-1-9-1188 0</inkml:trace>
  <inkml:trace contextRef="#ctx0" brushRef="#br0" timeOffset="11033.03">27005 3475 3933 0,'0'0'2177'0,"2"-46"-1484"0,-8 20-309 0,-7 2 276 16,-1 2-368-16,-7-1-239 0,-2 1-53 16,-1 1 0-16,-5 3 0 0,2 2 0 15,0 6 0-15,2 4 0 0,2 5 0 16,3 1 0-16,1 6 0 16,5 5 0-16,-1 1 0 0,3 0 0 15,6 2 0-15,-1 4 0 0,7 1 0 16,0 5 0-16,9 5 0 0,3 6 0 15,3 5 0-15,-1 6 0 16,0 5 0-16,-3 6 0 0,-1 3 0 16,-4-2 0-16,-2 3 0 0,1-2 0 15,-5-4 0-15,0-3 0 0,0-6 0 16,-5-6 0-16,-1-5 0 16,0-9 0-16,2-9 0 0,0-8 0 15,-2-9 0-15,1-4-897 0,-3-14-3233 0</inkml:trace>
  <inkml:trace contextRef="#ctx0" brushRef="#br0" timeOffset="11182.62">26627 3788 6575 0,'0'0'12'0,"0"0"616"16,68 19 349-16,-21-13-977 0,1-4 0 16,1-2 0-16,3 0 0 0,-4-1 0 15,1-1 0-15,-3-1 0 0,-5 0 0 16,-8-1-1177-16,-8 2-112 15,-8 0-340-15,-7-1-2468 0</inkml:trace>
  <inkml:trace contextRef="#ctx0" brushRef="#br0" timeOffset="11466.48">27168 3778 2373 0,'0'0'1688'16,"0"0"-667"-16,0 0 464 0,0 0-749 15,0 0-176-15,-45-34-231 0,26 32-329 16,0 2 0-16,-1 8 0 16,1 6 0-16,3 4 0 0,1 6 0 15,3 0 0-15,6 1 0 0,6-1 0 16,6 0 0-16,4-2 0 0,7-1 0 15,1-5 0-15,5-4 0 0,-2-2 0 16,1-6 0-16,1-4 0 0,-2 0 0 16,-5-8 0-16,-1-4 0 0,-5-6 0 15,1-2 0-15,-5-3 0 16,-2-1 0-16,-4 0 0 0,0 2 0 16,-4-1 0-16,0 0 0 0,-3-1 0 15,-1 2 0-15,0 2 0 0,0 4 0 16,3 6 0-16,1 4 0 0,4 3 0 15,-4 1-113-15,2 1-575 16,0 1 56-16,0 0-577 0,0 9 185 16,2 1-101-16,0 2-1756 0</inkml:trace>
  <inkml:trace contextRef="#ctx0" brushRef="#br0" timeOffset="11649.58">27216 4023 6202 0,'0'0'897'0,"0"0"-369"0,0 0 37 15,0 0-565-15,0 0 0 0,0 0 0 16,0-55 0-16,8 18 0 0,2-3 0 16,3 4 0-16,3 2 0 0,1 7 0 15,-1 4 0-15,1 7 0 16,-5 2 0-16,3 1 0 0,-3 2 0 16,1 0 0-16,-5 4-757 0,0-2-1080 0</inkml:trace>
  <inkml:trace contextRef="#ctx0" brushRef="#br0" timeOffset="12117.27">27635 3675 5602 0,'0'0'1021'0,"0"0"-117"0,0 0-239 0,0 0-665 16,-43 14 0-16,4 11 0 16,-7 8 0-16,1 4 0 0,12 3 0 15,4 2 0-15,8 0 0 0,13-3 0 16,8-2 0-16,8-7 0 0,15-4 0 15,6-4 0-15,10-8 0 0,9-8 0 16,-1-5 0-16,3-4 0 0,-5-8 0 16,-4-4 0-16,-3-4 0 0,-11-2 0 15,-5 2-1161-15,-7 4-480 16,-5 3-2985-16</inkml:trace>
  <inkml:trace contextRef="#ctx0" brushRef="#br0" timeOffset="12399.43">27763 3887 5566 0,'0'0'1089'0,"0"0"-789"16,0 0 56-16,0 0 408 0,50 12-647 15,-23-7-117-15,0-4 0 0,2-1 0 16,-2-7 0-16,-3-2 0 16,-3-2 0-16,-6-1 0 0,-5-2 0 15,-6 0 0-15,-4 0 0 0,-4-1 0 16,-11 1 0-16,-1 0 0 0,-9 4 0 15,-2 7 0-15,-4 5 0 0,-2 9 0 16,0 7 0-16,2 4 0 0,8 6 0 16,5 1 0-16,12 3 0 0,8-2 0 15,14-2 0-15,11-4 0 16,10-6 0-16,11-8 0 0,10-6 0 16,4-5 0-16,2-9 0 0,-15 0-997 15,-3-5-4678-15</inkml:trace>
  <inkml:trace contextRef="#ctx0" brushRef="#br0" timeOffset="12965.77">28900 3731 3553 0,'0'0'949'0,"0"0"555"0,0 0-515 16,0 0-305-16,0 0-171 16,-39-25-513-16,18 16 0 0,-3 5 0 15,-1 7 0-15,-2 10 0 0,2 6 0 16,-2 6 0-16,5 3 0 0,7 2 0 15,3 2 0-15,10-3 0 0,4-2 0 16,8-5 0-16,11-4 0 0,6-8 0 16,4-7 0-16,2-5 0 0,2-7 0 15,0-7 0-15,-4-3 0 16,-4-2 0-16,-4 1 0 0,-7 1 0 16,-10 1 0-16,-6 4 0 0,-4 0 0 15,-8 0 0-15,-3-1 0 0,-3 0 0 16,-1-3 0-16,3-3 0 15,1 0 0-15,9-3 0 0,4 3 0 16,4 0-737-16,10 2-952 0,1 4-292 16,3 0-484-16</inkml:trace>
  <inkml:trace contextRef="#ctx0" brushRef="#br0" timeOffset="13349.72">29200 3240 6094 0,'0'0'897'0,"-39"-38"-173"0,16 20-247 16,0 3-477-16,-1 3 0 0,3 4 0 16,4 4 0-16,1 1 0 0,3 3 0 15,-1 6 0-15,2 3 0 0,-3 8 0 16,3 2 0-16,1 6 0 16,5 5 0-16,4 4 0 0,6 5 0 15,9 0 0-15,5 3 0 0,5 2 0 16,4 2 0-16,-2 2 0 0,2 2 0 15,-9 0 0-15,-8-2 0 16,-7-1 0-16,-8-3 0 0,-7-3 0 16,-9-4 0-16,-3-5 0 0,-3-5 0 15,-4-7 0-15,0-8 0 16,4-8-133-16,0-4 89 0,4-9-16 16,9-4-72-16,3-5 132 0,11-2 8 15,2 0 4-15,11 2 84 0,5 4 157 16,5 3-253-16,6 4 0 0,2 3 0 15,0 1 0-15,-2 2 0 0,0 1 0 16,2 0 0-16,6-1 0 0,7 0 0 16,5-3 0-16,-7-1 0 0,-1-2-2978 0</inkml:trace>
  <inkml:trace contextRef="#ctx0" brushRef="#br0" timeOffset="13949.62">29917 3752 4213 0,'0'0'1013'0,"-6"42"-193"0,6-16 437 16,-2-3-677-16,2-1-271 0,0-4-309 15,0-5 0-15,0-5 0 16,0-3 0-16,0-3 0 0,0 0 0 16,0-1 0-16,0-1 0 0,0-5 0 15,4-10 0-15,7-9 0 0,7-7 0 16,3-5 0-16,6-1 0 0,0-1 0 15,4-3 0-15,2 0 0 16,2 5 0-16,0 7 0 0,-6 11 0 16,-4 7 0-16,-7 6 0 0,-3 5 0 15,-3 0 0-15,-1 5 0 0,-3 0 0 16,-2 1 0-16,-2 4 0 16,-2 1 0-16,-2 6 0 0,-6 2 0 15,-2 3 0-15,-3 2 0 0,3-1 0 16,2-1 0-16,2-3 0 0,2-5 0 15,2-4 0-15,2-5 0 0,2-4 0 16,6-1 0-16,7-11 0 0,6-8 0 16,-1-5 0-16,-1-4 0 0,-2 6 0 15,-7 3 0-15,-2 6 0 0,-6 6 0 16,-1 3 0-16,-3 4 0 16,2 0 0-16,-2 2 0 0,2 8 0 15,-2 11 0-15,0 5 0 0,0 3 0 16,-4-1 0-16,4-4 0 0,0-3 0 15,8-2 0-15,4-1 0 16,3-5 0-16,-1-4-2138 0,-1-4-483 0</inkml:trace>
  <inkml:trace contextRef="#ctx0" brushRef="#br0" timeOffset="14266.55">30676 3642 7231 0,'-4'-39'961'0,"0"7"-961"0,-2 3 0 16,-3 11 0-16,3 7 0 0,-4 8 0 15,-5 3 0-15,-1 8 0 0,-7 8 0 16,0 8 0-16,1 5 0 0,-3 4 0 16,4 2 0-16,5-2 0 0,3-3 0 15,9-1 0-15,4-6 0 0,2-9 0 16,13-3 0-16,1-6 0 16,7-5 0-16,6-2 0 0,-2-8 0 15,-3-4 0-15,1-1 0 0,-4 0 0 16,-5 1 0-16,-5 2 0 0,-3 5 0 15,-6 2 0-15,-2 5 0 16,2 0 0-16,-2 0 0 0,-2 11 0 16,0 7 0-16,0 3 0 0,2-1 0 15,2-3 0-15,10-4 0 16,5-3 0-16,4-1 0 0,1 0-117 16,-1-4-1099-16,-4-2-165 0,-1-2-1468 0</inkml:trace>
  <inkml:trace contextRef="#ctx0" brushRef="#br0" timeOffset="14466.48">30937 3725 4714 0,'2'-32'1592'0,"-2"2"-467"0,-7 0-364 16,1 10-761-16,-4 7 0 0,0 8 0 15,-1 5 0-15,-3 8 0 0,-5 10 0 16,1 7 0-16,-5 8 0 16,2 4 0-16,0 3 0 0,3 0 0 15,3-1 0-15,5-2 0 0,10-4 0 16,4-6 0-16,13-7 0 15,10-7 0-15,8-9 0 0,6-5 0 16,5-11 0-16,-3-10-69 0,-4-9-855 16,-10 4-201-16,-6-3-2184 0</inkml:trace>
  <inkml:trace contextRef="#ctx0" brushRef="#br0" timeOffset="14783.2">31123 3442 3237 0,'2'-46'1829'0,"0"15"-100"15,2 7-961-15,-2 17-236 0,-2 7-435 16,2 7-97-16,-2 12 0 0,-2 15 0 15,-6 10 0-15,-5 10 0 0,-1 0 0 16,-1 0 0-16,5-2 0 0,4-3 0 16,2-1 0-16,4-4 0 0,4-5 0 15,6-5 0-15,2-9 0 16,5-8 0-16,2-8 0 0,5-9 0 16,3-7 0-16,6-6 0 0,-2-6 0 15,-2-2 0-15,-4 1 0 0,-6-1 0 16,-7 8 0-16,-4 5 0 15,-3 4 0-15,-5 4 0 0,0 0 0 16,0 4 0-16,0 9 0 0,-5 7 0 16,-3 7 0-16,0-2 0 0,0-1 0 15,-1-5 0-15,3-3 0 16,2-3 0-16,2-3 0 0,0-4 0 16,2-2 0-16,0-2 0 0,2-2-929 15,0 0-796-15,6-11-672 0</inkml:trace>
  <inkml:trace contextRef="#ctx0" brushRef="#br0" timeOffset="14918.18">31505 3757 5810 0,'0'0'1829'15,"0"0"-1417"-15,0 0-271 16,-10 45-141-16,-1-20 0 0,-1 2 0 16,0-3 0-16,1-5 0 0,3-4 0 15,6-4-553-15,0-3-415 0,2-4-429 16,4-4-3217-16</inkml:trace>
  <inkml:trace contextRef="#ctx0" brushRef="#br0" timeOffset="15066.9">31600 3426 5046 0,'0'0'1793'16,"0"0"-1669"-16,8-37 32 0,-8 37 176 15,0 0-332-15,-2 11-32 0,0 11-72 16,2 5-328-16,0 9-17 0,4 3-719 15,-2 1 300-15,3-8-33 0,-5 2-1328 0</inkml:trace>
  <inkml:trace contextRef="#ctx0" brushRef="#br0" timeOffset="15282.79">31567 3865 2937 0,'0'0'2973'15,"-25"42"-2092"-15,17-28-121 16,6-10-119-16,0-2-641 0,2-2 0 16,6-4 0-16,8-11 0 0,11-8 0 15,8-9 0-15,5 0 0 0,-1 2 0 16,-6 6 0-16,-6 6 0 15,-11 6 0-15,-4 5 0 0,-5 2 0 16,-3 3 0-16,0 2 0 0,0 2 0 16,-2 10 0-16,-2 13 0 0,-7 6 0 15,-3 3 0-15,-2 0 0 0,3-3 0 16,5-3 0-16,4-1 0 16,4-4 0-16,4-2-129 0,5-5-891 15,-1-4 179-15,-4-5-267 0,2-5-2618 0</inkml:trace>
  <inkml:trace contextRef="#ctx0" brushRef="#br0" timeOffset="15533.06">31908 3867 7227 0,'0'0'965'0,"25"-33"-965"16,-11 17 0-16,-3 3 0 0,3-3 0 16,1 0 0-16,-1-1 0 0,-2-2 0 15,1 0 0-15,-7 2 0 0,-2 3 0 16,-4 2 0-16,-10 9 0 0,-7 4 0 15,-10 11 0-15,-8 9 0 16,0 10 0-16,4 7 0 0,2 4 0 16,9 1 0-16,7 2 0 0,9-4 0 15,4-3 0-15,10-8 0 0,7-4 0 16,4-6 0-16,10-6 0 16,2-6 0-16,0-8 0 0,4-6 0 15,-6-11 0-15,-6 2-941 0,-5-6-3793 0</inkml:trace>
  <inkml:trace contextRef="#ctx0" brushRef="#br0" timeOffset="15933.24">32280 4045 1956 0,'0'0'3026'0,"0"0"-2098"0,46 26 249 16,-24-2-393-16,1 8-463 0,-4 3-321 15,-5 5 0-15,-3 0 0 16,-11 0 0-16,-3-3 0 0,-11-3 0 16,-15-2 0-16,-10-1 0 0,-9-5 0 15,-3-3 0-15,1-6 0 16,4-7 0-16,13-6 0 0,13-4 0 15,7-5-1381-15</inkml:trace>
  <inkml:trace contextRef="#ctx0" brushRef="#br0" timeOffset="16666.54">23239 4657 1604 0,'0'0'2978'0,"0"0"-1346"0,0 0-867 15,0 0 39-15,-19-36-395 0,7 25-409 16,-5 0 0-16,-8 0 0 0,0 7 0 16,-4 4 0-16,3 11 0 0,-1 8 0 15,0 5 0-15,2 8 0 0,0 3 0 16,9 2 0-16,7 1 0 16,9-1 0-16,11-2 0 0,7-5 0 15,13-6 0-15,5-10 0 0,5-7 0 16,4-7 0-16,1-7 0 0,-3-7 0 15,-8-4 0-15,-8-3 0 0,-10-3 0 16,-11-1 0-16,-4 0 0 0,-4-1 0 16,-8 0 0-16,-3 1 0 0,-3 2 0 15,-5 1 0-15,2 1 0 16,1 2 0-16,1 2 0 0,7 4 0 16,2 6 0-16,6 2 0 0,2 4-537 15,0 1-868-15,2 3-139 0,12 6-117 16</inkml:trace>
  <inkml:trace contextRef="#ctx0" brushRef="#br0" timeOffset="16832.82">23338 4851 3525 0,'0'0'1605'15,"0"0"-685"-15,0 0 213 0,0 0-481 16,0 0-295-16,0 0-357 16,0 0 0-16,0 0 0 0,4-38 0 15,8 3 0-15,5-4 0 0,1 5 0 16,1 6 0-16,-2 3 0 0,-1 5 0 15,1 1 0-15,-3 4 0 0,3-3 0 16,-5 5 0-16,-2-2-921 0</inkml:trace>
  <inkml:trace contextRef="#ctx0" brushRef="#br0" timeOffset="17233.93">24123 4280 5062 0,'0'0'832'0,"0"0"-107"16,0 0 279-16,0 0-504 0,0 0-431 15,0 0-69-15,9 34 0 0,-9 11 0 16,6 10 0-16,-6 3 0 15,4-2 0-15,-4-2 0 0,4-1 0 16,-2-3 0-16,-2-3 0 0,-2-6 0 16,-4-6 0-16,-2-7 0 15,-5-8-225-15,1-8-1071 0,-3-5-2234 0</inkml:trace>
  <inkml:trace contextRef="#ctx0" brushRef="#br0" timeOffset="17666.89">24074 4632 4854 0,'0'0'904'0,"64"-43"-544"0,-25 17 77 16,-2-1-385-16,3-3-40 0,-5 2-12 15,-2-2-48-15,-4 5-141 16,-9 4-75-16,-7 2 152 0,-3 6 80 16,-4 6-112-16,-6 1-80 0,0 5-8 15,-2 0 36-15,-2 1 136 16,-2 2 60-16,-2 11 16 0,-1 9-4 0,1 11-12 15,2 8 468-15,-2 6-56 16,1 3-36-16,1 4 257 0,-4 2-153 16,6 1-96-16,-2-2-91 0,-3-5-293 15,3-8 0-15,-2-5 0 0,2-7 0 16,-1-8 0-16,3-6 0 16,0-7 0-16,4-6 0 0,0-3 0 15,0-5 0-15,8-13 0 0,11-8 0 16,4-8 0-16,6-3 0 0,-2 6 0 15,-7 6 0-15,1 6 0 0,-7 10 0 16,-5 3 0-16,-5 6 0 0,0 4 0 16,-2 7 0-16,8 6 0 0,1-2 0 15,-1 2 0-15,-2-8 0 16,3 1 0-16,-3-3 0 0,6-1 0 16,-3-2 0-16,-5-1 0 0,-2-2 0 15,0-1-1081-15,-2 0-112 16,0 0-175-16,2 0-2742 0</inkml:trace>
  <inkml:trace contextRef="#ctx0" brushRef="#br0" timeOffset="17866.3">24636 4836 3293 0,'0'0'3237'0,"14"-34"-2228"15,-7 10-356-15,-5 0-653 16,0-2 0-16,-2 2 0 0,0 3 0 16,-4 5 0-16,2 6 0 0,-1 5 0 15,-3 5 0-15,-4 7 0 0,-5 18 0 16,-3 12 0-16,-3 9 0 0,7 5 0 15,8-8 0-15,6-3 0 0,12-5 0 16,7-7 0-16,12-6 0 0,10-10 0 16,8-10 0-16,14-10 0 15,-1-15 0-15,-13 1-625 0,-3-8-1964 0</inkml:trace>
  <inkml:trace contextRef="#ctx0" brushRef="#br0" timeOffset="19166.84">25440 4947 3373 0,'0'0'2109'0,"0"0"-1373"0,0 0 405 16,0 0-529-16,-35 12-391 0,33-24-221 15,0-7 0-15,0-7 0 0,4-3 0 16,6-2 0-16,4 0 0 0,5 5 0 16,2 2 0-16,3 4 0 0,-3 2 0 15,0 5 0-15,-3 5 0 16,-4 2 0-16,1 3 0 0,1 0 0 16,1 2 0-16,3 1-229 0,-1 0-447 15,-5 0-1109-15,-1 0-504 0</inkml:trace>
  <inkml:trace contextRef="#ctx0" brushRef="#br0" timeOffset="19917.02">25860 4638 5806 0,'0'0'893'0,"0"0"-565"0,0 0 76 15,0 0-304-15,0 0-20 0,0 0 112 16,0 0-52-16,0 0 12 0,-48-24-55 16,21 37-97-16,-4 6 0 0,2 5 0 15,2 0 0-15,5-2 0 16,5 1 0-16,5-2 0 0,8-5 0 16,4 0 0-16,12-5 0 0,7-3 0 15,8-1 0-15,4-6 0 16,2-1 0-16,0 0 0 0,-2-1 0 15,-2 0 0-15,-5 0 0 0,-1 1 0 16,-8 0 0-16,-7 0-77 0,-4 0 45 16,-4 0 32-16,0 2 109 0,0 0-109 15,-2 2 0-15,-4-1 0 0,-5 1 0 16,1 1 0-16,2-3 0 16,2-1 0-16,1-1 0 0,1 0 0 15,0 0 0-15,4 0 0 0,-2 0 0 16,2-1 0-16,0 0 0 0,0 1 0 15,2-1 0-15,0 0 0 0,0-2 0 16,0 2 0-16,3-1 0 0,-3-1 0 16,0 1 0-16,2 1 0 0,-2-3 0 15,2 2 0-15,-2-2 0 16,0 2 0-16,-2 0 0 0,2-1 0 16,-2 0 0-16,2 0 0 0,0 1 0 15,0-2 0-15,0 2 0 16,1-1 0-16,-3 0 0 0,2 2 0 15,-2-2 0-15,0 2 0 0,0 1 0 16,0-1 0-16,0 1 0 0,0-1 0 16,0-1 0-16,0 0 0 15,0 0 0-15,2 1 0 0,-2-3 0 16,2 2 0-16,0-4 0 0,0 1 0 16,-2-4 0-16,0-3 0 0,0-5 0 15,-6 1 0-15,-5-1 0 0,-3 4 0 16,-3 3 0-16,-3 1 0 0,-5 7 0 15,-2 2 0-15,-4 2 0 0,0 10 0 16,0 6 0-16,0 9 0 0,2 5 0 16,4 7 0-16,5 4 0 0,5 2 0 15,7 1 0-15,8-3 0 16,8-4 0-16,11-6 0 0,8-6 0 16,6-9 0-16,6-7 0 0,2-10 0 15,1-7 0-15,-5-7 0 16,-8 2-729-16,0-2-2949 0</inkml:trace>
  <inkml:trace contextRef="#ctx0" brushRef="#br0" timeOffset="20366.13">26186 4792 5166 0,'0'0'892'0,"0"0"101"0,0 0-433 0,0 0-108 16,-33-36-323-16,13 32-129 15,-5 4 0-15,2 1 0 0,0 5 0 16,5 1 0-16,-1 1 0 0,7 3 0 16,1 1 0-16,3 0 0 0,6 1 0 15,2 1 0-15,6 0 0 0,11-1 0 16,3-1 0-16,7 2 0 16,6-2 0-16,2 0 0 0,-1 0 0 15,-3 0 0-15,-5 1 0 0,-9 1 0 16,-9 1 0-16,-10 3 0 0,-10-1 0 15,-5 0 0-15,-8 1 0 0,-4-1 0 16,-2-3 0-16,3-3 0 0,-1-7 0 16,6-2 0-16,6-2 0 15,9-10 0-15,6-3-1169 0,2 2-280 16,2-3-2861-16</inkml:trace>
  <inkml:trace contextRef="#ctx0" brushRef="#br0" timeOffset="20716.88">26056 5477 4610 0,'0'0'1880'0,"-31"55"-1423"15,21-34 95-15,8-13 84 0,0-4-579 16,2-4-57-16,2-6 0 16,6-13 0-16,6-15 0 0,7-14 0 15,4-10 0-15,-2-6 0 0,-1-2 0 16,1-9 0-16,0-1 0 0,0 4 0 15,1 7 0-15,3 10 0 0,0 14 0 16,0 7 0-16,0 6 0 0,-4 9 0 16,-5 5 0-16,-5 3 0 0,-7 9 0 15,-2 1 0-15,-2 2 0 16,-2 7 0-16,2 9 0 0,-2 7 0 16,-2 6 0-16,-4 6 0 0,-7-4 0 15,-1 1 0-15,-3-2 0 16,-1-4 0-16,1-2 0 0,3-5 0 15,1-6 0-15,7-4 0 0,4-5 0 16,0-3-453-16,2-2-892 0,0 0-183 16,6-7-185-16</inkml:trace>
  <inkml:trace contextRef="#ctx0" brushRef="#br0" timeOffset="21183.53">26606 4896 6070 0,'0'0'1305'0,"0"0"-769"0,-37-34-255 15,22 23-281-15,-1 3 0 0,-1 2 0 16,-1 5 0-16,1 1 0 0,-2 10 0 16,3 6 0-16,-1 4 0 0,3 5 0 15,4 2 0-15,1-1 0 16,7-1 0-16,4-3 0 0,11-6 0 16,5-4 0-16,5-5 0 0,4-7 0 15,2-3 0-15,0-8 0 16,2-6 0-16,-4-2 0 0,-3-2-77 15,-5 2-183-15,-4-1-92 0,-3 5-64 16,-6 4 60-16,-2 5 63 0,-2 4 165 16,-2 2 104-16,0 2 8 0,-2 7-44 15,-2 7 60-15,2 4 8 0,-4-2 8 16,4-2 12-16,0-4 116 16,0-6-20-16,2-1 65 0,0-4 227 15,0 0-124-15,0-1-12 0,0 0 168 16,0 0-411-16,4-3-37 0,4-7 0 15,0-4 0-15,3-3 0 0,-1 0 0 16,0 1 0-16,-1 3 0 0,-3 5 0 16,0 2 0-16,-4 2 0 15,0 3 0-15,2 1 0 0,-2 6 0 16,0 11 0-16,-2 6 0 0,0 5 0 16,-4-1 0-16,-2-3 0 0,2-3 0 15,4-6 0-15,0-4 0 0,0-4 0 16,2-2-637-16,0-5-884 15,6-2-300-15</inkml:trace>
  <inkml:trace contextRef="#ctx0" brushRef="#br0" timeOffset="21532.91">27050 4850 1624 0,'0'0'833'0,"0"0"1212"0,0 0-449 15,0 0-787-15,0 0-5 0,0 0-323 16,0 0-481-16,-37-22 0 0,23 24 0 16,-5 5 0-16,3 2 0 0,-1 1 0 15,5 2 0-15,1 1 0 16,5 1 0-16,4 0 0 0,4 1 0 16,6-1 0-16,5-2 0 0,3-3 0 15,3 2 0-15,-3-4 0 16,1 1 0-16,-5-1 0 0,-1-2 0 15,-5 0 0-15,-2-3 0 0,-4 2 0 16,-2-1 0-16,-8 4 0 0,-9 3 0 16,-4-3 0-16,-4 0 0 0,3-1 0 15,-1-5 0-15,4-1 0 16,5 0 0-16,3 0 0 0,7-1 0 16,4 1 0-16,2 0 0 0,8-2-1309 15,9-2 0-15,-1 2 4 0,5-3-1824 0</inkml:trace>
  <inkml:trace contextRef="#ctx0" brushRef="#br0" timeOffset="21749.76">27061 5003 952 0,'0'0'3377'0,"0"0"-1240"16,31-27-1148-16,-15 13-252 0,1-2-737 15,1 1 0-15,3-2 0 16,0-2 0-16,-3 0 0 0,-3 0 0 16,-5 4 0-16,-8 3 0 0,-2 5 0 15,-2 3 0-15,-6 5 0 0,-11 10 0 16,-12 15 0-16,-4 6 0 15,-2 7 0-15,8 2 0 0,8-7 0 16,9-1 0-16,10-3 0 0,6-6 0 16,10-8 0-16,11-4 0 0,8-8 0 15,7-8 0-15,5-11 0 0,-8 0-129 16,-2-7-1872-16</inkml:trace>
  <inkml:trace contextRef="#ctx0" brushRef="#br0" timeOffset="22250.03">27888 4964 1656 0,'0'0'3322'0,"18"-33"-1798"0,-18 15-867 0,-2 3 51 0,-8-1-383 15,-3 3-325-15,-1 1 0 0,-5 5 0 16,-1 6 0-16,-1 3 0 0,-4 10 0 15,0 4 0-15,0 6 0 0,1 4 0 16,3 3 0-16,7 1 0 0,5 2 0 16,7 2 0-16,2-4 0 15,13-2 0-15,3-6 0 0,11-4 0 16,6-6 0-16,6-7 0 0,1-5 0 16,-1-9 0-16,-4-5 0 0,-6-3 0 15,-8-4 0-15,-7 0 0 16,-6-2 0-16,-6 2 0 0,-2-3 0 15,-8 1 0-15,-2-1 0 0,-5 0 0 16,-1 2 0-16,1 3 0 0,3 3 0 16,2 7 0-16,8 3 0 0,0 1 0 15,2 2 0-15,8-4-801 16,-2 3-652-16,13-6-332 0</inkml:trace>
  <inkml:trace contextRef="#ctx0" brushRef="#br0" timeOffset="22649.96">28293 4625 1928 0,'2'-40'3854'0,"-4"-2"-2725"16,-7-4-777-16,1 4 144 0,-2 6-96 15,-1 6-367-15,1 7-33 16,-4 8 0-16,-1 6 0 0,3 4 0 16,-5 5 0-16,1 5 0 0,1 5 0 15,-1 8 0-15,1 1 0 16,5 7 0-16,0 3 0 0,1 5 0 15,5 5 0-15,4 5 0 0,2 6 0 16,9 6 0-16,3 4 0 0,3 1 0 16,3-1 0-16,-1-7 0 15,-3-3 0-15,-1-6 0 0,-5-9 0 0,1-4 0 16,-5-6 0-16,-2-11 0 16,-4-3 0-16,0-6-305 0,-2-5-603 15,-9 0 79-15,-5-10-159 0,-7-3-1069 16,-6 0 468-16,0-1 1053 0,-2 2 536 15,0 1 1285-15,4 3-13 0,9 1 729 16,3 2-812-16,11 2-365 0,4 3-183 16,2 0-641-16,11 0 0 15,16 0 0-15,12 0 0 0,11 0 0 16,3-3 0-16,-1 1 0 0,-4-3 0 16,-3-3 0-16,-12 1 0 0,-3-6-1149 0</inkml:trace>
  <inkml:trace contextRef="#ctx0" brushRef="#br0" timeOffset="23049.87">28896 4450 6214 0,'0'0'989'0,"0"0"-521"0,0 0 44 0,-10 55-503 16,-2-7-9-16,1 12 0 0,1 5 0 15,4 3 0-15,2 2 0 16,1-3 0-16,3-2 0 0,-2-6 0 16,2-5 0-16,-2-5 0 0,0-8 0 15,-2-5 0-15,0-9 0 0,-2-9 0 16,0-11-269-16,-1-6-1284 0,-3-6-3685 0</inkml:trace>
  <inkml:trace contextRef="#ctx0" brushRef="#br0" timeOffset="23184">28632 4944 3497 0,'0'0'3314'16,"-4"-33"-2358"-16,18 18-612 0,13 8-263 16,10-3-81-16,4-2 0 0,3-2 0 15,-1-3 0-15,-1-3 0 16,1-3 0-16,0-2 0 0,1-2-721 15,-11 3-624-15,-6-2-4389 0</inkml:trace>
  <inkml:trace contextRef="#ctx0" brushRef="#br0" timeOffset="23483.01">29190 4525 6290 0,'-15'42'853'0,"1"4"-589"0,-3 13 372 15,-3 4-487-15,-3 5-149 0,0-2 0 16,5-2 0-16,1-6 0 0,7-7 0 15,-1-7 0-15,7-6 0 0,0-12 0 16,4-8 0-16,0-10 0 0,6-8 0 16,11-15 0-16,6-9 0 15,6-10 0-15,-3-4 0 0,-5 1 0 16,-4 1 0-16,-5 7 0 0,0 5 0 16,-5 10 0-16,-5 8 0 0,-2 6 0 15,0 6 0-15,-2 12 0 16,-3 10 0-16,-1 8 0 0,0-1 0 15,2-5 0-15,2-9 0 0,2-4 0 16,2-4 0-16,10-7 0 0,3-5 0 16,5-4 0-16,1-8-1321 0,-6 0-976 15,-1-3-1689-15</inkml:trace>
  <inkml:trace contextRef="#ctx0" brushRef="#br0" timeOffset="23766.61">29347 5004 6891 0,'0'0'804'0,"0"0"-460"0,0 0-191 16,43-2-153-16,-26-4 0 15,4-2 0-15,-3-5 0 0,5-2 0 16,-5-1 0-16,-1-2 0 0,-3-1 0 16,-5 2 0-16,-5 1 0 0,-4-1 0 15,-4 2 0-15,-7 2 0 0,-1 4 0 16,-7 7 0-16,1 4 0 15,-5 13 0-15,-4 8 0 0,2 11 0 16,1 5 0-16,3 3 0 0,4 2 0 16,9 2 0-16,8-3 0 15,13-4 0-15,11-7 0 0,14-9 0 0,9-9 0 16,5-10 0-16,6-8-1862 16,-13-4-303-16,-1-7-928 0</inkml:trace>
  <inkml:trace contextRef="#ctx0" brushRef="#br0" timeOffset="24550.06">30387 4675 4157 0,'0'0'413'0,"-9"-41"-37"0,-1 20 376 15,-9-3-228-15,1 3-248 16,-7-4 49-16,0 1-213 0,-2 2-16 16,3 0 52-16,-1 4-100 0,4 3 12 15,0 7 64-15,3 4-96 0,1 6 28 16,1 9-36-16,1 7-8 15,3 6-12-15,4 8 40 0,3 4-20 16,3 4-12-16,2 5 72 0,7 1-68 16,1 0-8-16,0 4-4 15,2 0 12-15,-3 0-12 0,3 1 8 0,0 0 8 16,-1 0-16-16,1-4 0 16,-4-2 4-16,-4-7-4 0,-2-5 0 15,-2-3-100-15,-6-10-152 0,-5-5-637 16,5-5-291-16,-2-9-549 0</inkml:trace>
  <inkml:trace contextRef="#ctx0" brushRef="#br0" timeOffset="24683.65">29909 5150 5754 0,'0'0'1053'0,"0"0"-681"0,0 0-236 16,35 12 344-16,-2-12-200 0,11-4-163 15,1-9-117-15,-1-3 0 16,-1-8 0-16,-2-3-9 0,1-5-663 15,-11 6-357-15,2-2-1904 0</inkml:trace>
  <inkml:trace contextRef="#ctx0" brushRef="#br0" timeOffset="24866.63">30571 4600 6482 0,'0'0'637'0,"0"0"99"15,-21 45-399-15,7-8-337 0,-7 9 0 16,2 4 0-16,-1 4 0 0,-1 3 0 15,-2 0 0-15,0-2 0 0,3-3 0 16,3-2 0-16,5-8 0 0,4-3 0 16,5-5 0-16,6-9 0 15,5-7 0-15,6-7-1041 0,-1-7-400 16,3-6-2981-16</inkml:trace>
  <inkml:trace contextRef="#ctx0" brushRef="#br0" timeOffset="25483.89">30602 5103 2861 0,'0'0'2901'16,"0"0"-1772"-16,20-36-293 0,-13 22-436 16,-5 2-335-16,-2 0-65 0,0 6 0 15,0 1 0-15,-2 4 0 0,-7 1 0 16,-5 6 0-16,-5 10 0 16,-4 5 0-16,3 5 0 0,3 2 0 15,7-1 0-15,4-3 0 0,6 0 0 16,8-3 0-16,6-3 0 0,11-4 0 15,2-5 0-15,6-7 0 0,-2-3 0 16,2-8 0-16,-6-6 0 0,-2-3 0 16,-4-3 0-16,-5-3 0 15,-1-2 0-15,-5 0 0 0,-6-2 0 16,-4-1 0-16,-2 3 0 0,-8 3 0 16,-3 5 0-16,1 4 0 0,2 5 0 15,3 7 0-15,3 1 0 16,4 1-21-16,0 5-643 0,6 6 108 15,11 6 256-15,4 1-125 0,5 2 17 16,3-2-52-16,-2-5-384 0,2 0 251 16,-2-4 137-16,0-1-372 0,-4-2-149 15,-9-1 89-15,-3-4 888 0,-7-1 1192 16,-4 0 29-16,0-1 652 16,0-2-853-16,-2-3-187 0,-9-3 183 15,-5 0-751-15,-5-1-265 0,-4 7 0 16,3 3 0-16,-1 6 0 0,2 8 0 15,0 4 0-15,5 7 0 0,6 0 0 16,3 3 0-16,7 0 0 0,4-1 0 16,9-4 0-16,1-4 0 15,7-3 0-15,2-7 0 0,6-3 0 16,-2-5 0-16,2-2 0 0,-5-10 0 16,-1-4 0-16,-6-6-85 0,-3-2-111 15,-4-3 180-15,-3 1 12 0,-3-5 4 16,-4-2 104-16,0-2-100 15,-4 1 12-15,-5 2-16 0,-1 3 0 16,0 4-32-16,-1 9-312 0,5 5-140 16,0 5 16-16,4 5-929 0,2 0 76 15,0 6-383-15</inkml:trace>
  <inkml:trace contextRef="#ctx0" brushRef="#br0" timeOffset="25649.77">31100 5227 800 0,'0'0'4738'0,"0"0"-3049"0,0 0-1013 0,0 0-387 0,0 0-289 16,8-59 0-16,7 29 0 15,3-1 0-15,1 8 0 0,4 0 0 16,-3 4 0-16,3 3 0 0,-4 0 0 16,-3 4 0-16,1-2 0 0,-5 3-373 15,-4 0-3529-15</inkml:trace>
  <inkml:trace contextRef="#ctx0" brushRef="#br0" timeOffset="26283.63">31497 5273 5494 0,'0'0'524'16,"18"35"97"-16,-3-4 219 0,1 9-400 16,-3 1-167-16,-7-3-273 0,-2 0 0 15,-4-3 0-15,-10-3 0 0,-5-4 0 16,-7-2 0-16,-9-5 0 16,-3-3 0-16,-1-5 0 0,-2-5 0 15,-2-6-493-15,10-2-503 0,0-5-2598 0</inkml:trace>
  <inkml:trace contextRef="#ctx0" brushRef="#br0" timeOffset="27067.23">23263 5629 4950 0,'0'0'320'0,"0"0"584"15,0 0-455-15,0 0-97 0,0 0 320 16,19 37-356-16,-19-3-87 16,-2 11-229-16,-6 10 0 0,-5 0 0 15,1 3 0-15,2 2 0 0,3-1 0 16,5-2 0-16,2 0 0 0,0-4 0 16,0-5 0-16,0-6 0 15,2-7 0-15,2-13 0 0,7-6 0 16,1-11 0-16,5-9 0 0,5-12 0 15,-1-10 0-15,8-8 0 0,-10-4 0 16,1-1 0-16,-5 3 0 0,-11 4 0 16,-4 5 0-16,-10 6 0 15,-9 4 0-15,-4 4 0 0,-12 7 0 16,4 6 0-16,-6 6 0 0,0 9 0 16,2 5 0-16,1 3 0 0,10 1 0 15,7 1 0-15,11-3 0 0,6-3-573 16,12-3-211-16,13-5-29 0,8-5-659 15,-8-3 571-15,8-3-63 0</inkml:trace>
  <inkml:trace contextRef="#ctx0" brushRef="#br0" timeOffset="27350.19">23511 6188 6679 0,'0'0'992'15,"0"0"-500"-15,0 0-463 0,0 0-29 16,0 0 0-16,0 0 0 0,0 0 0 15,0 0 0-15,0 0 0 0,-16 26 0 16,12-5 0-16,4 1 0 0,0-1 0 16,0 0 0-16,4-1 0 0,2-4 0 15,9-1 0-15,1-4 0 16,9-5 0-16,4-6 0 0,2-6 0 16,4-9 0-16,-2-9 0 0,-2-5 0 15,-6-4 0-15,-2-5 0 0,-11 1 0 16,-2-1 0-16,-8 1 0 0,-4 3 0 15,-6 0 0-15,-6 1 0 0,-1 3 0 16,-3 0 0-16,3 2-433 16,3 7-1720-16,3 0-468 0</inkml:trace>
  <inkml:trace contextRef="#ctx0" brushRef="#br0" timeOffset="27549.86">23861 5770 5270 0,'0'0'2245'0,"0"0"-1568"0,0 0-677 16,-8 43 0-16,3-6 0 0,-1 10 0 16,2 5 0-16,4-1 0 0,0-2 0 15,0-2 0-15,2 0 0 16,0 2 0-16,-2-3 0 0,0-2 0 16,0-5 0-16,0-7 0 0,0-7 0 15,0-11 0-15,0-6 0 0,0-8 0 16,0-5-1113-16,0-4-112 0,0-12-2825 0</inkml:trace>
  <inkml:trace contextRef="#ctx0" brushRef="#br0" timeOffset="27650.07">23776 6188 5970 0,'0'0'1393'0,"0"0"-564"0,0 0-829 15,17-35 0-15,11 23 0 16,12-2 0-16,9 0 0 0,9 1 0 16,4 2 0-16,-2-1 0 0,-14 4 0 15,-11-3-2610-15</inkml:trace>
  <inkml:trace contextRef="#ctx0" brushRef="#br0" timeOffset="28250.25">24562 6067 5438 0,'0'0'2221'0,"0"0"-1881"15,0 0-147-15,14 66-193 0,-14-19 0 16,0 4 0-16,-4-3 0 0,2-7 0 16,0-4 0-16,2-5 0 15,0-1 0-15,0-9 0 0,2-6 0 16,2-6 0-16,0-7 0 0,2-3 0 16,5-9 0-16,5-11 0 0,3-5 0 15,-3-7 0-15,3 0 0 0,-7 6 0 16,-3 3 0-16,-3 8 0 0,-2 7 0 15,-4 5 0-15,0 3 0 16,0 4 0-16,0 8 0 0,0 8 0 0,-2 5 0 16,2 0 0-16,2-4 0 15,4-6 0-15,4-2 0 0,3-5 0 16,5-4 0-16,7-4 0 0,0-5 0 16,2-8 0-16,0-5 0 15,-4-5 0-15,-5-4 0 0,-3-2 0 16,-3-2 0-16,-6-2 0 0,-2-3 0 15,-2 1 0-15,-2 2 0 0,0 5 0 16,0 9 0-16,0 8 0 0,0 5 0 16,0 5 0-16,0 1 0 0,0 0-933 15,0 8-92-15,0 0-1344 16,0 6-572-16</inkml:trace>
  <inkml:trace contextRef="#ctx0" brushRef="#br0" timeOffset="28483.84">24938 6300 4494 0,'0'0'1424'0,"0"0"-603"0,0 0 411 15,41 34-1011-15,-20-34-221 16,4-2 0-16,4-8 0 0,4-6 0 0,4-5 0 16,0-4 0-16,-2-3 0 0,-10-1 0 15,-4 3 0-15,-11-2 0 16,-8 7 0-16,-4 2 0 0,-10 6 0 16,-7 5 0-16,-6 5 0 0,-4 6 0 15,0 11 0-15,0 7 0 0,0 5 0 16,9 4 0-16,3-2 0 15,9 0 0-15,8-3 0 0,10 0 0 16,9-1 0-16,12-2 0 0,10-6 0 16,7-1 0-16,3-10 0 0,-9-1 0 15,-5-5-1449-15</inkml:trace>
  <inkml:trace contextRef="#ctx0" brushRef="#br0" timeOffset="28883.72">26128 6148 6599 0,'0'0'512'0,"0"0"144"15,-39-15-428-15,21 19-31 0,-3 13-197 16,-2 10 0-16,-2 10 0 0,1 8 0 15,3 5 0-15,4 2 0 0,9-3 0 16,6-3 0-16,2-6 0 16,10-5 0-16,7-9 0 0,6-5 0 15,6-12 0-15,10-9 0 0,6-5 0 16,5-14 0-16,4-6-217 0,-15 3-787 16,0-4-1978-16</inkml:trace>
  <inkml:trace contextRef="#ctx0" brushRef="#br0" timeOffset="29483.86">26484 6300 1048 0,'0'0'5771'16,"0"0"-4979"-16,0 0-211 0,-19-33-581 15,9 27 0-15,-2 6 0 16,-7 5 0-16,-2 7 0 0,1 7 0 16,-1 4 0-16,4 1 0 0,5-1 0 15,0 1 0-15,3-3 0 0,5-2 0 16,4-3 0-16,6-4 0 0,5-3 0 15,3-5 0-15,3-4 0 16,1 0 0-16,-1-8 0 0,2-3 0 16,-5-2 0-16,0-3 0 0,1 2 0 15,-3-1 0-15,-5 5 0 0,-1 3 0 16,-4 5 0-16,-2 2 0 0,0 1 0 16,0 3 0-16,2 6 0 0,-2 3 0 15,2 4 0-15,0 1 0 0,2 1 0 16,0-3 0-16,2-1 0 15,5 0 0-15,1-3 0 0,1-3 0 16,3-2 0-16,1-7 0 0,-1 0 0 16,-1-3-133-16,-1-6-167 0,-3-1 112 15,1 0 24-15,-4 2-56 16,-4 3 144-16,-2 2 76 0,-2 1 24 16,0 2-20-16,0 0 108 0,0 0 116 15,0 5-228-15,0 1 12 0,0 1 84 16,-2 0-52-16,2-1 48 0,0 0 84 15,0-2-96-15,2-2 48 0,-2-1-43 16,2-1-85-16,1-1 0 16,3-4 0-16,2-8 0 0,4-5 0 15,7-5 0-15,2-4 0 0,-1-1 0 16,1 2 0-16,0 4 0 0,-1 1 0 16,-1 6 0-16,-5 6 0 15,-5 4 0-15,-3 5 0 0,0 3 0 16,0 11 0-16,0 8 0 0,1 6 0 15,-5 3 0-15,0 0 0 0,-2-5 0 16,4-1 0-16,0-5 0 0,4-5 0 16,5-5 0-16,3-10-869 15,1 0-1720-15,1-7-2101 0</inkml:trace>
  <inkml:trace contextRef="#ctx0" brushRef="#br0" timeOffset="30133.12">27604 6258 2036 0,'0'0'3726'0,"0"0"-2769"0,0 0-125 16,0 0-480-16,-20 44-104 0,7-11-207 15,1 9-41-15,-1-1 0 0,3 1 0 16,2-2 0-16,-2-2 0 0,-1-4 0 15,3-3 0-15,0-6 0 16,6-4 0-16,-3-7 0 0,5-7 0 16,0-5 0-16,5-2 0 0,5-6 0 15,9-13 0-15,7-7 0 0,1-9 0 16,0-3 0-16,-2 3 0 0,-4-4 0 16,1 1 0-16,-3 5 0 15,-3 8 0-15,-5 8 0 0,-5 8 0 16,-2 6 0-16,0 4 0 0,0 10 0 15,-2 10 0-15,1 7 0 0,-3 3 0 16,-5 0 0-16,1-3 0 0,-2-2 0 16,4-3 0-16,2-5 0 0,2-6 0 15,0-5 0-15,6-5 0 16,3-6 0-16,3-9 0 0,5-8 0 16,2-9 0-16,1-3 0 0,-1-2 0 15,0-1 0-15,-1 0 0 0,-3 3 0 16,-1 7 0-16,-3 5 0 0,-5 9 0 15,-4 5 0-15,-4 6 0 0,0 1 0 16,0 6 0-16,0 10 0 0,-4 10 0 16,-2 5 0-16,0 1 0 15,1-3 0-15,3-4 0 0,2-1 0 16,5-2-413-16,1-7-980 0,0-4-395 16</inkml:trace>
  <inkml:trace contextRef="#ctx0" brushRef="#br0" timeOffset="30683.34">28051 6579 3529 0,'0'0'2949'0,"0"0"-1948"0,0 0-288 0,49-53-713 15,-34 30 0-15,-3-4 0 16,-1-3 0-16,-5-3 0 0,0-4 0 16,-2-1 0-16,-2 2 0 0,-2 6 0 15,0 10 0-15,-2 9 0 0,-2 8 0 16,-4 3 0-16,-7 11 0 0,-9 15 0 15,-8 10 0-15,1 9 0 0,5 3 0 16,9-2 0-16,9-1 0 16,8-4 0-16,4-3 0 0,12-6 0 0,7-7 0 15,8-5 0-15,9-8 0 16,-1-8 0-16,2-4-29 0,-4-7-95 16,-4-7-380-16,-6-4 40 0,-6-7 320 15,-2-1 140-15,-5-5 0 16,-4-1 4-16,-1 0 228 0,-5-1-52 15,0 2 60-15,-4 4 300 0,-2 3-439 16,0 10-97-16,-2 6 0 0,2 5 0 16,-3 3 0-16,-3 3 0 0,-4 11 0 15,-7 8 0-15,-2 7 0 16,3 1 0-16,1 1 0 0,7-5 0 16,4-1 0-16,4-4 0 0,4-5 0 15,6-3 0-15,0-5 0 0,5-5 0 16,1-3 0-16,1-6 0 0,-1-6 0 15,1-1 0-15,-1-1 0 0,-2-2 0 16,-3 3 0-16,-3 3 0 0,-2 3 0 16,-2 2 0-16,-2 4 0 15,0 0 0-15,2 1 0 0,-2 2 0 16,2 8 0-16,0 7 0 0,0 2 0 16,3 1 0-16,-3-3 0 15,2-5 0-15,0-4 0 0,-2-1-133 16,2-2-943-16,-2-4-1602 0,6-1-1295 0</inkml:trace>
  <inkml:trace contextRef="#ctx0" brushRef="#br0" timeOffset="31300.15">28818 6280 1576 0,'0'0'3830'0,"0"0"-2677"0,0 0-289 0,0 0-95 16,0 0-769-16,-2-33 0 0,-7 25 0 15,-7 2 0-15,-7 1 0 16,-6 5 0-16,-2 1 0 0,2 8 0 16,-4 3 0-16,6 5 0 0,5-1 0 0,5 0 0 15,7 1 0-15,6-1 0 16,4-1 0-16,8 3 0 0,6-4 0 16,9 0 0-16,4-1 0 15,6-2 0-15,-4-1 0 0,0-1 0 16,0-2 0-16,-9 2 0 0,-5 0 0 15,-7-4 0-15,-2 0 0 0,-6 0 0 16,-8 4 0-16,-6 1 0 0,-11 2 0 16,-6 0 0-16,-4-4 0 0,-5 0 0 15,-1-2 0-15,2-1 0 16,2-1 0-16,10-2 0 0,8-2 0 16,11 0-253-16,4 0-331 0,4-1-453 15,12-5 137-15,13-3 40 0,10-4-473 16,-4 3 425-16,2-3-501 0</inkml:trace>
  <inkml:trace contextRef="#ctx0" brushRef="#br0" timeOffset="31566.97">28764 6433 1712 0,'0'0'797'0,"52"-35"-173"16,-30 19 476-16,-9 6-571 0,-7 4-145 15,-4 2 576-15,-2 2-255 0,0 1-73 16,0 1-24-16,-4 6-524 0,-2 8-27 16,0 11-57-16,-1 6 0 0,7 2 0 15,0-4 0-15,9-4 0 0,3-2 0 16,5-4 0-16,1-5 0 15,3-3 0-15,-1-3 0 0,1-3 0 16,-4-4 0-16,-3-1 0 16,-1-6 0-16,-1-2 0 0,-4-5 0 15,3-4 0-15,-3-2 0 0,-2-2 0 16,0-3 0-16,0-1 0 0,-1-3 0 16,-5 0 0-16,0-1 0 0,0-2 0 15,0 5-97-15,-2 6-331 0,-3 6-316 16,5 7 151-16,-2 5-159 0,2 1-661 15,0 1-43-15,-2 7-545 0</inkml:trace>
  <inkml:trace contextRef="#ctx0" brushRef="#br0" timeOffset="31983.58">29082 6570 2885 0,'0'0'1024'15,"0"0"-299"-15,0 0 211 0,0 0-464 16,0 0-120-16,0 0 301 0,0 0-265 15,33-31-100-15,-20 8 100 0,-1-3-307 16,-1 2-81-16,-1 2 0 0,0 3 0 16,1 4 0-16,-5 2 0 0,0 7 0 15,-2 1 0-15,-2 4 0 16,2 1-229-16,0 0-139 0,3 4-188 16,-1 4 152-16,0 4 159 0,0 0 41 15,0 0 148-15,-1-3 56 0,-3-2 120 16,2-3 193-16,0 1 87 0,2-1 244 15,4 0-300-15,3-2-103 0,1-2-241 16,-1 0 0-16,-5-4 0 0,-2 0 0 16,0-3 0-16,-1-2 0 0,-1-4 0 15,-2 2 0-15,-2 1 0 16,-6 2 0-16,-3 5 0 0,-3 3 0 16,-3 2 0-16,-1 8 0 15,-3 6 0-15,1 4 0 0,3 2 0 0,5 2 0 16,6-1 0-16,6-1 0 15,10-1 0-15,9-6 0 0,10-3 0 16,12-5 0-16,13-7 0 0,4-3 0 16,2-8 0-16,-4-5 0 15,-15-1 0-15,-3-2-1377 0</inkml:trace>
  <inkml:trace contextRef="#ctx0" brushRef="#br0" timeOffset="32416.86">30128 5983 6418 0,'0'0'785'0,"0"0"-285"0,0 0-132 0,-22 36-247 16,13 0-121-16,1 8 0 16,2 5 0-16,6 1 0 0,0 3 0 15,0 2 0-15,4 0 0 0,0-2 0 16,-2-4 0-16,0-5 0 0,-2-3 0 16,-4-7 0-16,-2-6 0 0,-4-10 0 15,-3-8-553-15,3-6-1252 16,-3-6-692-16</inkml:trace>
  <inkml:trace contextRef="#ctx0" brushRef="#br0" timeOffset="33067.16">29843 6417 4930 0,'0'0'1697'0,"0"0"-589"16,0 0-651-16,0 0-457 0,25-38 0 16,16 19 0-16,15-2 0 0,4-4 0 15,-4 2 0-15,0-1 0 0,-5 1-341 16,-3 1-419-16,-7 3 163 0,-8 1-679 15,-4 0 27-15,-10 4 81 0,-7 3 1076 16,-4 4 92-16,-8 3 1044 16,0 2 697-16,-6 2-821 0,-6 9-295 0,-9 14-109 15,0 12-176-15,-1 11-43 16,3 4-297-16,5-1 0 0,1 1 0 16,5-3 0-16,2-4 0 0,4-3 0 15,0-8 0-15,2-7 0 16,0-7 0-16,0-9 0 0,0-5 0 15,2-4 0-15,0-2 0 0,6-10 0 16,9-9 0-16,1-8 0 0,3-3 0 16,4-1 0-16,-7 5 0 0,5 5 0 15,-6 4 0-15,-5 6 0 16,-6 8 0-16,-4 4 0 0,-2 1 0 16,0 6 0-16,-4 9 0 0,-4 9 0 15,-5 6 0-15,1 1 0 0,-2-2 0 16,3-4 0-16,7-5 0 0,4-1 0 15,6-3 0-15,9-4 0 16,3-3 0-16,3-4-269 0,2-4 37 0,-5-3-184 16,1-5 76-16,-7-2 100 15,-1-4 240-15,-7 0 0 0,0-1 304 16,-2-1 484-16,0 0-383 0,4-1-405 16,3 0 0-16,1-3 0 15,6 0 0-15,5-1 0 0,0-1 0 16,6-3 0-16,-5-1 0 0,1 0 0 15,-2 1 0-15,-7 2 0 0,-5 3 0 16,-3 5 0-16,-6 4 0 0,-11 6 0 16,-3 4 0-16,-11 12 0 15,-6 9 0-15,-2 10 0 0,0 6 0 16,2 5 0-16,6 3 0 0,11-3 0 16,7-1 0-16,10-7 0 0,7-5 0 15,8-8 0-15,7-5 0 0,4-7 0 16,0-5 0-16,4-5 0 0,-2-9 0 15,-2-3-665-15,-6 0-356 16,-4-5-2004-16</inkml:trace>
  <inkml:trace contextRef="#ctx0" brushRef="#br0" timeOffset="33500.24">30963 6368 5598 0,'0'0'1337'0,"0"0"-813"0,-10-38-24 0,0 26-267 15,-3 3-233-15,-5 4 0 0,-3 4 0 16,-4 4 0-16,-2 6 0 0,3 3 0 15,3 2 0-15,6 1 0 0,7 1 0 16,6 3 0-16,4-1 0 16,11 0 0-16,3-1 0 0,9 0 0 0,2-1 0 15,2 0 0-15,2-1 0 16,2 0 0-16,-4 0 0 0,-7-2 0 16,-9-1 0-16,-11-3 0 15,-2 0 0-15,-15 0 0 0,-3 2 0 16,-7-3 0-16,-6-1 0 0,2-3 0 15,0-3 0-15,0-1 0 0,9-6 0 16,3 0 0-16,7-4 0 0,6 0 0 16,4 3 0-16,6-2 0 15,4 3-689-15,7 0-143 0,-1 2-1029 16,-5 1 232-16,-1 1-768 0</inkml:trace>
  <inkml:trace contextRef="#ctx0" brushRef="#br0" timeOffset="33749.98">31011 6568 4694 0,'0'0'1528'0,"35"-9"-607"0,-14-1 128 16,1-3-1049-16,3-1 0 16,0-1 0-16,0-3 0 0,0-1 0 15,-3-3 0-15,1-2 0 0,-4-2 0 16,-3 0 0-16,-3 1 0 0,-7 5 0 16,-4 6 0-16,-6 4 0 0,-9 6 0 15,-9 5 0-15,-5 9 0 16,-6 11 0-16,-4 10 0 0,-1 6 0 15,5 7 0-15,8 1 0 0,9-1 0 16,10-6 0-16,10-6 0 0,10-7 0 16,9-6 0-16,6-6 0 15,6-7 0-15,2-4-485 0,-8-2-1680 16,-2-2 156-16</inkml:trace>
  <inkml:trace contextRef="#ctx0" brushRef="#br0" timeOffset="33882.98">31478 6689 8192 0,'0'0'0'0,"0"0"0"15,0 0 0-15,0 0 0 0,0 0 0 16,0 0 0-16,0 0 0 0,0 0-857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9T18:02:21.22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5308 4045 4854 0,'0'0'440'0,"0"0"-4"16,0 0 12-16,0 0-248 0,0 0 9 15,0 0 239-15,38 0-232 16,-3 0 20-16,4 0 64 0,11 0-200 16,3 3 16-16,1 1 44 0,8 2-140 15,6 0-11-15,1 1-9 0,9 0 0 16,5-3 0-16,8 0 0 0,8-2 0 16,13-1 0-16,7 0 0 0,3 0 0 15,13 1 0-15,3 0 0 16,9 1 0-16,10-1 0 0,6 0 0 15,7-1 0-15,6-1 0 0,8 3 0 16,0-2 0-16,6 1 0 0,0 2 0 16,2 1 0-16,5 4 0 0,1-1 0 15,-10 5 0-15,2-1 0 16,-10 2 0-16,-6-3 0 0,-7 0 0 16,-6-3 0-16,-3-3 0 0,-16-3 0 15,-10-2-365-15,-12-9-567 0,-35-1-265 16,-13-6-2453-16</inkml:trace>
  <inkml:trace contextRef="#ctx0" brushRef="#br0" timeOffset="899.77">13525 4133 7007 0,'0'0'352'0,"-37"0"-352"16,35 0 68-16,4 0-68 0,12 0-36 15,24 0 24-15,13-2 24 0,20-2 16 16,22 0 120-16,16-1-60 16,19 1 28-16,25 2 52 0,15 0-156 15,14 2 4-15,8 3 28 0,8 3-28 16,9 3 84-16,4 1-35 0,8 2-65 16,8 0 0-16,5 4 0 0,10-3 0 15,4 0 0-15,0-1 0 16,6-5 0-16,-6-7 0 0,-13-6 0 15,-55-6-1702-15,-17-8-1291 0</inkml:trace>
  <inkml:trace contextRef="#ctx0" brushRef="#br0" timeOffset="6416.09">9565 4642 2233 0,'0'0'3221'0,"0"0"-2345"0,0 0-243 16,0 0 423-16,0 0-883 16,0 0-173-16,0 0 0 0,0 0 0 15,-7 35 0-15,7 2 0 0,4 5 0 16,3 2 0-16,-3 1 0 0,-2 3 0 16,-2 0 0-16,0 0 0 15,-2-3 0-15,-2-5 0 0,0-7 0 16,1-3 0-16,-1-8 0 0,4-6 0 15,0-8 0-15,0-3 0 0,0-5-305 16,0-2-431-16,0-9 15 0,0-1-1576 16,0-9-476-16</inkml:trace>
  <inkml:trace contextRef="#ctx0" brushRef="#br0" timeOffset="6716.74">9548 4631 2973 0,'0'0'2145'15,"0"0"-1205"-15,0 0-183 0,0 0 351 16,0 0-839-16,0 0-269 0,0 0 0 15,0 0 0-15,48 0 0 0,-7 3 0 16,0 1 0-16,1-3 0 0,-5-1 0 16,0 0 0-16,-10 0 0 0,-2 0 0 15,-5-2 0-15,-7-1-265 16,-7 1-2016-16,-2-3-480 0</inkml:trace>
  <inkml:trace contextRef="#ctx0" brushRef="#br0" timeOffset="6983.41">9500 4939 5786 0,'0'0'997'0,"0"0"195"15,42 17-975-15,-11-13-217 16,12-1 0-16,-1-3 0 0,-1-1 0 16,0-4 0-16,-8-5 0 0,-8 1 0 15,-8-3-2950-15</inkml:trace>
  <inkml:trace contextRef="#ctx0" brushRef="#br0" timeOffset="7583.44">9486 4484 6158 0,'0'0'625'16,"0"0"-49"-16,0 0-12 0,66 14-295 16,-29-14-269-16,11-5 0 0,-1 0 0 15,5 2 0-15,-11-2 0 0,-7 3-1577 16,-14-3-1445-16</inkml:trace>
  <inkml:trace contextRef="#ctx0" brushRef="#br0" timeOffset="9333.09">9777 5257 4770 0,'0'0'752'0,"0"0"-300"15,0 0 313-15,0 0-289 0,0 52-100 16,0-27 184-16,0 0-519 0,0-5-41 15,-4-1 0-15,4-4 0 16,-4-5 0-16,4-4 0 0,0-4 0 16,0-2 0-16,0 0 0 0,4-6 0 15,0-8 0-15,7-10 0 0,-1-3 0 16,-2-5 0-16,7 2 0 16,-5 4 0-16,-4 7 0 0,3 7 0 15,-3 6 0-15,-6 5 0 0,0 1 0 16,0 6 0-16,4 6 0 0,-2 7 0 15,2 1 0-15,-4 2-9 0,6-7 1 16,-1-5-20-16,-5-2 28 0,2-5 0 16,2 2 0-16,0 1 0 0,-4-4 20 15,6-1-8-15,-2-3 1 16,2-8-13-16,9-7 0 0,-3-3 0 16,5-3 0-16,-3 4 0 0,-3 6 0 15,-1 7 0-15,-6 4 0 0,-4 2 0 16,2 2 0-16,-2 9 0 0,4 8 0 15,-4 4 0-15,0 5 0 16,4-5 0-16,-1-2 0 0,1-4 0 16,6-2 0-16,2-5 0 0,3-1-37 15,6-6-763-15,-1-2-893 0,-3-1-172 16,-1-4-1192-16</inkml:trace>
  <inkml:trace contextRef="#ctx0" brushRef="#br0" timeOffset="9633">10203 5314 5022 0,'0'0'1120'0,"-20"-36"89"0,5 21-561 0,5 4-455 0,4 4-193 16,-1 6 0-16,-3 2 0 15,-4 7 0-15,3 6 0 0,-1 5 0 16,2 5 0-16,1 1 0 0,7 1 0 16,-2-1 0-16,4-4 0 0,4-3 0 15,7-5 0-15,5-6 0 0,1-6 0 16,3-2 0-16,-3-8 0 0,1-3 0 15,-5-2 0-15,-3 0-37 0,-4 1 13 16,-1 4 16-16,-5 2 0 16,0 3 8-16,0 2 77 0,0 2-77 15,0 0 0-15,0 5 0 0,0 7 0 16,0 4 0-16,0 4 0 16,6-2 0-16,4-5 0 0,5-3-361 15,1-4-83-15,5-3 76 0,-1-3-789 16,-5-2-83-16,-3-4-221 0</inkml:trace>
  <inkml:trace contextRef="#ctx0" brushRef="#br0" timeOffset="9816.52">10420 5292 4482 0,'0'0'792'0,"4"-51"-172"16,-4 34 401-16,0 9-605 0,-4 5 48 16,2 3-67-16,-8 6-397 0,-5 9 0 15,-1 5 0-15,1 8 0 0,3 0 0 16,4-1 0-16,6 1 0 0,2-5 0 15,0-4 0-15,10-2 0 0,7-9 0 16,-1-6 0-16,9-4 0 16,-2-10 0-16,1-7 0 0,-1-3-677 15,-8 2-288-15,-3-3-1816 0</inkml:trace>
  <inkml:trace contextRef="#ctx0" brushRef="#br0" timeOffset="10116.07">10503 4995 5322 0,'0'0'848'0,"-10"35"-63"16,6-9-257-16,4 5-132 0,-2 5-83 16,2 2-313-16,0 3 0 0,-5 3 0 15,5 2 0-15,0-2 0 16,-4-1 0-16,2-5 0 0,2-9 0 16,0-6 0-16,0-9 0 0,0-8 0 15,2-2 0-15,2-4 0 0,7-10 0 16,-1-8 0-16,2-3 0 0,3 0 0 15,-9 1 0-15,4 5 0 16,-1 4 0-16,-3 1 0 0,-2 4 0 16,-2 5 0-16,2 1 0 0,2 1 0 15,1 6 0-15,1 6 0 0,2 3 0 16,-8 0 0-16,2-4 0 16,-4-4 0-16,0-3 0 0,0 0 0 15,5-1 0-15,-5-1 0 0,2-2-1798 16,-2-1-715-16</inkml:trace>
  <inkml:trace contextRef="#ctx0" brushRef="#br0" timeOffset="10300.79">10720 5328 5066 0,'0'0'996'0,"0"0"-592"15,0 0 85-15,0 0-165 0,0 0 24 16,0 0 72-16,4 47-332 0,-4-29-31 15,0-5-57-15,0-4 0 16,0-4-169-16,0-2-699 0,0-2-341 16,4-1-780-16</inkml:trace>
  <inkml:trace contextRef="#ctx0" brushRef="#br0" timeOffset="10432.28">10830 5018 6643 0,'0'0'760'0,"0"0"-52"15,0 0-627-15,0 0-81 0,0 0 0 16,0 0-61-16,0 0-411 0,4 62-757 16,2-32-115-16,0 1-65 0</inkml:trace>
  <inkml:trace contextRef="#ctx0" brushRef="#br0" timeOffset="10883.02">10840 5492 3317 0,'0'0'2405'15,"0"0"-1108"-15,0 0-761 0,0 0-44 16,0 0-347-16,21-34-145 0,-5 1 0 15,-1-1 0-15,-3 4 0 16,-4 10 0-16,-1 6 0 0,-3 6 0 16,-4 5 0-16,0 3 0 0,0 1 0 15,0 9 0-15,0 9 0 0,0 5 0 16,0 3 0-16,0-4 0 16,0-4 0-16,0-1 0 0,2-5 0 15,2-4 0-15,0-4 0 0,-2-1 0 16,6-3-229-16,-6-1 61 0,9 0 16 15,-5-5 44-15,2-1-40 0,-6-1-56 16,2 0 176-16,1 4 28 0,-5-2 228 16,0 1 124-16,0 3 4 0,2 1-255 15,-2 0-101-15,4 0 0 16,2-1 0-16,4-4 0 0,5-2 0 16,5-6 0-16,3-1 0 0,-2-3 0 15,-7 2 0-15,-3 3 0 0,-5-2 0 16,-2 3 0-16,-4 1 0 0,0 2 0 15,-8 3 0-15,-3 3 0 0,-1 2 0 16,-3 6 0-16,-1 8 0 16,1 6 0-16,5 7 0 0,4 1 0 15,0-1 0-15,6 3 0 0,0-4 0 16,6-2 0-16,8-5 0 16,9-6 0-16,8-6 0 0,6-6 0 15,9-4 0-15,1-7 0 0,1-3-81 16,-11 3-1504-16,-4 0-876 0</inkml:trace>
  <inkml:trace contextRef="#ctx0" brushRef="#br0" timeOffset="11899.73">12330 5010 4193 0,'0'0'2205'16,"-35"-19"-1876"-16,15 19 79 0,-1 7-136 15,-2 6-176-15,-2 6-24 16,5 3 48-16,3 1-68 0,5 2 4 16,3 0 0-16,3-2-48 0,6-4-8 15,6-4 0-15,5-2-8 0,3-5 8 16,-1-2-8-16,1-6 8 0,3-1 0 15,-3-5 32-15,3-3-8 0,-1-2-24 16,-1-1 12-16,-3-1-4 16,3 1-8-16,-5 4 0 0,0 2-44 15,-4 4 40-15,-1 2 0 0,1 0-64 16,-2 4 68-16,-2 2-4 16,2 3 32-16,0 1-24 0,2 6 36 15,-1-2-32-15,1-1-8 0,-2-1 8 16,-2-3-8-16,2-3 0 0,2 0-4 15,-2-3-104-15,3-1 28 0,3-1 8 16,4-1-32-16,3-6 80 0,0-4 12 16,-3-2-40-16,-4 0-8 0,-3 3 40 15,-3 4-8-15,-4 1 28 16,0 1 64-16,0 1 52 0,0 1 96 16,-4 0 72-16,-1 1-236 0,3 0 16 15,-2 1-16-15,-2 0-40 0,6 0-8 16,0 0 21-16,0-1-21 0,0 0 0 15,0-2 0-15,0-2 0 0,0-2 0 16,6-4 0-16,0-3 0 16,9-2 0-16,1-2 0 0,-5 4 0 15,-3 6 0-15,-2 3 0 0,-6 2 0 16,6 1 0-16,-1 1 0 16,-3 0 0-16,6 1 0 0,-2 10 0 15,0 4 0-15,5 8 0 0,-3-1 0 16,-2 3-241-16,0-4-199 0,9-1-909 15,-9-5 177-15,8-7-649 0</inkml:trace>
  <inkml:trace contextRef="#ctx0" brushRef="#br0" timeOffset="12100.7">12810 5144 2693 0,'0'0'4434'0,"-15"-57"-3642"0,7 30-519 15,0 9-273-15,2 6 0 0,2 5 0 16,-7 7 0-16,-1 4 0 0,-3 6 0 15,-1 12 0-15,6 5 0 0,-1 4 0 16,1 3 0-16,6 1 0 16,4-1 0-16,4-7 0 0,6-3 0 15,11-10 0-15,2-7 0 0,1-7 0 16,7-7 0-16,-4-11 0 16,0-8-1105-16,-10 6 308 0,-3-9-2188 0</inkml:trace>
  <inkml:trace contextRef="#ctx0" brushRef="#br0" timeOffset="12265.99">12905 4664 5734 0,'0'0'1661'16,"0"0"-864"-16,0 0-797 0,0 0 0 15,-10 49 0-15,3-3 0 16,-3 8 0-16,4 2 0 0,6-3 0 16,0 3 0-16,6 0 0 0,0 1 0 15,5-3 0-15,-1 0 0 0,5-7 0 16,-5-8 0-16,-4-13-2030 0,0-9-1515 15</inkml:trace>
  <inkml:trace contextRef="#ctx0" brushRef="#br0" timeOffset="12966.25">13893 4827 3833 0,'0'0'981'0,"0"0"-297"0,0 0 425 0,0 0-397 16,0 0-68-16,0 0-415 0,0 0-229 15,15 47 0-15,-9-3 0 0,2 7 0 16,2 2 0-16,-3-2 0 16,5-1 0-16,-2-3 0 0,1-4 0 15,3-6 0-15,-4-9 0 0,3-10 0 16,1-10 0-16,1-8 0 0,-3-7 0 15,7-14 0-15,-1-11 0 0,3-9 0 16,-2-3 0-16,-1-4 0 0,-3-3 0 16,1 0 0-16,-1 2 0 0,-3 15 0 15,-1 13 0-15,-3 9 0 16,-6 9 0-16,-2 2 0 0,0 1-501 16,4 4-2853-16</inkml:trace>
  <inkml:trace contextRef="#ctx0" brushRef="#br0" timeOffset="13566.23">14311 5250 6106 0,'0'0'1485'0,"0"0"-965"0,0 0-439 15,0 0-81-15,-19 49 0 0,17-24 0 16,-2 0 0-16,0-3 0 0,4-4 0 15,-2-3 0-15,2-5 0 16,0-4 0-16,0-2 0 0,2-3 0 16,2-1 0-16,2-8 0 0,9-13 0 15,1-6 0-15,1-2 0 0,-3 0 0 16,-4 9 0-16,-3 4 0 16,-3 7 0-16,-4 3 0 0,0 6 0 15,0 0 0-15,0 12 0 0,0 8 0 16,-4 5 0-16,4 0 0 0,0-4 0 15,0-6 0-15,4-5 0 0,0-1 0 16,-2-6 0-16,2-1 0 0,2-2 0 16,0-2 0-16,5-6 0 0,-1-9 0 15,1-3 0-15,-1 1 0 16,0 0 0-16,-4 6 0 0,-1 7 0 16,-5 0 0-16,0 5 0 0,4 1 0 15,-4 4 0-15,2 6 0 0,6 12 0 16,-2 0 0-16,0 3 0 0,3-3 0 15,-3-5 0-15,0-3 0 16,4-3 0-16,1-2 0 0,-1-1 0 16,5-5-25-16,-9 0-1852 0,0-3-292 15,-2 0-1892-15</inkml:trace>
  <inkml:trace contextRef="#ctx0" brushRef="#br0" timeOffset="14016.4">14768 5243 4077 0,'0'0'841'0,"0"0"547"0,12-33-447 0,-16 29-161 16,-2 0-615-16,-11 2-165 16,-4 5 0-16,-3 12 0 0,-5 6 0 15,0 6 0-15,10-1 0 0,0 1 0 16,3-3 0-16,10-4 0 16,2-2 0-16,4-6 0 0,4-2 0 15,8-2 0-15,3-6 0 0,5-2 0 16,7-2 0-16,-2-7 0 0,-2 0 0 15,-3-1 0-15,-3 1 0 0,-3 2 0 16,-1 1 0-16,-5 5 0 0,-6 1 0 16,-2 1 0-16,0 11 0 0,0 3 0 15,-2 4 0-15,-2-1 0 16,4-5 0-16,0-4 0 0,4-4 0 16,2 0 0-16,9-1 0 0,5-4 0 15,7-5-437-15,0-6-239 0,0-4-97 16,-2-3-991-16,-9 4 275 0,-3-1-256 15</inkml:trace>
  <inkml:trace contextRef="#ctx0" brushRef="#br0" timeOffset="14183.1">15001 5284 3741 0,'0'0'1969'0,"-10"-34"-1072"15,4 22-321-15,-5 6 232 0,1 5-607 16,0 2-201-16,-3 9 0 16,-1 8 0-16,-1 8 0 0,5 5 0 15,-3 1 0-15,9 0 0 0,2-3 0 16,4-5 0-16,2-6 0 0,9-5 0 15,5-7 0-15,-1-4 0 0,10-8 0 16,0-10 0-16,2-6-113 0,-7-10-1307 16,-5 6-581-16,-3-3-1309 0</inkml:trace>
  <inkml:trace contextRef="#ctx0" brushRef="#br0" timeOffset="14483.03">15088 4988 5766 0,'0'0'857'0,"0"0"119"0,0 0-564 15,-19 51-231-15,9-12-181 0,4 6 0 0,2 0 0 16,-3-2 0-16,7 2 0 16,-4-1 0-16,4-2 0 0,0-3 0 15,0-7 0-15,9-7 0 0,-7-6 0 16,6-6 0-16,-2-8 0 16,-2-3 0-16,2-4 0 0,1-8 0 15,9-10 0-15,-1-4 0 0,-5-1 0 16,0 3 0-16,-6 4 0 0,-1 8 0 15,-3 0 0-15,0 8 0 0,4 1 0 16,-4 2 0-16,0 7 0 0,0 10 0 16,0 3 0-16,0 4 0 0,0-3 0 15,0-5 0-15,4-2 0 16,-2-5 0-16,8-3 0 0,-4-3-629 16,5-4-948-16,-7 0-244 0,2-6-812 0</inkml:trace>
  <inkml:trace contextRef="#ctx0" brushRef="#br0" timeOffset="14616.75">15301 5331 5526 0,'0'0'1249'0,"0"0"-233"0,0 0-796 15,0 0-39-15,4 52-181 0,-4-29 0 16,0-4 0-16,0-6 0 16,0-2 0-16,0-4 0 0,0-5 0 15,6 0-765-15,-6-2-288 0,8-5-2036 0</inkml:trace>
  <inkml:trace contextRef="#ctx0" brushRef="#br0" timeOffset="15117.26">15384 5086 5166 0,'0'0'336'0,"0"46"-332"16,-5-11 0-16,3 1-4 0,-2 2-124 15,0 1-544-15,4 2 540 0,-2-1 128 16,2-5 16-16,0-2 20 15,0-5 244-15,2-6 420 0,2-7-152 16,-4-7-83-16,4-4 139 0,-4-4-268 16,7-2-76-16,-1-9 97 0,10-9-357 15,-1-5 0-15,-1-2 0 0,-1 3 0 16,-5 6 0-16,-2 5 0 16,-2 3 0-16,-4 8 0 0,0 1 0 15,2 1 0-15,-2 6 0 0,0 6 0 16,6 5 0-16,3 4 0 0,1-2 0 15,2-4 0-15,3-2 0 0,-3-3 0 16,7 0 0-16,-7-4 0 0,3 0 0 16,-1-5-73-16,-1-1-39 0,-7-1 64 15,2-4 24-15,-2-1 24 16,1-4 44-16,-3-5 24 0,6-1 77 16,0-3-145-16,-3 1 0 0,3-2 0 15,0 2 0-15,-4 0 0 16,5 4 0-16,-7 8 0 0,-4 0 0 0,0 5 0 15,-4 1 0-15,-7 6 0 16,-9 9 0-16,1 8 0 0,-2 3 0 16,7 1 0-16,4-2 0 0,10-2 0 15,4-3 0-15,8-5 0 0,7-2 0 16,8-4 0-16,10-7 0 16,4-2 0-16,3-7 0 0,1-7 0 15,-6-3 0-15,-3-8-509 0,-14 4-2104 16,-3-3-2117-16</inkml:trace>
  <inkml:trace contextRef="#ctx0" brushRef="#br0" timeOffset="15533.74">13854 4640 6474 0,'0'0'777'0,"0"0"164"0,0 0-941 0,0 0 0 16,68-38 0-16,-10 28 0 0,10 6 0 15,0 7 0-15,-10 6 0 16,-14-1 0-16,-9-3-1818 0</inkml:trace>
  <inkml:trace contextRef="#ctx0" brushRef="#br0" timeOffset="41400.54">1664 6586 2661 0,'0'0'1048'0,"0"0"-59"0,0 0-601 16,0 0 324-16,0 0-168 15,0 0-111-15,0 0 143 0,0 0-308 16,0 0-88-16,-8-16 36 0,8 11-164 16,6 3 28-16,0-2-35 0,5 2-45 15,3 1 0-15,0 1 0 16,3 0 0-16,0 0 0 0,-5 1 0 16,0 1 0-16,-1 0 0 0,1 0 0 15,-2-1 0-15,1-1 0 0,1 1 0 16,-2 1 0-16,3-2 0 0,-1 3 0 15,1-3 0-15,5 3 0 0,-1-1 0 16,3 1 0-16,5 1 0 0,0-2 0 16,4 3 0-16,-2-2 0 15,4 1 0-15,0-1 0 0,0 0 0 16,6-2 0-16,0-1 0 0,1 1 0 16,3-1 0-16,-2 2 0 0,0-2 0 15,-1 3 0-15,-5-3 0 0,2 2 0 16,4 1 0-16,2-2 0 15,5-1 0-15,-5 2 0 0,5-1 0 16,-1 0 0-16,-1 0 0 0,-3-1 0 16,0 0 0-16,-3 0 0 15,-3 0 0-15,-2 0 0 0,-2 0 0 16,0 0 0-16,0 0 0 0,0-1 0 16,2-1 0-16,4-1 0 0,4-1 0 15,1 2 0-15,1-3 0 0,3 2 0 16,1-1 0-16,1 1 0 0,1-1 0 15,-3 2 0-15,-1-1 0 0,3 2 0 16,-1-1 0-16,3-1 0 0,2 2 0 16,1-1 0-16,-3 0 0 0,4 0 0 15,4 1 0-15,-9 1 0 16,7 0 0-16,0 0 0 0,-2 1 0 16,4 3 0-16,-1-2 0 0,-3-1 0 15,4 2 0-15,4-2 0 0,0 0 0 16,4-1 0-16,0 0 0 15,3-1 0-15,1-3 0 0,0 0 0 16,5 0 0-16,-5-2 0 0,2 2 0 16,-4 1 0-16,1 1 0 0,-1 0 0 15,0 1 0-15,0-1 0 16,5 0 0-16,1 0 0 0,5 1 0 16,-5 1 0-16,5-1 0 0,-5 0 0 15,5 0 0-15,-5 1 0 0,4 0 0 16,5 0 0-16,-4 0 0 0,-1 0 0 15,7 0 0-15,-4-1 0 0,5-1 0 16,-1 1 0-16,6-1 0 0,-4-1 0 16,2 2 0-16,-2 0 0 0,-5-1 0 15,1 2 0-15,-2 0 0 16,-3 0 0-16,-5 0 0 0,-3 1 0 16,-2 1 0-16,-2 2 0 0,0-1 0 15,1 2 0-15,-3-1 0 0,0 2 0 16,2-1 0-16,-2 0 0 15,-2 2 0-15,-4-1 0 0,0 1 0 16,0 0 0-16,-1 2 0 0,-5-1 0 16,-2-1 0-16,-3-1 0 15,3 1 0-15,-3 0 0 0,1 0 0 16,0-1 0-16,-1-1 0 0,1 1 0 16,-1-2 0-16,1-1 0 0,3 1 0 15,-3-1 0-15,4 1 0 0,-5-2 0 16,7 1 0-16,-7 0 0 0,5 1 0 15,-4 0 0-15,3-2 0 0,-1 0 0 16,6-1 0-16,2-1 0 0,-1 0 0 16,6 0 0-16,5 0 0 15,0-3 0-15,0-2 0 0,2 0 0 16,3 1 0-16,-3-1 0 0,7 1 0 16,1-1 0-16,1 1 0 0,-5 0 0 15,5-2 0-15,-1 0 0 16,3 1 0-16,1-1 0 0,3 1 0 15,8-2 0-15,-2 0 0 0,8-1 0 16,1 1 0-16,5-5 0 0,7 5 0 16,1-2 0-16,-1 3 0 15,8-1 0-15,-4 3 0 0,-1-2 0 16,7 0 0-16,-2 2 0 0,2 1 0 16,-6 0 0-16,8 1 0 0,-8 1 0 15,0 1 0-15,3-1 0 0,-7-1 0 16,4 0 0-16,0 0 0 0,-7 0 0 15,-3-1 0-15,-1 2 0 0,0-1 0 16,-5 0 0-16,1 0 0 0,-4 2 0 16,0 0 0-16,-4 0 0 15,2 0 0-15,-6 0 0 0,0 0 0 16,-4 1 0-16,-2 1 0 0,-3-1 0 16,5-1 0-16,-2 2 0 0,-1-2 0 15,-1 1 0-15,-3 1 0 0,1 1 0 16,0-1 0-16,-1 1 0 15,1 1 0-15,1 0 0 0,5-3 0 16,-2 2 0-16,-1-2 0 0,-1-1 0 16,4 0 0-16,2 0 0 0,-7-3 0 15,5 1 0-15,-7-1 0 0,5 0 0 16,-4-1 0-16,-5 0 0 16,-2-1 0-16,-7 0 0 0,-3-2 0 15,-9 1 0-15,-1 0 0 0,-15-1 0 16,-2 0 0-16,-12 1 0 0,-6-1 0 15,-9 2 0-15,-6 1-789 0,-8-8-2677 16</inkml:trace>
  <inkml:trace contextRef="#ctx0" brushRef="#br0" timeOffset="44416.99">19123 5350 4662 0,'0'0'804'15,"0"0"-24"-15,0 0 229 0,-39-16-465 16,16 10-151-16,-8 1-393 16,0 4 0-16,-2 1 0 0,-4 0 0 15,-3 2 0-15,3 3 0 0,-4 5 0 16,-3 3 0-16,3 3 0 0,4 2 0 15,6 1-513-15,8 0-27 0,7-5-1029 16,5-2-92-16,3-4-528 0</inkml:trace>
  <inkml:trace contextRef="#ctx0" brushRef="#br0" timeOffset="44851.54">18689 5424 6086 0,'0'0'889'0,"0"0"-169"0,0 0-536 15,0 0-76-15,-10 46 97 0,5-13-205 16,3 9 0-16,2 8 0 16,0 4 0-16,2 8 0 0,-2 9 0 15,0 7 0-15,-12 5 0 0,-5 2 0 16,-7 0 0-16,3 0 0 0,-2-1 0 15,5 3 0-15,-1-1 0 0,-2-5 0 16,3-2 0-16,1-6 0 0,1-5 0 16,5-6 0-16,1-6 0 0,8-8 0 15,0-6 0-15,2-9 0 16,0-12 0-16,0-8 0 0,0-7 0 16,0-5 0-16,-2-1 0 0,2-10 0 15,-4-8 0-15,4-4 0 16,0 1 0-16,6 7 0 0,4 3 0 15,5 7 0-15,12 1 0 0,8 3 0 16,8 3 0-16,5 2 0 0,7 1 0 16,3 1 0-16,2 2 0 0,4-1 0 15,5-2 0-15,1 0 0 0,4-5 0 16,1-1 0-16,3-6 0 16,-20-2-661-16,-4-7-1256 0</inkml:trace>
  <inkml:trace contextRef="#ctx0" brushRef="#br0" timeOffset="45435.03">19704 5552 5298 0,'0'0'352'0,"0"0"60"0,0 0 101 0,0 0-229 0,0 0 84 0,0 0 68 16,-39 51-240-16,32-26-16 16,-1 3-27-16,-4 3-153 0,-7 3 0 15,-8 2 0-15,-4 3 0 0,-6 0 0 16,-11-3 0-16,-3-3 0 0,3-2 0 15,5-6 0-15,1-5 0 16,5-6 0-16,4-6 0 0,2-6 0 16,6-3 0-16,5-10 0 0,7-10 0 15,5-7 0-15,8-11 0 16,4-5 0-16,2-2 0 0,11 5 0 0,4 9 0 16,-1 10 0-16,1 9 0 15,2 6 0-15,-5 7 0 0,-1 6 0 16,3 8 0-16,-3 8 0 0,4 6 0 15,-1 3 0-15,3 0 0 0,2 2 0 16,2-4 0-16,2-1 0 0,0-4 0 16,-3-5 0-16,-1-4 0 0,-8-6-1589 15,-7-7-1405-15</inkml:trace>
  <inkml:trace contextRef="#ctx0" brushRef="#br0" timeOffset="45835.94">19793 5909 5710 0,'0'0'925'0,"0"0"-401"15,0 0 360-15,4 35-735 16,-4-13-149-16,-6 3 0 0,-3-3 0 16,3-3 0-16,2-2 0 0,4-5 0 15,2-3 0-15,6-2-101 0,7-3-735 16,-3-3-221-16,7-1-1704 0</inkml:trace>
  <inkml:trace contextRef="#ctx0" brushRef="#br0" timeOffset="45983.96">20035 5911 5814 0,'0'0'889'0,"-21"34"-421"0,8-11 292 16,3 4-499-16,0-1-261 0,6-1 0 15,2 0 0-15,2-4 0 16,4 1 0-16,-2-4 0 0,6-4 0 16,0-7-961-16,1-4-976 0,1-3-1489 0</inkml:trace>
  <inkml:trace contextRef="#ctx0" brushRef="#br0" timeOffset="46534.63">21188 5658 2381 0,'0'0'2597'0,"0"0"-1941"15,0 0 172-15,0 0-427 16,0 0-61-16,0 0 36 0,-41-1-276 16,22 25 44-16,5 7 104 0,-1 2-127 15,1 0-121-15,3 4 0 0,-5 0 0 16,1-3 0-16,-7-1 0 0,-3-3 0 16,-4-4 0-16,-2-5 0 15,-4-5 0-15,2-4 0 0,-3-7 0 16,-1-5 0-16,4-7 0 0,6-8 0 15,2-7 0-15,7-7 0 0,3-7 0 16,7-6 0-16,-2-2 0 0,8 1 0 16,2 9 0-16,6 9 0 0,10 12 0 15,7 9 0-15,8 5 0 0,4 8 0 16,3 6 0-16,-1 5 0 16,-2 5 0-16,-2 4 0 0,-6 3 0 15,2 0 0-15,-2 3 0 0,-5-1 0 16,-1-2 0-16,-4-4 0 0,-5-3 0 15,-4-4-113-15,-2-8-1039 16,-1-5-417-16</inkml:trace>
  <inkml:trace contextRef="#ctx0" brushRef="#br0" timeOffset="46750.39">21252 5932 3073 0,'0'0'4218'0,"0"0"-3478"0,0 0-579 16,-31 55-161-16,17-29 0 0,3 4 0 15,-1-4 0-15,10-4 0 16,0 0 0-16,2-1 0 0,0-4 0 16,2-2 0-16,0-4 0 0,-2-5 0 15,4-4-1890-15,2-3-499 0</inkml:trace>
  <inkml:trace contextRef="#ctx0" brushRef="#br0" timeOffset="47067.08">21341 5975 2885 0,'0'0'2413'0,"0"0"-1465"0,0 0 129 16,0 0-549-16,0 0-187 0,45-3-341 16,-30 1 0-16,-1 0 0 0,7 1 0 15,-6 1 0-15,-3 0 0 0,-4 1 0 16,-6 3 0-16,-2 6 0 16,-6 6 0-16,-8 4 0 0,-3 4 0 15,-4-2 0-15,1 2 0 0,5-3 0 16,3-1 0-16,8-1 0 15,4-3 0-15,4 0 0 0,12-3 0 16,9-2 0-16,8-3 0 0,7 0 0 16,5-3 0-16,0-3 0 0,-9-1-833 15,-3-2-1292-15</inkml:trace>
  <inkml:trace contextRef="#ctx0" brushRef="#br0" timeOffset="47701">19228 6394 2541 0,'0'0'2117'0,"0"0"-861"0,0 0-495 16,0 0 439-16,0 0-883 0,0 0-317 16,0 0 0-16,-51 55 0 0,30-24 0 15,0 1 0-15,5-3 0 0,1 1 0 16,-3 1 0-16,-1-5 0 15,-4-1 0-15,-3-4 0 0,-3-3 0 16,-2-5 0-16,0-7 0 0,-3-4 0 16,12-4 0-16,3-7 0 0,3-7 0 15,11-3 0-15,3-6 0 0,2-3 0 16,7-3 0-16,3 3 0 0,6 6 0 16,5 8 0-16,6 9 0 15,4 5 0-15,0 4 0 0,-4 8 0 16,0 4 0-16,-7 5 0 0,-3 2 0 15,-3 3 0-15,1-1 0 0,-3 0 0 16,5-2 0-16,-3-1 0 0,7-2 0 16,4-2 0-16,-2-6 0 0,3-6-713 15,-9-4-1288-15,-3-2-1188 0</inkml:trace>
  <inkml:trace contextRef="#ctx0" brushRef="#br0" timeOffset="47933.95">19408 6607 3597 0,'0'0'3262'0,"0"0"-1929"0,0 0-1333 16,0 0 0-16,0 0 0 16,0 0 0-16,0 0 0 0,-37 50 0 15,29-29 0-15,2-1 0 0,3-1 0 16,3 0 0-16,0 1 0 0,7-4 0 15,-1-1 0-15,8-3 0 0,7-5 0 16,0-6 0-16,6-1 0 0,-11-6-153 16,1-6-2276-16</inkml:trace>
  <inkml:trace contextRef="#ctx0" brushRef="#br0" timeOffset="48784.68">19251 6628 1120 0,'0'0'3382'0,"0"0"-2470"15,0 0 88-15,31-39-439 0,-21 29-149 16,1 3 72-16,-5 2-376 15,0 2-52-15,-2 3 32 0,5 0-80 16,3 0 0-16,2 8 8 0,3 6-12 16,0 6-4-16,-7 3 16 0,-4 2-16 15,-2 3 0-15,-4 1 17 0,0 0-17 16,0-3 0-16,-6-2 0 0,-2-3 0 16,-5-3 0-16,-5-1 0 15,-5-4 0-15,6-2 0 0,-1-6 0 16,1-3 0-16,9-2 0 0,0 0 0 15,2-7 0-15,1-5 0 0,3-3 0 16,2-6 0-16,7 1 0 0,3 0 0 16,2 4 0-16,5 3 0 0,-3 7 0 15,5 5 0-15,0 3 0 16,-1 7 0-16,1 2 0 0,-1 3 0 16,1 1 0-16,0 1 0 0,-3 0 0 15,1 1 0-15,1 0 0 16,-5-4 0-16,3 0 0 0,-6-5 0 15,-5-2-17-15,1-1-1419 0,-6-4-265 16,4 0-512-16</inkml:trace>
  <inkml:trace contextRef="#ctx0" brushRef="#br0" timeOffset="49033.87">19671 6650 3765 0,'0'0'3394'16,"0"0"-2361"-16,0 0-1033 0,-4 32 0 0,-3-6 0 15,-3 2 0-15,0 2 0 0,6-3 0 16,-3-1 0-16,7-1 0 15,5-4 0-15,1-1 0 0,4-3 0 16,0-8 0-16,5-5-3282 0</inkml:trace>
  <inkml:trace contextRef="#ctx0" brushRef="#br0" timeOffset="50134.67">20921 6567 2965 0,'0'0'2461'0,"0"0"-1497"0,0 0 257 16,0 0-640-16,0 0-581 0,0 0 0 15,0 0 0-15,-37-15 0 0,12 34 0 16,-2 5 0-16,1 2 0 0,1 0 0 16,-2 2 0-16,-6 2 0 0,-4 0 0 15,-3-2 0-15,-3-2 0 16,6-4 0-16,2-6 0 0,4-4 0 16,8-6 0-16,2-6 0 0,7 0 0 15,5-11 0-15,5-4 0 16,4-4 0-16,11-7 0 0,1-1 0 15,2-3 0-15,7-1 0 0,6 4 0 16,4 2 0-16,2 9 0 0,0 8 0 16,-4 8 0-16,-8 8 0 15,-3 9 0-15,-7 8 0 0,-5 1 0 0,2 5 0 16,-4 0 0-16,7-2 0 16,-1 1 0-16,7-4 0 0,1-1 0 15,1-2 0-15,1-4 0 0,-1-4-33 16,-7-5-1339-16,3-2-657 0</inkml:trace>
  <inkml:trace contextRef="#ctx0" brushRef="#br0" timeOffset="50517.83">20946 6860 6130 0,'0'0'813'0,"0"0"-233"0,41-21 89 15,-18 8-669-15,4 2 0 0,-6 4 0 16,-5 4 0-16,-1 1 0 0,-9 2 0 15,0 2 0-15,-6 4 0 0,-2 5 0 16,-12 7 0-16,-1 6 0 0,-8 0 0 16,1-2 0-16,1-3 0 0,0 0 0 15,5-3 0-15,1-3 0 16,5-4 0-16,6-3 0 0,-2-1 0 16,6-3 0-16,6 2 0 0,4-1 0 15,17 0 0-15,2-2 0 0,4-1 0 16,0-5 0-16,-2-1-169 15,-10 0-919-15,0 1-1966 0</inkml:trace>
  <inkml:trace contextRef="#ctx0" brushRef="#br0" timeOffset="50833.89">21188 6839 3513 0,'0'0'2621'0,"0"0"-1512"15,0 0-673-15,0 0-20 0,0 0-319 16,0 0-97-16,0 0 0 0,0 0 0 16,0 0 0-16,54-8 0 0,-19 4 0 15,-2 3 0-15,-6 1 0 16,0 5 0-16,-7 3 0 0,-5 6 0 16,-9 5 0-16,-6 5 0 0,-6 2 0 15,-9 4 0-15,-3-1 0 16,-3 1 0-16,2-2 0 0,1-2 0 15,3-2 0-15,7-2 0 0,2-4 0 16,6-3 0-16,10-5 0 0,7-3 0 16,8-5 0-16,6-2 0 0,6-11 0 15,0-7 0-15,6-10-149 0,-12 4-2052 16,-2-9-2109-16</inkml:trace>
  <inkml:trace contextRef="#ctx0" brushRef="#br0" timeOffset="51251.16">21494 5348 4986 0,'0'0'696'0,"0"0"433"16,0 0-649-16,0 0-144 0,0 0-140 16,35-18-156-16,11 20 100 0,13 2 49 15,12 3-189-15,1 2 0 0,0 1 0 16,-1 2 0-16,-3 0 0 0,-2 1-221 16,-8 0-75-16,-8 0 40 15,-11 0-172-15,-10 0-69 0,-9 2-123 16,-9-3-1145-16,-3 0 141 0</inkml:trace>
  <inkml:trace contextRef="#ctx0" brushRef="#br0" timeOffset="51617.09">22250 5598 3437 0,'0'0'1041'16,"-31"66"-133"-16,13-18 108 0,-3 4-503 15,1 8-165-15,1 8 164 0,2 1-296 16,11 4-15-16,2 2-201 16,4 2 0-16,0 5 0 0,6 2 0 15,-4 3 0-15,-2-1 0 0,-2-2 0 16,-6-4 0-16,-2-6 0 0,-5-6 0 15,5-4 0-15,-3-9 0 0,5-5 0 16,4-5 0-16,4-8 0 0,0-10 0 16,2-8 0-16,4-7 0 0,3-6 0 15,-1-2 0-15,0-3 0 16,-2-1 0-16,-4 0 0 0,-2-1 0 16,5 0-453-16,-3 1 217 0,-2 2 180 15,-2 7 4-15,-5 8 16 0,-1-1 36 16,0 1 24-16,2-3-20 15,1-3-4-15,3-3 0 0,0-2 8 16,-2-1-8-16,2-1 432 0,-2 0-67 16,-10 5-365-16,-5 1 0 0,-10 2 0 15,-2 0 0-15,-6 1 0 0,0-2 0 16,-13 0 0-16,-6-1 0 16,-12-2 0-16,-11-2 0 0,-12-5 0 15,-8-3 0-15,16-5 0 0,-5-5-5879 0</inkml:trace>
  <inkml:trace contextRef="#ctx0" brushRef="#br0" timeOffset="54001.85">1900 8039 820 0,'0'0'0'0</inkml:trace>
  <inkml:trace contextRef="#ctx0" brushRef="#br0" timeOffset="55169.29">1848 8108 2168 0,'0'0'2850'0,"0"0"-2106"0,0 0 217 16,0 0-469-16,0 0-84 0,0 0 116 15,0 0-479-15,0 0-45 0,0 0 0 16,0 0 0-16,29-7 0 16,-2 7 0-16,6 0 0 0,2 3 0 15,0 1 0-15,4-1 0 0,3 1 0 16,5-2 0-16,5-2 0 0,2 0 0 16,4-2 0-16,2-2 0 15,-3 1 0-15,1-2 0 0,2 0 0 16,-2 1 0-16,0 1 0 0,0 2 0 15,0 0 0-15,-2 1 0 0,-1 0 0 16,1 3 0-16,-4-1 0 0,6 1 0 16,0 0 0-16,2-3 0 0,6 0 0 15,6-1 0-15,3-4 0 16,3-2 0-16,3-2 0 0,3-2 0 16,3 0 0-16,4 0 0 0,-2 0 0 15,0 2 0-15,-6 1 0 0,-1 4 0 16,1 1 0-16,0 3 0 0,-5 1 0 15,3 3 0-15,-3 2 0 0,-5 1 0 16,-1 0 0-16,-2-1 0 16,3 0 0-16,1-2 0 0,-4-2 0 15,7-2 0-15,-5 0 0 0,3-6 0 16,-1 0 0-16,-1 0 0 0,1-1 0 16,0 0 0-16,-1-1 0 0,1 1 0 15,-2-1 0-15,-1 3 0 16,-3 0 0-16,0-1 0 0,5 1 0 15,-5-2 0-15,0 2 0 0,2 1 0 16,-2 0 0-16,-1 0 0 0,1 2 0 16,-4 1 0-16,-2 0 0 0,2-2 0 15,-2 2 0-15,-2-1 0 16,2-2 0-16,0 3 0 0,-2-1 0 16,0-1 0-16,0 1 0 0,-2-1 0 15,4 0 0-15,0-1 0 0,-2 1 0 16,2 0 0-16,0 0 0 0,2-1 0 15,-2 2 0-15,2 0 0 0,-2 1 0 16,2 0 0-16,0 1 0 16,2 0 0-16,-6 3 0 0,2 0 0 15,0 2 0-15,-2-2 0 0,2 0 0 16,-4-2 0-16,4-1 0 0,2 0 0 16,-2 0 0-16,6 0 0 0,-4 0 0 15,5-1 0-15,-1 1 0 16,0 0 0-16,-4 0 0 0,4 1 0 15,1 2 0-15,-5 0 0 0,2 2 0 16,-2 0 0-16,0-2 0 0,2 1 0 16,2-3 0-16,1-1 0 0,1 0 0 15,2 0 0-15,1-2 0 16,1-2 0-16,0 1 0 0,-1-1 0 16,1 2 0-16,-2 0 0 0,-3 1 0 15,5 1 0-15,-2 1 0 0,-1 2 0 16,1 0 0-16,-4 2 0 0,0-3 0 15,3 1 0-15,1-1 0 0,3-2 0 16,3 0 0-16,1 0 0 16,-1 0 0-16,5-1 0 0,-3 0 0 15,-5 0 0-15,3-2 0 0,-1 2 0 16,-3 0 0-16,1 1 0 0,-1 0 0 16,3 0 0-16,-3 1 0 15,5-1 0-15,-5 1 0 0,5-1 0 16,-1 0 0-16,1-1 0 0,-5-1 0 15,3-2 0-15,-7 2 0 0,2 1 0 16,-8 1 0-16,-2 0 0 0,-4 0 0 16,-6 0 0-16,-9 1 0 0,-1 1 0 15,-5 0 0-15,-4 1 0 16,-2-1 0-16,-4 1 0 0,-2-1 0 16,-9-1 0-16,-1 0 0 0,-5 1 0 15,-4-1 0-15,0-1 0 0,-6 1 0 16,4 0 0-16,3 0 0 0,3-1-93 15,5 0-407-15,7 0-12 0,3-1-529 16,-4-1-39-16,1-5-413 0</inkml:trace>
  <inkml:trace contextRef="#ctx0" brushRef="#br0" timeOffset="67136.09">15152 13691 1404 0,'0'0'2905'0,"0"0"-2060"16,0 0-425-16,0 0 444 0,0 0-419 16,0 0-113-16,0 0 180 0,0 0-368 15,0 0 4-15,-10 25 25 0,10-22-173 16,0 0 0-16,4 1 0 0,-2 2 0 16,4-2 0-16,-6 1 0 0,8-1 0 15,-6 0 0-15,7-1 0 16,-7 0 0-16,8-1 0 0,-2 0 0 15,-1 0 0-15,3 0 0 0,0-2 0 16,3 0 0-16,1 0 0 0,3 0 0 16,-3-2 0-16,-2 0 0 0,7 0 0 15,4-4 0-15,8-2 0 0,10-5 0 16,3-5 0-16,7-3 0 0,7-5 0 16,0-3 0-16,6-2 0 15,4-2 0-15,5-2 0 0,7 0 0 16,3 3 0-16,6 1 0 0,2 3 0 15,2 5 0-15,0 6 0 0,-2 3 0 16,4 8 0-16,-6 3 0 16,0 3 0-16,0 8 0 0,-1 5 0 15,-1 4 0-15,0 3 0 0,2 6 0 16,-4 2 0-16,-1 2 0 0,-1 3 0 16,-2 0 0-16,1-3 0 0,-1-1 0 15,6-4 0-15,0-3 0 16,2-5 0-16,-1-3 0 0,1-2 0 15,0-5 0-15,2-2 0 0,-8-3 0 16,6-2 0-16,-4 0 0 0,-1-3 0 16,-1-4 0-16,-2-2 0 0,-3-5 0 15,5 0 0-15,-5-1 0 0,5-1 0 16,-6 2 0-16,7 2 0 0,-3 4 0 16,0 6 0-16,-7 5 0 15,2 12 0-15,-7 5 0 0,-3 8 0 16,-4 2 0-16,2 1 0 0,-2 1 0 15,6 0 0-15,0-2 0 0,1 0 0 16,7-4 0-16,-2-3 0 16,7-3 0-16,-2-2 0 0,5-3 0 15,-1-2 0-15,0-2 0 0,-5-3 0 16,1-3 0-16,-5-3 0 0,1-2 0 16,-3 0 0-16,5-3 0 0,-5-2 0 15,6-2 0-15,3-5 0 16,2 0 0-16,1 0 0 0,3-1 0 15,4 3 0-15,-6 4 0 0,2 4 0 16,-2 2 0-16,-5 0 0 0,5 5 0 16,-2 2 0-16,1 3 0 0,-5 1 0 15,4 3 0-15,-1-1 0 0,-1 2 0 16,4-1 0-16,4-2 0 0,4-1 0 16,2-2 0-16,6-2 0 15,4-4 0-15,3-1 0 0,3-2 0 16,1 0 0-16,4-4 0 0,2-3 0 15,-5-4 0-15,5 0 0 16,0-4 0-16,4-3 0 0,2-3 0 16,2-3 0-16,0-3 0 0,0-3 0 15,-4 1 0-15,0-1 0 0,-2 3 0 16,-4 2 0-16,-5 7 0 0,1 3 0 16,-6 4 0-16,-3 6 0 0,-2 5 0 15,-8 5 0-15,-2 8 0 16,-2 6 0-16,-2 1 0 0,-2 4 0 15,-1 2 0-15,3 1 0 0,-4 2 0 16,0-1 0-16,1-5 0 0,3-5 0 16,4-5 0-16,6-9 0 0,0-4 0 15,3-1 0-15,-3-10 0 0,-4-3 0 16,-2-6 0-16,-2 1 0 0,-3-5 0 16,-3 0 0-16,2-1 0 15,-7-1 0-15,-1-2 0 0,-3 2 0 16,1 0 0-16,-3 6 0 0,3 6 0 15,-3 10 0-15,-4 4 0 0,0 3 0 16,-6 5 0-16,2 0 0 16,3 2 0-16,-1 0 0 0,2 5 0 15,-2 1 0-15,-4 4 0 0,2 3 0 16,-2-1 0-16,-2 2 0 0,4-4 0 16,2-4 0-16,7-5 0 15,3-6 0-15,9-5 0 0,2-7 0 16,2-5 0-16,0-3 0 0,1-5 0 15,1 0 0-15,2-2 0 0,3 0 0 16,3 0 0-16,4 0 0 0,5 4 0 16,-5 3 0-16,-2 3 0 0,-4 8 0 15,-2 1 0-15,-6 6 0 0,0 8 0 16,-4 6 0-16,0 5 0 0,-1 3 0 16,3 0 0-16,0 1 0 15,4-4 0-15,-4-3 0 0,-2-7 0 16,-3-10 0-16,-24-2-1449 0,-4-6-2317 0</inkml:trace>
  <inkml:trace contextRef="#ctx0" brushRef="#br0" timeOffset="93685.53">16487 13148 2785 0,'0'0'3229'16,"0"0"-1728"-16,-4 40-977 0,-2-16-371 15,6 5-153-15,-2-1 0 0,2 1 0 16,0 2 0-16,2-2 0 16,4-7-277-16,-2-4-3040 0</inkml:trace>
  <inkml:trace contextRef="#ctx0" brushRef="#br1" timeOffset="107085.18">5135 9197 1316 0,'0'0'4026'0,"0"0"-3254"16,0 0-27-16,0 0 239 15,-37-14-635-15,30 13-349 0,7 0 0 16,-4 1 0-16,4 0 0 0,11 0 0 16,13 3 0-16,20 0 0 0,14 2 0 15,14-2 0-15,7-1 0 0,1-1 0 16,3 0 0-16,-3 0 0 0,-1 0 0 15,-7-1 0-15,-8 0 0 0,-12 0 0 16,-8 0 0-16,-9 0 0 0,-15 0 0 16,-3 0 0-16,-13 0 0 0,-4 0 0 15,0 0 0-15,-14 0 0 16,-13 0 0-16,-15 0 0 0,-14 0 0 16,-3 0 0-16,-6 0 0 0,-1-2 0 15,-4 0 0-15,2-3 0 16,0-1 0-16,-1 1 0 0,1 0 0 15,10 1 0-15,17 4 0 0,6 0 0 16,18 0 0-16,11 2 0 0,6 0 0 16,15 4 0-16,13 1 0 15,18 1 0-15,8-1 0 0,14 0 0 16,10 0 0-16,-13-1-185 0,7-4-3096 0</inkml:trace>
  <inkml:trace contextRef="#ctx0" brushRef="#br1" timeOffset="111552.5">16494 12021 1980 0,'0'0'2209'15,"0"0"-728"-15,0 0-801 0,0 0-95 16,0 0 371-16,0 0-655 0,0 0-301 16,0 0 0-16,-3-10 0 0,3 20 0 15,-4 8 0-15,4 7 0 16,0 5 0-16,0 4 0 0,0-2 0 16,-2 4 0-16,0-2 0 0,0 4 0 15,-2-1 0-15,0 2 0 0,-2 0 0 16,-1 3 0-16,-3-2 0 0,4 2 0 15,-2-1 0-15,6 0 0 16,-3 0 0-16,5 0 0 0,5-3 0 16,-3 3 0-16,2-2 0 0,2-2 0 15,-2-1 0-15,-4-1 0 0,0-6 0 16,0 0 0-16,0-3 0 0,0-4 0 16,0 1 0-16,-4-2 0 0,4-3 0 15,0 1 0-15,0-3 0 0,0 0 0 16,4 1 0-16,-4-2 0 15,0-1 0-15,0 2 0 0,0-4 0 16,0 0 0-16,0-2 0 0,0-3 0 16,0-1 0-16,0-3 0 15,0 1 0-15,0-2 0 0,0 1 0 16,0-2 0-16,0-1 0 0,0 0 0 16,0-2 0-16,0-1 0 0,0 0 0 15,0 1 0-15,0 0 0 0,-4 1 0 16,4 1 0-16,-2 0 0 0,2 0 0 15,-4 0 0-15,4-2 0 16,0-1-45-16,0-1-779 0,0-1-825 16,0 0 272-16,4-5-155 0</inkml:trace>
  <inkml:trace contextRef="#ctx0" brushRef="#br1" timeOffset="112702.27">16425 13139 1232 0,'0'0'572'0,"0"0"-400"0,0 0-172 15,0 0 0-15,0 0-256 16,0 0 256-16,0 0 72 0,0 0 769 16,0 0-153-16,0 0-20 0,19 9 433 15,-19-6-409-15,2 1-116 0,-2 0 273 16,0 1-453-16,0 1-184 0,0 0 84 16,0 0-215-16,0-1-81 0,0-2 0 15,0 0 0-15,-2-2 0 16,2-1 0-16,0 0 0 0,0 0 0 15,-4 0 0-15,4 0 0 0,-6 0 0 16,-9-3 0-16,1-7 0 0,-9-5 0 16,0-5 0-16,-2-4 0 0,5-1 0 15,5-2 0-15,-1 0 0 16,10 1 0-16,-5 1 0 0,7 1 0 16,2 0 0-16,-6 3 0 0,6 3 0 15,-2 6 0-15,-1 5 0 0,3 2 0 16,2 3 0-16,0 2 0 0,0 0 0 15,0 8 0-15,2 9 0 16,9 13 0-16,-1 7 0 0,5 5 0 16,-1-1 0-16,3-3 0 0,-1-2 0 15,1-4 0-15,3-3 0 0,1-6 0 16,2-3 0-16,-5-6 0 0,-1-6 0 16,-1-4 0-16,-1-4 0 15,-3-6 0-15,-1-5 0 0,-1-4 0 0,0-7 0 16,1-4 0-16,-1-5 0 15,4-5 0-15,-1-2 0 0,1 0 0 16,7-1 0-16,-5-1 0 0,5-4 0 16,2-1 0-16,0-4 0 0,-1-3 0 15,1 13-2414-15</inkml:trace>
  <inkml:trace contextRef="#ctx0" brushRef="#br1" timeOffset="113202.04">16909 11586 6210 0,'0'0'869'0,"0"0"-357"0,4 37 89 16,4-10-601-16,1 3 0 0,-5 5 0 15,2 3 0-15,-2 3 0 0,-4 1 0 16,0 4 0-16,-4-2 0 15,-4 0 0-15,0-4 0 0,-3-7 0 16,7-9 0-16,2-11 0 0,-2-7 0 16,4-6 0-16,0-6-133 0,4-1-823 15,2-16-1633-15</inkml:trace>
  <inkml:trace contextRef="#ctx0" brushRef="#br1" timeOffset="113353">16913 11576 6006 0,'0'0'528'15,"0"0"513"-15,0 0-424 16,0 0-617-16,0 0 0 0,0 0 0 16,0 0 0-16,0 0 0 0,37-22 0 15,-8 15 0-15,4-1 0 0,3-2 0 16,-8 2 0-16,3 0 0 0,-10 2-501 16,-6 4-1244-16,-9 2-724 0</inkml:trace>
  <inkml:trace contextRef="#ctx0" brushRef="#br1" timeOffset="113552.3">16930 11813 5702 0,'0'0'660'16,"0"0"141"-16,0 0 228 0,0 0-1029 15,41 20 0-15,-22-19 0 0,-3 1 0 16,1-2 0-16,3 0 0 0,3 0 0 15,-2-3 0-15,-1 2 0 16,-3 0-113-16,-3-1-1139 0,-7-1-2502 0</inkml:trace>
  <inkml:trace contextRef="#ctx0" brushRef="#br1" timeOffset="113785.68">17306 11976 7523 0,'0'0'669'0,"0"0"-669"16,-19 43 0-16,13-12 0 0,4 5 0 15,2-3 0-15,2 0 0 0,6 1 0 16,1 0 0-16,1-2 0 0,0 0 0 15,-6-4 0-15,3-7-921 16,-7-6-2085-16</inkml:trace>
  <inkml:trace contextRef="#ctx0" brushRef="#br1" timeOffset="114669.51">17779 11467 5318 0,'0'0'772'0,"0"0"-267"0,0 0 71 16,0 0-508-16,0 0 92 0,17 43 352 16,-7-8-248-16,1 9-247 0,-5 2-17 15,-2 4 0-15,-4 2 0 0,0-1 0 16,0 0 0-16,0-2 0 15,-6-5 0-15,-1-3-105 0,3-8-659 16,-2-10-1537-16,2-9-749 0</inkml:trace>
  <inkml:trace contextRef="#ctx0" brushRef="#br1" timeOffset="114986.14">17837 11776 6030 0,'0'0'641'0,"0"0"591"16,0 0-943-16,-4-39-289 0,14 24 0 16,7 3 0-16,2 0 0 0,3 3 0 15,5 5 0-15,-2 2 0 0,2 2 0 16,-2 6 0-16,-5 3 0 0,-7 5 0 16,-9 4 0-16,-4 2 0 0,-11 2 0 15,-3 2 0-15,-5-1 0 0,-10 1 0 16,3-2 0-16,-5-2 0 15,2-2 0-15,6-4 0 0,4-3 0 16,5-3 0-16,12-3 0 0,0-2 0 16,2 0 0-16,10 2 0 0,5-2 0 15,11-3 0-15,1 0 0 16,8-5 0-16,-2-4 0 0,3-3-9 0,-14 4-1063 16,3-2-1641-16</inkml:trace>
  <inkml:trace contextRef="#ctx0" brushRef="#br1" timeOffset="115269.45">18089 11791 5882 0,'0'0'500'0,"-12"34"-107"0,4-13 123 16,6-3-332-16,-3-2-48 0,1 0 64 15,2-6-124-15,2-2-8 0,0-6 4 16,0-2-60-16,2 0 64 15,2-6 1-15,7-8-77 0,1-12 0 16,7-4 0-16,-1 0 0 0,1 2 0 16,-7 8 0-16,-1 7 0 0,-3 4 0 15,-6 6 0-15,2 3 0 16,0 6 0-16,-2 8 0 0,5 5 0 0,-3 5 0 16,2-2 0-16,-2 1 0 15,6-3 0-15,-3 1 0 0,3-3 0 16,4-1 0-16,1-4-173 0,-3-6-1328 15,-1-1-387-15</inkml:trace>
  <inkml:trace contextRef="#ctx0" brushRef="#br1" timeOffset="115552.5">18461 11731 6278 0,'0'0'1225'0,"-6"-40"-536"0,2 28-689 15,-6 9 0-15,-5 3 0 0,-1 3 0 16,-5 5 0-16,0 7 0 15,5 1 0-15,1 3 0 0,5 2 0 16,2 2 0-16,6 0 0 0,4-2 0 16,6-1 0-16,7-4 0 0,7-5 0 15,3-3 0-15,2-4 0 16,4-4 0-16,-4-6 0 0,0-3 0 16,-5-2 0-16,-9-3 0 0,-1-4 0 15,-8 2 0-15,-4-4 0 0,0 1 0 16,-2 1 0-16,-6-1 0 0,-2 3 0 15,4 0 0-15,-1 3-161 16,3 2-879-16,10 3 99 0,3 3-952 16,3-1 445-16</inkml:trace>
  <inkml:trace contextRef="#ctx0" brushRef="#br1" timeOffset="115935.71">18590 11648 5762 0,'0'0'1209'0,"0"0"-405"0,0 0-387 16,-11 44-417-16,9-22 0 15,-2 1 0-15,4 1 0 0,0-3 0 16,4-2 0-16,0 0 0 0,3-4 0 16,-1-4 0-16,-2-3 0 0,2-2 0 15,6-5 0-15,1-1 0 0,3-8 0 16,1-6 0-16,-3-5 0 16,-1-2 0-16,1-2 0 0,-3 2 0 15,-5 1 0-15,-2 3 0 0,-4 5 0 16,0 5 0-16,0 4 0 15,0 0 0-15,-4 3 0 0,4 0 0 16,-4 4 0-16,4 4 0 0,0 6 0 16,-2 4 0-16,2 2 0 0,0-4 0 15,2-3 0-15,6-4 0 0,0-3 0 16,3-1 0-16,1-5 0 0,0-1 0 16,-1-6 0-16,-1-4 0 0,2-4 0 15,-3-2 0-15,-3-3 0 0,0 0 0 16,-2 0 0-16,-4 1 0 15,4 2 0-15,-2 4 0 0,-2 3 0 16,3 6 0-16,-3 1 0 0,0 2 0 16,2 1-1025-16,-2-1-284 0,0 1-208 15</inkml:trace>
  <inkml:trace contextRef="#ctx0" brushRef="#br1" timeOffset="116185.72">18910 11625 6122 0,'0'0'1769'15,"0"0"-1468"-15,-19 42-301 0,11-22 0 0,4 3 0 16,4-7 0-16,0 1 0 16,4-4 0-16,4-3 0 0,1-4 0 15,1-3 0-15,7-3 0 0,-3-7 0 16,0-8 0-16,3-6 0 0,0-3 0 16,-3-1 0-16,3 2 0 0,-7 3 0 15,0 5 0-15,1 5 0 0,-5 6 0 16,2 4 0-16,2 7 0 15,3 12 0-15,-3 8 0 0,3 5 0 16,-5 0 0-16,-2-3 0 0,2 1 0 16,1 2 0-16,-5-7-1549 0,0-2-829 15</inkml:trace>
  <inkml:trace contextRef="#ctx0" brushRef="#br1" timeOffset="118719.02">16529 13387 1924 0,'0'0'709'0,"0"0"107"0,0 0 609 15,0 0-577-15,0 0-188 0,20 45 445 16,-20-28-493-16,0 0-519 0,-4-6-93 16,4 1 0-16,-4-4 0 15,2-2 0-15,-6 2 0 0,-5-1 0 0,-3 0 0 16,-5-1 0-16,-4-2 0 15,3-3 0-15,3-1 0 0,2 0 0 16,7-2 0-16,-2-5 0 0,3-4 0 16,3-6 0-16,6-5 0 0,4-1 0 15,9 1 0-15,5 2 0 16,3 2 0-16,2 5 0 0,4 3 0 16,-7 4 0-16,1 3 0 0,-4 3 0 15,-3 3 0-15,-8 6 0 0,5 3 0 16,-7 2 0-16,-2 5 0 0,-2-2 0 15,-2 0 0-15,-2-1 0 16,-7-2 0-16,7-4 0 0,-2-3 0 16,-4 0 0-16,-1-3 0 0,-1-3 0 15,-5-1 0-15,5-3 0 0,-5-6 0 16,7-3 0-16,0-3 0 0,3-4 0 16,1-1 0-16,6-2 0 0,0-2 0 15,6 2 0-15,9 3 0 16,1 5 0-16,5 3 0 0,0 6 0 15,-5 4 0-15,1 2 0 0,-3 7 0 16,-7 5 0-16,-1 4 0 0,-2 5 0 16,-4 2 0-16,-6 0 0 0,2-2 0 15,-1-5 0-15,5-5 0 0,5-5 0 16,1-7-3734-16</inkml:trace>
  <inkml:trace contextRef="#ctx0" brushRef="#br1" timeOffset="119302.57">16580 13604 4874 0,'0'0'788'0,"0"0"265"0,0 0-413 0,0 0-188 16,0 0-67-16,0 0-385 0,0 0 0 16,0 0 0-16,0 0 0 0,48 3 0 15,-9 12 0-15,3 6 0 16,5 5 0-16,-10 5 0 0,-2 2 0 16,-4 7 0-16,-10 2 0 0,-8 2 0 15,-3 1 0-15,-10-2 0 0,0-6 0 16,0-4 0-16,-6-6 0 15,6-8 0-15,-4-8 0 0,4-5 0 16,0-5-105-16,0-1-1391 0,4-10-4967 0</inkml:trace>
  <inkml:trace contextRef="#ctx0" brushRef="#br1" timeOffset="119953.07">17012 14232 6298 0,'0'0'561'0,"-26"44"379"0,17-18-547 0,7 1-393 16,2 2 0-16,2 2 0 0,2-2 0 15,5 0 0-15,-3-4 0 0,-4-4 0 16,2-2 0-16,-4-5 0 0,0-5 0 16,0-6 0-16,0-3 0 15,0-1 0-15,4-13 0 0,7-16 0 16,1-11 0-16,4-7 0 0,5-1 0 16,0 9 0-16,-3 6 0 0,-1 8 0 15,-5 9 0-15,-3 11 0 16,-3 4 0-16,-2 4 0 0,2 11 0 15,-2 10 0-15,3 4 0 0,-5 4 0 16,0 0 0-16,0-7 0 0,2-3 0 16,0-3 0-16,-2-8 0 0,4-5 0 15,-2-3 0-15,3-2 0 0,-3-4 0 16,6-9 0-16,5-10 0 0,-3-4 0 16,2-2 0-16,-3 7 0 15,-5 8 0-15,0 5 0 0,-6 6 0 16,0 3 0-16,4 3 0 0,-4 10 0 15,2 12 0-15,2 7 0 0,-4 2 0 16,9-1 0-16,-3-7 0 0,4-4 0 16,1-1 0-16,1-2 0 15,5-4 0-15,3-3-201 0,-5-3-1640 16,1-8-1004-16</inkml:trace>
  <inkml:trace contextRef="#ctx0" brushRef="#br1" timeOffset="120486.14">17438 14461 7127 0,'0'0'900'0,"0"0"-735"0,15-34-165 0,-3 18 0 0,5 0 0 0,-3-1 0 15,1 2 0-15,-5-2 0 0,-4 3 0 16,0-3 0-16,1 2 0 0,-7-3 0 16,-3 2 0-16,-3 0 0 15,-4 3 0-15,-5 2 0 0,1 8 0 0,-9 4 0 16,7 12 0-16,-5 11 0 15,0 10 0-15,1 8 0 0,9 3 0 16,5 0 0-16,6-2 0 0,10-5 0 16,7-7 0-16,10-7 0 15,8-10 0-15,2-9-109 0,3-7-347 16,1-11-112-16,-4-10-561 0,-6-2 469 16,-10-7 144-16,-3-2 204 0,-9-2 300 15,-5-1 12-15,-4 1 48 16,0 0 156-16,-11 3 20 0,1 2 404 15,-2 7-116-15,1 6 57 0,3 8 375 16,2 5-460-16,2 5-335 0,2 4-149 16,-7 9 0-16,-1 10 0 0,0 7 0 15,1 3 0-15,1 2 0 0,2-5 0 16,2-1 0-16,4-2 0 0,4-8 0 16,6-3 0-16,3-7 0 0,1-3 0 15,1-6 0-15,-3 0 0 0,5-9 0 16,-5-2 0-16,-2-3 0 15,-1-2 0-15,-5 2 0 0,0 3 0 16,-2 4 0-16,-2 4 0 0,0 3 0 16,0 2 0-16,0 10 0 15,0 8 0-15,4 6 0 0,2 2 0 16,5-5 0-16,3-6 0 0,-2-5 0 16,3-5 0-16,8-7-513 0,-9 0-860 15,5-7-547-15</inkml:trace>
  <inkml:trace contextRef="#ctx0" brushRef="#br1" timeOffset="120819.75">17951 14194 7359 0,'0'0'816'0,"0"0"-799"0,0 0-17 16,-46-21 0-16,30 23 0 0,-5 9 0 15,1 3 0-15,5 4 0 16,3 0 0-16,1 1 0 0,5 0 0 15,4 0 0-15,2-2 0 0,2-1 0 16,8-3 0-16,3-2 0 0,3-4 0 16,5-5 0-16,-2-1 0 15,-1-1 0-15,3 0 0 0,-7-1 0 16,1 0 0-16,-7 1 0 0,0 1 0 16,-6 4 0-16,-2 1 0 0,-2 7 0 15,-6 6 0-15,-4 3 0 16,-3 1 0-16,-1-2 0 0,-1-4 0 15,1-3 0-15,1-2 0 0,-1-5 0 16,1-2 0-16,5-4 0 0,6-1 0 16,-2-3 0-16,6-8-125 0,10-8-1412 15,0 3-59-15,7-5-329 0</inkml:trace>
  <inkml:trace contextRef="#ctx0" brushRef="#br1" timeOffset="121086.28">18046 14204 6687 0,'0'0'1392'0,"0"0"-1279"0,0 0-113 16,0 0 0-16,-2 37 0 0,-4-8 0 16,-1 6 0-16,7 3 0 15,0-3 0-15,0 1 0 0,7-5 0 16,3-4 0-16,4-6 0 0,1-6 0 16,2-5 0-16,1-6 0 0,-3-4 0 15,1-6 0-15,-1-7 0 16,-3-4 0-16,-2-2 0 0,-1-4 0 15,-5 0 0-15,-2-1 0 0,-2-2 0 16,0-1 0-16,0 1 0 0,0 2 0 16,-2 5 0-16,0 5 0 0,2 8 0 15,0 2 0-15,0 4 0 0,0 0-1862 16,2 0-367-16,-2 4-1688 0</inkml:trace>
  <inkml:trace contextRef="#ctx0" brushRef="#br1" timeOffset="121302.52">18222 14467 5882 0,'0'0'1165'0,"0"0"-645"16,0 0 105-16,0 0-625 15,0 0 0-15,0 0 0 0,0 0 0 16,14-40 0-16,-4 17 0 0,3 3 0 16,-3 1 0-16,5-3 0 0,-1 1 0 15,-1 1 0-15,-3 5 0 16,0 0 0-16,-4 5 0 0,5 3 0 15,-7 3 0-15,2 4-85 0,2 1-1187 16,-6 10 167-16,3 1-280 0,-1 0-1180 0</inkml:trace>
  <inkml:trace contextRef="#ctx0" brushRef="#br1" timeOffset="121502.3">18389 14330 2585 0,'0'0'1104'0,"0"0"777"16,0 0-760-16,0 0-397 0,0 0 53 16,0 0-777-16,0 0 0 0,37 2 0 15,-26-17 0-15,7-5 0 16,-1 0 0-16,-5 1 0 0,-1 5 0 15,-5 6 0-15,-4 4 0 0,-2 3 0 16,-2 2 0-16,-11 11 0 0,-7 14 0 16,-3 11 0-16,-2 8 0 15,4 1 0-15,11-7 0 0,8-4 0 16,4-8 0-16,8-6 0 0,13-5 0 16,2-9 0-16,12-7 0 0,9-8 0 15,7-6 0-15,16-7 0 16,-14 6-1758-16,3-4-1195 0</inkml:trace>
  <inkml:trace contextRef="#ctx0" brushRef="#br1" timeOffset="122219.31">19003 14164 5554 0,'0'0'1537'16,"0"0"-749"-16,0 0-475 0,0 0-313 16,0 0 0-16,6 36 0 0,11-7 0 15,-3 1 0-15,7 1 0 0,-7-1 0 16,-1 2 0-16,1 3 0 0,-3-3 0 16,-3-4 0-16,-4-6 0 15,2-6 0-15,-2-7 0 0,-4-4 0 16,0-4 0-16,0-1 0 0,4-2 0 15,-4-14 0-15,7-14 0 0,1-8 0 16,4-10 0-16,5 1 0 0,4 5 0 16,-1 5 0-16,1 5 0 15,0 5 0-15,-5 7 0 0,-6 6 0 16,1 7 0-16,-7 3-969 0,-2 2-1480 16,-2 2-1977-16</inkml:trace>
  <inkml:trace contextRef="#ctx0" brushRef="#br1" timeOffset="122402.54">19383 14412 7203 0,'0'0'989'16,"-16"62"-989"-16,3-17 0 0,3 6 0 16,0 5 0-16,4 0 0 15,4-5 0-15,2-9 0 0,8-6 0 16,2-15 0-16,7-12 0 0,3-18 0 15,1-6-1097-15,-4-18-2209 0</inkml:trace>
  <inkml:trace contextRef="#ctx0" brushRef="#br1" timeOffset="122669.96">18966 14020 7319 0,'0'0'216'0,"0"0"441"16,0 0-657-16,0 0 0 0,54 0 0 15,-3 0 0-15,3 1 0 0,8-1 0 16,0-5 0-16,-14-1 0 0,-1-5-2158 0</inkml:trace>
  <inkml:trace contextRef="#ctx0" brushRef="#br1" timeOffset="123869.79">30858 13650 4558 0,'0'0'476'0,"0"-55"96"0,10 32 352 15,3 4-599-15,1 5 7 0,-1 5 284 16,-7 4-227-16,0 3-389 0,-4 2 0 16,0 2 0-16,-2 10 0 0,-4 10 0 15,-6 6 0-15,-9 6 0 16,0 0 0-16,3-5 0 0,1-1 0 15,3-5 0-15,0-3 0 0,5-7 0 16,3-6 0-16,2-4 0 16,0-3 0-16,-2-2 0 0,0-9 0 15,-4-7 0-15,1-8 0 0,1-5 0 16,4-2 0-16,4 0 0 0,9 2 0 16,1 4 0-16,7 5 0 0,-1 6 0 15,7 6 0-15,2 6 0 0,4 4 0 16,0 5 0-16,0 7 0 15,-2 2 0-15,-6 3 0 0,-7 1 0 16,-6 0 0-16,-5 2 0 0,-8-1 0 16,-3-1 0-16,-8-2 0 0,-5-4 0 15,-4 0 0-15,-5-4 0 0,-1-3 0 16,2-5 0-16,6-1 0 0,7-6 0 16,7-3 0-16,3-3 0 0,4-2 0 15,4 1-1397-15,3-3-1689 0</inkml:trace>
  <inkml:trace contextRef="#ctx0" brushRef="#br1" timeOffset="124536.04">30918 14181 6138 0,'0'0'925'0,"0"0"-101"0,0 0-519 0,0 0-305 0,0 0 0 0,0 0 0 15,23 33 0-15,-13 8 0 16,0 5 0-16,-1 5 0 0,1-3 0 15,4 0 0-15,1 1 0 0,-1-5 0 16,1-3 0-16,-3-8 0 0,-1-7 0 16,-5-8 0-16,0-8 0 15,-2-7 0-15,0-3 0 0,0-3 0 16,3-14 0-16,3-15 0 0,0-12 0 16,3-8 0-16,-3-7 0 0,0 0 0 15,5-1 0-15,1 5 0 16,3 9 0-16,2 12 0 0,-3 12 0 15,-1 9 0-15,-5 6 0 0,1 7 0 16,-7 0-205-16,0 4-1852 0</inkml:trace>
  <inkml:trace contextRef="#ctx0" brushRef="#br1" timeOffset="124936.3">31273 14499 6330 0,'0'0'1261'0,"0"0"-660"0,0 0-601 15,36-22 0-15,-20 19 0 0,1 3 0 16,-1 1 0-16,1 6 0 0,-5 1 0 16,3 3 0-16,-5 4 0 0,-6 1 0 15,-2 5 0-15,-4 2 0 0,-6 5 0 16,-5 1 0-16,-1 0 0 0,-1 0 0 16,1-1 0-16,4 0 0 15,3-7 0-15,7-2 0 0,3-2 0 16,9-6 0-16,2-1 0 0,3-2 0 15,2-2 0-15,-3-3 0 0,1-3 0 16,-3-10 0-16,3-4 0 0,-3-10 0 16,-4 3-1309-16,1-5-3105 0</inkml:trace>
  <inkml:trace contextRef="#ctx0" brushRef="#br1" timeOffset="125436.3">30906 13966 5994 0,'0'0'1249'0,"0"0"-445"16,47 21-659-16,-8-8-145 0,9 1 0 15,1-5 0-15,5-1 0 0,4-7 0 16,2-6 0-16,-2-9 0 0,-19 0 0 16,-4-10-2802-16</inkml:trace>
  <inkml:trace contextRef="#ctx0" brushRef="#br1" timeOffset="129352.82">30283 11475 4862 0,'0'0'848'16,"0"0"-144"-16,0 0-3 0,-37 57-473 15,25-11 12-15,1 9 220 0,9 3-311 16,4-5-149-16,7 0 0 16,3-2 0-16,0-2 0 0,1-3 0 15,-3-3 0-15,-2-6 0 0,-5-7 0 16,-1-10 0-16,-2-6-837 0,2-13-2132 0</inkml:trace>
  <inkml:trace contextRef="#ctx0" brushRef="#br1" timeOffset="129520.08">30180 11489 6603 0,'0'0'268'0,"0"0"148"16,0 0 172-16,37-20-328 16,-2 11-203-16,7-3-57 0,-1 1 0 15,-4 4 0-15,-4 0 0 0,-2 2 0 16,-2 4-421-16,-8 1-1208 0,-5 0-220 15,-5 0-1104-15</inkml:trace>
  <inkml:trace contextRef="#ctx0" brushRef="#br1" timeOffset="129703.43">30196 11854 6414 0,'0'0'553'0,"0"0"627"16,0 0-1135-16,0 0-45 15,0 0 0-15,0 0 0 0,34-1 0 16,7-7 0-16,4-5 0 0,1 2 0 16,-5 0 0-16,1 1 0 0,-9 1 0 15,-4 0-309-15,-9 2-1720 16,-7 1-1232-16</inkml:trace>
  <inkml:trace contextRef="#ctx0" brushRef="#br1" timeOffset="130036.14">30438 11987 5622 0,'0'0'1237'16,"0"0"-821"-16,44-19 212 15,-17 6-339-15,-3 0-289 0,-1 6 0 16,-6 0 0-16,-5 4 0 0,-4 1 0 16,-3 2 0-16,-5 3 0 0,-3 10 0 15,-7 10 0-15,-4 9 0 16,-3 5 0-16,5 0 0 0,1-6 0 16,3-3 0-16,6-5 0 0,2-5 0 15,8-4 0-15,5-6 0 0,3-7 0 16,9-2 0-16,2-10 0 0,4-8 0 15,-8 4-913-15,-3-8-4410 0</inkml:trace>
  <inkml:trace contextRef="#ctx0" brushRef="#br1" timeOffset="130335.93">30271 11250 6815 0,'0'0'792'0,"0"0"-207"16,0 0-585-16,0 0 0 16,0 0 0-16,68-4 0 0,-12-4 0 15,6-3 0-15,4 1 0 0,-4 0-773 16,-14 3-1064-16,-1 0-936 0</inkml:trace>
  <inkml:trace contextRef="#ctx0" brushRef="#br1" timeOffset="130702.97">30897 11602 6651 0,'0'0'796'0,"0"0"-376"15,0 0-95-15,44 1-325 0,-15 4 0 16,-3 0 0-16,3 0 0 0,2-1 0 16,-2-1 0-16,4-3 0 0,-2 0-501 15,-2 0-1036-15,-8 0-139 0,-6-3-1022 16</inkml:trace>
  <inkml:trace contextRef="#ctx0" brushRef="#br1" timeOffset="130886">30885 11775 4926 0,'0'0'824'0,"0"0"337"16,0 0-449-16,0 0-268 0,35 32-319 16,-4-25-125-16,4-2 0 0,2-4 0 15,5-2 0-15,3-4 0 0,5-3 0 16,-11 1-381-16,0-4-1296 0</inkml:trace>
  <inkml:trace contextRef="#ctx0" brushRef="#br1" timeOffset="131253.01">31615 11481 5886 0,'0'0'1101'16,"-42"-9"-333"-16,19 13-331 0,-1 14-437 16,-9 13 0-16,-5 8 0 0,1 9 0 15,4 5 0-15,4 4 0 0,13 2 0 16,9 0 0-16,12-2 0 15,17-7 0-15,13-8 0 0,17-12 0 16,12-9 0-16,6-11 0 0,5-11 0 16,-7-15 0-16,-10-9 0 0,-8-10 0 15,-13-2 0-15,-12-4 0 16,-13-2 0-16,-10 1 0 0,-4-1 0 16,-15-2 0-16,-9 2 0 0,-5 2 0 15,-11 6 0-15,-5 8 0 0,9 9-1157 16,1 3-692-16</inkml:trace>
  <inkml:trace contextRef="#ctx0" brushRef="#br1" timeOffset="132302.66">16886 11344 5594 0,'0'0'1493'0,"0"0"-1261"0,0 0 188 0,44 7 33 0,-5-13-453 15,11-4 0-15,5-3 0 0,-1 1 0 16,-10 4-237-16,-9-4-3260 0</inkml:trace>
  <inkml:trace contextRef="#ctx0" brushRef="#br1" timeOffset="141703.57">6770 13554 5490 0,'0'0'292'0,"0"0"-200"0,58-36-80 15,-9 1 168-15,17-13 176 16,11-7 165-16,12-9-249 0,16-7 24 15,11-3 108-15,4-1-236 0,2 1-59 16,-6 12-109-16,-11 7 0 0,-16 10 0 16,-21 13-93-16,-16 8-527 0,-15 6-144 15,-14 10-1401-15,-13 2-653 0</inkml:trace>
  <inkml:trace contextRef="#ctx0" brushRef="#br1" timeOffset="142569.47">6753 14498 1276 0,'0'0'52'0,"35"-11"780"0,-24 7-631 16,-5 1 91-16,-2 3 296 0,-4-2-116 15,2-1 132-15,2 0 321 16,7-8-381-16,9-7-64 0,9-9 273 15,17-12-289-15,16-8-60 0,12-11-99 16,21-11-305-16,21-9 0 0,14-10 0 16,3-3 0-16,7 1 0 0,-18 4-169 15,-29 25-1440-15,-16 2-1328 0</inkml:trace>
  <inkml:trace contextRef="#ctx0" brushRef="#br1" timeOffset="146603.74">4221 13854 2265 0,'0'0'1012'0,"0"0"-316"0,0 0-119 15,0 0 347-15,15 39-352 16,-9-14-136-16,0 4 165 0,2 0-381 16,-6 0-8-16,2-2 92 0,1-2-184 15,1-4 16-15,-2-6-19 16,4-6-117-16,0-4 0 0,3-6 0 15,5-8 0-15,-1-9 0 0,3-10 0 16,3-7 0-16,0-5 0 0,-1-2 0 16,1-1 0-16,2 0 0 0,2 3 0 15,6 1 0-15,2 4 0 0,6 5 0 16,0 3-689-16,-10 9-776 16,0 0-3641-16</inkml:trace>
  <inkml:trace contextRef="#ctx0" brushRef="#br1" timeOffset="147186.88">10393 14114 4586 0,'0'0'700'0,"0"0"324"0,11 51-491 0,-7-30-65 0,-4 2 152 16,2 0-524-16,2-1-36 0,0-7 12 15,7-2-60-15,1-7-12 16,2-6 21-16,7-8-21 0,2-10 0 15,8-8 0-15,0-9 0 0,6-5 0 16,0-3 0-16,1 0 0 0,-7 0 0 16,-7 11-1161-16,-7-3-1172 0</inkml:trace>
  <inkml:trace contextRef="#ctx0" brushRef="#br1" timeOffset="148020.5">10309 13115 2473 0,'0'0'2277'0,"0"0"-1753"0,-4 51-160 16,4-25 348-16,0 0-439 0,0-1-21 16,0-4 104-16,0-2-148 0,4-5-32 15,-4-4-24-15,4-6-148 0,-2-4 36 16,8-3 244-16,5-13-187 16,7-10-97-16,-1-9 0 0,0-6 0 15,-1 1 0-15,-3-2 0 0,4 0 0 16,-5 3 0-16,3-1-697 0,-13 10-684 15,4-1-1080-15</inkml:trace>
  <inkml:trace contextRef="#ctx0" brushRef="#br1" timeOffset="148803.1">4467 13064 2537 0,'0'0'1044'16,"15"54"-460"-16,-5-26-67 0,-2-8 83 15,-4-5 368-15,0-6-543 0,3-5-17 16,-7-4 212-16,4 0-312 16,-4 0-127-16,6-9-181 0,4-12 0 15,1-6 0-15,-1-3 0 0,0-4 0 16,7 5 0-16,-3-3 0 0,7-2 0 15,2-1 0-15,-9-3 0 16,3-5 0-16,-11 9 0 0,0-8-2274 0</inkml:trace>
  <inkml:trace contextRef="#ctx0" brushRef="#br1" timeOffset="151953.64">8455 12958 2897 0,'0'0'1517'0,"0"0"-497"0,0 0 249 16,0 0-717-16,0 0-112 0,0 0 57 16,10 55-497-16,-4-14 0 0,-6 10 0 15,4 8 0-15,2 0 0 0,-1 4 0 16,5 3 0-16,0 0 0 0,1-7 0 15,-5-4 0-15,0-11 0 16,0-9 0-16,-2-7 0 0,0-8 0 16,-4-7 0-16,0-6-617 0,-4-6-580 15,4-4-2300-15</inkml:trace>
  <inkml:trace contextRef="#ctx0" brushRef="#br1" timeOffset="152220.07">8455 12893 5494 0,'0'0'480'0,"0"0"657"16,0 0-521-16,37-3-151 0,-12 3-465 15,8 0 0-15,14-2 0 0,5-3 0 16,10-1 0-16,6-2 0 16,6 1 0-16,1 0 0 0,3 5 0 15,-5 0 0-15,-3 2 0 0,-8 4 0 16,-8 5 0-16,-19 0-885 0,-12 4-936 16</inkml:trace>
  <inkml:trace contextRef="#ctx0" brushRef="#br1" timeOffset="152471.07">9385 12881 5330 0,'0'0'1789'15,"0"0"-1041"-15,0 0-423 0,0 0-325 16,0 0 0-16,-15 40 0 0,5-10 0 15,-2 9 0-15,5 4 0 16,-1 3 0-16,6 3 0 0,2 2 0 16,0 0 0-16,2-2 0 0,2-5 0 15,0-3 0-15,-2-7 0 0,3-4 0 16,-5-11-725-16,0-6-1492 16,-7-8-1945-16</inkml:trace>
  <inkml:trace contextRef="#ctx0" brushRef="#br1" timeOffset="152836.65">8506 13646 5794 0,'0'0'1117'0,"54"2"-133"0,-11-2-687 0,7-1-297 16,0-4 0-16,12-1 0 0,2-1 0 16,4 1 0-16,0-1 0 0,0 2 0 15,-2-1 0-15,-6-3 0 0,-14 4-1642 16,-7-5-1527-16</inkml:trace>
  <inkml:trace contextRef="#ctx0" brushRef="#br1" timeOffset="153636.96">8486 13763 5654 0,'0'0'804'16,"0"0"-351"-16,0 0 439 15,0 0-503-15,0 0-389 0,0 0 0 16,0 0 0-16,10 53 0 0,-8-3 0 16,2 11 0-16,0 6 0 0,2-6 0 15,-1 0 0-15,-5 2 0 0,2-5 0 16,-2-1 0-16,0-4 0 0,0-6 0 16,0-7 0-16,0-8 0 0,0-11-189 15,0-7-567-15,0-8-37 0,0-6-1388 16,0-8-444-16</inkml:trace>
  <inkml:trace contextRef="#ctx0" brushRef="#br1" timeOffset="153920.23">8564 13732 6230 0,'0'0'801'0,"0"0"-373"0,0 0-72 16,37-2-72-16,15 1-191 0,16-2-93 16,13-1 0-16,12-3 0 0,-2 0 0 15,4 0 0-15,-2 3 0 0,-13 0 0 16,-7 3 0-16,-11 1 0 15,-8 4-621-15,-17 2-179 0,-12 1-257 16,-9 0-1924-16</inkml:trace>
  <inkml:trace contextRef="#ctx0" brushRef="#br1" timeOffset="154353.17">9484 13754 2937 0,'0'0'1873'0,"0"0"-641"0,0 0-840 16,0 0-15-16,-10 49 411 15,-7-8-424-15,-8 7-135 0,5 1-229 16,3-3 0-16,7 0 0 0,6-1 0 16,8-1 0-16,2-1 0 0,8-3 0 15,3-1 0-15,-7-1-237 0,5-4-559 16,-9-3-85-16,-2-7-175 0,-4-6-1597 0</inkml:trace>
  <inkml:trace contextRef="#ctx0" brushRef="#br1" timeOffset="154853.97">8597 14417 6414 0,'0'0'693'0,"73"5"-105"0,-9-5-91 16,4 0-497-16,14-2 0 0,-1-3 0 15,2-1 0-15,-5 0 0 0,-9 0 0 16,-12 0 0-16,-7-2 0 0,-19 2-1670 16,-6-6-3284-16</inkml:trace>
  <inkml:trace contextRef="#ctx0" brushRef="#br1" timeOffset="169920.85">30168 12776 2441 0,'0'0'388'16,"0"0"1181"-16,0 0-477 0,0 0-436 15,0 0-131-15,0 0 7 16,0 0-300-16,0 0-96 0,0 0 56 16,4 32-80-16,-4 0 20 0,0 3 28 15,0 2-148-15,0 0 1 0,0 0-13 16,0-1 0-16,2 0 0 0,-2-3 0 16,0-3 0-16,0-4 0 0,0-5 0 15,0-2 0-15,0-5 0 0,2-3 0 16,0-4 0-16,0-3 0 0,0-2-597 15,0-2-155-15,2 0-189 16,2-5-2076-16</inkml:trace>
  <inkml:trace contextRef="#ctx0" brushRef="#br1" timeOffset="170370.81">30155 13218 2765 0,'0'0'1240'0,"0"0"-339"0,0 0-289 16,0 0 24-16,0 0 185 0,0 0-309 15,0 0-116-15,0 0-87 0,0 0-309 16,0 0 0-16,21-19 0 15,18 31 0-15,11 1 0 0,12 0 0 16,6-1 0-16,13-1 0 0,12 0 0 16,8-2 0-16,13-2 0 0,3-4 0 15,1-2 0-15,-2-1 0 0,-15-1 0 16,-14-2 0-16,-15-2 0 0,-18-2 0 16,-12 0 0-16,-20-1 0 0,-13 3-961 15,-7 1-480-15,-13-3-720 0</inkml:trace>
  <inkml:trace contextRef="#ctx0" brushRef="#br1" timeOffset="170954">30254 12720 2977 0,'0'0'796'15,"0"0"-143"-15,0 0 403 16,0 0-448-16,0 0-99 0,0 0 275 16,0 0-392-16,0 0-160 0,0 0-47 15,0 0-185-15,-4-20 0 0,39 22 0 16,17 4 0-16,16 3 0 0,15 1 0 16,8-1 0-16,12 2 0 0,9-1 0 15,6 2 0-15,0 0 0 0,-1 1 0 16,-5-3 0-16,-7 1 0 0,-3-4 0 15,-11-4 0-15,-13 0 0 0,-14-2 0 16,-12-1 0-16,-17 0 0 16,-14 0 0-16,-11 0-769 0,-10-1-148 15,-8 0-1135-15,-7-2-177 0</inkml:trace>
  <inkml:trace contextRef="#ctx0" brushRef="#br1" timeOffset="171286.89">31770 12830 3417 0,'0'0'1005'0,"0"0"311"15,0 0-471-15,0 0-153 0,0 0 120 16,0 0-707-16,-36 31-105 16,22-5 0-16,-1 5 0 0,7 1 0 15,4 0 0-15,4 1 0 0,0 5 0 16,2 0 0-16,4 0 0 16,1-2 0-16,1-2 0 0,0-5 0 15,0-3 0-15,-3-4 0 0,-1-6 0 16,-2-2 0-16,-2-5-381 0,0-3-503 15,-2-4-165-15,0-2-1280 16,0-2-716-16</inkml:trace>
  <inkml:trace contextRef="#ctx0" brushRef="#br1" timeOffset="171487.65">31660 13225 5242 0,'0'0'748'0,"-50"-2"-232"15,11 1 437-15,-6 1-497 0,-5 1-252 16,5 2-131-16,1 0-73 16,7-1 0-16,8-2-405 0,8 0-799 15,7-6-1118-15</inkml:trace>
  <inkml:trace contextRef="#ctx0" brushRef="#br1" timeOffset="172620.61">30242 13336 3485 0,'0'0'1137'16,"0"0"-485"-16,0 0 300 15,0 0-447-15,0 0-229 0,0 0 268 16,0 0-232-16,6 52-48 0,-6-26-199 16,0 1-65-16,-2-2 0 0,-2-1 0 15,2-2 0-15,0-4 0 0,0-2 0 16,0-3 0-16,0-2 0 0,2-3 0 16,0-4-569-16,0-2-131 0,0 0-1005 15,0-2-160-15</inkml:trace>
  <inkml:trace contextRef="#ctx0" brushRef="#br1" timeOffset="172937.72">30486 13318 2024 0,'0'0'1729'0,"0"0"-956"0,0 0 323 16,0 0-428-16,0 0-199 0,0 0 159 15,0 0-288-15,0 0-116 0,0 0 17 16,0 0-241-16,8 29 0 0,-8-2 0 16,-2 0 0-16,0-1 0 0,0-2 0 15,0 0 0-15,0-3 0 0,-2-2 0 16,2-2 0-16,0-3 0 15,2-4 0-15,-3-4 0 0,3-3 0 16,0-1 0-16,0 0 0 0,0-2 0 16,3 0-749-16,-3 0-244 0,4-5-515 0</inkml:trace>
  <inkml:trace contextRef="#ctx0" brushRef="#br1" timeOffset="173586.9">30358 13311 4454 0,'0'0'612'0,"0"0"-240"16,0 0 352-16,0 0 105 0,0 0-629 15,0 0-32-15,0 0 296 0,0 0-204 16,-48 44-151-16,32-24-109 15,1-1 0-15,-1-1 0 0,-3 0 0 16,3-1 0-16,-1-2 0 0,5-4 0 16,3-4 0-16,3-3 0 0,6-2 0 15,-2-1 0-15,2-1 0 0,6 0 0 16,11-7 0-16,14-5 0 0,10-5 0 16,7 1 0-16,-3 1 0 0,-8 6 0 15,-12 2 0-15,-8 3 0 0,-11 4 0 16,-6 0 0-16,-4 2 0 0,-9 6 0 15,-7 5 0-15,-7 2 0 16,2 1 0-16,2 1 0 0,5-5 0 16,1 3 0-16,3-2 0 0,1-2 0 15,7-1 0-15,2-5 0 16,4-1 0-16,2-2 0 0,6-1 0 16,11-1 0-16,10-5 0 0,8-2 0 15,0-3 0-15,-6 3 0 0,-8 4 0 16,-11 2 0-16,-3 1 0 15,-5 3 0-15,-4 2 0 0,-4 5 0 16,-7 5 0-16,-1 3 0 0,-7 1 0 16,5-3 0-16,1-2 0 0,7-4 0 15,0-3 0-15,4-2-341 0,2-4-1796 16,2-1-1449-16</inkml:trace>
  <inkml:trace contextRef="#ctx0" brushRef="#br1" timeOffset="174053.59">31348 13382 2893 0,'0'0'2465'0,"0"0"-1689"0,0 0 69 0,0 0-297 0,0 0-156 16,0 0-119-16,0 56-273 16,0-27 0-16,-4 1 0 0,2-2 0 15,0-3 0-15,0 3 0 0,-1-2 0 16,1-3 0-16,2-2 0 15,0-3 0-15,0-5 0 0,0-5 0 16,0-4 0-16,2-2-157 0,1-2-991 16,-1 0-137-16,6-6-560 0</inkml:trace>
  <inkml:trace contextRef="#ctx0" brushRef="#br1" timeOffset="174286.93">31544 13319 5474 0,'0'0'744'16,"0"0"-163"-16,0 0 3 0,-20 45-152 16,11-26-55-16,1 0-377 0,4 2 0 15,2 2 0-15,2 1 0 0,0-1 0 16,2 3 0-16,-2 0 0 16,0 1 0-16,0 1 0 0,-2-2 0 15,-2-4 0-15,2-4 0 0,0-4 0 16,0-4 0-16,-1-4 0 15,1-2-225-15,0-4-135 0,0 0-977 16,0 0-323-16,-2-9-1038 0</inkml:trace>
  <inkml:trace contextRef="#ctx0" brushRef="#br1" timeOffset="174703.62">31433 13393 2381 0,'0'0'2261'0,"0"0"-965"15,0 0-515-15,0 0-117 16,0 0 80-16,0 0-679 0,0 0-65 16,0 0 0-16,0 0 0 0,0 0 0 15,-42 4 0-15,26 18 0 0,-5 6 0 16,2 0 0-16,3-3 0 16,4-1 0-16,3-7 0 0,5-2 0 15,4-6 0-15,0-2 0 0,8-4 0 16,9-3 0-16,4-3 0 15,5-4 0-15,3-5 0 0,0-2 0 16,0 1 0-16,-2 2 0 0,-4 3 0 16,-7 2 0-16,-5 4 0 0,-9 1 0 15,-2 1 0-15,0 1 0 0,-6 6 0 16,-9 5 0-16,-8 5 0 0,-1 4 0 16,-5 0 0-16,6-2 0 0,4-1 0 15,3-2 0-15,-1 0 0 0,5-3 0 16,2 0 0-16,-1-2 0 15,7-3 0-15,0-1 0 0,4-2 0 16,0-2 0-16,0 0 0 0,0 0 0 16,8-3 0-16,5-2 0 0,5-11 0 15,1 0-1385-15,-3-3-1397 0</inkml:trace>
  <inkml:trace contextRef="#ctx0" brushRef="#br1" timeOffset="208839.85">22877 6103 4590 0,'0'0'820'15,"4"45"-300"-15,-4-18-104 0,-4 4 17 16,-4-2-325-16,-3-2 0 0,1 0 68 16,2-3-144-16,1-5-4 0,3-6-16 15,4-5 4-15,0-4-16 16,4-4 104-16,9-1 44 0,10-11 132 15,8-8 121-15,8-10-401 0,2-6 0 16,7-4 0-16,16-6 0 0,21-4 0 16,30-4 0-16,26-3 0 15,24-1 0-15,9 0 0 0,-3-2 0 16,-42 15 0-16,-9 0-3446 0</inkml:trace>
  <inkml:trace contextRef="#ctx0" brushRef="#br1" timeOffset="211205.08">14108 7526 4938 0,'0'0'644'15,"0"0"80"-15,0 0-399 0,0 0-185 16,0 46 104-16,0-13 0 0,-2 4-228 16,-2 0 4-16,0-7 36 0,4-4-44 15,8-4 68-15,-2-8 64 16,9-7-80-16,3-7 44 0,3-4 168 15,4-11-119-15,8-11-157 0,4-11 0 16,4-8 0-16,7-7 0 0,4-7 0 16,6 0-37-16,10-7-735 0,-15 18-1449 15,3-3 428-15</inkml:trace>
  <inkml:trace contextRef="#ctx0" brushRef="#br1" timeOffset="-197058.46">10441 10285 1256 0,'0'0'144'0,"0"0"-144"0,0 0 56 15,0 0 753-15,0 0-693 0,0 0 92 16,0 0 332-16,0 0-200 15,0 0-88-15,-27-5 164 0,23 3-143 16,2-4-13-16,-2 3 244 0,0-2-88 16,2 1-60-16,-3 1 176 0,5 0-279 15,-4 3-45-15,4-1 72 16,-2 1-184-16,2 0-24 0,0 0-32 16,0 0-36-16,6 1-4 0,1 3 0 15,7 2 4-15,11 0-4 0,8-2 48 16,4 1-44-16,11-2 20 0,-1 0-16 15,5 1-4-15,6-1-4 0,4 1 0 16,2-1-4-16,4 2 4 0,5-1 0 16,7 2 8-16,-1-2-8 0,5 1 20 15,5 1-4-15,4 0-4 16,2-1 36-16,1 1-44 0,3-3 8 16,-4 2-8-16,4-1 4 0,7-1-8 15,-7 3 0-15,2-2 0 0,2 0 0 16,-1 1 0-16,3 1 0 15,1-3 0-15,3 1 0 0,5 0 4 16,2-4-4-16,1 1 0 0,7 0 0 16,-2-1 0-16,0 0 0 0,4 1 0 15,0 3 0-15,-2-1 0 16,3 2 0-16,-5 1 0 0,-3-4 0 16,3 3 4-16,2-4-4 0,-6 3 0 15,6-1 4-15,-2 1-4 0,-6-1 0 16,-6 1-4-16,1 1 4 0,-7-3 0 15,-5 1-36-15,-4-2 0 0,-10-1-120 16,-11 0-136-16,-6-5-248 0,-26-1-1385 16,-5-4-693-16</inkml:trace>
  <inkml:trace contextRef="#ctx0" brushRef="#br1" timeOffset="-196424.44">11665 9131 5730 0,'0'0'44'0,"0"0"132"0,0 0-152 16,41 23-24-16,-4-13 84 0,11-2-60 15,-1-1 72-15,9-1 184 0,4 1-71 16,8-3 3-16,11-1 144 0,6 2-204 16,8-5-16-16,12 2 8 15,11-2-136-15,10 0 0 0,6-1 8 16,13-2 0-16,4-1-16 0,14-2 0 15,5 2 0-15,5 1 0 0,5 0 4 16,6 2 0-16,6-1-4 0,-2 2 8 16,13 0-4-16,3-1-4 0,1 1 8 15,6 0-4-15,4 1-4 16,-4 1 0-16,8 2 16 0,2 3-16 16,0 2 52-16,0 0-36 0,-6 2-12 15,7 1 0-15,-8-1 4 0,6 1-8 16,-5 1 4-16,0-1 0 0,0-3-4 15,-3 1 0-15,1-2-28 16,-2 2 28-16,-4-3-4 0,-7-1-20 16,-11-2 0-16,-12-1-124 0,-15-3-196 15,-49 0-124-15,-16-7-1753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A3BA6-4B22-4D69-91C4-B87C21B5C3D7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46E657-D090-47BC-894B-7F7404E1AFDB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F462FA-5168-4DFC-A8AA-E1636F6F1807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28D0C9-320A-4AE1-85D8-ED11977E8C12}" type="datetime1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2456FE-1047-4D97-88F7-9D840A87DE2B}" type="datetime1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B26AF-43C9-4A52-AF06-A2AC06E43B1C}" type="datetime1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582E4D-5E9F-4458-938C-864B706F95FF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5A1BD-EBEB-4A8E-B449-2911DE41084B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2FFE65-DFA4-43A3-A834-4788946F3021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FC2D8-0CF3-496F-8CED-E9AD4C92185B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 dirty="0"/>
              <a:t>Waves in ducts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en.wikipedia.org/wiki/MIL-S-90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6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15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70.png"/><Relationship Id="rId5" Type="http://schemas.openxmlformats.org/officeDocument/2006/relationships/image" Target="../media/image26.png"/><Relationship Id="rId10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customXml" Target="../ink/ink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20.png"/><Relationship Id="rId10" Type="http://schemas.openxmlformats.org/officeDocument/2006/relationships/image" Target="../media/image36.png"/><Relationship Id="rId4" Type="http://schemas.openxmlformats.org/officeDocument/2006/relationships/image" Target="../media/image34.png"/><Relationship Id="rId9" Type="http://schemas.openxmlformats.org/officeDocument/2006/relationships/customXml" Target="../ink/ink1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8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7.png"/><Relationship Id="rId5" Type="http://schemas.openxmlformats.org/officeDocument/2006/relationships/image" Target="../media/image360.png"/><Relationship Id="rId4" Type="http://schemas.openxmlformats.org/officeDocument/2006/relationships/image" Target="../media/image340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7" Type="http://schemas.openxmlformats.org/officeDocument/2006/relationships/image" Target="../media/image42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customXml" Target="../ink/ink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750ACE-E715-96BC-8081-7B355891E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300" r="1300"/>
          <a:stretch/>
        </p:blipFill>
        <p:spPr>
          <a:xfrm>
            <a:off x="-26328" y="0"/>
            <a:ext cx="12244656" cy="688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Vibration isolation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Shock and four-pole parameters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D65EB3-2468-0955-C5D4-5402F53B8AF4}"/>
                  </a:ext>
                </a:extLst>
              </p14:cNvPr>
              <p14:cNvContentPartPr/>
              <p14:nvPr/>
            </p14:nvContentPartPr>
            <p14:xfrm>
              <a:off x="3389760" y="3165480"/>
              <a:ext cx="5492880" cy="289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D65EB3-2468-0955-C5D4-5402F53B8A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0400" y="3156120"/>
                <a:ext cx="5511600" cy="30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84B4-DE0B-3BC2-585C-0F0E62B2A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5FF4-79AC-A7D7-E8DD-FF83506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05BC-3664-C985-D345-435B095B6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3162F-B8F3-C1BD-FFFA-B6846E25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ED4FA-4189-D2EB-CE90-001BB368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ABEB9F-7C1C-2B54-51B1-7659222DDAAD}"/>
              </a:ext>
            </a:extLst>
          </p:cNvPr>
          <p:cNvSpPr txBox="1">
            <a:spLocks/>
          </p:cNvSpPr>
          <p:nvPr/>
        </p:nvSpPr>
        <p:spPr>
          <a:xfrm>
            <a:off x="152400" y="1253095"/>
            <a:ext cx="10515600" cy="503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Response to a transient event, usually large forces over a short time.</a:t>
            </a:r>
          </a:p>
          <a:p>
            <a:r>
              <a:rPr lang="en-US" dirty="0"/>
              <a:t>Types of shock events:</a:t>
            </a:r>
          </a:p>
          <a:p>
            <a:pPr lvl="1"/>
            <a:r>
              <a:rPr lang="en-US" dirty="0"/>
              <a:t>Impact</a:t>
            </a:r>
          </a:p>
          <a:p>
            <a:pPr lvl="1"/>
            <a:r>
              <a:rPr lang="en-US" dirty="0"/>
              <a:t>Drop</a:t>
            </a:r>
          </a:p>
          <a:p>
            <a:pPr lvl="1"/>
            <a:r>
              <a:rPr lang="en-US" dirty="0"/>
              <a:t>Explosion</a:t>
            </a:r>
          </a:p>
          <a:p>
            <a:pPr lvl="1"/>
            <a:r>
              <a:rPr lang="en-US" dirty="0"/>
              <a:t>Earthquake</a:t>
            </a:r>
          </a:p>
          <a:p>
            <a:r>
              <a:rPr lang="en-US" dirty="0"/>
              <a:t>Common questions:</a:t>
            </a:r>
          </a:p>
          <a:p>
            <a:pPr lvl="1"/>
            <a:r>
              <a:rPr lang="en-US" dirty="0"/>
              <a:t>Will it survive?</a:t>
            </a:r>
          </a:p>
          <a:p>
            <a:pPr lvl="1"/>
            <a:r>
              <a:rPr lang="en-US" dirty="0"/>
              <a:t>How much damage is expected?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F8D8EB-B659-82FB-2F50-9EBB3AE8A431}"/>
                  </a:ext>
                </a:extLst>
              </p14:cNvPr>
              <p14:cNvContentPartPr/>
              <p14:nvPr/>
            </p14:nvContentPartPr>
            <p14:xfrm>
              <a:off x="3020400" y="4678200"/>
              <a:ext cx="2684880" cy="661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F8D8EB-B659-82FB-2F50-9EBB3AE8A4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1040" y="4668840"/>
                <a:ext cx="2703600" cy="6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21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BAD2-F468-C465-257E-351B5150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1F0E-4FD1-ECDE-57A4-267998DE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932D-80D1-9B5D-6767-4552CD9BD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2686F-6DF3-5FFB-1772-5FAAE682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E0A0B-99B6-2132-BDC7-AB1A0F67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880284-F7E3-3A40-9903-7F67B547E4C9}"/>
              </a:ext>
            </a:extLst>
          </p:cNvPr>
          <p:cNvSpPr txBox="1">
            <a:spLocks/>
          </p:cNvSpPr>
          <p:nvPr/>
        </p:nvSpPr>
        <p:spPr>
          <a:xfrm>
            <a:off x="152400" y="1253095"/>
            <a:ext cx="10515600" cy="503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the shock event and see what happens.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>
                <a:hlinkClick r:id="rId2"/>
              </a:rPr>
              <a:t>Explosive shock testing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if we cannot test all possible events?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7DBD8-5618-0527-299D-14E857EDD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546" y="1384810"/>
            <a:ext cx="3667897" cy="54731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0BFEEB-C2BC-42AB-60A8-5C9B2BED377D}"/>
                  </a:ext>
                </a:extLst>
              </p14:cNvPr>
              <p14:cNvContentPartPr/>
              <p14:nvPr/>
            </p14:nvContentPartPr>
            <p14:xfrm>
              <a:off x="8427600" y="2279520"/>
              <a:ext cx="2056680" cy="605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0BFEEB-C2BC-42AB-60A8-5C9B2BED37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18240" y="2270160"/>
                <a:ext cx="2075400" cy="6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852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C864-0244-32C8-F7E5-99B6B184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6543D42-16B2-9364-CABD-383F89424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the base has acceleration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the relative displacement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0" dirty="0"/>
                  <a:t>To analyze a new (untested) shock event:</a:t>
                </a:r>
              </a:p>
              <a:p>
                <a:pPr lvl="1"/>
                <a:r>
                  <a:rPr lang="en-US" dirty="0"/>
                  <a:t>Estimate or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lvl="1"/>
                <a:r>
                  <a:rPr lang="en-US" dirty="0"/>
                  <a:t>Find maximum relative displacement and/or acceleration.</a:t>
                </a:r>
              </a:p>
              <a:p>
                <a:pPr lvl="1"/>
                <a:r>
                  <a:rPr lang="en-US" b="0" dirty="0"/>
                  <a:t>If less than a previously tested event, it will probably survive.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6543D42-16B2-9364-CABD-383F89424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F2A10D1-14F7-4A7B-D264-F45E6753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1DCE-D0C9-3592-79A0-2D2F2632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71E9C-56CA-787D-F552-7F3F4872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4F5AD3-B136-4406-ED55-AE0CE7967646}"/>
                  </a:ext>
                </a:extLst>
              </p14:cNvPr>
              <p14:cNvContentPartPr/>
              <p14:nvPr/>
            </p14:nvContentPartPr>
            <p14:xfrm>
              <a:off x="1361880" y="1397160"/>
              <a:ext cx="10061280" cy="398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4F5AD3-B136-4406-ED55-AE0CE79676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2520" y="1387800"/>
                <a:ext cx="10080000" cy="400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525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4F08-5EF9-4F28-E7D9-FE0D6F6D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DA63813-5CD6-ECD7-8419-C53B1086D8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DA63813-5CD6-ECD7-8419-C53B1086D8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39291CA-B593-0277-5FAC-F7E09915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0DC1B-7045-B494-CF35-0D39F507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15C9F-702C-4EA9-0888-026CA98B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DE118F-4BD5-B540-DF6A-5EC5BDF2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08" y="2136689"/>
            <a:ext cx="5334000" cy="400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62B7A7-22F1-626A-6537-77D6B7900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908" y="2136689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8E1283-1A8F-52B2-8782-317AD2B0667E}"/>
                  </a:ext>
                </a:extLst>
              </p14:cNvPr>
              <p14:cNvContentPartPr/>
              <p14:nvPr/>
            </p14:nvContentPartPr>
            <p14:xfrm>
              <a:off x="714240" y="201240"/>
              <a:ext cx="10645200" cy="553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8E1283-1A8F-52B2-8782-317AD2B066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4880" y="191880"/>
                <a:ext cx="10663920" cy="555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532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E9CD-F5C7-FCE2-2D61-88C9B327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B862DFA-AC3D-9587-45D7-17EE711654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B862DFA-AC3D-9587-45D7-17EE711654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7452E65-BF51-1156-BDE6-CB1D05A2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6105F-766B-6DA6-B15D-AA392A8B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0B142-D072-3A82-727A-63984D02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F25E8-178D-8F15-2B7B-34F556A71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90" y="2136689"/>
            <a:ext cx="5334000" cy="400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0CE60D-F89D-87F0-BCEE-D82AE3139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684" y="2089321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EC5C46-165D-4C3A-9521-3629148AC561}"/>
                  </a:ext>
                </a:extLst>
              </p14:cNvPr>
              <p14:cNvContentPartPr/>
              <p14:nvPr/>
            </p14:nvContentPartPr>
            <p14:xfrm>
              <a:off x="1393200" y="1930320"/>
              <a:ext cx="8948160" cy="331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EC5C46-165D-4C3A-9521-3629148AC5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3840" y="1920960"/>
                <a:ext cx="8966880" cy="333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221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A372A-D936-1ADE-2DDC-FCBB3F85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EF9268-2E12-8447-CDE8-EEF9C2B6F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multiple systems or a system with several different modes, you can pre-calculate the response for many different damping ratios and natural frequencies.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85AD-A3C5-2100-E9C6-8FEC4E68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E026C6-5B1E-B10B-6673-B86C3443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796BF-EB40-C4AA-9136-E5B73847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464E77-3CD8-7F9B-3C66-5958C2279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388887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2ABC92-EEE4-D344-C274-982ED9A449FD}"/>
                  </a:ext>
                </a:extLst>
              </p14:cNvPr>
              <p14:cNvContentPartPr/>
              <p14:nvPr/>
            </p14:nvContentPartPr>
            <p14:xfrm>
              <a:off x="439200" y="1529640"/>
              <a:ext cx="9329040" cy="427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2ABC92-EEE4-D344-C274-982ED9A449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9840" y="1520280"/>
                <a:ext cx="9347760" cy="429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9572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319A-5DEC-728B-26DA-CD9ACDCC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231FED-61CA-373A-E3E4-9EB4A7091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maximum response for each simulation to produce the “shock response spectrum” for that loading condition.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0DDB1-293B-68AD-2562-72A38F5D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A5823-1E79-0DF5-6861-3ED94006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180BC-B243-AF64-9B41-4A5AC228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7A44D-0C84-BA93-3715-891F8C8A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44" y="2246270"/>
            <a:ext cx="5334000" cy="4000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0F2A39-A00A-7C1A-F9DA-78BDAFD93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91480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8836AB-690A-EB34-4645-618EB368A7B9}"/>
                  </a:ext>
                </a:extLst>
              </p14:cNvPr>
              <p14:cNvContentPartPr/>
              <p14:nvPr/>
            </p14:nvContentPartPr>
            <p14:xfrm>
              <a:off x="1250280" y="2498400"/>
              <a:ext cx="8542440" cy="371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8836AB-690A-EB34-4645-618EB368A7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0920" y="2489040"/>
                <a:ext cx="8561160" cy="373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5996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7DF3-8B8B-469E-BEB8-616EA798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C1FD6A-4E50-FCEF-1438-E88585158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maximum response for each simulation to produce the “shock response spectrum” for that loading condition.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3999E-F0F3-39C4-3153-35392A6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3282C-E07B-FA9A-ED24-3A93BBA2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8A53F-DDE8-A7D5-A902-AE86F8CC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D8BE0C-6162-9FC9-0C99-1241B0C66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36689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EAFDEBF-B84D-35D9-49AF-C32F0A33D616}"/>
                  </a:ext>
                </a:extLst>
              </p14:cNvPr>
              <p14:cNvContentPartPr/>
              <p14:nvPr/>
            </p14:nvContentPartPr>
            <p14:xfrm>
              <a:off x="2219040" y="2076480"/>
              <a:ext cx="3130200" cy="3062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EAFDEBF-B84D-35D9-49AF-C32F0A33D6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9680" y="2067120"/>
                <a:ext cx="3148920" cy="308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0140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1FBD-EA43-DC56-8C32-E16E3922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558DB1-7C66-EC03-2DF5-1B1209739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Two different mounts are candidates for a machine. For both mounts, the machine survives shock testing under load condition A. Which mount will most likely also survive load condition B?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F2454-8767-F0B9-4E76-92406173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F1C33-CDE9-1FCA-C081-6A9DCE4D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9D7D0-4B8A-08D3-2035-89F3249E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BCAB85-8A30-9A4E-B40E-E6DBB232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195"/>
          <a:stretch/>
        </p:blipFill>
        <p:spPr>
          <a:xfrm>
            <a:off x="1472514" y="4241886"/>
            <a:ext cx="5334000" cy="1392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E42EB2-449F-2B23-1492-F79351D3D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195"/>
          <a:stretch/>
        </p:blipFill>
        <p:spPr>
          <a:xfrm>
            <a:off x="1472514" y="2703064"/>
            <a:ext cx="5334000" cy="13923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7F863B-7158-F685-44EE-EF2517A2AC66}"/>
              </a:ext>
            </a:extLst>
          </p:cNvPr>
          <p:cNvSpPr txBox="1"/>
          <p:nvPr/>
        </p:nvSpPr>
        <p:spPr>
          <a:xfrm>
            <a:off x="1138882" y="2849520"/>
            <a:ext cx="537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F90B26-4329-FB41-0ECB-3E64A48F558D}"/>
              </a:ext>
            </a:extLst>
          </p:cNvPr>
          <p:cNvSpPr txBox="1"/>
          <p:nvPr/>
        </p:nvSpPr>
        <p:spPr>
          <a:xfrm>
            <a:off x="1138882" y="4493354"/>
            <a:ext cx="537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77C47C6-595B-43E0-6324-6B38DE537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459423"/>
              </p:ext>
            </p:extLst>
          </p:nvPr>
        </p:nvGraphicFramePr>
        <p:xfrm>
          <a:off x="8102600" y="3051005"/>
          <a:ext cx="3251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50DF10C-FA5A-22DF-A303-D3BC62FD8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45167"/>
              </p:ext>
            </p:extLst>
          </p:nvPr>
        </p:nvGraphicFramePr>
        <p:xfrm>
          <a:off x="8102600" y="4439835"/>
          <a:ext cx="32512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9958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789A0E8-4C41-478C-3CA0-08287C847994}"/>
              </a:ext>
            </a:extLst>
          </p:cNvPr>
          <p:cNvSpPr txBox="1"/>
          <p:nvPr/>
        </p:nvSpPr>
        <p:spPr>
          <a:xfrm>
            <a:off x="8781535" y="2647178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Single-stage mount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168C86-37E8-D991-8565-0ED62F366033}"/>
              </a:ext>
            </a:extLst>
          </p:cNvPr>
          <p:cNvSpPr txBox="1"/>
          <p:nvPr/>
        </p:nvSpPr>
        <p:spPr>
          <a:xfrm>
            <a:off x="8781534" y="4010016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Two-stage mount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01F72E-4E15-A836-8BF3-1FCEED657E57}"/>
                  </a:ext>
                </a:extLst>
              </p14:cNvPr>
              <p14:cNvContentPartPr/>
              <p14:nvPr/>
            </p14:nvContentPartPr>
            <p14:xfrm>
              <a:off x="1134000" y="60480"/>
              <a:ext cx="10507320" cy="4837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01F72E-4E15-A836-8BF3-1FCEED657E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4640" y="51120"/>
                <a:ext cx="10526040" cy="485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8994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A570-D483-E043-FD13-1577E5C4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C240-F0F6-2D97-EFC1-0593F84F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2019D-D6B7-6F94-A058-0EA1F0C0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67F0B-6816-6ED8-6AD1-3661E21E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C72C7-0D6C-4446-7456-DB6833AD6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591467"/>
            <a:ext cx="5334000" cy="400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0996D3-E580-031E-71D6-6075B8B92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1" y="2591467"/>
            <a:ext cx="5334000" cy="40005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E17541-E2E2-98CB-C41A-72E1CFA2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721136"/>
              </p:ext>
            </p:extLst>
          </p:nvPr>
        </p:nvGraphicFramePr>
        <p:xfrm>
          <a:off x="8341497" y="355686"/>
          <a:ext cx="3251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1A66597-817A-7EAD-0E77-C523E5B20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05223"/>
              </p:ext>
            </p:extLst>
          </p:nvPr>
        </p:nvGraphicFramePr>
        <p:xfrm>
          <a:off x="8356600" y="1478947"/>
          <a:ext cx="32512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9958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1666CC7-C8D5-6F38-1477-CE9491112614}"/>
              </a:ext>
            </a:extLst>
          </p:cNvPr>
          <p:cNvSpPr txBox="1"/>
          <p:nvPr/>
        </p:nvSpPr>
        <p:spPr>
          <a:xfrm>
            <a:off x="9020432" y="-48141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Single-stage mount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17D85-2C19-FEB2-0735-0E5BA59A7CA2}"/>
              </a:ext>
            </a:extLst>
          </p:cNvPr>
          <p:cNvSpPr txBox="1"/>
          <p:nvPr/>
        </p:nvSpPr>
        <p:spPr>
          <a:xfrm>
            <a:off x="8998466" y="1132243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Two-stage mount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34F442-F8B8-80DC-6FC7-38C53CC86F40}"/>
              </a:ext>
            </a:extLst>
          </p:cNvPr>
          <p:cNvSpPr/>
          <p:nvPr/>
        </p:nvSpPr>
        <p:spPr>
          <a:xfrm>
            <a:off x="2421924" y="5365121"/>
            <a:ext cx="197708" cy="203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F0BC9B-F8A4-5319-D3EA-04F6B02E4D01}"/>
              </a:ext>
            </a:extLst>
          </p:cNvPr>
          <p:cNvSpPr/>
          <p:nvPr/>
        </p:nvSpPr>
        <p:spPr>
          <a:xfrm>
            <a:off x="7850659" y="5405642"/>
            <a:ext cx="197708" cy="203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B20808-4F29-2933-59C7-7FC5714DF7D2}"/>
              </a:ext>
            </a:extLst>
          </p:cNvPr>
          <p:cNvSpPr/>
          <p:nvPr/>
        </p:nvSpPr>
        <p:spPr>
          <a:xfrm>
            <a:off x="1970216" y="5273150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AAED95-BB3D-86A1-C635-4FCBFB4EF9AF}"/>
              </a:ext>
            </a:extLst>
          </p:cNvPr>
          <p:cNvSpPr/>
          <p:nvPr/>
        </p:nvSpPr>
        <p:spPr>
          <a:xfrm>
            <a:off x="2873632" y="5305433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1C77CB-5202-B175-46F6-97BF77AB6A31}"/>
              </a:ext>
            </a:extLst>
          </p:cNvPr>
          <p:cNvSpPr/>
          <p:nvPr/>
        </p:nvSpPr>
        <p:spPr>
          <a:xfrm>
            <a:off x="7398951" y="5596433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A69DE2-D72E-BBE3-E8D8-8EDE927639E4}"/>
              </a:ext>
            </a:extLst>
          </p:cNvPr>
          <p:cNvSpPr/>
          <p:nvPr/>
        </p:nvSpPr>
        <p:spPr>
          <a:xfrm>
            <a:off x="8257746" y="5614579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41E823-3F6B-F09F-364F-37B9090B3317}"/>
                  </a:ext>
                </a:extLst>
              </p14:cNvPr>
              <p14:cNvContentPartPr/>
              <p14:nvPr/>
            </p14:nvContentPartPr>
            <p14:xfrm>
              <a:off x="483120" y="587880"/>
              <a:ext cx="11548080" cy="549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41E823-3F6B-F09F-364F-37B9090B33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760" y="578520"/>
                <a:ext cx="11566800" cy="550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6088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DEDB2-B2ED-B22D-A3B4-1D05E188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9B57-F7E7-931D-12CB-804A0C81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up complex systems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4ECCE-EDF1-3CC3-8E30-A9A8EFAA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E30BD-6F89-3EBA-CDA2-81BC277A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72E429-B4E8-7BFD-16D1-9C39BD280A84}"/>
              </a:ext>
            </a:extLst>
          </p:cNvPr>
          <p:cNvSpPr/>
          <p:nvPr/>
        </p:nvSpPr>
        <p:spPr>
          <a:xfrm>
            <a:off x="2365306" y="1321770"/>
            <a:ext cx="1194321" cy="646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6EF314-7B77-D11A-CA1E-68968F218DE1}"/>
              </a:ext>
            </a:extLst>
          </p:cNvPr>
          <p:cNvSpPr/>
          <p:nvPr/>
        </p:nvSpPr>
        <p:spPr>
          <a:xfrm>
            <a:off x="2169363" y="2542852"/>
            <a:ext cx="1586206" cy="8484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Raft 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4666E4-93B6-0DC6-3463-06E8FC598F7E}"/>
              </a:ext>
            </a:extLst>
          </p:cNvPr>
          <p:cNvCxnSpPr/>
          <p:nvPr/>
        </p:nvCxnSpPr>
        <p:spPr>
          <a:xfrm>
            <a:off x="1021699" y="5299788"/>
            <a:ext cx="388153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50D8B9D-341B-CC6B-EFE9-C9FC7357B00E}"/>
              </a:ext>
            </a:extLst>
          </p:cNvPr>
          <p:cNvSpPr/>
          <p:nvPr/>
        </p:nvSpPr>
        <p:spPr>
          <a:xfrm>
            <a:off x="2169363" y="3970363"/>
            <a:ext cx="1586206" cy="8484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Raft 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B45160-3237-53A9-4667-0401ACC3B2EF}"/>
                  </a:ext>
                </a:extLst>
              </p14:cNvPr>
              <p14:cNvContentPartPr/>
              <p14:nvPr/>
            </p14:nvContentPartPr>
            <p14:xfrm>
              <a:off x="1023840" y="758160"/>
              <a:ext cx="5129280" cy="469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B45160-3237-53A9-4667-0401ACC3B2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4480" y="748800"/>
                <a:ext cx="5148000" cy="471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103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0E03-EED9-6FB6-58B5-1B788712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41D7-AD35-380D-843E-2207A265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6AD48-9F10-C07C-7F6C-288F4E11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four pole parameters for duct acoustics</a:t>
            </a:r>
          </a:p>
          <a:p>
            <a:r>
              <a:rPr lang="en-US" dirty="0"/>
              <a:t>Useful when combining multiple systems together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6B1A5-9D01-AE17-44EA-B29B81A1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4DA3C-C7F3-8C23-F854-FA60E259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0E2319B-B5E3-0094-DF38-AF0F510C50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240069"/>
                <a:ext cx="4163452" cy="13377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0E2319B-B5E3-0094-DF38-AF0F510C5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40069"/>
                <a:ext cx="4163452" cy="13377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0D95508-FF05-5B31-921C-45347BB8E3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48" t="17967" r="13901" b="22282"/>
          <a:stretch/>
        </p:blipFill>
        <p:spPr>
          <a:xfrm>
            <a:off x="838200" y="2415185"/>
            <a:ext cx="4498637" cy="13377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98C60A8-997B-8082-FEEC-3AECCCEA5D6F}"/>
                  </a:ext>
                </a:extLst>
              </p14:cNvPr>
              <p14:cNvContentPartPr/>
              <p14:nvPr/>
            </p14:nvContentPartPr>
            <p14:xfrm>
              <a:off x="1919880" y="5164920"/>
              <a:ext cx="2205360" cy="1078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98C60A8-997B-8082-FEEC-3AECCCEA5D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0520" y="5155560"/>
                <a:ext cx="2224080" cy="10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6436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4EAF-2C6E-8407-9C66-548958EF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CA68-1E32-3AFA-EEF6-62DAB811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8B92C-CFA0-C982-294A-BC743D2B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0033E-C784-629F-379F-48C26A1C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8187A2-9B58-59A1-BF77-42287DF65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35" y="937783"/>
            <a:ext cx="5163271" cy="16194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D79755-E981-F2A8-DA49-AC38C1902D04}"/>
                  </a:ext>
                </a:extLst>
              </p:cNvPr>
              <p:cNvSpPr txBox="1"/>
              <p:nvPr/>
            </p:nvSpPr>
            <p:spPr>
              <a:xfrm>
                <a:off x="6672944" y="1217473"/>
                <a:ext cx="3309256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D79755-E981-F2A8-DA49-AC38C1902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944" y="1217473"/>
                <a:ext cx="3309256" cy="972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AEA90D2-62B9-AFD0-C6AF-30683D132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35" y="2837328"/>
            <a:ext cx="5163271" cy="16194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8029533-F671-1686-E819-43D084C1977E}"/>
              </a:ext>
            </a:extLst>
          </p:cNvPr>
          <p:cNvSpPr/>
          <p:nvPr/>
        </p:nvSpPr>
        <p:spPr>
          <a:xfrm>
            <a:off x="1978690" y="2992403"/>
            <a:ext cx="2751589" cy="144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6263A3-2D4C-F9B7-24AD-611798C9F4A8}"/>
              </a:ext>
            </a:extLst>
          </p:cNvPr>
          <p:cNvCxnSpPr/>
          <p:nvPr/>
        </p:nvCxnSpPr>
        <p:spPr>
          <a:xfrm>
            <a:off x="1541953" y="3397493"/>
            <a:ext cx="149425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05A874-1DF6-1544-C229-95B744B8957B}"/>
              </a:ext>
            </a:extLst>
          </p:cNvPr>
          <p:cNvCxnSpPr/>
          <p:nvPr/>
        </p:nvCxnSpPr>
        <p:spPr>
          <a:xfrm>
            <a:off x="3615432" y="3397493"/>
            <a:ext cx="149425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5F90BC-8ECD-A5A1-BC6C-8B0AE9D2E26C}"/>
              </a:ext>
            </a:extLst>
          </p:cNvPr>
          <p:cNvCxnSpPr>
            <a:cxnSpLocks/>
          </p:cNvCxnSpPr>
          <p:nvPr/>
        </p:nvCxnSpPr>
        <p:spPr>
          <a:xfrm flipV="1">
            <a:off x="3036209" y="3175185"/>
            <a:ext cx="0" cy="44461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72FE96-0201-8047-E30E-175A39C1B6DA}"/>
              </a:ext>
            </a:extLst>
          </p:cNvPr>
          <p:cNvCxnSpPr>
            <a:cxnSpLocks/>
          </p:cNvCxnSpPr>
          <p:nvPr/>
        </p:nvCxnSpPr>
        <p:spPr>
          <a:xfrm flipV="1">
            <a:off x="3615432" y="3189926"/>
            <a:ext cx="0" cy="40051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A73DF8-A078-3671-8FC9-7FAE2AD6778C}"/>
              </a:ext>
            </a:extLst>
          </p:cNvPr>
          <p:cNvCxnSpPr>
            <a:cxnSpLocks/>
          </p:cNvCxnSpPr>
          <p:nvPr/>
        </p:nvCxnSpPr>
        <p:spPr>
          <a:xfrm flipH="1">
            <a:off x="3036210" y="3619801"/>
            <a:ext cx="779669" cy="83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9D480C-C343-DFDA-12D6-410A08CCB446}"/>
              </a:ext>
            </a:extLst>
          </p:cNvPr>
          <p:cNvCxnSpPr>
            <a:cxnSpLocks/>
          </p:cNvCxnSpPr>
          <p:nvPr/>
        </p:nvCxnSpPr>
        <p:spPr>
          <a:xfrm flipH="1">
            <a:off x="3036210" y="3181537"/>
            <a:ext cx="779669" cy="83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5F4D1D-5F47-2CA0-B8A4-2C951FB7DCFB}"/>
                  </a:ext>
                </a:extLst>
              </p:cNvPr>
              <p:cNvSpPr txBox="1"/>
              <p:nvPr/>
            </p:nvSpPr>
            <p:spPr>
              <a:xfrm>
                <a:off x="1800432" y="3741554"/>
                <a:ext cx="33092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5F4D1D-5F47-2CA0-B8A4-2C951FB7D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432" y="3741554"/>
                <a:ext cx="330925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56EC31-E9D0-DEDD-F170-A61264679F9E}"/>
                  </a:ext>
                </a:extLst>
              </p:cNvPr>
              <p:cNvSpPr txBox="1"/>
              <p:nvPr/>
            </p:nvSpPr>
            <p:spPr>
              <a:xfrm>
                <a:off x="6320292" y="3168497"/>
                <a:ext cx="3893018" cy="84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56EC31-E9D0-DEDD-F170-A61264679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292" y="3168497"/>
                <a:ext cx="3893018" cy="8438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F77777AA-B3B8-6AD3-DB6C-5373FFEC8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33" y="4566404"/>
            <a:ext cx="5163271" cy="161947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7A0D5C0-5B25-A87A-8649-B04D141A631C}"/>
              </a:ext>
            </a:extLst>
          </p:cNvPr>
          <p:cNvSpPr/>
          <p:nvPr/>
        </p:nvSpPr>
        <p:spPr>
          <a:xfrm>
            <a:off x="2074821" y="4721479"/>
            <a:ext cx="2751589" cy="144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06B36F-FCB4-9F00-F6D5-96BAB6C888C1}"/>
              </a:ext>
            </a:extLst>
          </p:cNvPr>
          <p:cNvCxnSpPr>
            <a:cxnSpLocks/>
          </p:cNvCxnSpPr>
          <p:nvPr/>
        </p:nvCxnSpPr>
        <p:spPr>
          <a:xfrm>
            <a:off x="1663251" y="5126569"/>
            <a:ext cx="113353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69985E-DBFB-8CD3-D9E0-CF3FC4D7B196}"/>
              </a:ext>
            </a:extLst>
          </p:cNvPr>
          <p:cNvCxnSpPr>
            <a:cxnSpLocks/>
          </p:cNvCxnSpPr>
          <p:nvPr/>
        </p:nvCxnSpPr>
        <p:spPr>
          <a:xfrm>
            <a:off x="3937177" y="5126569"/>
            <a:ext cx="129380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282294-65CE-7A51-214C-E3566EE6A768}"/>
              </a:ext>
            </a:extLst>
          </p:cNvPr>
          <p:cNvCxnSpPr>
            <a:cxnSpLocks/>
          </p:cNvCxnSpPr>
          <p:nvPr/>
        </p:nvCxnSpPr>
        <p:spPr>
          <a:xfrm flipV="1">
            <a:off x="3937177" y="4926312"/>
            <a:ext cx="0" cy="62078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4838FB-C0EE-6909-C94E-6D491E720221}"/>
              </a:ext>
            </a:extLst>
          </p:cNvPr>
          <p:cNvCxnSpPr>
            <a:cxnSpLocks/>
          </p:cNvCxnSpPr>
          <p:nvPr/>
        </p:nvCxnSpPr>
        <p:spPr>
          <a:xfrm flipH="1">
            <a:off x="2767674" y="5547097"/>
            <a:ext cx="116950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A2EFEA-31A9-3D24-A906-A62B534A966E}"/>
              </a:ext>
            </a:extLst>
          </p:cNvPr>
          <p:cNvCxnSpPr>
            <a:cxnSpLocks/>
          </p:cNvCxnSpPr>
          <p:nvPr/>
        </p:nvCxnSpPr>
        <p:spPr>
          <a:xfrm flipH="1" flipV="1">
            <a:off x="2818518" y="4912111"/>
            <a:ext cx="111865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2BDF9C8-14B6-2DF8-6F78-7807CA74D3D3}"/>
              </a:ext>
            </a:extLst>
          </p:cNvPr>
          <p:cNvCxnSpPr>
            <a:cxnSpLocks/>
          </p:cNvCxnSpPr>
          <p:nvPr/>
        </p:nvCxnSpPr>
        <p:spPr>
          <a:xfrm flipV="1">
            <a:off x="2818518" y="4912111"/>
            <a:ext cx="0" cy="664887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B5974C-A8AA-369A-C513-6A94A246B918}"/>
                  </a:ext>
                </a:extLst>
              </p:cNvPr>
              <p:cNvSpPr txBox="1"/>
              <p:nvPr/>
            </p:nvSpPr>
            <p:spPr>
              <a:xfrm>
                <a:off x="1771416" y="5644257"/>
                <a:ext cx="33092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B5974C-A8AA-369A-C513-6A94A246B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416" y="5644257"/>
                <a:ext cx="330925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B5ADF7-1200-FA4C-4D66-DFDE099A675D}"/>
                  </a:ext>
                </a:extLst>
              </p:cNvPr>
              <p:cNvSpPr txBox="1"/>
              <p:nvPr/>
            </p:nvSpPr>
            <p:spPr>
              <a:xfrm>
                <a:off x="6943462" y="4867099"/>
                <a:ext cx="2873998" cy="634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B5ADF7-1200-FA4C-4D66-DFDE099A6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462" y="4867099"/>
                <a:ext cx="2873998" cy="6345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495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8EA7-3009-51C5-8A94-829E0EC9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41FA-F155-AA21-1B93-7DC89697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4214E-7A99-8935-0A98-6FAC2984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6B1BA-FD43-6FE7-2666-AB8A3AA8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C941C0-CE07-D5B8-F15E-2DAB44286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65" y="1333463"/>
            <a:ext cx="4052096" cy="22689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B93D87-9ECA-7925-FE5D-BA018A1B44BD}"/>
                  </a:ext>
                </a:extLst>
              </p:cNvPr>
              <p:cNvSpPr txBox="1"/>
              <p:nvPr/>
            </p:nvSpPr>
            <p:spPr>
              <a:xfrm>
                <a:off x="6096000" y="2144232"/>
                <a:ext cx="4513682" cy="647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B93D87-9ECA-7925-FE5D-BA018A1B4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44232"/>
                <a:ext cx="4513682" cy="6474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A0CB3B-9DE6-5588-37A8-D14C26D325D1}"/>
                  </a:ext>
                </a:extLst>
              </p14:cNvPr>
              <p14:cNvContentPartPr/>
              <p14:nvPr/>
            </p14:nvContentPartPr>
            <p14:xfrm>
              <a:off x="995760" y="1079280"/>
              <a:ext cx="8579160" cy="2874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A0CB3B-9DE6-5588-37A8-D14C26D325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6400" y="1069920"/>
                <a:ext cx="8597880" cy="28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90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EC7C9-35FA-5EE4-513F-592A9159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B9BC-51CA-C76F-DE27-D1F002FF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114E6-6E1C-536F-91B2-9CC58A89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D2E76-8EBF-2438-E83D-2951966E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E1EE04-317E-B2C7-714E-8D7607495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085" y="1233495"/>
            <a:ext cx="2814007" cy="246889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E8139C7-4E79-A935-B780-96ABC2A64C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32118" y="890523"/>
                <a:ext cx="4975832" cy="21932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E8139C7-4E79-A935-B780-96ABC2A64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118" y="890523"/>
                <a:ext cx="4975832" cy="21932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E68B03-A2D2-1C75-50FB-47171306CAB1}"/>
                  </a:ext>
                </a:extLst>
              </p:cNvPr>
              <p:cNvSpPr txBox="1"/>
              <p:nvPr/>
            </p:nvSpPr>
            <p:spPr>
              <a:xfrm>
                <a:off x="4038600" y="3350945"/>
                <a:ext cx="6162868" cy="2811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E68B03-A2D2-1C75-50FB-47171306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350945"/>
                <a:ext cx="6162868" cy="28117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DDAFB0-20EE-3121-7244-4E566F7954C9}"/>
                  </a:ext>
                </a:extLst>
              </p14:cNvPr>
              <p14:cNvContentPartPr/>
              <p14:nvPr/>
            </p14:nvContentPartPr>
            <p14:xfrm>
              <a:off x="2130480" y="179640"/>
              <a:ext cx="9462600" cy="5194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DDAFB0-20EE-3121-7244-4E566F7954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21120" y="170280"/>
                <a:ext cx="9481320" cy="521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2267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20F6-5423-A7D1-3CF2-8E4322B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90AF-67E0-D7F8-8B2D-9A7158C4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B50C-4E8A-ADF5-A31F-C837B225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B8514-D1BC-6507-BB90-1A69281B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p:pic>
        <p:nvPicPr>
          <p:cNvPr id="3" name="nearResonance">
            <a:hlinkClick r:id="" action="ppaction://media"/>
            <a:extLst>
              <a:ext uri="{FF2B5EF4-FFF2-40B4-BE49-F238E27FC236}">
                <a16:creationId xmlns:a16="http://schemas.microsoft.com/office/drawing/2014/main" id="{4F0665BA-DAD6-43E6-2839-474CA07A8B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3062" t="38285" r="65978" b="12274"/>
          <a:stretch/>
        </p:blipFill>
        <p:spPr>
          <a:xfrm>
            <a:off x="0" y="2558357"/>
            <a:ext cx="1699592" cy="3006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/>
              <p:nvPr/>
            </p:nvSpPr>
            <p:spPr>
              <a:xfrm>
                <a:off x="1245637" y="1036530"/>
                <a:ext cx="6242178" cy="634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37" y="1036530"/>
                <a:ext cx="6242178" cy="6345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5A0C7-4E62-FE21-FD16-2A76A700EEF8}"/>
                  </a:ext>
                </a:extLst>
              </p:cNvPr>
              <p:cNvSpPr txBox="1"/>
              <p:nvPr/>
            </p:nvSpPr>
            <p:spPr>
              <a:xfrm>
                <a:off x="2439955" y="2017159"/>
                <a:ext cx="6242178" cy="3566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</m:d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den>
                                  </m:f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den>
                                  </m:f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5A0C7-4E62-FE21-FD16-2A76A700E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955" y="2017159"/>
                <a:ext cx="6242178" cy="3566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1C30EF-65DF-E024-9640-A44BF008BCBE}"/>
                  </a:ext>
                </a:extLst>
              </p:cNvPr>
              <p:cNvSpPr/>
              <p:nvPr/>
            </p:nvSpPr>
            <p:spPr>
              <a:xfrm>
                <a:off x="396067" y="5594918"/>
                <a:ext cx="9559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1C30EF-65DF-E024-9640-A44BF008BC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7" y="5594918"/>
                <a:ext cx="955967" cy="461665"/>
              </a:xfrm>
              <a:prstGeom prst="rect">
                <a:avLst/>
              </a:prstGeom>
              <a:blipFill>
                <a:blip r:embed="rId7"/>
                <a:stretch>
                  <a:fillRect r="-2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3A3F395-EA6D-C30A-C3EC-48C59396D50C}"/>
                  </a:ext>
                </a:extLst>
              </p:cNvPr>
              <p:cNvSpPr/>
              <p:nvPr/>
            </p:nvSpPr>
            <p:spPr>
              <a:xfrm>
                <a:off x="473012" y="2081804"/>
                <a:ext cx="970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3A3F395-EA6D-C30A-C3EC-48C59396D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12" y="2081804"/>
                <a:ext cx="970201" cy="461665"/>
              </a:xfrm>
              <a:prstGeom prst="rect">
                <a:avLst/>
              </a:prstGeom>
              <a:blipFill>
                <a:blip r:embed="rId8"/>
                <a:stretch>
                  <a:fillRect r="-2075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69CBA88-B38F-09FA-DC7A-E74CA81D5885}"/>
                  </a:ext>
                </a:extLst>
              </p14:cNvPr>
              <p14:cNvContentPartPr/>
              <p14:nvPr/>
            </p14:nvContentPartPr>
            <p14:xfrm>
              <a:off x="200880" y="1124280"/>
              <a:ext cx="10604160" cy="5588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69CBA88-B38F-09FA-DC7A-E74CA81D588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1520" y="1114920"/>
                <a:ext cx="10622880" cy="560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698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20F6-5423-A7D1-3CF2-8E4322B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90AF-67E0-D7F8-8B2D-9A7158C4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B50C-4E8A-ADF5-A31F-C837B225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B8514-D1BC-6507-BB90-1A69281B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p:pic>
        <p:nvPicPr>
          <p:cNvPr id="3" name="nearResonance">
            <a:hlinkClick r:id="" action="ppaction://media"/>
            <a:extLst>
              <a:ext uri="{FF2B5EF4-FFF2-40B4-BE49-F238E27FC236}">
                <a16:creationId xmlns:a16="http://schemas.microsoft.com/office/drawing/2014/main" id="{4F0665BA-DAD6-43E6-2839-474CA07A8B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3062" t="38285" r="65978" b="12274"/>
          <a:stretch/>
        </p:blipFill>
        <p:spPr>
          <a:xfrm>
            <a:off x="0" y="2558357"/>
            <a:ext cx="1699592" cy="3006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/>
              <p:nvPr/>
            </p:nvSpPr>
            <p:spPr>
              <a:xfrm>
                <a:off x="1245637" y="1036530"/>
                <a:ext cx="6242178" cy="1171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37" y="1036530"/>
                <a:ext cx="6242178" cy="11717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1C30EF-65DF-E024-9640-A44BF008BCBE}"/>
                  </a:ext>
                </a:extLst>
              </p:cNvPr>
              <p:cNvSpPr/>
              <p:nvPr/>
            </p:nvSpPr>
            <p:spPr>
              <a:xfrm>
                <a:off x="396067" y="5594918"/>
                <a:ext cx="9559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1C30EF-65DF-E024-9640-A44BF008BC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7" y="5594918"/>
                <a:ext cx="955967" cy="461665"/>
              </a:xfrm>
              <a:prstGeom prst="rect">
                <a:avLst/>
              </a:prstGeom>
              <a:blipFill>
                <a:blip r:embed="rId7"/>
                <a:stretch>
                  <a:fillRect r="-2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3A3F395-EA6D-C30A-C3EC-48C59396D50C}"/>
                  </a:ext>
                </a:extLst>
              </p:cNvPr>
              <p:cNvSpPr/>
              <p:nvPr/>
            </p:nvSpPr>
            <p:spPr>
              <a:xfrm>
                <a:off x="473012" y="2081804"/>
                <a:ext cx="970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3A3F395-EA6D-C30A-C3EC-48C59396D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12" y="2081804"/>
                <a:ext cx="970201" cy="461665"/>
              </a:xfrm>
              <a:prstGeom prst="rect">
                <a:avLst/>
              </a:prstGeom>
              <a:blipFill>
                <a:blip r:embed="rId8"/>
                <a:stretch>
                  <a:fillRect r="-2075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D07B71F-3A9C-F78B-FB3C-CA1D9F464FD3}"/>
                  </a:ext>
                </a:extLst>
              </p14:cNvPr>
              <p14:cNvContentPartPr/>
              <p14:nvPr/>
            </p14:nvContentPartPr>
            <p14:xfrm>
              <a:off x="544680" y="369360"/>
              <a:ext cx="10415880" cy="5417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D07B71F-3A9C-F78B-FB3C-CA1D9F464FD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5320" y="360000"/>
                <a:ext cx="10434600" cy="54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310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20F6-5423-A7D1-3CF2-8E4322B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90AF-67E0-D7F8-8B2D-9A7158C4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B50C-4E8A-ADF5-A31F-C837B225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B8514-D1BC-6507-BB90-1A69281B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/>
              <p:nvPr/>
            </p:nvSpPr>
            <p:spPr>
              <a:xfrm>
                <a:off x="2508466" y="1194055"/>
                <a:ext cx="6242178" cy="1170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466" y="1194055"/>
                <a:ext cx="6242178" cy="11702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D1CADC-C28D-D6C5-DD05-091866AD0C8D}"/>
                  </a:ext>
                </a:extLst>
              </p:cNvPr>
              <p:cNvSpPr/>
              <p:nvPr/>
            </p:nvSpPr>
            <p:spPr>
              <a:xfrm>
                <a:off x="334697" y="6056583"/>
                <a:ext cx="9559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D1CADC-C28D-D6C5-DD05-091866AD0C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97" y="6056583"/>
                <a:ext cx="955967" cy="461665"/>
              </a:xfrm>
              <a:prstGeom prst="rect">
                <a:avLst/>
              </a:prstGeom>
              <a:blipFill>
                <a:blip r:embed="rId5"/>
                <a:stretch>
                  <a:fillRect r="-2165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E792F62-2ADC-A3AF-48B2-BD196861D865}"/>
                  </a:ext>
                </a:extLst>
              </p:cNvPr>
              <p:cNvSpPr/>
              <p:nvPr/>
            </p:nvSpPr>
            <p:spPr>
              <a:xfrm>
                <a:off x="473012" y="1872926"/>
                <a:ext cx="970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E792F62-2ADC-A3AF-48B2-BD196861D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12" y="1872926"/>
                <a:ext cx="970201" cy="461665"/>
              </a:xfrm>
              <a:prstGeom prst="rect">
                <a:avLst/>
              </a:prstGeom>
              <a:blipFill>
                <a:blip r:embed="rId6"/>
                <a:stretch>
                  <a:fillRect r="-20755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noTopSpring">
            <a:hlinkClick r:id="" action="ppaction://media"/>
            <a:extLst>
              <a:ext uri="{FF2B5EF4-FFF2-40B4-BE49-F238E27FC236}">
                <a16:creationId xmlns:a16="http://schemas.microsoft.com/office/drawing/2014/main" id="{453684A9-FE5A-005F-A32C-20B9B2AB22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7"/>
          <a:srcRect l="12593" t="36586" r="65346" b="10561"/>
          <a:stretch/>
        </p:blipFill>
        <p:spPr>
          <a:xfrm>
            <a:off x="69574" y="2418477"/>
            <a:ext cx="1987826" cy="35542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52CE35-A7E7-9FDF-82A7-5A731C937CB7}"/>
                  </a:ext>
                </a:extLst>
              </p14:cNvPr>
              <p14:cNvContentPartPr/>
              <p14:nvPr/>
            </p14:nvContentPartPr>
            <p14:xfrm>
              <a:off x="832680" y="250560"/>
              <a:ext cx="10971720" cy="5071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52CE35-A7E7-9FDF-82A7-5A731C937C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3320" y="241200"/>
                <a:ext cx="10990440" cy="509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29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20F6-5423-A7D1-3CF2-8E4322B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90AF-67E0-D7F8-8B2D-9A7158C4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four-pole parameters for unknown 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B50C-4E8A-ADF5-A31F-C837B225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B8514-D1BC-6507-BB90-1A69281B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60025-9E3D-6914-6166-932F51EFD0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48" t="17967" r="13901" b="22282"/>
          <a:stretch/>
        </p:blipFill>
        <p:spPr>
          <a:xfrm>
            <a:off x="642441" y="1047169"/>
            <a:ext cx="4282468" cy="1273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90DBEB-B4A3-6FE7-7A49-39DAA6EF5D52}"/>
                  </a:ext>
                </a:extLst>
              </p:cNvPr>
              <p:cNvSpPr txBox="1"/>
              <p:nvPr/>
            </p:nvSpPr>
            <p:spPr>
              <a:xfrm>
                <a:off x="877898" y="2782669"/>
                <a:ext cx="251844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90DBEB-B4A3-6FE7-7A49-39DAA6EF5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98" y="2782669"/>
                <a:ext cx="251844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24B778-5E1F-1D5C-2AC6-A1C133D0C326}"/>
                  </a:ext>
                </a:extLst>
              </p:cNvPr>
              <p:cNvSpPr txBox="1"/>
              <p:nvPr/>
            </p:nvSpPr>
            <p:spPr>
              <a:xfrm>
                <a:off x="-1237959" y="4072901"/>
                <a:ext cx="6162868" cy="1474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24B778-5E1F-1D5C-2AC6-A1C133D0C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7959" y="4072901"/>
                <a:ext cx="6162868" cy="14740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CB3BF1-320B-2560-9014-0C4A865794C5}"/>
                  </a:ext>
                </a:extLst>
              </p:cNvPr>
              <p:cNvSpPr txBox="1"/>
              <p:nvPr/>
            </p:nvSpPr>
            <p:spPr>
              <a:xfrm>
                <a:off x="1156996" y="4072901"/>
                <a:ext cx="6718040" cy="1474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CB3BF1-320B-2560-9014-0C4A86579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96" y="4072901"/>
                <a:ext cx="6718040" cy="14740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908F7F-7E19-FE4D-A4F9-7BB0823532BA}"/>
                  </a:ext>
                </a:extLst>
              </p14:cNvPr>
              <p14:cNvContentPartPr/>
              <p14:nvPr/>
            </p14:nvContentPartPr>
            <p14:xfrm>
              <a:off x="1177200" y="579600"/>
              <a:ext cx="8487720" cy="5644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908F7F-7E19-FE4D-A4F9-7BB0823532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7840" y="570240"/>
                <a:ext cx="8506440" cy="566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3957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02F8-4381-6F87-E445-534179E5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9643-87BE-1D81-1D9D-759A08E3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four-pole parameters for unknown 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0A0C2-E476-14CF-333B-F93EBC17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1E94B-FEFF-39E9-028E-7C0E190B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66456-722C-0126-F951-C9ED98812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12" y="824262"/>
            <a:ext cx="4627008" cy="1817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4B3A59-FDD4-6C4F-32AB-2309EB9B9CC4}"/>
                  </a:ext>
                </a:extLst>
              </p:cNvPr>
              <p:cNvSpPr txBox="1"/>
              <p:nvPr/>
            </p:nvSpPr>
            <p:spPr>
              <a:xfrm>
                <a:off x="1276870" y="4634829"/>
                <a:ext cx="4498910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blocked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free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4B3A59-FDD4-6C4F-32AB-2309EB9B9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870" y="4634829"/>
                <a:ext cx="4498910" cy="1060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CE0B1C9-4B21-CB0E-9907-F4309C046F36}"/>
              </a:ext>
            </a:extLst>
          </p:cNvPr>
          <p:cNvSpPr txBox="1"/>
          <p:nvPr/>
        </p:nvSpPr>
        <p:spPr>
          <a:xfrm>
            <a:off x="666282" y="2910660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E9A0E7-D25A-8AC3-B916-976EBB619664}"/>
              </a:ext>
            </a:extLst>
          </p:cNvPr>
          <p:cNvCxnSpPr/>
          <p:nvPr/>
        </p:nvCxnSpPr>
        <p:spPr>
          <a:xfrm>
            <a:off x="121042" y="4080116"/>
            <a:ext cx="3175000" cy="0"/>
          </a:xfrm>
          <a:prstGeom prst="line">
            <a:avLst/>
          </a:prstGeom>
          <a:ln w="381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49A54E-438C-DB8A-2F1A-402BCA9A9B3B}"/>
              </a:ext>
            </a:extLst>
          </p:cNvPr>
          <p:cNvSpPr txBox="1"/>
          <p:nvPr/>
        </p:nvSpPr>
        <p:spPr>
          <a:xfrm>
            <a:off x="4095069" y="2899965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27B88A-9B60-8355-C18A-312C9C048D79}"/>
                  </a:ext>
                </a:extLst>
              </p14:cNvPr>
              <p14:cNvContentPartPr/>
              <p14:nvPr/>
            </p14:nvContentPartPr>
            <p14:xfrm>
              <a:off x="354240" y="3042360"/>
              <a:ext cx="9095400" cy="2189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27B88A-9B60-8355-C18A-312C9C048D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4880" y="3033000"/>
                <a:ext cx="9114120" cy="220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0036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8E56-7443-40A5-B21B-363221DB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mounting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69F3-CE09-4E59-9E5A-2EFE66122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10" y="1075981"/>
            <a:ext cx="7498493" cy="5497814"/>
          </a:xfrm>
        </p:spPr>
        <p:txBody>
          <a:bodyPr/>
          <a:lstStyle/>
          <a:p>
            <a:r>
              <a:rPr lang="en-US" dirty="0"/>
              <a:t>A machine in a factory is shaking the floor and disrupting other work. Design an isolation mount to reduce the vibration of the floor.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0C012F-6243-48D8-952C-FBE09FC50957}"/>
              </a:ext>
            </a:extLst>
          </p:cNvPr>
          <p:cNvCxnSpPr/>
          <p:nvPr/>
        </p:nvCxnSpPr>
        <p:spPr>
          <a:xfrm>
            <a:off x="3795685" y="3964160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6E4EEA-9D61-42CA-8178-D8C2012A03C8}"/>
              </a:ext>
            </a:extLst>
          </p:cNvPr>
          <p:cNvSpPr txBox="1"/>
          <p:nvPr/>
        </p:nvSpPr>
        <p:spPr>
          <a:xfrm>
            <a:off x="4325138" y="2336083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77D22B-1780-49EF-883B-C43BD1705959}"/>
              </a:ext>
            </a:extLst>
          </p:cNvPr>
          <p:cNvCxnSpPr/>
          <p:nvPr/>
        </p:nvCxnSpPr>
        <p:spPr>
          <a:xfrm>
            <a:off x="459531" y="3964160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A224EE-B8D5-47F4-853F-E88793999EAF}"/>
              </a:ext>
            </a:extLst>
          </p:cNvPr>
          <p:cNvSpPr txBox="1"/>
          <p:nvPr/>
        </p:nvSpPr>
        <p:spPr>
          <a:xfrm>
            <a:off x="988983" y="2920858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BC0172-19BE-4C37-87F3-5C8B1C6B5DA3}"/>
              </a:ext>
            </a:extLst>
          </p:cNvPr>
          <p:cNvSpPr txBox="1"/>
          <p:nvPr/>
        </p:nvSpPr>
        <p:spPr>
          <a:xfrm>
            <a:off x="4653106" y="3341923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1B39A-265B-C0DE-3123-1EB690F6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27DE35B-9D2F-6625-1CF9-DE9F0B749724}"/>
                  </a:ext>
                </a:extLst>
              </p14:cNvPr>
              <p14:cNvContentPartPr/>
              <p14:nvPr/>
            </p14:nvContentPartPr>
            <p14:xfrm>
              <a:off x="8229600" y="681840"/>
              <a:ext cx="3440160" cy="1726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27DE35B-9D2F-6625-1CF9-DE9F0B7497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20240" y="672480"/>
                <a:ext cx="3458880" cy="174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986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48A8-CA6A-9218-D182-452587BB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D11E-7FD9-72ED-3E17-605361A2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mounting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E9BE9-4E8A-73D5-16C4-E0DC9F54A7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410" y="1075981"/>
                <a:ext cx="7498493" cy="5497814"/>
              </a:xfrm>
            </p:spPr>
            <p:txBody>
              <a:bodyPr/>
              <a:lstStyle/>
              <a:p>
                <a:r>
                  <a:rPr lang="en-US" dirty="0"/>
                  <a:t>Measure blocked force and free velocity of machine</a:t>
                </a:r>
              </a:p>
              <a:p>
                <a:r>
                  <a:rPr lang="en-US" dirty="0"/>
                  <a:t>Model four-pole parameters of mount</a:t>
                </a:r>
              </a:p>
              <a:p>
                <a:r>
                  <a:rPr lang="en-US" dirty="0"/>
                  <a:t>Measure parameters of floor</a:t>
                </a:r>
              </a:p>
              <a:p>
                <a:pPr lvl="1"/>
                <a:r>
                  <a:rPr lang="en-US" dirty="0"/>
                  <a:t>Excite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with shaker or instrumented hammer</a:t>
                </a:r>
              </a:p>
              <a:p>
                <a:pPr lvl="1"/>
                <a:r>
                  <a:rPr lang="en-US" dirty="0"/>
                  <a:t>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with accelerometers</a:t>
                </a:r>
              </a:p>
              <a:p>
                <a:pPr lvl="1"/>
                <a:r>
                  <a:rPr lang="en-US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if nobody is standing on it.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E9BE9-4E8A-73D5-16C4-E0DC9F54A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410" y="1075981"/>
                <a:ext cx="7498493" cy="5497814"/>
              </a:xfrm>
              <a:blipFill>
                <a:blip r:embed="rId2"/>
                <a:stretch>
                  <a:fillRect l="-1463" t="-2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093DA-9648-36DD-E20A-9418C99A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669237-455E-6FFF-397B-552C98C919DE}"/>
                  </a:ext>
                </a:extLst>
              </p:cNvPr>
              <p:cNvSpPr txBox="1"/>
              <p:nvPr/>
            </p:nvSpPr>
            <p:spPr>
              <a:xfrm>
                <a:off x="1418211" y="4555485"/>
                <a:ext cx="251844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669237-455E-6FFF-397B-552C98C91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211" y="4555485"/>
                <a:ext cx="251844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EE59CF-5BF9-25A2-471D-600FD06BF153}"/>
                  </a:ext>
                </a:extLst>
              </p14:cNvPr>
              <p14:cNvContentPartPr/>
              <p14:nvPr/>
            </p14:nvContentPartPr>
            <p14:xfrm>
              <a:off x="596160" y="1456200"/>
              <a:ext cx="10891080" cy="3887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EE59CF-5BF9-25A2-471D-600FD06BF1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800" y="1446840"/>
                <a:ext cx="10909800" cy="390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3902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23139</TotalTime>
  <Words>704</Words>
  <Application>Microsoft Office PowerPoint</Application>
  <PresentationFormat>Widescreen</PresentationFormat>
  <Paragraphs>187</Paragraphs>
  <Slides>23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Atkinson Hyperlegible</vt:lpstr>
      <vt:lpstr>Cambria Math</vt:lpstr>
      <vt:lpstr>Arial</vt:lpstr>
      <vt:lpstr>Calibri</vt:lpstr>
      <vt:lpstr>Office Theme</vt:lpstr>
      <vt:lpstr>Vibration isolation</vt:lpstr>
      <vt:lpstr>Shock</vt:lpstr>
      <vt:lpstr>Shock testing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Building up complex systems</vt:lpstr>
      <vt:lpstr>Four pole parameters for vibrations</vt:lpstr>
      <vt:lpstr>Four pole parameters for vibrations</vt:lpstr>
      <vt:lpstr>Four pole parameters for vibrations</vt:lpstr>
      <vt:lpstr>Four pole parameters for vibrations</vt:lpstr>
      <vt:lpstr>Four pole parameters for vibrations</vt:lpstr>
      <vt:lpstr>Four pole parameters for vibrations</vt:lpstr>
      <vt:lpstr>Four pole parameters for vibrations</vt:lpstr>
      <vt:lpstr>Measuring four-pole parameters for unknown components</vt:lpstr>
      <vt:lpstr>Measuring four-pole parameters for unknown components</vt:lpstr>
      <vt:lpstr>Designing a mounting system</vt:lpstr>
      <vt:lpstr>Designing a mounting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Dare, Tyler Patrick</cp:lastModifiedBy>
  <cp:revision>154</cp:revision>
  <dcterms:created xsi:type="dcterms:W3CDTF">2025-01-05T23:36:15Z</dcterms:created>
  <dcterms:modified xsi:type="dcterms:W3CDTF">2025-03-19T18:08:07Z</dcterms:modified>
</cp:coreProperties>
</file>