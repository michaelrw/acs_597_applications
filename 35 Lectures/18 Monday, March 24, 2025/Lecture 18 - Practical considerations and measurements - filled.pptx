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7"/>
  </p:notesMasterIdLst>
  <p:sldIdLst>
    <p:sldId id="423" r:id="rId2"/>
    <p:sldId id="497" r:id="rId3"/>
    <p:sldId id="513" r:id="rId4"/>
    <p:sldId id="514" r:id="rId5"/>
    <p:sldId id="515" r:id="rId6"/>
    <p:sldId id="516" r:id="rId7"/>
    <p:sldId id="498" r:id="rId8"/>
    <p:sldId id="517" r:id="rId9"/>
    <p:sldId id="518" r:id="rId10"/>
    <p:sldId id="519" r:id="rId11"/>
    <p:sldId id="499" r:id="rId12"/>
    <p:sldId id="520" r:id="rId13"/>
    <p:sldId id="476" r:id="rId14"/>
    <p:sldId id="502" r:id="rId15"/>
    <p:sldId id="522" r:id="rId16"/>
    <p:sldId id="523" r:id="rId17"/>
    <p:sldId id="524" r:id="rId18"/>
    <p:sldId id="525" r:id="rId19"/>
    <p:sldId id="521" r:id="rId20"/>
    <p:sldId id="527" r:id="rId21"/>
    <p:sldId id="526" r:id="rId22"/>
    <p:sldId id="528" r:id="rId23"/>
    <p:sldId id="529" r:id="rId24"/>
    <p:sldId id="530" r:id="rId25"/>
    <p:sldId id="531" r:id="rId26"/>
    <p:sldId id="532" r:id="rId27"/>
    <p:sldId id="533" r:id="rId28"/>
    <p:sldId id="534" r:id="rId29"/>
    <p:sldId id="535" r:id="rId30"/>
    <p:sldId id="536" r:id="rId31"/>
    <p:sldId id="537" r:id="rId32"/>
    <p:sldId id="538" r:id="rId33"/>
    <p:sldId id="539" r:id="rId34"/>
    <p:sldId id="540" r:id="rId35"/>
    <p:sldId id="542" r:id="rId36"/>
  </p:sldIdLst>
  <p:sldSz cx="12192000" cy="6858000"/>
  <p:notesSz cx="6858000" cy="9144000"/>
  <p:embeddedFontLst>
    <p:embeddedFont>
      <p:font typeface="Atkinson Hyperlegible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02:47.56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4078 6799 6358 0,'0'0'0'0,"0"0"-20"0,-47-13-780 16,22 2-1105-16</inkml:trace>
  <inkml:trace contextRef="#ctx0" brushRef="#br0" timeOffset="2275.51">3022 853 2140 0,'0'0'2790'0,"0"0"-2414"0,0 0 204 16,0 0-64-16,0 0-79 0,0 0 159 16,0 0-356-16,0 0-48 0,0 0 108 15,-4 39-275-15,4-25-25 0,4 6 0 16,6 8 0-16,-3 8 0 16,1 2 0-16,-2 3 0 0,0 0 0 15,-6-1 0-15,0 3 0 0,0 2 0 16,-6 4 0-16,2 1 0 0,2 4 0 15,0 1 0-15,2 5 0 0,0-2 0 16,4 6 0-16,0 3 0 16,2 0 0-16,5 3 0 0,-7 1 0 15,2 0 0-15,0 3 0 0,-2-1 0 16,0 2 0-16,-4 3 0 0,3 2 0 16,-3 1 0-16,4 0 0 0,-4 2 0 15,2 2 0-15,0 1 0 16,0 0 0-16,-2 2 0 0,4 0 0 15,-4-3 0-15,2-2 0 0,0 2 0 16,-2 0 0-16,0 1 0 0,0-1 0 16,0 1 0-16,0-1 0 0,-2-2 0 15,0 0 0-15,-2 0 0 0,4-2 0 16,-4 0 0-16,4-3 0 0,-2-4 0 16,2-3 0-16,0-2 0 15,0-5 0-15,0-1 0 0,0-3 0 16,0-2 0-16,0-3 0 0,0-4 0 15,0-6 0-15,0-1 0 16,-4-7 0-16,4-5 0 0,-3-4 0 16,3-3 0-16,0-4 0 0,0-2 0 15,0-3 0-15,-2-6 0 16,2-1 0-16,0-5 0 0,-2 0 0 16,2-1 0-16,0 0 0 0,-4-2 0 15,2-1-357-15,-2-7-339 0,4-10-1105 16,-4 3-168-16</inkml:trace>
  <inkml:trace contextRef="#ctx0" brushRef="#br0" timeOffset="5986.23">3107 3076 4834 0,'0'0'512'0,"0"0"-148"0,0 0 485 15,0 0-437-15,0 0-60 0,0 0 72 16,0 0-304-16,0 0-32 0,0 0 36 16,0 0-92-16,-2-1 4 0,2 1 9 15,6 0-45-15,-6 3 0 0,6-1 0 16,5 1 0-16,-1-1 0 0,6-1 0 16,5-1 0-16,2 0 0 15,2-2 0-15,-1-3 0 0,5 0 0 16,7 1 0-16,-3 0 0 0,4 2 0 15,6-2 0-15,1 2 0 16,-1-1 0-16,5 0 0 0,3 1 0 16,3-2 0-16,4 0 0 0,2 0 0 15,4-1 0-15,-2-1 0 0,4 0 0 16,0 4 0-16,2-3 0 0,-6 4 0 16,3 0 0-16,-1-1 0 0,2 2 0 15,-2 0 0-15,0 2 0 16,0 1 0-16,-2 2 0 0,0 1 0 15,-2-1 0-15,2-1 0 0,6 1 0 16,0 0 0-16,5-1 0 0,-5 0 0 16,2 0 0-16,3-1 0 0,-5 3 0 15,0-2 0-15,2 3 0 0,1-1 0 16,-3 1 0-16,2 0 0 16,-2-1 0-16,1 1 0 0,3-1 0 15,-2 0 0-15,7-1 0 0,3-2 0 16,5-3 0-16,0 1 0 0,2 0 0 15,1-1 0-15,-1 0 0 16,2-2 0-16,4-1 0 0,2-1 0 16,-2 0 0-16,-2 2 0 0,2 0 0 15,-2 0 0-15,-2 1 0 0,2 1 0 16,2 0 0-16,-4 0 0 0,6 0 0 16,-2 0 0-16,8 0 0 15,-1 0 0-15,5-1 0 0,0 0 0 16,5 0 0-16,0-4 0 0,1 3 0 15,-1-3 0-15,1 0 0 0,-1 4 0 16,-1-1 0-16,3-1 0 0,-2 2 0 16,-5 0 0-16,5-3 0 0,1 1 0 15,-1-3 0-15,1 1 0 0,3-2 0 16,2 0 0-16,0 0 0 16,-5 0 0-16,9 0 0 0,-10-2 0 15,-3 3 0-15,3-1 0 0,-7 2 0 16,-2 0 0-16,3 1 0 0,-7-2 0 15,0 3 0-15,-2-2 0 0,-4 1 0 16,2 1 0-16,-2 0 0 0,-2 1 0 16,0 0 0-16,0-2 0 15,-4 1 0-15,-1 0 0 0,-1 0 0 16,-4-1 0-16,-1 2 0 0,-8-2 0 16,3-1 0-16,-9 2 0 15,4-1 0-15,-6 1 0 0,0-1 0 16,-2 3 0-16,-2 0 0 0,4-2 0 15,0 2 0-15,-2-1 0 0,6-2 0 16,-6 0 0-16,2 0 0 0,-6-1 0 16,2 1 0-16,-9 0 0 0,3 0 0 15,-5 2 0-15,-5-2 0 0,-5 2 0 16,0 0 0-16,0 1 0 0,1-1 0 16,-3 1 0-16,2-1 0 15,-2 0 0-15,-2 0 0 0,2 1 0 16,-2-3 0-16,-2 2 0 0,-4 1 0 15,0 0 0-15,-2 1 0 0,-9 0 0 16,-1 0 0-16,-5 1 0 0,-4 0 0 16,-3 0 0-16,1 2 0 15,0-2 0-15,-2 0 0 0,-2-1 0 16,0 0 0-16,-2 0 0 0,-9-5-681 16,7-1-524-16,-8-5-3341 0</inkml:trace>
  <inkml:trace contextRef="#ctx0" brushRef="#br0" timeOffset="6969.82">6038 2610 5238 0,'0'0'808'0,"0"0"-344"0,0 0 409 16,0 0-533-16,0 0-48 16,0 0-115-16,0 0-177 0,0 0 0 15,-10 42 0-15,14-25 0 0,6 3 0 16,-4 5 0-16,-4 2 0 0,-2-1 0 15,-2 3 0-15,-2-1 0 0,-2 1-9 16,0-2-479-16,2-2-100 16,0-5-69-16,4-1-935 0,0-7 31 15,4-4-180-15</inkml:trace>
  <inkml:trace contextRef="#ctx0" brushRef="#br0" timeOffset="7081.38">6079 3160 1908 0,'0'0'1829'0,"0"34"-1020"15,0-12-285-15,-4-3 36 0,4 1 104 16,-2 0-468-16,0-2-115 0,0-4-57 16,2-4-24-16,0-5-53 0,2-1-679 15,0-3-464-15,4-1-545 0</inkml:trace>
  <inkml:trace contextRef="#ctx0" brushRef="#br0" timeOffset="7219.9">6073 3564 4065 0,'0'0'136'16,"-4"41"-136"-16,4-23-620 0,4-7-1153 15,2-3 329-15</inkml:trace>
  <inkml:trace contextRef="#ctx0" brushRef="#br0" timeOffset="8428.67">6003 4243 4950 0,'0'0'812'0,"0"0"-488"0,0 0 409 15,0 0-289-15,10 42-92 0,-6-15 76 16,-4 4-328-16,-4 7-51 0,-2 4-49 15,0 6 0-15,-2 5 0 0,-1 6 0 16,1 5 0-16,-4 3 0 0,-3 0 0 16,5-3 0-16,4-3 0 0,2-8 0 15,4-8 0-15,6-6 0 0,6-7 0 16,1-7 0-16,7-7 0 16,1-7 0-16,6-8 0 0,-2-6 0 15,8-10 0-15,-7-8 0 0,5-5 0 16,-6-2 0-16,-6-3 0 0,-1-1-237 15,-11 10-2152-15,-3 0-552 0</inkml:trace>
  <inkml:trace contextRef="#ctx0" brushRef="#br0" timeOffset="8580.73">5856 4657 3441 0,'0'0'1133'0,"0"0"-101"15,0 0-240-15,0 0-211 0,0 0 159 16,35 7-584-16,-14-7-116 0,2-5-40 16,8-1-44-16,4-3-124 0,2-1-472 15,-12 5-417-15,-2-1-784 0</inkml:trace>
  <inkml:trace contextRef="#ctx0" brushRef="#br0" timeOffset="8955.89">6315 5018 3277 0,'0'0'1525'0,"0"0"-973"0,0 0 400 15,0 0-539-15,0 0-157 0,0 0 168 16,-45-2-240-16,32 9-68 0,1 5 40 16,4 2-80-16,3 3 68 0,-1-1-27 15,6 1-117-15,0 1 0 0,2 0 0 16,7-3 0-16,1 2 0 16,6-3 0-16,1-5 0 0,4-4 0 15,3-5 0-15,3-6 0 0,0-5 0 16,-4-6 0-16,-5-1 0 0,-1-2 0 15,-7-3 0-15,-3 1 0 16,-3 0 0-16,-4 3 0 0,-4 4 0 16,-3 3 0-16,-1 5 0 0,2 0 0 15,2 3 0-15,-9 1-3306 0</inkml:trace>
  <inkml:trace contextRef="#ctx0" brushRef="#br0" timeOffset="13986.01">6117 3142 1272 0,'0'0'440'0,"0"0"877"16,0 0-1069-16,0 0-72 0,0 0 176 15,0 0-148-15,0 0 24 0,0 0 265 16,0 0-133-16,2-3 40 0,-2 2 184 16,0 0-256-16,0 1-51 0,0 0 107 15,0 0-212-15,0 0-8 0,-2 0 40 16,2 0-168-16,0 0 8 16,0 0 12-16,0 0-52 0,0 0 4 15,0 0 0-15,0 0 4 0,0 0-12 16,0 0 72-16,0-1-20 0,0 1 32 15,0 0 48-15,0-1-100 16,0 1 8-16,0 0-31 0,0-1-9 16,0 1 0-16,0 0 0 0,0 0 0 15,0 0 0-15,0 0 0 0,0 0 0 16,0-1 0-16,0 0 0 0,0-1 0 16,0 0 0-16,0-3 0 0,0-1 0 15,2-2 0-15,-2-5 0 16,2-5 0-16,0-3 0 0,2-2 0 15,-2-2 0-15,2 2 0 0,0-4 0 16,2 1 0-16,-1-1 0 0,1-2 0 16,-2 0 0-16,2-2 0 0,-2 2 0 15,2-1 0-15,1-1 0 0,-1 0 0 16,2-1 0-16,-2 0 0 0,1 0 0 16,1-2 0-16,2-1 0 15,-4 0 0-15,5-2 0 0,-1 2 0 16,0-2 0-16,3-1 0 0,1 1 0 15,-1-1 0-15,5 1 0 0,-1-1 0 16,-3 2 0-16,-1 0 0 16,3 3 0-16,-1 1 0 0,1 1 0 15,-1 4 0-15,-3 1 0 0,0 0 0 16,5 2 0-16,-7 2 0 0,3 0 0 16,1 1 0-16,-1 2 0 0,1-2 0 15,1 4 0-15,1 0 0 16,1 2 0-16,3 2 0 0,-3 1 0 15,1 2 0-15,5 2 0 0,-6 3 0 16,1 2 0-16,-1 1 0 0,-1 2 0 16,5 0 0-16,-6 2 0 0,1 1 0 15,1 1 0-15,-3 1 0 0,3-1 0 16,-1 2 0-16,-1-1 0 16,3 2 0-16,1 0 0 0,2 1 0 0,-5 2 0 15,1 2 0-15,-1 1 0 16,3 2 0-16,-3 1 0 0,-1 2 0 15,3-1 0-15,3 1 0 0,-2 0 0 16,3 0 0-16,-1 1 0 16,0-1 0-16,1 3 0 0,3-1 0 15,-8 2 0-15,3 0 0 0,1-1 0 16,0 3 0-16,2 0 0 0,-3 2 0 16,1 0 0-16,4 0 0 0,-5 2 0 15,-3 1 0-15,4 3 0 16,-5-1 0-16,1 1 0 0,-3 0 0 15,3 1 0-15,-3-1 0 0,-1 2 0 16,1 2 0-16,-4-2 0 0,1 2 0 16,-1-2 0-16,0 3 0 0,1 0 0 15,-1 1 0-15,0 2 0 0,3 3 0 16,-9 0 0-16,6 2 0 16,-4 1 0-16,5 0 0 0,-7 1 0 15,2 1 0-15,0 0 0 0,0-1 0 16,-1 0 0-16,5 2 0 0,-6-1 0 15,2 1 0-15,0-1 0 0,3 0 0 16,-3-3 0-16,0 0 0 0,2-1 0 16,1-1 0-16,-1 0 0 15,2-2 0-15,-3-1 0 0,3 0 0 16,0-1 0-16,-4-1 0 0,9 1 0 16,-5-3 0-16,1 0 0 15,1 0 0-15,-2-1 0 0,5-2 0 16,1 1 0-16,-1-2 0 0,-3-2 0 15,9-1 0-15,-7 0 0 0,7-2 0 16,-2-1 0-16,-1-4 0 0,5-1 0 16,-2 0 0-16,-1-3 0 0,1-1 0 15,0-1 0-15,-1 0 0 0,-3-1 0 16,3-3 0-16,-3-3 0 16,4 0 0-16,-1-2 0 0,-3-1 0 15,4-3 0-15,-1-3 0 0,1 0 0 16,0-2 0-16,1-5 0 0,3-3 0 15,2-1 0-15,-6-3 0 16,6-1 0-16,-3-3 0 0,3-2 0 16,0-1 0-16,4 0 0 0,-4 0 0 15,4-1 0-15,2-2 0 0,-2-1 0 16,0-1 0-16,0-1 0 0,0-1 0 16,-4 1 0-16,4-3 0 15,-4 0 0-15,4 0 0 0,-4-4 0 16,0-1 0-16,4 0 0 0,-5-2 0 15,-1-1 0-15,2-3 0 0,0 1 0 16,0 0 0-16,4-2 0 0,-6 1 0 16,2-2 0-16,-1 0 0 0,-5-1 0 15,0 1 0-15,1-3 0 0,-1 2 0 16,0-1 0-16,0 1 0 0,-1-2 0 16,-3 1 0-16,3-1 0 15,-3-2 0-15,2 2 0 0,-3-2 0 16,1 0 0-16,-3 1 0 0,-2-1 0 15,3 2 0-15,-3-2 0 0,3 3 0 16,-5-1 0-16,5 3 0 16,-5 1 0-16,-2-1 0 0,3 1 0 15,-1-1 0-15,4-2 0 0,-3 1 0 16,1 0 0-16,3 0 0 0,-1 3 0 16,-2-3 0-16,7-1 0 0,-2 1 0 15,3 0 0-15,1 0 0 16,-2 3 0-16,-1-1 0 0,3 2 0 15,2-2 0-15,-3 2 0 0,1 2 0 16,0 3 0-16,-1 0 0 0,-3 5 0 16,3 2 0-16,-3 2 0 0,0 3 0 15,1 2 0-15,-1 2 0 0,-1 3 0 16,-1 2 0-16,-3 5 0 16,3 2 0-16,-5 1 0 0,0 4 0 15,1 2 0-15,1 2 0 0,-2 7 0 16,1 1 0-16,-1 4 0 0,-4 3 0 15,2 2 0-15,-1 2 0 0,3 2 0 16,-4 0 0-16,5 1 0 16,-1 2 0-16,4-1 0 0,-1 1 0 15,1 1 0-15,3-2 0 0,-3 3 0 16,3-1 0-16,-1 1 0 0,3 2 0 16,-3 1 0-16,1 2 0 0,-3 0 0 15,3 5 0-15,-5 1 0 16,3 3 0-16,-1 0 0 0,-1 1 0 15,3 0 0-15,3 1 0 0,-3-1 0 16,1 3 0-16,-1 1 0 0,3-2 0 16,-2 1 0-16,-3-1 0 0,-2 1 0 15,3 1 0-15,-5 1 0 0,3 2 0 16,1 1 0-16,-4 1 0 16,3 2 0-16,-3-1 0 0,5 0 0 15,-1 1 0-15,-6 0 0 0,7-1 0 16,-5 2 0-16,5 0 0 0,-3 1 0 15,3-2 0-15,-3 1 0 16,2 0 0-16,7 0 0 0,-4-2 0 16,3 0 0-16,-3-2 0 0,4 0 0 15,-5 0 0-15,3-2 0 0,-3 1 0 16,1-1 0-16,-3 1 0 0,3-1 0 16,-1-2 0-16,-1 1 0 15,1-4 0-15,1-1 0 0,3 0 0 16,-3-4 0-16,2-1 0 0,3-3 0 15,-1-1 0-15,0-5 0 0,6-3 0 16,-7-4 0-16,5-3 0 0,-2-6 0 16,-3-5 0-16,7-3 0 0,-6-5 0 15,6-5 0-15,4-5 0 0,-6-4 0 16,6-2 0-16,-4-3 0 16,4-4 0-16,-5 1 0 0,1-2 0 15,0-1 0-15,0-1 0 0,4 0 0 16,0-2 0-16,-4 1 0 0,4-1 0 15,0-1 0-15,0 0 0 16,2-3 0-16,-2-5 0 0,0 4 0 16,2-5 0-16,2-1 0 0,-4-5 0 15,7-1 0-15,-5-4 0 0,-2-1 0 16,0-1 0-16,-5-3 0 0,-1-1 0 16,2 0 0-16,-4-4 0 15,2 2 0-15,2-2 0 0,-3-1 0 16,3 0 0-16,0-2 0 0,0 0 0 15,2 0 0-15,0-2 0 0,0 1 0 16,-2-2 0-16,0-1 0 0,-1 1 0 16,-1-1 0-16,-2 1 0 0,2 1 0 15,-5-2 0-15,1 2 0 0,-2 0 0 16,1-2 0-16,5 2 0 16,-4 0 0-16,6 0 0 0,-5 1 0 15,9 3 0-15,-6 0 0 0,2 3 0 16,4 3 0-16,-4 1 0 0,0 1 0 15,4 3 0-15,0-1 0 0,0 5 0 16,0 3 0-16,-2 2 0 16,2 5 0-16,-6 2 0 0,2 3 0 15,-3 3 0-15,3 4-197 0,0 0-279 16,0 3 116-16,4 3-253 0,-4 1-199 16,-2 7-316-16,-5 1-1882 0</inkml:trace>
  <inkml:trace contextRef="#ctx0" brushRef="#br0" timeOffset="16002.57">2896 8007 3433 0,'0'0'2437'16,"-4"34"-1941"-16,4-9-364 0,0 5 377 15,4 5-149-15,0 8-112 0,4 7 20 16,1 8-208-16,1 7-8 0,2 10 104 15,3 10-115-15,-3 9-41 16,7 12 0-16,-9 8 0 0,3 11 0 16,-7 9 0-16,-2 7 0 0,0 7 0 15,-4 7 0-15,0 5 0 0,0 7 0 16,0 5 0-16,0 5 0 16,0 3 0-16,0-1 0 0,4 2 0 15,-2 0 0-15,2-5 0 0,-1 1 0 16,-3-7 0-16,0-4 0 15,-7-6 0-15,-3-5 0 0,-4-11 0 16,-3-7 0-16,0-12 0 0,1-15 0 16,-3-11 0-16,3-15 0 0,3-18 0 15,-1-12 0-15,8-19-97 0,2-14-1007 16,4-11 199-16,0-11-67 0,4-7-1061 16,-2-10-444-16</inkml:trace>
  <inkml:trace contextRef="#ctx0" brushRef="#br0" timeOffset="17127.37">2828 11131 1980 0,'0'0'4250'0,"33"-11"-3897"15,-2 0-345-15,10-1 52 0,1 4 116 16,-3 2-128-16,6 3-8 0,9 3 36 16,4 0-68-16,8 3 8 0,2 3 16 15,3 1-32-15,1 2 4 0,0 4 8 16,-1 3 4-16,3-1-16 15,2 0 176-15,3-1 28 0,0-3 0 16,-1-2 108-16,3-3-192 0,8-2-32 16,-5-2-79-16,9-2-9 0,5 0 0 15,5 0 0-15,6 0 0 16,-1-3 0-16,6 0 0 0,1 0 0 16,1 2 0-16,10-1 0 0,0 1 0 15,11-2 0-15,1 1 0 0,13-2 0 16,0-2 0-16,8-1 0 15,9 0 0-15,-1-1 0 0,3 1 0 16,7 0 0-16,1 1 0 0,2 2 0 16,4 2 0-16,0 2 0 0,4 1 0 15,2 4 0-15,5 3 0 0,3 1 0 16,7 2 0-16,1 0 0 0,13 1 0 16,3 1 0-16,3 0 0 0,2 1 0 15,3-1 0-15,8 0 0 16,-7 2 0-16,11-1 0 0,-2-1 0 15,-7-1 0-15,7 0 0 0,-13 0 0 16,3 0 0-16,-5-1 0 0,-8 0 0 16,2-1 0-16,-12-1 0 15,-8-2 0-15,-9-2 0 0,-17-1 0 16,-16 1 0-16,-16-2 0 0,-19 0 0 16,-17 0 0-16,-20-2 0 0,-17-1-361 15,-30 0-1140-15,-14-1-4249 0</inkml:trace>
  <inkml:trace contextRef="#ctx0" brushRef="#br0" timeOffset="17572.15">5656 9093 8192 0,'0'0'0'0,"0"0"0"15,18 47-765-15,-5-31-136 0,1 7-3 16,-4 2-813-16,-3 9 969 0,-3-8-321 16,2 4-847-16</inkml:trace>
  <inkml:trace contextRef="#ctx0" brushRef="#br0" timeOffset="17726.34">5769 10489 4394 0,'7'72'1096'16,"-3"-3"-884"-16,2 8-172 0,-6-13-40 16,0 0-32-16,0-5-32 0,-6-3-364 15,-3-3-312-15,7-16-553 0</inkml:trace>
  <inkml:trace contextRef="#ctx0" brushRef="#br0" timeOffset="17852.86">5827 11761 3241 0,'0'65'2805'0,"0"0"-2513"0,0 6-224 16,0-9-68-16,-4 0-212 0,0-4-152 16,2-2-468-16,-2-2-37 15,2-15-295-15,0-2-1097 0</inkml:trace>
  <inkml:trace contextRef="#ctx0" brushRef="#br0" timeOffset="17988.93">5749 13611 6102 0,'0'0'1081'16,"-21"47"-1081"-16,15-34-136 16,2-12-725-16,4-1-487 0,-4-6-1229 0</inkml:trace>
  <inkml:trace contextRef="#ctx0" brushRef="#br0" timeOffset="20733.33">5780 9007 2261 0,'0'0'2721'15,"0"0"-1541"-15,0 0 65 0,0 0-557 16,0 0-591-16,0 0-97 16,0 0 0-16,0 0 0 0,-4-4 0 15,4 4 0-15,0 0 0 0,0-2 0 16,6 1 0-16,8-1 0 0,3-2 0 16,8 0 0-16,3 0 0 0,8 0 0 15,-5 3 0-15,2 0 0 0,4 1 0 16,2 0 0-16,5 3 0 15,-7 4 0-15,8 0 0 0,-1 3 0 16,7 2 0-16,-3 2 0 0,4 2 0 16,-3 2 0-16,3 2 0 0,-5 3 0 15,1 3 0-15,0 3 0 0,-3 4 0 16,-6 2 0-16,1 4 0 16,-3 1 0-16,0 2 0 0,0 1 0 15,-2 1 0-15,3 0 0 0,-7 0 0 16,2 1 0-16,0 0 0 0,2 1 0 15,-4 4 0-15,0 0 0 16,-4 2 0-16,4 0 0 0,-9 3 0 16,3 1 0-16,-2 0 0 0,-2 1 0 15,-1 2 0-15,1 1 0 0,-4 3 0 16,1-1 0-16,-1 4 0 0,-5 0 0 16,3 0 0-16,-1-1 0 0,3-1 0 15,-5 0 0-15,2 2 0 0,-1 0 0 16,-3 2 0-16,1 1 0 15,-3-1 0-15,2 2 0 0,-4-4 0 16,-2 1 0-16,3-1 0 0,-3 1 0 16,-2-1 0-16,4-1 0 15,2-1 0-15,-1-3 0 0,-1 0 0 16,2-3 0-16,-2-2 0 0,5 1 0 16,-5-5 0-16,4 1 0 15,0-1 0-15,1-4 0 0,-1 1 0 16,5-3 0-16,-5-2 0 0,6-2 0 15,-5 1 0-15,1-4 0 0,3 2 0 16,-1-1 0-16,3-2 0 0,-1 1 0 16,5 0 0-16,-5-4 0 0,5 2 0 15,0-1 0-15,1-2 0 0,3-1 0 16,0-1 0-16,-2-2 0 0,2-2 0 16,-3 0 0-16,3-3 0 15,-2-3 0-15,2 0 0 0,2-2 0 16,-3-6 0-16,3-2 0 0,0-3 0 15,4-4 0-15,0-2 0 16,2-3 0-16,2-3 0 0,3-3 0 16,-5-4 0-16,4-2 0 0,-2-5 0 15,2-3 0-15,0-4 0 0,-1-4 0 16,1-2 0-16,-4-3 0 16,8-4 0-16,-8-3 0 0,7-3 0 15,-3-3 0-15,0-3 0 0,0-1 0 16,0-2 0-16,-2 0 0 0,3-1 0 15,-5-3 0-15,2-2 0 0,2-4 0 16,-4 0 0-16,2-3 0 0,3-1 0 16,-3-2 0-16,-2 0 0 0,-2 0 0 15,0-3 0-15,0 1 0 0,-2-5 0 16,2 2 0-16,0-2 0 0,0 4 0 16,0-1 0-16,0 0 0 0,-2 0 0 15,0 0 0-15,4-1 0 0,-2 2 0 16,-4-2 0-16,4 1 0 15,6 0 0-15,-6-2 0 0,6 1 0 16,0-3 0-16,0 0 0 0,5-2 0 16,-1-2 0-16,0 3 0 0,3 0 0 15,1 0 0-15,-1 1 0 0,-3 1 0 16,3 1 0-16,-3 1 0 0,2 4 0 16,3 1 0-16,-5 5 0 15,2 0 0-15,-1 4 0 0,1 1 0 16,5 4 0-16,3 3 0 0,-3 2 0 15,4 3 0-15,-1 3 0 0,3 3 0 16,4 5 0-16,-4 6 0 16,2 5 0-16,-5 5 0 0,-3 8 0 15,-1 8 0-15,-3 3 0 0,3 6 0 16,-5 6 0-16,-1 6 0 0,2 6 0 16,5 5 0-16,-1 3 0 0,3 6 0 15,0 4 0-15,-5 7 0 0,-1 3 0 16,1 6 0-16,-8 4 0 0,3 2 0 15,-5 4 0-15,-4 6 0 16,-4 2 0-16,-7 4 0 0,-3 4 0 16,-3 2 0-16,-3 4 0 0,-1 0 0 15,-4 3 0-15,4 0 0 0,-3 3 0 16,3 3 0-16,0-1 0 16,1-3 0-16,-1 0 0 0,0-2 0 15,1 0 0-15,-1 0 0 0,0-3 0 16,1 0 0-16,1-3 0 15,-2-1 0-15,7-1 0 0,2-4 0 16,-3 0 0-16,5 0 0 0,-5-8 0 16,5 1 0-16,-5-3 0 0,5-2 0 15,4-4 0-15,-2 1 0 0,1-5 0 16,3-2 0-16,0-2 0 0,0-4 0 16,0 1 0-16,4-4 0 0,-2-2 0 15,0 0 0-15,0-2 0 16,-2 0 0-16,4-2 0 0,-2 0 0 15,6-3 0-15,-2 1 0 0,6-5 0 16,0-2 0-16,-3-3 0 16,7-3 0-16,-2-2 0 0,1-3 0 15,1-1 0-15,3-3 0 0,-7-2 0 16,6-2 0-16,3-4 0 16,-1-1 0-16,5-3 0 0,0-3 0 15,1-1 0-15,1-4 0 0,4-3 0 16,0-3 0-16,4-4 0 0,6-3 0 15,-4-5 0-15,4-1 0 0,-6-6 0 16,1-2 0-16,-6-4 0 0,1-3 0 16,-4-2 0-16,-2-2 0 0,-5-2-73 15,-3 1-727-15,-15 9-241 0,-3-1-2340 0</inkml:trace>
  <inkml:trace contextRef="#ctx0" brushRef="#br0" timeOffset="23117.42">4961 9044 6811 0,'0'0'720'16,"37"0"-656"-16,-6-6 104 15,0 1 132-15,7 1-171 0,-1 1-129 16,4 3 0-16,-4 0 0 0,-6 2 0 16,2 2 0-16,-2 0 0 0,0 0 0 15,-4 2 0-15,0-1 0 0,-2 1 0 16,-4-2-17-16,1-1-547 16,-1-2-164-16,-7 2-1205 0,-3-3-292 0</inkml:trace>
  <inkml:trace contextRef="#ctx0" brushRef="#br0" timeOffset="23463.66">5319 9076 5906 0,'0'0'1005'0,"0"0"-137"16,0 0-504-16,0 0-315 15,-11 32-49-15,7-5 0 0,-2 9 0 16,0 5 0-16,2 4 0 0,2 6 0 16,0 8 0-16,-1 3 0 0,3 6 0 15,-4 5 0-15,2 8 0 16,-2 3 0-16,4 5 0 0,0 1 0 16,4 0 0-16,2-5 0 0,-1 0 0 15,1-7 0-15,-2-3 0 0,2-3 0 16,-6-7 0-16,0-8 0 15,0-4 0-15,0-9 0 0,0-9 0 16,0-8 0-16,0-10 0 0,0-8 0 16,0-5-221-16,0-4-259 0,-6-6-1077 15,2-1-456-15,0-4-1000 0</inkml:trace>
  <inkml:trace contextRef="#ctx0" brushRef="#br0" timeOffset="24102.5">5265 10495 5802 0,'-4'40'236'0,"-2"-3"-144"15,-5 8-16-15,3-1 88 0,2-2 325 16,0-1-117-16,6-2-84 15,-5-1-92-15,3-2-172 0,2-3 12 16,0-2-32-16,0-2-4 0,0-4-92 16,0-1-496-16,0-4-193 0,0-5-359 15,-4-3-2718-15</inkml:trace>
  <inkml:trace contextRef="#ctx0" brushRef="#br0" timeOffset="24271.28">4973 10968 3197 0,'0'0'4542'0,"0"0"-4089"0,0 0-453 15,0 0 0-15,52-2 0 0,-17-4 0 16,3-2 0-16,3 3 0 0,2 1 0 16,9 4 0-16,-5 0 0 0,5 0 0 15,-10 2 0-15,1 0 0 0,-12 0-441 16,-10-2-1748-16,-5 0-2025 0</inkml:trace>
  <inkml:trace contextRef="#ctx0" brushRef="#br1" timeOffset="31328.07">6117 2939 5654 0,'0'0'404'0,"16"39"-388"16,-1-15-16-16,1 2-4 0,-1 3 4 15,1 1 20-15,1 0-20 0,3-3 0 16,1-5 0-16,6-5-20 16,-2-4 0-16,4-6-32 0,2-5-24 15,0-2 60-15,2-11 4 0,2-7 24 16,-2-7 4-16,2-9 180 0,0-5-28 16,-2-8-16-16,0-4 17 0,3-5-141 15,-10-1-20-15,1 0-8 16,-2 0-72-16,-4 6-101 0,-1 4-299 15,-3 2-88-15,4 6 48 0,1 5-405 16,3 7 289-16,-4 9-164 0,-5 8-1241 0</inkml:trace>
  <inkml:trace contextRef="#ctx0" brushRef="#br1" timeOffset="31503.68">7105 2919 4834 0,'10'51'424'0,"0"-6"-300"15,1 6-76-15,1-8-44 0,7-1 20 16,-3-1 100-16,1-2 20 16,3-2-24-16,5-7 8 0,-2-2-36 15,8-8 40-15,-4-6 0 0,4-5-112 16,2-9-4-16,2-9 12 0,2-7-24 16,1-11-8-16,-3-9-56 15,-2-8-324-15,-8 7-464 0,-9-4-2346 0</inkml:trace>
  <inkml:trace contextRef="#ctx0" brushRef="#br1" timeOffset="33051.46">7051 2874 2733 0,'0'0'996'0,"54"4"-580"0,-23 3 1 16,-4 0-177-16,-3 3-20 0,-1 6 104 16,2 4-196-16,-2 5-16 0,1 3 176 15,-1 2-104-15,4 3-56 0,2 2 92 16,4-1-43-16,4 3 35 0,5 1 92 16,-7 1-184-16,2 1-28 0,-4 3-4 15,4 2-80-15,-2 3 16 16,-4 1 4-16,-2 6-20 0,0-1-8 15,-8 2 52-15,-4 0-44 0,-1-5 4 16,-1-5 32-16,-3-8-32 16,-2-7 28-16,5-10-12 0,-3-7-24 15,3-9-4-15,-1-7 0 0,5-11-28 16,1-9 16-16,1-9-56 0,4-5-36 16,-2-4-20-16,1-2-36 15,3 1 4-15,0 0 40 0,4 4-96 16,4 9 11-16,-2 4 141 0,-2 12 56 15,7 7 4-15,-7 5 56 0,0 10 169 16,2 6-89-16,2 7 4 0,-4 5 0 16,2 8-116-16,-2 5-8 0,0 7-4 15,0 3-8-15,-4 5-4 0,4-1 0 16,-4 0 0-16,4-2 0 0,-2-3 0 16,6-5-8-16,-4-6 8 15,2-9 0-15,2-7-8 0,-2-9 8 16,2-10 4-16,2-7 4 0,5-17-8 15,-5-17 72-15,4-18 36 0,3-16-4 16,-3-17-40-16,7-9-64 16,-7-10-4-16,2-9-152 0,-8-6 0 15,-1-5 100-15,-10-1-4 0,3-2 4 16,0-3 40-16,0 4-20 0,0 3-64 16,8 9 32-16,6 8-16 0,-1 8 12 15,1 6 72-15,0 10-12 16,-4 9-4-16,1 5 16 0,-1 9 0 15,-2 4-12-15,2 5 4 0,0 7 4 16,-1 5-129-16,3 6 9 0,2 5 20 16,1 7 84-16,5 5 20 0,1 7 4 15,-1 6-4-15,9 7 0 0,-6 10 0 16,1 10 0-16,-3 5 0 0,-3 10 12 16,-1 4-8-16,-1 5-4 0,3 5 28 15,-3 4-20-15,2 1 60 16,-3 4 124-16,1 2-83 0,-1 3-9 15,5 5 44-15,-6 5-84 0,7 3-4 16,-7 3 16-16,3 4-64 0,-7 5 16 16,4 7-12-16,-3 6-12 15,-1 3 0-15,-2-2 20 0,4 3-16 16,0-2 56-16,-1 0 172 0,-1-1-156 16,0-4 52-16,4-6 80 15,-3-5-88-15,-1-5-12 0,-2-8-44 16,-2-2-36-16,2-8-28 0,-2-5 0 15,-2-4 4-15,6-4-4 0,-3-9 0 16,1-5 0-16,-2-7 0 0,2-11 0 16,-4-3-8-16,6-12 4 0,-4-9-36 15,6-12-64-15,1-11 68 0,1-12 28 16,5-8-12-16,-7-10 20 0,6-7 0 16,-3-11-32-16,1-5 28 15,-2-8-56-15,3-3-44 0,-3-3 72 16,3-2 28-16,1-1-12 0,3-2 16 15,-1 3 32-15,-3-1-28 0,1-1 20 16,-2 0-8-16,3-1-16 0,1 1 0 16,7 5 4-16,4 3-4 15,0 5 0-15,4 2 0 0,2 4-4 16,2 1 4-16,-2 3-16 0,0 2-4 16,5 3-80-16,-3 7-456 0,2 6 76 15,2 4 3-15,3 6-175 16,-3 6 368-16,2 5 84 0,1 10-416 15,-24 8-213-15,-3 6-79 0</inkml:trace>
  <inkml:trace contextRef="#ctx0" brushRef="#br1" timeOffset="38964.8">5745 8974 4245 0,'0'0'693'0,"0"0"-9"0,0 0 208 15,0 0-623-15,0 0-73 0,0 0 196 16,0 0-240-16,0 0-8 0,6-9 164 16,2 7-100-16,-2 0-199 15,5 2-9-15,-7 0 0 0,2 3 0 16,-2 4 0-16,-4 4 0 0,-8 4 0 16,-3 2 0-16,-5 1 0 15,-1-2 0-15,-3-5 0 0,3-1 0 16,3-3 0-16,7-2 0 0,1-4 0 15,6-1 0-15,0-4 0 0,0-5 0 16,11-3 0-16,5-1 0 16,1 2 0-16,-5 1 0 0,-4 5-1381 15,-8-6-1981-15</inkml:trace>
  <inkml:trace contextRef="#ctx0" brushRef="#br0" timeOffset="57295.59">26145 1782 6767 0,'0'0'768'0,"0"0"-688"0,-4 53-28 16,-2-14 420-16,1 10-419 0,1 4-53 15,2 8 0-15,2 8 0 0,0 9 0 16,6 12 0-16,1 12 0 0,-1 10 0 16,-2 7 0-16,-2 6 0 15,-2 2 0-15,0-2 0 0,-4-3 0 16,-2-4 0-16,0-12 0 0,-3-8 0 16,-1-9 0-16,4-14 0 15,-3-11 0-15,5-13 0 0,4-13 0 16,0-13-133-16,0-12-759 0,0-7-1661 15,2-10-1805-15</inkml:trace>
  <inkml:trace contextRef="#ctx0" brushRef="#br0" timeOffset="57763.57">26077 1727 3261 0,'0'0'2245'0,"0"0"-1757"0,0 0 213 16,0 0-429-16,0 0-24 0,0 0 60 15,56 6-52-15,3-5-56 0,26-1 13 16,12 0-213-16,9-4 0 15,12-2 0-15,12-1 0 0,10-1 0 16,11-3 0-16,4-2 0 0,7-2 0 16,-1 2 0-16,2-2 0 0,0 0 0 15,-8 2 0-15,-2 1 0 16,-10 2 0-16,-17 3 0 0,-12 2 0 16,-15 2-389-16,-16 0-912 0,-25 0-551 15,-11-2-1294-15</inkml:trace>
  <inkml:trace contextRef="#ctx0" brushRef="#br0" timeOffset="58058.35">28973 1680 4762 0,'0'0'216'0,"0"0"116"0,-9 37 548 15,7-18-187-15,0 5-281 16,-2 4-80-16,2 6-200 0,2 8 20 15,0 14 104-15,2 6-231 0,2 10-25 16,-2 8 0-16,-2 8 0 0,0 8 0 16,-2 7 0-16,-2 4 0 0,0 4 0 15,2 7 0-15,0 0 0 16,0 7 0-16,2-7 0 0,2-2 0 16,6-5 0-16,0-7 0 15,5-3 0-15,-1-9 0 0,1-10 0 16,-1-10 0-16,1-12 0 0,-3-12 0 15,-4-6 0-15,-2-9 0 0,-4-7-1189 16,-6-9-172-16,-6-5-608 0</inkml:trace>
  <inkml:trace contextRef="#ctx0" brushRef="#br0" timeOffset="58742.2">26019 3827 3845 0,'0'0'2645'16,"0"0"-2228"-16,0 0-237 0,47 13 408 16,-9-8-272-16,11-2-115 15,15 2-201-15,11-1 0 0,14 2 0 16,14 3 0-16,15 3 0 0,10 1 0 15,15 1 0-15,12 1 0 0,12 1 0 16,13 1 0-16,10-2 0 16,8 1 0-16,-1-2 0 0,-5-1 0 15,-10 1 0-15,-17-3 0 0,-18-2 0 16,-21-1 0-16,-29-6-209 0,-30-2-1804 16,-22-2-2457-16</inkml:trace>
  <inkml:trace contextRef="#ctx0" brushRef="#br0" timeOffset="59369.42">27652 4166 2677 0,'0'0'3261'15,"0"0"-2492"-15,0 0-365 0,0 0 348 16,0 0-480-16,0 0-215 0,2 36-57 15,-2-5 0-15,0 6 0 0,0 6 0 16,-4-1 0-16,-2 4 0 0,-3 2 0 16,1 3 0-16,0 4 0 0,-3-2 0 15,1 2 0-15,0-2 0 0,-3-1 0 16,5-3 0-16,0-4 0 0,2-8-513 16,2-11-972-16,1-6-852 0</inkml:trace>
  <inkml:trace contextRef="#ctx0" brushRef="#br0" timeOffset="60234.45">27522 4973 2921 0,'0'0'2437'15,"0"0"-1721"-15,0 0-536 0,-56 38 209 16,23-18-5-16,0 1-296 15,-2-4-12-15,-1 4 84 0,-1-1-76 16,-2-1-40-16,2 1 128 0,4-1 12 16,8-1-56-16,6-4-52 0,9 0-64 15,10-2-12-15,4-3 20 0,15 0-8 16,8-3 24-16,8-2 37 16,6-1-73-16,7 0 0 0,1 1 0 15,3 1 0-15,2 1 0 0,-5 3 0 16,-3 0 0-16,-5 2 0 0,-12 4 0 15,-6-2 0-15,-11 1 0 0,-10 1 0 16,-6 2 0-16,-13 0 0 0,-9 5 0 16,-10-2 0-16,-7 4 0 0,-7-1 0 15,3 2 0-15,-3 2 0 16,5 1 0-16,3-1 0 0,5-1 0 16,8-1 0-16,9-3 0 0,5-4 0 15,11-1 0-15,4-4 0 0,8-3 0 16,9-1 0-16,6-4 0 15,3 0 0-15,5-1 0 0,5-2 0 16,1-2 0-16,2 2 0 0,-2-1 0 16,1 0 0-16,-7 4 0 0,-5-1 0 15,-11 2 0-15,-5-2 0 16,-8 5 0-16,-6 3 0 0,-12 4 0 16,-7 2 0-16,-6 0 0 0,-4-1 0 15,0 0 0-15,2-2 0 0,0 2 0 16,2-3 0-16,-2 3 0 0,2-1 0 15,2 0 0-15,0 0 0 0,6 0 0 16,3 0 0-16,10-2 0 0,6 2-41 16,6-2 1-16,10-1 28 15,9 2 4-15,8-4 12 0,6 0-4 16,9-2 72-16,-1-2-68 0,3-2 0 16,-1 0-4-16,-1-2-160 0,-1 4-24 15,-6 1-188-15,-1 2 172 0,-12 2 108 16,-7 1 52-16,-9 0 12 15,-8 3 0-15,-4 0-24 0,-10 0 16 16,-5 1 36-16,-5-2 0 0,-5-2 12 16,0-3-12-16,-2-2 0 0,0-4 0 15,0-4-56-15,6-1-1185 0,5-6-1224 16</inkml:trace>
  <inkml:trace contextRef="#ctx0" brushRef="#br0" timeOffset="60681.56">25884 6457 2397 0,'0'0'864'0,"0"0"1537"16,0 0-1845-16,0 0-195 0,0 0 51 15,52 6-12-15,4-6 40 0,18 0-79 16,17-2-361-16,23-2 0 0,20-1 0 16,21 0 0-16,21 0 0 15,16 2 0-15,15 3 0 0,14 0 0 16,9 2 0-16,5 1 0 0,1 2 0 16,-4 2 0-16,-9 2 0 0,-10 0 0 15,-21-1 0-15,-18 1 0 0,-24-2 0 16,-28 1 0-16,-29-4 0 15,-31-1 0-15,-33-3-181 0,-14 0-1716 16,-28-3-1440-16</inkml:trace>
  <inkml:trace contextRef="#ctx0" brushRef="#br0" timeOffset="61040.38">26647 6497 1880 0,'54'-5'2077'0,"-9"1"-1452"0,-1 2 323 0,-21 2-272 15,-11 2-147-15,-12 7-85 0,-17 9-348 16,-18 8 160-16,-16 7 108 0,-18 2-268 16,-7-2-44-16,-5 3-52 15,-5 2-8-15,1 1-12 0,8 1-420 16,7-1 12-16,16-2 124 0,13-5-245 15,16-7-67-15,11-8-148 0,12-8-1117 0</inkml:trace>
  <inkml:trace contextRef="#ctx0" brushRef="#br0" timeOffset="61259.71">28181 6646 2905 0,'0'0'3906'0,"-47"40"-3826"16,-3-10-32-16,-16-3-4 0,-9 2-24 15,-3-1-20-15,1-1 0 16,1-1-88-16,6-1-204 0,3-4-453 16,7-4 149-16,11-4 4 0,18-3-545 15,12-6 401-15,17-4-577 0</inkml:trace>
  <inkml:trace contextRef="#ctx0" brushRef="#br0" timeOffset="61412.4">28836 6663 6466 0,'0'0'325'0,"40"26"-289"16,-40 0-4-16,-23 5 80 0,-21 7 40 15,-11 6-152-15,-12 4-36 0,-5 3-232 16,4 1-545-16,8 1 201 15,8-2 256-15,19-14-641 0,6-4-691 0</inkml:trace>
  <inkml:trace contextRef="#ctx0" brushRef="#br0" timeOffset="63737.39">27790 2807 1724 0,'0'0'204'0,"0"0"1505"0,0 0-1145 16,0 0-195-16,0 0 251 0,0 0-452 15,0 0-116-15,0 0 12 16,0 0-36-16,5 34 40 0,-3-33 124 15,0 2-36-15,-2-1 4 0,2-1 164 16,-2-1-63-16,0 1 11 0,0-1 284 16,-2 0-212-16,-2 1-60 0,-3-1-211 15,-1 0-73-15,-4-1 0 0,-5-2 0 16,3-3 0-16,-1 1 0 0,5-1 0 16,4 1 0-16,1 3 0 0,3-2 0 15,0 2 0-15,0-3 0 0,2 1 0 16,0 0 0-16,0-2 0 15,0 1 0-15,4 1 0 0,1-1 0 16,1 1 0-16,0 3 0 0,4 0 0 16,3 1 0-16,-3 0 0 15,-2 1 0-15,-2 3 0 0,-3-2 0 16,1 3 0-16,0 0 0 0,2 0 0 16,-2 0 0-16,0 1 0 0,0 0 0 15,-1-1 0-15,-3 1 0 16,0-1 0-16,-5 3 0 0,-3 0 0 15,-6 0 0-15,-3 2 0 0,-2-5 0 16,3-2 0-16,4-2 0 0,1-1 0 16,5 0 0-16,2 0 0 0,0 0 0 15,2-2 0-15,-2-4 0 0,1 0 0 16,3-4 0-16,0-4 0 0,3 2 0 16,-1 3 0-16,4 3 0 0,-4 1 0 15,4 2 0-15,2-1 0 0,1 1 0 16,-1-1 0-16,2 3 0 15,-2 1 0-15,1 0 0 0,-3 0 0 16,0 2 0-16,0 3 0 0,-2 0 0 16,-1-1 0-16,-1 1 0 15,-2 0 0-15,2 0 0 0,-2-3 0 16,0-2 0-16,4-5-2666 0</inkml:trace>
  <inkml:trace contextRef="#ctx0" brushRef="#br0" timeOffset="65519.37">27724 2797 1728 0,'0'0'625'0,"0"0"1107"0,0 0-691 15,0 0-433-15,0 0-68 0,0 0 173 16,0 0-317-16,0 0-48 0,0 0 113 16,0 2-461-16,0-2 0 0,0 0 0 15,0 0 0-15,0 0 0 0,0 0 0 16,2 0 0-16,-2 0 0 0,2 0 0 16,-2 1 0-16,2 0 0 0,-2 0 0 15,0 0 0-15,0-1 0 16,2 0 0-16,-2 0 0 0,3 0 0 15,-3 0 0-15,2 0 0 0,-2 0 0 16,2 0 0-16,-2 0 0 0,0 0 0 16,0 0 0-16,0 0 0 15,0 0 0-15,0 0 0 0,0 0 0 16,0 0 0-16,0 0 0 0,0 0 0 16,2 0 0-16,-2 0 0 0,0 0 0 15,2 2 0-15,0 0 0 16,0 1 0-16,2 1 0 0,0 2 0 15,2 1 0-15,3 1 0 0,1 3 0 16,0 0 0-16,5 1 0 0,-3 2 0 16,-1-3 0-16,-1 0 0 0,0 0 0 15,1-1 0-15,-1 2 0 0,-2 0 0 16,0 0 0-16,-1-2 0 0,-1 1 0 16,0 1 0-16,2-1 0 0,-4 0 0 15,5 0 0-15,-1 0 0 0,-2 0 0 16,2-2 0-16,1 2 0 15,1-2 0-15,0 1 0 0,1-1 0 16,-3-2 0-16,0 4 0 0,1-4 0 16,-5 0 0-16,2 0 0 15,2 0 0-15,0 3 0 0,3 2 0 16,1 0 0-16,1-3 0 0,-7-3 0 16,0-2 0-16,-2 1 0 15,2 0 0-15,1 1 0 0,-1 2 0 16,0-3 0-16,-2 1 0 0,2 2 0 15,-2 1 0-15,5 1 0 0,-1 5 0 16,2-1 0-16,1 0 0 0,-1 1 0 16,-2-4 0-16,3 1 0 0,-5 0 0 15,2-1 0-15,-2-1 0 0,0 1 0 16,-1-2 0-16,-1 1 0 0,-2-2 0 16,0-2 0-16,2 3 0 0,0 2 0 15,0 1 0-15,0 2 0 16,3-1 0-16,-1-1 0 0,0 0 0 15,0 1 0-15,2 0 0 0,1 0 0 16,-3-3 0-16,-2-2 0 0,0-2 0 16,0-2 0-16,-2 1 0 15,2 0 0-15,-1-1 0 0,-1-1 0 16,-2-2 0-16,0 0 0 0,0-1 0 16,2 1 0-16,-2 0 0 15,0-1-13-15,2 2-655 0,-2 0-725 16,0 1-127-16,-6 0-777 0</inkml:trace>
  <inkml:trace contextRef="#ctx0" brushRef="#br0" timeOffset="66505.6">28282 3554 1504 0,'0'0'148'0,"0"0"2241"0,0 0-1464 16,0 0-249-16,0 0-296 15,0 0-100-15,0 0 141 0,0 0-193 16,0 0-12-16,0 0 232 0,27-18-204 16,-21 22-4-16,5 6-147 15,-3 3-93-15,0 4 0 0,-4 1 0 16,1 0 0-16,-5-3 0 0,0 1 0 15,0-1 0-15,0-2 0 0,-3 0 0 16,-1-1 0-16,-2-2 0 0,-2 0 0 16,-5-2 0-16,1-1 0 0,-2-1 0 15,-1-5 0-15,3-1 0 0,-1-4 0 16,3-3 0-16,0-1 0 0,1-3 0 16,3-2 0-16,4 1 0 0,0-1 0 15,2 0 0-15,0 0 0 16,4 0 0-16,0 1 0 0,5 0 0 15,-1 1 0-15,2 1 0 0,3 1 0 16,1 1 0-16,-2 3 0 0,3 1 0 16,-3 4 0-16,1 0 0 15,-1 6 0-15,-4-1 0 0,1 1 0 16,-3 1 0-16,0 1 0 0,0 2 0 16,0-1 0-16,-3-1 0 15,-3-4 0-15,2 1 0 0,-2 1 0 16,0 1 0-16,-2-3 0 0,-3-1 0 15,-1-2 0-15,-4-1 0 0,-3 0 0 16,-1-2 0-16,2-2 0 0,1 0 0 16,3 3 0-16,6-1 0 0,-2 1 0 15,0 1 0-15,2 0 0 0,0 0 0 16,-1 0 0-16,3 1 0 0,0-1 0 16,3 0 0-16,1-1 0 0,4-4 0 15,4-2 0-15,5-3 0 16,-3-1 0-16,3 1 0 0,-7 3 0 15,-4 4 0-15,-1 1 0 0,-3 1 0 16,0 0 0-16,0 1 0 0,0 0 0 16,-2 3 0-16,2 6 0 15,0 5 0-15,0 1 0 0,-2 1 0 16,2-3 0-16,-2-4 0 0,0-4 0 16,0-1 0-16,0-3 0 15,0-1 0-15,-2 0-681 0,-2-9-4822 0</inkml:trace>
  <inkml:trace contextRef="#ctx0" brushRef="#br0" timeOffset="67547.64">27863 3225 688 0,'0'0'768'16,"0"0"-652"-16,0 0 2297 15,0 0-1868-15,0 0-149 0,0 0 464 16,0 0-416-16,0 0-75 0,0 0 231 15,4 18-152-15,-2-17-116 0,2-1-119 16,4 0-213-16,5-5 0 0,5-6 0 16,5-4 0-16,2-4 0 0,-2-2 0 15,-3-2 0-15,3 0 0 0,-2-6 0 16,-1-1 0-16,3-4 0 0,-4-7 0 16,1-4 0-16,-1-4 0 0,-5-2 0 15,1 4 0-15,-3 0 0 0,-3 7 0 16,-1 2 0-16,-4 7 0 15,-2 4 0-15,-2 1 0 0,-4 1 0 16,-4 0 0-16,-5 0 0 0,1 2 0 16,-5 0 0-16,3 3 0 0,-3 1 0 15,5 4 0-15,2 3 0 16,3 5 0-16,1 3 0 0,4 0 0 16,0 2 0-16,0-2 0 0,-2 1 0 15,2-1 0-15,2 1 0 16,-2-2 0-16,2-1-425 0,-2 1-1848 15,2-3-888-15</inkml:trace>
  <inkml:trace contextRef="#ctx0" brushRef="#br0" timeOffset="68308.52">28047 2344 4398 0,'0'0'1308'0,"0"0"-808"0,0 0 17 15,0 0-9-15,0 0-304 16,0 0-64-16,0 0 84 0,0 0-104 16,0 0-8-16,0 0 12 0,-15-23-108 15,17 23 5-15,0 2-21 16,-2 3 0-16,-2 5 0 0,-6 7 0 15,-2 2 0-15,-1 1 0 0,-1-1 0 16,4-2 0-16,1-3 0 0,3-1 0 16,4-3 0-16,0-1 0 0,0-3 0 15,2-3 0-15,3 1-49 0,-3-2-51 16,4-2-132-16,-2 1-32 0,0-1-248 16,0-2 232-16,-2-3 75 0,2-1 37 15,-2-1 124-15,-2-2 44 16,0-3 16-16,0-5-12 0,0-2 44 15,-4-1 197-15,0 1-93 0,2-1-20 16,-2 1 52-16,2-1-76 0,0 1 64 16,-2 1 36-16,2 1-72 0,0 6 28 15,2 3 108-15,0 5-259 16,0 2-13-16,0 0 0 0,0 1 0 16,0 0 0-16,4 5 0 0,4 5 0 15,13 3 0-15,6 1 0 16,6-2 0-16,4-3 0 0,-2-6 0 15,4-3 0-15,-2-5 0 0,-10-3-825 16,-2-9-2377-16</inkml:trace>
  <inkml:trace contextRef="#ctx0" brushRef="#br0" timeOffset="70488.66">28849 3681 1784 0,'0'0'176'0,"0"0"1529"0,0 0-1137 15,58-10-231-15,-11 0 19 16,11-3 192-16,8-3-272 0,11-1-20 15,5-2 32-15,9 0-208 0,9 0-16 16,-3 2 44-16,4 2-87 0,-6 3-1 16,-4 4-20-16,-8 2-217 15,-7 6-307-15,-6 2-516 0,-5 5 487 16,-6 2 225-16,-5 1 228 0,-8 0 96 16,-15-3-144-16,-4-2-2213 0</inkml:trace>
  <inkml:trace contextRef="#ctx0" brushRef="#br0" timeOffset="71513.99">30790 3441 3249 0,'0'0'2349'15,"0"0"-1741"-15,6 34-111 0,-6-16 255 16,-2 5-480-16,-6 0-72 0,-3 6-76 16,1 1-88-16,-2 3 24 0,1 0-15 15,3 0-45-15,0-4 0 16,1-1 0-16,3-5 0 0,0-4 0 15,4-6 0-15,0-5 0 0,0-4 0 16,0-3 0-16,4-1 0 16,5-8 0-16,5-11 0 0,1-6 0 15,1-4 0-15,1-5 0 0,-5 1 0 16,2-2 0-16,-1 1 0 0,-1 4 0 16,-1 8 0-16,-5 9 0 15,-2 8 0-15,-2 5-9 0,0 2 1 16,-2 13-36-16,0 10 44 0,-6 8 0 15,-2 4 8-15,-1-1-8 0,5-4 0 16,2-3-8-16,2-3 8 0,2-5 0 16,2-4-8-16,1-4 8 0,1-7 8 15,-2-2-4-15,6-5-4 0,5-7 40 16,3-5-36-16,3-4 9 0,2-5-13 16,-3-3 0-16,3-6 0 15,0 0 0-15,-3 1 0 0,1 1 0 16,-2 10 0-16,-7 6 0 0,-2 8 0 15,-3 5 0-15,-3 1 0 0,0 11 0 16,2 9 0-16,-2 7 0 0,-2 3 0 16,-2 1 0-16,0-6 0 15,0-1 0-15,4-6 0 0,-1 1 0 16,1-6 0-16,2 0 0 0,0-1 0 16,2-2 0-16,5-2-445 15,-3-4-1072-15,3-3-532 0</inkml:trace>
  <inkml:trace contextRef="#ctx0" brushRef="#br0" timeOffset="72020.42">31449 3563 4690 0,'0'0'1412'0,"0"0"-451"0,0 0-521 0,0 0-48 16,46 7-95-16,-5-7-297 15,11 0 0-15,3 0 0 0,1-4 0 16,0 0 0-16,-2-1 0 0,-7 0 0 16,-7-1 0-16,-9 2 0 15,-7 1 0-15,-9 1 0 0,-7 0-89 16,-6 1-891-16,-2 1-181 0,-2-3-2897 0</inkml:trace>
  <inkml:trace contextRef="#ctx0" brushRef="#br0" timeOffset="72242.91">31619 3671 5986 0,'0'0'1661'0,"0"0"-1116"0,0 0-545 15,0 0 0-15,0 0 0 0,47 31 0 16,-10-23 0-16,11-2 0 0,4-2 0 16,6-1 0-16,-1-1 0 15,3-1 0-15,-2 0 0 0,-2-1-637 16,-17 0-267-16,-6-3-2174 0</inkml:trace>
  <inkml:trace contextRef="#ctx0" brushRef="#br0" timeOffset="72619.78">32373 3470 2741 0,'0'0'3233'0,"-8"-40"-2616"16,6 27 491-16,0 7-615 0,-6 5-493 16,-9 6 0-16,-6 10 0 15,-8 10 0-15,-4 9 0 0,2 7 0 16,2 6 0-16,6 6 0 0,9 2 0 16,5 2 0-16,13-4 0 15,13-3 0-15,8-6 0 0,12-8 0 16,4-5 0-16,4-7 0 0,5-11 0 15,-5-8 0-15,-1-8 0 0,-7-11 0 16,-8-7 0-16,-7-7 0 0,-3-5 0 16,-9-3 0-16,-6-5 0 0,-4-1 0 15,-10-5 0-15,-7 2 0 0,-4 4 0 16,-5 4 0-16,-3 9 0 0,-5 6 0 16,10 8-701-16,-1 5-1596 0</inkml:trace>
  <inkml:trace contextRef="#ctx0" brushRef="#br0" timeOffset="74517.06">30653 4771 6038 0,'0'0'765'0,"0"0"-493"15,0 0 472-15,0 0-371 16,46 21-373-16,-11-11 0 0,4-1 0 16,7-2 0-16,3-2 0 0,3-3 0 15,2 1 0-15,-3-1 0 0,-5-2 0 16,-5 0 0-16,-6-5 0 16,-6 1 0-16,-4-4 0 0,-4-2 0 15,-7-1-493-15,-1-2-1352 0</inkml:trace>
  <inkml:trace contextRef="#ctx0" brushRef="#br0" timeOffset="74762.84">31236 4582 6827 0,'0'0'576'0,"0"0"-24"15,0 0-315-15,0 0-237 0,0 0 0 16,0 0 0-16,0 0 0 0,44 44 0 15,1-22 0-15,11 1 0 16,6 2 0-16,4 0 0 0,-4 2 0 16,-6-1 0-16,-15 0 0 0,-14-1 0 15,-14 0 0-15,-13-2 0 0,-13-1 0 16,-12-3 0-16,-12 0 0 16,-8-1 0-16,-1-3 0 0,-1-3 0 15,14-4-317-15,6-6-1576 0</inkml:trace>
  <inkml:trace contextRef="#ctx0" brushRef="#br0" timeOffset="76645.72">32100 4470 2893 0,'0'0'3189'0,"0"0"-2196"0,0 0-341 15,0 0-187-15,0 0-465 16,0 0 0-16,-14 47 0 0,1-14 0 16,-3 9 0-16,-3 5 0 0,7 4 0 15,-1 5 0-15,1 2 0 0,6 1 0 16,2-2 0-16,4-2 0 16,2-4 0-16,10-9 0 0,5-6 0 15,3-5 0-15,5-10 0 0,2-7 0 16,0-9 0-16,0-6 0 0,0-12 0 15,-5-6 0-15,-3-6 0 0,-2-4 0 16,-7 0 0-16,-4-1 0 0,-6-1 0 16,-6 2 0-16,-9 1 0 0,-9 3 0 15,-5 4 0-15,-2 6 0 0,-2 2 0 16,2 3 0-16,8 4 0 0,4 3 0 16,11-1 0-16,4 3-37 15,4 1-2048-15,0-3-1020 0</inkml:trace>
  <inkml:trace contextRef="#ctx0" brushRef="#br0" timeOffset="76939.66">32317 5065 5602 0,'0'0'628'0,"-6"34"-348"0,6-17 189 16,0-3-329-16,2-3 24 0,0-3 136 15,-2-1-128-15,2-5-12 0,-2 3 28 16,2-4-99-16,0 2-89 0,-2-3 0 16,0-6 0-16,-4-7 0 0,-2-7 0 15,0-5 0-15,0-3 0 0,4 0 0 16,0-2 0-16,2 2 0 16,4 1 0-16,6 4 0 0,5 4 0 15,1 2 0-15,3 2 0 0,-1 0 0 16,1 2 0-16,2 1 0 0,-3 1 0 15,1 2-65-15,-5 2-1003 16,-1 3-425-16,-5-2-3917 0</inkml:trace>
  <inkml:trace contextRef="#ctx0" brushRef="#br0" timeOffset="77078.99">32477 4960 7231 0,'0'0'688'0,"0"0"-415"0,-5 44-273 16,5-28 0-16,2-2 0 0,1 0 0 15,-1-2 0-15,0-5 0 0,0 0 0 16,0-2 0-16,2-4-81 0,-2-1-2432 16,6-3-316-16</inkml:trace>
  <inkml:trace contextRef="#ctx0" brushRef="#br0" timeOffset="77203.69">32698 4661 6458 0,'0'0'653'15,"0"0"-389"-15,0 0-264 16,0 0-76-16,0 0-1061 0,0 0-199 16,0 0-277-16</inkml:trace>
  <inkml:trace contextRef="#ctx0" brushRef="#br0" timeOffset="77410.94">32824 4893 3685 0,'0'0'1529'0,"0"0"-629"0,0 0 337 15,0 0-621-15,0 0-391 0,-54 27-225 16,29-16 0-16,-2 1 0 0,3 4 0 16,-3 1 0-16,2 3 0 0,4 0 0 15,9 0 0-15,8 2 0 0,4-1 0 16,12 0 0-16,9-3 0 16,8-1 0-16,8-7 0 0,4-5 0 15,7-5 0-15,-5-4 0 0,1-4 0 16,-7-6 0-16,-6-4 0 15,-4-4-169-15,-13 4-2264 0,-3-5-768 0</inkml:trace>
  <inkml:trace contextRef="#ctx0" brushRef="#br0" timeOffset="77653.08">33090 4498 2749 0,'0'0'4226'0,"0"0"-3174"15,0 0-887-15,-18 40-165 0,1-13 0 16,5 6 0-16,-3 2 0 0,5 8 0 16,2 6 0-16,2 6 0 0,-1 7 0 15,1-1 0-15,2 0 0 0,-4-3 0 16,2-3 0-16,-1-5 0 16,5-6 0-16,0-6 0 0,0-7 0 15,2-12-993-15,0-6-368 0,0-9-568 0</inkml:trace>
  <inkml:trace contextRef="#ctx0" brushRef="#br0" timeOffset="77948.42">33026 5020 2797 0,'0'0'4030'15,"0"0"-3170"-15,0 0-355 0,0 0-505 16,0 0 0-16,0 0 0 0,0 0 0 15,7-34 0-15,9 26 0 0,11 0 0 16,8 1 0-16,9 3 0 0,-5 4 0 16,-8 1 0-16,-13 5 0 0,-13 6 0 15,-10 5 0-15,-15 5 0 0,-9 8 0 16,-13 2 0-16,-5 2 0 16,-5 3 0-16,5-1 0 0,7-3 0 15,12-4 0-15,11-1 0 0,17-6 0 16,14 0 0-16,17-6 0 15,15-3 0-15,8-6 0 0,4-7 0 16,-13-1-649-16,-4-7-4641 0</inkml:trace>
  <inkml:trace contextRef="#ctx0" brushRef="#br0" timeOffset="83322.24">27656 2796 2573 0,'0'0'504'0,"0"0"869"0,0 0-1105 16,0 0-28-16,0 0-64 0,0 0-136 15,0 0-40-15,54 13 24 16,-19-7-20-16,2 1-4 0,-4 0 0 15,-2-1 8-15,-2 1-16 0,-2-3-168 16,-8-2-557-16,-3-1-447 0</inkml:trace>
  <inkml:trace contextRef="#ctx0" brushRef="#br0" timeOffset="83536.36">28148 2848 4153 0,'0'0'473'0,"0"0"-377"0,52-3 104 16,-38 0-84-16,1 0-28 15,1-1 132-15,-1 2-96 0,-1-1-96 16,3 1-28-16,-1-1-68 0,5 1-148 16,2 2-292-16,-3-2-89 15,1 0-203-15,0 2-937 0,-1 0 837 16,-1 0 900-16,-3 1 1168 0,-5 0-495 16,-3 1-181-16,-4-2 440 0,2 1-323 15,-2-1-189-15,1 3-148 16,1-3-268-16,2 1-4 0,0 0-60 15,1-1-837-15,3 1-947 0</inkml:trace>
  <inkml:trace contextRef="#ctx0" brushRef="#br0" timeOffset="84159.79">28648 2866 4025 0,'0'0'1073'0,"0"0"-857"0,0 0 520 15,-37 7-296-15,33-6-271 0,2 3-169 16,0 0-4-16,2 2-12 15,2 1-32-15,4 1 16 0,0-1-73 16,0 0-507-16,1-1 292 0,-3 0 216 16,-2-3 88-16,-2 0 16 15,-11-3 160-15,-5-7 528 0,-7-4-347 16,-2-3 23-16,5-1 336 0,5 1-356 16,5-1-151-16,4-2-193 0,6 0 0 15,6 2 0-15,6 5 0 16,1 2 0-16,3 4 0 0,1 0 0 15,-1 4 0-15,-1 0 0 0,-1 0 0 16,-3 4 0-16,-3-1 0 0,-4 1 0 16,2 1 0-16,-2 4 0 0,-4 3 0 15,0 2 0-15,-4-1 0 0,-6-1 0 16,0-2 0-16,-1 0 0 0,1-3 0 16,0 0 0-16,1-2 0 0,5-3 0 15,0 0 0-15,0-2 0 16,2 0 0-16,-2-3 0 0,-3-3 0 15,1-6 0-15,0-1 0 0,0-3 0 16,4-2 0-16,0 0 0 0,2-2 0 16,0-2 0-16,6 0 0 15,2 2 0-15,5 6 0 0,3 2 0 16,1 7 0-16,1 4 0 0,1 1 0 16,2 6 0-16,-3 6 0 0,-3 0 0 15,-3 3 0-15,-2 1 0 16,-3 1 0-16,-1 1 0 0,-2 1 0 15,-4 1 0-15,-2-1 0 0,-4-1 0 16,-7-3 0-16,-1-1 0 0,-3 0 0 16,-6-5 0-16,1 1 0 0,-5-6 0 15,-2-1 0-15,0-3 0 0,-2-4 0 16,2-3 0-16,4-1 0 0,7-2 0 16,1 1 0-16,11-1 0 0,6-3 0 15,6 1 0-15,11-2 0 16,7 1 0-16,10 2 0 0,1 2 0 15,-8 3-1601-15,1 0-1357 0</inkml:trace>
  <inkml:trace contextRef="#ctx0" brushRef="#br0" timeOffset="88726.54">5850 7419 1724 0,'-17'34'128'15,"11"2"16"-15,2 8 693 0,4 2-513 16,0 5-64-16,4 2 276 0,-2 5-272 16,-2 3-67-16,0-2 11 15,-2 0-180-15,-6 3-28 0,-2-2 0 16,-3-1 0-16,-7-2-4 0,3-5-96 16,3-8-133-16,-1-8 61 0,7-12 56 15,4-10 56-15,-3-9-52 0,3-5-260 16,0-3 184-16,-4-10-4 0,-4-13 40 15,-1-7 152-15,3-5 88 0,-1 0 164 16,1 4-48-16,-2 1 12 0,-1 5 112 16,1 5-132-16,2 8-7 0,3 9 207 15,3 3-84-15,0 4 4 16,4 11-12-16,0 10-296 0,8 6 8 16,5 4 112-16,3 0-28 0,3-6-36 15,4-1-24-15,-5 0-32 0,3-1 0 16,-2-3 36-16,-3-2-36 15,-4-2 12-15,-1-7 24 0,-5-4-44 16,0-3 4-16,-6-1 64 0,6-2-24 16,5-6 24-16,5-14 121 15,5-11-133-15,8-10-24 0,-2-2-32 16,4 0-189-16,-13 11-615 0,3-1-2802 0</inkml:trace>
  <inkml:trace contextRef="#ctx0" brushRef="#br0" timeOffset="90458.43">27639 2017 2745 0,'0'0'3101'0,"0"0"-2328"16,0 0-145-16,0 0 317 15,0 0-945-15,0 0 0 0,0 0 0 16,0 0 0-16,0 0 0 0,11-13 0 16,-11 13 0-16,0 0 0 0,-2 1 0 15,0-1 0-15,0 3 0 0,-3 0 0 16,3-2 0-16,-2 1 0 0,2-2 0 16,0 0 0-16,2-1 0 0,-2-3 0 15,2-4 0-15,0-2 0 0,4-4 0 16,2 0 0-16,1 3 0 15,3 3 0-15,0 3 0 0,3 1 0 16,1 2 0-16,-1 2 0 0,1 1 0 16,-4 2 0-16,1 2 0 0,-5 4 0 15,-2 1 0-15,-4 2 0 16,0 3 0-16,-2 0 0 0,-4-4 0 16,-3 2 0-16,-1-3 0 0,-2-1 0 15,-5-2 0-15,1-1 0 0,-1-2 0 16,-4 0 0-16,5-4 0 15,-1-1 0-15,5-3 0 0,4-1 0 16,4 2 0-16,2-2 0 0,-3-1 0 16,5-3 0-16,0-6 0 0,0-2 0 15,2 0 0-15,3 1 0 0,1 7 0 16,2 2 0-16,7 1 0 0,5 1 0 16,5 2 0-16,2 0 0 0,0 3 0 15,0 2 0-15,-5 2 0 0,-3 1 0 16,-9 1 0-16,-3-2 0 15,-5 3 0-15,-4 6 0 0,-11 2 0 16,-10 4 0-16,-10-2 0 0,2-4 0 16,9-6 0-16,9-3 0 0,7-3 0 15,6-1-1225-15,4-7-5742 0</inkml:trace>
  <inkml:trace contextRef="#ctx0" brushRef="#br0" timeOffset="92613.36">6749 655 1708 0,'0'0'2718'0,"0"0"-2186"16,0 0-92-16,0 0 332 0,0 0-359 15,0 0-141-15,0 0-24 0,-23 51-164 16,19-22-24-16,-2 11-16 15,0 2-36-15,-9 6-8 0,3-3 24 16,-7-1-16-16,3 1-8 0,-5-3 0 16,5-2-8-16,-5-5 4 0,0-2 4 15,1-3-44-15,-3-1 28 0,2-5 4 16,1-4-48-16,3-4 60 0,0-7 0 16,7-2-60-16,6-5-24 0,-4-2 60 15,6-4-20-15,-5-11-84 16,7-11-16-16,-4-9 124 0,4-1 20 15,0-2 48-15,4 4-48 0,-4 3 56 16,0 5 132-16,0 8-20 0,0 8 40 16,-4 4 200-16,4 5-204 0,0 1-24 15,0 0-131-15,0 2-49 16,0 7 0-16,0 7 0 0,4 10 0 16,-1 13 0-16,1 9 0 0,-4 1 0 15,0-1 0-15,0-7 0 0,0-8 0 16,-4-8 0-16,4-8 0 15,0-9 0-15,0-4 0 0,6-4 0 16,8-2 0-16,17-11 0 0,17-6 0 16,3-5 0-16,7-2 0 0,-4 3 0 15,-6 6 0-15,-17 5 0 0,-7 4-2374 0</inkml:trace>
  <inkml:trace contextRef="#ctx0" brushRef="#br0" timeOffset="102916.82">27615 3690 1784 0,'0'0'1317'0,"0"0"280"0,0 0-469 16,0 0-576-16,0 0-123 0,0 0-9 15,0 0-208-15,6 34 0 16,-6-25 92-16,0 0-180 0,0 1-11 15,-2-2-113-15,0 0 0 0,2-2 0 16,-4 0 0-16,-3-2 0 16,-3 1 0-16,-6-5 0 0,-5 0 0 15,0-3 0-15,5-3 0 0,3-1 0 16,5 1 0-16,4-3 0 0,4-1 0 16,2-6 0-16,8 1 0 15,5 1 0-15,3 1 0 0,-1 3 0 0,1 3 0 16,-1 0 0-16,0 4 0 15,-5 1 0-15,-2 2 0 0,-4 0 0 16,3 5 0-16,-5 4 0 0,0 3 0 16,-2 1 0-16,-2 1 0 0,-2-3 0 15,0 0 0-15,-4-1 0 0,2-3 0 16,-7 0 0-16,1-3 0 0,-5-2 0 16,-5 0 0-16,-1-2 0 15,0 0 0-15,3-4 0 0,5 2 0 0,5-2 0 16,8-4 0-16,0 2-429 15,11-9-4633-15</inkml:trace>
  <inkml:trace contextRef="#ctx0" brushRef="#br0" timeOffset="165219.91">21599 9869 1072 0,'0'0'372'0,"0"0"-328"16,0 0 781-16,0 0-693 0,0 0-132 16,7-43-20-16,-3 29-729 0,-4 5-63 15,6-1 284-15</inkml:trace>
  <inkml:trace contextRef="#ctx0" brushRef="#br0" timeOffset="165453.26">21678 9715 1160 0,'0'0'884'0,"0"0"449"16,0 0-685-16,0 0-143 0,0 0 63 15,18-36-320-15,-13 29-36 0,-1 0 112 16,2-1-148-16,-2 2 20 16,2-1 213-16,-2 2-101 0,1 3 24 15,-3 1 116-15,-2 1-288 0,0 0-16 16,-7 7-7-16,-5 8-137 0,-9 5 0 16,-3 5 0-16,-5 1 0 0,0-1 0 15,8-2 0-15,0-2 0 16,3-2 0-16,3-5 0 0,5-1 0 15,4-7 0-15,4 0 0 0,2-5 0 16,2-1-265-16,10-6-1011 0,-2 0 99 16,11-9-448-16</inkml:trace>
  <inkml:trace contextRef="#ctx0" brushRef="#br0" timeOffset="165638.98">21730 9643 3501 0,'0'0'993'0,"0"0"-561"0,0 0 356 16,0 0-372-16,41 4-80 16,-22 0 45-16,1-1-297 0,-1 1 20 15,-1 2 208-15,-3-1-140 0,6 2-72 16,-9-1-68-16,-4-1-32 0,-2 0-72 16,-1 0-524-16,-1 2-173 0,-2-1-407 15,2 2-2598-15</inkml:trace>
  <inkml:trace contextRef="#ctx0" brushRef="#br0" timeOffset="166198.95">21725 9676 5246 0,'0'0'664'0,"0"0"-236"15,0 0 101-15,0 0-437 0,0 0-24 16,-10 38 92-16,10-18-92 0,0 2 8 16,6 5 172-16,-2 2-100 0,1 5-16 15,-3 6 84-15,-2 5-116 16,0 6-83-16,-2 3-17 0,-5 5 0 15,3 3 0-15,-2 3 0 0,2 5 0 16,0 6 0-16,2 2 0 0,-2 6 0 16,4 1 0-16,0 3 0 15,0 4 0-15,0 5 0 0,4 7 0 16,0 4 0-16,0 2 0 0,0 7 0 16,6 2 0-16,1 8 0 0,-3 3 0 15,0 7 0-15,1 5 0 0,-3 5 0 16,-2 6 0-16,2 5 0 0,-4 5 0 15,2 3 0-15,0 6 0 16,1-1 0-16,-3-2 0 0,4-2 0 16,-4-3 0-16,-2-4 0 15,0-5 0-15,0-5 0 0,-4-6 0 16,0-5 0-16,0-9 0 0,-3-5 0 16,5-11 0-16,0-14 0 0,0-7 0 15,-2-14 0-15,4-11 0 16,0-12 0-16,4-15 0 0,-2-14 0 15,2-11 0-15,-4-9 0 0,4-7-1189 16,1-1-192-16,-3-13-184 0</inkml:trace>
  <inkml:trace contextRef="#ctx0" brushRef="#br0" timeOffset="166741.75">21684 15144 5058 0,'0'0'852'0,"0"0"-344"0,48 5 121 16,-9 1-25-16,13 1-192 15,10 0-283-15,14-1-129 0,13-5 0 16,16 0 0-16,15-1 0 0,15-1 0 15,20-1 0-15,20-3 0 0,14 0 0 16,25-1 0-16,14-1 0 16,16-1 0-16,16 0 0 0,13 2 0 15,10 0 0-15,9 2 0 0,7 3 0 16,3-1 0-16,4 2 0 0,6 0 0 16,0 2 0-16,1-1 0 0,-1 0 0 15,-2 2 0-15,-6-3 0 16,-9 0 0-16,-7-3 0 0,-20 2 0 15,-9 1 0-15,-22 0 0 0,-17 0 0 16,-24 0 0-16,-22 1 0 0,-24 4 0 16,-19 2 0-16,-22-1 0 0,-22 0 0 15,-19 1 0-15,-16-3 0 0,-15-2 0 16,-10-2 0-16,-8 0 0 0,-7-9 0 16,-6 0-1201-16,-6-3-580 0</inkml:trace>
  <inkml:trace contextRef="#ctx0" brushRef="#br0" timeOffset="167072.16">29773 14870 7815 0,'35'23'377'0,"8"0"-377"0,7 5 0 0,-5-2 0 16,3 1 0-16,6-1 0 0,-1 3 0 15,1-2 0-15,-2-1 0 0,-7 1 0 16,-10 4 0-16,-6 0 0 0,-16 3 0 16,-9 4 0-16,-10 1 0 15,-17 6 0-15,-10 1 0 0,-10 1 0 16,-7-4 0-16,-4-3 0 0,-2-7 0 15,1-5 0-15,-1-4 0 0,10-9-1017 16,-1-4-5078-16</inkml:trace>
  <inkml:trace contextRef="#ctx0" brushRef="#br0" timeOffset="167603.45">26682 16074 3897 0,'0'0'681'0,"-37"-53"-233"0,17 26 428 0,-3 1-356 15,0 1-167-15,0-5 151 16,-2 2-236-16,3 1-72 0,-3 0-124 15,4 8-56-15,1 5-16 0,3 6 36 16,3 6 8-16,-1 3 72 0,-1 10 49 16,-3 4-165-16,-4 7 0 0,1 7 0 15,1 5 0-15,0 2 0 16,7 1 0-16,5 3 0 0,5 3 0 16,4 2 0-16,6 3 0 0,5 5 0 15,3 6 0-15,5 2 0 0,0 5 0 16,1 0 0-16,-1 0 0 0,-1 3 0 15,1-4 0-15,-7-5 0 0,-1-5 0 16,-5-11 0-16,-4-2 0 16,-2-10 0-16,0-8 0 0,-6-6 0 15,-2-6 0-15,-9-8-1133 0,5-3-396 16,-5-4-896-16</inkml:trace>
  <inkml:trace contextRef="#ctx0" brushRef="#br0" timeOffset="167773.28">26099 16666 7267 0,'0'0'925'0,"50"8"-925"16,-11-8 0-16,-1-2 0 0,9-7 0 15,9 0 0-15,4-4 0 0,6 1 0 16,6-1 0-16,1 1 0 0,-3-2 0 16,-4 1 0-16,-12-1-385 15,-17 2-1768-15,-8-3-1144 0</inkml:trace>
  <inkml:trace contextRef="#ctx0" brushRef="#br0" timeOffset="171588.72">21978 12881 2076 0,'0'0'24'0,"0"0"2438"16,0 0-1754-16,0 0-256 0,0 0 8 15,0 0-332-15,0 0-12 16,0 0 81-16,0 0-101 0,-23 14 20 16,23-11 60-16,0-1-120 0,0 3 32 15,2 2 260-15,2 4-136 0,2 5-24 16,3 2 80-16,1 0-247 16,0 1-21-16,7-2 0 0,6-1 0 15,5-2 0-15,10-2 0 16,7-8 0-16,9-4 0 0,12-11 0 15,11-11 0-15,11-8 0 0,12-13 0 16,7-12 0-16,9-11 0 0,6-10 0 16,2-7 0-16,2-6 0 0,-4-3 0 15,2-5 0-15,-6-3 0 0,-5 0 0 16,-3-1 0-16,-13 1 0 0,-2 7 0 16,-8 2 0-16,-6 6 0 0,-7 5 0 15,-2 2 0-15,-3 4 0 0,-3 4 0 16,-6 2 0-16,-2 5 0 0,-11 6 0 15,3 4 0-15,-5 5 0 0,-3 5 0 16,-5 7 0-16,-6 8 0 0,-6 9 0 16,-5 11 0-16,-7 8 0 15,-3 12 0-15,-6 12 0 0,-6 10-61 16,-4 12-15-16,-4 7 56 0,-5 7 20 16,5 9 0-16,-5 6 0 15,3 5 0-15,2 6 8 0,3 3 4 16,7-1-4-16,4 0 64 0,11 0-36 15,6-5-15-15,8 0-21 16,8-2 0-16,8-7 0 0,9-5 0 16,8-5 0-16,6-10 0 0,7-6 0 15,3-9 0-15,1-7 0 0,8-8 0 16,-1-8 0-16,1-10 0 0,4-8 0 16,4-12 0-16,0-12 0 0,5-12 0 15,-1-10 0-15,2-9 0 0,4-10 0 16,3-7 0-16,2-5 0 0,-1-5 0 15,3 0 0-15,-5 1 0 0,1 2 0 16,-5 5 0-16,-10 6 0 16,-8 12 0-16,-15 8 0 0,-12 14 0 15,-15 16 0-15,-12 11 0 0,-14 9 0 16,-11 12 0-16,-6 14 0 0,-10 10 0 16,-3 16 0-16,-5 7 0 15,-1 11 0-15,-1 10 0 0,-1 8 0 16,0 12 0-16,7 8 0 0,3 6 0 15,7 5 0-15,6 5 0 16,11 5 0-16,9 4 0 0,16 1 0 16,9-2 0-16,19 1 0 0,15-2 0 15,14-2 0-15,17-6 0 0,12-3 0 16,12-6 0-16,13-3 0 0,10-6 0 16,11-7 0-16,3-6 0 0,9-6 0 15,0-3 0-15,0-2 0 16,-2-4 0-16,-4-3 0 0,-7-3 0 15,-12-6 0-15,-12-3 0 0,-11-4 0 16,-20-5 0-16,-15-3 0 16,-29-16-421-16,-16 1-3041 0</inkml:trace>
  <inkml:trace contextRef="#ctx0" brushRef="#br0" timeOffset="172932.09">22203 13161 2016 0,'0'0'1641'0,"0"0"-1013"16,47 14-295-16,-16-14-29 0,7-6 80 15,3-4-240-15,9-2 16 0,3-6-36 16,9-4-112-16,9-2 8 0,3-6 28 16,9-4-40-16,6-3 12 0,2-6 48 15,6-3-32-15,4-4-8 0,0-6-8 16,5-2 0-16,3-3-16 0,1-7-4 16,2-3 8-16,-1-5-8 0,-1-6 0 15,1-9 12-15,-3-5-12 0,-3-10 32 16,-1-5 24-16,-5-3 144 0,2-8 93 15,-4-4-153-15,-4-5 12 0,-2-4 80 16,-4-3-148-16,-4-1 4 16,-3 0-12-16,-1-1-48 0,-7 0-28 15,-1 4 0-15,-3 1-12 0,0 3-8 16,0 4 4-16,-2 4-8 0,3 0 24 16,-3 6 0-16,-2 6-100 0,-2 9-32 15,-2 10-224-15,-7 7 103 16,-3 9 149-16,-6 13 52 0,-7 10 36 15,-6 12 16-15,-6 16 24 0,-11 8 24 16,-6 12 72-16,-4 6 133 0,-4 6-173 16,0 16 132-16,-4 18 12 0,-2 13-156 15,-2 16-40-15,-3 10-12 0,1 5-8 16,-2 11-8-16,-3 12 0 16,-3 13-8-16,-5 15-48 0,0 13-12 15,0 13 56-15,1 14 12 0,5 6 52 16,7 11 112-16,6 4 104 0,10-2 169 15,8 5-437-15,11-2 0 0,12-4 0 16,11 0 0-16,12 1 0 16,16-7 0-16,13 0 0 0,8-1 0 15,11-8 0-15,6 1 0 0,8-4 0 16,10-9 0-16,4-1 0 16,5-6 0-16,4-5 0 0,-3-5 0 15,1-6 0-15,-5-7 0 0,1-4 0 16,-5-7 0-16,-4-9 0 15,-37-31 0-15,-6-10-1373 0</inkml:trace>
  <inkml:trace contextRef="#ctx0" brushRef="#br0" timeOffset="184808.46">30571 8430 5502 0,'0'0'496'16,"0"0"-36"-16,0 0 393 0,0 0-365 15,0 0-248-15,0 0-164 0,0 0-56 16,-7 59 37-16,5-16-57 0,2 6 0 16,2 3 0-16,3 9 0 0,-1 7 0 15,0 7 0-15,-4 2 0 0,0 3 0 16,-6-3 0-16,-3-1 0 16,1-6 0-16,0-6 0 0,-2-12 0 15,5-5 0-15,-1-10 0 0,2-10 0 16,2-8 0-16,0-9 0 0,2-7 0 15,0-3 0-15,0-11-653 0,2-1-1332 16,2-13-140-16</inkml:trace>
  <inkml:trace contextRef="#ctx0" brushRef="#br0" timeOffset="185228.19">30538 8405 5746 0,'0'0'833'0,"0"0"-437"0,0 0 80 16,0 0 144-16,47-33-499 0,-10 25-121 15,17 2 0-15,8 4 0 0,12 2 0 16,5 4 0-16,6 3 0 15,2-1 0-15,4 2 0 0,2 1 0 16,6-2 0-16,-2 0 0 0,-6-1 0 16,-8-2 0-16,-13-1 0 0,-10-1 0 15,-11 0 0-15,-11 0 0 0,-14-2-829 16,-11 0-300-16,-9-3-2004 0</inkml:trace>
  <inkml:trace contextRef="#ctx0" brushRef="#br0" timeOffset="185528.21">31749 8490 4898 0,'0'0'580'15,"0"0"8"-15,19 52 537 0,-13-26-449 16,-4 7-351-16,0 5-325 0,0 8 0 16,-2 7 0-16,2 7 0 0,-2 3 0 15,0 5 0-15,-6 3 0 0,-5 0 0 16,1 1 0-16,2-4 0 16,4-4 0-16,2-5 0 0,4-8 0 15,4-5 0-15,4-9 0 0,3-8 0 16,1-8 0-16,-4-9-961 0,-1-6-3193 0</inkml:trace>
  <inkml:trace contextRef="#ctx0" brushRef="#br0" timeOffset="185987.53">30639 9538 4910 0,'0'0'1140'0,"43"-1"-467"0,-3 1 75 16,5 1-27-16,11 3-721 15,12-2 0-15,11 2 0 0,5-1 0 16,11 2 0-16,3 0 0 0,1-2 0 16,-4 2 0-16,-8-3 0 0,-11 2 0 15,-12-1 0-15,-16 1 0 16,-15-3-697-16,-12 1-988 0</inkml:trace>
  <inkml:trace contextRef="#ctx0" brushRef="#br0" timeOffset="186370.11">31189 9646 4830 0,'0'0'672'0,"0"0"681"16,0 0-769-16,0 0-144 0,0 0-127 15,20 42-313-15,-11-13 0 0,-3 8 0 16,-2 2 0-16,-2 0 0 0,-2 3 0 16,-2-2 0-16,-4-1 0 15,0-3 0-15,-3-3 0 0,1-5 0 16,2-4 0-16,4-5-549 0,0-5-151 16,0-4-1477-16,2-4-713 0</inkml:trace>
  <inkml:trace contextRef="#ctx0" brushRef="#br0" timeOffset="187027.18">31232 10063 2737 0,'0'0'2109'0,"-37"16"-1421"0,16-8 88 16,1 2-279-16,-1-1-205 0,0 1-4 15,3 0-232-15,-1 1-12 0,2 0-4 16,5-3-24-16,4-2-16 0,4 0 0 16,4 0-8-16,0-1 8 15,2 3-8-15,8 1 28 0,5 2-12 16,5 0 64-16,3-1-60 0,4-2 16 16,-2 0 64-16,6-1-12 0,-2 1 12 15,-3 0-32-15,-1 0-60 0,-6 0 0 16,-5-2 0-16,-5 3 0 15,-5-1-8-15,-4 3 8 0,-4 1-16 16,-7 1 16-16,-5-1 56 0,-5 2-56 16,0-2 24-16,-3 1 32 15,-3-1-56-15,0 0 12 0,2-1-12 16,0-1 0-16,5 1 0 0,1-3 0 16,7 1-28-16,5-3 0 0,3-1 12 15,2 1-48-15,2 5 56 0,2 2 0 16,4-1 0-16,9 1 8 0,-1-4 32 15,7 1-32-15,0-1 32 0,4-2 8 16,-1-1-36-16,-1 0-4 0,0 0 4 16,-5-1-4-16,-5-1 0 15,-5-1-12-15,-4 0-44 0,-4-1 32 16,0 0 4-16,-4 4-24 0,-6 1 44 16,-7 0 8-16,-6 1-4 0,1 1-4 15,-1 0 0-15,2 1-12 16,5 1 12-16,-3 1 0 0,5 2-8 15,1 1 8-15,3-1 32 0,4 3-16 16,4-4 20-16,0 0 52 16,2 0-84-16,0-1 20 0,0-1 28 15,2-2-52-15,-2-2 4 0,0-2 4 16,0-3 0-16,0 2-16 0,0-1-84 16,0-1-216-16,0-1-160 0,0-1-533 15,0 0-495-15,2-4-873 0</inkml:trace>
  <inkml:trace contextRef="#ctx0" brushRef="#br0" timeOffset="187538.42">30554 10776 5150 0,'0'0'832'0,"0"0"-348"0,0 0 13 0,0 0 275 16,0 0-492-16,0 0-124 0,50 16-135 15,10-7-21-15,18 0 0 0,13 1 0 16,6-1 0-16,3 3 0 0,5 1 0 16,-4-1 0-16,-4-2 0 0,-6-1 0 15,-6-2 0-15,-13-2 0 0,-14-1 0 16,-14 0 0-16,-17-1 0 0,-13 0-1301 15,-10-1-36-15,-12 2-540 0</inkml:trace>
  <inkml:trace contextRef="#ctx0" brushRef="#br0" timeOffset="188250.45">30631 10786 4554 0,'0'0'340'16,"0"0"-88"-16,-44-3 168 0,17-1-148 15,-8 0-164-15,-6 0-28 0,-3 1-40 16,-7-1-12-16,-1 2 32 16,5 0-12-16,-1 2 80 0,9 0 84 15,1 0-115-15,7 0-49 0,0 0-48 16,3 0-92-16,5 0-249 0,4 3-503 16,7-1 32-16,4 1-497 0</inkml:trace>
  <inkml:trace contextRef="#ctx0" brushRef="#br0" timeOffset="188602.22">29913 10845 4718 0,'0'0'1376'16,"0"0"-1236"-16,9 44 20 0,-5-14 221 15,4 7-173-15,0 4 8 0,1 6 32 16,-1 7-200-16,2 3 8 0,-4 8 8 16,-2 4-48-16,-1 2 72 0,-3 5 188 15,0 1-112-15,0 0-131 0,0-4-33 16,0-4 0-16,-5-4 0 0,1-5 0 15,-2-3 0-15,0-4 0 0,-4-3 0 16,1-4 0-16,1-5 0 16,2-6 0-16,0-5 0 0,1-8-25 15,3-5-587-15,2-9-116 0,0-2-41 16,2-6-1052-16,5-6 333 0</inkml:trace>
  <inkml:trace contextRef="#ctx0" brushRef="#br0" timeOffset="188884.46">29926 11940 5238 0,'0'0'856'0,"0"0"-171"0,0 0-29 16,33 38-184-16,-8-26-187 0,12-3-285 15,6-1 0-15,15 1 0 0,10-2 0 16,11 0 0-16,12 0 0 0,12-1 0 15,11 0 0-15,10-2 0 0,8-1 0 16,5 2 0-16,11-3 0 16,3 1 0-16,0-1 0 0,-4-1 0 15,-17 0 0-15,-14 2 0 0,-23-2 0 16,-23-1 0-16,-20 0-257 16,-21-2-1268-16,-17-5-3457 0</inkml:trace>
  <inkml:trace contextRef="#ctx0" brushRef="#br0" timeOffset="189521.38">31662 10840 4614 0,'0'0'668'0,"0"0"-60"0,41 3 48 16,-30-1-431-16,-5-1-97 0,2 2-28 15,9 2-88-15,3 1 24 0,7 1 56 16,8 1-88-16,1-1-4 0,9 1 8 16,1-1-8-16,5 0-8 0,5 0-108 15,0 1-48-15,0-2 52 0,-7 1-28 16,-5-1-1-16,-11-1-19 0,-6 1-16 15,-11-2 100-15,-8-2 52 0,-3 1 12 16,-3-1-76-16,-2-1-128 0,0 0-260 16,-4 1 216-16,-3 1-148 15,-3-1-637-15,4 2 637 0,0-1 408 16,1 6 80-16,-1 5 376 0,0 9 156 16,0 11 333-16,2 6-317 0,2 5-116 15,-3 1 185-15,1 6-225 16,0 5-80-16,0 5-115 0,2 9-277 15,2 4 0-15,0 4 0 0,6-1 0 16,-2-2 0-16,-2-6 0 16,-2-7 0-16,0-5 0 0,-2-8 0 15,-2-6 0-15,2-8 0 0,0-7 0 16,2-8 0-16,-2-5 0 0,2-8 0 16,-2-6 0-16,0-2-245 0,0 0-1628 15,-4-7-988-15</inkml:trace>
  <inkml:trace contextRef="#ctx0" brushRef="#br0" timeOffset="190356.7">31069 12100 5010 0,'0'0'816'0,"0"0"-364"0,0 0 137 16,0 0-321-16,-4 57-84 0,0-24 124 16,1 5-188-16,1 1-4 0,2 3 116 15,2-1-135-15,3 4-97 0,-1 0 0 16,-2 1 0-16,0 3 0 0,-2-2 0 15,0 2 0-15,0-4-81 16,0-1-55-16,4-5-16 0,-2-5 28 16,4-5-316-16,-4-7-208 0,0-7-449 15,3-7-2609-15</inkml:trace>
  <inkml:trace contextRef="#ctx0" brushRef="#br0" timeOffset="190867.32">31102 12768 3865 0,'0'0'2882'15,"0"0"-2722"-15,0 0 24 0,0 0 44 16,-60-14-228-16,27 14-76 0,-2 3 20 16,2 4 32-16,4 1 24 0,2 3 0 15,6 1 16-15,5-2 8 0,3 1 88 16,7-1-112-16,4 0 16 0,4 2-16 15,6-1-4-15,7-1 4 16,3 1 0-16,9 0-16 0,2-2-36 16,6-1-52-16,-2 1 4 0,0-1 52 15,-4 0-36-15,-6 2 72 16,-6-2 12-16,-7 3 16 0,-6-1-4 16,-6 2 40-16,-8 1 96 0,-9-1-76 15,-8 1 36-15,-4-1 88 0,-2 0-156 16,-6-2-8-16,2 0-4 15,4-3-28-15,0 3 0 0,8-2 8 16,6 0-8-16,3 0 0 0,5-1 0 16,5-3-20-16,2 1 8 0,6 1-4 15,12 0-72-15,11 1 88 0,10-1 12 16,7-1 4-16,3-2-16 0,-3 0 0 16,-1 0-8-16,-4 1 8 0,-6 0 4 15,-8 1-4-15,-11 0 0 0,-3-2-4 16,-9 1-16-16,-3 2 20 15,-7 2-8-15,-8 3 8 0,-7 2-8 16,-4-2-24-16,2-1-48 0,2-1-8 16,0 0-28-16,3-2 12 0,3 0-44 15,7-2-144-15,1-1-61 16,7-2-167-16,4-1-784 0,-2-1 75 16,2 3-340-16</inkml:trace>
  <inkml:trace contextRef="#ctx0" brushRef="#br0" timeOffset="191148.33">31046 13319 5010 0,'0'0'1208'0,"-19"40"-940"0,9-12 117 0,4 1 51 0,-2 3-240 16,4 3-60-16,1 1-72 0,1 1-60 16,2-2-4-16,2 1 0 0,1-2 0 15,5-2-64-15,-2-2-492 0,2-5-177 16,-2-8-439-16,1-6-3238 0</inkml:trace>
  <inkml:trace contextRef="#ctx0" brushRef="#br0" timeOffset="191611.96">29409 13748 5630 0,'50'15'668'0,"16"-6"-295"0,23 1 307 16,14-3-444-16,25 0-44 0,19-1 221 15,20-1-413-15,19-3 0 16,11-1 0-16,11 0 0 0,1 1 0 15,2 1 0-15,-2 3 0 0,-9 2 0 16,-14 2 0-16,-12 0 0 0,-27 1 0 16,-25-1 0-16,-25-2 0 15,-29 2 0-15,-26-4 0 0,-24-2-801 16,-12-1-408-16,-18-3-3317 0</inkml:trace>
  <inkml:trace contextRef="#ctx0" brushRef="#br0" timeOffset="191986.45">30300 13827 1800 0,'0'0'2738'15,"0"0"-1842"-15,0 0-168 0,-56 39-464 16,6-12-75-16,-18 7 91 15,-10 5-92-15,3 0-32 0,-1-2 20 16,3-2-152-16,16-5 16 0,9-5-32 16,13-3-8-16,16-8-108 0,13-3-408 15,10-7-177-15,25-7-219 0,-2-1-1213 16,12-9-616-16</inkml:trace>
  <inkml:trace contextRef="#ctx0" brushRef="#br0" timeOffset="192171.48">31065 13904 4866 0,'0'0'880'0,"0"0"-784"15,0 0 20-15,0 0 124 0,-9 45-148 16,-24-23-40-16,-12 1-12 0,-3 0-32 16,-1 0-4-16,-3 1-4 0,4-4 4 15,5 2-12-15,6-2-120 0,6-4-216 16,14-3-144-16,7-5-745 0,10-5-423 15</inkml:trace>
  <inkml:trace contextRef="#ctx0" brushRef="#br0" timeOffset="192337.41">31784 14002 3093 0,'0'0'1068'16,"0"0"-1068"-16,-10 36-260 0,-17-16 260 15,-15 5 68-15,-3-3-52 0,-7 3 28 16,5 0 52-16,-1 2-60 0,5-3 8 16,6 0-32-16,8-6-12 15,10-5-60-15,11-5-764 0,8-5-413 0</inkml:trace>
  <inkml:trace contextRef="#ctx0" brushRef="#br0" timeOffset="192479.79">32183 14153 5330 0,'54'11'748'0,"-19"5"-464"0,-12 2 189 16,-23 2-297-16,-17 1-72 0,-16 2 8 16,-6-1-112-16,-11 1-200 0,9-7-1265 15,-1-3-1108-15</inkml:trace>
  <inkml:trace contextRef="#ctx0" brushRef="#br0" timeOffset="194281.32">31077 8953 1580 0,'0'0'0'0,"0"0"-1472"0</inkml:trace>
  <inkml:trace contextRef="#ctx0" brushRef="#br0" timeOffset="194997.37">30810 8626 4341 0,'0'0'1897'0,"0"0"-1188"16,0 0-173-16,-22 50-276 0,15-25-56 15,1 0 41-15,4 2-245 16,0 0 0-16,2 1 0 0,0-2 0 16,0 1 0-16,-4-3 0 0,0-2 0 15,-2-1 0-15,-1-7-313 0,3-4-315 16,2-4-221-16,0-5-1624 16,2-1-656-16</inkml:trace>
  <inkml:trace contextRef="#ctx0" brushRef="#br0" timeOffset="195291.25">30808 8592 5282 0,'0'0'664'0,"0"0"-160"0,0 0 209 16,48-17-337-16,-32 15-160 16,-1 2 68-16,-3 3-220 0,1 3-4 15,-5 6-31-15,0 4-29 0,1 6 0 16,-5 6 0-16,0 2 0 0,-2 5 0 15,-2-1 0-15,-4 1 0 0,-2-3 0 16,-7-2 0-16,1-4 0 16,-3-4 0-16,-1-5 0 0,-3-3 0 15,1-5 0-15,-3-3 0 0,2-3 0 16,3-3 0-16,-1-4 0 16,5-3 0-16,3-3-53 0,5-2-615 15,4 0-64-15,2 0-193 0,5 1-1132 16,1 1 80-16</inkml:trace>
  <inkml:trace contextRef="#ctx0" brushRef="#br0" timeOffset="195559.84">30982 8795 6667 0,'0'0'404'0,"0"0"104"16,-6 43 80-16,2-22-563 0,4 2-25 15,0 0 0-15,0-1 0 16,4 1 0-16,0-1 0 0,0-1 0 16,0-1 0-16,0-2 0 0,-2-5 0 15,0-6 0-15,1-3 0 0,-1-2 0 16,0-2 0-16,4-6 0 16,4-9 0-16,9-12 0 0,-1-8 0 15,5-1 0-15,-2-1 0 0,-3 5 0 16,-1 6 0-16,-5 4 0 0,-5 7 0 15,-3 5 0-15,-2 3 0 0,-2 4-509 16,0 3-724-16,0 0-127 0,0 1-2938 0</inkml:trace>
  <inkml:trace contextRef="#ctx0" brushRef="#br0" timeOffset="195897.63">31125 9127 5646 0,'0'0'1141'16,"0"0"-613"-16,0 0 349 0,0 0-877 15,0 0 0-15,47-37 0 0,-24 11 0 16,4-2 0-16,-7-2 0 16,1-1 0-16,0 1 0 0,-5-1 0 15,1-1 0-15,-3 3 0 0,-1 0 0 16,-1 5 0-16,-2 5 0 0,-3 8 0 15,-3 4 0-15,-2 5 0 0,0 2 0 16,-2 0 0-16,0 3 0 0,0 9 0 16,-2 12 0-16,-4 8 0 0,-1 4 0 15,-1 2 0-15,0-2 0 0,4-1 0 16,-2 1 0-16,4-2 0 16,-1-1 0-16,3-3 0 0,0-4 0 15,0-3 0-15,0-8-741 0,0-4-976 0</inkml:trace>
  <inkml:trace contextRef="#ctx0" brushRef="#br0" timeOffset="196009.81">31267 9050 6595 0,'0'0'528'0,"0"0"228"16,33-8-443-16,-12 6-313 0,-2 1 0 15,-3 1 0-15,-3 0-493 0,-7 0-3269 0</inkml:trace>
  <inkml:trace contextRef="#ctx0" brushRef="#br0" timeOffset="199641.66">30620 11002 2397 0,'0'0'1932'0,"0"0"-579"15,0 0-609-15,0 0-139 0,0 0 107 16,0 0-496-16,0 0-96 0,0 0-52 16,6 47-23-16,-6-10-45 15,3 0 0-15,-3-2 0 0,0-1 0 16,-5-4 0-16,1-3 0 0,2-1 0 16,-4-5-289-16,4 0-531 15,-2-6-121-15,2-7-1448 0,0-1-896 0</inkml:trace>
  <inkml:trace contextRef="#ctx0" brushRef="#br0" timeOffset="200105.78">30645 10985 5690 0,'0'0'808'15,"0"0"-343"-15,0 0-13 0,0 0-52 16,0 0-320-16,0 0 48 0,0 0 41 15,25 48-169-15,-17-31 0 0,2-2 0 16,1 3 0-16,-3-3 0 0,0 2 0 16,1-2 0-16,-1-2 0 15,-2-1 0-15,-2-5-97 0,0-1-91 16,-2-2-192-16,0-1 96 0,1 0 8 16,-1-1-301-16,0-1-123 0,0 0-56 15,0-1-325-15,0 0 465 16,0-2 84-16,0 1-37 0,0-1 569 15,2 0 717-15,-2-1 808 0,2-1-589 16,3-2-156-16,-3-1 169 16,4-6-385-16,4-4-168 0,3-4-207 0,1-1-189 15,-1 2 0-15,-1 3 0 16,-3 3 0-16,-1 1 0 0,-4 3 0 16,-2 3 0-16,1 3 0 0,-1 1 0 15,-2 3 0-15,0 0 0 0,2 0 0 16,-2 9 0-16,2 9 0 0,-2 6 0 15,-2 3 0-15,0 2 0 0,-2-2 0 16,-2-1 0-16,4-1 0 0,-2-1 0 16,2-4 0-16,0 0 0 15,2-4 0-15,2 1 0 0,-2-3 0 16,-2-2-1149-16,0-2-100 0,0-1-464 0</inkml:trace>
  <inkml:trace contextRef="#ctx0" brushRef="#br0" timeOffset="200467.85">31071 11140 3109 0,'0'0'2021'0,"0"0"-1213"0,0 0 197 16,-44-11-493-16,32 18-140 0,0 3-7 15,-3 2-365-15,-1 5 0 0,-3 1 0 16,3 1 0-16,1 1 0 0,5-1 0 15,6 0 0-15,4-2 0 0,6-2 0 16,6-2 0-16,5-4 0 16,-1-5 0-16,3-3 0 0,-5-1 0 15,1-5 0-15,-1-2 0 0,-5-1 0 16,-1 2 0-16,-2 0 0 0,-4 1 0 16,0 0 0-16,2 1 0 15,-2-1 0-15,0 3 0 0,-2 2 0 16,0 0 0-16,0 0 0 0,0 7 0 15,0 6 0-15,0 2 0 0,2 3 0 16,5 0-29-16,1-5-523 16,6-5-60-16,5-3-89 0,6-4-475 15,-4-1 59-15,1-2-87 0</inkml:trace>
  <inkml:trace contextRef="#ctx0" brushRef="#br0" timeOffset="200699.84">31369 11216 2913 0,'0'0'2605'16,"0"0"-1777"-16,0 0-111 16,0 0 95-16,0 0-508 0,-36-12-291 15,30 12-13-15,2 1 0 0,-4 7 0 16,-3 8 0-16,-1 4 0 0,0 4 0 16,1-1 0-16,5-1 0 15,4-3 0-15,2-2 0 0,8-2 0 16,5-4 0-16,3-5 0 0,7-4 0 15,4-4 0-15,2-6 0 0,-2-7-233 16,0-5-439-16,-9 3-1317 0,-1-3-760 16</inkml:trace>
  <inkml:trace contextRef="#ctx0" brushRef="#br0" timeOffset="201039.72">31513 11007 6218 0,'0'0'1193'15,"0"0"-797"-15,0 0-11 0,-6 47-385 16,2-16 0-16,-2 5 0 0,-3 2 0 16,1-2 0-16,0 1 0 15,0 0 0-15,1-3 0 0,1 0 0 16,2-2 0-16,2-3 0 0,2-2 0 16,0-9 0-16,0-6 0 15,8-5 0-15,7-7 0 0,1-7 0 16,5-6 0-16,2-7 0 0,-3-4 0 15,-1 3 0-15,-2 0 0 0,-7 3 0 16,-2 5 0-16,-6 4 0 0,0 4 0 16,-2 3 0-16,-2 1 0 15,0 1 0-15,-4 4 0 0,0 5 0 0,0 5 0 16,-1 4 0-16,3-2 0 16,2-2 0-16,2-1 0 0,0-4 0 15,0-2 0-15,2-2-581 0,2-3-820 16,-2 0 13-16,7-2-197 0</inkml:trace>
  <inkml:trace contextRef="#ctx0" brushRef="#br0" timeOffset="201179.95">31677 11340 4370 0,'0'0'1536'16,"0"0"-595"-16,0 0-605 0,0 0-208 16,0 0-108-16,0 0-8 15,-9 46-12-15,7-35 0 0,2-4-20 16,0-2-188-16,0-3-929 0,2-2-592 15,2-3-1420-15</inkml:trace>
  <inkml:trace contextRef="#ctx0" brushRef="#br0" timeOffset="201288.65">31778 11113 3057 0,'0'0'1969'16,"0"0"-1917"-16,-17 35-52 0,13-15-180 15,2-6-1317-15,2 1-756 0</inkml:trace>
  <inkml:trace contextRef="#ctx0" brushRef="#br0" timeOffset="201676.81">31747 11379 3241 0,'0'0'1381'16,"0"0"-265"-16,0 0-508 0,0 0-223 16,0 0 27-16,0 0-284 15,45-17-52-15,-30 3-16 0,-5 4-48 16,-4 4-12-16,1 2 12 0,-5 1-4 15,2 0-8-15,-2 2 72 0,2-1-60 16,-2 2 8-16,-2 0 12 16,2 0-28-16,0 5 72 0,-2 0 40 15,0 1-112-15,0 1 4 0,0-1-8 0,2 0-16 16,2-1-4-16,3-1-36 16,-1-2 12-16,2-1 44 0,-2-1-4 15,2-2 24-15,-1-2-20 0,-3-3 48 16,0-4-44-16,-2-2 52 0,-2-1 28 15,0-1-72-15,0 4 4 0,-2 5 20 16,2 1-20-16,-2 3-16 16,0 2 84-16,2 0-12 0,-6 5 16 15,1 7-75-15,-3 5-13 0,2 2 0 16,4 0 0-16,2-3 0 0,6 0 0 16,7-2 0-16,3-1 0 15,5-1 0-15,4-3 0 0,1-5 0 16,3-3 0-16,0-3-285 0,-4-3-703 15,-4-4-829-15</inkml:trace>
  <inkml:trace contextRef="#ctx0" brushRef="#br0" timeOffset="202344.5">29622 9962 5726 0,'0'0'792'0,"-4"61"-311"0,0-16 419 16,-1 5-607-16,1 8-293 0,0 12 0 16,2 7 0-16,2 7 0 0,0 5 0 15,0 6 0-15,-2 0 0 0,0-3 0 16,0-3 0-16,-2-6 0 0,2-11 0 15,-2-8 0-15,1-14 0 0,-1-17 0 16,0-10 0-16,4-15 0 0,-4-8 0 16,2-27-369-16,-2 0-607 15,2-15-2142-15</inkml:trace>
  <inkml:trace contextRef="#ctx0" brushRef="#br0" timeOffset="202546.71">29705 9964 6234 0,'0'0'625'0,"0"0"-273"16,0 0 196-16,0 0-252 0,-40-7-292 15,11 15-4-15,-4 5 12 16,-4 3 4-16,2-1-16 0,2 4 105 16,0 0-105-16,2 2 0 0,6-1 0 15,4-1 0-15,9 0 0 0,6-3 0 16,4-4 0-16,0-2 0 0,2-5 0 15,2-3-565-15,0-2-507 0,6-4-2054 0</inkml:trace>
  <inkml:trace contextRef="#ctx0" brushRef="#br0" timeOffset="202712.37">29655 9953 6006 0,'0'0'1453'0,"0"0"-733"0,47 36-707 16,-30-21-13-16,2 4 0 15,3 1 0-15,7-2 0 0,-2 0 0 16,2-6 0-16,-4-2 0 0,-4 0 0 16,-3-2 0-16,-7-1 0 0,-3-1 0 15,-4-1-341-15,-4-3-3861 0</inkml:trace>
  <inkml:trace contextRef="#ctx0" brushRef="#br0" timeOffset="203193.79">28568 9542 6418 0,'0'0'989'0,"-15"59"-549"0,7-20-95 0,6 5-345 16,-2 4 0-16,4 2 0 16,0 4 0-16,2-1 0 0,2 0 0 15,-4-4 0-15,0-4 0 0,0-8 0 16,-2-7 0-16,-2-8 0 15,2-8 0-15,2-7-757 0,0-3-1356 16,0-10-1717-16</inkml:trace>
  <inkml:trace contextRef="#ctx0" brushRef="#br0" timeOffset="203336.8">28485 9478 6206 0,'0'0'312'0,"47"-22"241"0,-11 13 335 15,1 4-655-15,2 1-233 0,4 1 0 16,-5 1 0-16,-5 1 0 0,-4 0 0 16,-7 1 0-16,-5 0 0 0,-5 0 0 15,-5 1-549-15,-7 1-1316 0</inkml:trace>
  <inkml:trace contextRef="#ctx0" brushRef="#br0" timeOffset="203520.6">28574 9812 6466 0,'0'0'1237'0,"0"0"-748"15,54 7-489-15,-30-8 0 0,5-4 0 16,-4 1 0-16,0-1 0 16,0 1 0-16,0 2 0 0,-1-3 0 15,-3 2 0-15,0-3-1177 0</inkml:trace>
  <inkml:trace contextRef="#ctx0" brushRef="#br0" timeOffset="204433.49">32617 10349 6050 0,'0'0'320'0,"0"0"245"0,0 0 315 15,0 0-503-15,0 0-377 0,0 0 0 16,2 50 0-16,-2-6 0 0,2 12 0 16,4 7 0-16,3-1 0 0,3 7 0 15,-4 2 0-15,1 5 0 16,-7 3 0-16,-4 3 0 0,-5-2 0 16,-1-9 0-16,0-9 0 0,-2-9 0 15,3-16 0-15,1-7 0 16,4-14 0-16,0-10 0 0,2-8-461 15,0-5-603-15,0-15-2418 0</inkml:trace>
  <inkml:trace contextRef="#ctx0" brushRef="#br0" timeOffset="204649.85">32559 10297 5702 0,'0'0'680'0,"0"0"-211"0,0 0 271 16,-41-7-580-16,6 16-100 0,-7 7-60 16,-1 4 4-16,4-2-4 0,4 1 0 15,6-3 0-15,8-2 0 16,11-4 0-16,5-3-40 0,5-2-92 16,5-4-424-16,13-2-65 0,-1-4-271 15,12-9-2413-15</inkml:trace>
  <inkml:trace contextRef="#ctx0" brushRef="#br0" timeOffset="204806.76">32592 10273 5722 0,'0'0'608'15,"0"0"181"-15,52 51 284 0,-31-34-1073 16,1 0 0-16,3 3 0 16,0 0 0-16,2 1 0 0,2-2 0 15,4 0 0-15,2-5 0 0,4 0 0 16,1 0 0-16,-5-3 0 0,-10-2-697 15,-9-3-1724-15</inkml:trace>
  <inkml:trace contextRef="#ctx0" brushRef="#br0" timeOffset="205319.91">33000 10836 6727 0,'0'0'360'0,"0"0"472"16,49 51-559-16,-28-30-273 0,2 4 0 16,1 0 0-16,3 4 0 0,4-1 0 15,-2 1 0-15,0-1 0 0,-4-3 0 16,-2-1 0-16,-5 0 0 0,-5-5-409 15,-3-1-287-15,-6-5 83 0,-4-5-1099 16,0-4-321-16</inkml:trace>
  <inkml:trace contextRef="#ctx0" brushRef="#br0" timeOffset="205492.46">33026 11187 7195 0,'0'0'812'0,"0"0"-627"0,23-51-185 16,4 23 0-16,4-3 0 16,4-4 0-16,2-2 0 0,7 1 0 0,1 3 0 15,3 2 0-15,-5 5-41 16,-12 8-1844-16,-8 4-1384 0</inkml:trace>
  <inkml:trace contextRef="#ctx0" brushRef="#br0" timeOffset="206115.92">29233 11322 6454 0,'39'-1'177'0,"15"-2"-177"0,8 2-20 15,-4 0-961-15,-14 1-684 0,-1 0-1420 0</inkml:trace>
  <inkml:trace contextRef="#ctx0" brushRef="#br0" timeOffset="206231.65">31009 11418 3897 0,'54'10'981'0,"3"-2"-981"16,-7-1-152-16,-9-4-1473 0</inkml:trace>
  <inkml:trace contextRef="#ctx0" brushRef="#br0" timeOffset="206396.87">32092 11519 5434 0,'77'10'0'0,"1"1"0"15,13 2-368-15,-12-3-248 0,-1-3-69 16,1-1 77-16,-3 0 584 0,-1-3 20 16,-7 1-64-16,-21-2-100 15,-3-2 40-15</inkml:trace>
  <inkml:trace contextRef="#ctx0" brushRef="#br0" timeOffset="-201796.05">25200 14086 5114 0,'0'0'468'0,"0"0"-288"0,0 0-180 0,0 0-196 15,0 0-112-15,0 0-140 16,0 0-25-16,0 0-171 0,0 0-304 16,-4 30 388-16,4-25 7 0,0-4-923 0</inkml:trace>
  <inkml:trace contextRef="#ctx0" brushRef="#br0" timeOffset="-199999.84">27152 11357 1056 0,'0'0'2065'0,"4"55"-849"15,-4-24-795-15,0 0 55 0,0 2 292 16,-4 3-344-16,-1 5-91 16,-1 7 127-16,-2 5-288 0,0 2-40 15,-1 6 52-15,1 3-112 0,-2 6 0 16,4 6-16-16,4 7-52 16,4 7 24-16,10 3 225 0,7-1-253 15,5 0 0-15,5 1 0 0,7 2 0 16,1 1 0-16,6 0 0 0,3-1 0 15,3-2 0-15,5 2 0 0,2 4 0 16,0 1 0-16,-3 2 0 16,1-1 0-16,0 1 0 0,0 0 0 15,-1 2-225-15,-1 4 17 0,-2-6 48 16,-7-4 68-16,-4-3-244 0,-12-30-1237 16,-8-2-1004-16</inkml:trace>
  <inkml:trace contextRef="#ctx0" brushRef="#br0" timeOffset="-191839.93">22067 13097 1224 0,'0'0'340'0,"0"0"1125"0,0 0-957 16,0 0 561-16,0 0-285 0,0 0-220 16,0 0 133-16,0 0-481 0,2-5-44 15,-2 5 52-15,2 0-200 0,0 0-12 16,4 2-12-16,6 0 0 16,11-2 0-16,10 0 12 0,2-6-8 15,7-5-4-15,-1-2 0 0,2-2-48 16,5-3-40-16,6-4-60 0,1-2 68 15,1-5 76-15,4-3-8 0,2-3 12 16,4-6 0-16,5-1 0 0,3-2 16 16,1-2-16-16,3-2 12 15,1-3 0-15,-3 1-12 0,1-3 64 16,1 1-56-16,3-4 16 0,-5-2-12 16,1 0-8-16,-3-4-4 0,-4 1 0 15,5-1-8-15,-3 1 8 0,-2 1 0 16,5-3 0-16,-1 4 0 0,-3-1 0 15,5 0 4-15,-6 1-4 0,-1 1 0 16,-5 2-64-16,-4 4 32 16,-11 1-36-16,1 5 4 0,-5 0 52 15,-5 4 8-15,-3 3-8 0,-4 1 12 16,-4 2 0-16,-2 0-4 0,-7 2-28 16,-3 4-385-16,-7 3-467 0,-8 9-184 15,-2 4-1326-15</inkml:trace>
  <inkml:trace contextRef="#ctx0" brushRef="#br0" timeOffset="-191396.61">24686 11073 2745 0,'0'0'496'0,"0"0"436"0,-40 38-347 16,30-20-161-16,10 3 152 0,-2 4-316 15,2 3-100-15,6 4-28 0,0 2-112 16,11 4-8-16,-3 5-8 16,3 5-4-16,-3 3 0 0,1 4 0 0,-1 3-120 15,3 2-52-15,-1 3-240 16,3 0 204-16,6-1 200 0,2-4 4 16,6 0 8-16,2-1 72 0,2-3 224 15,2 0-128-15,1 0-52 0,-1-2-40 16,4-2-72-16,-3-4-8 0,1-4 0 15,2-3-20-15,-3-5 8 0,-3-4-28 16,-2-3-52-16,-2-3 12 16,-2-3-312-16,-6-4-212 0,-7-7-301 15,-5-1-1704-15</inkml:trace>
  <inkml:trace contextRef="#ctx0" brushRef="#br0" timeOffset="-190955.77">25351 12421 3001 0,'0'0'1104'0,"0"0"-507"0,0 0 11 15,0 0-404-15,0 0-152 16,0 0-32-16,0 0-8 0,0 0-12 16,0 0 0-16,-14 11 12 0,16-14-8 15,2 0 88-15,0-2 4 0,2-2 100 16,-2 1 128-16,3 0-284 16,-1 3-12-16,2 1-28 0,4 3-4 15,3 11 4-15,1 4 0 0,-1 4-4 16,1 4 4-16,-5-1-32 0,3 4-52 15,1 0 76-15,3 4 8 0,-1-3 12 16,4-1 72-16,-3 1 68 0,-3-2-103 16,1-1-21-16,-3-1 4 15,-1-1-28-15,-4 0-4 0,-2-1 0 16,-4-3-8-16,-2 1-36 0,0-4-89 16,0-6 49-16,-2 0 16 0,0-7-172 15,0-1 40-15,0 0 0 0,-2-2-344 16,0-6 32-16,-2-8 19 0,-3-8-743 15,3 1-397-15,0-2 521 0</inkml:trace>
  <inkml:trace contextRef="#ctx0" brushRef="#br0" timeOffset="-190604.85">25512 12708 828 0,'0'0'764'16,"0"0"-212"-16,0 0-307 0,0 0 91 15,0 0-44-15,0 0-4 0,0 0 188 16,0 0-172-16,0 0-28 0,0 0 237 16,0 3-161-16,7-13-4 0,3-9 76 15,2-5-216-15,7-4 0 0,0-2 85 16,1 2-149-16,5-3 40 0,4 0 280 15,2-4-268-15,4 0-64 16,4 0-16-16,5-3-104 0,1-3-12 16,7 1 0-16,4 0-20 0,4 0-64 15,0 3-104-15,6 1-132 0,0 4 28 16,2 0-60-16,0 6 119 0,1 2-35 16,-5 3-508-16,-21 8-128 15,-4-1-285-15</inkml:trace>
  <inkml:trace contextRef="#ctx0" brushRef="#br0" timeOffset="-190281.69">25951 12371 1988 0,'0'0'1597'16,"0"0"-264"-16,53-42-561 0,-24 20-160 15,9-4 65-15,3-5-365 0,6-5-92 16,11-6-92-16,6-4-112 16,5-5-16-16,5-2 0 0,2-3-8 15,1 0 4-15,2-1-44 0,-3 2-40 16,0 0 32-16,-5 1-12 0,-3 3 8 15,-8 4 8-15,-8 7 8 0,-13 6-228 16,-12 5-108-16,-11 6-557 16,-10 7-31-16,-6 7-173 0</inkml:trace>
  <inkml:trace contextRef="#ctx0" brushRef="#br0" timeOffset="-189521.79">27276 11578 2481 0,'0'0'1212'0,"0"0"-215"16,0 0-445-16,0 0-228 0,0 0-68 16,0 0-136-16,0 0-52 0,0 0 20 15,0 0-28-15,-23 57 36 0,17-20 116 16,0 3-119-16,1 2-21 0,1 5 48 15,0 5-112-15,4 5 12 0,0 6-16 16,8 7 4-16,3 5-8 16,3 4 0-16,5 3-12 0,1 1 12 15,5 0 4-15,0 1-4 0,4 5 0 16,2 2 4-16,4 5 0 16,4-1-4-16,3-1 0 0,1-2 4 15,5-3-4-15,5 1 0 0,5 0-8 16,4-6 8-16,9-3 4 0,3-4 8 15,7-2 24-15,3-1 112 0,5-1-92 16,0 1-24-16,-4-1-32 16,-2 1-148-16,-5-1-273 0,-20-20-1419 15,-10 0-1458-15</inkml:trace>
  <inkml:trace contextRef="#ctx0" brushRef="#br0" timeOffset="-170982.09">19044 11697 6587 0,'0'0'616'16,"0"0"373"-16,0 0-989 0,0 0 0 15,0 0 0-15,0 0 0 16,27 37 0-16,0-7 0 0,4 6 0 15,2 3 0-15,6 5 0 0,1 6 0 16,7 3 0-16,-1 2 0 0,-3-2 0 16,-1-2 0-16,-1-6 0 0,-10-6 0 15,-8-7 0-15,-3-3 0 16,-5-7 0-16,-7-3 0 0,-6-6 0 16,0-6 0-16,-2-3 0 0,0-2-165 15,-10-2-963-15,4-2-157 0,-5-7-2745 0</inkml:trace>
  <inkml:trace contextRef="#ctx0" brushRef="#br0" timeOffset="-170394.32">19046 12386 4814 0,'0'0'908'0,"0"0"-356"0,0 0 597 16,0 0-565-16,0 0-399 0,0 0-185 16,0 0 0-16,0 0 0 0,42-30 0 15,-5-8 0-15,11-10 0 0,1-6 0 16,-1 1 0-16,-1-3 0 0,-3 0 0 15,-3 2 0-15,-4 3 0 0,-6 2 0 16,-2 9 0-16,-4 5 0 0,-4 7 0 16,-1 3 0-16,-7 5 0 15,-5 4-2918-15,-2 2-2152 0</inkml:trace>
  <inkml:trace contextRef="#ctx0" brushRef="#br0" timeOffset="-170031.63">18803 12555 2661 0,'0'0'2397'0,"0"0"-1517"16,0 0 1-16,26 39-181 0,18-21-27 15,24-3-673-15,19-5 0 16,10-10 0-16,19-1 0 0,6-9 0 15,-2-2 0-15,-11-2 0 0,-10 0 0 16,-20 1 0-16,-21 2 0 0,-17 4 0 16,-18 5 0-16,-15 2 0 15,-10 1 0-15,-6 5-1173 0,-17 3-2261 0</inkml:trace>
  <inkml:trace contextRef="#ctx0" brushRef="#br0" timeOffset="-169679.02">19057 13085 5410 0,'0'0'792'0,"0"0"869"16,0 0-1332-16,0 0-329 0,0 0 0 15,0 0 0-15,8 41 0 0,0-1 0 16,3 11 0-16,1 6 0 0,-4 2 0 16,3 5 0-16,-3 3 0 0,-6-4 0 15,-2 1 0-15,0-7 0 0,-4-4 0 16,-4-3 0-16,-1-12 0 0,3-8 0 15,2-12 0-15,-2-8-773 0,6-10-3241 16</inkml:trace>
  <inkml:trace contextRef="#ctx0" brushRef="#br0" timeOffset="-169514.57">18984 13069 7979 0,'0'0'8'16,"0"0"197"-16,36-22-205 0,-5 13 0 15,2-2 0-15,-2-1 0 0,6 0 0 16,0-1 0-16,2-4 0 16,3-1 0-16,-3-1 0 0,2-2 0 15,-3 4 0-15,-7 2 0 0,-7 7 0 16,-7 2 0-16,-11 5-613 0,-2 1-2649 0</inkml:trace>
  <inkml:trace contextRef="#ctx0" brushRef="#br0" timeOffset="-169318.97">19197 13315 6627 0,'0'0'1472'0,"50"28"-1379"0,-15-14-93 16,2-5 0-16,5-3 0 0,-5-3 0 15,10-3 0-15,-3-1 0 16,-1-5 0-16,-6-3 0 0,-14 3 0 15,2-1-501-15</inkml:trace>
  <inkml:trace contextRef="#ctx0" brushRef="#br0" timeOffset="-168927.31">19774 13710 7459 0,'0'0'640'0,"-23"70"-547"0,11-17-93 16,2 3 0-16,10 5 0 0,0-2 0 15,6-4 0-15,10-5 0 0,3-10 0 16,-3-4 0-16,5-10 0 0,-4-10 0 15,-3-12 0-15,-4-4 0 16,-3-17-5219-16</inkml:trace>
  <inkml:trace contextRef="#ctx0" brushRef="#br0" timeOffset="-168510.61">19861 12254 7843 0,'-6'46'349'0,"4"-7"-349"16,2 6 0-16,2-3 0 15,8-2 0-15,0-2 0 0,1-9-777 16,-1-8-3285-16</inkml:trace>
  <inkml:trace contextRef="#ctx0" brushRef="#br0" timeOffset="-165745.21">29899 11487 2209 0,'0'0'2040'0,"37"-6"-1559"16,-25 5 287-16,-5 1-276 0,-7-1-192 15,0 1-11-15,-2 0-21 0,-11 3 104 16,-14 7 208-16,-12 1-232 15,-11 5-303-15,-1 4-45 0,-3-2 0 16,0 2 0-16,1-1 0 0,3-1 0 16,0-2 0-16,5 0 0 0,1-1 0 15,1 0 0-15,0 1 0 0,-3 2-185 16,-1-3-879-16,13-2-1245 16,3-1 444-16</inkml:trace>
  <inkml:trace contextRef="#ctx0" brushRef="#br0" timeOffset="-164890.37">28526 11910 2489 0,'0'0'2609'0,"0"0"-1765"0,0 0-227 0,0 0 307 15,0 0-532-15,0 0-112 16,0 0-243-16,-10 33-37 0,10-33 0 16,0 0 0-16,4-3 0 0,6-9 0 15,5-8 0-15,3-4 0 0,1-2 0 16,0 0 0-16,-3 4 0 15,3-2 0-15,-1-1 0 0,3-5 0 16,0-1 0-16,-1-1 0 0,-3 5 0 16,2 4 0-16,-9 8 0 15,-4 8 0-15,-2 4 0 0,-4 3 0 0,0 5 0 16,0 12 0-16,-4 14 0 16,-6 9 0-16,-5 6 0 0,1 4 0 15,-1 1 0-15,3 4 0 0,2 0 0 16,3 0 0-16,3-2 0 0,4-4 0 15,0-3 0-15,0-7 0 0,0-3 0 16,0-9 0-16,0-2 0 0,0-10-589 16,-2-5-311-16,2-5-225 0,-2-5-1520 15</inkml:trace>
  <inkml:trace contextRef="#ctx0" brushRef="#br0" timeOffset="-164657.95">28439 12298 5170 0,'0'0'768'0,"0"0"617"0,-33 11-516 0,31-10-869 0,4 0 0 15,7 3 0-15,11-1 0 0,18 1 0 16,11-3 0-16,7-1 0 0,2 0 0 15,-4-3 0-15,-5 1 0 0,3-4 0 16,-7-2 0-16,1-3 0 0,-15 1-125 16,-2-5-3685-16</inkml:trace>
  <inkml:trace contextRef="#ctx0" brushRef="#br0" timeOffset="-149811.54">22298 12951 2689 0,'0'0'1805'0,"0"0"-1005"0,0 0 64 15,0 0-556-15,0 0-131 0,0 0 127 16,0 0-192-16,48 11-16 0,-11-19 76 15,10-7-140-15,5-6 4 0,6-4-24 16,8-6-12-16,4-2 0 16,7-3 0-16,5-3-16 0,1-3-20 15,10-3 16-15,0-4 0 0,4-6 20 16,5-1 4-16,1-6 4 0,-2-3-8 16,-4-3 8-16,-6-1-4 0,-6 1-4 15,-10 0 0-15,-9 1-4 0,-8 1-100 16,-11 4-589-16,-6 2-283 15,-14 16-204-15,-6 3-1434 0</inkml:trace>
  <inkml:trace contextRef="#ctx0" brushRef="#br0" timeOffset="-148313.1">24659 11252 1376 0,'0'0'1077'0,"0"0"-705"15,12 38 284-15,-10-23-160 16,4 1-136-16,-2 2 177 0,3 1-213 15,1 2-52-15,-2 2 172 0,0 2-204 16,3 1-64-16,-1 3 12 0,0 3-135 16,5 2-9-16,-3 3 16 15,4 3-48-15,-1 2 4 0,1 2-4 0,1 0-12 16,1 0 0-16,-1 1 0 16,1 1-12-16,1-1 12 0,-3-1-12 15,5 3 0-15,-1 0 12 0,1 0 0 16,0-1-4-16,-1 2 4 0,3-2-4 15,2-2 0-15,-1-3 4 0,3-2 0 16,2-2-12-16,4 0 12 0,2-2-88 16,0 1-57-16,4 0 53 15,-3-1 28-15,1 4 0 0,-4 2-4 16,0 1 60-16,-2 2 0 0,-2 2 8 16,1 1 64-16,-3-1-24 0,-2 0 36 15,0-3 76-15,-3 2-148 16,-5-2 8-16,-1-3-12 0,-1-2-88 15,-7-5-156-15,0-8-624 0,-2-6-24 16,-2-9-301-16,0-5-1592 0</inkml:trace>
  <inkml:trace contextRef="#ctx0" brushRef="#br0" timeOffset="-147672.22">25457 12772 1436 0,'0'0'1025'15,"0"0"-693"-15,0 0-120 0,0 0-24 16,0 0-180-16,0 0-8 16,0 0-560-16,0 0-537 0,0 0 405 0</inkml:trace>
  <inkml:trace contextRef="#ctx0" brushRef="#br0" timeOffset="-147391.15">25384 12566 1364 0,'0'0'1089'0,"0"0"-929"16,0 0-144-16,0 0-16 0,0 0-4 15,0 0-192-15,0 0-73 0,0 0-207 16,33-17-12-16,-26 23 332 16,-3 0 156-16,-2 2 24 0,0 3 144 15,-2 3 825-15,-2-1-837 0,-2-2-156 16,2-6-521-16,-3-3-779 0</inkml:trace>
  <inkml:trace contextRef="#ctx0" brushRef="#br0" timeOffset="-145812.97">24727 11536 2048 0,'0'0'2245'16,"0"0"-1600"-16,6 46-161 0,-2-22-368 16,2 2-56-16,5-1-20 0,5 0-32 15,1 3-8-15,4 0 8 16,-1 5-4-16,5 3-4 0,0 5 0 16,4 4 16-16,2 4-16 0,0 6 0 15,2 3 0-15,0 5 0 0,0 5 0 16,0 4 0-16,2 1-4 0,-2 4-88 15,2 4-16-15,1 2 36 0,-1 6 52 16,-2 3 12-16,0 4 8 16,0 4 40-16,0 4 12 0,-4 4 56 15,0 7 32-15,-4 3-132 0,-5 3 0 16,-1 3-8-16,-7 1-4 0,-1 6 4 16,-7-1 0-16,-4 0-28 15,-2 1 28-15,-4-6-8 0,-3-3 20 16,-3-5-12-16,-1-13 108 15,1-10 16-15,-2-10-108 0,1-17-16 16,1-12-480-16,1-22-396 0,5-14-1790 0</inkml:trace>
  <inkml:trace contextRef="#ctx0" brushRef="#br0" timeOffset="-144909.96">25562 14512 1064 0,'6'-56'636'16,"2"3"225"-16,-1-6-725 0,-1 9 344 16,0 2-76-16,-4 2-80 0,2 4 32 15,-2-1-187-15,0-1-25 0,0-2-8 16,3-4-128-16,-1-4 4 0,0-3-12 15,2-2-24-15,2-4-108 0,1-1-409 16,1 1-151-16,-4 14-224 16,0 3-1393-16</inkml:trace>
  <inkml:trace contextRef="#ctx0" brushRef="#br0" timeOffset="-144553.1">25624 13787 1272 0,'6'-53'1577'16,"0"0"-397"-16,-1-7-655 0,-1 5-233 15,-2 1-64-15,4 0-164 0,-4 0 48 16,6-1 100-16,-1 2-132 0,1-2 12 16,6-2 24-16,1-2-88 0,1-6 0 15,9-1-20-15,4-10-4 16,8-6-4-16,5-2 0 0,3-7-44 15,7-1-204-15,6 3-756 0,4 2-57 16,-13 23 129-16,3 2-709 0</inkml:trace>
  <inkml:trace contextRef="#ctx0" brushRef="#br0" timeOffset="-144189.78">25758 12735 4426 0,'52'-34'292'0,"4"-11"456"16,10-13-388-16,0-3-88 0,7-4 144 16,-1-7-311-16,8-4-81 0,3-5-8 15,2-2-8-15,0-2-8 0,-3 1 0 16,3 1-4-16,0 1-24 0,0 3-205 15,-1 4-155-15,-5 5-148 0,2 8-789 16,-24 19-103-16,-1 8-489 0</inkml:trace>
  <inkml:trace contextRef="#ctx0" brushRef="#br0" timeOffset="-142827.42">26759 11906 1112 0,'0'0'628'0,"47"-30"685"0,-20 6-1025 16,-2 0 96-16,4-2-284 0,-4-1-80 15,0 0-20-15,-1-4-96 0,1 0-20 16,0 0-24-16,-4-1 52 0,-3 4 36 16,-1 3 24-16,-7 4-12 0,-4 7-4 15,1 6-176-15,-7 4-228 16,0 4-469-16,0 2-523 0</inkml:trace>
  <inkml:trace contextRef="#ctx0" brushRef="#br0" timeOffset="-142547.3">27133 11633 3001 0,'0'0'380'0,"0"0"-80"0,0 0 172 16,0 0-179-16,0 0-97 16,0 0-44-16,6 40 20 0,5-8 68 15,-1 9 184-15,0 9-240 0,-1 5 8 16,-1 9-96-16,-2 13-96 0,-2 7-20 16,0 9-572-16,2 0 84 0,3 0 160 15,5-7 79-15,7-1 9 16,6 0-76-16,8-2-372 0,4 2 444 15,9-2 156-15,3-1-256 0,-7-23-693 16,-3 0-211-16</inkml:trace>
  <inkml:trace contextRef="#ctx0" brushRef="#br0" timeOffset="-140731.23">22224 13097 2505 0,'0'0'1897'0,"0"0"-1249"0,0 0-224 16,39-32 104-16,-21 17-360 0,3-1-20 16,4-2 40-16,4-2-152 0,12-3-7 15,5-4-21-15,3-4 4 16,9-4-12-16,6-4 0 0,7-4-20 15,3-4-5-15,5-4-259 0,1-4-8 16,7-2 60-16,0-2-56 0,0-1 152 16,2-7 108-16,1-3 16 0,1-4 24 15,0-5 20-15,0-3 88 16,0 0-88-16,-2-2 8 0,-2 2 20 16,-4 0-60-16,-5 1-4 0,-5 3-220 15,-5 2-296-15,-10 2-133 0,-13 20-991 16</inkml:trace>
  <inkml:trace contextRef="#ctx0" brushRef="#br0" timeOffset="-140327.49">24644 11627 2881 0,'0'0'124'15,"11"65"-20"-15,-3-27 56 0,2 0-16 16,3 1-52-16,3 2-20 16,3 2-48-16,3 2 40 0,3-2 200 15,8 3-172-15,5 2-16 0,3-1 68 16,6 2 9-16,5-1-33 0,2 3 28 15,2 0-40-15,-1 0 20 0,3 1 100 16,-4-1-84-16,0 2 8 16,-7 0 160-16,3-2-152 0,-5-1-20 15,-1-2 76-15,-7-3-148 0,-2 1-24 16,-4-4-12-16,-2-5-24 0,-6-3-8 16,-2-4 0-16,-9-4-12 0,0-5-28 15,-3-5-140-15,-5-6-132 16,0-5-188-16,-4-4-1041 0,0-4-344 0</inkml:trace>
  <inkml:trace contextRef="#ctx0" brushRef="#br0" timeOffset="-139879.09">25386 12604 1248 0,'0'0'1769'0,"0"0"-933"0,0 0-163 0,0 0 231 0,0 0-400 16,0 0-120-16,0 0 145 0,0 0-229 16,-35-24 24-16,31 24-52 15,2 4-272-15,2 9-8 0,4 11-8 16,9 8-8-16,7 5 24 0,5 6 20 16,4 0-8-16,4 3-8 0,0 1 36 15,2 6-36-15,-4 1-4 0,-6 2 0 16,-2 1 4-16,-7 1-4 0,-5 0 0 15,-5 0 4-15,-4-2-4 0,0-4 0 16,-2-5-40-16,-4-7-24 16,2-7-188-16,0-10-28 0,0-11 32 15,2-7-393-15,0-5-99 0,-2-2-220 16,-3-13-2282-16</inkml:trace>
  <inkml:trace contextRef="#ctx0" brushRef="#br0" timeOffset="-139665.36">25562 12940 3693 0,'0'0'652'16,"33"-54"-175"-16,-6 17 291 15,2-1-292-15,6-6-56 0,6-2 73 16,5-5-313-16,3-1-88 0,5 1-92 16,2 0-4-16,6 4-72 0,6 3-168 15,5 1 104-15,3 5 68 0,7 1 52 16,2 2 8-16,3 1 12 0,1 2-4 15,2 1 8-15,2-3-4 0,-2-2 0 16,-8-6-44-16,-11-3-441 16,-22 7-1604-16,-13-1-1620 0</inkml:trace>
  <inkml:trace contextRef="#ctx0" brushRef="#br0" timeOffset="-139124.46">27145 12061 2597 0,'0'59'1740'0,"2"1"-1003"0,-2 8 95 0,3-4-472 0,-1 1-156 16,2 4-124-16,6 5-80 0,9 3-4 0,10 2-4 16,10 3 16-16,13-4 9 15,14-3 107-15,10-10 64 0,7-7 40 16,10-6-228-16,-25-14-40 0,0-5-1033 16</inkml:trace>
  <inkml:trace contextRef="#ctx0" brushRef="#br0" timeOffset="-131208.27">18484 11608 2257 0,'0'0'1616'0,"-10"-36"-1055"0,8 19 303 16,-2 2-272-16,4 1-136 0,0 5 133 15,0 0-277-15,0 5 16 0,0 0 92 16,4 2-223-16,-4-1-197 0,2 2 0 15,-2 3 0-15,4 10 0 0,2 17 0 16,-2 13 0-16,3 13 0 16,-3 9 0-16,0 3 0 0,-2 8 0 15,6 10 0-15,0 8 0 0,-3 9 0 16,5 7 0-16,-4 6 0 0,2 2 0 16,-6 4 0-16,5 8 0 0,-7 1 0 15,0 0 0-15,0 2 0 16,0-2 0-16,0-3 0 0,2-1 0 15,0-8 0-15,6-3 0 0,0-5 0 16,-4 0 0-16,3-9 0 16,-3-5 0-16,2-9 0 0,2-13 0 15,-2-6 0-15,1-12 0 0,1-15 0 16,-2-10 0-16,-2-12 0 0,-2-11 0 16,2-5 0-16,-4-7 0 0,0-17 0 15,0-25-817-15,0 1-364 0,-4-15-3153 0</inkml:trace>
  <inkml:trace contextRef="#ctx0" brushRef="#br0" timeOffset="-130637.02">20462 11497 6126 0,'0'0'244'0,"0"0"697"0,0 0-481 16,0 0-216-16,-26 40-67 0,13-1-177 15,1 12 0-15,6 9 0 0,1 8 0 16,5 9 0-16,7 13 0 0,1 11 0 16,2 15 0-16,1 7 0 0,-3 11 0 15,0 10 0-15,-2 5 0 16,-4 5 0-16,0-2 0 0,0-8 0 16,-2-7 0-16,5-13 0 0,-3-11 0 15,-2-11 0-15,0-13 0 0,-7-7 0 16,-3-7 0-16,0-6 0 0,4-9 0 15,-5-10 0-15,1-8 0 0,6-12 0 16,-2-8 0-16,-1-9 0 16,3-7 0-16,2-5-93 0,0-1-919 15,-6-3-2238-15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08:40.0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4283 8129 2076 0,'0'-42'1817'0,"-10"1"-1381"15,-1-5-19-15,-13 7 339 0,-7-1-380 16,-9 1-116-16,-5 3 52 15,-9 0-228-15,-4 3-51 0,-6 3-21 16,-4 4-12-16,0 6 0 0,-9 6-4 16,1 9-12-16,-7 6-73 0,-10 18-167 15,-6 10 4-15,-9 13 88 0,-5 16 64 16,-5 15 60-16,-6 18 40 0,2 15 132 16,0 13 164-16,4 14 28 0,4 13-31 15,5 13-253-15,3 11-24 16,7 15 4-16,8 6-20 0,8 8 60 15,11 9 108-15,8 6-128 0,6 8-20 16,11 10 28-16,3 9-44 16,9 8 24-16,14 3 72 0,7 3-72 15,12-4 20-15,12-6 8 16,17-5-44-16,8-10 28 0,17-8 88 16,8-10-80-16,12-13-4 0,9-14 8 15,12-16-52-15,12-23 0 0,13-22 4 16,8-19-4-16,9-27-8 0,7-25 0 15,11-23-20-15,-2-25 28 0,2-24 108 16,2-23 40-16,-4-21 112 16,-4-20-247-16,-11-19-13 0,-6-18 0 15,-6-17 0-15,-10-16 0 0,-8-16 0 16,-13-10 0-16,-5-8 0 0,-9-11 0 16,-5-6 0-16,-3-4 0 0,-5-5 0 15,-8 3 0-15,-9-4 0 0,-3-2 0 16,-9 3 0-16,-6-2 0 0,-4 3 0 15,-15 3 0-15,-3 1 0 0,-7-1 0 16,-9 8 0-16,-9 0 0 16,-11 8 0-16,-10 5 0 0,-15 6 0 0,-12 11 0 15,-19 12 0-15,-18 8-205 16,18 43-795-16,-22 9-1802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09:07.7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10404 9748 5534 0,'0'0'492'0,"0"0"93"0,0 0-21 16,0 0-264-16,0 0-92 0,0 0 196 15,43 6-299-15,15-8-105 16,14-5 0-16,11-3 0 0,-8 1 0 15,-1 0 0-15,-6 3 0 0,-6 1 0 16,0 0 0-16,-23 0-69 0,3-3-1367 0</inkml:trace>
  <inkml:trace contextRef="#ctx0" brushRef="#br0" timeOffset="431.8">11497 9666 4922 0,'0'0'368'0,"0"0"684"16,0 0-475-16,0 0-257 0,0 0 352 15,69 26-391-15,-12-17-281 0,12-6 0 16,3-3 0-16,7 0 0 0,-1 0 0 16,-3-1 0-16,-7-1 0 0,0-5 0 15,-21 2-737-15,1-3-1884 0</inkml:trace>
  <inkml:trace contextRef="#ctx0" brushRef="#br0" timeOffset="2458.91">6216 6650 3041 0,'0'0'1373'16,"0"0"-865"-16,0 0 440 0,0 0-400 15,0 0-279-15,0 0 31 0,37-16-112 16,4 13 24-16,9 0 68 0,6 3-164 15,4 0 24-15,6 3 96 0,8 1-203 16,11 1-33-16,8 2 0 16,8-1 0-16,9 1 0 0,10-1 0 15,6 2 0-15,6 2 0 0,9-2 0 16,3-1 0-16,12-1 0 0,7-3 0 16,0-3 0-16,7-4 0 0,-3-4-57 15,5-6-387-15,-7-2-240 0,-41 3-1561 16,-8-3-1449-16</inkml:trace>
  <inkml:trace contextRef="#ctx0" brushRef="#br0" timeOffset="13992.75">5964 4197 2517 0,'0'0'2829'0,"0"0"-1697"0,0 0-547 16,0 0-29-16,-52 5-16 0,31 21-507 16,-6 7-33-16,7 8 0 15,3 2 0-15,7 3 0 0,2 8 0 16,1 8 0-16,3 9 0 0,2 8 0 16,4 2 0-16,9 1 0 0,1-3 0 15,0-7 0-15,3-3 0 0,1-12 0 16,1-10 0-16,4-12 0 0,1-14-385 15,7-11-539-15,-8-7-281 0,0-8-2949 0</inkml:trace>
  <inkml:trace contextRef="#ctx0" brushRef="#br0" timeOffset="14307.12">6168 4601 5486 0,'0'0'1024'0,"0"0"-11"0,0 0-537 16,-41-8-283-16,24 8-193 0,3 1 0 16,-3 6 0-16,7 3 0 0,0 2 0 15,-1 6 0-15,7 5 0 16,2 2 0-16,-2 4 0 0,4 1 0 16,0-4 0-16,10-1 0 0,1-7 0 15,1-7 0-15,7-7 0 0,1-4 0 16,-1-6 0-16,0-3 0 0,-3-3-17 15,-3 3-71-15,-5 0 44 0,-2 3 28 16,-2 5-28-16,-2 0 32 0,-2 1 8 16,2 0-4-16,4 5 8 15,1 7 136-15,-3 6-84 0,6 5-7 16,1 3-45-16,-3-1 0 0,0-6 0 16,2-2 0-16,1-4 0 0,5-7-153 15,-5-3-1472-15,-1-3-844 0</inkml:trace>
  <inkml:trace contextRef="#ctx0" brushRef="#br0" timeOffset="14673.9">6423 4230 5822 0,'0'0'616'16,"0"0"-95"-16,0 0 455 0,0 0-719 15,0 0-257-15,-13 50 0 0,26-24 0 16,1 10 0-16,0 6 0 0,3 2 0 16,0 7 0-16,-7 3 0 15,0 4 0-15,-4 0 0 0,-1-2 0 16,-5-4 0-16,-5-7 0 0,-1-12-721 16,-2-12-948-16,0-10-988 0</inkml:trace>
  <inkml:trace contextRef="#ctx0" brushRef="#br0" timeOffset="14829.01">6342 4638 5966 0,'0'0'460'15,"43"-23"681"-15,-12 15-516 0,-6 1-625 16,2 4 0-16,0 0 0 0,-4 2 0 16,-3 0 0-16,1 1 0 0,-7-1 0 15,-3-2-2934-15</inkml:trace>
  <inkml:trace contextRef="#ctx0" brushRef="#br0" timeOffset="15450.01">7220 4562 5082 0,'0'0'1056'0,"0"0"-439"16,0 0-9-16,0 0 160 0,0 0-707 15,0 0-61-15,0 0 0 0,-33 52 0 16,33-14 0-16,7 1 0 0,-1 0 0 16,0 4 0-16,-2-2 0 0,-4 1 0 15,0-6 0-15,0-8 0 16,0-5 0-16,0-10 0 0,0-7 0 16,4-5 0-16,2-4 0 0,1-9 0 15,7-16 0-15,3-10 0 0,3-7 0 16,-5 0 0-16,1 6 0 0,-1 8 0 15,-5 12 0-15,-2 8 0 0,-3 8 0 16,-1 3-37-16,2 3 13 0,-2 11 4 16,2 8 0-16,5 7 20 15,-7-1 0-15,4-3 0 0,0-8 0 16,-2-3 0-16,1-6-16 0,1-3 16 16,-6-4-8-16,2-1-20 0,2-4 28 15,3-6 68-15,-3-11-48 16,6-3 45-16,-1-5-65 0,-1 3 0 15,4 1 0-15,-3 4 0 0,-7 2 0 16,2 7 0-16,-4 5 0 16,0 5 0-16,-2 2 0 0,2 3 0 15,2 9 0-15,-2 7 0 0,3 6 0 16,-1 3 0-16,-2-2 0 0,2-1 0 16,0-2 0-16,-2-5 0 0,6-2 0 15,3-3 0-15,5-6-253 0,-5-2-1844 16,5-4-412-16</inkml:trace>
  <inkml:trace contextRef="#ctx0" brushRef="#br0" timeOffset="15839.06">7878 4703 3697 0,'0'0'917'0,"-6"-45"539"0,1 25-559 16,-1 3-189-16,-4 5-191 16,-2 3-517-16,-3 2 0 0,1 7 0 15,-3 2 0-15,1 10 0 0,1 6 0 16,3 5 0-16,1 3 0 0,7 2 0 16,4 0 0-16,0 1 0 0,11-3 0 15,-5-5 0-15,8-4 0 0,-3-5 0 16,1-5 0-16,2-5 0 0,1-3 0 15,-5-6 0-15,3-5 0 0,-3-4 0 16,0-1 0-16,1-2 0 0,-7 1 0 16,2 3 0-16,-2 6 0 15,-4 4 0-15,0 3 0 0,2 4 0 16,2 8 0-16,0 10 0 0,5 5 0 16,-1 2 0-16,-2 1 0 0,-2-6 0 15,2-4 0-15,5-5 0 16,-1-5 0-16,3-5 0 0,5-3-557 15,-1-3-552-15,-7-1-1408 0,-4-4-1376 0</inkml:trace>
  <inkml:trace contextRef="#ctx0" brushRef="#br0" timeOffset="16053.89">8056 4600 6286 0,'0'0'901'0,"0"0"104"16,0 0-1005-16,4 38 0 0,6-14 0 15,2 0 0-15,3 0 0 0,1-5 0 16,1 0 0-16,4-2 0 0,6-2 0 16,-3-2 0-16,-1 0 0 15,2 1 0-15,-9 1 0 0,-1 2 0 16,-9 0 0-16,-6 2-693 0,0-7-972 16</inkml:trace>
  <inkml:trace contextRef="#ctx0" brushRef="#br0" timeOffset="16199">8124 4959 5134 0,'0'0'1797'15,"0"-56"-1225"-15,6 26 92 0,2 1-639 16,3 1-25-16,5-3 0 0,1 1 0 16,-3 2 0-16,3 0 0 0,3 0 0 15,7-4 0-15,0 1 0 0,-2-2 0 16,-4 7-1457-16,-5-1-2517 0</inkml:trace>
  <inkml:trace contextRef="#ctx0" brushRef="#br0" timeOffset="16682.3">8928 4133 5486 0,'0'0'564'0,"0"0"-256"0,-33 55 73 0,29-25-109 16,0 5-20-16,8 3 88 0,10 4-220 16,3 5 16-16,-1 6 60 15,-1 6-188-15,-5 5 32 0,-4 5-20 16,-2-1-8-16,-4-3-24 0,-4-7-8 16,0-10-172-16,2-7-132 0,2-13-560 15,0-11-161-15,0-9-396 0</inkml:trace>
  <inkml:trace contextRef="#ctx0" brushRef="#br0" timeOffset="16997.15">9157 4657 6114 0,'0'0'729'0,"-45"-19"-165"15,22 15 221-15,9 4-785 16,3 0 0-16,1 7 0 0,4 4 0 15,-2 6 0-15,5 4 0 0,3 3 0 16,0 1 0-16,7 1 0 16,3 0 0-16,4-1 0 0,7-4 0 0,-2-3 0 15,1-5 0-15,1-7 0 16,0-5 0-16,-7-1 0 0,3-11 0 16,-3-3 0-16,-1-4 0 0,-7 0 0 15,-2-3 0-15,-4 2 0 0,0-1 0 16,-6 0 0-16,-5 2 0 0,5 4 0 15,-8-2 0-15,3 3-257 0,1 4-1620 16,-2 1-696-16</inkml:trace>
  <inkml:trace contextRef="#ctx0" brushRef="#br0" timeOffset="17354.66">9438 4728 5290 0,'0'0'1124'0,"0"0"-179"15,0 0-509-15,0 0-220 0,-43-42-35 16,29 35-181-16,1 5 0 0,-1 2 0 16,1 7 0-16,3 5 0 0,2 6 0 15,6 3 0-15,-2 3 0 0,4 1 0 16,0-2 0-16,6-1 0 0,4-5 0 15,5-2 0-15,-5-2 0 0,2-6 0 16,-3-1 0-16,1-5 0 0,-4-1 0 16,4-2 0-16,-3-7 0 15,3 1 0-15,-4 0 0 0,-2 3 0 16,-4 0 0-16,4 2 0 0,-4 0 0 16,0 3 0-16,2 11 0 0,3 12 0 15,-1 4 0-15,2 1 0 16,8-3 0-16,3-9-213 0,4-6-351 15,-1-4-156-15,-3-6-2198 0</inkml:trace>
  <inkml:trace contextRef="#ctx0" brushRef="#br0" timeOffset="17620.25">9705 4785 3841 0,'0'0'2577'16,"0"0"-1620"-16,-14-44-241 0,1 37-615 16,-1 0-101-16,3 3 0 15,1 4 0-15,4 4 0 0,-4 5 0 16,3 8 0-16,7 4 0 0,-4 10 0 16,4 1 0-16,4-1 0 0,7 1 0 15,1-4 0-15,3 0 0 16,1-6 0-16,5-4 0 0,-5-7 0 15,5-9 0-15,0-4-761 0,-7-4-484 16,-4-5-559-16</inkml:trace>
  <inkml:trace contextRef="#ctx0" brushRef="#br0" timeOffset="17836">9763 4261 4245 0,'0'0'1585'16,"0"0"-856"-16,0 0-165 0,-14 41 112 16,7-3-283-16,1 11-393 0,2 4 0 15,2-2 0-15,4 4 0 16,6-3 0-16,5-2 0 0,1-3 0 16,3-3 0-16,-3-5 0 0,-1-3 0 15,-3-6 0-15,-4-8-1213 16,-2-8-1449-16</inkml:trace>
  <inkml:trace contextRef="#ctx0" brushRef="#br0" timeOffset="18479.22">10009 3998 4814 0,'0'0'1084'0,"0"0"-363"15,0 0 383-15,0 0-635 16,0 0-469-16,0 0 0 0,0 0 0 15,37 44 0-15,-4-8 0 0,13 11 0 16,1 4 0-16,-3 7 0 0,3 8 0 16,-1 9 0-16,-5 6 0 15,-8 2 0-15,-8 3 0 0,-15-2 0 16,-8-2 0-16,-4-10 0 0,-8-7 0 16,-5-7 0-16,1-9 0 0,-3-6 0 15,-5-3 0-15,-9 0 0 0,-6 1 0 16,-5-5 0-16,1-1 0 0,4-7 0 15,-1-4 0-15,12-7 0 0,5-10 0 16,6-5-1269-16,9-7-884 0</inkml:trace>
  <inkml:trace contextRef="#ctx0" brushRef="#br0" timeOffset="38915.39">17163 5895 5002 0,'0'0'360'0,"0"0"-44"0,0 0 244 15,0 0-300-15,0 0 41 16,11 55 279-16,-5-10-312 0,0 9-24 16,4 6 57-16,-3 9-301 0,-3 11 0 15,2 16 0-15,-6 11 0 16,0 8 0-16,-6 2 0 0,-5 3 0 15,1-2 0-15,-2-7 0 0,1-9 0 16,7-12 0-16,4-18 0 16,6-10 0-16,5-16 0 0,3-14 0 15,-1-8 0-15,-3-16 0 0,4-11 0 16,-1-20 0-16,-3-10-493 0,0 0-1984 16,-5-6-1949-16</inkml:trace>
  <inkml:trace contextRef="#ctx0" brushRef="#br0" timeOffset="39467.93">17227 6785 5026 0,'0'0'1028'0,"0"0"-15"0,0 0-537 0,0 0-192 0,0 0 81 16,52-26-365-16,-21 13 0 16,2-2 0-16,-2 4 0 0,2 1 0 15,-4 1 0-15,-6 4 0 0,0 2 0 16,-11 3 0-16,-6 2 0 0,-2 4 0 16,-4 6 0-16,-4 5 0 0,-6 7 0 15,-5 1 0-15,-1 2 0 16,1 1 0-16,-1 1 0 0,-1 1 0 15,-3-1 0-15,5 3 0 0,-1-4 0 16,5 0 0-16,1-1 0 16,4-1 0-16,6 4 0 0,0-2 0 15,6 3 0-15,2 1 0 0,5-2 0 16,5-2 0-16,5 1 0 0,12-8 0 16,4-2 0-16,9-6 0 0,8-5 0 15,-2-4 0-15,3-4 0 0,-5-5 0 16,-19-3-1902-16,-4-4-3184 0</inkml:trace>
  <inkml:trace contextRef="#ctx0" brushRef="#br0" timeOffset="40089.39">18174 7221 4662 0,'0'0'2021'0,"0"0"-1269"0,0 0-4 15,-43 3-739-15,12 0-9 0,-4-1 0 16,1 1 0-16,12-2 0 0,1 0 0 16,7 0 0-16,3-1 0 0,7 1 0 15,4 2 0-15,0 1 0 0,4 6 0 16,2 4 0-16,9 4 0 0,1 1 0 15,5 0 0-15,6-1 0 0,-2 2 0 16,2 0 0-16,4 1 0 16,-9 2 0-16,-5-2 0 0,-7 3 0 15,-10-3 0-15,-6 3 0 0,-10-3 0 16,-5 2 0-16,-6-3 0 0,-4-3 0 16,-4-2 0-16,2-6 0 15,2-4 0-15,0-4 0 0,4-3 0 16,10-11 0-16,3 1-1453 0,12-7-1473 0</inkml:trace>
  <inkml:trace contextRef="#ctx0" brushRef="#br0" timeOffset="40559.12">18509 6810 6106 0,'0'0'1385'0,"0"0"-1009"0,0 0-51 0,54 9-325 16,-7-8 0-16,5-1 0 0,6 0 0 16,-2 0 0-16,-1 0 0 15,1 0 0-15,-4 0 0 0,-13 0 0 16,-4 1 0-16,-12 0 0 0,-4 0 0 16,-11 0 0-16,-4-1 0 0,-4 1 0 15,0-1-1810-15,-4 1-235 0</inkml:trace>
  <inkml:trace contextRef="#ctx0" brushRef="#br0" timeOffset="40778">18526 7041 6639 0,'0'0'912'0,"0"0"-271"15,53 36-641-15,-7-27 0 0,18-5 0 16,8-3 0-16,11-3 0 16,2-3 0-16,-5-4 0 0,-1-2 0 15,-11 1 0-15,-4-2 0 0,-12-1 0 16,-19 2 0-16,-15-2-1529 0</inkml:trace>
  <inkml:trace contextRef="#ctx0" brushRef="#br0" timeOffset="42854.64">20907 5470 3913 0,'0'0'2137'0,"0"0"-1180"15,0 0-409-15,0 0-128 0,0 0-203 16,0 0-217-16,2 37 0 16,4-2 0-16,7 13 0 0,1 5 0 15,-2 8 0-15,1 6 0 0,-11 8 0 16,-2 3 0-16,-10 4 0 0,-5-3 0 16,-1-5 0-16,3-5 0 0,-1-11 0 15,7-10 0-15,1-10 0 16,2-11 0-16,0-9 0 0,4-10 0 15,0-6 0-15,0-2-1365 0,4-16-908 0</inkml:trace>
  <inkml:trace contextRef="#ctx0" brushRef="#br0" timeOffset="43056.58">20775 5474 6663 0,'0'0'512'16,"0"0"-180"-16,62-30 272 16,-15 14-523-16,9 1-81 0,4 2 0 15,4 2 0-15,-4 4 0 0,-2 3 0 16,-2 3 0-16,-7 1 0 0,-5 1 0 16,-7 2 0-16,-6 2 0 0,-8 1-113 15,-9-3-2308-15,-2 1-1609 0</inkml:trace>
  <inkml:trace contextRef="#ctx0" brushRef="#br0" timeOffset="43259.65">20890 6026 6807 0,'0'0'1052'15,"42"18"-719"-15,-5-9-333 0,0-2 0 16,4-1 0-16,7-4 0 0,8-2 0 16,2-4 0-16,2-4 0 0,-9-1-1393 15,-7-6-2645-15</inkml:trace>
  <inkml:trace contextRef="#ctx0" brushRef="#br0" timeOffset="43822.65">21531 6308 6218 0,'0'0'1521'0,"0"0"-1068"16,0 0-453-16,0 0 0 0,0 0 0 15,0 0 0-15,-47-24 0 0,26 29 0 16,2 3 0-16,-3 3 0 0,-1 2 0 16,-2 1 0-16,-2 1 0 15,6 1 0-15,5-1 0 0,4-4 0 16,3-2 0-16,7 1 0 0,4 1 0 16,9 3 0-16,9 2 0 0,7 1 0 15,2-2 0-15,8 1 0 0,3 1 0 16,5-1 0-16,-2 1 0 0,-3-3 0 15,-11 0 0-15,-7-1 0 0,-9 0 0 16,-11-2 0-16,-2 2 0 0,-13-3 0 16,-5 1 0-16,-5 0 0 15,-10-2 0-15,-6-1 0 0,2-2 0 16,-1-4 0-16,7-2 0 0,4-6 0 16,7-6-709-16,9 2-840 15,5-7-752-15</inkml:trace>
  <inkml:trace contextRef="#ctx0" brushRef="#br0" timeOffset="44042.04">21812 5976 7195 0,'0'0'676'0,"0"0"-355"0,0 0-321 15,0 0 0-15,-29 55 0 0,19-17 0 16,2 8 0-16,6 3 0 0,2 1 0 15,2 6 0-15,4-1 0 16,-4 3 0-16,2-1 0 0,0-3 0 0,-2-3 0 16,2-8 0-16,-1-8 0 0,-1-8 0 15,-2-9 0-15,-2-8-401 16,-5-6-2724-16,3-8-1541 0</inkml:trace>
  <inkml:trace contextRef="#ctx0" brushRef="#br0" timeOffset="44436.05">21713 6510 3613 0,'0'0'2021'0,"66"-17"-580"0,-20 5-681 16,-5 2-403-16,0 1-357 15,-8 0 0-15,0 0 0 0,-8 1 0 16,-6 1 0-16,-7 2 0 0,-5 1 0 16,-7 1 0-16,0 3 0 0,0-3 0 15,-3-1 0-15,-1-2 0 0,-2 1 0 16,0-2 0-16,-2 0 0 0,-3 0 0 15,1-1 0-15,-7 4 0 0,-3 5 0 16,-11 10 0-16,4 11 0 0,-4 9 0 16,4 6 0-16,0 3 0 0,2-1 0 15,13-3 0-15,6-5 0 16,10-10 0-16,10-3 0 0,7-8 0 16,10-6 0-16,0-4 0 0,2-4 0 15,2-7 0-15,-4-6 0 16,-4 0 0-16,-4-2 0 0,-2 0 0 15,-7 2 0-15,-4 0 0 0,-3 6 0 16,-3 3 0-16,-2 4 0 0,-2 3 0 16,0 1 0-16,0 3 0 15,0 10 0-15,0 10 0 0,0 5 0 16,0 3 0-16,0-3 0 0,2-5 0 16,4-3 0-16,2-4 0 0,5-2 0 15,-1-6-285-15,3-3-1148 0,-5-5-3265 0</inkml:trace>
  <inkml:trace contextRef="#ctx0" brushRef="#br0" timeOffset="44650.08">22370 5979 7631 0,'0'0'561'0,"0"0"-561"0,0 0 0 0,0 0 0 0,-14 34 0 16,10-4 0-16,-2 8 0 15,6 4 0-15,-2 4 0 0,2 5 0 16,0 6 0-16,0 4 0 16,-5 1 0-16,1 3 0 0,-4-5 0 15,-2-3 0-15,-5-5 0 0,1-7 0 16,5-13 0-16,-1-7-1794 0</inkml:trace>
  <inkml:trace contextRef="#ctx0" brushRef="#br0" timeOffset="44821.56">22224 6481 7011 0,'0'0'724'0,"49"-45"-267"16,-18 26-457-16,0 1 0 15,-4 4 0-15,-2 2 0 0,-4 3 0 16,-5 1 0-16,3 2 0 0,-7 3 0 16,3 2 0-16,-7 1-1621 15,0 0-1097-15</inkml:trace>
  <inkml:trace contextRef="#ctx0" brushRef="#br0" timeOffset="44959.91">22573 6526 6014 0,'0'0'1765'0,"-23"51"-1352"0,9-23-413 16,1-2 0-16,-1-3 0 0,4-3 0 16,3-3 0-16,5-6 0 0,2-6 0 15,9-1 0-15,5-4 0 0,3-4-1369 16,-1-6-1181-16</inkml:trace>
  <inkml:trace contextRef="#ctx0" brushRef="#br0" timeOffset="45087.14">22856 6146 7223 0,'0'0'852'0,"0"0"-735"0,0 0-117 0,0 0 0 15,0 0 0-15,0 0-569 16,0 0-832-16,-35 43-3289 0</inkml:trace>
  <inkml:trace contextRef="#ctx0" brushRef="#br0" timeOffset="45336.11">22939 6446 6599 0,'0'0'1288'15,"-35"-16"-983"-15,12 15-305 0,2 5 0 16,3 9 0-16,-7 7 0 0,0 5 0 16,11 3 0-16,3 0 0 0,9 2 0 15,13 1 0-15,11-4 0 16,18-1 0-16,9-2 0 0,11-4 0 16,10-4 0-16,1-6 0 0,1-4 0 15,-4-5 0-15,-18-1 0 16,-7-2-2106-16</inkml:trace>
  <inkml:trace contextRef="#ctx0" brushRef="#br0" timeOffset="45854.7">20208 7057 6522 0,'0'0'385'0,"42"17"-53"0,13-9 164 0,26 2-84 0,18-2-367 15,25-3-45-15,19-1 0 0,22 1 0 16,27 1 0-16,23 1 0 0,27 4 0 16,10 1 0-16,11 2 0 0,-5 1 0 15,-12-1 0-15,-8-2 0 16,-17-2 0-16,-22 2 0 0,-26-4 0 15,-34-1 0-15,-42-1 0 0,-39 0 0 16,-31-4-289-16,-25-2-3397 0</inkml:trace>
  <inkml:trace contextRef="#ctx0" brushRef="#br0" timeOffset="46709.49">20586 8321 2709 0,'0'0'3353'0,"0"0"-2648"0,0 0 79 16,0 0-143-16,0 0-641 0,0 0 0 16,34-25 0-16,-16-11 0 0,1-11 0 15,3-5 0-15,-1-5 0 0,6-5 0 16,4-8 0-16,6-5 0 0,0-5 0 15,5-5 0-15,-5-1 0 16,4 7 0-16,-3 9 0 0,-7 19 0 16,-9 19 0-16,-11 15 0 0,-7 14 0 15,-4 4 0-15,-4 8 0 0,4 14 0 16,-2 21 0-16,-3 14 0 0,5 10 0 16,0 6 0-16,5 1 0 15,7 0 0-15,2-2 0 0,3-3 0 16,4-3 0-16,6-6 0 0,-3-4 0 15,-1-7 0-15,-4-6 0 16,-3-4 0-16,-10-6 0 0,-6-4 0 16,-10-3 0-16,-15-2 0 0,-10-3 0 15,-10-2 0-15,-9-1 0 0,-8-5 0 16,-6-5 0-16,-1-4 0 0,7-5 0 16,7-7 0-16,5-3 0 0,13-4 0 15,10-3 0-15,6 3-1001 0,9-2-2965 0</inkml:trace>
  <inkml:trace contextRef="#ctx0" brushRef="#br0" timeOffset="47623.3">21752 8267 5066 0,'0'0'684'0,"0"0"277"16,4-36-533-16,-4 30-80 0,0 1 96 16,-2-2-183-16,0 1-261 0,-6-1 0 15,-4 2 0-15,-7 0 0 0,-6 3 0 16,0 2 0-16,1 0 0 0,-5 7 0 16,4 4 0-16,0 3 0 0,2 3 0 15,7-3 0-15,1 3 0 0,9-3 0 16,0 0 0-16,6 1 0 0,0 0 0 15,10-2 0-15,5-3 0 16,5 1 0-16,7-2 0 0,6 1 0 16,5 1 0-16,1 1 0 0,-4 3 0 15,-6 1-257-15,-6 1 145 16,-13 3 112-16,-6-1-8 0,-8 0 16 16,-6 0 8-16,-9-1 156 0,-4-2-48 15,-4-1-67-15,-2-3-57 0,-2-5 0 16,0-5 0-16,7-4 0 15,3-8-281-15,4-5-407 0,13 2-1721 16,2-4-1189-16</inkml:trace>
  <inkml:trace contextRef="#ctx0" brushRef="#br0" timeOffset="47823.12">21988 7846 4778 0,'0'0'2781'0,"0"0"-2209"16,0 0-511-16,0 0-61 0,0 0 0 16,0 38 0-16,4 2 0 0,-2 11 0 15,0 7 0-15,-2 2 0 0,-2 4 0 16,-4 3 0-16,4-3 0 16,-2-5 0-16,-2-4 0 0,-3-7 0 15,5-6 0-15,0-6 0 0,-2-7 0 16,2-11-1421-16,-5-7-4598 0</inkml:trace>
  <inkml:trace contextRef="#ctx0" brushRef="#br0" timeOffset="47965.44">21928 8377 7019 0,'0'0'600'0,"39"-11"-52"0,-12 6-523 15,-4 3-25-15,0 1 0 0,4 0 0 16,-1 1-257-16,-5 1-563 0,6 5-1901 0</inkml:trace>
  <inkml:trace contextRef="#ctx0" brushRef="#br0" timeOffset="48310.49">22356 8396 7187 0,'0'0'400'16,"-6"-42"32"-16,-3 19-259 0,-1 3-173 15,-4 3 0-15,-5 6 0 16,7 9 0-16,-3 3 0 0,-6 13 0 16,7 5 0-16,-7 5 0 0,1 5 0 15,3 0 0-15,1 2 0 0,1 1 0 16,7-6 0-16,4-2 0 0,4-9 0 16,10-6 0-16,7-6 0 0,9-6 0 15,5-6 0-15,0-6 0 0,0-3 0 16,-4 1 0-16,-4 0 0 0,-4 2 0 15,-7 4 0-15,-4 5 0 16,-6 4 0-16,1 2 0 0,-3 8 0 16,2 11 0-16,2 11 0 0,0 5 0 15,0 3 0-15,4-3 0 16,1-1 0-16,-1-4 0 0,6-4 0 16,-1-2 0-16,1-6 0 0,-1-6-1105 15,-1-2-820-15</inkml:trace>
  <inkml:trace contextRef="#ctx0" brushRef="#br0" timeOffset="48998.13">22608 7782 1992 0,'0'0'4174'0,"0"0"-2913"16,0 0-637-16,0 0-483 0,0 0-141 15,-2 53 0-15,2-7 0 0,2 11 0 16,8 2 0-16,1 2 0 0,9 5 0 16,-3 2 0-16,4 2 0 0,-9-1 0 15,-4-2 0-15,-6-2 0 0,-2-7 0 16,-6-2 0-16,-4-5 0 0,0-8 0 15,-3-4 0-15,1-13 0 16,1-11-2674-16,-1-11-1544 0</inkml:trace>
  <inkml:trace contextRef="#ctx0" brushRef="#br0" timeOffset="49139.33">22482 8411 6883 0,'0'0'328'0,"43"-17"336"0,-7 10-347 16,-3 2-317-16,0-1 0 15,0-1 0-15,-6-1 0 0,6-1 0 16,2-2 0-16,0-1 0 0,2-2-1073 16,-8 4-836-16,-4 0-1225 0</inkml:trace>
  <inkml:trace contextRef="#ctx0" brushRef="#br0" timeOffset="49280.35">22945 8438 6875 0,'-12'38'1317'16,"-3"3"-1317"-16,-1 4 0 0,1-6 0 15,5-5 0-15,4-6 0 16,6-7 0-16,0-6 0 0,0-8 0 16,10-7 0-16,4-8-397 0,1-3-675 15,-1-7-2294-15</inkml:trace>
  <inkml:trace contextRef="#ctx0" brushRef="#br0" timeOffset="49389.67">23117 8016 5998 0,'0'0'1225'0,"0"0"-1097"16,0 0-124-16,0 0-4 0,0 0-672 16,0 0-553-16,0 0-528 0</inkml:trace>
  <inkml:trace contextRef="#ctx0" brushRef="#br0" timeOffset="49607.62">23296 8401 5134 0,'0'0'1404'0,"-49"-5"-623"0,24 5-113 15,4 8-463-15,1 6-205 16,1 4 0-16,3 6 0 0,3 3 0 16,3 4 0-16,10-1 0 0,10 1 0 15,13-3 0-15,12-5 0 0,11-3 0 16,3-5 0-16,3-8 0 0,-5-4 0 15,1-4 0-15,-11-13-437 16,-12-2-1616-16,-9-8-3357 0</inkml:trace>
  <inkml:trace contextRef="#ctx0" brushRef="#br0" timeOffset="134939.29">15650 10605 4057 0,'0'0'1961'0,"0"0"-1324"0,0 0-105 0,0 0 280 0,0 0-619 0,0 0-193 15,0 0 0-15,0 0 0 0,0 0 0 16,50-45 0-16,-9 6 0 0,3-6 0 16,-3-1 0-16,-4 2 0 0,2-3 0 15,-6 3 0-15,-6 3 0 16,-2 9 0-16,-8 12 0 0,-7 7 0 16,-4 7 0-16,-6 5 0 0,4 1 0 15,-4 10 0-15,-4 13 0 0,-2 13 0 16,-8 9 0-16,3 8 0 0,1 2 0 15,4 6 0-15,2 6 0 16,-3 1 0-16,1 1 0 0,6 0 0 16,-4 1 0-16,4-5 0 0,0-1 0 15,-2-4 0-15,-2-6 0 0,4-8 0 16,0-6-301-16,0-9-431 0,0-10-1221 16,0-9-268-16</inkml:trace>
  <inkml:trace contextRef="#ctx0" brushRef="#br0" timeOffset="135125.71">15725 11188 4782 0,'0'0'2413'0,"0"0"-1721"16,0 0-387-16,0 0-305 0,43 5 0 15,-16-7 0-15,4-2 0 0,-4-1 0 16,8 0 0-16,2-3 0 15,4 1 0-15,1-2 0 0,-3-7 0 16,-8 3 0-16,-6-8 0 0</inkml:trace>
  <inkml:trace contextRef="#ctx0" brushRef="#br0" timeOffset="135917.99">17310 9642 5010 0,'0'0'1052'0,"0"0"25"0,0 40-357 16,-2-15-387-16,0 5-333 0,-2 4 0 15,4 2 0-15,0 7 0 16,0 2 0-16,0 7 0 0,0 5 0 16,4 4 0-16,-4 0 0 0,0-1 0 15,-4-2 0-15,0-6 0 0,2-6 0 16,-3-7 0-16,5-8 0 0,0-11 0 16,0-9-961-16,5-9-760 0</inkml:trace>
  <inkml:trace contextRef="#ctx0" brushRef="#br0" timeOffset="137480.35">17697 9642 2409 0,'0'0'2985'0,"0"0"-2253"0,0 0-191 16,0 0 231-16,0 0-528 0,0 0-92 15,-7 34 92-15,3-5-131 0,-2 9-113 16,4 5 0-16,-6 2 0 16,4 5 0-16,-5 4 0 0,-5 3 0 15,4 3 0-15,-3-2 0 0,3-4 0 16,-1-4 0-16,7-6 0 0,4-8 0 15,0-7 0-15,7-8 0 16,3-5 0-16,0-7 0 0,7-6 0 16,3-6 0-16,9-8 0 0,-2-7 0 15,2-5 0-15,-4-4 0 0,-4-2 0 16,-9 2 0-16,-8 1 0 0,-4 1 0 16,-10 3 0-16,-7 3 0 0,-3 6 0 15,-1 3 0-15,-6 7 0 0,4 3 0 16,1 5 0-16,-1 5 0 15,6-3 0-15,7-1-497 0,6 0-191 16,2-5-1777-16,2 3-1981 0</inkml:trace>
  <inkml:trace contextRef="#ctx0" brushRef="#br0" timeOffset="138241.6">18220 9831 1380 0,'0'0'2673'0,"43"-57"-2405"0,-26 28 29 15,-7 1 483-15,-4 1-236 0,-6 1-80 16,-6-1 241-16,-4 2-273 0,-7 0-140 16,0 3 8-16,-3 6-243 15,-1 4-57-15,0 6 0 0,-1 5 0 16,-3 2 0-16,2 11 0 0,-2 5 0 15,-2 5 0-15,3 5 0 16,1 4 0-16,2 7 0 0,5 3 0 16,1 5 0-16,5 2 0 0,10 6 0 15,0 0 0-15,14 0 0 0,5-1 0 16,2-3 0-16,-1-4 0 0,-1-6 0 16,-7-1 0-16,3-2 0 0,-9-4 0 15,0-3 0-15,-6-5 0 0,0-5-273 16,-6-2-243-16,-4-4 116 15,-1-2-329-15,-3-6-63 0,1-3-308 16,-1-3-2870-16</inkml:trace>
  <inkml:trace contextRef="#ctx0" brushRef="#br0" timeOffset="138375.07">17951 10219 5114 0,'0'0'996'0,"0"0"249"0,0 0-525 16,33 0-603-16,-8 1-117 0,2 0 0 15,2-1 0-15,2 0 0 16,4-1 0-16,4-3 0 0,2 3 0 16,1 0 0-16,-11 0-893 0,-4 1-2341 0</inkml:trace>
  <inkml:trace contextRef="#ctx0" brushRef="#br0" timeOffset="138738.57">16979 10640 4810 0,'0'0'1192'0,"0"0"-339"0,0 0 395 16,0 0-1159-16,0 0-89 0,50-7 0 15,6 6 0-15,20-1 0 0,15 2 0 16,10 0 0-16,15 0 0 0,10 5 0 16,5 1 0-16,-3 2 0 0,-2 2 0 15,-6-1 0-15,0-2 0 0,-15-1 0 16,-14 0 0-16,-15-4-437 0,-26 1-1700 15,-15-3-820-15</inkml:trace>
  <inkml:trace contextRef="#ctx0" brushRef="#br0" timeOffset="139997.13">17628 11250 7223 0,'0'0'556'0,"-16"43"-143"15,10-17-413-15,2 1 0 0,4 1 0 16,0 2 0-16,0-1 0 15,6 0 0-15,-2-1 0 0,6 0 0 16,-2-2 0-16,1-2 0 0,1-3-593 16,-6-7-1360-16,2-4-760 0</inkml:trace>
  <inkml:trace contextRef="#ctx0" brushRef="#br0" timeOffset="140181.29">17688 10892 6751 0,'0'0'1280'0,"0"0"-1119"15,0 0-161-15,0 0 0 0,0 0 0 16,-35-2 0-16,35 14-581 0,6 3-1268 16,5-2-92-16</inkml:trace>
  <inkml:trace contextRef="#ctx0" brushRef="#br0" timeOffset="140749.6">17870 11273 5590 0,'0'0'700'15,"4"44"393"-15,3-18-413 16,-3 3-551-16,-4 5-129 0,4 4 0 16,-4 0 0-16,-4 1 0 0,0-2 0 15,-3-2 0-15,5-3 0 16,-2-5 0-16,-2-7 0 0,4-7 0 15,0-6 0-15,-2-2 0 0,4-5 0 16,0-6 0-16,0-11 0 0,6-14 0 16,4-11 0-16,5-8 0 0,1-1 0 15,5 6 0-15,-2 5 0 0,-1 5 0 16,1 8 0-16,-7 7 0 0,-2 8 0 16,1 5 0-16,-7 3 0 0,-2 4 0 15,2 5 0-15,2 9 0 0,-2 13 0 16,3 8 0-16,-3 4 0 15,-2-1 0-15,0-6 0 0,4-5 0 16,4-2 0-16,7-4 0 0,10-4 0 16,-6-7-2270-16,10-6-759 0</inkml:trace>
  <inkml:trace contextRef="#ctx0" brushRef="#br0" timeOffset="141313.07">19166 10616 6046 0,'0'0'945'0,"0"0"-585"0,42 5 212 16,-13-5-303-16,4 0-269 0,4 0 0 16,6-4 0-16,3-1 0 0,-3-1 0 15,1 0 0-15,-9 2 0 0,-8 0 0 16,-11 3 0-16,-6 0 0 16,-3 1 0-16,-5 0-1349 0,0 0-376 15,-2 0-1208-15</inkml:trace>
  <inkml:trace contextRef="#ctx0" brushRef="#br0" timeOffset="141484.1">19208 10843 6807 0,'0'0'784'0,"0"0"-183"16,0 0-601-16,0 0 0 0,33 17 0 15,-4-15 0-15,4-2 0 0,4 0 0 16,4-2 0-16,3-1 0 0,7 0 0 15,-3 3 0-15,4 0 0 16,-9 0 0-16,-12 0 0 0,0 0-1517 0</inkml:trace>
  <inkml:trace contextRef="#ctx0" brushRef="#br0" timeOffset="141945.6">20806 10210 6318 0,'0'0'1317'0,"0"0"-760"15,0 0-557-15,0 0 0 16,-11 46 0-16,7-3 0 0,-2 14 0 16,0 7 0-16,2-1 0 0,4 1 0 15,-3 0 0-15,3-3 0 0,0-4 0 16,0-3 0-16,0-4 0 0,0-6 0 16,0-4 0-16,3-6 0 0,-3-10-337 15,0-7-1728-15,4-10-1264 0</inkml:trace>
  <inkml:trace contextRef="#ctx0" brushRef="#br0" timeOffset="142300.97">20996 10218 8075 0,'0'0'117'15,"0"0"-117"-15,0 0 0 0,0 0 0 16,0 0 0-16,0 0 0 0,0 0 0 15,56 10 0-15,-23 1 0 16,8-3 0-16,-4-1 0 0,0 0 0 16,5 1 0-16,1-3 0 0,-2-1 0 15,-3 0 0-15,-7-1 0 0,-11 1 0 16,-9-1 0-16,-5 6 0 0,-12 7 0 16,-5 6 0-16,-3 8 0 0,-11 9 0 15,-4 3 0-15,2 7 0 0,-4 4 0 16,9-1 0-16,1 0 0 0,4-3 0 15,7-5 0-15,6-3 0 16,0-3 0-16,4-1 0 0,4-2 0 16,-4-5 0-16,2-2 0 0,-2-3 0 15,0-8 0-15,0-7-389 16,-2-5-859-16,-6-5-2970 0</inkml:trace>
  <inkml:trace contextRef="#ctx0" brushRef="#br0" timeOffset="142433.71">21116 10733 6010 0,'0'0'965'16,"47"-14"-5"-16,-16 6-703 0,0 0-257 15,-2-2 0-15,6 2 0 0,0 0 0 16,3 2 0-16,3-1 0 0,2 3 0 16,5-2 0-16,6 1 0 0,-3-4 0 15,-5 2-1313-15,-5-4-1309 0</inkml:trace>
  <inkml:trace contextRef="#ctx0" brushRef="#br0" timeOffset="143092.17">21992 10271 5718 0,'0'0'1093'0,"0"0"-365"0,0 0-75 15,0 0-653-15,0 0 0 0,0 0 0 16,0 0 0-16,-33-31 0 0,14 26 0 15,3 2 0-15,-5 0 0 16,-2 2 0-16,1 1 0 0,1 0 0 16,2 5 0-16,3 1 0 0,1 1 0 15,1 1 0-15,0 7 0 0,-1 1 0 16,1 3 0-16,-1 6 0 16,5 1 0-16,-1 2 0 0,3 1 0 15,0-3 0-15,6 0 0 0,0-1 0 16,2-4 0-16,0-3 0 0,2-2 0 15,0-5 0-15,4-3 0 16,-2-3 0-16,9-1 0 0,1-1 0 16,11-2 0-16,2-1 0 0,-2-4 0 15,-3 3 0-15,9 0 0 0,-4 1 0 16,0 5 0-16,4 2 0 0,-4 3 0 16,-2 3 0-16,-5 0 0 0,-3 2 0 15,-3 1 0-15,-5-3 0 0,-1 5 0 16,-4 2 0-16,-2 1 0 0,-2 4 0 15,-6 2 0-15,-8 2 0 16,-1 2 0-16,-8 0 0 0,1 2 0 16,-7-2 0-16,-2-4 0 0,0-2 0 15,-2-6 0-15,-1-6 0 16,-1-4 0-16,8-6 0 0,1-3 0 16,1-10 0-16,4-5 0 0,5-8 0 15,1-5 0-15,7-9 0 0,4 9-1369 16,4-4-372-16</inkml:trace>
  <inkml:trace contextRef="#ctx0" brushRef="#br0" timeOffset="143496.23">22864 9835 6567 0,'0'0'720'0,"0"0"185"15,0 0-905-15,0 0 0 0,0 0 0 16,17 62 0-16,-17-21 0 0,0 5 0 16,4-2 0-16,-2 1 0 0,0 1 0 15,0 3 0-15,0-2 0 0,0 0 0 16,3-5 0-16,-3-3 0 0,4-6 0 15,-2-7 0-15,2-9 0 16,-2-6 0-16,0-8-913 0,-1-4-956 0</inkml:trace>
  <inkml:trace contextRef="#ctx0" brushRef="#br0" timeOffset="143717.18">22914 9786 6735 0,'0'0'876'0,"0"0"-295"16,0 0-581-16,0 0 0 0,10 45 0 15,1-8 0-15,1 4 0 0,5 4 0 16,1-2 0-16,5 0 0 0,0-2 0 16,2-1 0-16,-1-3 0 0,-3-2 0 15,-7-3 0-15,1-4 0 0,-9-4 0 16,-2-5 0-16,-4-7 0 0,-4-6-1706 15,4-5-527-15,-2-11-1980 0</inkml:trace>
  <inkml:trace contextRef="#ctx0" brushRef="#br0" timeOffset="143975.59">23191 9793 5698 0,'0'0'981'0,"0"0"439"16,0 0-1327-16,0 0-93 0,-10 51 0 15,8-13 0-15,-5 7 0 0,1 4 0 16,2-1 0-16,2 0 0 0,2-3 0 16,0-5 0-16,0-3 0 0,0-1 0 15,0-2 0-15,-6-2 0 0,2-3 0 16,-5-2-401-16,1-8-964 0,4-5-3041 15</inkml:trace>
  <inkml:trace contextRef="#ctx0" brushRef="#br0" timeOffset="144367.45">22740 10617 6490 0,'0'0'285'0,"0"0"715"15,0 0-583-15,0 0-417 16,0 0 0-16,81 16 0 0,-5-13 0 16,13-3 0-16,13 0 0 0,-9 0 0 15,4 0 0-15,-10 0 0 0,-9 0 0 16,-10 2 0-16,-20 3 0 0,-13 3 0 15,-18 0 0-15,-11-2-1417 16,-8 1-1573-16</inkml:trace>
  <inkml:trace contextRef="#ctx0" brushRef="#br0" timeOffset="145050.15">22860 11004 6867 0,'0'0'864'0,"11"35"-403"0,-3-7-461 16,-6 4 0-16,-2 6 0 0,0 3 0 16,0-2 0-16,0-2 0 0,0-2 0 15,0-2 0-15,-2-5 0 0,0-6 0 16,0-5 0-16,-2-6 0 15,4-6 0-15,0-5 0 0,0-3 0 16,4-13 0-16,6-13 0 0,5-9 0 16,3-6 0-16,1-3 0 0,-1 2 0 15,1 1 0-15,2 3 0 16,-3 8 0-16,-5 13 0 0,-3 9 0 16,-8 7 0-16,0 4 0 0,-2 1 0 15,2 8 0-15,0 10 0 0,2 4 0 16,1 2 0-16,1-1 0 15,0-3 0-15,10-4 0 0,1-3 0 16,2-4 0-16,-3-5 0 0,5-3 0 16,-5-4 0-16,-1-7 0 0,-1-5 0 15,1-4 0-15,1-3 0 0,-1 2 0 16,-1-1 0-16,-1 5 0 0,-5 3 0 16,-2 6 0-16,-2 4 0 0,-2 5 0 15,7 12 0-15,3 12 0 0,5 9 0 16,1 6 0-16,-3-2 0 0,-3-6 0 15,7 0 0-15,-3-4 0 16,-1-5 0-16,-1-1 0 0,-4-4 0 16,-1-1 0-16,-3-6 0 0,-6-1 0 15,0 0 0-15,-10 1 0 16,-1-5 0-16,-1 1-3859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12:50.5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25636 14298 2193 0,'0'0'3101'16,"-47"-2"-2869"-16,30 0-88 0,11 2 560 16,2 0-159-16,4-1 7 0,6-1 80 15,13-2-543-15,16-1-89 16,17 0 0-16,14 1 0 0,12 0 0 15,7-1 0-15,10 3 0 0,9-1 0 16,9 2 0-16,11 1 0 0,15 1 0 16,18 3 0-16,16 2 0 15,18 0 0-15,11 1 0 0,1 1 0 16,-7 0 0-16,-16-2 0 0,-21-3 0 16,-22-3 0-16,-44-6-1233 15,-17-6-1861-15</inkml:trace>
  <inkml:trace contextRef="#ctx0" brushRef="#br0" timeOffset="11993.27">18337 14294 4646 0,'0'0'464'0,"0"0"-232"0,0 0 372 16,0 0-184-16,0 0-59 0,40 7 219 16,-7-9-256-16,12-3-92 0,19-2 64 15,21 1-263-15,14 0-33 16,21 4 0-16,15 2 0 0,11 2 0 15,9 6 0-15,-2 3 0 0,-4-1 0 16,-12 1 0-16,-13-3 0 0,-13 0-49 16,-9-3-447-16,-14-2 84 15,-11-2 212-15,-17-1-156 0,-8 0-201 16,-21-1-183-16,-15-4-1213 0,-12-3-1392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14:00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3469 8084 3561 0,'0'0'1705'0,"0"0"-849"16,0 0-452-16,0 0-19 0,0 0 343 16,49-31-368-16,-9 29-167 0,17 2-193 15,14 1 0-15,7 4 0 16,17 2 0-16,9 6 0 0,1 3 0 16,1 8 0-16,-3 5 0 0,-8 3 0 15,-10 2 0-15,-11-1 0 0,-12 0 0 16,-14-7 0-16,-11-3-109 15,-12-9-303-15,-15-6-448 0,-4-4-73 16,-6-4-439-16</inkml:trace>
  <inkml:trace contextRef="#ctx0" brushRef="#br0" timeOffset="281.51">4699 8013 6362 0,'0'0'881'0,"0"0"-449"16,0 0-232-16,0 0 117 0,0 0-317 16,0 0 0-16,0 0 0 0,68 7 0 15,-25 8 0-15,7 4 0 16,-1 4 0-16,3 3 0 0,-15 1 0 16,-4 3 0-16,-12-2 0 0,-17 1 0 15,-8-1 0-15,-12 2 0 0,-7-2 0 16,-8 1 0-16,0-2 0 15,-6 0 0-15,-1-2 0 0,1-1 0 16,6-2 0-16,0-5 0 0,8-3 0 16,9-6-305-16,4-4-2396 0,5-3-561 15</inkml:trace>
  <inkml:trace contextRef="#ctx0" brushRef="#br0" timeOffset="1057.61">1542 7237 2409 0,'0'0'2825'0,"0"0"-2161"0,0 0 497 15,0 0-465-15,0 0-376 0,0 34-203 16,0-2-117-16,0 3 0 0,4 2 0 15,2-6 0-15,1-2 0 0,1 0 0 16,-4-3 0-16,-2-2 0 0,2-8 0 16,-4-4 0-16,0-4 0 0,-6-5 0 15,2-2 0-15,-6-1 0 0,-3-12 0 16,-1-8 0-16,3-8 0 16,-3-9 0-16,8-7 0 0,-3-6 0 15,7-6 0-15,2 3 0 0,2 6 0 16,11 10 0-16,3 9 0 0,-3 10 0 15,1 6 0-15,1 3 0 16,1 5 0-16,3 4 0 0,-1 0 0 16,3 5 0-16,0 5 0 0,6 1 0 15,-5-1 0-15,5 1 0 0,-4 2 0 16,-2 0 0-16,-7-1-701 16,-6-5-1276-16,3-3-2173 0</inkml:trace>
  <inkml:trace contextRef="#ctx0" brushRef="#br0" timeOffset="1522.36">1914 7134 5746 0,'0'0'1065'0,"0"0"-773"0,0 0-4 0,0 0-104 15,-23 50-120-15,21-17 88 0,4 2 172 16,5-1-247-16,3 4-77 0,0-1 0 16,7-2 0-16,-5 0 0 0,3-8 0 15,1-6 0-15,1-4 0 0,1-9 0 16,-1-3 0-16,-1-6 0 16,-1-10 0-16,1-4 0 0,-1-9 0 15,-5-6 0-15,1-2 0 0,-3-2 0 16,-6-3 0-16,-2 2 0 0,-4-1 0 15,-7 4 0-15,3 6 0 16,0 8 0-16,0 6 0 0,6 6 0 16,-3 1 0-16,5-3-1009 0,0 1-692 15,0-6-688-15</inkml:trace>
  <inkml:trace contextRef="#ctx0" brushRef="#br0" timeOffset="1896.53">2232 6808 5346 0,'0'0'1024'15,"0"0"-699"-15,0 0 187 0,0 0 32 16,0 0-412-16,0 0-40 0,0 0 36 16,0 0-39-16,0 0-89 15,17 63 0-15,-17-17 0 0,0 9 0 16,-10 4 0-16,1 5 0 0,-1 0 0 15,0 3 0-15,8-6 0 16,2-4 0-16,10-5 0 0,2-5 0 16,13-8 0-16,-4-8 0 0,6-9 0 15,-2-8 0-15,1-9 0 0,-5-7 0 16,0-15 0-16,-3-8 0 0,-3-7 0 16,-5-7 0-16,-6-5 0 15,-4 0 0-15,-8 5 0 0,-4 6 0 16,-3 12 0-16,-1 10 0 0,-5 7 0 15,-2 7 0-15,-6 6 0 0,-2 9 0 16,0 2 0-16,-2 4 0 0,6-3-1049 16,7-4-688-16,7-4-480 0</inkml:trace>
  <inkml:trace contextRef="#ctx0" brushRef="#br0" timeOffset="2316.46">2530 6818 4522 0,'0'0'892'0,"0"0"333"0,0 0-457 0,0 0-244 0,0 40-263 15,-2-11-261-15,-4 6 0 0,2 4 0 16,4 4 0-16,-4 3 0 0,4 6 0 16,0 3 0-16,0 3 0 0,-2 5 0 15,-1-3 0-15,1 2 0 0,2-6 0 16,0-10 0-16,2-9 0 16,11-11 0-16,3-12 0 0,5-9 0 15,0-11 0-15,2-14 0 0,-3-11 0 16,-3-11 0-16,-3-3 0 0,-8 0 0 15,-6 0 0-15,-6 7 0 16,-4 9 0-16,-5 9 0 0,-3 10 0 16,-5 9 0-16,0 3 0 0,-4 11 0 15,1 2 0-15,3 2 0 0,4 2 0 16,5-1 0-16,8-4-2026 16,-1-3-839-16</inkml:trace>
  <inkml:trace contextRef="#ctx0" brushRef="#br0" timeOffset="3018.87">2702 7394 3909 0,'0'0'537'0,"0"0"407"16,47 12-72-16,-20-16-291 0,4-4 259 15,0-4-440-15,-4-1-291 0,-2-2-109 16,-7-2 0-16,1 0 0 16,-13-2 0-16,5 1 0 0,-9-2 0 15,0 2 0-15,0 1 0 0,-2 3 0 16,0 2 0-16,-2 5 0 0,-2 2 0 15,-7 3 0-15,-1 2 0 16,-3 1 0-16,1 6 0 0,-3 4 0 16,-7 4 0-16,1 5 0 0,-8 5 0 15,6 0 0-15,6-2 0 0,7-3 0 16,10-5 0-16,6 2 0 0,6-3-33 16,7 1-131-16,4 2 104 15,1-3 36-15,5 2 24 0,0-2 0 16,2-1 0-16,-6-1 0 0,2-2-340 15,-5 0-92-15,-3-4 124 0,-3-3-53 16,-3 0 297-16,-3-3 64 0,-4 0 173 16,0-3 183-16,-2 1 88 0,0-3 320 15,-2-3-715-15,0-3-49 0,-2-8 0 16,0-3 0-16,-2-5 0 16,4-2 0-16,4 4 0 0,0 0 0 15,7 1 0-15,5 0 0 0,1 1 0 16,3 1 0-16,3 1 0 0,2 4 0 15,0 2 0-15,2 0 0 16,-1-1 0-16,1-3 0 0,-4 4 0 16,-2-6-89-16</inkml:trace>
  <inkml:trace contextRef="#ctx0" brushRef="#br0" timeOffset="4473.38">1509 7676 1612 0,'0'0'2213'0,"0"0"-1584"16,0 0 263-16,0 0-188 0,0 0-272 15,0 0 153-15,0 0-261 16,0 0-8-16,-4 7 156 0,2 12-459 16,0 12-13-16,0 14 0 0,-2 5 0 15,-1 3 0-15,3 2 0 0,2 2 0 16,0-1 0-16,7-1 0 16,1-3 0-16,4-8 0 0,3-10 0 15,1-10 0-15,1-7 0 0,1-11 0 16,1-6 0-16,0-10 0 0,-3-10 0 15,1-5 0-15,-5-3 0 0,-4-3 0 16,-6 4 0-16,-2 0 0 0,-10 5 0 16,-9 3 0-16,-1 8 0 0,-3 8 0 15,2 3 0-15,3 4 0 16,3 6 0-16,5 1 0 0,4 2 0 16,2-4 0-16,-1-1 0 0,3-3 0 15,2-1-593-15,-2-2-303 0,2-2-213 16,0-4-2497-16</inkml:trace>
  <inkml:trace contextRef="#ctx0" brushRef="#br0" timeOffset="4695.76">1792 7610 6410 0,'0'0'765'0,"0"0"-137"0,0 0-239 15,0 0-389-15,0 0 0 0,-8 65 0 16,6-22 0-16,2 4 0 0,0 5 0 16,0-1 0-16,-4 5 0 0,2 3 0 15,-2 3 0-15,-5-2 0 16,1-4 0-16,4-6 0 0,-4-10 0 16,8-8 0-16,0-12 0 0,8-14-121 15,-4-5-2316-15,4-9-764 0</inkml:trace>
  <inkml:trace contextRef="#ctx0" brushRef="#br0" timeOffset="5021.39">1968 8053 5890 0,'0'0'1053'0,"0"0"-161"0,-10-46-535 16,1 37-357-16,5 4 0 15,-6 2 0-15,-1 3 0 0,3 0 0 16,0 6 0-16,-2 9 0 0,1 6 0 15,1 4 0-15,4-1 0 0,0-1 0 16,4-5 0-16,4-2 0 0,2-4 0 16,4-5 0-16,5-4 0 0,1-3 0 15,-3-6 0-15,5-3 0 16,-7-2 0-16,-1-1 0 0,-4 3 0 16,-1 3 0-16,-3 3 0 0,2 2 0 15,-4 0 0-15,0 1 0 0,0 0 0 16,0 1 0-16,0 6 0 15,4 4 0-15,2 5 0 0,4 1 0 16,1-1 0-16,-1-4 0 0,2-2 0 16,3-3-325-16,-1-1-583 0,3-3 91 15,-11 0-247-15,4-3-1621 0</inkml:trace>
  <inkml:trace contextRef="#ctx0" brushRef="#br0" timeOffset="5245.64">2266 8008 3021 0,'0'0'3109'0,"-9"-36"-1532"16,-3 25-1092-16,2 6-485 0,-5 3 0 16,3 2 0-16,1 4 0 0,1 6 0 15,0 3 0-15,6 2 0 16,-3 5 0-16,5 4 0 0,2 1 0 16,0 2 0-16,0-3 0 0,4 0 0 15,5-5 0-15,1-3 0 0,0-6 0 16,5-8 0-16,1-2 0 15,1-8-209-15,-5-8-1244 0,-3 2-379 16,1-6-1874-16</inkml:trace>
  <inkml:trace contextRef="#ctx0" brushRef="#br0" timeOffset="5413.69">2313 7618 7523 0,'0'0'669'0,"0"0"-669"16,-21 40 0-16,15-12 0 0,2 4 0 15,2 1 0-15,2 5 0 0,0 2 0 16,0 5 0-16,0 1 0 0,2 2 0 16,-2 2 0-16,0 0 0 0,0-3 0 15,0-4 0-15,0-7-201 16,4-11-1812-16,-4-11-48 0,4-8-612 0</inkml:trace>
  <inkml:trace contextRef="#ctx0" brushRef="#br0" timeOffset="5728.93">2381 8119 6258 0,'0'0'1165'16,"0"0"-925"-16,0 0 289 0,44-28-529 15,-28 14 0-15,3 0 0 0,-9-2 0 16,5 2 0-16,-3-2 0 16,-6 2 0-16,-2 1 0 0,-2 0 0 15,-2 1 0-15,0 3 0 0,-2 2 0 16,-8 1 0-16,0 5 0 0,-3 1 0 15,-1 4 0-15,4 4 0 0,-1 1 0 16,3-2 0-16,0 2 0 0,4-2 0 16,-3 3 0-16,-1 2 0 0,0 6 0 15,4 7 0-15,-7 3 0 16,7 3 0-16,0-1 0 0,4-3 0 16,0-3 0-16,4-8 0 0,2-2 0 15,5-7 0-15,3-5 0 0,-3-2-557 16,-1-7-2813-16</inkml:trace>
  <inkml:trace contextRef="#ctx0" brushRef="#br0" timeOffset="6225.58">2487 7998 2241 0,'0'0'3433'0,"0"0"-2376"0,0 0-45 0,0 0-563 16,0 0-449-16,0 0 0 0,0 0 0 15,-48 2 0-15,28 16 0 0,3 7 0 16,3 2 0-16,7 1 0 0,3 3 0 16,4-4 0-16,4 0 0 0,7-4 0 15,-1-4 0-15,4-5 0 16,-1-4 0-16,1-6 0 0,3-4 0 16,-1-4 0-16,-1-9 0 0,1-10 0 15,-1-4 0-15,1-8-345 0,-9 8-992 16,-1-3-3329-16</inkml:trace>
  <inkml:trace contextRef="#ctx0" brushRef="#br0" timeOffset="6771.81">2555 7620 6254 0,'0'0'905'16,"0"0"-169"-16,0 0-439 0,0 0-297 16,-23 59 0-16,15-24 0 15,2 5 0-15,-5 2 0 0,5-2 0 16,2 5 0-16,-2 3 0 0,2 4 0 15,2 1 0-15,2 0 0 0,0-4 0 16,0-4 0-16,12-13 0 0,3-7 0 16,5-12 0-16,5-8 0 0,4-10-257 15,-4-8-507-15,0-7-1 16,-3 1-611-16,1 2 720 0,-13 6 251 16,1 4 249-16,-9 4 156 0,0 3 444 15,-2 0 545-15,0 2-1 0,0 1-131 16,0-1 244-16,0 0-1101 15,0-2 0-15,6 0 0 0,4-8 0 16,5-5 0-16,1-4 0 0,3-4 0 16,0 2 0-16,-9-1 0 0,0 5 0 15,-4-2 0-15,-6 5 0 0,0-1 0 16,0 6 0-16,-10 1 0 0,0 3 0 16,-1 3 0-16,-1 4 0 15,0 6 0-15,-1 4 0 0,3 5 0 16,4 2 0-16,-5 6 0 0,3 3 0 15,6-1 0-15,-4 0 0 0,4-3 0 16,2 0 0-16,2-4 0 0,4-3 0 16,6-4 0-16,1-3 0 0,1-3 0 15,5-3 0-15,-3-4 0 16,1-2 0-16,-3-2 0 0,-3-2 0 16,-7-1 0-16,2 0 0 0,-2-5 0 15,2-7 0-15,-6-6 0 0,5-4 0 16,-3-3 0-16,2 1 0 15,0-1 0-15,4 3 0 0,3 0 0 16,3 1 0-16,3 3 0 0,3 1 0 16,1 3 0-16,4 5 0 0,0 0 0 15,-5 6 0-15,-1-2-2430 0</inkml:trace>
  <inkml:trace contextRef="#ctx0" brushRef="#br0" timeOffset="17436.88">15735 12950 2040 0,'0'0'1741'0,"0"0"-1677"15,0 0 8-15,0 0 505 0,54 32-149 16,-23-25-28-16,2-2 220 0,2-1-264 15,2 2-55-15,7-1 103 0,1 2-216 16,7-1-12-16,1 2 80 16,11-2-152-16,9-1 0 0,10 1 48 15,12-1-72-15,16-3 12 0,19 2-55 16,13-2-37-16,20-2 0 0,11 0 0 16,18 0 0-16,13-1 0 0,2 0 0 15,12-1 0-15,-2 2 0 0,-2 3 0 16,-4 2 0-16,-9 3 0 15,-16 0 0-15,-8 2 0 0,-21 0 0 16,-20 1 0-16,-20 0 0 0,-19 0 0 16,-24-3 0-16,-16-2-177 0,-17-3-39 15,-20-3-12-15,-11 0-100 0,-14-2-76 16,-25-8-729-16,-4 1-260 0,-8-5-848 16</inkml:trace>
  <inkml:trace contextRef="#ctx0" brushRef="#br0" timeOffset="18483.77">16686 11997 4502 0,'0'0'996'0,"0"0"-228"15,0 0-431-15,0 0-13 0,0 0 72 16,0 0-260-16,-17 64 116 0,3-10 88 15,-3 14-284-15,3 0 29 0,8-1-85 16,6 1 0-16,0-1 0 16,0 3 0-16,6-3 0 0,-2-2 0 15,-2-6 0-15,-2-6 0 0,0-4 0 16,-2-6 0-16,-2-8 0 16,0-7 0-16,2-9 0 0,2-8 0 15,0-5 0-15,0-2 0 0,0-2-261 16,0-2 57-16,-5-1 8 0,5-10-40 15,-4-7-200-15,-2-4-381 0,-4-4 541 16,-1-2 276-16,-1 0 0 0,-2-1 12 16,-1-2 44-16,-1 0 420 15,-1 1-111-15,3 5-97 0,5 9 148 16,1 4-148-16,6 6-24 0,0 4 77 16,2-1-321-16,0 3 0 0,0 5 0 15,0 7 0-15,4 9 0 0,4 8 0 16,1 3 0-16,1 2 0 0,0-2 0 15,1 0 0-15,3-3 0 16,-2-4 0-16,3-6 0 0,-1-4 0 16,-1-6 0-16,-3-7 0 0,5-2 0 15,-5-9 0-15,2-7 0 0,-1-4 0 16,-1-5 0-16,0-4 0 0,-3-2 0 16,1-3 0-16,-2 1 0 15,4 3 0-15,5 3 0 0,3 5 0 16,7 2 0-16,2 5-2082 0,0-4-971 0</inkml:trace>
  <inkml:trace contextRef="#ctx0" brushRef="#br0" timeOffset="19176.13">18645 12281 1600 0,'0'0'3198'0,"0"0"-2174"0,0 0-580 0,0 0 101 0,0 0 375 15,0 0-544-15,0 0-291 0,0 0-85 16,-35 63 0-16,25-17 0 0,0 4 0 15,-1 3 0-15,5 8 0 16,0 4 0-16,-2 5 0 0,-1 1 0 16,1-2 0-16,-2-4 0 0,1-7 0 15,-3-5 0-15,0-7 0 0,1-7 0 16,1-10 0-16,4-5 0 16,-2-11 0-16,5-7 0 0,-1-2 0 15,0-4 0-15,-2-4 0 0,-4-8 0 16,-5-12 0-16,-1-9 0 0,3-7 0 15,-1-6 0-15,-1-3 0 0,-1-2 0 16,5 1 0-16,-1 7 0 0,2 7 0 16,3 11 0-16,-1 8 0 0,6 8 0 15,2 5 0-15,0 4 0 16,0 2 0-16,0 6 0 0,2 11 0 16,4 5 0-16,3 4 0 0,1 2 0 15,7-2 0-15,5 1 0 0,9-5 0 16,7-3 0-16,3-7 0 0,6-7 0 15,-1-5 0-15,-3-2 0 16,-1-8 0-16,-11-1 0 0,-7-5 0 16,-7-1 0-16,-7-3 0 0,-8-2 0 15,-2-2 0-15,0-4 0 0,-4 6-569 16,4-6-2436-16</inkml:trace>
  <inkml:trace contextRef="#ctx0" brushRef="#br0" timeOffset="19678.9">19419 12143 1728 0,'0'0'5307'0,"0"0"-4775"0,0 0-220 16,0 0 1-16,-23 53-313 15,8-11 0-15,-1 8 0 0,5 5 0 16,3-2 0-16,2 4 0 0,6 5 0 15,0-1 0-15,0 1 0 0,-2 1 0 16,-2-5 0-16,-4-5 0 0,-1-8 0 16,1-9 0-16,-2-11 0 15,-1-9 0-15,3-6 0 0,-2-7 0 16,-3-3 0-16,5-8 0 0,0-10 0 16,6-5 0-16,2-9 0 0,2-9 0 15,4-6 0-15,2-6 0 0,5-1 0 16,-1 4 0-16,0 4 0 0,3 8 0 15,-3 11 0-15,-3 8 0 16,-3 11 0-16,-4 4 0 0,-2 3 0 16,0 1 0-16,2 8 0 0,0 13 0 15,8 8 0-15,3 10 0 0,-1 5 0 16,5-1 0-16,-1-2 0 16,1 2 0-16,1-12-857 0,-1-1-1960 0</inkml:trace>
  <inkml:trace contextRef="#ctx0" brushRef="#br0" timeOffset="20261.07">15520 15796 1252 0,'52'-7'728'0,"1"0"1746"0,11 1-1974 0,9 3-8 16,12 3 396-16,10 0-539 0,14 0-145 16,17 2 60-16,21-2-136 15,27-3 8-15,20-3 100 0,27 0-108 16,21 0-36-16,16 2-48 0,5 1-40 16,4 3-4-16,-5 0 0 0,-10 3 12 15,-6-1-12-15,-18 0 0 0,-5-2 8 16,-16 0-8-16,-30 0 0 15,-13 0-4-15,-32-1 4 0,-29 0-400 16,-22 0-52-16,-27 0 108 0,-25 1-253 16,-27 0-15-16,-25 0-160 0,-8 0-1333 15</inkml:trace>
  <inkml:trace contextRef="#ctx0" brushRef="#br0" timeOffset="20738.14">17244 15858 5650 0,'0'0'200'0,"0"0"160"0,-10 49 25 0,-1-12 123 0,5 8-100 16,2 2 40-16,4 3-256 15,0 6-151-15,0 0-41 0,0 3 0 16,0-2 0-16,0-4 0 0,0-4 0 16,0-5 0-16,0-5 0 0,-6-5 0 15,2-6 0-15,2-10-133 16,-3-6-299-16,5-6-20 0,0-6-577 15,0-1-67-15,0-14-321 0</inkml:trace>
  <inkml:trace contextRef="#ctx0" brushRef="#br0" timeOffset="21095.05">17138 15825 1800 0,'0'0'3174'0,"0"0"-2794"0,-31-2 412 16,11 6-235-16,-7 9-285 15,-4 3-40-15,-6 8-156 0,-5 3 60 16,1 4 180-16,-4 1-124 0,3 2-24 16,3-4-71-16,10-5-97 15,8-5 0-15,13-8 0 0,2-5 0 16,6-4 0-16,6-3 0 0,13-10-137 16,20-11-63-16,6-7-224 0,13-7-24 15,0 1 76-15,-10 5-33 16,-3 5 149-16,-6 5 28 0,-8 5 164 15,-4 2 64-15,-6 5 108 0,-6 5 448 16,-5 2-159-16,-4 0 31 0,0 3 384 16,5 6-579-16,3 6-233 0,1 4 0 15,-3 4 0-15,2 2 0 0,-3-1 0 16,1 0 0-16,7 0 0 0,3-1 0 16,3 1 0-16,4-4 0 0,-4-1 0 15,6-3 0-15,-4-3 0 0,-6-6-557 16,-5-7-1944-16</inkml:trace>
  <inkml:trace contextRef="#ctx0" brushRef="#br0" timeOffset="21514.89">18732 15831 2353 0,'0'0'2193'0,"0"0"-1453"16,0 0 276-16,0 0-479 15,-8 52 19-15,-2-5 76 0,-5 14-467 16,1 4-165-16,3-1 0 0,9 2 0 16,2-2 0-16,2-2 0 0,9-2 0 15,1-8 0-15,1-4 0 16,3-7 0-16,-6-5 0 0,5-6 0 15,-9-6 0-15,0-5 0 0,-4-8 0 16,-2-6 0-16,0-3 0 0,-4-7-805 16,0-1-528-16,-2-14-708 0</inkml:trace>
  <inkml:trace contextRef="#ctx0" brushRef="#br0" timeOffset="21748.94">18705 15907 4337 0,'0'0'425'0,"-55"6"155"16,26 0 264-16,2 1-359 15,-4 6-129-15,0 3 216 0,-2 2-324 16,2 3 24-16,8 1-199 0,0 2-73 16,0-1 0-16,9-2 0 0,2-3 0 15,5-6 0-15,3-3 0 16,4-5 0-16,2-2 0 0,11-2-245 15,7-6-351-15,9-6-52 0,-2-1-1049 16,2-5-260-16</inkml:trace>
  <inkml:trace contextRef="#ctx0" brushRef="#br0" timeOffset="21935.74">18772 15898 4181 0,'0'0'1137'0,"0"0"-233"0,0 0 25 16,0 0-457-16,0 0-284 15,0 0 193-15,47 31-381 0,-20-9 0 16,6 2 0-16,-8 0 0 0,2-3 0 16,-11-1 0-16,-1-1 0 15,-9-2 0-15,-6-1 0 0,-2-3 0 16,-6-3-977-16,-5-5-3885 0</inkml:trace>
  <inkml:trace contextRef="#ctx0" brushRef="#br0" timeOffset="22367.06">19540 15848 2753 0,'0'0'4302'0,"0"0"-3770"0,19 63-12 0,-17-16-435 16,-2 10-85-16,-12 7 0 0,-3 1 0 15,3 2 0-15,-1-1 0 0,7-3 0 16,2-7 0-16,4-4 0 0,0-6 0 16,2-4 0-16,0-5 0 0,-2-8 0 15,4-9 0-15,-2-7 0 16,1-10-69-16,3-6-979 0,-2-5-69 15,-2-13-2116-15</inkml:trace>
  <inkml:trace contextRef="#ctx0" brushRef="#br0" timeOffset="22723.21">19648 15997 1216 0,'0'0'132'0,"0"0"1589"16,-10-33-1245-16,-1 17 44 0,3-1 321 15,-2 5-345-15,4-1-92 0,1 5 324 16,-1 3-259-16,6 2-21 0,-4 0 224 16,-2 3-603-16,-9 7-69 0,-18 18 0 15,-10 12 0-15,-9 9 0 0,-2 3 0 16,7-7 0-16,6-2 0 0,5-7 0 16,12-5 0-16,11-9 0 0,7-6 0 15,6-8 0-15,6-3-717 0,15-9-400 16,6-11 673-16,14-7 180 15,3-9-564-15,-3-3 339 0,0-1 457 16,-6 0 32-16,-6 0 20 0,-10 3 93 16,-11 10 771-16,-6 9 156 15,-2 10-75-15,0 6-96 0,0 3-869 16,0 9 0-16,2 18 0 0,9 6 0 16,9 7 0-16,3-4 0 0,6-8 0 15,4-7 0-15,8-9 0 16,-8-6 0-16,-2-9-617 0</inkml:trace>
  <inkml:trace contextRef="#ctx0" brushRef="#br0" timeOffset="24726.07">15547 13632 2833 0,'0'0'1641'0,"0"0"-1293"16,0 0 180-16,0 0-96 0,0 0 164 15,43-4 325-15,-14 2-485 0,4-1-108 16,4 0-199-16,1-2-129 0,1 1 0 16,0 0 0-16,3 1 0 15,-1-3 0-15,-8 1 0 0,2 0 0 16,-2-1 0-16,-2 0 0 0,4 0-557 15,-12 2-804-15,-2-2-2897 0</inkml:trace>
  <inkml:trace contextRef="#ctx0" brushRef="#br0" timeOffset="25153.16">15762 13427 1764 0,'0'0'328'16,"41"16"-15"-16,-18-7 279 0,2 0-72 15,-3 0 72-15,3-2 193 0,-4-1-309 16,-5-1-40-16,-5-2 216 16,-7-1-367-16,-2 1-81 0,-4 0 56 15,-13 5 12-15,-9 6-28 0,-16 3 80 16,-5 3-204-16,-3-1-95 0,5 0-25 16,2 1 0-16,-1 1 0 0,9 1 0 15,4-2 0-15,6-1 0 0,7-1 0 16,1-4 0-16,11-1 0 15,4-2 0-15,0-1 0 0,11 0 0 16,3 0 0-16,7 3 0 0,2 1 0 16,8 1 0-16,0 3 0 0,-5-3-577 15,5 2-2889-15</inkml:trace>
  <inkml:trace contextRef="#ctx0" brushRef="#br0" timeOffset="25744.2">15629 14408 1132 0,'0'0'908'0,"38"-2"-363"0,-26-1-109 15,-2 2 308-15,-5 0-71 0,-5-2-169 16,4 2 440-16,-2 1-380 16,-2-1-147-16,4 1 207 0,2 0-404 15,11 2-116-15,7 8 116 0,12-1-63 16,3 3-157-16,2 0 0 0,-6-3 0 15,-2 1 0-15,5-5-257 16,-7-1-567-16,2-1-49 0,-13-3-1588 16</inkml:trace>
  <inkml:trace contextRef="#ctx0" brushRef="#br0" timeOffset="26197.1">15683 14316 4654 0,'0'0'1580'16,"0"0"-1039"-16,0 0 67 0,0 0 80 15,0 0-567-15,0 0-121 0,0 0 0 16,52-18 0-16,-31 15 0 0,1 1 0 16,-1 2 0-16,-7-2 0 0,-1 2 0 15,-9 0 0-15,-4 2 0 0,0 3 0 16,-14 5 0-16,-15 9 0 15,-11 5 0-15,-3 2 0 0,2 1 0 16,10-1 0-16,0-2 0 0,4 1 0 16,10-5 0-16,3-2 0 0,7-5 0 15,7-4 0-15,0 1 0 0,7-2 0 16,7-1 0-16,7-2 0 0,2-2 0 16,1 0 0-16,-1-2-989 15,-2-1-680-15</inkml:trace>
  <inkml:trace contextRef="#ctx0" brushRef="#br0" timeOffset="26569.1">15663 15150 3233 0,'0'0'2085'0,"41"14"-1221"0,-8-8-103 0,4-6 287 15,-2 0-847-15,0-3-201 0,-1-2 0 16,-8 0 0-16,-1 0 0 0,-8 2 0 16,-1-1 0-16,-5 3 0 0,-5 1-949 15,-2-1-544-15,-4 1-772 0</inkml:trace>
  <inkml:trace contextRef="#ctx0" brushRef="#br0" timeOffset="27098.81">15857 15008 1844 0,'0'0'1077'15,"0"0"71"-15,0 0-523 0,0 0-65 16,0 0 168-16,0 0-372 0,0 0-31 16,0 0 135-16,0 0-208 0,14-13 4 15,-14 12 92-15,0 1-208 0,0 0-67 16,-14 4-73-16,-7 7 0 16,-6 3 0-16,-4 4 0 0,0-2 0 15,9 0 0-15,-5-1 0 0,6-2 0 16,0 2 0-16,5-5 0 0,1 1 0 15,5-4 0-15,6 0 0 16,2-3 0-16,-2-2 0 0,4 2 0 16,-4-2 0-16,4 4 0 0,-3 1 0 15,-1 0 0-15,4 1 0 0,0 3 0 16,11 5 0-16,5 0 0 0,11-3 0 16,8-2 0-16,13-4 0 0,8-4 0 15,8-2 0-15,-13-1-33 0,-1-4-3512 16</inkml:trace>
  <inkml:trace contextRef="#ctx0" brushRef="#br0" timeOffset="27625.88">19892 13578 1024 0,'0'0'2973'0,"0"0"-1984"15,0 0-257-15,0 0-80 0,0 0 197 16,0 0-265-16,0 0-195 0,41-16-389 16,-14 23 0-16,17 2 0 0,7-2 0 15,9-1 0-15,0-4 0 0,2-1 0 16,0-1 0-16,-4 1 0 0,-4-1 0 15,-7 0-781-15,-12 0-496 16,-6-1-2200-16</inkml:trace>
  <inkml:trace contextRef="#ctx0" brushRef="#br0" timeOffset="27866.3">20415 13456 5562 0,'0'0'1409'0,"0"0"-369"0,0 0-859 16,0 0-181-16,0 0 0 16,0 0 0-16,0 0 0 0,0 0 0 15,45 19 0-15,-14-7 0 0,0 2 0 16,0 0 0-16,7 1 0 0,-5 1 0 16,-9 2 0-16,-5-1 0 0,-11 2 0 15,-8 1 0-15,-6 0 0 0,-6 2 0 16,-11 0 0-16,-4 0 0 15,0 1 0-15,-2-1-33 0,5 0-515 16,5-6-1349-16,2-3-876 0</inkml:trace>
  <inkml:trace contextRef="#ctx0" brushRef="#br0" timeOffset="28304.61">19861 14319 2697 0,'0'0'3793'0,"0"0"-3072"0,0 0 151 0,0 0-763 15,0 0-109-15,0 0 0 0,39-1 0 16,-2 5 0-16,7 1 0 0,3 1 0 15,5-1 0-15,-4 1 0 16,-3 2 0-16,-6 3 0 0,-1 0 0 16,-3 0 0-16,-6 1 0 0,-7-3 0 15,-3 0 0-15,-5-4-821 0,-7-3-1800 16,-3-2-1569-16</inkml:trace>
  <inkml:trace contextRef="#ctx0" brushRef="#br0" timeOffset="28583.31">20334 14220 5298 0,'0'0'936'16,"0"0"313"-16,0 0-589 16,0 0-611-16,0 0-49 0,40 2 0 15,-3 2 0-15,2 2 0 0,-4 0 0 16,-2 1 0-16,-8 2 0 0,-2 1 0 15,-3 1 0-15,-5 1 0 16,-5 0 0-16,-4 0 0 0,-6 2 0 16,-8 1 0-16,-10 4 0 0,-5 5 0 15,-8 2 0-15,-4 2 0 0,-3 3 0 16,7-2 0-16,5-3 0 0,5-4 0 16,11 0 0-16,5-7-377 0,3-7-1980 15,4-4-1609-15</inkml:trace>
  <inkml:trace contextRef="#ctx0" brushRef="#br0" timeOffset="29003.34">19902 15119 2401 0,'0'0'2397'0,"0"0"-1285"0,62 32-343 16,-25-19 475-16,5-1-975 16,-1-6-269-16,3-2 0 0,-7-2 0 15,6 0 0-15,-1 1 0 0,-1-1 0 16,2-1 0-16,-8 2 0 0,-8-2 0 15,-6-1 0-15,-7 0-433 16,-5-3-888-16,-5-3-703 0</inkml:trace>
  <inkml:trace contextRef="#ctx0" brushRef="#br0" timeOffset="29260.46">20400 14977 5002 0,'0'0'888'16,"0"0"93"-16,-24 43-481 0,24-29-116 15,10 0-72-15,11 0-224 0,-1 2-51 16,13-3-37-16,0 0 0 16,3-1 0-16,-3-1 0 0,-6 0 0 15,-7 2 0-15,-12 0 0 0,-8 5 0 16,-16 3 0-16,-9 8 0 15,-12 2 0-15,-11 4 0 0,-5 1 0 16,1-2 0-16,4-6 0 0,15-7 0 16,9-12 0-16,11-5-749 0,5-9-5406 0</inkml:trace>
  <inkml:trace contextRef="#ctx0" brushRef="#br0" timeOffset="56212.78">27278 760 2581 0,'0'0'1444'0,"0"0"-1128"0,0 0 137 16,-2-33 227-16,2 32-188 0,0 1-192 15,4 7 1-15,0 10 151 16,0 13 44-16,0 20 136 0,0 11-587 15,-2 8-45-15,0 3 0 0,-2-2 0 16,0 7 0-16,0 2 0 16,0 2 0-16,-4-3 0 0,2-4 0 15,-2-5 0-15,0-9 0 0,2-8 0 16,2-8 0-16,2-11 0 0,2-10 0 16,0-8-149-16,2-9-483 0,1-7-877 15,-3-5-168-15,2-11-1252 0</inkml:trace>
  <inkml:trace contextRef="#ctx0" brushRef="#br0" timeOffset="56540.27">27286 1401 3953 0,'0'0'1021'16,"33"-48"-89"-16,-12 26-312 0,1 4-131 15,-1 1 179-15,4 5-424 16,2 2-20-16,-2 4-183 0,-3 2-41 15,-1 3 0-15,-6 1 0 0,-1 3 0 16,-6 1 0-16,1 3 0 16,-3 4 0-16,-6 2 0 0,0 6 0 15,-13 2 0-15,-3 4 0 0,-9 3 0 16,-2 1 0-16,-2-4 0 0,2 2 0 16,2-3 0-16,5 0 0 0,5-2 0 15,5-2 0-15,4-2 0 0,6-2 0 16,0-2 0-16,8-1 0 0,4-1 0 15,3 1 0-15,4-3 0 0,1 0 0 16,3-2 0-16,2-2 0 16,2 0 0-16,0-3 0 0,1-2 0 15,-3-1-1145-15,-6 0-700 0,-3 0-740 0</inkml:trace>
  <inkml:trace contextRef="#ctx0" brushRef="#br0" timeOffset="56821.68">27724 1580 6739 0,'0'0'1453'0,"0"0"-1453"16,-43-21 0-16,20 21 0 16,-6 3 0-16,-2 4 0 0,-2 1 0 15,4 1 0-15,2 0 0 0,11-2 0 16,5-3 0-16,5-1 0 0,6 1 0 16,2 2 0-16,13 6 0 0,16 5 0 15,10 2 0-15,9 1 0 0,3-1 0 16,-1-2 0-16,2 0 0 0,-5 1 0 15,-7 0 0-15,-13 0 0 0,-15 2 0 16,-14 3 0-16,-10-1 0 16,-13 4 0-16,-8-2 0 0,-8-1 0 15,-5-6 0-15,-1-4 0 0,-3-5 0 16,5-6 0-16,6-3 0 0,12-4-413 16,6-8-2952-16</inkml:trace>
  <inkml:trace contextRef="#ctx0" brushRef="#br0" timeOffset="57226.71">28776 1424 3825 0,'0'0'2505'0,"0"0"-2016"0,0-42 219 0,-4 38-43 16,-6 4-665-16,-7 0 0 0,-3 11 0 15,-1 8 0-15,2 2 0 0,7 5 0 16,2-2 0-16,3 3 0 0,5-2 0 16,2-1 0-16,0-1 0 0,9 1 0 15,1-5 0-15,2-3 0 0,3-7 0 16,4-7 0-16,-3-5 0 0,3-15-337 15,-9 3-1156-15,0-7-988 0</inkml:trace>
  <inkml:trace contextRef="#ctx0" brushRef="#br0" timeOffset="57442.69">28915 909 7815 0,'0'0'176'16,"-35"49"25"-16,20-13-201 0,3 1 0 15,4 2 0-15,-3 6 0 0,1 1 0 16,2 5 0-16,-1 5 0 16,-1 2 0-16,6 0 0 0,0-5 0 15,4-6 0-15,6-11 0 0,8-10 0 16,9-8 0-16,6-11-385 0,2-8-1484 16,-6-6-52-16,0-5-820 0</inkml:trace>
  <inkml:trace contextRef="#ctx0" brushRef="#br0" timeOffset="57708.84">29010 1491 5262 0,'0'0'1765'0,"0"0"-1009"0,0 0-347 16,0 0-409-16,0 0 0 0,0 0 0 15,19-49 0-15,-5 20 0 0,5-1 0 16,-7 0 0-16,-2 4 0 0,-1-2 0 16,-7 3 0-16,-2 0 0 0,0 5 0 15,-6 4 0-15,1 8 0 16,-1 4 0-16,-2 4 0 0,-7 9 0 15,-3 14 0-15,-3 11 0 0,-2 9 0 16,5 6 0-16,5-5 0 16,5 1 0-16,6-2 0 0,6-5 0 15,7-4 0-15,7-5 0 0,7-6 0 16,2-5 0-16,4-5 0 0,2-5 0 16,-2-3 0-16,0-5 0 0,-2-1-533 15,-13-4-475-15,-1-3-513 0</inkml:trace>
  <inkml:trace contextRef="#ctx0" brushRef="#br0" timeOffset="58110.97">29202 1782 4061 0,'-4'41'841'15,"0"4"-113"-15,2 8-244 16,2-3-224-16,-2-4 241 0,2-4-45 15,0-7 32-15,-4-5-115 0,2-8-373 16,-3-6 0-16,3-8 0 16,0-8 0-16,0-4 0 0,-4-11 0 15,0-16 0-15,2-12 0 0,-2-15 0 16,-1-9 0-16,5-11 0 0,0-8 0 16,2-6 0-16,6 2 0 0,9 10 0 15,8 15 0-15,3 17 0 0,10 13 0 16,-3 7 0-16,-2 5 0 0,-6 4 0 15,-9 6 0-15,-6 6 0 0,-5 4 0 16,-1 2 0-16,-2 1 0 16,0 0 0-16,2 5 0 0,-2 14 0 15,-2 14 0-15,-4 10 0 0,-6 6 0 16,-7-3 0-16,-2-4 0 0,1-2 0 16,-5-2 0-16,0-3 0 0,1-4 0 15,1-7 0-15,2-5-513 16,1-9-327-16,5-5-1225 0,1-5-416 0</inkml:trace>
  <inkml:trace contextRef="#ctx0" brushRef="#br0" timeOffset="58633.75">29415 1567 7063 0,'0'0'756'0,"0"0"-383"0,0 0-373 16,0 0 0-16,0 0 0 0,0 0 0 15,52-43 0-15,-25 18 0 0,0 0 0 16,-3 0 0-16,-3 0 0 0,-7-1 0 16,-3 0 0-16,-7 1 0 15,-4 5 0-15,-10 7 0 0,-3 4 0 16,-5 9 0-16,-1 5 0 0,-2 9 0 16,-1 6 0-16,-1 5 0 0,2 3 0 15,1 2 0-15,3 0 0 16,7-1 0-16,6-2 0 0,4-2 0 15,8-5 0-15,8-4 0 0,7-6 0 16,2-4 0-16,2-6 0 16,4-1 0-16,-2-7 0 0,0-3 0 15,-2 0 0-15,-5 2 0 0,-1 0 0 16,-7 3 0-16,-1 2 0 0,-5 4 0 16,-2 0 0-16,0 11 0 0,1 9 0 15,-3 5 0-15,0 4 0 0,-4 1 0 16,0-7 0-16,-2-3 0 0,0-5 0 15,2-5 0-15,-2-6 0 0,2-3 0 16,0-1 0-16,2-2 0 16,2-11 0-16,6-11 0 0,1-4 0 15,5-6 0-15,1 0 0 0,-1 7 0 16,3 1 0-16,-5 8 0 0,-3 6 0 16,-5 6 0-16,-4 4 0 0,0 2 0 15,-2 3 0-15,2 7 0 16,0 9 0-16,-2 9 0 0,0 7 0 15,-4 1 0-15,0-4 0 0,4-7 0 16,0-3 0-16,4-7 0 16,2-3-489-16,-2-6-1096 0,0-3-4497 0</inkml:trace>
  <inkml:trace contextRef="#ctx0" brushRef="#br0" timeOffset="58966.1">30126 1478 2897 0,'0'0'3477'0,"0"0"-2304"0,0 0-528 15,-29-39-645-15,11 35 0 16,-3 4 0-16,-2 6 0 0,-4 8 0 15,5 5 0-15,1 10 0 0,2 4 0 16,5 5 0-16,4 2 0 16,1 2 0-16,9-6 0 0,0-4 0 15,7-6 0-15,5-7 0 0,2-8 0 16,5-9 0-16,4-4 0 0,2-16 0 16,3-9 0-16,-1-7-281 0,0-7-1428 15,-8 9-276-15,-5 0-1640 0</inkml:trace>
  <inkml:trace contextRef="#ctx0" brushRef="#br0" timeOffset="59103.57">30209 930 6847 0,'0'0'1024'15,"-21"54"-703"-15,5-7-321 0,-3 12 0 16,-2 9 0-16,3 5 0 0,1 4 0 16,7-2 0-16,6-5 0 0,6-7 0 15,6-8 0-15,5-2 0 16,-1-6 0-16,-2-14-1437 0,-1-7-864 0</inkml:trace>
  <inkml:trace contextRef="#ctx0" brushRef="#br0" timeOffset="59661.28">30432 1359 5110 0,'0'0'1288'0,"0"0"-443"0,0 0-293 0,0 0-155 0,0 0-397 15,0 0 0-15,-37-17 0 0,12 17 0 16,-2 6 0-16,0 4 0 16,7 2 0-16,-1 3 0 0,7 3 0 15,3 2 0-15,5-1 0 0,8-1 0 16,11-1 0-16,9-1 0 0,7 0 0 16,10 1 0-16,3-1 0 0,-1 2 0 15,-4-2 0-15,-4-3 0 16,-10 0 0-16,-10 1 0 0,-11 1 0 15,-11 0 0-15,-11 3 0 0,-9-2 0 16,-6-1 0-16,-5-7 0 16,1-6 0-16,4-4 0 0,10-13 0 15,11 2-1109-15,10-6-432 0</inkml:trace>
  <inkml:trace contextRef="#ctx0" brushRef="#br0" timeOffset="60063.7">31276 1464 6094 0,'0'0'477'0,"-42"-24"491"15,19 14-315-15,5 4-653 0,-3 5 0 16,5 1 0-16,-1 10 0 0,5 4 0 16,-1 6 0-16,1 4 0 0,4 3 0 15,3-1 0-15,5 0 0 0,3 0 0 16,5-3 0-16,6-5 0 0,3-4 0 15,1-5 0-15,5-3 0 0,-2-6 0 16,0-1 0-16,-3-6 0 0,-1-5 0 16,-5-2 0-16,-4-4 0 15,-1-2 0-15,-3-4 0 0,0-2 0 16,0-3-389-16,-2-2-583 0,0 7-189 16,2-1-1684-16</inkml:trace>
  <inkml:trace contextRef="#ctx0" brushRef="#br0" timeOffset="60321.15">31331 1538 6298 0,'0'0'809'0,"-10"49"-217"0,8-27-99 16,2-10-493-16,0-5 0 0,0-4 0 16,0-3 0-16,0 0 0 0,4-4 0 15,6-13 0-15,7-12 0 0,8-6 0 16,2-1 0-16,-1 1 0 0,3 8 0 15,-2 6 0-15,0 6 0 0,-4 6 0 16,0 9 0-16,-5 9 0 0,1 10 0 16,-5 14 0-16,-1 11 0 15,-5 10 0-15,-8 6 0 0,0 3 0 16,-2 0 0-16,-6-8 0 0,4-9 0 16,1-11 0-16,1-9 0 0,2-11 0 15,0-7-637-15,0-9-3933 0</inkml:trace>
  <inkml:trace contextRef="#ctx0" brushRef="#br0" timeOffset="61293.71">26966 2784 6723 0,'0'0'664'0,"0"0"141"15,0 0-805-15,0 0 0 0,0 0 0 16,0 0 0-16,2 51 0 0,4-7 0 15,-4 5 0-15,-2-2 0 0,0-7 0 16,0-2 0-16,0-4 0 16,0-5 0-16,2-6 0 0,0-7 0 15,0-8-1746-15,-2-8-1579 0</inkml:trace>
  <inkml:trace contextRef="#ctx0" brushRef="#br0" timeOffset="61450.3">27032 2385 7887 0,'0'0'305'0,"0"0"-305"0,0 0 0 15,0 0 0-15,0 0 0 0,0 0 0 16,0 0 0-16,0 0 0 0,0 0-489 16,18 32-872-16,-9-3-491 0</inkml:trace>
  <inkml:trace contextRef="#ctx0" brushRef="#br0" timeOffset="61681.98">27195 3090 6803 0,'0'0'888'0,"0"0"-387"15,0 0-501-15,0 0 0 0,0 0 0 16,-8-51 0-16,10 5 0 0,6-9 0 16,5 3 0-16,-1 8 0 0,2 10 0 15,-1 12 0-15,-3 11 0 16,-4 9 0-16,1 6 0 0,1 13 0 15,4 10 0-15,3 8 0 0,-1 6 0 16,-6-2 0-16,-1-5 0 16,1-2 0-16,-2-3 0 0,2-5 0 15,1-2 0-15,-1-7 0 0,-2-3 0 16,0-6-265-16,-2-2-1640 0</inkml:trace>
  <inkml:trace contextRef="#ctx0" brushRef="#br0" timeOffset="62617.94">27739 2441 2068 0,'0'0'3030'0,"-2"-51"-1802"16,-9 25-599-16,-3 4 3 0,-3-2-27 16,-3 2-605-16,-5 0 0 0,0 3 0 15,0 3 0-15,2 3 0 0,3 3 0 16,3 5 0-16,3 5 0 0,1 3 0 15,-1 10 0-15,-5 5 0 0,-1 8 0 16,-1 3 0-16,4 8 0 0,5 3 0 16,6 5 0-16,6 3 0 15,10 2 0-15,11 1 0 0,8 2 0 16,6 4 0-16,-2-1 0 0,0 2 0 16,-4-3 0-16,-4 0 0 0,-5-4 0 15,-5-3 0-15,-9-3 0 16,-6-5 0-16,-4-5 0 0,-6-5 0 15,-5-7 0-15,-1-8 0 16,-5-8 0-16,4-6-369 0,-1-3-2380 0</inkml:trace>
  <inkml:trace contextRef="#ctx0" brushRef="#br0" timeOffset="62768.18">27542 2925 6098 0,'0'0'897'0,"35"10"199"16,-12-9-995-16,2-5-101 0,0-5 0 15,-2-8 0-15,-1-4 0 0,1-9 0 16,6-8 0-16,-2-7 0 0,-6 8-1686 16,-1-2-655-16</inkml:trace>
  <inkml:trace contextRef="#ctx0" brushRef="#br0" timeOffset="63187.99">27908 2383 6755 0,'-16'44'868'0,"-3"6"-356"15,-4 12-455-15,3 0-57 0,-3 4 0 16,6-4 0-16,7 0 0 16,2-5 0-16,8-5 0 0,2-2 0 15,6-5 0-15,5-6 0 0,3-8 0 16,5-6 0-16,1-11 0 0,5-11 0 16,2-7 0-16,-4-14 0 0,2-5 0 15,-6-4 0-15,-5-2 0 0,-3-1 0 16,-5-2 0-16,-2 5 0 0,-4 7 0 15,0 8 0-15,-2 6 0 0,0 5 0 16,-4 1 0-16,2 0 0 0,-2 4 0 16,0 2 0-16,0 2 0 15,-1 3 0-15,-3 6 0 0,-2 4 0 16,-5 3 0-16,3 2 0 0,-5-1 0 16,7-3 0-16,0-2 0 0,8-5 0 15,2-7 0-15,6-1 0 16,6-1 0-16,5-6 0 0,6 0 0 15,-3-2 0-15,5-9 0 0,-2-2-89 16,-1-3 13-16,-1-4-24 16,-4 0-12-16,-5 4 52 0,-6 4 44 15,-2 5-524-15,-4 4-32 0,-2 2-205 16,-6 1 357-16,-2 4-264 0,-1-1-945 16,3 2-420-16</inkml:trace>
  <inkml:trace contextRef="#ctx0" brushRef="#br0" timeOffset="63604.07">28181 2384 5578 0,'0'0'1501'0,"0"0"-933"0,0 0-88 0,0 0-415 16,0 0-65-16,25 44 0 0,-13-7 0 16,3 8 0-16,1 7 0 15,5 4 0-15,2 3 0 0,-1 5 0 16,-1 0 0-16,-9 0 0 0,-5-1 0 16,-7-1 0-16,-4-6 0 0,-3-8 0 15,-1-9 0-15,0-8 0 16,0-10 0-16,-3-13 0 0,5-6-1425 15,-4-7-1033-15</inkml:trace>
  <inkml:trace contextRef="#ctx0" brushRef="#br0" timeOffset="63778.11">28090 2885 7647 0,'0'0'480'0,"0"0"-415"16,50-36-65-16,-17 26 0 0,0-1 0 15,2-1 0-15,-4 1 0 0,-4-2 0 16,2 1 0-16,-2 0 0 0,0-2 0 15,-1 1 0-15,1 3 0 0,-4-1 0 16,-2 5-217-16,-3 2-1019 0,-7 2-1998 16,1 2-171-16</inkml:trace>
  <inkml:trace contextRef="#ctx0" brushRef="#br0" timeOffset="63887.02">28539 2766 4025 0,'0'0'1833'0,"-11"59"-780"16,5-19 228-16,0 0-1281 0,-4 3 0 15,-3-2 0-15,1-3 0 16,4-6 0-16,3-6 0 0,5-8 0 15,5-7 0-15,5-8 0 0,2-4 0 16,3-12-349-16,-3 0-2088 0,-2-9-472 16</inkml:trace>
  <inkml:trace contextRef="#ctx0" brushRef="#br0" timeOffset="64011.43">28690 2612 3381 0,'0'0'3186'0,"0"0"-2122"16,0 0-1044-16,0 0-8 0,0 0-12 15,0 0-200-15,-3 36-248 0,12-20-461 16,3 1-151-16,-1-5-177 0,-1-4-1120 0</inkml:trace>
  <inkml:trace contextRef="#ctx0" brushRef="#br0" timeOffset="64198.92">28762 2757 3777 0,'0'0'1845'16,"-52"28"-572"-16,13-3-573 0,0 4-248 15,1 5-307-15,5 0-145 16,13 2 0-16,9-8 0 0,11 0 0 15,7-7 0-15,13-7 0 0,11-6 0 16,4-8 0-16,7-8 0 0,-3-9 0 16,-2-5 0-16,-6-6 0 15,-6-1 0-15,-6-2 0 0,-11-1 0 16,-6 0 0-16,-2 3 0 0,-4 7 0 16,-4 7 0-16,-5 8 0 0,-1 7-161 15,-5 1-823-15,9 5-269 0,-1 1-1900 0</inkml:trace>
  <inkml:trace contextRef="#ctx0" brushRef="#br0" timeOffset="64461.55">28828 2919 4714 0,'0'0'3093'0,"-19"38"-2708"0,7-15-385 16,-2-3 0-16,3-4 0 0,3-4 0 16,2-5 0-16,6-3 0 0,0-4 0 15,0 0 0-15,8-6 0 16,9-10 0-16,7-12 0 0,7-4 0 15,2-1 0-15,-2 3 0 0,-2 4 0 16,0 6 0-16,-6 5 0 0,0 9 0 16,-7 6 0-16,-1 14 0 15,-3 5 0-15,-1 6 0 0,-5 4 0 16,-4 5 0-16,0-2 0 0,-2-3 0 16,2 0 0-16,4-7 0 0,-2-4-165 15,3-6-1692-15,3-6-940 0</inkml:trace>
  <inkml:trace contextRef="#ctx0" brushRef="#br0" timeOffset="64884.25">29798 2978 7535 0,'-15'34'164'16,"-4"10"329"-16,-3 11-493 0,7 3 0 15,3 2 0-15,2-1 0 16,1-2 0-16,3-4 0 0,2-2 0 15,0-4 0-15,0-7 0 0,0-8 0 16,-1-8 0-16,-1-11 0 16,4-7-485-16,0-6-756 0,-4-11-3189 0</inkml:trace>
  <inkml:trace contextRef="#ctx0" brushRef="#br0" timeOffset="65175.19">29698 2775 6583 0,'17'-42'344'0,"1"0"660"16,5-1-743-16,2 9-261 0,0 8 0 16,0 9 0-16,-1 4 0 15,-1 7 0-15,-2 4 0 0,-3 5 0 16,1 8 0-16,-4 5 0 0,-1 7 0 16,-6 4 0-16,-4 3 0 0,-4 1 0 15,-2 0 0-15,-6 0 0 16,-2-1 0-16,-7 0 0 0,-6-1 0 15,-3-3 0-15,-5-1 0 0,-3-5 0 16,3-4 0-16,5-7 0 0,5-3 0 16,6-6 0-16,11-6 0 0,4-7 0 15,11-5-381-15,5-2-892 16,-1 6-147-16,-1-2-609 0</inkml:trace>
  <inkml:trace contextRef="#ctx0" brushRef="#br0" timeOffset="65391.06">30017 2945 3601 0,'0'0'1373'0,"0"0"-345"15,0 0 205-15,0 0-701 0,0 0-212 16,0 0-215-16,0-48-105 0,0 18 0 16,4-3 0-16,4-3 0 0,4 2 0 15,3 2 0-15,-1 6 0 16,1 4 0-16,-7 9 0 0,-2 5 0 15,-2 4 0-15,-4 2 0 0,0 1 0 16,0 1-269-16,-2 0-1828 0,-2 4-356 16</inkml:trace>
  <inkml:trace contextRef="#ctx0" brushRef="#br0" timeOffset="65623.06">30250 2804 6643 0,'35'-2'904'0,"3"-9"-320"0,3-2-523 16,-8-1-61-16,-10-2 0 0,-7-1 0 15,-5-2 0-15,-5-4 0 0,-6 1 0 16,-2-1 0-16,-11 3 0 0,-3 6 0 16,-3 5 0-16,-6 9 0 15,-4 8 0-15,-2 10 0 0,-2 11 0 16,2 9 0-16,2 5 0 0,7 4 0 16,9 1 0-16,7-1 0 0,14-5 0 15,13-4 0-15,8-7 0 16,10-6 0-16,9-6 0 0,1-8-133 15,1-4-611-15,-2-7-945 0,-15-1-168 16,-2-9-1252-16</inkml:trace>
  <inkml:trace contextRef="#ctx0" brushRef="#br0" timeOffset="65949.17">30800 2671 3425 0,'0'0'3266'0,"0"0"-2474"16,-54-33-304-16,32 26-267 0,-3 1-221 15,-6 3 0-15,0 0 0 0,-2 2 0 16,4 1 0-16,0 4 0 0,6 4 0 16,2 3 0-16,7 2 0 15,8 2 0-15,4 0 0 0,8 2 0 16,10 1 0-16,7-2 0 0,10 1 0 16,2-3 0-16,5 1 0 0,-3-1 0 15,2 0 0-15,-6 0 0 16,-4 2 0-16,-6-1 0 0,-9 0 0 15,-7 1 0-15,-7-1 0 0,-9 3 0 16,-9 0 0-16,-7-2 0 0,-8 2 0 16,-4-4 0-16,-3-4 0 0,3-4 0 15,2-6 0-15,10-1 0 16,7-6 0-16,9-3 0 0,11-5-1581 16,7 4-272-16,5-4-881 0</inkml:trace>
  <inkml:trace contextRef="#ctx0" brushRef="#br0" timeOffset="66260.45">31102 2669 6723 0,'-33'-10'680'0,"-4"6"-352"16,-9 0 133-16,3 4-461 0,1 3 0 16,5 1 0-16,8 2 0 0,6 0 0 15,9 0 0-15,6 0 0 16,4 0 0-16,4 6 0 0,6 0 0 15,6 3 0-15,9 2 0 0,6-2 0 16,2 1 0-16,2 0 0 0,0 3 0 16,-2 0 0-16,-5 0 0 15,-3 0 0-15,-4-1 0 0,-5-2 0 16,-6 2 0-16,-2 0 0 0,-4 0 0 16,-6 1 0-16,-4 1 0 0,-9-1 0 15,-1 0 0-15,-5-4 0 0,-2-2 0 16,0-4 0-16,6-5 0 0,7-4 0 15,2-7 0-15,9-9 0 0,6-6-1065 16,3 3-648-16,4-2-576 0</inkml:trace>
  <inkml:trace contextRef="#ctx0" brushRef="#br0" timeOffset="66552.81">31209 2676 7183 0,'0'0'1009'0,"0"0"-1009"15,0 0 0-15,0 0 0 0,-26 59 0 16,19-21 0-16,1 5 0 0,2 0 0 16,2 3 0-16,2-2 0 15,0-2 0-15,8-3 0 0,3-9 0 16,3-2 0-16,5-7 0 0,-1-7 0 16,3-6 0-16,-3-7 0 0,1-6 0 15,0-10 0-15,-3-5 0 0,-1-4 0 16,-1-5 0-16,-4-3 0 0,1-6 0 15,-3-5 0-15,-6 2 0 0,2-2 0 16,-2 5 0-16,0 5 0 0,7 7 0 16,-1 1 0-16,0 8 0 15,-2 8 0-15,1 2-381 0,-3 3-631 16,0 3-1526-16,0 1-1251 0</inkml:trace>
  <inkml:trace contextRef="#ctx0" brushRef="#br0" timeOffset="66755.19">31464 3040 4129 0,'0'0'1821'0,"0"0"-1180"16,0 0 223-16,0 0-127 15,0 0-737-15,0 0 0 0,2-35 0 16,8 1 0-16,5-2 0 0,1-1 0 16,-1 5 0-16,1 5 0 0,1 4 0 15,-3 5 0-15,-4 7 0 0,-3 2 0 16,-3 4 0-16,-2 2 0 0,0 0 0 15,-2 1-97-15,2 1-759 0,-2 1-1369 16,-2 1-220-16</inkml:trace>
  <inkml:trace contextRef="#ctx0" brushRef="#br0" timeOffset="67004.05">31660 2950 5450 0,'0'0'1165'0,"66"21"-253"0,-29-14-247 15,-1-7-665-15,-3-1 0 16,-4-6 0-16,-5-3 0 0,-5-2 0 15,-3-4 0-15,-5-2 0 0,-5-2 0 16,-4-4 0-16,-4 2 0 16,-8-2 0-16,-5 7 0 0,-5 7 0 0,-7 9 0 15,-2 5 0-15,-2 13 0 16,-4 8 0-16,4 8 0 0,6 7 0 16,8 2 0-16,9 3 0 0,8-1 0 15,14 1 0-15,13-2 0 0,13-5 0 16,9-4 0-16,11-2 0 0,6-2 0 15,2-3 0-15,1 0 0 0,-20-8-1189 16,-1 2-936-16</inkml:trace>
  <inkml:trace contextRef="#ctx0" brushRef="#br0" timeOffset="75005.42">28650 14147 2249 0,'0'0'2036'0,"0"0"-1287"0,0 0-81 16,0 0 353-16,0 0-565 0,0 0-176 16,35-13 256-16,13 8-339 15,10-2-197-15,2 0 0 0,-6 2 0 16,-3 1 0-16,-3 0 0 0,-7-2 0 15,-6-4 0-15,-4-5 0 16,-8 1-1361-16,-4-6-1973 0</inkml:trace>
  <inkml:trace contextRef="#ctx0" brushRef="#br0" timeOffset="75409.09">28710 12751 6639 0,'0'0'232'0,"54"-16"720"15,-15 11-583-15,7 3-369 0,3 2 0 16,5 3 0-16,2 0 0 0,-2-1 0 16,4-2-581-16,-17-2-720 15,0-4-4297-15</inkml:trace>
  <inkml:trace contextRef="#ctx0" brushRef="#br0" timeOffset="75875.32">28625 10621 6158 0,'0'0'725'0,"0"0"-285"0,40 1 96 0,14-1-203 15,18 0-333-15,19-3 0 0,8-1 0 16,-4-1 0-16,4-3 0 0,-12-2 0 15,-12-1 0-15,-26 2 0 0,-10-3-2322 0</inkml:trace>
  <inkml:trace contextRef="#ctx0" brushRef="#br0" timeOffset="76307.28">28692 9099 6731 0,'0'0'480'0,"33"-2"-140"0,2 1 301 0,12-2-641 16,13 1 0-16,6-1 0 0,7-3 0 15,7-2 0-15,-3-5 0 0,-19 4-433 16,-7-3-1056-16</inkml:trace>
  <inkml:trace contextRef="#ctx0" brushRef="#br0" timeOffset="76680.34">28783 7719 6294 0,'64'6'477'0,"12"-4"-157"0,15-7-320 0,-27-5 0 0,4-13-2093 0</inkml:trace>
  <inkml:trace contextRef="#ctx0" brushRef="#br0" timeOffset="84750.16">30883 6730 3893 0,'0'0'525'0,"0"0"-257"0,0 0 384 16,0 0-232-16,0 0-112 15,0 0-16-15,0 0-79 0,0 0 95 16,0 0 332-16,8-2-268 0,-10 7-71 16,0-2-301-16,2 3 0 0,-2 1 0 15,2 5 0-15,0 8 0 16,-2 9 0-16,-2 8 0 0,2 6 0 16,-3 5 0-16,3 8 0 0,2 11 0 15,-2 7 0-15,2 13 0 16,0 9 0-16,2 10 0 0,0 9 0 15,1 3 0-15,-3-1 0 0,-3-2 0 16,-3-2 0-16,-6 0 0 0,2-3 0 16,-5-3 0-16,3-4 0 0,-1-6 0 15,1-1 0-15,4-1 0 0,3-5 0 16,3-3 0-16,2-3 0 0,2-8 0 16,0-2 0-16,3-9 0 15,-1-9 0-15,-2-11 0 0,-2-13 0 16,0-13 0-16,0-12 0 0,-4-8 0 15,-5-24-157-15,-1 1-1748 16,0-10-1564-16</inkml:trace>
  <inkml:trace contextRef="#ctx0" brushRef="#br0" timeOffset="86427.69">25126 16089 1812 0,'0'0'2329'0,"0"0"-1640"0,0 0 143 15,0 0-384-15,0 0-44 0,41 13 169 16,-6-10-189-16,17 0-60 0,16 0 73 16,13-3-397-16,18 1 0 0,17 1 0 15,12 0 0-15,13 1 0 0,5 4 0 16,7-1 0-16,4 2 0 15,5 2 0-15,1 0 0 0,2 2 0 16,3 1 0-16,-3 2 0 0,-2-2 0 16,-12 1 0-16,-10-3 0 15,-17-6 0-15,-25-7-213 0,-33-4-1320 16,-16-10-1440-16</inkml:trace>
  <inkml:trace contextRef="#ctx0" brushRef="#br0" timeOffset="90097.56">27044 13700 956 0,'0'0'132'0,"0"0"-56"15,0 0-76-15,0 0 0 0,0 0 0 16,0 0 252-16,0 0 296 0,0 0 17 16,0 0 375-16,-25 28-292 15,25-28-63-15,0 0 563 0,0-1-443 16,0-2-105-16,0-1 96 0,0 0-536 15,-2-1-32-15,0 1-75 0,0 1-53 16,0 0 0-16,0 2 0 16,2 1 0-16,0-2 0 0,0 2 0 15,0 0 0-15,0 0 0 0,0 0 0 16,0 2 0-16,0 1 0 0,0 0 0 16,2-2 0-16,0 1 0 0,-2 0 0 15,4 0 0-15,0 1 0 0,1 0 0 16,3 1 0-16,6 1 0 0,3 2 0 15,1-1 0-15,1 1 0 0,0-1 0 16,-3-2 0-16,1 0 0 0,-3-1 0 16,1 1 0-16,-1 0 0 15,-1-1 0-15,1-1 0 0,-2 2 0 16,-1-2 0-16,-1 1 0 0,0 1 0 16,-1-1 0-16,-3-1 0 15,0-1 0-15,0 0 0 0,7 1 0 16,3 0 0-16,5-2 0 0,2 0 0 15,1 0 0-15,-1-1 0 0,0-1 0 16,0 0 0-16,-3 2 0 16,-1 0 0-16,0 0 0 0,-5 3 0 15,0-1 0-15,-1 0 0 0,-1 1 0 16,1-1 0-16,-3 0 0 0,0-1 0 16,-1 1 0-16,1-1 0 0,2-1 0 15,5 0 0-15,-1 0 0 0,3 0 0 16,2 0 0-16,1 0 0 0,3 0 0 15,0 0 0-15,0 0 0 0,2 0 0 16,-2 1 0-16,1 2 0 16,-3 1 0-16,-4-1 0 0,-1-1 0 15,-1 0 0-15,-3-1 0 0,1-1 0 16,-3 1 0-16,-1-1 0 0,-1 0 0 16,-4 0 0-16,4 0 0 15,3-3 0-15,1 0 0 0,5-1 0 16,4 0 0-16,-3 1 0 0,5-1 0 15,2 1 0-15,0 2 0 0,2-1 0 16,-2 1 0-16,-5 1 0 16,-3 0 0-16,-7 0 0 0,-3 0 0 15,-5 0 0-15,0 1 0 0,-2 1 0 16,2-1 0-16,4 1 0 0,1 0 0 16,3 1 0-16,0-3 0 0,-1 0 0 15,-3 0 0-15,-4 0 0 0,0-3-37 16,-2 0-1183-16,3-4-433 0</inkml:trace>
  <inkml:trace contextRef="#ctx0" brushRef="#br0" timeOffset="90532.1">28396 13580 1620 0,'0'0'1709'0,"0"0"-456"0,0 0-465 0,0 0-28 0,0 0 157 16,0 0-413-16,6-37-124 15,-4 33-119-15,-2 2-261 0,2 1 0 16,-2 1 0-16,0 5 0 0,0 8 0 16,0 8 0-16,-4 5 0 15,0 1 0-15,2 0 0 0,-2-4 0 16,4-1 0-16,0-3 0 0,0-3 0 15,0-3 0-15,4-3 0 0,-2-3 0 16,0-3 0-16,-2-2 0 16,2 0 0-16,-2-1 0 0,2-1-1806 15,-2-3-991-15</inkml:trace>
  <inkml:trace contextRef="#ctx0" brushRef="#br0" timeOffset="91663.69">27164 13722 2225 0,'0'0'1216'0,"0"0"-1080"0,0 0 208 15,0 0 137-15,0 0-353 0,0 0-48 16,0 0 128-16,0 0-24 0,0 0 0 16,0 0 84-16,-29-7-140 15,29 10 0-15,0-2 204 0,4 2-32 16,0-2 13-16,3 1 191 0,5-1-208 15,5-1-84-15,1 0 48 0,3 0-144 16,-1-2 4-16,1 0-91 16,0-1-29-16,2 0 0 0,-1 1 0 15,1 0 0-15,0 1 0 0,2 0 0 16,-3 0 0-16,1-1 0 0,0 1 0 16,0-1 0-16,-3-1 0 0,1 0 0 15,-3-1 0-15,-3 2 0 0,-1-1 0 16,-3 1 0-16,1-1 0 0,-2 1 0 15,1 0 0-15,1-1 0 0,5 0 0 16,-1-2 0-16,3 0 0 0,4 0 0 16,-1 0 0-16,3-1 0 15,-2 1 0-15,2 1 0 0,0-2 0 16,-5 2 0-16,1 1 0 0,-3 0 0 16,-1 2 0-16,-5 0 0 15,1-2 0-15,-3 1 0 0,3 1 0 16,-3-1 0-16,0-1 0 0,1 0 0 15,1-2 0-15,-2 0 0 0,3-1 0 16,-1 2 0-16,3 0 0 16,-1 0 0-16,5 2 0 0,-3-2 0 15,5 3 0-15,2-1 0 0,-1 0 0 16,1 0 0-16,0 0 0 0,0-2 0 16,-1 1 0-16,1-2 0 0,-4-1 0 15,-1 3 0-15,-1-3 0 0,-3 2 0 16,-1-1 0-16,-5 2 0 0,-2 0 0 15,-2 1 0-15,-4 0 0 0,2-1 0 16,0 1 0-16,-2 0 0 0,2-1 0 16,-2 2-233-16,2 0-219 15,-2 0-372-15,3 1 83 0,-3 0-79 16,0 0-1073-16,0 2-880 0</inkml:trace>
  <inkml:trace contextRef="#ctx0" brushRef="#br0" timeOffset="91952.18">28367 13529 2893 0,'0'0'480'0,"0"0"-400"0,0 0 80 0,0 0-160 16,0 0-104-16,0 0 68 15,0 0 36-15,0 0 4 0,0 0 104 16,0 0 156-16,15-3-188 0,-18 4-76 16,1 2-20-16,2 0-576 15,-4-1-432-15</inkml:trace>
  <inkml:trace contextRef="#ctx0" brushRef="#br0" timeOffset="107704">23375 3796 3725 0,'0'0'1097'0,"-31"-21"-917"16,17 8 4-16,11-3 432 0,3 0-132 15,11-1-91-15,12 2 155 16,12 4-236-16,18 5-100 0,18 4 220 16,13 2-423-16,20 4-9 0,20 3 0 0,16 3 0 15,24 2 0-15,26-1 0 16,15 1 0-16,20-1 0 0,8-2 0 16,-1 0 0-16,-9-2 0 0,-22-3 0 15,-55-3 0-15,-19-4-953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16:07.7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9941 374 1148 0,'0'0'588'0,"0"0"1453"16,0 0-1408-16,0 0-201 0,0 0 520 15,0 0-552-15,0 0-116 0,0 0 157 16,0 0-113-16,10-2-28 0,-10 2 108 15,0 1-192-15,2 3-195 0,2 3-21 16,-4 2 0-16,0 4 0 0,-4 7 0 16,-2 6 0-16,-11 9 0 15,-3 6 0-15,-1 11 0 0,-6 2 0 16,7-3 0-16,3-3 0 0,7-7 0 16,-1-3 0-16,5-4 0 0,-2-5 0 15,6-6 0-15,-2-4 0 0,-3-6 0 16,7-4 0-16,0-3 0 15,-4-4 0-15,4-1 0 0,0 0 0 16,0-1 0-16,0 0-513 0,0 0-812 16,0-8-375-16</inkml:trace>
  <inkml:trace contextRef="#ctx0" brushRef="#br0" timeOffset="1873.68">9811 991 4530 0,'0'0'40'0,"0"0"148"16,0 0 748-16,0 0-704 0,0 0-152 15,0 0-12-15,0 0-40 0,-38-10 8 16,22 12 60-16,-9 7 8 15,-16 8 80-15,-9 9 249 0,-8 3-97 16,0 3-56-16,2-2 68 0,9-3-240 16,-1 0-28-16,5-2 5 0,12-2-85 15,4-5 0-15,6-2 0 0,7-5 0 16,8-6 0-16,2-1 0 16,4-3 0-16,0 1 0 0,0 0 0 15,10 1 0-15,0 2 0 0,11 0 0 16,10 3 0-16,6-1 0 0,11 2 0 15,3-1 0-15,13 1 0 0,5 1 0 16,5-1 0-16,3 2 0 0,-7 0 0 16,-2-1 0-16,-12 1 0 15,-9-2 0-15,-9 0 0 0,-16-3 0 16,-7-2 0-16,-9 0 0 0,-6 0 0 16,0 1 0-16,-12 4 0 0,-9 1 0 15,-10 1 0-15,0 1 0 0,-2-2 0 16,2 2 0-16,0 0 0 15,-6 1 0-15,-5 2 0 0,1 0 0 16,-11 1 0-16,-1 1 0 0,-5 1 0 16,0-2 0-16,-4 0 0 0,2 0 0 15,2-1 0-15,13-1 0 0,7-1 0 16,7-1 0-16,15-4 0 16,5-1 0-16,5-2 0 0,6 1 0 15,11 4 0-15,11 4 0 0,13 0 0 16,13-3 0-16,0-2 0 0,5-4 0 15,5-2 0-15,8-1 0 0,3 0 0 16,5-1 0-16,0 2 0 0,-5 1 0 16,-7 3 0-16,-9 3 0 0,-15-1 0 15,-10 3 0-15,-15-5 0 16,-7-1 0-16,-6 3 0 0,-12 1 0 16,-9 1 0-16,-6 0 0 0,-4-2 0 15,-4-4 0-15,-2-1 0 0,-7 0 0 16,-3-3 0-16,-1 3 0 0,-3-1 0 15,-1 3 0-15,4 5 0 16,7 1 0-16,8 4 0 0,2 0 0 16,10-2 0-16,5-1 0 0,12-2 0 15,4 0 0-15,14 0 0 0,9 1 0 16,12-3 0-16,6-2 0 16,3-3 0-16,7 0 0 0,3-2 0 15,4-1 0-15,-6 0 0 0,-5 1 0 16,-5-2 0-16,-9 1 0 0,-9-1 0 15,-3 1 0-15,-11-1 0 0,-7 0 0 16,-3 2 0-16,0 1 0 0,0-1 0 16,-7 7 0-16,-3 0 0 15,-4 0 0-15,5-2 0 0,1-3 0 16,6-1 0-16,-2 0 0 0,-2-1 0 16,1 2 0-16,1-2 0 0,2 1 0 15,2-2 0-15,-4-1 0 0,4 0 0 16,0 0 0-16,-4 1 0 15,4-1-165-15,-2 0-419 0,2 0 176 16,0 0 204-16,0 0-169 0,-4 0 221 16,4 2 152-16,-6 1 16 0,1-2-4 15,-1 0 48-15,2 2 201 0,-2-2-1 16,-4-1 48-16,3 0 200 16,-1 0-264-16,2 0-27 0,-4-2-217 15,-1 0 0-15,-9 2 0 0,-3 1 0 16,-2 5 0-16,-6 5 0 0,4 3 0 15,4 3 0-15,-1 0 0 0,3 0 0 16,9 2 0-16,1-2 0 0,7-2 0 16,4-3 0-16,6 1 0 15,5-2 0-15,3-1 0 0,3 0 0 16,-3-2 0-16,-2-3 0 0,3-1 0 16,-5-1 0-16,-4-2 0 0,-1-1 0 15,1 1 0-15,-2-1 0 0,-4 0 0 16,2 0 0-16,2 0 0 15,-4 0 0-15,0 0 0 0,0-1 0 16,-4 0 0-16,4 0-669 0,-2-1-3 16,-2 0-45-16,0 2-699 0,-3 2 791 15,3 2 625-15,-2 2 60 0,4 0 205 16,-6 1 47-16,2 1 708 16,-1 3-284-16,-1 7-135 0,2 2 299 15,2 4-695-15,2 3-205 0,2-1 0 16,0 3 0-16,0 1 0 0,6-1 0 15,0-3 0-15,4 0 0 0,5-1 0 16,-5-5-593-16,-4-5-540 0,1-5-1740 0</inkml:trace>
  <inkml:trace contextRef="#ctx0" brushRef="#br0" timeOffset="2741.46">9106 2825 4333 0,'0'0'533'16,"0"0"555"-16,0 0-283 0,0 0-261 16,0 0-132-16,53 10-88 0,26-8-171 15,26-2-153-15,19-1 0 0,5-2 0 16,5 2 0-16,-8 3 0 15,-4 5 0-15,-10 3-925 0,-3 0 156 16,-30-2-383-16,-11-2-2622 0</inkml:trace>
  <inkml:trace contextRef="#ctx0" brushRef="#br0" timeOffset="3188.44">9273 303 4662 0,'0'0'2517'0,"33"19"-2209"15,21-14 320-15,24-4-551 0,26-3-77 16,22-8 0-16,21-1 0 0,16 2 0 16,11 3 0-16,-1 4 0 0,-47-1 0 15,7 1-3590-15</inkml:trace>
  <inkml:trace contextRef="#ctx0" brushRef="#br0" timeOffset="11631.25">14937 374 2020 0,'0'0'245'0,"0"0"867"16,0 0-408-16,0 0 329 0,0 0-505 15,0 0-144-15,0 0 261 0,0 0-233 16,0 0-72-16,-17 32 200 16,13-12-311-16,4 10-229 0,4 12 0 15,-1 16 0-15,5 16 0 0,-2 17 0 16,4 7 0-16,3-1 0 0,5-7 0 15,-5-13 0-15,1-7 0 0,1-10 0 16,-3-6 0-16,3-10 0 0,-5-9 0 16,0-8 0-16,-4-9 0 15,1-10-969-15,-3-5-364 0,-2-9-672 0</inkml:trace>
  <inkml:trace contextRef="#ctx0" brushRef="#br0" timeOffset="12346.75">14947 442 6470 0,'0'0'569'0,"0"0"-113"0,0 0 241 0,0 0-697 15,0 0 0-15,7-41 0 0,19 27 0 16,14 1 0-16,7 0 0 16,3 2 0-16,-3 5 0 0,3 2 0 15,-2 1 0-15,-5 3 0 0,0 2 0 16,-7 1 0-16,-5 3-357 0,-11 2-1664 15,-7 1-40-15,-9 1-1048 0</inkml:trace>
  <inkml:trace contextRef="#ctx0" brushRef="#br0" timeOffset="12580">14999 923 6550 0,'0'0'385'0,"33"10"119"0,-2-9 249 0,2-1-753 16,6-4 0-16,11-5 0 16,2-2 0-16,1-1 0 0,5-2 0 15,4 0 0-15,-4-3 0 0,-10 5-149 16,-11-1-2580-16</inkml:trace>
  <inkml:trace contextRef="#ctx0" brushRef="#br0" timeOffset="12950.5">15844 736 5698 0,'0'0'784'0,"0"0"-263"0,0 0 307 16,0 0-467-16,0 0-361 15,34-9 0-15,-3 9 0 0,6 0 0 16,6 0 0-16,-1 1 0 0,-5-1 0 16,-6 2 0-16,-6-1 0 0,-3 2 0 15,-1 0 0-15,-5 0-497 0,-5-1-860 16,-3 0-2768-16</inkml:trace>
  <inkml:trace contextRef="#ctx0" brushRef="#br0" timeOffset="13137.66">15882 1007 5742 0,'0'0'620'16,"0"0"-15"-16,0 0 267 0,43 23-519 15,-18-22-353-15,4-1 0 0,2 0 0 16,4-5 0-16,6-2 0 0,7-5 0 16,1-3 0-16,-7 0 0 15,3-5-2902-15</inkml:trace>
  <inkml:trace contextRef="#ctx0" brushRef="#br0" timeOffset="13504.53">16771 290 2689 0,'0'0'1236'16,"0"0"-487"-16,0 0-245 0,-25 54 32 16,25-25 264-16,0 4-399 0,4 6-65 15,0 6 188-15,2 16-240 0,-2 4-151 16,-2 5-133-16,-2 7 0 15,-6-6 0-15,0 0 0 0,-2-2 0 16,-3-5 0-16,1-8 0 0,4-9 0 16,4-9 0-16,2-11-537 0,0-10-399 15,2-9-433-15,-2-8-3801 0</inkml:trace>
  <inkml:trace contextRef="#ctx0" brushRef="#br0" timeOffset="13958.26">16771 865 4410 0,'0'0'508'0,"26"-41"352"0,-5 19-92 15,-4 3-311-15,3 2 119 0,-3 3-400 16,1 3-36-16,-1 2 76 16,-5 3-196-16,3 4-8 0,-5 1-8 15,5 1-4-15,-5 3 0 0,-2 5 0 16,-4 3-8-16,-4 5 8 0,0 4 53 15,-16 5-53-15,-9 4 0 0,-2 2 0 16,-6 3 0-16,2-2 0 0,0-2 0 16,4 1 0-16,2-3 0 0,13-1 0 15,4-2 0-15,2-2 0 16,10-4 0-16,2 1 0 0,10-3 0 16,5-5 0-16,4-1 0 0,2-3 0 15,0-3 0-15,4-1 0 0,0-3 0 16,-4-1 0-16,8 0 0 15,-6-5 0-15,-9 2-1786 0,-1-3-643 0</inkml:trace>
  <inkml:trace contextRef="#ctx0" brushRef="#br0" timeOffset="14552.44">17318 1086 4750 0,'0'0'1000'0,"0"0"-404"0,0 0 477 16,0 0-453-16,0 0-467 0,0 0-153 15,-58-16 0-15,25 25 0 0,-8 3 0 16,8 2 0-16,-2-2 0 0,14 1 0 15,0 0 0-15,5-1 0 0,10-1 0 16,2 1 0-16,4-2 0 0,0-1 0 16,14 0 0-16,3 0-25 0,5-1-47 15,3 2 24-15,6-1-4 16,-4 3-108-16,0 1-56 0,-2 2-108 16,-9-2-240-16,-5 3 135 0,-5-1 313 15,-6-2 116-15,-2 1 24 0,-7 2 132 16,1-4 201-16,-4 2-241 15,-5-1 12-15,1-4 116 0,-5 1-188 16,0-3-40-16,5-2-16 0,-5-2-44 16,5-3-112-16,1 0-336 0,-1-7 119 15,5-3 1-15,1-1-184 0,0-1 400 16,-1 1 88-16,7 0-144 16,2 1-4-16,2-1-265 0,4 0-667 15,2 1-1125-15</inkml:trace>
  <inkml:trace contextRef="#ctx0" brushRef="#br0" timeOffset="14988.42">17606 755 5786 0,'0'0'1009'0,"0"0"-421"0,0 0 221 0,0 0-809 0,0 0 0 16,0 0 0-16,41 39 0 0,-2-6 0 16,9 6 0-16,4 5 0 0,-5 1 0 15,-6-2 0-15,-10-2 0 0,0 0 0 16,-8-5 0-16,2-3 0 0,-4-4 0 15,-5-7 0-15,5-5 0 16,-11-4-57-16,-4-6-1532 0,-2-5-291 16,-4-2-734-16</inkml:trace>
  <inkml:trace contextRef="#ctx0" brushRef="#br0" timeOffset="15610.57">17674 1181 6414 0,'0'0'1778'16,"0"0"-1778"-16,0 0 0 0,47-37 0 15,-3 2 0-15,8-8 0 0,5-4 0 16,-5 0 0-16,-4 2 0 0,5 2 0 15,-1-1 0-15,-11 11 0 0,1-2-3154 0</inkml:trace>
  <inkml:trace contextRef="#ctx0" brushRef="#br0" timeOffset="82775.98">9699 4185 2777 0,'0'0'2029'0,"0"0"-1521"0,0 0-36 16,0 0 28-16,0 0-19 0,0 0 391 15,0 0-548-15,0 0-108 0,0 0-203 16,0 2-13-16,0-2 0 0,0 2 0 15,0-2 0-15,2 2 0 0,6 0 0 16,3 1 0-16,11 0 0 0,3 0 0 16,2-2 0-16,0 0 0 0,4 0 0 15,0 1 0-15,2 1 0 16,8-2 0-16,3 0 0 0,7 0 0 16,11-1 0-16,7 0 0 0,5 0 0 15,5-2 0-15,3 0 0 0,-1-2 0 16,4 1 0-16,1 1 0 15,3 1 0-15,-4 0 0 0,4 1 0 16,-8 0 0-16,1 0 0 0,-1 0 0 16,2 0 0-16,-5-2 0 0,3 1 0 15,1-1 0-15,1 0 0 16,4-1 0-16,6 0 0 0,2 0 0 16,4 0 0-16,-8 2 0 0,2 0 0 15,-4 1 0-15,-4 0 0 0,-2 0 0 16,-5 1 0-16,-1 0 0 0,-5 2 0 15,0-1 0-15,-8-1 0 0,0-1 0 16,5 0 0-16,3 0 0 0,7 0 0 16,-1 0 0-16,3 0 0 0,6 0 0 15,-3-3 0-15,7 0 0 16,2 1 0-16,2-1 0 0,0 2 0 16,1-1 0-16,-3 0 0 0,-2-1 0 15,-3 0 0-15,5 1 0 0,-4 0 0 16,-2 0 0-16,6 0 0 15,2 0 0-15,0 2 0 0,11-3 0 16,-3 1 0-16,3 0 0 0,-3-1 0 16,2 1 0-16,1 1 0 0,-1-1 0 15,-4 1 0-15,3-1 0 16,-9 1 0-16,4 1 0 0,-2 0 0 16,0-1 0-16,-6 1 0 0,4-2 0 15,3 2 0-15,-1-3 0 0,2 2 0 16,0-1 0-16,-4 0 0 0,5 2 0 15,-5 0 0-15,4 0 0 0,0 0 0 16,0 1 0-16,-2 0 0 0,-1 1 0 16,1-2 0-16,0 1 0 0,2-1 0 15,0 1 0-15,1 0 0 16,3 0 0-16,2-1 0 0,1 0 0 16,5 1 0-16,3-1 0 0,2 0 0 15,6 0 0-15,0-1 0 0,12-3 0 16,-2 0 0-16,5 2 0 15,1-1 0-15,-3 1 0 0,-3 0 0 16,-10 0 0-16,-4-1 0 0,-15 0 0 16,-8 0 0-16,-18-1 0 0,-19-2 0 15,-25-5 0-15,-19 2-2030 16,-18-8-3168-16</inkml:trace>
  <inkml:trace contextRef="#ctx0" brushRef="#br0" timeOffset="85098.26">13010 6589 5722 0,'0'0'396'0,"0"0"-208"0,0 0 233 15,0 0-73-15,-2 42 20 0,2-20 72 16,0 4-248-16,2 5-75 0,3 3-117 16,1 5 0-16,-2 6 0 0,0 6 0 15,-2 8 0-15,-2 5 0 0,-2 4 0 16,-2 7 0-16,-6 3 0 0,3 6 0 15,-3 8 0-15,-4 6 0 16,3 6 0-16,5 6 0 0,-4 4 0 16,4 6 0-16,-3 6 0 0,3 4 0 15,0 4 0-15,2 1 0 0,4 2 0 16,0 0 0-16,0 1 0 16,0 1 0-16,0 0 0 0,0-1 0 15,0 0 0-15,4 1 0 16,2 2 0-16,0 0 0 0,-2 0 0 15,3 0 0-15,1-1 0 0,-6-2 0 16,2-2 0-16,-4-4 0 0,-4-5 0 16,-2-4 0-16,-5-7 0 0,5-8 0 15,-2-10 0-15,2-11 0 0,0-10 0 16,1-9 0-16,-1-9 0 16,6-12 0-16,-4-10 0 0,4-12 0 15,0-9 0-15,0-9 0 0,0-2 0 16,0-5-313-16,4-2-1044 0,-4-8-235 0</inkml:trace>
  <inkml:trace contextRef="#ctx0" brushRef="#br0" timeOffset="85627.88">12899 11567 3665 0,'0'0'2597'0,"0"0"-2397"16,0 0-59-16,6 35 443 16,15-22-204-16,10-2-112 0,16-4 89 15,17-5-357-15,19-2 0 0,16-4 0 16,23-4 0-16,10 0 0 0,24 0 0 15,9-3 0-15,13-3 0 0,16-2 0 16,11 0 0-16,10 1 0 0,6 2 0 16,4 3 0-16,2 1 0 0,-1 4 0 15,3 2 0-15,-3 3 0 0,-3 0 0 16,6 2 0-16,-8 1 0 16,7-2 0-16,-3 4 0 0,0-3 0 15,-3 3 0-15,-1-1 0 0,-6-1 0 16,-13 2 0-16,-5-1 0 0,-19-1 0 15,-19 1 0-15,-23-1 0 16,-20-2 0-16,-31-1 0 0,-27-1-89 16,-27-4-1227-16,-27-3-4591 0</inkml:trace>
  <inkml:trace contextRef="#ctx0" brushRef="#br0" timeOffset="86453.41">16628 12176 6599 0,'-4'-35'1120'15,"-2"4"-647"-15,-11-5-473 0,-8 2 0 16,-2 0 0-16,-8 2 0 0,-6 5 0 16,-3 2 0-16,-7 6 0 0,3 7 0 15,1 5 0-15,5 6 0 0,5 1 0 16,0 6 0-16,10 4 0 16,2 3 0-16,9 3 0 0,-1 3 0 15,13 5 0-15,4 5 0 0,4 8 0 16,13 7 0-16,10 4 0 15,4 7 0-15,6 5 0 0,-2 6 0 16,-2 5 0-16,-4 1 0 0,-6 2 0 16,-9-1 0-16,-8 1 0 0,-6 1 0 15,-4-2 0-15,-6-7 0 0,-7-5 0 16,3-7 0-16,-5-8 0 16,1-4 0-16,1-9 0 0,7-8 0 15,-3-8 0-15,-1-7 0 0,4-8-61 16,-1-2-1223-16,-1-10-701 0</inkml:trace>
  <inkml:trace contextRef="#ctx0" brushRef="#br0" timeOffset="86624.81">15966 12909 6959 0,'0'0'628'16,"48"2"-23"-16,-5-9-605 0,5-4 0 15,8-7 0-15,4 1 0 0,2-5 0 16,6 2 0-16,6 0 0 0,9-3 0 15,-4 3 0-15,1-1 0 16,-7 0 0-16,-11 0 0 0,-21 6 0 16,-8-3-1966-16</inkml:trace>
  <inkml:trace contextRef="#ctx0" brushRef="#br0" timeOffset="87324.83">11113 8021 4494 0,'0'0'2573'0,"0"0"-1461"0,0 0-1099 16,0 0-13-16,0 0 0 0,41 41 0 15,-8-7 0-15,9 6 0 16,1 4 0-16,7 1 0 0,3 5 0 16,1 3 0-16,4 7 0 0,-6-1 0 15,-5 0 0-15,-5-5 0 0,-1-6 0 16,-8-7 0-16,-8-8 0 0,-2-7 0 16,-9-6 0-16,-8-6 0 0,-6-7 0 15,-6-5 0-15,0-2-885 0,-15-3-2953 16</inkml:trace>
  <inkml:trace contextRef="#ctx0" brushRef="#br0" timeOffset="87542.99">11202 8719 6438 0,'0'0'769'16,"0"0"-5"-16,0 0-543 0,0 0-221 15,22-51 0-15,3 6 0 0,6-12 0 16,6-6 0-16,1-3 0 0,5-4 0 15,3-2 0-15,5-1 0 16,-1 1 0-16,2 4 0 0,5 6 0 16,-5 6 0-16,-4 10 0 0,-11 15 0 15,-10 11 0-15,-13 9 0 0,-8 8-2074 16,-6 1-3056-16</inkml:trace>
  <inkml:trace contextRef="#ctx0" brushRef="#br0" timeOffset="87964.62">10972 8997 7691 0,'0'0'501'0,"0"0"-501"0,0 0 0 0,35-2 0 0,13 4 0 15,16-2 0-15,19 0 0 16,1-6 0-16,5-1 0 0,0 1 0 16,-4 0 0-16,0 5 0 0,-13-1 0 15,-4 2 0-15,-10 5 0 0,-14 6 0 16,-20 4 0-16,-17 6 0 0,-7-3-1321 15,-11 2-1901-15</inkml:trace>
  <inkml:trace contextRef="#ctx0" brushRef="#br0" timeOffset="88316.7">11282 9303 6655 0,'0'0'836'15,"0"0"-312"-15,0 0-347 0,-6 34-177 16,2-6 0-16,4 5 0 15,0 3 0-15,10-2 0 0,5 6 0 16,5 5 0-16,-3 7 0 0,0 7 0 16,-7 7 0-16,-2 7 0 0,-8 1 0 15,-4 2 0-15,-2-9 0 0,-2-8 0 16,5-12 0-16,3-10 0 0,0-13 0 16,0-12 0-16,3-9-265 0,-3-9-3204 0</inkml:trace>
  <inkml:trace contextRef="#ctx0" brushRef="#br0" timeOffset="88505.8">11260 9392 7675 0,'0'0'517'16,"0"0"-517"-16,41-12 0 0,-10 2 0 15,2-3 0-15,8-4 0 0,3 2 0 16,3-4 0-16,5 1 0 15,2 2 0-15,-3 1 0 0,-5 7 0 16,-13 2 0-16,-12 6 0 0,-11 3-205 16,-4 4-1780-16,-6 2-944 0</inkml:trace>
  <inkml:trace contextRef="#ctx0" brushRef="#br0" timeOffset="88688.83">11266 9728 7959 0,'0'0'233'0,"58"11"-233"16,-21-8 0-16,0-3 0 15,4 0 0-15,-3-8 0 0,3-4 0 16,-6-4 0-16,9-6 0 0,-3-2 0 16,0-4 0-16,-1-3 0 0,-1-5 0 15,-16 8-1033-15</inkml:trace>
  <inkml:trace contextRef="#ctx0" brushRef="#br0" timeOffset="89252.39">10561 7746 5682 0,'0'0'172'0,"-25"51"597"15,15-14-321-15,4 4 4 16,1 9 217-16,5 10-669 0,0 12 0 16,0 13 0-16,0 11 0 0,5 13 0 15,5 17 0-15,4 9 0 0,7 10 0 16,-4 8 0-16,-1 6 0 16,1 4 0-16,-1-7 0 0,-1-5 0 15,1-9 0-15,-1-13 0 16,-5-4 0-16,0-9 0 0,-3-14 0 15,-3-11 0-15,2-14 0 0,-2-16 0 16,-4-14 0-16,2-19 0 0,-2-16-73 16,0-9-1263-16,-6-21-1005 0</inkml:trace>
  <inkml:trace contextRef="#ctx0" brushRef="#br0" timeOffset="89733.35">12022 7732 6282 0,'0'0'417'0,"0"0"331"0,0 0-456 0,0 0 116 0,0 65-363 16,0-8-45-16,5 14 0 16,5 13 0-16,0 10 0 0,7 10 0 15,3 14 0-15,1 9 0 0,2 13 0 16,2 7 0-16,-5 11 0 16,-7 6 0-16,-3 1 0 0,-10-1 0 15,0-4 0-15,0-13 0 16,-6-8 0-16,0-16 0 0,-5-19 0 15,1-13 0-15,-5-19 0 0,3-19 0 16,2-21-1357-16,-5-13-2201 0</inkml:trace>
  <inkml:trace contextRef="#ctx0" brushRef="#br0" timeOffset="92006.03">12946 8831 636 0,'0'0'640'15,"0"0"-176"-15,0 0 1689 0,0 0-1292 16,0 0 187-16,0 0-428 0,0 0-139 16,0 0 227-16,0 0-444 0,-4 1-48 15,4-1-115-15,0 0-101 0,0 0 0 16,0 0 0-16,0 0 0 16,0 0 0-16,0 0 0 0,0 0 0 15,0 0 0-15,0 0 0 0,0 0 0 16,0 1 0-16,0 0 0 0,4 0 0 15,-4 2 0-15,7-1 0 16,-3-2 0-16,6 3 0 0,0-2 0 16,7 2 0-16,-1 0 0 0,-1 0 0 15,-5 1 0-15,5 1 0 0,-7 0 0 16,6 0 0-16,-7-1 0 0,3 2 0 16,-6-3 0-16,2 1 0 0,-2-1 0 15,3 2 0-15,7 0 0 0,3-1 0 16,-1 0 0-16,9-4 0 0,-4 0 0 15,1 0 0-15,3-3 0 16,2-1 0-16,0-1 0 0,0 1 0 16,2-2 0-16,-2 1 0 0,0-1 0 15,-1 1 0-15,-1 0 0 0,-2 1 0 16,2 0 0-16,-2 1 0 16,-3-2 0-16,5 1 0 0,-2 1 0 15,-3-1 0-15,7-2 0 0,-2 2 0 16,2-1 0-16,0-1 0 0,4 1 0 15,-4 1 0-15,-3 0 0 16,-1 1 0-16,2 1 0 0,-8 0 0 16,3 1 0-16,-3-1 0 0,-3 0 0 15,-1 1 0-15,1-2 0 0,1 1 0 16,1-2 0-16,1-1 0 0,3-2 0 16,1-2 0-16,6-3 0 0,0-1 0 15,4-1 0-15,0-3 0 0,0 0 0 16,0-1 0-16,2 1 0 15,-2-2 0-15,4 0 0 0,-2 0 0 16,-2-2 0-16,0 1 0 0,2-3 0 16,-6 2 0-16,4-3 0 0,0 1 0 15,-4-1 0-15,0-2 0 0,-2-1 0 16,1-2 0-16,1-1 0 16,-2-3 0-16,2 0 0 0,0-1 0 15,0 0 0-15,2 1 0 0,-2 0 0 16,-1 1 0-16,1 0 0 0,-2 0 0 15,-2 1 0-15,-2-1 0 16,-1 1 0-16,1 1 0 0,-5-5 0 16,5 2 0-16,-4-1 0 0,-3-4 0 15,3-3 0-15,3-1 0 0,-3-3 0 16,4-4 0-16,-5-1 0 0,5 1 0 16,-1-4 0-16,1 0 0 0,4-3 0 15,-4 2 0-15,1-3 0 0,-1-3 0 16,0 0 0-16,1-4 0 0,-1-1 0 15,0 0 0-15,-1 0 0 16,1-2 0-16,-4 1 0 0,3-2 0 16,1 0 0-16,-5-1 0 0,1-1 0 15,-7 1 0-15,5 0 0 0,-1 2 0 16,-1 2 0-16,-3 3 0 16,0-1 0-16,5 3 0 0,-9 2 0 15,4 3 0-15,-3 4 0 0,-3 6 0 16,-4 3 0-16,0 7 0 0,0 3 0 15,-4 7 0-15,1 5 0 0,-1 6 0 16,0 3 0-16,2 6-921 0,-2 4-632 16,0-1-1168-16</inkml:trace>
  <inkml:trace contextRef="#ctx0" brushRef="#br0" timeOffset="93719.68">15646 5639 1456 0,'0'0'388'15,"0"0"1325"-15,0 0-872 0,0 0 7 16,0 0-344-16,0 0-188 0,0 0 68 15,0 0-207-15,0 0 19 0,0 0 208 16,0 0-232-16,0 19-44 16,2-5 84-16,-2 2-152 0,2 3 44 15,-2 2 92-15,0 1-112 0,0 1-75 16,-2 4-9-16,-4-2 0 0,6 3 0 16,0-2 0-16,0 2 0 15,0 0 0-15,0-3 0 0,0 1 0 16,6-2 0-16,-2 0 0 0,7-1 0 15,-5-1 0-15,4 1 0 16,0 0 0-16,1 0 0 0,-1 1 0 0,0 0 0 16,1-2 0-16,-1 1 0 15,0-2 0-15,1 1 0 0,1 0 0 16,-4-1 0-16,3-1 0 0,-1 2 0 16,-4-2 0-16,5 1 0 0,-1 0 0 15,-4 0 0-15,2 1 0 0,1-2 0 16,-5 2 0-16,2 1 0 0,-2 1 0 15,2-2 0-15,-1 2 0 16,-1-1 0-16,-2-1 0 0,2 2 0 16,0 0 0-16,-2-1 0 0,6 3 0 15,-6-1 0-15,9 1 0 0,-5-1 0 16,2 0 0-16,-2 0 0 0,5 0 0 16,-1-2 0-16,3 2 0 15,-3 0 0-15,0 0 0 0,1-1 0 16,-3 2 0-16,-2-2 0 0,4-1 0 15,-3 1 0-15,-1 0 0 0,2-2 0 16,-2 1 0-16,0-3 0 16,3 4 0-16,-3-3 0 0,4 3 0 15,-4 0 0-15,5 1 0 0,-5-1 0 16,4 1 0-16,-1 2 0 0,1 0 0 16,0 2 0-16,1 1 0 0,-3 1 0 15,2 2 0-15,-2-1 0 0,3 1 0 16,-1 2 0-16,0 0 0 15,3 1 0-15,-3-1 0 0,1 1 0 16,-1 0 0-16,4 1 0 0,-1 1 0 16,1 2 0-16,-1 0 0 0,1-2 0 15,3 2 0-15,-1 0 0 0,3 1 0 16,-3-1 0-16,5 0 0 16,-5 2 0-16,5-2 0 0,0 1 0 15,-1 1 0-15,-3 0 0 0,4 3 0 16,-5 1 0-16,5 1 0 0,0 0 0 15,-1 1 0-15,1 0 0 16,0 0 0-16,1-2 0 0,-1-1 0 16,4-2 0-16,-2-3 0 0,-3-1 0 15,7 0 0-15,-6 1 0 0,6-2 0 16,-7 1 0-16,5 2 0 0,2-2 0 16,-4 0 0-16,-3 0 0 0,7 0 0 15,-6 0 0-15,0-2 0 0,-1 1 0 16,5-1 0-16,-8 1 0 15,7-1 0-15,-5 0 0 0,6 1 0 16,-4 0 0-16,1-1 0 0,-1-1 0 16,4-1 0-16,-3 0 0 15,-1-2 0-15,0-1 0 0,4-1 0 16,-5 0 0-16,1-1 0 0,-2 2 0 16,5-1 0-16,-3 0 0 0,0 1 0 15,-1 0 0-15,1-1 0 16,-2 1 0-16,1 1 0 0,5-1 0 15,-2 0 0-15,-2 1 0 0,3-1 0 16,-1 3 0-16,4-1 0 0,2 2 0 16,0-1 0-16,0 2 0 0,2-2 0 15,0-1 0-15,-2-1 0 0,2-2 0 16,4 1 0-16,-2 0 0 0,-2 1 0 16,2 0 0-16,2-1 0 15,-2 3 0-15,2 1 0 0,-2 1 0 16,5 2 0-16,-3 2 0 0,2-1 0 15,0-1 0-15,0-1 0 0,5-3 0 16,-7-1 0-16,-2-4 0 16,-2-3 0-16,0-4 0 0,-4-2 0 15,0-2 0-15,-2-3 0 0,-3-1 0 16,-1-4 0-16,-2 0 0 0,-7-1 0 16,5-3 0-16,-7-1 0 15,-4-2 0-15,-4-2 0 0,0-1 0 16,-2-1 0-16,0 0 0 0,-12-6 0 15,-1-1-1613-15,-11-7-2517 0</inkml:trace>
  <inkml:trace contextRef="#ctx0" brushRef="#br1" timeOffset="100029.04">13004 8871 2124 0,'0'0'217'0,"0"0"1095"16,0 0-319-16,0 0-461 0,0 0-116 15,0 0 128-15,0 0-248 0,0 0-7 16,0 0 159-16,-27 2-188 16,27-1-32-16,0-1 116 0,0 0-208 15,0 0-83-15,0 0-53 0,0 0 0 16,0 0 0-16,0 0 0 0,0 0 0 15,0 0 0-15,0 0 0 16,0 0 0-16,0 0 0 0,0 0 0 16,0 0 0-16,0 0 0 0,0 0 0 15,0 0 0-15,5 0 0 0,-3 0 0 16,4 0 0-16,-2 0 0 0,2 0 0 16,2 0 0-16,-6 0 0 0,7 1 0 15,-3-1 0-15,-2 1 0 0,2-1 0 16,0 0 0-16,-1 0 0 0,1 0 0 15,4 0 0-15,-4 0 0 16,5-1 0-16,-3 1 0 0,2 0 0 16,3 0 0-16,-3 0 0 0,4 0 0 15,-7 0 0-15,-1 0 0 0,-2 0 0 16,0 0 0-16,-2 1 0 16,6-1 0-16,-1 1 0 0,-1 0 0 15,-2-1 0-15,2 0 0 0,0 0 0 16,-1 1 0-16,1-1 0 0,2 0 0 15,-2 0 0-15,5 0 0 16,-1 0 0-16,0 0 0 0,-4 0 0 16,1 0 0-16,1 0 0 0,-2-1 0 15,4 0 0-15,-3 0 0 0,1-1 0 16,-2 0 0-16,0 1 0 0,1 0 0 16,-7 0 0-16,4 0 0 0,-4 1 0 15,4-1 0-15,-4 1 0 0,2 0 0 16,-2 0 0-16,0 0 0 0,4 0 0 15,-4 0 0-15,4 0 0 16,-2 0 0-16,-2 0 0 0,0 0 0 16,0 0 0-16,4 0 0 0,-4 0 0 15,4 0 0-15,-4 0 0 0,0 0 0 16,3 0 0-16,-3 0 0 16,0 0 0-16,0 0 0 0,0 0 0 15,0 0 0-15,0 0 0 0,0 0 0 16,0 0 0-16,0 0 0 0,0 0 0 15,0 0 0-15,0 0 0 16,0 0 0-16,0 0 0 0,0 0 0 16,0 0 0-16,0 0 0 0,0 0 0 15,0 0 0-15,0 0 0 0,-3-2-881 16,3 1-844-16,-8-3-1072 0</inkml:trace>
  <inkml:trace contextRef="#ctx0" brushRef="#br1" timeOffset="102504.63">13021 8917 1816 0,'0'0'48'0,"0"0"277"0,0 0 323 15,0 0-408-15,0 0 188 0,0 0 573 16,0 0-321-16,0 0-16 15,0 0 113-15,0 0-389 0,-11-13-20 16,9 13 204-16,-2 0-335 0,0 1-237 16,2 1 0-16,-2-1 0 0,4 1 0 15,0-2 0-15,0 0 0 16,0 0 0-16,0 0 0 0,4 0 0 16,-2 0 0-16,6 0 0 0,-1 0 0 15,-1 0 0-15,2-2 0 0,-2 0 0 16,0 0 0-16,3 1 0 0,-3-1 0 15,0 0 0-15,9 0 0 16,-3-1 0-16,7 1 0 0,-3-1 0 16,1 0 0-16,-1 0 0 0,3 1 0 15,-7 0 0-15,5 1 0 0,-7 0 0 16,0 0 0-16,-5 1 0 0,1-1 0 16,-2 1 0-16,2 0 0 0,-2 0 0 15,2-2 0-15,1 1 0 0,1 0 0 16,-2-1 0-16,0 1 0 0,3 0 0 15,-3 1 0-15,4 0 0 16,3 0 0-16,1 1 0 0,3 0 0 16,-1 0 0-16,-1-1 0 0,1 0 0 15,-1-1 0-15,-1-2 0 0,-6 0 0 16,3 0 0-16,-1 1 0 16,-6 0 0-16,2 0 0 0,-2 1 0 15,3-1 0-15,-3 2 0 0,2-1 0 16,4 0 0-16,-6-1 0 0,9 1 0 15,1-1 0-15,1-1 0 16,1 0 0-16,1-2 0 0,-1 2 0 16,-1 1 0-16,-5-1 0 0,1 2 0 15,1-1 0-15,-4 2 0 0,3 0 0 16,-5 0 0-16,4 0 0 0,0 0 0 16,1 0 0-16,-5 0 0 0,0-1 0 15,4-2 0-15,1 0 0 0,-1 1 0 16,0-1 0-16,-5 1 0 0,-3 2 0 15,8-2 0-15,-6 1 0 16,2-1 0-16,5 2 0 0,-7 0 0 16,6 0 0-16,0 0 0 0,3 0 0 15,-3 0 0-15,5-1 0 0,-5-1 0 16,0 0 0-16,1-1 0 16,-1-1 0-16,-4 1 0 0,0 0 0 15,-1 1 0-15,-1 0 0 0,-2 0 0 16,2 0 0-16,0 1 0 0,-2 0 0 15,2 0 0-15,0 1 0 16,-2 0 0-16,5 0 0 0,1 0 0 16,-2-1 0-16,4-1 0 0,-3 2 0 15,1-1 0-15,-2-1 0 0,-2 1 0 16,-2-1 0-16,2 2 0 0,-4-1 0 16,0 1 0-16,0 0 0 0,0-1 0 15,0 1 0-15,0 0 0 0,0 0 0 16,0 0 0-16,0 0 0 0,0 0 0 15,0 0 0-15,0 0 0 16,0 0 0-16,0 0 0 0,0 0 0 16,0 0 0-16,0 0 0 0,5 1 0 15,-3 0 0-15,2-1 0 0,8 0 0 16,-1 0 0-16,-1-1 0 16,4-2 0-16,-3 0 0 0,1 1 0 15,-2-3 0-15,5 0 0 0,1-2 0 16,9 0 0-16,-2-1 0 0,-2-1 0 15,-1 1 0-15,-3 2 0 16,-7 2 0-16,-2 0 0 0,-5 1 0 16,1 1 0-16,-4 1 0 0,4-1 0 15,-2 0 0-15,-2 0 0 0,0-1 0 16,4-1 0-16,2-2 0 0,5-4 0 16,3-1 0-16,3-3 0 0,-1 2 0 15,1 2 0-15,-3 2 0 0,1 0 0 16,-5 1 0-16,-2 1 0 0,2 2 0 15,-5 1 0-15,-1 0 0 16,2-1 0-16,0-1 0 0,2-1 0 16,-1-4 0-16,-1 1 0 0,4-4 0 15,1-1 0-15,-5 1 0 0,4 0 0 16,-2 2 0-16,3 0 0 16,-5 1 0-16,4 0 0 0,1 2 0 15,1 1 0-15,-2 0 0 0,5 0 0 16,-5 0 0-16,2 0 0 0,3-1 0 15,-5 1 0-15,5 0 0 16,-3-1 0-16,-2 0 0 0,5 0 0 16,-5 1 0-16,1 1 0 0,-5 0 0 15,4-1 0-15,3-1 0 0,-5 2 0 16,-2 0 0-16,0 2 0 0,3 0 0 16,-3 0 0-16,0-2 0 0,4-1 0 15,7-4 0-15,1-1 0 0,-1-1 0 16,4 0 0-16,-5 2 0 0,1 1 0 15,-3 1 0-15,-4-2 0 0,3 1 0 16,-5 1 0-16,2-1 0 16,-3 0 0-16,3-1 0 0,-4 0 0 15,5-1 0-15,-5 0 0 0,4 0 0 16,0 1 0-16,1-2 0 0,-3 1 0 16,-2-1 0-16,5 4 0 15,-1-2 0-15,-4-1 0 0,0 5 0 16,3 0 0-16,-3-1 0 0,0 1 0 15,-2 0 0-15,6-2 0 16,-3 0 0-16,3-3 0 0,0-3 0 0,1 2 0 16,-1 2 0-16,0 1 0 15,-3 0 0-15,3 1 0 0,-4 1 0 16,2 2 0-16,-1 1 0 0,-3 1 0 16,-2 0 0-16,6-1 0 0,-2-2 0 15,-2 2 0-15,3 0 0 0,-3 0 0 16,2 0 0-16,-2-1 0 0,2 0 0 15,0 0 0-15,-1-1 0 0,1 0 0 16,4-1 0-16,-4-3 0 16,9-2 0-16,-5 0 0 0,0-1 0 15,1 3 0-15,-5 0 0 0,0 4 0 16,-2 0 0-16,2 1 0 0,-6 3 0 16,5-2 0-16,-1 0 0 15,-2-1 0-15,4 1 0 0,-4 1 0 16,0 0 0-16,4-1 0 0,-1 1 0 15,-1-1 0-15,-2 0 0 0,2 0 0 16,-4 3 0-16,4-1 0 16,-2 0 0-16,2 3 0 0,-4-1 0 15,4-1 0-15,-2 0 0 0,3 2 0 16,-5-2 0-16,6 2 0 0,-2-2 0 16,2-1 0-16,-2 1 0 0,2-3 0 15,1 2 0-15,1-1 0 0,-2-2 0 16,0 1 0-16,5 2 0 0,-3-2 0 15,0-1 0-15,0 3 0 0,-1-3 0 16,-1 2 0-16,-2-1 0 16,2 3 0-16,-2-3 0 0,2 2 0 15,-1-2 0-15,1-1 0 0,2 1 0 16,0 1 0-16,-4-1 0 0,7-1 0 16,-5 2 0-16,4 1 0 15,-6-1 0-15,7 3 0 0,-5-1 0 16,0-1 0-16,-2 2 0 0,3-1 0 15,1-1 0-15,-2 2 0 0,0 0 0 16,2 0 0-16,-5-3 0 16,1 2 0-16,0-10-2114 0</inkml:trace>
  <inkml:trace contextRef="#ctx0" brushRef="#br1" timeOffset="104930.12">15503 7552 2160 0,'0'0'97'16,"0"0"1131"-16,0 0-680 0,0 0-264 15,0 0 41-15,0 0 95 0,0 0-176 16,0 0-8-16,-8-10 112 0,8 10-216 16,0 1-44-16,0 2 32 15,0 0-4-15,4 1 68 0,-4-3 137 16,4 0-125-16,-2 0 28 0,3-1 164 16,-5 0-280-16,6-2-36 0,-2 1 48 15,0-4-44-15,2 2 8 0,0-2-11 16,1 1-73-16,3 0 0 0,0-1 0 15,5-2 0-15,-1 0 0 0,-1 1 0 16,1 1 0-16,-8 1 0 0,1 3 0 16,-3 0 0-16,2 1 0 15,-2 0 0-15,2 1 0 0,0 1 0 16,-1 2 0-16,1 1 0 0,2-2 0 16,-2 2 0-16,0-1 0 15,-1-2 0-15,5 2 0 0,-4-1 0 16,2-1 0-16,1 2 0 0,-1 1 0 15,2 2 0-15,1-1 0 0,-5 0 0 16,0 0 0-16,4 1 0 16,-1 1 0-16,3 4 0 0,-2 2 0 15,-3-4 0-15,-3-2 0 0,2-3 0 16,-2 1 0-16,0-2 0 0,-2 4 0 16,6-1 0-16,-5 0 0 0,3-1 0 15,2 0 0-15,-6-1 0 0,6 0 0 16,-6 1 0-16,7 1 0 0,-3-1 0 15,0 3 0-15,0 0 0 0,-2-2 0 16,3 4 0-16,1-1 0 0,-2 1 0 16,-2-3 0-16,2 2 0 15,-1-5 0-15,-3 3 0 0,2-1 0 16,2 1 0-16,2 1 0 0,1 1 0 16,-1 2 0-16,-2 1 0 15,0-1 0-15,2 1 0 0,-1-1 0 16,-1-1 0-16,-2 2 0 0,2-3 0 15,2 2 0-15,1 1 0 16,-5-1 0-16,2 1 0 0,2 0 0 16,-1 0 0-16,-1-1 0 0,-2 1 0 15,2 1 0-15,2 0 0 0,-1-1 0 16,-1 3 0-16,0-2 0 0,2 2 0 16,3 0 0-16,-1 0 0 0,0 0 0 15,1 2 0-15,-1-2 0 0,2 1 0 16,-1 2 0-16,-1-1 0 0,0 1 0 15,3 1 0-15,-3 1 0 0,0 1 0 16,1-1 0-16,3 1 0 16,-1-2 0-16,-3 1 0 0,0-1 0 15,5-1 0-15,-1 0 0 0,-1 0 0 16,3 2 0-16,-1-1 0 16,1 3 0-16,3-1 0 0,-3 1 0 15,-3 1 0-15,5-2 0 0,-1 0 0 16,-1-1 0-16,1 1 0 15,-3-2 0-15,3 1 0 0,4-2 0 16,-5-2 0-16,-1 1 0 0,1 1 0 16,1-2 0-16,1 1 0 0,-1 1 0 15,-3-2 0-15,3 1 0 0,-5 0 0 16,3 0 0-16,5 2 0 0,-3 1 0 16,-1 0 0-16,3 0 0 0,-2-1 0 15,3-1 0-15,1 1 0 0,0-1 0 16,-3 0 0-16,3-1 0 15,0 2 0-15,3 1 0 0,-7-2 0 16,8 2 0-16,-7 1 0 0,3-1 0 16,-2-1 0-16,-1 0 0 0,3 3 0 15,-1-3 0-15,1 1 0 16,0 0 0-16,2 0 0 0,-3-2 0 16,5 1 0-16,-2 0 0 0,2 0 0 15,-3 2 0-15,3-1 0 0,2 0 0 16,-2 3 0-16,-2-3 0 15,3 2 0-15,-1-3 0 0,2 0 0 16,-2-2 0-16,2 0 0 0,-2-2 0 16,1 0 0-16,-3 0 0 0,4 0 0 15,-6-1 0-15,6 1 0 0,-3-1 0 16,1-1 0-16,2 2 0 0,-4 0 0 16,6 0 0-16,-2 0 0 0,0 0 0 15,4-2 0-15,-5 1 0 0,1-2 0 16,4 0 0-16,-4 0 0 15,4 0 0-15,-4 2 0 0,4-1 0 16,2 0 0-16,-2-1 0 0,0 0 0 16,0 0 0-16,2 1 0 15,-2-1 0-15,4 2 0 0,-2-1 0 16,-2-2 0-16,0 0 0 0,0-1 0 16,-4 0 0-16,0 0 0 0,4-2 0 15,-4 2 0-15,4-2 0 0,0 2 0 16,0-3 0-16,0 2 0 0,0-2 0 15,2 3 0-15,-2 0 0 16,-4-1 0-16,4 3 0 0,0-1 0 16,-2 2 0-16,2-2 0 0,0 4 0 15,0-3 0-15,0 0 0 0,-4 0 0 16,6 1 0-16,-2-1 0 0,-2 0 0 16,0 0 0-16,0-1 0 0,0-1 0 15,0-3 0-15,2-1 0 16,-2 0 0-16,0-1 0 0,0 1 0 15,-3-1 0-15,-1 0 0 0,2-3 0 16,0-2 0-16,-6 0 0 0,-1-1 0 16,1-1 0-16,-2-3 0 0,-5 1 0 15,-2 0 0-15,-3 1 0 16,-5 1 0-16,0-2 0 0,0 1 0 16,-2-2 0-16,6 1 0 0,-5-3 0 15,-3 1-737-15,0-1-2012 0</inkml:trace>
  <inkml:trace contextRef="#ctx0" brushRef="#br1" timeOffset="107906.97">18567 9199 2104 0,'0'0'2314'16,"0"0"-1582"-16,0 0 236 15,0 0-271-15,-8 54-153 0,8-23 208 16,4 6-671-16,0 6-81 0,0 5 0 16,-2 7 0-16,2 7 0 0,-4 5 0 15,-8 11 0-15,-9 8 0 0,-9 4 0 16,-5 5 0-16,-7 0 0 0,-5-2 0 16,-3 2 0-16,-1-2 0 0,3 0 0 15,-1 0 0-15,4-5 0 16,-7-4 0-16,1-5 0 0,-3-4 0 15,0-6 0-15,-3-7 0 0,5-8 0 16,7-10 0-16,4-11 0 16,6-14 0-16,8-18 0 0,6-12 0 0,13-23 0 15,6-22-373-15,6 7-1672 16,9-16-1492-16</inkml:trace>
  <inkml:trace contextRef="#ctx0" brushRef="#br1" timeOffset="108172.83">18569 9296 6062 0,'0'0'525'0,"0"0"-57"0,0 0 524 16,0 0-847-16,0 0-145 15,41 32 0-15,-24-2 0 0,1 7 0 16,-1 3 0-16,8-3 0 0,-2 2 0 16,-1-1 0-16,-1-1 0 15,-2-4 0-15,-3-5 0 0,-6-4 0 16,-3-5 0-16,-1-6 0 0,-4-6 0 16,-2-3-445-16,-2-4-2716 0</inkml:trace>
  <inkml:trace contextRef="#ctx0" brushRef="#br1" timeOffset="108390.74">18637 9171 3449 0,'0'0'2137'0,"0"0"-1301"0,-60-10 101 16,15 22-353-16,-9 9-335 15,-4 9-249-15,-4 3 0 0,4 3 0 16,11-3 0-16,16-2 0 0,14-6 0 16,15-8 0-16,14-8 0 0,5-6 0 15,8-10-3875-15</inkml:trace>
  <inkml:trace contextRef="#ctx0" brushRef="#br1" timeOffset="109119.74">19179 8907 5994 0,'0'0'805'15,"0"0"-193"-15,0 0 169 16,0 0-781-16,-27 56 0 0,6-16 0 16,-2 6 0-16,1-4 0 0,7-4 0 15,1-3 0-15,10-2 0 0,2-4 0 16,-3-4 0-16,5-4 0 0,0-8 0 16,0-5 0-16,5-6 0 0,-3-2 0 15,0-2 0-15,4-13 0 0,4-14 0 16,5-10 0-16,1-10 0 15,3-3 0-15,2 0 0 0,-1-1 0 16,5 4 0-16,0 5 0 0,-7 12 0 16,1 13 0-16,-9 8 0 0,-3 8 0 15,-1 3 0-15,-2 7 0 0,2 7 0 16,0 15 0-16,-2 6 0 16,1 6 0-16,-10 1 0 0,1-4 0 15,-2-1 0-15,0-7 0 0,2-5 0 16,4-9 0-16,0-5 0 0,0-6 0 15,0-5 0-15,8-1 0 16,4-14 0-16,11-11 0 0,2-11 0 16,2-3 0-16,-2 2 0 0,-9 7 0 15,5 4 0-15,-9 9 0 0,-3 7 0 16,-3 5 0-16,-6 4 0 0,4 2 0 16,-2 5 0-16,-2 10 0 0,0 10 0 15,-2 9 0-15,-6 1 0 0,1-2 0 16,3-2 0-16,4-4 0 15,11-3 0-15,7-3 0 0,5-6 0 16,-2-5-1726-16,3-8-1571 0</inkml:trace>
  <inkml:trace contextRef="#ctx0" brushRef="#br1" timeOffset="109426.98">19929 8938 2613 0,'0'0'5426'0,"-16"-50"-5273"0,3 26-153 0,-5 8 0 0,1 6 0 15,-4 4 0-15,1 5 0 16,-1 1 0-16,2 8 0 0,-1 6 0 0,-3 7 0 16,0 6 0-16,3 8 0 15,-1 0 0-15,4 4 0 0,13 1 0 16,4-3 0-16,4-3 0 0,17-6 0 16,4-4 0-16,8-8 0 0,4-6 0 15,4-6 0-15,-3-6 0 0,-7-7 0 16,-6-5 0-16,-7-6 0 15,-8-3 0-15,-1-4 0 0,-7-4 0 16,-2-2 0-16,-4-4 0 0,-3-2 0 16,1 7 0-16,2 3 0 0,4 8 0 15,0 10 0-15,0 3 0 0,0 5 0 16,0 2-1209-16,0 0-596 16,6 1-664-16</inkml:trace>
  <inkml:trace contextRef="#ctx0" brushRef="#br1" timeOffset="109619.06">20059 9039 5134 0,'0'0'948'0,"2"37"-275"0,0-24 67 15,-2-6-416-15,0-4-16 0,0-2-243 16,0-1-65-16,-2-3 0 0,0-8 0 16,-2-8 0-16,4-6 0 0,0-3 0 15,6 2 0-15,7 3 0 0,-1 3 0 16,-1 4 0-16,7 1 0 15,-3 3 0-15,-3 2 0 0,0 1 0 16,-1 4 0-16,-1 2 0 0,-4 0 0 16,-6 3-1778-16,4 0-455 0,-4 1-1680 0</inkml:trace>
  <inkml:trace contextRef="#ctx0" brushRef="#br1" timeOffset="109862.52">20161 8958 4906 0,'0'0'1428'15,"0"0"-663"-15,37 20 328 0,-8-18-1093 16,8-2 0-16,0-8 0 0,0-3 0 15,5-1 0-15,-15-5 0 16,-3-1 0-16,-7-2 0 0,-11-1 0 16,-6-1 0-16,-4-1 0 0,-10 3 0 15,-5 6 0-15,-2 6 0 0,-8 8 0 16,-6 12 0-16,-6 8 0 0,0 9 0 16,3 6 0-16,5 4 0 0,19 3 0 15,10 1 0-15,14 0 0 0,17-3 0 16,6-8 0-16,10-3 0 15,11-11 0-15,10-7 0 0,-14-5 0 16,6-6-2634-16</inkml:trace>
  <inkml:trace contextRef="#ctx0" brushRef="#br1" timeOffset="110280.5">21254 8953 5058 0,'0'0'1128'0,"0"0"-171"15,0 0 92-15,-2-42-1049 16,-8 23 0-16,-1-1 0 0,-5 4 0 16,-3 3 0-16,-3 7 0 0,5 6 0 15,-4 6 0-15,1 12 0 0,5 9 0 16,-1 6 0-16,3 6 0 15,3 1 0-15,6-1 0 0,4-2 0 16,6-5 0-16,8-5 0 0,7-9 0 16,6-8 0-16,4-8 0 0,0-8 0 15,2-11 0-15,-2-9 0 0,-4-7 0 16,-6 5-281-16,-7-4-1568 0</inkml:trace>
  <inkml:trace contextRef="#ctx0" brushRef="#br1" timeOffset="110470.28">21372 8506 5878 0,'0'0'1645'0,"0"0"-976"0,0 0-669 16,0 0 0-16,0 0 0 0,-17 55 0 15,-1-11 0-15,1 9 0 0,-3 2 0 16,5 2 0-16,-1-2 0 16,3 2 0-16,7-3 0 0,6-4 0 15,4-6 0-15,11-5 0 0,3-5 0 16,5-8 0-16,8-9-1461 15,-10-8-428-15,1-9-1129 0</inkml:trace>
  <inkml:trace contextRef="#ctx0" brushRef="#br1" timeOffset="110810.3">21562 8901 6470 0,'0'0'1121'0,"-6"-41"-520"0,0 28-601 15,-3 9 0-15,3 4 0 0,-4 4 0 16,-7 9 0-16,-1 5 0 0,-1 5 0 15,-1 1 0-15,3 2 0 16,-2 0 0-16,7 0 0 0,4-1 0 16,1-2 0-16,7 1 0 0,0-3 0 15,7-6 0-15,3-3 0 16,9-7 0-16,1-5 0 0,-1-7 0 16,6-7 0-16,-7-5 0 0,1-5 0 15,-3-2 0-15,-1-1 0 0,-5 3 0 16,1 2 0-16,-5 9 0 0,-4 5 0 15,-2 6 0-15,0 2 0 16,0 7 0-16,0 6 0 0,-2 6 0 16,0 1 0-16,-2 5 0 0,-1-2 0 15,1-1 0-15,2 0 0 0,2-5 0 16,0-2 0-16,6-6-601 0,5-3-1232 16,-1-4 244-16,3-2-472 0</inkml:trace>
  <inkml:trace contextRef="#ctx0" brushRef="#br1" timeOffset="111134.75">21761 9000 2697 0,'0'0'3173'0,"0"0"-2096"16,0 0-17-16,-31 49-875 0,16-28-185 15,7 1 0-15,-3-2 0 16,3-1 0-16,6-3 0 0,0-6 0 16,2-2 0-16,0-6 0 0,2 0 0 15,0-2 0-15,6-1 0 0,5-8 0 16,3-10 0-16,3-5 0 15,0-3 0-15,-1-4 0 0,1 5 0 16,-1-3 0-16,1 6 0 0,-4 4 0 16,-1 8 0-16,-8 7 0 0,-2 4 0 15,0 3 0-15,1 9 0 0,3 5 0 16,-2 5 0-16,-2 0 0 0,-2 2 0 16,-2-2 0-16,0 3 0 0,-2-2 0 15,-2 1 0-15,0-4 0 0,0-1 0 16,0-3 0-16,2 0 0 15,2-3 0-15,0-1 0 0,0-5 0 16,0-4 0-16,6 0 0 0,6-3 0 16,5-6-869-16,3 0-1368 0,-1-5-2365 0</inkml:trace>
  <inkml:trace contextRef="#ctx0" brushRef="#br1" timeOffset="111726.46">21930 9032 3125 0,'0'0'2545'0,"-12"36"-1124"0,10-18-841 0,2-7-120 0,0-2-399 15,2-5-61-15,0 0 0 0,4-3 0 16,4-1 0-16,7-11 0 15,8-7 0-15,-1-9 0 0,5-1 0 16,-4 0 0-16,-2 6 0 0,-4 1 0 16,-5 8 0-16,-6 5 0 0,-4 4 0 15,-4 4 0-15,5 2 0 16,-3 10 0-16,-2 13 0 0,-7 7 0 16,3 6 0-16,-4 4 0 0,0-2 0 15,-3 0 0-15,5-2 0 0,4-2 0 16,2-6 0-16,6-3 0 15,7-4 0-15,1-4 0 0,3-5 0 16,3-4-681-16,-3-8-247 0,-1-2-2122 0</inkml:trace>
  <inkml:trace contextRef="#ctx0" brushRef="#br1" timeOffset="112185.08">22129 9768 5570 0,'-15'39'936'0,"3"-2"257"0,3 0-700 15,3-11-493-15,2-8 0 16,4-6 0-16,-2-9 0 0,2-3 0 15,0-1 0-15,6-16 0 0,0-12 0 16,5-13 0-16,3-6 0 0,-1-6 0 16,-1-3 0-16,0-7 0 0,-1-4 0 15,3-10 0-15,1-1 0 0,3 1 0 16,5 4 0-16,4 12 0 0,4 11 0 16,0 9 0-16,-2 13 0 0,-6 8 0 15,-7 10 0-15,-6 6 0 0,-5 4 0 16,-3 1 0-16,2 6 0 15,-4 5 0-15,4 5 0 0,-4 3 0 16,-4 1 0-16,-2 0 0 0,-9-1 0 16,-6 0 0-16,-5 1 0 0,-3-2 0 15,-4-1 0-15,-1-1 0 16,10-4 0-16,3-4 0 0,7-2 0 16,5-6 0-16,5 0-305 0,4-3-615 15,4-6-173-15,9 1-1472 0,7-3-404 0</inkml:trace>
  <inkml:trace contextRef="#ctx0" brushRef="#br1" timeOffset="112320.89">22571 9108 6342 0,'0'0'1525'0,"0"0"-1200"0,0 0-325 16,0 0 0-16,-50 46 0 0,25-18 0 16,5 0 0-16,3-5 0 0,9-3 0 15,2-1 0-15,4-3 0 0,2-4-201 16,0-5-1496-16,0-6-644 0</inkml:trace>
  <inkml:trace contextRef="#ctx0" brushRef="#br1" timeOffset="112473.85">22676 8692 6595 0,'0'0'32'15,"0"0"8"-15,0 0 188 0,0 0-228 16,0 0-505-16,0 0-1235 15,0 40-213-15</inkml:trace>
  <inkml:trace contextRef="#ctx0" brushRef="#br1" timeOffset="113064.81">22658 9268 6126 0,'0'0'881'0,"0"0"287"16,0 0-1151-16,0 0-17 0,0 0 0 15,0 0 0-15,43-32 0 0,-28 2 0 16,-3 3 0-16,0 1 0 15,1 5 0-15,-5 5 0 0,-2 8 0 16,-4 6 0-16,-2 2 0 0,0 11 0 16,0 10 0-16,-4 6 0 0,2 1 0 15,0 0 0-15,4-6 0 16,6-3 0-16,7-3 0 0,6-6 0 16,5-4 0-16,1-6 0 0,4 0 0 15,0-6 0-15,-4-4 0 0,-6 0 0 16,-5-2-113-16,-5 4-35 15,-5-2 124-15,-6-2 24 0,-2-2 180 16,-4 0-75-16,-7 5-105 0,-1 5 0 16,-1 4 0-16,-1 2 0 0,-3 8 0 15,3 3 0-15,-1 2 0 0,3 2 0 16,3-2 0-16,7-1 0 0,6-3 0 16,11-5 0-16,9-2 0 0,3-4 0 15,6-5 0-15,-2-6 0 0,-2-2 0 16,-2 0 0-16,-5-1 0 15,-5 4 0-15,-5 4 0 0,-4 2 0 16,-3 4 0-16,-1 2 0 0,0 15 0 16,-2 16 0-16,0 13 0 0,-2 9 0 15,2 2 0-15,0-3 0 16,2 2 0-16,-2-2 0 0,0 2 0 16,-9 1 0-16,-7-2 0 0,-7-1 0 15,-10-1 0-15,-6-3 0 16,-11-2 0-16,1-8 0 0,-7-10 0 0,4-9 0 15,5-12 0-15,3-9 0 16,3-7 0-16,12-13 0 0,2-12 0 16,4-8 0-16,11-12 0 0,8-3 0 15,8 2 0-15,16 5 0 0,14 8 0 16,7 3 0-16,9 5 0 0,1 2 0 16,7 1 0-16,0 4 0 0,-6-1 0 15,-15 7 0-15,-8-6-1629 0</inkml:trace>
  <inkml:trace contextRef="#ctx0" brushRef="#br0" timeOffset="115808.97">16041 5267 6014 0,'0'0'2045'0,"0"0"-1912"0,0 0-133 15,0 0 0-15,0 0 0 16,-4 44 0-16,2-12 0 0,-2 9 0 16,4 6 0-16,0 1 0 0,0 5 0 15,0 3 0-15,0-2 0 16,4-2 0-16,0-5 0 0,-2-9 0 16,4-4 0-16,2-10 0 0,-1-9 0 15,3-11-633-15,-4-4-716 0,-2-9-1828 0</inkml:trace>
  <inkml:trace contextRef="#ctx0" brushRef="#br0" timeOffset="116025.16">16105 5299 6530 0,'0'0'1297'0,"0"0"-932"0,0 0-365 16,0 0 0-16,0 0 0 15,0 0 0-15,0 0 0 0,0 0 0 16,0 0 0-16,39 61 0 0,-20-29 0 16,-5 5 0-16,3-2 0 0,-7-3 0 15,5 1 0-15,-9-5 0 16,2-4-365-16,-6-7-711 0,2-6-2362 0</inkml:trace>
  <inkml:trace contextRef="#ctx0" brushRef="#br0" timeOffset="116359.04">16250 5487 3245 0,'0'0'4498'0,"0"0"-4049"0,0 0-449 16,0 0 0-16,0 0 0 0,27-48 0 16,-11 25 0-16,1-4 0 0,1 5 0 15,-5 1 0-15,1 2 0 16,-2 1 0-16,-1 2 0 0,-1 7 0 15,-6 3 0-15,2 3 0 0,-6 1 0 16,5 2 0-16,-3 0 0 0,0 4 0 16,0 5 0-16,6 8 0 0,-6 4 0 15,4 5 0-15,-2 5 0 0,1 5 0 16,-5 6 0-16,2 6 0 16,2 4 0-16,-4 0 0 0,4 3 0 15,-2-4 0-15,2-4 0 0,2-9 0 16,5-5 0-16,-1-10 0 0,4-11 0 15,-3-8-1053-15,-5-4-552 0,0-8-3929 0</inkml:trace>
  <inkml:trace contextRef="#ctx0" brushRef="#br0" timeOffset="116625.1">16539 5719 2257 0,'0'0'3821'15,"0"0"-2788"-15,33 2-537 0,-8-10 60 16,-2-4-527-16,1-3-29 15,1-3 0-15,-2-3 0 0,-6-2 0 16,-3 1 0-16,-4-1 0 0,-8 3 0 16,-2 0 0-16,-8 3 0 0,-6 3 0 15,-1 2 0-15,-5 7 0 16,-3 5 0-16,-2 7 0 0,4 13 0 16,-1 7 0-16,-3 6 0 0,8 6 0 15,3 3 0-15,8-1 0 0,6-3 0 16,8-2 0-16,4-7 0 0,15-8 0 15,0-9 0-15,4-10 0 0,0-12 0 16,4-9 0-16,-4-13-385 16,-8 5-1536-16,-2-4-620 0</inkml:trace>
  <inkml:trace contextRef="#ctx0" brushRef="#br0" timeOffset="116824.66">16893 5169 6915 0,'0'0'1032'0,"0"0"-787"0,0 0-245 16,0 0 0-16,-21 44 0 0,19-11 0 16,-2 10 0-16,4 4 0 0,4 4 0 15,-2 1 0-15,6 4 0 16,-6-2 0-16,2-1 0 0,0-3 0 16,-4-4 0-16,0-7 0 0,0-6 0 15,0-6 0-15,0-9 0 0,0-9-2302 16,-4-9-327-16</inkml:trace>
  <inkml:trace contextRef="#ctx0" brushRef="#br0" timeOffset="116947.94">16828 5632 5678 0,'0'0'1705'0,"0"0"-1393"0,0 0 132 16,27-36-391-16,-6 19-53 0,0 2 0 16,1 0 0-16,-1 5 0 0,0 1 0 15,4 6-409-15,-9 1-912 0,1 2-375 16</inkml:trace>
  <inkml:trace contextRef="#ctx0" brushRef="#br0" timeOffset="117229.44">17097 5566 1340 0,'0'0'5219'0,"0"0"-4399"15,-33 6-260-15,19 1-307 16,-3 6-253-16,1 6 0 0,-3 6 0 16,2 3 0-16,5 4 0 0,2-2 0 15,6 0 0-15,4-7 0 0,10-6 0 16,4-6 0-16,3-7 0 0,6-4 0 15,1-8 0-15,-1-6 0 0,2-5 0 16,-4-1 0-16,-5 1 0 16,-6 1 0-16,1 6 0 0,-7 4 0 15,-2 3 0-15,-2 3 0 0,0 1 0 16,0 1 0-16,-2 0 0 0,-2 11 0 16,0 8 0-16,2 7 0 0,-3 2 0 15,5-1 0-15,0-6 0 0,5-6 0 16,1-5 0-16,0-2 0 0,4-5-621 15,1 0-1540-15,-3-5-8 0</inkml:trace>
  <inkml:trace contextRef="#ctx0" brushRef="#br0" timeOffset="117415.01">17291 5154 7167 0,'0'0'1025'16,"0"0"-1025"-16,0 0 0 0,0 42 0 15,0 6 0-15,0 13 0 0,5 13 0 16,-5 2 0-16,2 3 0 0,2 0 0 16,2-8 0-16,2-10 0 15,5-12 0-15,5-9 0 0,1-11 0 16,2-13 0-16,-7-7-1441 0,3-10-1909 0</inkml:trace>
  <inkml:trace contextRef="#ctx0" brushRef="#br0" timeOffset="118048.06">17932 5544 1348 0,'0'0'688'0,"0"0"2634"15,21-48-2274-15,-15 39-419 0,-6 0 219 16,-6 2-539-16,-6 6-309 0,-9 1 0 15,-8 4 0-15,-4 8 0 0,2 8 0 16,0 2 0-16,-2 3 0 16,6 0 0-16,2-1 0 0,11-6 0 15,7-4 0-15,3-6 0 0,4 0 0 16,4 1 0-16,13 2 0 0,4 0 0 16,10 4 0-16,4-4 0 0,-4 0 0 15,-2 1 0-15,2-1 0 0,-4-1 0 16,-7 2 0-16,-9 1 0 0,-11 1 0 15,-2 3 0-15,-11-1 0 16,-3 0 0-16,-5-3 0 0,-6-2 0 16,0-3 0-16,0-7 0 0,0-1 0 15,3-6 0-15,9-7 0 16,5-4-25-16,4-3-551 0,6-1-981 16,0 4-352-16,0 1-1408 0</inkml:trace>
  <inkml:trace contextRef="#ctx0" brushRef="#br0" timeOffset="118465.87">17963 6068 2317 0,'-4'43'1976'0,"-2"2"-907"0,0 5-365 15,2-8 229-15,-3-3-481 0,3-5-60 16,2-8-43-16,2-6-349 15,-2-9 0-15,2-5 0 0,-2-5 0 16,2-1 0-16,0-11 0 0,0-15 0 16,2-10 0-16,2-15 0 15,-4-8 0-15,0-4 0 0,0-12 0 16,0-3 0-16,0-5 0 0,4 0 0 16,3 8 0-16,3 14 0 0,11 13 0 15,5 15 0-15,-1 8 0 0,-2 6 0 16,-2 5 0-16,-1 5 0 0,-3 6 0 15,-7 2 0-15,5 1 0 0,-5 6 0 16,-4 1 0-16,0 3 0 0,-1 3 0 16,-10 3 0-16,-1 2 0 0,-8 3 0 15,-3 1 0-15,-5 0 0 16,1-4 0-16,0-3 0 0,0-4 0 16,7-5 0-16,6-4 0 0,-1 0 0 15,3-2-585-15,2-1-504 0,4 0-275 16,0-3-3050-16</inkml:trace>
  <inkml:trace contextRef="#ctx0" brushRef="#br0" timeOffset="118633.7">18261 5730 1788 0,'0'0'3810'0,"0"0"-2525"16,0 0-669-16,2 34-96 0,-4-28-347 15,0-3-173-15,2 1 0 0,-2-4 0 16,2 0 0-16,0-7 0 0,0-9 0 15,2-4 0-15,0-4 0 0,-2-1 0 16,2 3 0-16,-2 1 0 16,6 3 0-16,-2 1 0 0,7 1-401 15,1-2-723-15,-4 5-25 0,3-1-704 0</inkml:trace>
  <inkml:trace contextRef="#ctx0" brushRef="#br0" timeOffset="118821.89">18490 5526 1392 0,'0'0'4762'16,"-18"59"-3925"-16,3-22 107 0,3-3-687 16,-3 0-257-16,1-2 0 0,8-4 0 15,0-8 0-15,6-6 0 16,0-5 0-16,2-6 0 0,6-3-21 16,2-10-499-16,9-13-120 0,-1-12-681 15,-1 5-96-15,-3-4-267 0</inkml:trace>
  <inkml:trace contextRef="#ctx0" brushRef="#br0" timeOffset="118914.91">18526 5305 4598 0,'0'0'948'0,"6"-53"-284"0,-2 34 305 16,-4 11-577-16,0 4-224 15,0 4-88-15,0 0-80 0,0 10-12 16,6 9-632-16,2 9-285 0,3 8-167 16,-3-8-913-16,-4 4-772 0</inkml:trace>
  <inkml:trace contextRef="#ctx0" brushRef="#br0" timeOffset="119489.5">18573 5642 4069 0,'-2'39'1297'15,"2"-5"-425"-15,0-4 285 0,2-14-665 16,2-7-187-16,-2-4-305 0,0-4 0 16,5-1 0-16,-1-12 0 0,10-11 0 15,3-9 0-15,2-5 0 16,-3 1 0-16,-1 6 0 0,-3 8 0 16,-3 8 0-16,-7 7 0 0,-2 5 0 15,-2 3 0-15,0 8 0 0,-2 10 0 16,-2 5 0-16,-1 3 0 0,3-2 0 15,2-5 0-15,4-2 0 0,5-4 0 16,5-3-361-16,-1-5-131 0,5-5-120 16,-1-3 411-16,-1-7 169 15,3-3 28-15,-7-3 8 0,-1-2 77 16,-3 2 255-16,-6-2-168 0,-6 4 8 16,-7 1 144-16,-1 4-136 0,-4 2-48 15,1 4-24-15,1 2-108 16,1 2 20-16,5 6-24 0,2-1-8 0,2 0 8 15,4-3-4-15,0 2-36 16,4 0 24-16,0-2 12 0,2 0-36 16,4-1 40-16,1-2 24 0,-5-1-20 15,4 0 124-15,-4-2-15 16,-1 1-113-16,1 1 0 0,-2 4 0 16,0 12 0-16,0 16 0 0,2 12 0 15,1 8 0-15,-1 3 0 0,-2-4 0 16,2-2 0-16,2-3 0 0,-6-5 0 15,-2-2 0-15,-10-3 0 0,-6-3 0 16,-5-2 0-16,-2-5 0 0,-8-6 0 16,-4-5 0-16,2-7 0 15,-2-6 0-15,6-2 0 0,0-8 0 16,6-6 0-16,5-4 0 0,1-3 0 16,11-1 0-16,2 0 0 0,8 0 0 15,8-2 0-15,7-3 0 0,8-2 0 16,10-6 0-16,6-1-89 0,3-4-679 15,-9 10-1005-15,-2-1-428 0</inkml:trace>
  <inkml:trace contextRef="#ctx0" brushRef="#br0" timeOffset="119767.81">19071 5627 6779 0,'0'0'1200'0,"0"0"-987"0,0 0-213 15,0 0 0-15,0 0 0 0,0 0 0 16,-20-34 0-16,13 32 0 0,-1 0 0 15,-2 4 0-15,-9 9 0 0,1 4 0 16,5 5 0-16,5 0 0 16,8-3 0-16,4-4 0 0,11 0 0 15,5 0 0-15,7-3 0 0,4-1 0 16,2 0 0-16,4 2 0 0,-6 0 0 16,-4 0 0-16,-6-1 0 0,-11 2 0 15,-4-1 0-15,-6 2 0 16,-8 0 0-16,-10 3 0 0,1-1 0 15,-8-1 0-15,-2 0 0 0,0-2 0 16,-4-5 0-16,7-4 0 0,1-3 0 16,0-9 0-16,11 2 0 0,-5-9-2458 0</inkml:trace>
  <inkml:trace contextRef="#ctx0" brushRef="#br0" timeOffset="122788.05">15582 5259 4085 0,'0'0'721'0,"-4"45"487"0,-2-18-475 16,-3 2-161-16,3-1 84 0,0-1-484 16,-2-1-127-16,1-4-45 0,7-2 0 15,0-2 0-15,7-2 0 16,1 1 0-16,4 1-133 0,-1 0-1367 16,-3-4-485-16,0 1-1045 0</inkml:trace>
  <inkml:trace contextRef="#ctx0" brushRef="#br0" timeOffset="122972.78">15601 6118 2369 0,'0'0'2389'0,"0"59"-1829"15,0-26-452-15,0 0-108 0,0 1-136 16,4 3-480-16,-4 2 23 0,4 1 273 16,-2 3 268-16,-2-1-116 0,0 0 92 15,0 2 72-15,-2 2 4 0,-2 3 0 16,0 0-352-16,-3-11-344 15,3 1-585-15</inkml:trace>
  <inkml:trace contextRef="#ctx0" brushRef="#br0" timeOffset="123181.72">15584 7458 6575 0,'-6'44'544'15,"0"-1"-532"-15,-3 6-24 0,3-5-44 16,2-1-204-16,2-4-125 0,2-6-15 15,0-3 224-15,6-3-252 0,0 0-112 16,-2 1 540-16,3-2 396 16,-7 0 720-16,0-1-743 0,0-2-173 15,-7 1 8-15,3 0-188 0,2-2-8 16,-2 3-12-16,0 4-152 0,2 0-152 16,-2 4-557-16,0 1 69 15,4 1-65-15,0-10-1412 0,0 2 613 0</inkml:trace>
  <inkml:trace contextRef="#ctx0" brushRef="#br0" timeOffset="123298.75">15547 8449 416 0,'0'44'3161'16,"-4"2"-1872"-16,-3 6-569 0,1-2-84 16,-2 2-492-16,-4 0-80 0,5 0-64 15,-1-2-24-15,-2-2-208 0,4-1-496 16,-1-3-104-16,-1-1-185 0,2-12-1200 16,6-1 1293-16</inkml:trace>
  <inkml:trace contextRef="#ctx0" brushRef="#br0" timeOffset="123374.97">15474 9249 1340 0,'5'38'2661'16,"-5"1"-2389"-16,0 4-232 15,0-8 81-15,0 2-121 0,-5 1-32 16,-1-4-1045-16,2-8-96 0,-2 0-35 16</inkml:trace>
  <inkml:trace contextRef="#ctx0" brushRef="#br0" timeOffset="123515.33">15446 9709 2465 0,'0'0'2245'0,"-9"51"-1053"0,9-20-900 16,-2 0 60-16,-2 4 413 0,4 4-389 15,0 5-228-15,0 5 16 0,0 4-80 16,0 4-16-16,4 1-40 0,2 0-15 15,-1 3-13-15,-3-2 0 16,-2-2 0-16,4-7 0 0,-4-9-225 16,-4-9-199-16,-3-13-204 0,-3-9-1621 15,0-14-2417-15</inkml:trace>
  <inkml:trace contextRef="#ctx0" brushRef="#br0" timeOffset="124136.07">15574 5238 3493 0,'0'0'2577'0,"0"0"-1480"15,0 0-757-15,0 0-32 0,0 0-180 16,0 0-128-16,0 0-260 0,0 0-1989 16,0 0-3185-16</inkml:trace>
  <inkml:trace contextRef="#ctx0" brushRef="#br0" timeOffset="153244.91">3390 7758 2140 0,'0'0'2518'0,"0"0"-2102"15,0 0-124-15,0 0 544 0,0 0-371 16,0 0-117-16,0 0 268 0,0 0-324 15,0 0-32-15,0-19-251 0,0 19-9 16,0 0 0-16,0 6 0 16,0 2 0-16,2 6 0 0,6 9 0 0,-6 2 0 15,1 6 0-15,-1 2 0 16,2 5 0-16,-4 3 0 0,0 7 0 16,-4 0 0-16,4 2 0 0,4 2 0 15,-2-1 0-15,6 4 0 0,-6 0 0 16,0 1 0-16,-2 2 0 0,0 3 0 15,-4 1 0-15,-2 4 0 16,2-3 0-16,-2 0 0 0,3-3 0 16,3-4 0-16,3-3 0 0,3-2 0 15,-2-2 0-15,2 1 0 0,0 3 0 16,0-1 0-16,-1 2 0 16,-3-3 0-16,-2 1 0 0,0 1 0 15,-2-1 0-15,2-3 0 0,-7-1 0 16,3-4 0-16,0-4 0 0,2-2 0 15,2-7 0-15,-4-7 0 0,2-8 0 16,2-8 0-16,0-5 0 16,-2-5 0-16,0-2-665 0,-4-14-3553 0</inkml:trace>
  <inkml:trace contextRef="#ctx0" brushRef="#br0" timeOffset="154779.62">3115 9722 4742 0,'0'0'1736'0,"0"0"-903"15,0 0-57-15,0 0-671 0,0 0-105 16,0 0 0-16,0 0 0 0,35 11 0 15,3 3 0-15,11-1 0 0,1-5 0 16,6-4 0-16,-3-4 0 16,1 0 0-16,-2-1 0 0,-7-3 0 15,-1-2 0-15,-3-1 0 0,-10 0 0 16,-4-4 0-16,-15 4-1293 0,-8 0-4406 0</inkml:trace>
  <inkml:trace contextRef="#ctx0" brushRef="#br0" timeOffset="155216.67">2954 9460 4345 0,'0'0'577'0,"0"0"423"0,-10 36-416 0,10-11-123 15,2 5 179-15,6 1-320 0,2 2-84 16,1 3-207-16,-1 0-29 16,0 2 0-16,-1 2 0 0,-1 1 0 15,-6 1 0-15,-2 0 0 0,-6 2 0 16,-5-2-517-16,-1-4-856 0,4-12-7 15,-3-8-309-15</inkml:trace>
  <inkml:trace contextRef="#ctx0" brushRef="#br0" timeOffset="155542.69">3022 10094 5158 0,'0'0'1020'16,"0"0"-259"-16,33 27 295 0,-8-16-859 15,8-1-197-15,6-3 0 0,7-4 0 16,10 0 0-16,2-2 0 0,10-1 0 15,6-6 0-15,3-5 0 16,-1-2 0-16,1-1 0 0,-7-3 0 16,-4 1 0-16,-8-1 0 0,-15 2 0 15,-5 3 0-15,-12 3 0 0,-7 4-77 16,-13 2-1323-16,-6 2-565 0</inkml:trace>
  <inkml:trace contextRef="#ctx0" brushRef="#br0" timeOffset="155837.93">3872 9440 6326 0,'-11'36'1073'15,"1"9"-605"-15,-4 10-143 0,3 1-325 16,5 0 0-16,6-5 0 0,0-5 0 16,8-6 0-16,11-2 0 0,-3-2 0 15,7-2 0-15,-2 0-33 0,-7-8-1876 16,-3-1-656-16</inkml:trace>
  <inkml:trace contextRef="#ctx0" brushRef="#br0" timeOffset="156538.56">3334 10201 4145 0,'0'0'1193'0,"0"0"-713"0,0 0 160 0,0 0 125 16,0 0-461-16,0 0-136 0,0 0 128 15,0 0-144-15,-6 62-103 16,6-11-49-16,-2 9 0 0,0 9 0 16,0 3 0-16,2 9 0 15,-4 6 0-15,2 10 0 0,-2 9 0 0,4 8 0 16,-7 1 0-16,3 2 0 16,4 2 0-16,-2 2 0 0,0 4 0 15,0 3 0-15,-6 0 0 16,-1-2 0-16,5 0 0 0,-2-7 0 15,2-5 0-15,4-7 0 0,0-11 0 16,2-4 0-16,0-7 0 0,4-13 0 16,-4-13 0-16,7-15 0 0,-9-20 0 15,4-13 0-15,-4-9 0 0,0-15-3454 0</inkml:trace>
  <inkml:trace contextRef="#ctx0" brushRef="#br0" timeOffset="157706.29">3380 7652 2405 0,'0'0'92'0,"0"0"1116"0,0 0-596 16,0 0-347-16,0 0 147 0,0 0 460 15,0 0-356-15,41-20-187 0,-29 6 243 16,-1 0-188-16,-3 2 0 0,-2 1-243 16,-4 5-141-16,-2 3 0 15,2 0 0-15,-2 1 0 0,0 1 0 16,2 0 0-16,-2 1 0 0,0 0 0 16,0 0 0-16,-4 7 0 15,2 6 0-15,-8 7-1473 0,0-2-92 16,-1-3-732-16</inkml:trace>
  <inkml:trace contextRef="#ctx0" brushRef="#br0" timeOffset="158097.38">3128 13075 7067 0,'0'0'1125'0,"0"0"-1125"0,0 0 0 16,-25 34 0-16,8-27 0 0,1-7 0 15,-1-5 0-15,-1-12-2802 0</inkml:trace>
  <inkml:trace contextRef="#ctx0" brushRef="#br0" timeOffset="165175.42">10393 14398 1284 0,'0'0'0'0</inkml:trace>
  <inkml:trace contextRef="#ctx0" brushRef="#br0" timeOffset="166530.17">10881 13618 1680 0,'0'0'1581'0,"48"-34"-1433"0,-27 19 32 16,-5 2 100-16,-6 3 216 0,-5 3 501 16,-3 1-313-16,-2 1-175 0,-2-2 163 15,-13-3-340-15,-6-3-128 0,-12 0 0 16,-8 1-152-16,-4 0-16 16,-9 0-20-16,0 1-4 0,-8-1-12 15,0 1 0-15,-2 0-20 0,0 1 20 16,2 1-4-16,-6 1-8 0,-1 2 12 15,-5 1-4-15,-5 5-84 0,1 0 40 16,-7 7 40-16,2 3-8 16,-5 4 16-16,3 5 0 0,-4 1 0 15,-2 6 0-15,-2 1 0 0,2 3-12 16,-12 3 12-16,3 2-20 16,3 5-92-16,-6 2-28 0,8 3-144 15,-4 2 28-15,3 1 60 0,12 2 56 16,5 2 132-16,5-2 8 0,8 1 4 15,6-2-4-15,2 1 0 0,6 2 0 16,5 3 4-16,-1 2-4 0,7 2 4 16,-1 4 0-16,1 1-4 0,10 0 0 15,8-1 0-15,9-1 0 0,8-4 0 16,1 0-4-16,5-1 4 16,15-1 0-16,6-2 8 0,12-3-4 15,18-5 28-15,11-1 0 0,13-7 24 16,20-5 64-16,14-6-100 15,13-10-4-15,19-10 8 0,6-7-12 0,6-2-12 16,6-9 0-16,2-3 0 16,-4-4 0-16,-4-5 4 0,-2-6 4 15,-8-8-8-15,-1-3 52 0,-5-6 72 16,3-5 0-16,-12-6 92 0,3-5-100 16,-16-2-20-16,-5-1-8 15,-9-4-80-15,-16 1 4 0,-13-2 104 16,-10-3-8-16,-18 1-39 0,-9-3-69 15,-12 2 0-15,-7-1 0 0,-7 0 0 16,-9-1 0-16,-5 0 0 0,-9 2 0 16,-9-1 0-16,-8 4 0 0,-12 5-461 15,-9 8-239-15,-16 14 107 0,10 16-991 16,-14 10-341-16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19:29.78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15609 1177 1856 0,'0'0'3710'0,"0"0"-2681"16,0 0-761-16,0 0-108 0,0 0 480 16,6 66-208-16,4-25-335 0,-3 4-97 15,1 2 0-15,-6-6 0 16,4 1 0-16,-4-2 0 0,0 0 0 15,-2-2 0-15,0-3 0 0,0-3 0 16,0-7 0-16,0-6 0 16,4-5-833-16,1-6-2321 0</inkml:trace>
  <inkml:trace contextRef="#ctx0" brushRef="#br0" timeOffset="2485.92">15611 1158 2068 0,'0'0'1609'0,"0"0"-1069"0,-44-17 13 0,40 15 119 16,-2 0-124-16,6 1-76 0,0 0 93 15,-4 0-349-15,4 1 40 0,0-1 136 16,0-1-196-16,0 0-91 0,0 0-105 16,0 1 0-16,0-1 0 0,4 1 0 15,0-1 0-15,-2 1 0 16,2-1 0-16,7 1 0 0,1-1 0 15,7 2 0-15,8-2 0 0,10-1 0 16,10 1 0-16,1-3 0 16,8 0 0-16,-7-1 0 0,9 1 0 15,0 0 0-15,4 1 0 0,0 0 0 16,2 0 0-16,5 2 0 0,3 0 0 16,2-1 0-16,11 0 0 0,0 1 0 15,8-2 0-15,2 1 0 16,6-1 0-16,3 0 0 0,11-2 0 15,1 0 0-15,6-3 0 0,2 2 0 16,4-1 0-16,2 3 0 0,3-1 0 16,-3 3 0-16,0 1 0 0,-2 0 0 15,-2 2 0-15,5 0 0 0,1 0 0 16,9 0 0-16,1 1 0 0,5 0 0 16,6 0 0-16,4 1 0 0,0 0 0 15,4 1 0-15,3-1 0 16,-1 1 0-16,4-1 0 0,3 0 0 15,4 1 0-15,-1 1 0 0,5 0 0 16,0 1 0-16,4-1 0 0,6 0 0 16,0 1 0-16,2-1 0 0,8 1 0 15,1 1 0-15,1 0 0 16,5-1 0-16,-4 0 0 0,3 0 0 16,3-1 0-16,0-1 0 0,1-1 0 15,1-1 0-15,2 1 0 0,-2-2 0 16,2 2 0-16,-7-1 0 15,11 1 0-15,-4-1 0 0,2 0 0 16,2 2 0-16,4-1 0 0,-4-1 0 16,6-1 0-16,-6 0 0 0,2-1 0 15,0-2 0-15,-6 0 0 0,-2-2 0 16,-11 2 0-16,-5-2 0 0,-9 3 0 16,-7 1 0-16,-7 0 0 15,-15 1 0-15,-14 0 0 0,-20 0 0 16,-19-1 0-16,-24-2 0 0,-20 1 0 15,-23-1-1650-15,-18-3-494 0</inkml:trace>
  <inkml:trace contextRef="#ctx0" brushRef="#br0" timeOffset="3814.92">15687 1698 2853 0,'0'0'2221'16,"0"0"-1953"-16,0 0-128 0,0 0 352 15,0 0-88-15,0 0-35 0,0 0 83 16,0 0-324-16,0 0-84 0,0 0 0 16,27-3-36-16,0 0 60 0,4 0 88 15,2 2-108-15,2-1 16 0,3 1 64 16,5-1-64-16,2-1 4 0,-1 1 16 16,8 2-72-16,-1-1 12 15,3 0 29-15,4-2-53 0,0 1 0 16,10 0 0-16,0-1 0 0,7 0 0 15,3-1 0-15,1 1 0 0,7-1 0 16,1-1 0-16,8 0 0 16,-2 1 0-16,2 0 0 0,1-1 0 0,3 2 0 15,0-2 0-15,0 2 0 16,7-2 0-16,-1 1 0 0,11 1 0 16,-2 0 0-16,3 2 0 0,7 1 0 15,0 0 0-15,0 3 0 16,-2 0 0-16,5 1 0 0,-1-1 0 15,0 1 0-15,0-2 0 0,0 2 0 16,0-2 0-16,0 1 0 0,-2 1 0 16,2-3 0-16,2 2 0 0,3-1 0 15,-1-1 0-15,4 2 0 0,1-3 0 16,1 2 0-16,2-1 0 0,-1 1 0 16,3 0 0-16,-1 0 0 15,-1-2 0-15,-1 2 0 0,-1-1 0 16,1 2 0-16,-3-2 0 0,3 0 0 15,-1 2 0-15,5-1 0 0,1 1 0 16,-1 0 0-16,-3-1 0 0,7 0 0 16,-5 0 0-16,3 0 0 15,2 0 0-15,-3 0 0 0,5 0 0 16,-4 0 0-16,2-1 0 0,-3 3 0 16,1-1 0-16,-1 2 0 0,5-1 0 15,-2 3 0-15,4 1 0 0,0 1 0 16,1-1 0-16,-1 3 0 15,0-3 0-15,0 0 0 0,-2-1 0 16,2-2 0-16,-3 0 0 0,-3-4 0 16,-2 0 0-16,-7-1 0 0,-4 0 0 15,-4-3 0-15,-2-2 0 0,-4 0 0 16,-2 2 0-16,0-3 0 0,-9 0 0 16,-1 1 0-16,-7-1 0 15,-8 1 0-15,0-1 0 0,-4-1 0 16,-6 2 0-16,-3 0 0 0,1 0 0 15,-2 3 0-15,3 1 0 0,1 1 0 16,2 1 0-16,-1 2 0 0,1 2 0 16,-4 1 0-16,-3-1 0 0,-3 0 0 15,-11-2 0-15,-13 1 0 16,-9-4 0-16,-13 0-293 0,-9-1-519 16,-7-4-21-16,-7 1-1072 0,-6-3-328 15</inkml:trace>
  <inkml:trace contextRef="#ctx0" brushRef="#br0" timeOffset="4721.52">28805 1094 4482 0,'0'0'624'0,"0"0"-152"15,0 0 40-15,0 0 217 0,0 0-501 16,0 0-184-16,0 0-40 15,0 0 8-15,0 0 60 0,13 70 152 16,-15-18-92-16,-5 5 24 0,1 1 112 16,0-3-180-16,2-5-16 0,2-2 1 15,2-4-73-15,6-2 0 0,0-4 0 16,0-5 0-16,1-4 0 0,-5-5 0 16,2-5 0-16,-2-6 0 0,-2-4 0 15,2-5 0-15,-2-1-165 16,0-3-499-16,-2 1-96 0,-2-1-53 15,2-1-1520-15</inkml:trace>
  <inkml:trace contextRef="#ctx0" brushRef="#br0" timeOffset="8085.91">13325 1388 3133 0,'0'0'2009'0,"0"0"-1505"15,0 0-476-15,0 0 136 16,41 10 272-16,-8-6-147 0,8 0-41 16,11-2 52-16,6-1-196 0,10-1 0 15,2-1 44-15,9-2-96 16,4 0 24-16,1 0 48 0,1 3-92 16,2-1 8-16,-6 1-24 0,-9 1-12 15,-4 1-4-15,-14 2 0 0,-2 1-52 16,-15-1-180-16,-12 0-572 15,-9-1-361-15,-12-1-584 0</inkml:trace>
  <inkml:trace contextRef="#ctx0" brushRef="#br0" timeOffset="8790.2">13194 1321 3921 0,'0'0'1029'0,"0"0"-837"16,0 0 40-16,0 0 100 0,36-16-116 16,1 2 56-16,4-3 109 0,13-2-237 15,-7 1-8-15,5 2 76 0,2 3-112 16,-9 3 12-16,-7 6-28 15,-7 1-80-15,-11 3-4 0,-9 0 0 16,-9 5-44-16,-2 4-40 0,-11 3-136 16,-5 6 80-16,-5-1 104 0,-10 1-4 15,-2-1-40-15,-2 1 36 0,-9 1 24 16,1-3-8-16,-7-1 28 0,3-1 0 16,3-5 8-16,3-2-8 0,8 0 28 15,-2-1-12-15,8-1 80 16,10 4 148-16,3-1-172 0,4 2-44 15,8 2-28-15,2 2-8 0,6 4 8 16,10 1 52-16,9 3-4 0,14-2 48 16,7 0 84-16,8-4-140 0,12-1 4 15,4-3-44-15,13-7-164 16,-23-2-809-16,6-3-4597 0</inkml:trace>
  <inkml:trace contextRef="#ctx0" brushRef="#br0" timeOffset="9564.87">29477 1412 3241 0,'0'0'2033'15,"0"0"-1901"-15,0 0 8 16,0 0 464-16,0 0-212 0,41 8 137 15,17-8 347-15,17-3-631 0,16 3-245 16,2 0 0-16,2 6 0 0,4 5 0 16,-8 3 0-16,-2 1 0 0,-2 2 0 15,-9-1 0-15,-5 1 0 16,-7-1 0-16,-10-3-685 0,-7 0-155 16,-7-5 179-16,-16-3-1180 0,-5-3 37 0</inkml:trace>
  <inkml:trace contextRef="#ctx0" brushRef="#br0" timeOffset="9890.04">30500 1228 4145 0,'0'0'241'0,"0"0"243"16,0 0 628-16,0 0-588 0,0 0-371 16,0 0 163-16,38 25 0 0,5-2-40 15,15 0-64-15,8 4-176 16,-2-2 8-16,-2 2-28 0,-6 1-16 16,-9-1-16-16,-7 0-204 0,-11-2 48 15,-13-1 80-15,-10 0 16 0,-10 1 20 16,-12 0 56-16,-9 0 12 15,-8-2 0-15,-2-1 80 0,-2-2 136 16,1-2-104-16,1-1-60 0,2-2-64 16,0-2-16-16,4 0-460 0,8-6-1429 15,-1 0-784-15</inkml:trace>
  <inkml:trace contextRef="#ctx0" brushRef="#br0" timeOffset="10836.92">15541 1174 4962 0,'0'0'468'15,"0"0"-148"-15,0 0-64 0,-48 17-244 16,23-14-24-16,-2 1-332 15,3-2-596-15,7 0-229 0,1-1-1536 0</inkml:trace>
  <inkml:trace contextRef="#ctx0" brushRef="#br0" timeOffset="11070.01">15164 1264 988 0,'0'0'2541'0,"0"0"-2301"16,0 0 80-16,0 0 261 0,0 0-221 16,0 0-108-16,0 0-48 0,0 0-180 15,0 0-24-15,0 0-560 0,15-2-285 16,-15 7-287-16</inkml:trace>
  <inkml:trace contextRef="#ctx0" brushRef="#br0" timeOffset="11259.05">15251 1512 1292 0,'0'0'3053'0,"0"0"-2508"16,-10 35-193-16,10-31-28 15,0-2 8-15,0 1-196 0,2-1-80 16,2 3-32-16,-4-3-24 0,6 3-12 16,-2 1-204-16,-4-1-328 0,7 1-184 15,-7 0-765-15,0 3-176 0</inkml:trace>
  <inkml:trace contextRef="#ctx0" brushRef="#br0" timeOffset="11556.28">15274 1693 3393 0,'0'0'964'0,"0"0"-315"16,0 0-209-16,0 0-68 0,0 0 457 16,0 0-509-16,0 0-232 0,35-28-88 15,-29 18-380-15,-2 4 11 0,-2 3-19 16,3-2 240-16,-5 3-60 0,4 1-764 16,-2 1 339-16,2 0 245 0,2 4-476 15,5 4 43-15,5 0 253 16,11-2 368-16,-2-1 200 0,2-5 240 15,-1 0 12-15,-5-4 373 0,-2-2-209 16,-7 1 456-16,-2 2-408 0,-3 0-124 16,-3 1 261-16,2 2-89 0,4-2-96 15,5-4 16-15,8 2-288 16,1-3-84-16,3 0-60 0,-2 0-284 16,-4 2-784-16,-1-4-3450 0</inkml:trace>
  <inkml:trace contextRef="#ctx0" brushRef="#br0" timeOffset="12281.75">28698 1164 4273 0,'0'0'1325'0,"35"9"-509"15,-12-9 349-15,2 0-733 0,1 0-260 16,1-4-163-16,4-1-9 0,4-1 0 16,1-3 0-16,-1 2 0 0,-2-1-205 15,-8 2-471-15,-5 2-52 16,-7 1-601-16,-7 0-3465 0</inkml:trace>
  <inkml:trace contextRef="#ctx0" brushRef="#br0" timeOffset="12687.94">29128 1178 4430 0,'0'0'2092'16,"0"0"-1335"-16,0 0-177 0,0 0-247 15,0 0-333-15,37-15 0 0,-33 12 0 16,4 1 0-16,3-3 0 0,3 2 0 16,3 0 0-16,-1 3 0 0,-3 1 0 15,-1 3-197-15,-8 0 9 0,0 0 20 16,-2 0-48-16,0 2-76 15,-2 0-72-15,3-1 192 0,-3 2 75 16,0-1-115-16,-3 0 180 0,3 0 32 16,0-1 4-16,0 0-4 0,0-4-72 15,5 1-268-15,1-1 48 16,2 0-48-16,-2 1 0 0,-2-1 320 16,1 1 20-16,-1 1 224 0,-4 1 84 15,0 2 120-15,0 6 256 0,-6 4-379 16,1 1-69-16,-1 1 72 15,4 0-200-15,2-3 4 0,6 1 20 16,5 0-108-16,-1 1 44 0,0-2 12 16,1 2-72-16,-3-3 0 0,-2-1-8 15,-2 0 0-15,-2 0-16 0,-2 1-168 16,-4-1-136-16,-2 3-12 0,-2-4-401 16,-1 0-83-16,3-4 44 0,4-1-929 15,-2-3-864-15</inkml:trace>
  <inkml:trace contextRef="#ctx0" brushRef="#br0" timeOffset="12795.73">29277 1605 4349 0,'0'0'385'0,"0"0"-385"0,0 0-60 0,0 0-649 16,0 0-223-16</inkml:trace>
  <inkml:trace contextRef="#ctx0" brushRef="#br0" timeOffset="13136.58">28803 1719 5762 0,'0'0'620'0,"0"0"-227"15,40 4-145-15,-32-7-144 0,0-1 88 16,0 0-48-16,3 1-52 0,-5 1-92 16,-2 0-104-16,4 1-108 0,5-1-336 15,9 1-257-15,-3-1-303 0,4 1-1814 0</inkml:trace>
  <inkml:trace contextRef="#ctx0" brushRef="#br0" timeOffset="13274.96">29229 1656 4333 0,'0'0'1441'0,"0"0"-1229"0,0 0 76 0,0 0 73 15,0 0-57-15,0 0-304 16,54-3-577-16,-33 3-1383 0,-3-1-710 0</inkml:trace>
  <inkml:trace contextRef="#ctx0" brushRef="#br0" timeOffset="23194.17">23294 5702 5374 0,'0'0'524'0,"-12"55"205"15,6-30-221-15,0-5-188 0,1-1-88 16,3-4-220-16,2 0-12 16,0-5-192-16,5-3-356 0,-1-2-85 15,-2-1-1191-15,4-2-225 0</inkml:trace>
  <inkml:trace contextRef="#ctx0" brushRef="#br0" timeOffset="24807.29">23071 5753 2245 0,'0'0'1412'15,"0"0"-1076"-15,0 0 453 0,0 0-257 16,-39-29-236-16,14 19 48 0,-10 2-284 16,-4 6-44-16,-5 2 20 0,-1 2-28 15,-7 5 32-15,-6 4 112 16,-4 3-12-16,-10 2-32 0,-9 3 77 15,-8 4-109-15,-8 2 12 0,-6 5-12 16,-3 3-68-16,-1 3-8 0,-5 5 0 16,-1 3-12-16,3 3-12 0,0 3-80 15,5 4-80-15,4 4-5 16,4 5-87-16,10 1 144 0,8 3 84 16,9 0 44-16,6 3-8 0,6-1 12 15,4 1 8-15,9 1-4 0,5 1 8 16,5 2 52-16,13 1-40 15,3 2-8-15,9-1 16 0,3 2-24 16,14-2 16-16,7 2 60 0,9 0-72 16,8 0 36-16,14 1-24 0,9-1-24 15,14-6 0-15,9-1 4 16,8-3-4-16,6-3 0 0,12-4 4 16,11-4 0-16,5-6 4 0,12-8 92 15,7-6 4-15,7-10 17 0,2-8 139 16,1-7-100-16,-1-9 24 0,0-5 132 15,-8-6-168-15,-7-7-16 0,-10-6 20 16,-11-2-120-16,-11-7 28 16,-14-2 21-16,-7-5-81 0,-11-4 0 0,-12-3 0 15,-8-2 0-15,-7-4 0 16,-10-1 0-16,-6-3 0 0,-11 0 0 16,-12 1 0-16,-10-2 0 0,-13 4 0 15,-18 3 0-15,-17 2 0 16,-12 4 0-16,-15 4 0 0,-12 5-61 15,-12 3 5-15,-7 5 8 0,-4 3 12 16,-6 1 36-16,-4 5 0 0,-8 2-280 16,-7 5-148-16,-6 6-156 0,-4 3 271 15,-2 8-27-15,-2 10-456 0,0 7 308 16,-4 9 212-16,4 6-261 16,35-7-247-16,6 3-313 0</inkml:trace>
  <inkml:trace contextRef="#ctx0" brushRef="#br0" timeOffset="25888.76">20863 8000 2761 0,'0'0'300'16,"-57"8"980"-16,26 2-1075 0,6 4 79 16,-2 5 424-16,0 6-280 0,-2 6-64 15,0 7-19-15,-2 5-217 0,4 8 0 16,0 5 4-16,7 3-124 15,-1 7 12-15,7 3-20 0,1 6 16 16,3 4-16-16,-1 4 4 0,9 5 0 16,2 1-4-16,2 1 0 15,7 3 0-15,3 1 0 0,9 2 48 16,6 2-4-16,6-4 24 0,8-1 48 16,11-4-92-16,2-3-4 0,12 1 8 15,6-3-24-15,9-8-4 0,12-5 0 16,8-7-12-16,9-6 12 0,11-7 0 15,10-8 8-15,7-9-8 0,5-9 40 16,6-6 56-16,-5-10 124 16,-3-7 153-16,-3-6-373 0,-7-10 0 15,-7-6 0-15,-13-9 0 0,-5-3 0 16,-11-7 0-16,-10-5 0 16,-9-2 0-16,-6-6 0 0,-8-4 0 15,-4-3 0-15,-10-4-9 0,-3-3-155 16,-12-1 72-16,-8 2 72 0,-8-1-28 15,-13 2 48-15,-10 2 8 0,-15-2 8 16,-12 4-16-16,-13 2 108 0,-11 4-88 16,-16 4 68-16,-14 7-36 15,-14 5-40-15,-6 8-12 0,-13 6 0 16,-8 9-32-16,-5 7 12 0,-1 5 16 16,-1 4-12-16,-1 10 16 0,8 2-4 15,-6 8-16-15,3 7 20 0,3 6 0 16,6 4 8-16,4 5-8 0,7 4 0 15,7 1 0-15,7 1 0 0,10 3-108 16,11-2-232-16,8 1-92 0,12 0-617 16,19-14-35-16,8-4-93 0</inkml:trace>
  <inkml:trace contextRef="#ctx0" brushRef="#br0" timeOffset="26694.93">20407 9973 1788 0,'0'0'32'0,"-27"48"973"0,6-19-145 16,7 3-304-16,-3 3 93 0,5 6 315 16,-3 7-492-16,3 5-143 0,-1 9 71 15,1 4-236-15,2 9-12 0,-1 7 144 16,1 7-148-16,4 6-24 0,2 5-80 15,4 7-8-15,0 3-36 16,16 0 0-16,5 0 0 0,14-3 0 16,13-4 0-16,11-2-8 0,14-5 8 15,20-11 0-15,12-6 16 16,17-12-8-16,15-10 92 0,9-12-43 16,14-11-57-16,7-13 0 0,13-12 0 15,-2-9 0-15,-1-7 0 0,3-11 0 16,-12-8 0-16,-3-7 0 15,-10-5 0-15,-12-6 0 0,-19-2 0 0,-15-6 0 16,-16-5 0-16,-20-4 0 16,-15-3 0-16,-17-1 0 0,-20 0 0 15,-17 2 0-15,-19 0 0 0,-14 3 0 16,-16 3 0-16,-17 0 0 0,-6 5 0 16,-13 2 0-16,-6 2 0 0,-8 3 0 15,-4 2 0-15,-7 3 0 0,-9 2 0 16,-1 3 0-16,-6 2 0 0,-8 6 0 15,-1 5 0-15,-7 5 0 16,-3 6 0-16,-1 9 0 0,-5 6 0 16,4 14-145-16,-3 12-27 0,5 12 136 15,9 13 24-15,10 8 24 0,12 1 12 16,28-1 68-16,7-3-88 16,21-4-8-16,13-3 4 0,10-2-56 15,19 0 20-15,12 1-288 0,8 2-520 16,6-13-301-16,7-1-1880 0</inkml:trace>
  <inkml:trace contextRef="#ctx0" brushRef="#br0" timeOffset="27227.03">20543 11603 2613 0,'0'0'1720'0,"0"0"-1720"0,0 0-136 0,0 0 136 15,-21-33 0-15,1 31-64 0,1 3-104 16,-2 4 20-16,3-1-264 0,1 1-1149 0</inkml:trace>
  <inkml:trace contextRef="#ctx0" brushRef="#br0" timeOffset="27770.52">20301 11498 4209 0,'0'0'993'0,"0"0"-497"16,0 0-72-16,-33 39 153 0,10-13-225 16,-6 4-44-16,-6 9-8 0,2 5-268 15,-10 8-12-15,-1 5-16 0,-1 6-4 16,4 4 0-16,1 4 0 15,3 4 0-15,8 1 0 0,2-3 0 16,9-4-8-16,5-7 8 0,5-9 0 16,8-7-24-16,0-4-92 0,8-8-961 15,-2-10-315-15,1-8-657 0</inkml:trace>
  <inkml:trace contextRef="#ctx0" brushRef="#br0" timeOffset="28124.25">19745 12609 6406 0,'0'0'569'0,"0"0"-409"0,15 59 180 16,1-24-136-16,9 6-36 0,6-1-52 16,6 4-112-16,7 3-4 0,13 1 0 15,12 0-12-15,9 3 12 0,13 4 0 16,8-2 4-16,9 3-4 0,10-5 132 16,12-2-31-16,8-6-101 15,7-7 0-15,8-8 0 0,6-6 0 16,3-9 0-16,3-7 0 0,-4-6 0 15,-8-5 0-15,-10-6 0 0,-13-5 0 16,-8-2-1137-16,-39 4-644 0,-3-4-484 16</inkml:trace>
  <inkml:trace contextRef="#ctx0" brushRef="#br0" timeOffset="28717.26">22372 12934 5698 0,'0'0'164'0,"0"0"412"0,0 0-51 0,0 0-413 16,-35 32-12-16,37-4 100 0,9 4-92 16,5 7 12-16,9 0 104 0,-2 0-176 15,-3 2-24-15,1-4-16 0,-4-4-8 16,3-3-112-16,-9-7-732 15,-1-8-245-15,-4-5-616 0</inkml:trace>
  <inkml:trace contextRef="#ctx0" brushRef="#br0" timeOffset="29239.51">22370 12943 2277 0,'0'0'1488'0,"0"0"-379"16,0 0-565-16,0 0-200 0,0 0 92 16,-39-2-172-16,33 4-87 0,-2-2-33 15,-1 0-108-15,-1-1 52 0,-7-3 84 16,-3-1-168-16,-5 0 8 0,-4 2-8 16,-6-2 4-16,-4 3-8 15,-9-2 0-15,-6 0-16 0,-4 0 16 16,-6-1 0-16,-6 2-24 0,-2-2 24 15,-7 0-4-15,1 0-24 0,-1 1 24 16,1-1 0-16,3-1-28 0,-3 1 16 16,-1 0 4-16,7 0-4 0,-3-2 16 15,1 1 4-15,-5-2 8 16,7 3-12-16,-2-1 88 0,-1-1 16 16,3-2 96-16,8 0 168 0,-2-4-200 15,6-4-40-15,4-2-68 0,2-2-48 16,11-3-24-16,-1-3-148 0,5 0-520 15,10-3-269-15,8 7-1508 16,7 2-380-16</inkml:trace>
  <inkml:trace contextRef="#ctx0" brushRef="#br0" timeOffset="29655.93">20266 12526 4762 0,'0'0'588'0,"0"0"-164"0,-39-11 361 15,24 0-541-15,5-2 36 0,-4-5 128 16,-1-1-272-16,1-2-56 0,3-3 108 16,1 1-92-16,4-1 8 0,4-1-7 15,2-1-97-15,2 0 0 16,6-4 0-16,0 3 0 0,5-4 0 15,5-1 0-15,3-3 0 0,2-2 0 16,8-1 0-16,0-1 0 0,-4 2 0 16,-3 0-381-16,-5 5-475 15,-5 4-61-15,-7 5-711 0,-3 9 479 16,-4 2-700-16</inkml:trace>
  <inkml:trace contextRef="#ctx0" brushRef="#br0" timeOffset="30356.86">20770 11538 3517 0,'0'0'728'0,"0"0"-151"0,0 0 307 0,23-46-440 16,-10 27-39-16,3-1 195 0,3-2-300 16,3-2-68-16,3 0 36 0,4-2-232 15,2 0-20-15,0 0-16 0,6 2-24 16,1 0-32-16,3 4-88 0,7 2 20 15,5-1 40-15,13 1-80 0,9 1 40 16,14 0 8-16,6 3-136 16,4-1-52-16,13 3 91 0,-5 2 145 15,-1 5 56-15,-5 3 12 0,-6 2 8 16,-6 7 4-16,-11 6-8 0,-3 7-4 16,-7 5 4-16,-6 6-4 0,-4 2 0 15,-6 3 12-15,-1 1-12 0,-7-1 0 16,-3-3 0-16,-8-2 0 15,-8-2 0-15,-9-4-172 0,-7-9-552 16,-7-4-2245-16</inkml:trace>
  <inkml:trace contextRef="#ctx0" brushRef="#br0" timeOffset="31071.03">22792 11399 3021 0,'0'0'708'0,"0"0"-72"0,0 0 401 0,0 0-565 0,0 0-156 16,0 0-96-16,0 0-116 0,0 0 37 16,4 37 167-16,-16-16-108 0,-5 2-8 15,1 0 104-15,-1 0-212 16,1 1-40-16,-5 0-20 0,0-2-20 16,1 1-4-16,-7 0 4 0,-4 0 0 15,-6-2-4-15,-7-2 16 0,-8 0 0 16,-3-3-16-16,-9 0 12 0,-1-3-4 15,-5-4-16-15,2-5 8 16,-2-2-52-16,4-2 0 0,-3-6 0 16,-1-3 12-16,-4-2 40 0,5-1 0 15,-3-4-20-15,2 4 20 0,2-1 0 16,-1 3 12-16,1 2-12 0,0 1 24 16,4 5-20-16,0-3-4 0,8 0 0 15,4 0-12-15,5-3 12 0,10-5-436 16,10 3-685-16,8-9-1108 0</inkml:trace>
  <inkml:trace contextRef="#ctx0" brushRef="#br0" timeOffset="31760.71">20632 10862 772 0,'0'0'896'0,"0"0"-700"0,0 0-196 15,0 0-40-15,0 0 40 0,0 0 84 16,0 0 685-16,0 0 79 0,2-37 301 15,-8 33-549-15,2-2-176 16,-5 2 168-16,-1-1-348 0,0 0-199 16,1 0-41-16,1 3 0 0,0-2-4 15,2 2 44-15,0-2 0 0,-3 0 92 16,3-3 148-16,-4-5-172 16,-1-7-20-16,1-8 12 0,4-5-104 15,0-6 0-15,-1-4 8 0,3-4 0 16,4-3-8-16,0 2 48 0,7 3 52 15,-1 1 172-15,4 5 81 16,5 1-353-16,5 1-69 0,9 1-163 16,10 1 76-16,5 1-100 0,12 3-340 15,-3 0 263-15,-15 10 65 0,-1-2-1789 0</inkml:trace>
  <inkml:trace contextRef="#ctx0" brushRef="#br0" timeOffset="32387.35">21558 9594 6158 0,'0'0'821'0,"41"-46"-393"0,-3 17 80 16,-1 3-231-16,8 1-277 0,7 3 0 15,4 4 0-15,4 2 0 0,0 6 0 16,4 4 0-16,8 3 0 0,5 1 0 16,11 2 0-16,8 1 0 0,5 4 0 15,4 5 0-15,3 5 0 16,-5 4 0-16,-6 3 0 0,-10 1 0 15,-13 6 0-15,-18 2 0 0,-12 5 0 16,-20 4 0-16,-13 3 0 16,-11 3 0-16,-13 4 0 0,-16 1 0 15,3 1 0-15,-12-1 0 0,-5-4 0 16,-7-3 0-16,-10-3 0 0,-4-6 0 16,-12-3 0-16,-5-3 0 0,-6-8-9 15,-1-3-7-15,-1-6 16 0,8-4 25 16,2-3-25-16,11-5 0 0,4-3 0 15,8-5 0-15,3-2 0 0,9-4 0 16,5-1 0-16,4 0 0 16,2-3 0-16,10 4-693 0,0 1-964 0</inkml:trace>
  <inkml:trace contextRef="#ctx0" brushRef="#br0" timeOffset="32919.4">21331 9743 4145 0,'0'0'281'0,"47"38"211"0,-14-13 480 0,-4 1-468 0,2 6-31 16,2 5 331-16,-2 2-384 0,-4 1-319 15,4 1-101-15,-6-2 0 0,-2-2 0 16,-7-7 0-16,5-4 0 16,4-8-17-16,8-12-1127 0,-8-5-453 15,8-9-1328-15</inkml:trace>
  <inkml:trace contextRef="#ctx0" brushRef="#br0" timeOffset="33506.41">21000 9394 4798 0,'0'0'0'0,"0"0"-128"0,0-45-693 0,2 35-263 0,-2 3 724 0,2 1 360 16,-2 4 784-16,0-2-16 0,-4 2 509 15,2-3-441-15,-6 0-223 0,-3-1 279 16,-5-3-468-16,-3-5-231 0,-4-7-193 16,1-4 0-16,-5-9 0 15,-2-5 0-15,-4-8 0 0,-2-8 0 16,1 0 0-16,6-5 0 0,-1-2 0 16,10 0 0-16,9-1 0 0,10 0 0 15,8-1 0-15,13-1 0 0,8 0 0 16,10 1 0-16,4 3 0 15,13 4 0-15,2 4 0 0,-4 4 0 16,-5 6-201-16,-14 13-1852 0,-8 3-1604 16</inkml:trace>
  <inkml:trace contextRef="#ctx0" brushRef="#br0" timeOffset="34040.87">21779 7563 7059 0,'52'-20'256'0,"6"1"124"15,12-1-200-15,-4 8 4 0,7 5-51 16,-1 5-133-16,2 3 0 0,3 6 0 16,-3 5 0-16,3 3 0 15,-3 4 0-15,-2 4 0 0,-3 1 0 16,5 3 0-16,-2 1 0 0,1 4 0 16,-9 2 0-16,-10-1 0 0,-15 0 0 15,-16-1 0-15,-19 1 0 0,-17 0 0 16,-20 1 0-16,-18-2 0 15,-20-5 0-15,-13-2 0 0,-16-5 0 16,-9-5 0-16,-9 1 0 0,-6-7 0 16,2 0 0-16,4-2 0 0,7-4 0 15,5-2 0-15,15-1 0 16,8 0 0-16,11-3 0 0,8-8 0 16,19-9-113-16,11 1-683 0,14-9-3326 0</inkml:trace>
  <inkml:trace contextRef="#ctx0" brushRef="#br0" timeOffset="34654.47">21403 7222 5818 0,'0'0'400'0,"0"0"-340"0,0 0 124 15,0 0-7-15,0 0-73 0,-21-54 72 16,15 23 224-16,2-5-272 0,0-1-40 15,4-4 108-15,0-4-120 16,0-5 0-16,8-3-8 0,4-1-68 16,9 1 24-16,10 2 36 0,8-1-20 15,11 2 40-15,10-1-43 0,4 0-37 16,8-1 0-16,1 4 0 0,-1 2 0 16,3 3 0-16,-5 3 0 15,2 2 0-15,-4 3 0 0,-4 6 0 16,1 5-21-16,-3 6 17 0,0 6-12 15,-7 6 28-15,-1 6-12 0,-2 4 0 16,-3 4-8-16,7 0 8 0,-2 1-4 16,4-1-32-16,0-4-136 0,0-1-800 15,-5-3-161-15,-13 0-99 16,-7-3-1306-16</inkml:trace>
  <inkml:trace contextRef="#ctx0" brushRef="#br0" timeOffset="34948.94">22976 5832 5594 0,'0'0'160'0,"0"0"649"0,39-12-185 0,-22 21-104 0,-5 14-35 15,-1 9-485-15,-3 11 0 0,-8 11 0 16,-2 7 0-16,-6 4 0 16,-5 2 0-16,3-2 0 0,-3-4 0 15,3-18-397-15,0-10-2056 0</inkml:trace>
  <inkml:trace contextRef="#ctx0" brushRef="#br0" timeOffset="36079.61">25235 5825 2205 0,'0'0'1600'16,"0"0"-1296"-16,0 0-180 0,0 0 165 16,0 0 151-16,0 0 84 0,0 0 212 15,0 0-363-15,0 0-61 0,-35 33 272 16,27-27-244-16,-4 2 21 16,-7 4-361-16,-6 3 0 0,-6 5 0 15,-2 9 0-15,-2 7 0 0,0 8 0 16,0 10 0-16,-3 6 0 15,7 5 0-15,9 7 0 0,7 1 0 16,13 0 0-16,4-2 0 0,9-4 0 16,5-11 0-16,5-10 0 0,2-11 0 15,1-11 0-15,5-10 0 0,0-9 0 16,2-8 0-16,0-13 0 0,-2-8 0 16,0-8-125-16,-2-8-639 15,-4-2 68-15,-7 9-225 0,-7 0-1856 0</inkml:trace>
  <inkml:trace contextRef="#ctx0" brushRef="#br0" timeOffset="36382.87">25248 6401 2861 0,'0'0'2429'15,"0"0"-1221"-15,0 0-203 16,0 0-316-16,0 0-689 0,-27-35 0 16,15 28 0-16,3 2 0 0,-1 4 0 15,2 2 0-15,-1 14 0 0,1 9 0 16,-2 10 0-16,4 7 0 15,4 2 0-15,2-3 0 0,4-2 0 16,12-3 0-16,3-5 0 0,4-6 0 16,5-7 0-16,1-8 0 0,4-7 0 15,1-4 0-15,-1-12 0 0,-2-4 0 16,-4-7 0-16,-3-4 0 0,-7-3 0 16,-5-2 0-16,-6 1 0 15,-6 1 0-15,-6 3 0 0,-10 2 0 16,-11 3 0-16,-4 5 0 0,-6 9 0 15,-1 7 0-15,3 4 0 0,2 8 0 16,4 0 0-16,7 1 0 0,11 2 0 16,11-1 0-16,4-2 0 0,15-1-1185 15,-3-3-416-15,3-5-364 0</inkml:trace>
  <inkml:trace contextRef="#ctx0" brushRef="#br0" timeOffset="36617.39">25597 6391 5374 0,'0'0'1669'0,"0"0"-769"0,0 0-651 15,0 0-249-15,0 0 0 0,-39 56 0 16,20-22 0-16,3 2 0 0,12-2 0 15,8-7 0-15,8-2 0 0,7-6 0 16,-1-3 0-16,3-6 0 0,-2-10-241 16,-7-1-1604-16,-2-11-924 0</inkml:trace>
  <inkml:trace contextRef="#ctx0" brushRef="#br0" timeOffset="36746.29">25612 5992 7771 0,'0'0'421'0,"0"0"-421"0,0 0 0 16,0 0 0-16,0 0 0 0,0 0 0 16,0 0 0-16,0 0-1886 0,0 0-1235 0</inkml:trace>
  <inkml:trace contextRef="#ctx0" brushRef="#br0" timeOffset="36979.22">25794 5981 8115 0,'0'0'77'16,"0"0"-77"-16,-23 47 0 0,15-13 0 15,3 6 0-15,3 0 0 16,2 1 0-16,2 4 0 0,3 2 0 16,-1 3 0-16,0 4 0 0,-4 3 0 15,0 2 0-15,-4-2 0 0,-5-6 0 16,-1-5 0-16,2-10 0 0,2-8 0 15,1-10-69-15,3-7-647 16,2-10 16-16,0-1-1061 0,2-15-884 0</inkml:trace>
  <inkml:trace contextRef="#ctx0" brushRef="#br0" timeOffset="37471.31">25975 6508 4133 0,'0'0'1205'0,"0"0"192"0,36-8-617 15,-22 3-204-15,3-1-475 0,-5-2-101 16,2-5 0-16,-1-3 0 16,-1-2 0-16,-1-1 0 0,-5 0 0 15,-2 2 0-15,-4 3 0 0,-2 2 0 16,-8 4 0-16,-1 2 0 0,-1 5 0 15,-5 1 0-15,1 7 0 0,-5 7 0 16,0 3 0-16,1 4 0 0,-1 4 0 16,0 2 0-16,5 0 0 0,8 1 0 15,5-3 0-15,6-1 0 16,13-4 0-16,7-4 0 0,6-2 0 16,4-7 0-16,6-4-117 0,0-3-479 15,1-5-405-15,-5-1 377 0,0-5 80 16,-8 2-425-16,-9 1 5 0,-3-1-589 15</inkml:trace>
  <inkml:trace contextRef="#ctx0" brushRef="#br0" timeOffset="37623.85">26294 6464 5190 0,'0'0'1320'15,"0"0"-299"-15,-42-34-360 0,26 34-661 16,-3 5 0-16,-1 9 0 0,-1 6 0 16,0 4 0-16,7 6 0 15,3 0 0-15,7 0 0 0,4-3 0 16,7-2 0-16,7-1 0 0,7-6 0 15,1-5 0-15,5-5 0 0,0-8-73 16,-6 0-999-16,-5-11-433 0</inkml:trace>
  <inkml:trace contextRef="#ctx0" brushRef="#br0" timeOffset="37778.43">26391 5985 7503 0,'0'0'689'0,"-43"58"-689"0,16-14 0 16,2 5 0-16,6 6 0 0,5 3 0 16,10 0 0-16,4 0 0 0,14-5 0 15,9-1-197-15,-2-15-1944 0,1-6-1088 16</inkml:trace>
  <inkml:trace contextRef="#ctx0" brushRef="#br0" timeOffset="38215.19">27096 6385 5182 0,'0'0'1224'15,"0"0"-355"-15,-42 46-261 0,34-19-299 16,2 0-309-16,6 2 0 0,6 0 0 15,9-2 0-15,5-2 0 0,5-5 0 16,4-7 0-16,0-3 0 0,0-8 0 16,0-2 0-16,-4-6 0 0,-3-7 0 15,-5-5 0-15,-7-4 0 16,-1-5 0-16,-3-4 0 0,-6-3 0 16,0 0 0-16,0 2 0 0,-6 3 0 15,-1 6 0-15,1 4-37 0,-2 7-1123 16,2 4-2910-16</inkml:trace>
  <inkml:trace contextRef="#ctx0" brushRef="#br0" timeOffset="38558.87">27255 6797 4506 0,'-17'64'292'0,"5"-3"-12"0,2 3 212 16,6-9-348-16,2-8-84 0,2-10 492 15,4-10-103-15,-2-11-53 0,2-8 160 16,-2-7-316-16,-2-1-72 0,2-6-111 16,-2-13-57-16,0-19 0 15,-4-16 0-15,0-14 0 0,0-11 0 16,2-6 0-16,2-5 0 0,4-2 0 16,10 4 0-16,9 12 0 0,6 18 0 15,6 19 0-15,0 10 0 0,0 9 0 16,0 6 0-16,-4 5 0 0,-2 3 0 15,-6 5 0-15,-4 1 0 16,-9 4 0-16,-4 7 0 0,-4 3 0 16,-6 5 0-16,-14 10 0 0,-11 3 0 15,-11 3 0-15,-9 5 0 0,-1-3 0 16,5-3 0-16,9-9 0 0,16-8 0 16,9-10-237-16,9-5-1804 15,7-6-432-15</inkml:trace>
  <inkml:trace contextRef="#ctx0" brushRef="#br0" timeOffset="39181.14">28320 6400 5646 0,'-5'42'648'0,"3"-3"245"0,0 1-149 0,0-9-483 0,2-5-261 16,0-3 0-16,0-7 0 0,0-5 0 15,0-4 0-15,0-3 0 16,0-4 0-16,2 0 0 0,0-3 0 16,7-9 0-16,1-10 0 0,2-7 0 15,3-5 0-15,-1-1 0 0,3 5 0 16,-1-2 0-16,1 10 0 15,-1 6 0-15,-3 13 0 0,-5 10 0 16,-2 9 0-16,-4 9 0 0,-2 4 0 16,-2 0 0-16,-4-2 0 0,4-3 0 15,0-4 0-15,2-6 0 0,0-4 0 16,0-6 0-16,0-1 0 0,2-3 0 16,0 0 0-16,6-10 0 15,5-9 0-15,3-4 0 0,1-5 0 16,-3 3 0-16,3 2 0 0,-1 5 0 15,-3 3 0-15,-1 6 0 0,-4 6 0 16,1 8 0-16,-3 13 0 0,-2 8 0 16,0 8 0-16,-4 4 0 0,0-6 0 15,2-1 0-15,4-7 0 16,3-3 0-16,3-7 0 0,3-5 0 16,-3-4-2462-16,0-5-1408 0</inkml:trace>
  <inkml:trace contextRef="#ctx0" brushRef="#br0" timeOffset="39443.51">28836 6606 7899 0,'0'0'293'0,"0"-41"-293"0,7 11 0 0,-1-4 0 16,0-2 0-16,4-4 0 16,1-1 0-16,-1 2 0 0,0 7 0 15,-4 5 0-15,-1 11 0 0,-5 7 0 16,-7 7 0-16,-7 10 0 0,-7 13 0 15,-4 13 0-15,-1 13 0 0,3 5 0 16,6 3 0-16,5-1 0 0,8-6 0 16,8-6 0-16,12-8 0 0,7-9 0 15,8-4 0-15,6-9 0 16,5-8 0-16,-1-6 0 0,-2-13 0 16,-1-8 0-16,-7-7-969 0,-9 4-332 15,-3-7-2961-15</inkml:trace>
  <inkml:trace contextRef="#ctx0" brushRef="#br0" timeOffset="39628.66">29264 5917 6923 0,'0'0'1060'0,"0"0"-851"0,0 0-209 16,0 0 0-16,0 0 0 0,-29 45 0 16,17-7 0-16,-1 9 0 15,1 6 0-15,4 5 0 0,0 8 0 16,-1 4 0-16,3 5 0 0,2-2 0 15,2-3 0-15,2-9 0 0,6-10 0 16,4-9 0-16,1-10 0 0,-3-11-409 16,-4-9-2264-16</inkml:trace>
  <inkml:trace contextRef="#ctx0" brushRef="#br0" timeOffset="39757.92">29120 6410 7635 0,'0'0'476'0,"43"-11"-395"15,-12 7-81-15,-2 2 0 16,4 2 0-16,-2 0 0 0,-2 0 0 0,2 2 0 16,-2 1-797-16,-2 1-192 15,-9 0-259-15,-1 0-1397 0</inkml:trace>
  <inkml:trace contextRef="#ctx0" brushRef="#br0" timeOffset="40007.86">29459 6412 2317 0,'0'0'1912'0,"0"0"141"15,0 0-1148-15,-36-27-205 0,24 19-395 16,2 1-305-16,-3 3 0 0,-1 4 0 15,-3 3 0-15,-1 10 0 0,-3 9 0 16,2 7 0-16,3 5 0 0,3 0 0 16,5 0 0-16,8-5 0 0,8-4 0 15,9-5 0-15,4-7 0 16,1-6 0-16,3-4 0 0,0-4 0 16,-4-7 0-16,1-1 0 0,-3-3 0 15,-2-1 0-15,-7 4 0 0,-2 1 0 16,-4 4 0-16,-2 1 0 0,0 1 0 15,-2 0 0-15,2 2 0 16,-2 4 0-16,3 9 0 0,-1 8 0 16,0 2 0-16,2 1 0 0,0-5-773 15,0-8-436-15,2-3-2172 0</inkml:trace>
  <inkml:trace contextRef="#ctx0" brushRef="#br0" timeOffset="40290.94">29603 6687 6074 0,'0'0'1361'0,"0"0"-604"0,0 0-757 0,0 0 0 15,0 0 0-15,-20-59 0 16,20 18 0-16,4-7 0 0,6 2 0 16,5 2 0-16,5 5 0 0,7 6 0 15,4 6 0-15,-2 5 0 0,2 5 0 16,2 1 0-16,-4 2 0 16,2-4 0-16,-10 4-669 0,-3-4-6734 0</inkml:trace>
  <inkml:trace contextRef="#ctx0" brushRef="#br0" timeOffset="40991.3">30552 5977 6895 0,'0'0'612'0,"-14"64"36"15,9-21-611-15,-1 5-37 0,0 8 0 16,-2 5 0-16,-1 6 0 0,5 3 0 15,2 0 0-15,2-1 0 0,9-8 0 16,3-6 0-16,7-11 0 0,3-13 0 16,3-10 0-16,2-9 0 0,0-12 0 15,-2-7 0-15,-7-14 0 16,-1-5 0-16,-9-6 0 0,-6-3 0 16,-6-3 0-16,-8 4 0 0,-7 0 0 15,-6 6 0-15,-6 8 0 0,-2 5 0 16,2 9 0-16,4 6 0 15,7 3 0-15,5 8 0 0,1 0 0 16,3 2 0-16,7-1 0 0,4-1 0 16,0-3-957-16,6-2-2029 0</inkml:trace>
  <inkml:trace contextRef="#ctx0" brushRef="#br0" timeOffset="41442.14">31011 6547 7819 0,'0'0'373'0,"-29"-35"-373"16,8 10 0-16,1 5 0 0,-7 2 0 16,4 5 0-16,2 9 0 0,1 4 0 15,5 7 0-15,3 7 0 16,1 7 0-16,5 1 0 0,2 6 0 16,4 0 0-16,2-2 0 0,9-3 0 15,3-7 0-15,5-5 0 0,3-5 0 16,3-5 0-16,0-1 0 0,-2-7 0 15,-1-3 0-15,-3-1 0 16,-2 0 0-16,-3 6 0 0,1 5 0 16,-1 5 0-16,0 8 0 0,1 2 0 15,-1 2 0-15,3 2 0 0,-1-2-21 16,1 1-51-16,2-2 4 0,-3-3 40 16,-1-1 28-16,-7-5 40 15,-2-3-4-15,-4-2 77 0,-2-2-113 16,0 0 0-16,0 0 0 0,-4-5 0 15,-2-5 0-15,-4-9 0 0,3-7 0 16,3-3 0-16,4-7 0 0,4-1 0 16,7 1 0-16,7-1 0 0,5 4 0 15,2 7 0-15,2 1 0 0,4 5 0 16,0-1 0-16,4 2 0 16,-2 2 0-16,0 1 0 0,-10 4 0 15,-3-1-2566-15</inkml:trace>
  <inkml:trace contextRef="#ctx0" brushRef="#br0" timeOffset="41940.93">25827 7428 6691 0,'0'0'636'0,"0"0"-140"0,0 0-127 16,0 0-369-16,0 0 0 0,55 6 0 16,-11 3 0-16,14-3 0 15,4-3 0-15,2-3 0 0,0-5 0 16,-2-2 0-16,-8 0 0 0,-7 1 0 16,-8-1 0-16,-10-1-45 0,-12 2-1223 15,-9 1-2074-15</inkml:trace>
  <inkml:trace contextRef="#ctx0" brushRef="#br0" timeOffset="42132.98">25804 7641 5910 0,'0'0'468'0,"0"0"113"0,0 0 387 16,0 0-703-16,52 8-265 0,-9-7 0 15,13 1 0-15,2 2 0 0,2-2 0 16,4 3 0-16,-2 1 0 16,4 1 0-16,-2-1 0 0,-2 1 0 0,-4-4 0 15,-17-2-69-15,-4-4-2112 0</inkml:trace>
  <inkml:trace contextRef="#ctx0" brushRef="#br0" timeOffset="42756.88">27745 7329 5718 0,'0'0'796'0,"-50"-12"425"16,23 6-764-16,-2 1-457 0,-2 5 0 15,-2 0 0-15,-6 8 0 0,2 2 0 16,4 2 0-16,6 1 0 0,8 1 0 15,7-2 0-15,4 3 0 0,6 2 0 16,4 2 0-16,6 0 0 0,11 1 0 16,7 3 0-16,10-1 0 0,3-2 0 15,4 2 0-15,1-5 0 16,-3 1 0-16,-6 1 0 0,-8-1 0 16,-6 0 0-16,-13-3 0 0,-6 2 0 15,-8-2 0-15,-11 2 0 0,-10-2 0 16,-8-2 0-16,-8 0 0 15,-7-3 0-15,-1-8 0 0,1-3 0 16,13-10 0-16,10-8 0 0,10-3 0 16,13-8 0-16,8 0-129 0,17-1-1167 15,-4 7-225-15,9 1-2973 0</inkml:trace>
  <inkml:trace contextRef="#ctx0" brushRef="#br0" timeOffset="43185.81">27908 7892 5130 0,'-18'60'472'0,"3"5"-112"16,1 8 513-16,-1-9-609 0,5-6-36 16,2-11 116-16,-1-8-212 0,3-11 32 15,4-13 61-15,0-7-225 0,2-6 0 16,0-2 0-16,0-8 0 15,0-11 0-15,0-19 0 0,2-16 0 16,0-13 0-16,0-13 0 0,0-4 0 16,4-11 0-16,3-7 0 0,5-1 0 15,7 8 0-15,8 17 0 0,4 21 0 16,4 18 0-16,4 9 0 16,3 3 0-16,1 5 0 0,-3 6 0 15,-11 8 0-15,-7 6 0 0,-9 2 0 16,-5 8 0-16,-8 5 0 0,-2 7 0 15,-6 5 0-15,-4 4 0 0,-7 7 0 16,-3 2 0-16,-7 1 0 16,-6 1 0-16,-9-3 0 0,-1-2 0 15,-7-6 0-15,1-5 0 0,5-8 0 0,9-7 0 16,8-7 0-16,11-7 0 16,14-9-321-16,8-6-623 0,6 2-185 15,11-4-2637-15</inkml:trace>
  <inkml:trace contextRef="#ctx0" brushRef="#br0" timeOffset="43695.73">28299 7747 5082 0,'0'0'740'0,"0"0"-272"0,0 0 401 16,0 0-705-16,0 0-40 0,0 0 320 15,0 0-176-15,0 0-235 0,0 0-33 16,-4-33 0-16,0 7 0 0,-1-6 0 15,-1-4 0-15,2-3 0 0,2-3 0 16,2-1 0-16,8 3 0 0,7 2 0 16,5 3 0-16,7 8 0 15,0 7 0-15,0 2 0 0,-2 5 0 16,0 4 0-16,0 1 0 0,-5 3 0 16,-1 1 0-16,-3 0-325 0,-5 3-967 15,-3 0-2554-15</inkml:trace>
  <inkml:trace contextRef="#ctx0" brushRef="#br0" timeOffset="43850.41">28623 7567 7355 0,'-8'33'837'0,"0"0"-837"0,-5 4 0 16,-1-7 0-16,2-4 0 0,1-6 0 15,5-6 0-15,4-4 0 0,2-8 0 16,0-2 0-16,6-7-405 0,2 0-2280 15,1-17-745-15</inkml:trace>
  <inkml:trace contextRef="#ctx0" brushRef="#br0" timeOffset="43929.97">28768 7000 4402 0,'0'0'0'0,"0"0"-633"15,0 0-259-15,0 37-529 0</inkml:trace>
  <inkml:trace contextRef="#ctx0" brushRef="#br0" timeOffset="44590.92">28727 7683 5142 0,'0'0'472'16,"23"36"48"-16,-9-29 633 16,0-9-705-16,3-14-88 0,2-10-263 15,-1-6-97-15,1-6 0 0,-3-3 0 16,1-1 0-16,-1 2 0 0,-3 4 0 15,-5 10 0-15,-2 10 0 0,-4 9 0 16,-2 7 0-16,-6 13 0 0,-4 9 0 16,-1 11 0-16,3 9 0 15,4 2 0-15,4-2 0 0,12-1 0 16,9-4-569-16,6-2-159 0,6-9-93 16,2-5-1040-16,-2-8 809 0,-4-7 39 15,-2-6 641-15,-6-8 372 0,-5-6 949 16,-5-5 195-16,-5-5-515 15,-4-3-161-15,-4-4 152 0,-6-3-312 16,-7 2-140-16,-1 7 96 0,-3 10-120 16,-4 12-15-16,3 8 79 0,-1 8-176 15,2 3 32-15,1 4 72 0,1 3-68 16,9-3 12-16,6-1-28 16,6-5-44-16,8-4-12 0,7-7 4 15,4-3-24-15,-3-2 24 0,1-7 16 16,-2-3 0-16,-3-3-12 0,1-2 108 15,-5 1 148-15,-2 4 48 0,-3 4-51 16,-3 2-257-16,0 5 0 0,0 1 0 16,4 11 0-16,1 13 0 15,3 18 0-15,-2 10 0 0,1 5 0 16,-1 2 0-16,-2 0 0 0,1 1 0 16,-3 2 0-16,-6 3 0 0,-6 1 0 15,-15 5 0-15,-8-2 0 0,-10-3 0 16,-13-3 0-16,-2-7 0 15,-6-8 0-15,-2-10 0 0,2-13 0 16,2-14 0-16,9-11 0 0,5-11 0 16,11-14 0-16,9-13 0 15,7-10 0-15,13-6 0 0,8 2 0 16,15 12 0-16,12 10 0 0,12 10 0 16,9 6 0-16,10 0 0 0,6 3 0 15,2 3 0-15,-2-3 0 0,-6-5 0 16,-18 3-1922-16</inkml:trace>
  <inkml:trace contextRef="#ctx0" brushRef="#br0" timeOffset="55059.48">4761 8726 5478 0,'0'0'784'0,"0"0"-219"15,0 0 463-15,0 0-691 0,0 0-337 16,0 0 0-16,0 0 0 15,0 0 0-15,0 0 0 0,0-12 0 16,22 4 0-16,26-6 0 0,14-4 0 16,12-2 0-16,5 2 0 15,-7 3 0-15,1 3 0 0,-9 3 0 16,-7 4 0-16,-7 2 0 0,-9 3 0 16,-10-1 0-16,-10-1-69 0,-6-2-2516 15,-7-3-1941-15</inkml:trace>
  <inkml:trace contextRef="#ctx0" brushRef="#br0" timeOffset="56290.58">5933 8434 2056 0,'0'0'2289'0,"0"0"-1164"0,0 0-357 16,0 0-163-16,0 0 27 15,0 0-304-15,0 0-76 0,-38-31-115 16,18 33-137-16,-7 4 0 0,6-2 0 16,1-1 0-16,3-1 0 0,-4 0 0 15,7 0 0-15,1 0 0 0,3 0 0 16,6 1 0-16,-2 0 0 0,2 2 0 15,-3 1 0-15,3 1 0 0,0 2 0 16,4 0 0-16,4 2 0 16,13 0 0-16,8-2 0 0,6-2 0 15,0-2-37-15,2-4-47 0,-2 3 32 16,-4-1-48-16,-7 3 32 0,-7 3 68 16,-3 1-4-16,-6 4-12 0,-4 1 16 15,-4 1 0-15,-6 2 20 0,-7 1-20 16,1 0 28-16,-5-3-16 15,4-1-12-15,1-4 0 0,6-4 0 16,-5-3-4-16,5-4 4 0,4-1-48 16,-1-3-32-16,3-3-380 15,-2-4 24-15,2-4-69 0,-2 0-739 16,2 2-25-16,-1 3-628 0</inkml:trace>
  <inkml:trace contextRef="#ctx0" brushRef="#br0" timeOffset="56789.12">5993 9097 4333 0,'0'0'1489'0,"0"0"-765"0,-13-33 437 15,3 8-829-15,0-7-179 0,-1-4-153 16,1-7 0-16,4-9 0 0,-1-6 0 15,7-8 0-15,7-1 0 0,9 2 0 16,9 5 0-16,4 10 0 0,2 10 0 16,0 7 0-16,-6 11 0 15,-9 9 0-15,-3 4 0 0,-5 6 0 16,-8 3 0-16,4 0 0 0,-2 0 0 16,2 0 0-16,2 3 0 0,5 6 0 15,-1 5 0-15,0 5 0 0,1 2 0 16,-5 4 0-16,-6-1 0 15,0-1 0-15,-6 2 0 0,-5-2-73 16,-5-1-23-16,-3-2 76 0,-1-2 8 16,-3-5 12-16,2-5 0 15,1-5-228-15,3-3-208 0,3-5-601 16,7 0-311-16,1-4-429 0</inkml:trace>
  <inkml:trace contextRef="#ctx0" brushRef="#br0" timeOffset="56994.3">6249 8688 4005 0,'0'0'1485'0,"0"0"-1089"0,0 0-104 16,0 0-120-16,0 0-56 0,0 0 85 15,0-39 179-15,-6 19-224 16,0-1-72-16,-3 1-24 0,7-2-52 15,-2 1-8-15,4 1 0 0,0 1-12 16,10 2 8-16,-3-2-20 0,3 1-336 16,0 5-373-16,1 0-2428 0</inkml:trace>
  <inkml:trace contextRef="#ctx0" brushRef="#br0" timeOffset="57320.06">6371 8553 6138 0,'0'0'941'0,"-2"38"-533"0,2-18-72 0,0-3-128 16,0-2-168-16,0-2-16 15,0-2-24-15,0-4 12 0,0-3-12 16,0-1 0-16,0-3 12 0,0 0-12 16,0-4 60-16,0-10-60 0,4-10 0 15,4-9 4-15,7-6 5 0,-1-2-9 16,-1 4 0-16,1 4 0 15,0 5 0-15,-1 6 0 0,-3 6 0 16,1 5 0-16,-7 5 0 0,2 2 0 16,-6 3 0-16,0 1 0 15,2 3 0-15,0 7-33 0,0 8-395 16,2 3-96-16,-2 2 4 0,2 5-497 16,-4-1 49-16,0 4-33 0,0-6-520 15</inkml:trace>
  <inkml:trace contextRef="#ctx0" brushRef="#br0" timeOffset="57383.23">6501 8700 2132 0,'0'0'381'0,"0"0"-265"0,37 0 464 16,-16-13-28-16,4-6-272 16,-9 4-280-16,-1-2-1576 0</inkml:trace>
  <inkml:trace contextRef="#ctx0" brushRef="#br0" timeOffset="57834.22">6788 8538 5662 0,'0'0'1873'0,"0"0"-1421"16,0 0-247-16,-31-39-205 15,15 36 0-15,-5 3 0 0,-6 3 0 16,7 4 0-16,-5 5 0 0,8 2 0 16,1 2 0-16,5 3 0 0,11 0 0 15,0-1 0-15,11-5 0 0,5-3 0 16,1-5 0-16,4-5 0 0,-1-1 0 15,1-6 0-15,0-2 0 0,-5-1 0 16,-6 0 0-16,1 1 0 16,-5 3 0-16,-2 2 0 0,-4 3 0 15,2 1 0-15,-2 0 0 0,4 3 0 16,0 11 0-16,7 9 0 0,-1 8 0 16,7 4 0-16,-5 3 0 0,3-2 0 15,-11 3 0-15,-4 0 0 16,0 2 0-16,-15 1 0 0,-6-2 0 15,-5 1 0-15,-5-3 0 0,-2-4 0 16,-7-4 0-16,3-8 0 16,0-8 0-16,4-7 0 0,-2-7 0 15,8-8 0-15,2-8 0 0,2-9 0 16,7-7 0-16,5-4 0 0,11-1 0 16,4 3 0-16,15 3 0 0,16 4 0 15,2 0 0-15,11-1-233 0,-15 8-891 16,2-4-1181-16</inkml:trace>
  <inkml:trace contextRef="#ctx0" brushRef="#br0" timeOffset="58409.06">7450 8387 4978 0,'0'0'1100'0,"0"0"-347"16,0 0 303-16,0 0-751 0,-39-20-305 15,10 20 0-15,-6 0 0 16,-3 5 0-16,11 0 0 0,1-1 0 15,7 0 0-15,7 0 0 0,3-1 0 16,7 0 0-16,-2 0 0 0,4 2 0 16,0 3 0-16,10 3 0 15,5 1 0-15,6 1 0 0,1-2 0 16,5-1 0-16,2 0 0 0,-2 1 0 16,0 1 0-16,0 1 0 0,-11 1 0 15,-5 1 0-15,-3-1 0 0,-6 1 0 16,-2-1 0-16,-6 2 0 0,-9-1 0 15,-1-2 0-15,-5 0 0 0,-6-1 0 16,0-4 0-16,0-3 0 0,3-4 0 16,1-2 0-16,8-7 0 0,5-7 0 15,4-7-177-15,6-8-731 16,6 4-1285-16,0-8-164 0</inkml:trace>
  <inkml:trace contextRef="#ctx0" brushRef="#br0" timeOffset="58585.29">7586 7943 6026 0,'0'0'761'16,"0"0"-357"-16,0 0 252 0,-4 58-311 15,-2-12-345-15,-2 8 0 16,6 5 0-16,-2-1 0 0,4 1 0 16,0 4 0-16,0 0 0 0,-5-3 0 15,5-4 0-15,-2-4 0 0,2-6 0 16,0-7 0-16,-4-10 0 0,4-10-1317 15,0-9-844-15,-6-10-1469 0</inkml:trace>
  <inkml:trace contextRef="#ctx0" brushRef="#br0" timeOffset="58748.07">7500 8422 5794 0,'0'0'897'0,"45"-23"-213"0,-18 14-24 15,-4 1-503-15,1 2-157 0,-3 2 0 16,0 0 0-16,-5 3 0 15,5 1 0-15,-7 0 0 0,3 0 0 16,0 0-849-16,-3 0-1688 0,-6 0-565 16</inkml:trace>
  <inkml:trace contextRef="#ctx0" brushRef="#br0" timeOffset="58851.24">7787 8509 5618 0,'0'0'969'0,"-10"61"99"15,1-27-531-15,3-4-537 0,4-4 0 16,-2-4 0-16,4-4 0 0,0-7 0 15,4-4 0-15,-2-5 0 0,4-3-957 16,-2-3-848-16,7-14-1364 0</inkml:trace>
  <inkml:trace contextRef="#ctx0" brushRef="#br0" timeOffset="58961.5">7830 8072 7015 0,'0'0'676'16,"0"0"-516"-16,0 0-104 0,0 0-56 15,0 0-732-15,0 0-3030 0</inkml:trace>
  <inkml:trace contextRef="#ctx0" brushRef="#br0" timeOffset="59417.24">8109 8135 5090 0,'0'0'508'0,"-20"-50"-48"16,7 20 373-16,-1 3-621 15,1 1 72-15,-1 4 156 0,-1 5-236 16,3 6-43-16,2 5-161 0,-1 4 0 16,1 1 0-16,4 1 0 0,2 3 0 15,-3 6 0-15,3 2 0 0,2 4 0 16,2 0 0-16,0 0 0 16,0 2 0-16,0 2 0 0,2 4 0 15,2 2 0-15,-1 3 0 0,5 2 0 16,-2 4 0-16,4 3 0 0,5 3 0 15,-3 0 0-15,3 2 0 0,-3 1 0 16,-4 0 0-16,-1 1 0 0,-7-1 0 16,-5-2 0-16,-1-2 0 0,-4-2 0 15,-3-5 0-15,3-4 0 16,-4-7-233-16,3-6-351 0,5-8-40 16,2-4-1321-16,0-7-773 0</inkml:trace>
  <inkml:trace contextRef="#ctx0" brushRef="#br0" timeOffset="59760.42">8308 8186 3177 0,'0'0'724'0,"-6"-46"-568"0,1 23 229 16,-1 3-65-16,2 2-32 0,-2 3 396 15,0 0-220-15,-3 5-71 0,3 3 99 16,-4 4-244-16,0 3 28 0,-7 7 64 16,-4 4-224-16,1 4-16 0,3 2-71 15,3 4-29-15,3 2 0 0,5 2 0 16,0 3 0-16,6 3 0 16,0 5 0-16,0 3 0 0,6 1 0 15,0 5 0-15,3 3 0 0,-3 0 0 16,0 1 0-16,4-2 0 15,-6 0 0-15,-1-4 0 0,-3-4 0 16,0-2 0-16,-7-5 0 0,-3-6 0 16,0-4-165-16,3-9-1712 0,-3-10-528 15</inkml:trace>
  <inkml:trace contextRef="#ctx0" brushRef="#br0" timeOffset="60163.12">7963 8579 6214 0,'0'0'405'0,"0"0"239"15,0 0-152-15,55-40-240 0,-22 28-67 16,3 2-185-16,1-2 0 0,0 0 0 16,-2 0 0-16,2 2 0 0,-6 3 0 15,-4 3 0-15,-4 2 0 16,-9 2 0-16,-3 9-289 0,-7 3 85 16,-4 5 40-16,0 8 120 0,-8 2 44 15,-3 6 44-15,1 0-16 0,4 2 76 16,-5-3 96-16,5-3-88 15,6-4 52-15,-4-3-115 0,4-8-49 16,0-5 0-16,0-5 0 0,0-2 0 16,0-2 0-16,4-9 0 15,2-11 0-15,5-11 0 0,-1-8 0 16,7-3 0-16,3 1 0 0,-3 0 0 16,4 3 0-16,3 7 0 0,-7 12 0 15,-1 8 0-15,-5 10 0 0,-1 2 0 16,-4 11 0-16,3 5 0 0,-9 5 0 15,2 5 0-15,-2 0 0 0,0 0 0 16,-7 1 0-16,3 1 0 0,-2-4 0 16,2 0 0-16,2-3 0 0,-4-2 0 15,6-6-257-15,0-3-707 16,0-7-1858-16</inkml:trace>
  <inkml:trace contextRef="#ctx0" brushRef="#br0" timeOffset="60430.04">8554 8728 6098 0,'0'0'1357'16,"0"0"-785"-16,0 0-407 0,31-51-165 16,-15 28 0-16,1-3 0 15,-3-1 0-15,3-2 0 0,-7-2 0 16,1 5 0-16,-5 4 0 0,-2 9 0 16,-4 7 0-16,-4 6 0 0,-13 9 0 15,-4 11 0-15,-5 9 0 0,-1 9 0 16,2 0 0-16,4 3 0 0,9-3 0 15,4-2 0-15,8-2 0 0,8-9 0 16,8-2 0-16,7-7 0 0,8-9 0 16,-4-3-337-16,4-5-179 0,0-9-461 15,-4-5 117-15,-2-5 152 16,2-1 179-16,-5 0 241 0,3-3-44 16,-8 1-68-16,3 0 308 0,1 2 80 15,-7-1-352-15,-3 8-761 0</inkml:trace>
  <inkml:trace contextRef="#ctx0" brushRef="#br0" timeOffset="60713.11">8959 8565 660 0,'0'0'1228'0,"0"0"361"0,0 0-432 16,-17-41-245-16,-1 24 177 0,-1 0-557 15,-2 6-8-15,1 8-23 16,5 3-501-16,-1 0 0 0,1 7 0 16,3 0 0-16,8 4 0 0,-2 2 0 15,6 2 0-15,10 3 0 0,0 0 0 16,7-2 0-16,3-5 0 0,1 0 0 15,0-4 0-15,-3-3 0 0,1-1 0 16,-2 0 0-16,-7-3-217 0,-4 1-195 16,2-1 156-16,-8 0 152 0,0 1 104 15,-8 1 76-15,-4 5 232 16,-19 5 196-16,-4 6-403 0,-5 3-101 16,-1 0 0-16,10-4 0 0,4-2 0 15,13-5 0-15,7-4 0 0,7 0 0 16,0-2 0-16,11 0-69 15,9-4-499-15,3 0-933 0,-2-8-556 0</inkml:trace>
  <inkml:trace contextRef="#ctx0" brushRef="#br0" timeOffset="61033.08">9463 8501 4654 0,'-31'0'1796'0,"-6"0"-799"16,-10 0-525-16,9 2-220 0,1 3-231 16,6 2-21-16,4 3 0 0,7 3 0 15,5 0 0-15,9 1 0 16,6 2 0-16,6-1 0 0,9 1 0 16,1 0 0-16,11-2 0 0,-2 3 0 15,6-1 0-15,-2 1 0 0,2 1 0 16,-6-3 0-16,-3 0 0 15,-1 0 0-15,-11 0 0 0,-6-2 0 16,-4 4 0-16,-10 0 0 0,-6 1 0 16,-5 3 0-16,-8-1 0 0,-4 1 0 15,-4-1 0-15,-11-1 0 16,13-6-813-16,-8 1-672 0</inkml:trace>
  <inkml:trace contextRef="#ctx0" brushRef="#br0" timeOffset="61543.07">4792 9844 6190 0,'0'0'1349'0,"0"0"-1093"0,0 0 141 15,53 7-397-15,-9-2 0 16,5-3 0-16,7 2 0 0,4 1 0 15,4 3 0-15,4 5 0 0,1 4 0 16,-5 3 0-16,0 2 0 16,-8 2 0-16,-5 0 0 0,-7-3 0 0,-13-1 0 15,-4-3 0-15,-15-8 0 16,-2-2 0-16,-6-5-1365 0</inkml:trace>
  <inkml:trace contextRef="#ctx0" brushRef="#br0" timeOffset="62351.28">6024 9896 2821 0,'0'0'3441'15,"0"0"-2400"-15,0 0-217 0,0 0-759 16,0 0-65-16,0 0 0 16,-33-38 0-16,8 31 0 0,2 5 0 15,2 1 0-15,-4 2 0 0,3 5 0 16,-3 6 0-16,4 3 0 0,3 8 0 16,3 0 0-16,5 3 0 0,4-2 0 15,2-1 0-15,8-6 0 16,8 0 0-16,7-5 0 0,3-3 0 15,9-3 0-15,2 0 0 0,3-1 0 16,-3 2 0-16,-2-1 0 16,-11 2 0-16,-5 4 0 0,-9 1 0 0,-2 1 0 15,-8 3 0-15,-10-2 0 16,-3 3 0-16,1-3 0 0,-11-1 0 16,6-2 0-16,-4-7 0 0,9-4 0 15,-1-3 0-15,7-10 0 0,6-3 0 16,4-4-105-16,8-6-951 0,0 7-1666 15,0 0-1279-15</inkml:trace>
  <inkml:trace contextRef="#ctx0" brushRef="#br0" timeOffset="62960.76">6158 10188 6799 0,'0'37'704'0,"0"-3"-280"16,-4 9-159-16,4-2-265 0,0 2 0 16,-4 2 0-16,4-1 0 0,-2 0 0 15,2-3 0-15,0-4 0 16,0-5 0-16,2-6 0 0,2-5 0 15,-4-7 0-15,4-6 0 0,-4-6 0 16,0-2 0-16,-4-4 0 0,-2-13 0 16,-5-13 0-16,3-12 0 0,0-11 0 15,-1-6 0-15,3-4 0 16,2-4 0-16,2-7 0 0,2 2 0 16,0 2 0-16,10 7 0 0,3 8 0 15,3 10 0-15,5 6 0 0,-2 11 0 16,-3 4 0-16,1 6 0 0,-3 9 0 15,-1 3 0-15,1 5 0 0,-2 4 0 16,7 8 0-16,0 7 0 16,1 4 0-16,-1 4 0 0,-7 4 0 15,-3 1 0-15,-7 0 0 0,-4-3 0 16,-7-1 0-16,-3-2 0 0,-9-1 0 16,-4-5 0-16,-6-4 0 0,3-4 0 15,-8-7 0-15,12-4 0 16,1-6 0-16,6-6-253 0,9-5-755 15,6 5-169-15,2-1-1944 0</inkml:trace>
  <inkml:trace contextRef="#ctx0" brushRef="#br0" timeOffset="63233.33">6495 10159 4734 0,'0'0'856'0,"0"0"-252"0,0 0 61 16,0 0-585-16,0 37 64 16,0-33 292-16,0-3-176 0,-4-1 44 15,-2-4-195-15,-1-7-109 0,-7-8 0 16,1-5 0-16,3-7 0 16,6 1 0-16,4-3 0 0,0-1 0 0,6-2 0 15,5 3 0-15,3 2 0 16,-2 5 0-16,5 2 0 0,-3 2 0 15,1 3-1257-15,-5-1-4342 0</inkml:trace>
  <inkml:trace contextRef="#ctx0" brushRef="#br0" timeOffset="63453.2">6648 10062 8007 0,'0'0'185'0,"-17"51"-185"0,11-22 0 15,2-7 0-15,-2-2 0 0,2-1 0 16,0-1 0-16,1-6 0 16,3-5 0-16,0-1 0 0,0-6 0 15,0 0 0-15,7-11 0 0,-1-12 0 16,8-10 0-16,3-10 0 0,-7-7 0 16,5-5 0-16,-9-4-317 0,4 1-223 15,1 5-521-15,-5 16-163 16,4 7-517-16</inkml:trace>
  <inkml:trace contextRef="#ctx0" brushRef="#br0" timeOffset="64136.31">6819 9982 200 0,'0'32'2501'0,"0"3"-1041"16,-2 3-343-16,-4-5-141 0,0 0 313 15,-4-3-640-15,3-4-649 0,3-3 0 16,-2-7 0-16,2-3 0 0,-2-5 0 15,6-4 0-15,0-1 0 0,0-2 0 16,0-1 0-16,0 0 0 16,2-3 0-16,6-4 0 0,2-2 0 15,7-6 0-15,4-2 0 0,1-2 0 16,3 0 0-16,-4 0 0 0,-5 0 0 16,1 1 0-16,-3 4 0 0,-9 3 0 15,1 7 0-15,-4 1 0 16,-2 2 0-16,2 0 0 0,-2 1 0 15,2 0 0-15,-2 1 0 0,4 4 0 16,2 4 0-16,-2 4 0 0,-4 3 0 16,2-2 0-16,-2-2 0 0,0-4 0 15,0-1 0-15,5-3 0 16,-5-2 0-16,0-1 0 0,4 1-369 16,6-2-23-16,2-4 56 0,9-8-637 15,6-2-35-15,4-4 480 0,0-1 356 16,-6 0 168-16,-2 0 4 0,-3 3 156 15,-14 1 120-15,-6 2 80 0,0 1 564 16,-10 2-327-16,-2-1-53 16,-3 3 296-16,5 3-731 0,-3 4-105 15,5 1 0-15,-2 8 0 0,4 6 0 16,-1 5 0-16,3 5 0 0,4 0 0 16,0 1 0-16,0 2 0 15,7-2 0-15,1-2 0 0,-2-1 0 16,-2-1 0-16,2-2 0 0,-6 5 0 15,4 1 0-15,-4 8 0 0,-8 5 0 16,2 6 0-16,-8 3 0 16,1 2 0-16,-1-3 0 0,1-2 0 0,3-2 0 15,0-6 0-15,-1-1 0 16,-3-6 0-16,-3-4 0 0,-3-7 0 16,-3-6 0-16,2-7 0 0,-4-5 0 15,1-9 0-15,1-9 0 0,2-9 0 16,0-11 0-16,1-8 0 0,3-8 0 15,7-5 0-15,4 0 0 0,8-1-493 16,12-1-567-16,3 16-337 16,8-2-3661-16</inkml:trace>
  <inkml:trace contextRef="#ctx0" brushRef="#br0" timeOffset="64308.32">7241 9792 3161 0,'0'0'3474'0,"0"0"-3298"0,0 0-88 16,0 0 248-16,48 40 140 0,-28-27-288 16,-5-1-56-16,-5-2-36 0,-4-4-96 15,1-2 20-15,-7 1 16 0,0 2-27 16,-7 1-18-16,-7 3-75 16,4-4-1056-16,-3-1-1281 0</inkml:trace>
  <inkml:trace contextRef="#ctx0" brushRef="#br0" timeOffset="64743.25">7514 10099 4718 0,'0'0'1776'0,"0"0"-1031"15,0 0-109-15,0 0-319 16,0 0-317-16,0 0 0 0,0 0 0 16,0 0 0-16,0 0 0 0,0 0 0 15,-6 12 0-15,-9-7 0 0,-5 2 0 16,-3 1 0-16,2 1 0 0,3 2 0 15,1 2 0-15,7-3 0 0,8-2 0 16,2-1 0-16,6 5 0 16,10 1 0-16,11 1 0 0,4 0 0 15,0-2 0-15,0 1 0 0,-4-1 0 16,-10 1 0-16,-7-2 0 16,-6 3 0-16,-10-1 0 0,-13 4 0 15,-7 1 0-15,-8-2 0 0,-7 2 0 16,0-4 0-16,-3-3 0 0,9-7 0 15,4-4 0-15,15-13-89 0,5-1-1864 16,11-7-1824-16</inkml:trace>
  <inkml:trace contextRef="#ctx0" brushRef="#br0" timeOffset="65492.95">8130 10078 3493 0,'0'0'2965'0,"0"0"-2512"0,0 0-221 0,-6 55 4 16,6-24 124-16,0 6-204 15,-6-3 16-15,1-3-47 0,-1-5-125 16,2-3 0-16,-2-9 0 0,6-3 0 15,-4-7 0-15,4-2 0 0,0-2 0 16,0-6 0-16,4-13 0 0,2-10 0 16,0-5 0-16,5-3 0 15,-1 3 0-15,4 1 0 0,-1 3 0 16,1 4 0-16,-3 9 0 0,-1 5 0 16,0 10 0-16,1 3 0 0,-1 13 0 15,0 5 0-15,-3 6 0 0,-3 1 0 16,2-1 0-16,-2-2 0 0,2-5 0 15,-2-4 0-15,3-6 0 0,-1-3 0 16,-2-3 0-16,-2-2 0 16,6-4 0-16,-2-7 0 0,5-10 0 15,3-5 0-15,-1-2 0 0,1 0 0 16,3 4 0-16,-7 4 0 16,0 4 0-16,-3 10 0 0,-3 6 0 15,0 13 0-15,2 10 0 0,-4 9 0 16,6 3 0-16,-8 1 0 0,7 0 0 15,-3-2 0-15,2-5 0 0,-2-5 0 16,6-6 0-16,7-7 0 0,4-6-709 16,-1-5-592-16,1-4-2668 0</inkml:trace>
  <inkml:trace contextRef="#ctx0" brushRef="#br0" timeOffset="65815.39">8682 10145 6727 0,'0'0'640'0,"-50"-38"92"0,25 22-639 0,5 6-93 0,3 4 0 16,3 5 0-16,3 3 0 16,-1 9 0-16,2 6 0 0,-1 4 0 15,1 3 0-15,0-5 0 0,6 0 0 16,4-5 0-16,4-2 0 16,6-1 0-16,5-4 0 0,1-4 0 15,5-3 0-15,-1-3 0 0,3-6 0 16,-8 1 0-16,-3 2 0 0,-4 0 0 15,-2 4 0-15,-6 1 0 0,0 1 0 16,0 0 0-16,0 7 0 0,0 8 0 16,-6 10 0-16,2 2 0 0,4-1 0 15,0-3 0-15,6-10 0 16,5-5 0-16,3-2 0 0,-1-6 0 16,1 0-353-16,-8 0-715 0,3-2-1522 15,-9-3-983-15</inkml:trace>
  <inkml:trace contextRef="#ctx0" brushRef="#br0" timeOffset="66165.21">9021 10158 5226 0,'0'0'1741'0,"0"0"-1137"15,0 0-132-15,-35-22-323 0,12 13-149 16,-2 1 0-16,-2 1 0 0,0 5 0 15,3 2 0-15,3 0 0 0,4 2 0 16,7 4 0-16,4-1 0 16,2 2 0-16,4 5 0 0,0 2 0 0,10 2 0 15,0 1 0-15,7-5 0 16,8 1 0-16,-2-1 0 0,8-3 0 16,-5 2 0-16,5-3 0 0,-4 2 0 15,-2 0 0-15,-8-1 0 0,-3 0 0 16,-8 0 0-16,-6 0 0 0,0-1 0 15,-10 2 0-15,0-1 0 0,-11 3 0 16,-2-1 0-16,-4 2 0 16,-4-2 0-16,0-2 0 0,0-3 0 15,7-4 0-15,1 0 0 0,12-2 0 16,5-2-1025-16,6-5 96 0,11-5-207 16,1-1-1201-16,13-3-200 0</inkml:trace>
  <inkml:trace contextRef="#ctx0" brushRef="#br0" timeOffset="66519.05">9312 10156 5354 0,'0'0'1245'0,"0"0"-129"16,0 0-639-16,0 0-477 0,0 0 0 15,-37-39 0-15,21 32 0 0,-5 2 0 16,0 3 0-16,5 2 0 0,5 0 0 15,1 1 0-15,6 2 0 0,4 3 0 16,0 7 0-16,14 5 0 16,7 3 0-16,6 2 0 0,10-5 0 15,-2-3 0-15,3-2 0 0,-1-1 0 16,-6 2 0-16,-4-1 0 0,-13 3 0 16,-4-1 0-16,-10 4 0 0,-8 0 0 15,-8 4 0-15,-7-1 0 16,-8 1 0-16,-4-4 0 0,2-3 0 15,2-4 0-15,6-5 0 0,8-2 0 16,7-4 0-16,4-1 0 0,6-3 0 16,6-7-333-16,-2 2-1684 0,6-9-468 15</inkml:trace>
  <inkml:trace contextRef="#ctx0" brushRef="#br0" timeOffset="67574.6">1782 7831 4201 0,'0'0'1029'0,"0"0"-181"16,16 53 373-16,-5-29-521 15,5 6-507-15,5 3-193 0,4 7 0 16,2 4 0-16,10 5 0 0,-6 7 0 16,8 2 0-16,0 0 0 0,-1 3 0 15,-1-1 0-15,-4-5 0 16,-2-1 0-16,-2-9 0 0,-9-7 0 16,3-6 0-16,-12-6 0 0,-1-11 0 15,-6-5 0-15,-2-7 0 0,-2-3 0 16,-2-4 0-16,-2-3-905 0,-6-12-3077 0</inkml:trace>
  <inkml:trace contextRef="#ctx0" brushRef="#br0" timeOffset="67993.23">2154 8631 2733 0,'0'0'1332'0,"0"0"-603"0,0 0 715 16,0 0-711-16,0 0-361 0,0 0 92 15,0 0-200-15,-35-11-143 0,14-2-121 16,-2-5 0-16,1-3 0 0,3-3 0 15,-2-1 0-15,1-4 0 0,1 2 0 16,7 1 0-16,5 7 0 0,-1 6 0 16,6 8 0-16,2 3 0 0,0 2 0 15,0 0 0-15,2 10 0 16,9 10 0-16,3 6 0 0,7 4 0 16,10-2 0-16,0-8 0 0,12-6 0 15,5-9 0-15,3-5 0 0,1-8 0 16,-9-5 0-16,-5-2 0 15,-11 0 0-15,-11 1 0 0,-8-1 0 16,-8 0 0-16,0 0 0 0,-16-2 0 16,5 6 0-16,-5-2-3750 0</inkml:trace>
  <inkml:trace contextRef="#ctx0" brushRef="#br0" timeOffset="68556.16">449 7700 3249 0,'0'0'3410'0,"0"0"-2786"0,6 46 285 0,-2-14-909 16,0 5 0-16,2 1 0 0,0 0 0 16,1-3 0-16,1-3 0 0,2-4 0 15,-6-6 0-15,3-3 0 16,-1-6 0-16,-2-4 0 0,-2-5-209 16,0-2-1584-16,-2-4-816 0</inkml:trace>
  <inkml:trace contextRef="#ctx0" brushRef="#br0" timeOffset="68683.39">469 7404 5398 0,'0'0'740'16,"0"0"-740"-16,0 0-8 16,0 0-732-16,0 0-633 0,0 0-1136 0</inkml:trace>
  <inkml:trace contextRef="#ctx0" brushRef="#br0" timeOffset="68979.69">647 7965 5826 0,'0'0'1357'16,"0"0"-901"-16,-17 37-32 0,17-32-295 15,0-4-129-15,0-1 0 0,0 0 0 16,0-4 0-16,7-5 0 0,1-14 0 15,2-7 0-15,3-8 0 0,-1 1 0 16,-2 4 0-16,1 7 0 0,-3 3 0 16,-2 8 0-16,-2 4 0 0,-2 5 0 15,0 5 0-15,1 0 0 0,-1 1 0 16,2 2 0-16,2 6 0 16,2 9 0-16,5 10 0 0,-3 4 0 15,2 1 0-15,1-2 0 0,-1-6 0 16,-1-1 0-16,-1-3-121 15,-2-4-1263-15,-4-7-2550 0</inkml:trace>
  <inkml:trace contextRef="#ctx0" brushRef="#br0" timeOffset="69196.38">864 7452 7491 0,'0'0'664'0,"0"0"-627"0,0 0-37 15,0 0 0-15,0 0 0 0,0 0 0 16,-2 62 0-16,10-17 0 0,3 2 0 16,1 2 0-16,0-5 0 0,-1-8 0 15,-1 0 0-15,0-3 0 0,1-4 0 16,-1-3 0-16,-2-4 0 16,-1-4 0-16,-5-6-173 0,0-5-1480 15,-6-6-4229-15</inkml:trace>
  <inkml:trace contextRef="#ctx0" brushRef="#br0" timeOffset="69350.8">874 7812 6426 0,'0'0'609'0,"0"0"147"16,0 0-468-16,0 0-175 0,0 0-113 16,42-26 0-16,-22 20 0 0,-1 0 0 15,-5 2 0-15,3-2 0 0,-3 2 0 16,1 2 0-16,-7 1-893 0,-4 1-1564 15,3 1-1209-15</inkml:trace>
  <inkml:trace contextRef="#ctx0" brushRef="#br0" timeOffset="69564.39">1135 7861 6046 0,'0'0'1117'0,"0"0"-449"15,0 0-307-15,0 0-361 0,33-40 0 16,-29 21 0-16,2-3 0 15,-6 2 0-15,0-1 0 0,-8 0 0 16,0 0 0-16,-3 6 0 0,1 3 0 16,0 7 0-16,-5 5 0 0,3 9 0 15,-1 6 0-15,5 10 0 0,-2 1 0 16,6 6 0-16,2 0-501 16,4 0-55-16,12-2-89 0,3-7-1015 15,3-8 23-15</inkml:trace>
  <inkml:trace contextRef="#ctx0" brushRef="#br0" timeOffset="70356.35">1416 7700 4830 0,'0'0'788'16,"0"0"-456"-16,-37-37 56 16,31 36-103-16,-3 1-77 0,7 1-64 15,-10 11-52-15,-1 8-84 0,1 3-8 16,-2 3 0-16,7-5-8 0,3-7 8 15,4 0-8-15,4-4-28 16,-4-4 24-16,4-3-4 0,3 1-8 16,3-2 24-16,0 1 36 0,5-3-4 15,-3 0 4-15,1 0 36 16,-1-1-56-16,0 1 20 0,-1 1 28 16,1 5-60-16,-1 3 28 0,1 4 104 15,0 5-44-15,-1 2 32 0,-1 6 136 16,2 0-148-16,-1 4-36 0,-3 2-12 15,2 1-44-15,-8 0-20 0,-2 1 9 16,-2 0-9-16,-8-1 0 0,-7 0 0 16,-5 0 0-16,-7-3 0 0,-8-5 0 15,1-7 0-15,-1-7 0 0,4-10 0 16,2-6 0-16,6-10 0 16,7-8 0-16,7-6 0 0,7-5 0 15,4-6 0-15,9-4 0 0,5-2 0 16,11 1 0-16,2 2 0 15,4 4 0-15,6 4 0 0,-4 6 0 16,0 2 0-16,-6 5-149 0,-4 6-547 16,-3 3 0-16,-9 5-85 0,-1 4 769 15,-6 1 12-15,-2 1 580 16,2 2 1-16,3-1-1 0,-1 1 13 16,2 0-593-16,2 0 0 0,7-1 0 15,-5-2 0-15,5-3 0 0,1-2 0 16,-3-3 0-16,1-2 0 0,-5-1 0 15,-5 1 0-15,-4 1 0 0,-2 4 0 16,-6 0 0-16,-7-1 0 0,3 5 0 16,-9 0 0-16,3 2 0 0,4 2 0 15,-3 0 0-15,5 2 0 0,4 4 0 16,-1 1 0-16,3 6 0 16,2 4 0-16,2 4 0 0,2-4 0 15,9-3 0-15,3 0 0 0,3-1 0 16,1 3 0-16,3-1 0 15,-1 0 0-15,5-2 0 0,-4-1 0 16,4-1 0-16,-2-4 0 0,-3-1 0 16,-7-2 0-16,-5-1 0 0,-4-3 0 15,-2 0 0-15,-2 0 0 16,0-2 0-16,-2-9 0 0,-2-7 0 16,-2-6 0-16,4-4 0 0,2 0 0 15,4-1 0-15,6 6 0 0,2 1 0 16,7 6 0-16,-2 1 0 0,1 6 0 15,-5 2 0-15,-1-6 0 0,-8 2-357 16,0-8-6130-16</inkml:trace>
  <inkml:trace contextRef="#ctx0" brushRef="#br0" timeOffset="106681.76">11776 8266 4458 0,'0'35'864'0,"0"-2"-208"15,0 7 97-15,0-1-305 16,-2 4-180-16,2 4-8 0,7 4-248 15,-1 5-4-15,4 5-4 0,0 8 4 16,5 8-8-16,1 6 44 16,1 7 44-16,2 6 76 0,-3 6-7 0,5 7-157 15,-9 3 0-15,3 3 0 16,-1 3 0-16,-8 2 0 0,5 5 0 16,-5 0 0-16,-2 5 0 0,2 0 0 15,-2 3 0-15,-4-1 0 0,7-1 0 16,-3-2 0-16,-2-2 0 0,8 2 0 15,-6-3 0-15,7-2 0 0,-5-4 0 16,-2-3 0-16,-4-5 0 16,2-9 0-16,-2-5 0 0,0-9 0 15,0-7 0-15,0-9 0 0,0-11 0 16,4-11 0-16,0-13-69 0,2-12-383 16,1-13-604-16,-3-6-165 15,0-8-668-15</inkml:trace>
  <inkml:trace contextRef="#ctx0" brushRef="#br0" timeOffset="107695.73">11921 12330 3413 0,'0'0'1177'0,"68"33"-657"0,-14-18 428 15,8-4-399-15,6 0-309 0,13-3 220 16,12 0-152-16,16-3-60 0,9-1 81 16,19-3-329-16,16-1 0 0,14-4 0 15,11 0 0-15,16 0 0 0,7 0 0 16,10 2 0-16,12 2 0 15,0 0 0-15,13 1 0 0,4 4 0 16,3 1 0-16,10-1 0 0,3 0 0 16,0-2 0-16,-1 4 0 0,-3-2 0 15,-6 1 0-15,-11 2 0 0,-13-1 0 16,-16 5 0-16,-18 2 0 16,-16 4 0-16,-25-4 0 0,-21 3 0 15,-25-3 0-15,-22-1 0 0,-26-1 0 16,-22-5-165-16,-16-3-3144 0</inkml:trace>
  <inkml:trace contextRef="#ctx0" brushRef="#br0" timeOffset="108339.61">15667 13365 2749 0,'0'0'1452'0,"0"0"-507"0,-25-54 135 0,19 29-471 0,-5-6-253 0,-3-1 72 15,-3-5-360-15,-3-2-40 16,-7-1-28-16,-4 2 0 0,-2 3 0 16,-4 4-4-16,1 3 4 0,5 4 0 15,0 7 16-15,2 3-12 16,-2 8-4-16,5 4 12 0,1 3 8 16,4 5 0-16,5 7 140 0,1 2-48 15,5 6-32-15,4 7-44 0,1 6-36 16,5 7 0-16,11 8-4 15,-1 6 0-15,9 6 4 0,3 6 4 16,3 4 4-16,2 2-8 0,0 5 8 16,-2 1-8-16,-2 1 0 0,-7 4 9 15,-6 1-9-15,-5-2 0 0,-5-5 0 16,-5-5 0-16,3-5 0 0,-8-6 0 16,2-4 0-16,-5-7 0 0,-1-6 0 15,1-6 0-15,-1-9 0 16,-1-9-593-16,5-10-488 0,4-9-359 0</inkml:trace>
  <inkml:trace contextRef="#ctx0" brushRef="#br0" timeOffset="108498.38">15148 14109 7811 0,'0'0'381'0,"0"0"-381"15,58 1 0-15,-21-3 0 16,-2-4 0-16,-2 1 0 0,4-2 0 15,5 0 0-15,5-3 0 0,9 2 0 16,2 1 0-16,2 0 0 0,6 1-1125 16,-2 2-28-16,-16 2-207 0,-1 0-1306 0</inkml:trace>
  <inkml:trace contextRef="#ctx0" brushRef="#br0" timeOffset="109226.39">10567 9391 5318 0,'0'0'900'0,"0"0"-295"0,0 0 291 16,0 0-556-16,37 33-207 0,-10-8-133 16,4 5 0-16,6 3 0 15,5 0 0-15,3 5 0 0,5 4 0 16,2 3 0-16,-5 2 0 0,-6 4 0 16,-10 0 0-16,-4-1 0 0,-10-1 0 15,-7-7 0-15,-2-4 0 16,-8-6 0-16,-4-8-1153 0,0-10-248 15,-8-1-884-15</inkml:trace>
  <inkml:trace contextRef="#ctx0" brushRef="#br0" timeOffset="109427.17">10652 9948 2613 0,'0'0'4462'16,"0"0"-3738"-16,0 0-331 0,25-48-393 15,2 8 0-15,8-9 0 0,4-6 0 16,2-1 0-16,7-3 0 16,-1 5 0-16,1 3 0 0,-3 7 0 15,-3 9 0-15,-5 6 0 0,-10 8 0 16,-6 10 0-16,-9 5-1249 0,-2 5-696 0</inkml:trace>
  <inkml:trace contextRef="#ctx0" brushRef="#br0" timeOffset="109869.12">10420 10354 5930 0,'42'2'833'0,"9"-3"-177"0,18-8 117 16,5-7-773-16,15-3 0 0,10-2 0 15,2 2 0-15,-1 1 0 0,-11 7 0 16,-15 4 0-16,-10 3 0 16,-19 4 0-16,-14 0-989 0,-18 3-1352 0</inkml:trace>
  <inkml:trace contextRef="#ctx0" brushRef="#br0" timeOffset="110321.7">10728 10672 2413 0,'0'0'4278'0,"0"0"-3578"0,0 0-324 0,0 0 49 0,0 0-425 16,0 0 0-16,0 0 0 0,-20 70 0 15,30-22 0-15,2 3 0 0,-1 0 0 16,3 6 0-16,-3 2 0 0,-9 0 0 16,2 1 0-16,0-7 0 0,-4-4 0 15,0-8 0-15,0-10 0 0,0-9 0 16,0-10-993-16,0-7-868 0</inkml:trace>
  <inkml:trace contextRef="#ctx0" brushRef="#br0" timeOffset="110523.39">10670 10739 7359 0,'0'0'816'0,"0"0"-799"15,38-20-17-15,-16 12 0 16,7-4 0-16,4-1 0 0,9 1 0 15,1-1 0-15,3 2 0 0,1 1 0 16,-3 3 0-16,-3 4 0 16,-4 3 0-16,-10 0-241 0,-6 6-1976 0,-7 0-560 15</inkml:trace>
  <inkml:trace contextRef="#ctx0" brushRef="#br0" timeOffset="110696.6">10735 11018 6538 0,'31'4'681'0,"10"-2"-1"15,6-2-387-15,-3-2-293 0,-3-2 0 16,-4 0 0-16,-6-2 0 0,-8-1 0 16,2-2 0-16,-4-5 0 0,-9 3-61 15,3-5-3532-15</inkml:trace>
  <inkml:trace contextRef="#ctx0" brushRef="#br0" timeOffset="111191.64">10383 9108 4285 0,'0'0'213'0,"0"0"511"0,0 0 332 16,0 0-515-16,0 0-245 0,-43 43 208 15,28 10-168-15,9 18-99 0,2 12-237 16,4 7 0-16,0 16 0 0,0 17 0 15,6 17 0-15,2 12 0 0,5 14 0 16,7 3 0-16,-3-2 0 16,2-2 0-16,-3-7 0 0,-1-6 0 15,-9-9 0-15,-2-4 0 0,-4-10 0 16,-4-15 0-16,0-14 0 0,-3-18 0 16,1-24 0-16,6-22 0 15,-4-18-49-15,4-17-3248 0</inkml:trace>
  <inkml:trace contextRef="#ctx0" brushRef="#br0" timeOffset="111649.33">11497 9334 2989 0,'0'0'3674'0,"0"0"-3066"0,-33 2-112 15,27 18-228-15,-2 17-111 0,8 17-157 16,10 12 0-16,5 13 0 0,1 8 0 15,1 14 0-15,-1 13 0 0,3 8 0 16,1 7 0-16,-7 5 0 16,-3 1 0-16,-6-3 0 0,-4-5 0 15,-4-8 0-15,-6-6 0 16,-7-8 0-16,3-29-2286 0,-3-10-1956 0</inkml:trace>
  <inkml:trace contextRef="#ctx0" brushRef="#br0" timeOffset="115601.16">12058 10579 1188 0,'0'0'2081'15,"0"0"-1241"-15,0 0-47 0,0 0-293 16,0 0-76-16,0 0 92 0,0 0-275 16,0 0-37-16,0 0 100 0,0 0-128 15,2 0 20-15,-2-1 184 16,0 1-184-16,0-1-43 0,0 1-153 16,0 0 0-16,0 0 0 0,0 0 0 15,0 1 0-15,0 0 0 0,4-1 0 16,-4 2 0-16,4-1 0 0,-2 0 0 15,2 1 0-15,2-2 0 0,-2 0 0 16,3 0 0-16,-1 0 0 0,-2 0 0 16,2 0 0-16,-2 0 0 15,0 0 0-15,-4 0 0 0,2 0 0 16,3 0 0-16,-1 2 0 0,-2 0 0 16,2 0 0-16,2-1 0 0,2 0 0 15,3 1 0-15,-3-1 0 0,6 0 0 16,3-1 0-16,2 0 0 15,-7 1 0-15,-6 1 0 0,2 1 0 16,5 1 0-16,-3 1 0 0,5 1 0 16,-5 0 0-16,2 0 0 0,3-2 0 15,-1-2 0-15,3-1 0 16,-1-1 0-16,1 0 0 0,4-1 0 16,-5 0 0-16,5-4 0 0,0 1 0 15,-1 2 0-15,1-1 0 0,0 0 0 16,-1 2 0-16,3 1 0 0,-2 0 0 15,-1 0 0-15,1 0 0 0,0-2 0 16,1-2 0-16,3 0 0 0,2-2 0 16,0-1 0-16,4 0 0 15,-4-1 0-15,4 1 0 0,0-1 0 16,-4-1 0-16,4 1 0 0,-4 0 0 16,2-2 0-16,-7 2 0 0,3-1 0 15,-4-1 0-15,-3 0 0 0,7-2 0 16,-4 1 0-16,-1-1 0 15,1-2 0-15,2 0 0 0,-2-2 0 16,-1 0 0-16,1-1 0 0,-5-2 0 16,5 0 0-16,0 0 0 0,-1 0 0 15,-3 0 0-15,4 1 0 16,-5-1 0-16,5 1 0 0,-5-2 0 16,5-1 0-16,0-4 0 0,-1-1 0 15,5-2 0-15,-2-4 0 0,8-4 0 16,-4-2 0-16,4-2 0 0,-4-2 0 15,4 1 0-15,2-1 0 0,-2 2 0 16,-6-3 0-16,6 1 0 16,-9-1 0-16,5 1 0 0,-2-1 0 15,-4 0 0-15,6-2 0 0,-3-2 0 16,-1 0 0-16,2-1 0 0,-4-1 0 16,-3 2 0-16,3-2 0 0,-3 1 0 15,-1 0 0-15,0-2 0 0,-1 3 0 16,-1 1 0-16,1-1 0 0,-1 1 0 15,-3 0 0-15,2 0 0 16,3 1 0-16,0 0 0 0,1-1 0 16,-1 3 0-16,-1 0 0 0,1 2 0 15,-3 2 0-15,3 1 0 0,-3 2 0 16,-1 3 0-16,1 0 0 0,-4 3 0 16,-3 0 0-16,1 3 0 15,-2 5 0-15,-6-1 0 0,0 6 0 16,0 2-45-16,0 1-403 0,-4 5-628 15,2 4 19-15,-2-1-248 0</inkml:trace>
  <inkml:trace contextRef="#ctx0" brushRef="#br0" timeOffset="116820.97">14371 8224 1120 0,'0'0'2349'0,"0"0"-1416"0,0 0 179 16,0 0-508-16,0 0-87 0,0 0 59 15,0 0-400-15,0 0-44 0,0 0 124 16,0 0-108-16,-17 28 8 16,13-12-43-16,4-3-113 0,4-1 0 15,0-1 0-15,2 2 0 0,1 2 0 16,-3 0 0-16,2 3 0 15,4 0 0-15,-4 3 0 0,3 1 0 16,-3 4 0-16,0 1 0 0,2 1 0 16,-1-1 0-16,3 0 0 0,0 0 0 15,-3 0 0-15,3-2 0 0,-4 3 0 16,4-1 0-16,1-2 0 0,-1 1 0 16,0-2 0-16,1 0 0 15,-1-1 0-15,0 0 0 0,1-1 0 16,-1 1 0-16,0-2 0 0,-3 1 0 15,3 0 0-15,-4 2 0 0,4 0 0 16,1 1 0-16,-1 0 0 0,0-1 0 16,-3 3 0-16,3-1 0 15,0 1 0-15,1 0 0 0,-1 0 0 16,0 2 0-16,1-2 0 0,-1-1 0 16,0 0 0-16,1-1 0 0,-1 1 0 15,0 2 0-15,1 2 0 0,1 0 0 16,-2 2 0-16,5 0 0 15,-5 1 0-15,7 3 0 0,-1 2 0 16,3 1 0-16,-3-1 0 0,1 1 0 16,4-1 0-16,-5 2 0 0,5-1 0 15,-5 1 0-15,5 0 0 0,0-1 0 16,-1 0 0-16,5-1 0 16,-2-1 0-16,2 0 0 0,-2 0 0 15,3 2 0-15,-1-2 0 0,2 1 0 16,0 0 0-16,-2 0 0 0,2 1 0 15,-3 1 0-15,3 2 0 0,0-2 0 16,0 2 0-16,0-2 0 0,2-1 0 16,-2 0 0-16,-5 1 0 0,5 0 0 15,-6-1 0-15,4-1 0 16,-5 1 0-16,1 0 0 0,2 1 0 16,-2 2 0-16,-1-1 0 0,1 2 0 15,2-2 0-15,-3-3 0 16,5-1 0-16,-2-3 0 0,2-3 0 15,2 1 0-15,-1-3 0 0,-1 0 0 16,-2 0 0-16,2-1 0 16,0 4 0-16,-3-2 0 0,5 2 0 15,-2 1 0-15,2-1 0 0,0-1 0 16,-2 0 0-16,3-2 0 0,1 0 0 16,-2-1 0-16,6-2 0 0,-2 1 0 15,0-3 0-15,5 2 0 0,-3-1 0 16,4 3 0-16,-2 2 0 0,4 2 0 15,3 5 0-15,3 0 0 0,-2 3 0 16,5 0 0-16,0-2 0 16,-1 1 0-16,3-2 0 0,-1-1 0 15,3-1 0-15,-4 0 0 0,5-1 0 16,-1-2 0-16,-5 0 0 0,7 0 0 16,-8-1 0-16,-1-4 0 15,-6 0 0-15,3-2 0 0,-5 0 0 16,4-2 0-16,-8-3 0 0,-2-1 0 15,-4-5 0-15,-6 1 0 16,-2-3 0-16,-3-1 0 0,-6-4 0 16,1 0 0-16,-5-3 0 0,-2-2 0 15,-2-1 0-15,-2 1 0 0,4 0 0 16,-4-2 0-16,0 0 0 0,0 0 0 16,0 0 0-16,0 0 0 0,0 0 0 15,-4-1 0-15,-2-4-85 0,-4-2-1403 16,-1 0-137-16,-1 0-820 0</inkml:trace>
  <inkml:trace contextRef="#ctx0" brushRef="#br0" timeOffset="118336.73">15758 9233 1748 0,'0'0'2077'15,"0"0"-1176"-15,0 0-45 0,0 0 345 16,0 0-581-16,0 0-128 0,0 0-195 16,0 0-297-16,0 0 0 0,0 0 0 15,4 39 0-15,-4-14 0 16,0 10 0-16,0 4 0 0,0 5 0 16,-4 8 0-16,4 5 0 0,0 6 0 15,0 13 0-15,0 9 0 0,0 10 0 16,-2 4 0-16,2 3 0 15,2-2 0-15,8-6 0 0,-2-5 0 16,3-6 0-16,-3-8 0 0,2-5 0 16,1-7 0-16,-3-7 0 15,-2-10 0-15,4-4 0 0,-3-9 0 16,-3-5 0-16,-2-5 0 0,-2-5 0 16,0-3 0-16,-2-4 0 0,-2-2 0 15,4-4 0-15,-3-2 0 0,3 0 0 16,-2-2 0-16,2-1 0 0,0-4 0 15,0-3-1077-15,9-14-996 0</inkml:trace>
  <inkml:trace contextRef="#ctx0" brushRef="#br0" timeOffset="119086.81">16893 10311 1428 0,'0'0'240'0,"0"0"1885"0,10-39-1416 16,-6 33 203-16,-4 4-232 0,0 2-51 15,0 0 291-15,0 5-560 0,0 12-171 16,-6 21-189-16,-2 16 0 15,-3 11 0-15,-1 8 0 0,-3 1 0 16,5 10 0-16,4 7 0 0,2 13 0 16,-3 15 0-16,7 10 0 15,0 6 0-15,0 0 0 0,0-6 0 16,5-8 0-16,5-8 0 0,0-15 0 16,3-11 0-16,-3-17 0 0,4-13 0 15,-3-12 0-15,-5-15 0 0,-2-15 0 16,-4-12 0-16,-2-19 0 0,-6-16 0 15,0 0-2078-15,-3-11-3900 0</inkml:trace>
  <inkml:trace contextRef="#ctx0" brushRef="#br0" timeOffset="119907.42">17860 11269 5074 0,'0'0'1016'0,"0"0"341"15,0 0-969-15,0 45-31 0,-6 14-357 16,0 20 0-16,1 16 0 0,5 7 0 16,5-1 0-16,7 6 0 0,2 8 0 15,1 13 0-15,-9 7 0 0,0 8 0 16,-6 8 0-16,-10 4 0 0,-7-3 0 15,5-9 0-15,-2-15 0 0,7-24 0 16,3-18 0-16,4-23 0 16,0-26 0-16,6-17 0 0,-1-21 0 15,5-37 0-15,-6 0-841 16,2-19-2789-16</inkml:trace>
  <inkml:trace contextRef="#ctx0" brushRef="#br0" timeOffset="121100.22">16407 7047 2661 0,'0'0'3853'0,"0"0"-2588"16,-46-25-865-16,9 18-387 0,2 5-13 16,-4 2 0-16,-3 3 0 0,7 5 0 15,2 6 0-15,2 4 0 0,8 5 0 16,3 4 0-16,1 4 0 0,3 0 0 16,11 2 0-16,3-3 0 15,4-1 0-15,9-2 0 0,7-2 0 16,5-1 0-16,4-4 0 0,8-1 0 15,6-2 0-15,3-2 0 0,3-2 0 16,-1 0 0-16,-9-1 0 16,-14 1 0-16,-5 1 0 0,-16 3 0 15,-2 3 0-15,-16 0 0 0,-5 3 0 16,-6-1 0-16,3-3 0 0,-5 1 0 16,0-5 0-16,6-5 0 0,-2-3 0 15,9-5 0-15,-5-4 0 16,6-5 0-16,3-6 0 0,2-6-305 15,4 4-723-15,1-5-377 0</inkml:trace>
  <inkml:trace contextRef="#ctx0" brushRef="#br0" timeOffset="121385.18">16491 7333 6743 0,'0'0'872'0,"-18"42"-420"15,5-16-327-15,9 1-125 16,-2 3 0-16,6 2 0 0,6 0 0 16,5 0 0-16,3 0 0 0,9-1 0 15,-2-5 0-15,10-5 0 0,0-3 0 16,-5-5 0-16,1-8 0 0,-6-5 0 16,-2-1 0-16,-7-10 0 0,-6-6 0 15,-2-4 0-15,0-4 0 16,-4-4 0-16,0 0 0 0,0 2 0 15,-4 2 0-15,-2 0 0 0,-4 1 0 16,-5 2 0-16,5-1 0 0,0 3 0 16,-1 6 0-16,9 4-85 0,-2 6-1628 15,4 1-287-15,6-3-1306 0</inkml:trace>
  <inkml:trace contextRef="#ctx0" brushRef="#br0" timeOffset="121713.37">16791 7586 6494 0,'0'0'1117'0,"0"0"-536"0,-8-43-581 15,10 27 0-15,6-2 0 0,1 0 0 16,1 4 0-16,0 0 0 16,1 2 0-16,-1 1 0 0,2 3 0 15,5 1 0-15,4 3 0 0,3 3 0 16,3 1 0-16,0 7-549 0,4 4-564 15,-6-3-1308-15,-7 2-776 0</inkml:trace>
  <inkml:trace contextRef="#ctx0" brushRef="#br0" timeOffset="122127.63">17217 7457 1348 0,'0'0'6571'0,"-33"-51"-6298"15,8 22-273-15,-2 6 0 16,2 5 0-16,-1 7 0 0,5 8 0 15,0 5 0-15,1 11 0 0,-1 7 0 16,4 6 0-16,5 6 0 0,4 0 0 16,6 3 0-16,4-3 0 0,12-4 0 15,3-2 0-15,3-6 0 0,7-5 0 16,0-6 0-16,2-4 0 16,-6-5 0-16,-3 0 0 0,1-4 0 15,-10-2 0-15,-5 4 0 0,-2 0 0 16,-4 2 0-16,2 0 0 0,0 3 0 15,0 11 0-15,4 16 0 16,5 10 0-16,-7 9 0 0,2 2 0 16,2-5 0-16,-6 0 0 0,4 2 0 15,-3-3 0-15,-3-2 0 0,-5-2 0 16,-5-4 0-16,-6-6 0 16,-5-7 0-16,-4-9 0 0,-6-7 0 15,4-8 0-15,-4-9 0 0,4-9 0 16,0-10 0-16,3-7 0 0,1-9 0 15,8-1 0-15,5 1 0 0,10 1 0 16,4 3 0-16,17 3 0 0,6 2-629 16,0 9-636-16,2-2-411 0</inkml:trace>
  <inkml:trace contextRef="#ctx0" brushRef="#br0" timeOffset="122282.09">17327 7502 8192 0,'0'0'0'0,"0"0"0"15,-9 54 0-15,3-17 0 16,6 3 0-16,0-2 0 0,0-3 0 16,6-6 0-16,3-6 0 0,3-9 0 15,-2-4 0-15,1-10-381 0,-1 0-1096 16,-4-11-660-16</inkml:trace>
  <inkml:trace contextRef="#ctx0" brushRef="#br0" timeOffset="122390.38">17360 7178 3985 0,'4'-47'1289'0,"2"17"-557"16,4 9-448-16,-3 21-284 0,-3 10-148 16,2 9-596-16,-2-1-357 0,2 1-2960 0</inkml:trace>
  <inkml:trace contextRef="#ctx0" brushRef="#br0" timeOffset="123009.05">17531 7667 5342 0,'0'0'1313'0,"0"0"-713"0,9 41 32 15,-9-41-327-15,0-1-305 16,0-11 0-16,-3-12 0 0,-1-8 0 16,4-3 0-16,0-2 0 0,11 5 0 15,-1 0 0-15,0 6 0 0,7 7 0 16,-3 6 0-16,-1 8 0 0,-5 5 0 16,-2 0 0-16,0 9 0 15,-1 2 0-15,-5 6 0 0,0 3 0 16,0 4 0-16,-5-2 0 0,-1 6 0 15,0 1 0-15,0 2 0 0,2 0 0 16,4 0 0-16,2-3 0 0,10-3 0 16,11-7 0-16,8-10 0 0,2-5 0 15,2-6-53-15,2-6-395 0,-6-9-264 16,-8-5 560-16,-2-3 152 16,-13-2 32-16,-6-2 32 0,-2 1 184 15,-10-1 416-15,-3-2-307 0,-3 0-357 16,-3 1 0-16,3 10 0 0,5 8 0 15,1 13 0-15,4 6 0 16,0 8 0-16,-3 6 0 0,3 5 0 16,-2 0 0-16,8 0 0 0,0-4 0 15,12-3 0-15,1-4 0 0,7-2 0 16,-3-3 0-16,1-1 0 0,1-3 0 16,-4-1 0-16,1 0 0 0,3 1 0 15,-3 5 0-15,3 3 0 16,-5 5 0-16,5 3 0 0,-7 5 0 15,-1 1 0-15,-5 5 0 0,0 3 0 16,-2 2 0-16,4-1 0 0,-6 1 0 16,-2 1 0-16,0-1 0 0,-10 1 0 15,-6 1 0-15,-7 1 0 0,-8-2 0 16,-8-2 0-16,-9-6 0 16,1-6 0-16,-1-9 0 0,5-9 0 15,7-9 0-15,7-11 0 0,1-11 0 16,11-6 0-16,7-4 0 0,6-2 0 15,14 2 0-15,11 1 0 16,14-1 0-16,6 1 0 0,2-1 0 16,5 0 0-16,4 0 0 0,-3-2 0 15,-14 10-657-15,1-2-4089 0</inkml:trace>
  <inkml:trace contextRef="#ctx0" brushRef="#br0" timeOffset="124471.33">16529 7905 5298 0,'0'0'604'16,"0"0"89"-16,16-41 475 0,-16 30-739 16,-6 0-429-16,-2-2 0 0,-9 1 0 15,5-1 0-15,-9 1 0 0,0-2 0 16,1 2 0-16,-3 0 0 0,-2 2 0 16,5-1 0-16,-3 2 0 0,2 1 0 15,3 6 0-15,-1 1 0 16,7 2 0-16,-1 10 0 0,-1 4 0 15,8 5 0-15,-1 5 0 0,7 4 0 16,7 3 0-16,3 0 0 0,13 3 0 16,-3 3 0-16,1 1 0 0,0 4 0 15,-1 2 0-15,-5-1 0 0,-3 2 0 16,-2 0 0-16,-3 0 0 16,-3-5 0-16,-4-3 0 0,0-7 0 15,0-7 0-15,0-4 0 0,-2-9 0 16,2-4 0-16,0-4-953 0,0-3-428 15,-2-3-2517-15</inkml:trace>
  <inkml:trace contextRef="#ctx0" brushRef="#br0" timeOffset="124609.93">16266 8287 6310 0,'0'0'537'0,"0"0"-53"0,0 0 12 15,44-18-131-15,-15 5-365 0,-1 0 0 16,8 0 0-16,-5 1 0 0,-5 0 0 15,8 2 0-15,-6 3 0 0,-5 5-605 16,-2 2-620-16,-7 2-295 0,-7 5-1962 0</inkml:trace>
  <inkml:trace contextRef="#ctx0" brushRef="#br0" timeOffset="124824.18">16601 8420 2745 0,'0'0'2129'0,"0"0"-1473"16,0 0 132-16,0 0-287 15,0 0 31-15,0 0 228 0,0 0-679 16,0 0-81-16,0 0 0 0,0 0 0 16,-8-32 0-16,12 2 0 0,6 0 0 15,3 3 0-15,1 2 0 0,1 0 0 16,-3 6 0-16,-2 5 0 0,-3 3 0 16,-3 3 0-16,2 2-485 15,-2 1-900-15,0-2-596 0</inkml:trace>
  <inkml:trace contextRef="#ctx0" brushRef="#br0" timeOffset="125087.88">16729 8350 5674 0,'0'0'616'16,"35"0"389"-16,-6-9-425 0,-4-5-263 16,2-5-317-16,0-3 0 0,-2-2 0 15,-9 0 0-15,-5-1 0 0,-5 4 0 16,-4-1 0-16,-4 1 0 15,-7 2 0-15,-1 4 0 0,-4 5 0 0,-1 8 0 16,-1 5 0-16,-5 12 0 16,0 6 0-16,1 8 0 0,-1 2 0 15,-2 5 0-15,13 0 0 0,4-2 0 16,6 0 0-16,6-3 0 0,10-4 0 16,5-3 0-16,6-5-245 15,4-2-247-15,0-6-16 0,2-3-141 16,-10-4-191-16,-5-2-529 0</inkml:trace>
  <inkml:trace contextRef="#ctx0" brushRef="#br0" timeOffset="125538.02">17064 8232 6266 0,'0'0'437'0,"0"0"435"0,-45-23-540 16,28 26-224-16,5 6-52 0,-1 3-56 16,7 2 0-16,4-1 0 0,4 1-20 15,8-1 0-15,1-1 0 0,5 0-60 16,-1-2-80-16,1-3-168 0,-1-2 92 16,-3-3 208-16,-4-2 12 0,-1-5 32 15,-1-4 16-15,2-4 256 16,-2-3-156-16,-4 0 0 0,2-2 132 15,-4 1-140-15,0 0-83 0,0 0-41 16,0 3 0-16,0 2 0 0,0 4 0 16,-2 2 0-16,0 1 0 0,-4 4 0 15,0 1 0-15,-4 1 0 0,-5 11 0 16,-1 6 0-16,-5 8 0 16,4 3 0-16,3 6 0 0,4 4 0 15,-3 6 0-15,3 4 0 0,0 1 0 16,-1 0 0-16,7-2 0 0,2-5 0 15,2-7 0-15,6-4 0 16,9-7 0-16,1-7 0 0,1-4 0 16,-1-6 0-16,-1-5 0 0,1-6 0 15,1-7 0-15,-7-8-753 0,0 2-784 16,-1-5-532-16</inkml:trace>
  <inkml:trace contextRef="#ctx0" brushRef="#br0" timeOffset="126282.27">17138 8247 5734 0,'0'0'945'0,"0"0"-105"0,0 0-324 0,0 0-359 15,17 43-157-15,-17-13 0 0,0-1 0 16,0 1 0-16,4-5 0 0,2 2 0 15,5-2 0-15,3-4 0 16,-1-3 0-16,7-5 0 0,5-4 0 16,-4-5 0-16,1-4 0 0,-1-3 0 15,0-7 0-15,-5-6 0 0,3-4 0 16,-7-3 0-16,-1-2 0 16,3-1 0-16,-6 0 0 0,-3 1 0 15,1 4 0-15,-2 3 0 0,0 5 0 16,0 1 0-16,-2 6 0 0,-2 1 0 15,4 3 0-15,-4-1 0 0,0 0 0 16,2 2 0-16,-2 1 0 0,0 0 0 16,0 0 0-16,0 1 0 0,0 1 0 15,5 0 0-15,-5-2 0 0,4 0 0 16,-2 0 0-16,2-4 0 16,2-2 0-16,-2-1 0 0,2 1 0 15,-1-1 0-15,-1 1 0 0,-2 5 0 16,-2 1 0-16,-2 5 0 15,-7 13 0-15,-3 16 0 0,-2 6 0 0,3 4 0 16,7-6 0-16,8-12 0 16,11-4 0-16,7-6 0 0,5-6 0 15,4-4 0-15,0-6 0 0,0-1 0 16,-4-8 0-16,0-4 0 0,0-3 0 16,-8 0 0-16,-3-1 0 15,-6 1 0-15,1 1 0 0,-7 3 0 16,-2 5 0-16,-2 2 0 0,0 2 0 15,0 2 0-15,0 1 0 0,0 5 0 16,4 9 0-16,0 7 0 0,-2 4 0 16,-2 1 0-16,4-3 0 0,-4-6 0 15,2-1 0-15,1-7 0 16,-1-3 0-16,-2-3 0 0,6-3 0 16,2-6 0-16,5-7 0 0,3-5 0 15,-1-4 0-15,1-1 0 0,-1 3 0 16,-1-1 0-16,-2 3 0 15,-1 4 0-15,-5 4 0 0,-2 5 0 0,-4 4 0 16,0 1 0-16,6 8 0 16,-2 10 0-16,7 9 0 0,-1 6 0 15,0-2 0-15,7-8 0 0,-7-10-1149 16,7-5-684-16</inkml:trace>
  <inkml:trace contextRef="#ctx0" brushRef="#br0" timeOffset="126513.27">18135 8381 7123 0,'0'0'960'0,"-35"-15"-851"0,18 13-109 15,1 4 0-15,-3 5 0 16,2 6 0-16,7 4 0 0,0 1 0 16,-1 3 0-16,9 0 0 0,2-1 0 15,2 0 0-15,3-2 0 0,1-2 0 16,4-2 0-16,0-1 0 0,5-4 0 15,-3-3 0-15,7-3 0 0,-2-3 0 16,1-4 0-16,-3-4 0 16,1-4 0-16,3-4-1333 0,-7 3-20 15,-2-2-428-15</inkml:trace>
  <inkml:trace contextRef="#ctx0" brushRef="#br0" timeOffset="126651.81">18253 8403 5186 0,'0'0'1681'0,"0"0"-356"16,0 0-1325-16,0 0 0 0,8 40 0 15,-6-11 0-15,2 2 0 0,-2-4 0 16,6-4 0-16,-1-4 0 0,5-5 0 16,-4-3 0-16,-4-6-457 0,-1-3-2068 15,1-8-865-15</inkml:trace>
  <inkml:trace contextRef="#ctx0" brushRef="#br0" timeOffset="126793.17">18420 8182 8192 0,'0'0'0'16,"0"0"0"-16,0 0 0 0,0 0 0 16,0 0 0-16,0 0 0 0,-21 43 0 15,28-24-593-15,3-3-1568 0,0-4 48 16,-1-1-1172-16</inkml:trace>
  <inkml:trace contextRef="#ctx0" brushRef="#br0" timeOffset="126993.7">18455 8481 5194 0,'0'0'1268'0,"0"0"-595"0,0 0 143 16,0 0-575-16,0 0-241 0,0 0 0 16,40-6 0-16,-12-5 0 0,1-3 0 15,2 0 0-15,-6 2 0 0,-2-1 0 16,-2-1 0-16,-11 0 0 16,0 3 0-16,-6 3 0 0,-4 3 0 15,-4 2 0-15,-10 3 0 0,-3 4 0 16,-3 9 0-16,-1 8 0 0,4 6 0 15,5 1 0-15,2 2 0 16,1-1 0-16,7-3-201 0,2-1-831 16,7-9-153-16,-1-5-1680 0</inkml:trace>
  <inkml:trace contextRef="#ctx0" brushRef="#br0" timeOffset="127303.48">18910 8413 5090 0,'0'0'2161'16,"0"0"-1220"-16,0 0-941 0,0 0 0 16,-37-21 0-16,26 21 0 0,1 0 0 15,8 0 0-15,-4 1 0 16,2 3 0-16,-2 2 0 0,3 5 0 16,1 3 0-16,2 3 0 0,7 1 0 15,3 0 0-15,6 0 0 0,5 1 0 16,4 1 0-16,-2-2 0 15,4 1 0-15,-3-1 0 0,-3 0 0 16,-4 0 0-16,-9 0 0 0,-6 1 0 16,-8 2 0-16,-11 1 0 0,-8 0 0 15,-8 0 0-15,-12-3 0 0,1-2 0 16,-7-1 0-16,-3-4-657 0,13-4-1080 16,-5-1-968-16</inkml:trace>
  <inkml:trace contextRef="#ctx0" brushRef="#br0" timeOffset="128515">15505 9131 4129 0,'0'0'1037'16,"0"0"-421"-16,0 0-88 0,0 0-115 16,0 0-241-16,0-41-20 0,17 15 200 15,4-2-144-15,3-1-36 16,-1 3 100-16,-2 0-148 0,8 2-107 16,-6 3-17-16,1 5 0 0,-1 2 0 15,-6 6 0-15,3 2 0 0,-1 3 0 16,0 0 0-16,1 3 0 15,5-1 0-15,8 1 0 0,2 0 0 16,2 1 0-16,7 2 0 0,-3 1 0 16,1 3 0-16,-5 5 0 0,0 4 0 15,-2 5 0-15,-8 6 0 0,4 6 0 16,-8 4 0-16,4 7 0 16,-7 4 0-16,5 3 0 0,2 4 0 15,4 1 0-15,0 2 0 0,0 1 0 16,2 2 0-16,-2 0 0 0,0 0 0 15,0-2 0-15,-2 2 0 0,0-4 0 16,0-4 0-16,-4-6 0 0,2-4 0 16,-1-9 0-16,-1-8 0 15,0-8 0-15,-2-7 0 0,4-9 0 16,-3-4 0-16,-3-8 0 0,0-2 0 16,-5-3-33-16,1 0-231 0,-3 0 132 15,-7 4 56-15,-1 2 0 0,-2 3 32 16,0 5 40-16,-4-2-4 15,2 0 8-15,-2 2 40 0,0 0-36 16,0 0 8-16,-2 0-8 0,-2 1 0 16,4 0-4-16,0 0 0 0,0 0-16 15,0 2 12-15,0 3-8 0,12 1 24 16,3 2-12-16,5 2 88 16,11 2-60-16,-4 3 8 0,6 0 12 15,-2 2-44-15,9 3 16 0,-3 1 4 16,2 3-12-16,2-1-12 0,1 1 32 15,5 1-20-15,1-2 12 0,6-1 40 16,-3 1-44-16,1-4 52 0,0-1 37 16,-1 1-109-16,-1 1 0 15,-2 2 0-15,-1 3 0 0,-1 1 0 16,-7 3 0-16,-4 3 0 0,0 2 0 16,-6 3 0-16,2 4 0 0,-4 3 0 15,-6 3 0-15,-3 6 0 0,-5 1 0 16,-3 3 0-16,-6 3 0 15,-2 0 0-15,-2-5 0 0,4-2 0 16,7-7 0-16,-1-8 0 0,2-7 0 16,1-8 0-16,-1-11 0 15,-6-4-941-15,-2-8-1969 0</inkml:trace>
  <inkml:trace contextRef="#ctx0" brushRef="#br0" timeOffset="129353.52">17039 9038 1760 0,'0'0'1949'0,"0"0"-900"0,0 0-421 16,0 0 52-16,0 0 317 16,0 0-441-16,0 0-144 0,-10 35-251 15,-2 20-161-15,1 9 0 0,1 7 0 16,6-6 0-16,4-1 0 0,0-2 0 15,4-3 0-15,-2-3 0 0,-4-5 0 16,-4-13-1577-16,-9-7-2882 0</inkml:trace>
  <inkml:trace contextRef="#ctx0" brushRef="#br0" timeOffset="141158.26">9469 15790 2377 0,'0'0'2313'0,"0"0"-1321"16,11-37-260-16,-11 27-19 0,0-1 352 15,-6 0-1065-15,-5-1 0 0,-9-3 0 16,-3 1 0-16,-12-4 0 0,-13-1 0 16,-10 1 0-16,-14 2 0 15,-7 3 0-15,-5 1 0 0,-7 4 0 16,2 4 0-16,-6 3 0 0,-2 3 0 15,-5 9 0-15,-1 8 0 0,-5 6 0 16,-5 9 0-16,1 5 0 0,0 8 0 16,5 6 0-16,2 5 0 15,7 8 0-15,5 7 0 0,0 8 0 16,13 6 0-16,12 5 0 0,10 4 0 16,16 5 0-16,15 2 0 0,11 6 0 15,12 1 0-15,10-3 0 16,13-1 0-16,7-6 0 0,5-4 0 15,7 2 0-15,-5-5 0 0,4-4 0 16,2-7 0-16,9-11 0 0,-1-10 0 16,13-12 0-16,13-14 0 0,18-21 0 15,22-18 0-15,24-23 0 0,20-25 0 16,23-18 0-16,10-22 0 16,14-15 0-16,11-12 0 0,-10-7 0 15,-6-5 0-15,-16-3 0 0,-19-3 0 16,-28 0 0-16,-20 4 0 0,-27 3 0 15,-25 6 0-15,-23 3 0 0,-20 5 0 16,-25 8 0-16,-29 7 0 0,-25 11 0 16,-35 12 0-16,-23 10 0 15,-31 17 0-15,-33 12 0 0,38 14-693 16,-26 8-2300-16</inkml:trace>
  <inkml:trace contextRef="#ctx0" brushRef="#br0" timeOffset="153681.71">11996 10769 1576 0,'0'0'148'0,"0"0"-8"0,0 0 40 16,0 0 825-16,0 0-685 0,0 0 16 15,0 0-164-15,0 0-40 0,0 0 72 16,0 0-164-16,16-17-20 0,-12 16-8 15,-4 1-4-15,0-1-8 0,0 1 36 16,0 0-36-16,0 0 8 0,4 0 16 16,-2 0-3-16,3 0 51 0,-1 0 64 15,-2 0-84-15,2 0-4 16,-2 0 4-16,2 0-28 0,-4 0 52 16,4 0 60-16,-4 0-116 0,0 0 4 15,0 0 0-15,0 1-24 16,0-1 16-16,2 3 40 0,2-1-16 15,1 0 4-15,-3 2 12 0,2-2-48 16,2 2 12-16,4-1 32 0,1 1-52 16,3-1 12-16,3 1 16 15,-1 0 4-15,3 0 8 0,-7 0-8 16,5-1-28-16,-3 1 4 0,3 2 44 16,3-3-32-16,-3 2 24 0,4-2 48 15,-1 0-72-15,7-1 48 0,-2 0 60 16,2-1-96-16,4 0-4 0,0-1-4 15,2 0-20-15,4-1 4 0,0-1 0 16,5 0-4-16,-5 0-4 0,8-1 4 16,-3-1 0-16,-3-1-4 15,6 0 12-15,-1 1-8 0,3-2-4 16,-1-1 24-16,-3 0-24 0,5-1 12 16,-1-1 8-16,-1-1-8 0,1 1-12 15,1-3 4-15,6 0 0 16,-9 0-4-16,9-1 0 0,-2 0 4 15,1 0-4-15,3 0 0 0,-2 0 0 16,-2-1 0-16,5-1 0 0,-3 1 4 16,2-2-4-16,-2 0 0 0,-3 1-4 15,3-3 4-15,-2 0 0 16,2 0 8-16,1-1-8 0,-5 0 0 16,2-2 4-16,1 0-4 0,-7 0 0 15,1 0-8-15,1 0-36 0,-5 1-84 16,7-4 104-16,0 2 24 0,-3-3-4 15,5 1 4-15,-5 2 0 0,-1 0 0 16,-7 1 4-16,2 1-4 0,-3 1 0 16,-3 2-12-16,-8 2-72 15,-3 1-252-15,-5 4 72 0,2-2 52 16,-7 5-136-16,-8 0-37 0,3 1-199 16,-9 0-940-16</inkml:trace>
  <inkml:trace contextRef="#ctx0" brushRef="#br0" timeOffset="154223.32">14970 10095 4225 0,'0'0'637'0,"0"0"-121"15,0 0-128-15,46-56-344 0,-20 27-32 16,1-6-12-16,4-1-136 0,7-4-140 16,-3-2-116-16,2 1 216 0,0-1-4 15,-4 3-141-15,2 1 125 0,-8 2 60 16,0 4-180-16,-6 4-76 15,-7 7-132-15,-8 3-2193 0</inkml:trace>
  <inkml:trace contextRef="#ctx0" brushRef="#br0" timeOffset="155059.75">15367 9579 2573 0,'0'0'1292'0,"0"0"-591"0,6 42-385 16,-2-21-228-16,3 3 96 0,-1 2 136 15,4 0-164-15,0 2 4 0,1-2 36 16,5 0-168-16,-1 0 0 0,1 1-16 16,-1 4-12-16,1 2 0 15,5 3 0-15,-5 3-4 0,9 0 4 16,-4 0-4-16,2 3-20 0,4-3 24 16,2-1 0-16,4 0-4 0,0 0 4 15,-2 2 4-15,0 0-4 0,0 5 0 16,2 4-4-16,-4 3 4 15,0 1 0-15,0 2 8 0,2 1-4 16,-2-2-4-16,2-1 0 0,0 1 0 16,0-3 0-16,2 0 8 15,-2 0-4-15,6 1-4 0,4 1 128 16,5 3 68-16,3 1 69 0,3 2 119 16,0 5-284-16,1 2-60 0,3 3-20 15,0 2 4-15,0 0-4 0,-2 1 0 16,-3-1-16-16,1-4-4 0,-2 0 0 15,1-4-4-15,-3-2 0 0,3-1-36 16,3-2-12-16,-2-2 48 16,6 0-12-16,0 3 32 0,-1-1-16 15,5 2 104-15,-2 1-72 0,2 3-12 16,-4 2-20-16,0 0-4 16,0-4-12-16,-2-2-96 0,-4-5-104 15,-3-3-88-15,-1-6-461 0,-11-5 29 16,2-2 84-16,-10-4-465 0,2-4 593 15,-4-4 256-15,-6-2 268 16,-1-4 416-16,-5-3 0 0,-5 0 276 16,-4-4-444-16,1-2-107 0,-7-2-81 15,4-1-60-15,-4-4-12 0,0-2-185 16,0 1-155-16,0-2-56 0,0-2-392 16,0 0-205-16,-6-6-223 0</inkml:trace>
  <inkml:trace contextRef="#ctx0" brushRef="#br0" timeOffset="157499.87">15795 10329 2116 0,'0'0'2129'0,"0"0"-1116"0,0 0-777 15,0 0-4-15,0 0 176 0,0 0-200 16,0 0-24-16,0 0 133 0,0 0-181 16,0 21 8-16,-6-21 344 0,-5 0-316 15,-1-3-36-15,-7-3 137 16,7-2-273-16,-3-1 0 0,3-1 0 16,2-5 0-16,-1 1 0 0,3-1 0 15,8 1 0-15,0 3 0 0,4 1 0 16,7 2 0-16,-1 1 0 0,11 1 0 15,-5 2 0-15,5 4 0 0,-1 0 0 16,-3 6 0-16,0 4 0 0,-7 4 0 16,0 2 0-16,-10 3 0 0,0 2 0 15,-2 0 0-15,-6-1 0 16,-2-1 0-16,-3-1 0 0,3-3 0 16,-1-5 0-16,3-4 0 0,2-3 0 15,4-1 0-15,-2-2 0 0,0 0 0 16,2-7 0-16,-3-4 0 15,5-6 0-15,0-3 0 0,0 2 0 16,0 3 0-16,0 2 0 0,5 5-1065 16,-5-1-800-16</inkml:trace>
  <inkml:trace contextRef="#ctx0" brushRef="#br0" timeOffset="158168.63">16882 11801 2977 0,'0'0'3389'0,"0"0"-2692"0,0 0-269 0,0 0 240 0,0 0-635 16,0 0-33-16,0 0 0 16,0 0 0-16,0 0 0 0,0 0 0 15,-6 7 0-15,-8-11 0 0,-13 2 0 16,-11 2 0-16,1 2 0 0,0 5 0 16,10-1 0-16,9-1 0 0,7-2 0 15,5-2 0-15,6-1 0 0,0 0 0 16,8 0 0-16,9-5 0 0,10-2 0 15,6-1 0-15,4 2 0 0,-2 2 0 16,-4 4 0-16,-4 5 0 16,-2 8 0-16,-13 5 0 0,-4 6 0 15,-8 5 0-15,-8 3 0 0,-2-2 0 16,0-7 0-16,-1-8-413 0,5-9-1024 0</inkml:trace>
  <inkml:trace contextRef="#ctx0" brushRef="#br0" timeOffset="158780.88">17860 12934 2233 0,'0'0'2193'0,"0"0"-1221"0,0 0-680 0,0 0 56 16,0 0-76-16,0 0-176 0,0 0 117 16,-12-52 307-16,16 33-100 0,2 5-84 15,-2 1-39-15,2 4-297 0,-2 3 0 16,-2 1 0-16,3 2 0 16,1 1 0-16,0 0 0 0,4 2 0 15,1 0 0-15,-1 0 0 0,-4 0 0 16,2 0 0-16,-1 0 0 0,3-1 0 15,0-2 0-15,-6 2 0 0,-2 1 0 16,3 0 0-16,-5 0 0 16,-11 0 0-16,-1 6 0 0,-11 3 0 15,-4 2 0-15,5-2 0 0,-3-9 0 16,8-13 0-16,5-3-689 0,1-15-5766 0</inkml:trace>
  <inkml:trace contextRef="#ctx0" brushRef="#br0" timeOffset="159528.88">15813 10483 1860 0,'0'0'184'0,"0"0"1433"15,0 0-880-15,0 0-429 0,-24 38-8 16,30-18 148-16,-2 11-184 15,2 3-8-15,2 3 256 0,-5 0-135 16,-3 1-33-16,0 1 296 0,0 0-456 16,-7 2-96-16,-3 1-44 15,0 3-44-15,-1 4-8 0,-5 3-700 16,1 2-237-16,5-14-479 0,0 1-2898 0</inkml:trace>
  <inkml:trace contextRef="#ctx0" brushRef="#br0" timeOffset="169326.82">25190 9810 1628 0,'0'0'2545'0,"0"0"-1800"0,0 0-121 15,0 0 60-15,0 0-416 16,0 0-7-16,0 0 271 16,0 40-272-16,-2-1-44 0,-2 7 84 0,2 4-171 15,-2 1-129-15,1 3 0 16,3 0 0-16,0-2 0 0,5-2 0 16,3-6 0-16,0-5 0 0,5-9 0 15,1-8 0-15,0-9 0 0,5-8 0 16,2-7 0-16,-3-10 0 0,3-8 0 15,-4-5 0-15,-3-5 0 0,-2 0 0 16,-3 3 0-16,-3 6 0 16,-2 7 0-16,-4 7-89 0,0 5 85 0,0 7-12 15,0 9-28-15,-4 11 44 16,2 7 72-16,0 5-4 0,2-2-55 16,2-5-13-16,6-2 0 0,7-7 0 15,5-8 0-15,7-7 0 0,2-6 0 16,4-5 0-16,-2-8 0 15,0-7 0-15,-6-10 0 0,0-3 0 16,-7-5 0-16,-3-4 0 0,-5 0 0 16,-4-2 0-16,-6-2 0 0,-2-4 0 15,-6 0 0-15,2 7 0 0,2 10 0 16,0 15 0-16,4 10 0 16,-3 7 0-16,3 1 0 0,0 8 0 15,0 14 0-15,7 8 0 0,1 6-713 16,2-3-179-16,-1-8-197 0,-1-1-2140 0</inkml:trace>
  <inkml:trace contextRef="#ctx0" brushRef="#br0" timeOffset="169975.87">25938 10311 2381 0,'0'0'4466'0,"0"0"-3246"0,0 0-1095 16,-20-39-125-16,3 14 0 0,-4-1 0 15,1 6 0-15,1 9 0 0,5 7 0 16,1 5 0-16,3 9 0 15,0 8 0-15,1 6 0 0,-1 4 0 16,6 1 0-16,2-2 0 0,2-4 0 16,2-4 0-16,4-8 0 0,2-2 0 15,1-6 0-15,-1-3 0 16,4-2 0-16,-1-9 0 0,-1-4 0 16,0-3 0-16,3 0 0 0,-5 1 0 15,2 2 0-15,-4 5 0 0,-1 3 0 16,-3 3 0-16,0 2 0 0,0 2 0 15,0 0 0-15,4 4 0 0,2 6 0 16,5 3 0-16,-1 1 0 0,0-1 0 16,1-1 0-16,-3-5 0 0,-4 0 0 15,-1-3 0-15,-3-2 0 16,2 1 0-16,-2 0 0 0,2 1 0 16,-2-3 0-16,0 0 0 0,2-1 0 15,2 0 0-15,5-7 0 0,3-6 0 16,3-4 0-16,-3 2 0 15,-1-1 0-15,-5 7 0 0,-2 2 0 16,-2 1 0-16,-2 1 0 0,2 3 0 16,-1-1 0-16,-3 3 0 0,0 2 0 15,0 7 0-15,-5 3 0 16,3-3 0-16,2 2 0 0,0-4 0 16,0-2 0-16,7 1 0 0,-1-4 0 15,4-1 0-15,2-3 0 0,1-5 0 16,-3-4 0-16,1-2 0 0,-5 0 0 15,-2-1 0-15,0-4 0 0,0 3 0 16,-2-2 0-16,2 4 0 16,-4 4 0-16,2 3 0 0,-2 3 0 15,2 3 0-15,3 0 0 0,3 9 0 16,4 7 0-16,3 9 0 0,-3 4 0 16,-2-1 0-16,-3-1 0 0,-1-1 0 15,0-1 0-15,0 0 0 0,-2-6 0 16,1-5 0-16,1-4 0 15,-4-5-1149-15,-2-5-3577 0</inkml:trace>
  <inkml:trace contextRef="#ctx0" brushRef="#br0" timeOffset="170176.91">26412 9614 7299 0,'0'0'392'0,"0"0"109"16,0 0-501-16,0 0 0 0,0 0 0 15,-9 36 0-15,5 3 0 0,0 12 0 16,4 9 0-16,6 4 0 0,3 6 0 16,-1 1 0-16,-2-1 0 0,0-2 0 15,-4-7 0-15,-2-1 0 16,0-4 0-16,-2-4 0 0,-4-7 0 16,0-15-1826-16,-2-9-763 0</inkml:trace>
  <inkml:trace contextRef="#ctx0" brushRef="#br0" timeOffset="170314.85">26257 10196 7063 0,'0'0'92'16,"47"-28"616"-16,-10 12-379 0,5 6-329 15,3 0 0-15,3 3 0 16,-1-1 0-16,-1 3 0 0,-5-1 0 16,-4 1 0-16,-2 1 0 0,-10-4 0 15,-6 4-1766-15,-7-5-2824 0</inkml:trace>
  <inkml:trace contextRef="#ctx0" brushRef="#br0" timeOffset="170994.97">25521 11180 6458 0,'-9'-40'485'0,"-1"4"3"0,-9-4 140 15,-3 6-495-15,-5 2-133 0,0 3 0 16,-2 6 0-16,2 5 0 0,4 6 0 15,1 6 0-15,1 4 0 0,0 5 0 16,-1 6 0-16,3 7 0 0,-2 3 0 16,5 3 0-16,-1 6 0 0,5 4 0 15,2 5 0-15,7 6 0 16,6 2 0-16,7 5 0 0,8 6 0 16,7 4 0-16,2 4 0 0,-4 4 0 15,-2 4 0-15,-5 1 0 16,-6 1 0-16,-3-7 0 0,-5-6 0 15,-2-9 0-15,-4-8 0 0,-3-5 0 16,-1-8 0-16,-4-7-17 0,-3-11-1187 16,5-9-277-16,-3-6-2921 0</inkml:trace>
  <inkml:trace contextRef="#ctx0" brushRef="#br0" timeOffset="171168.65">25070 11734 6975 0,'0'0'964'0,"0"0"-711"0,54 1-253 15,-19 2 0-15,2 2 0 0,-4-1 0 16,-4-1 0-16,2-1 0 0,-2-1 0 16,6-1 0-16,-2-2 0 15,5-3 0-15,-1-4 0 0,-8 2-1201 16,-2-2-4606-16</inkml:trace>
  <inkml:trace contextRef="#ctx0" brushRef="#br0" timeOffset="171665.83">25860 11775 5086 0,'0'0'1076'15,"0"0"-299"-15,0 0 279 0,0 0-859 16,0 0-197-16,-35-20 0 0,16 20 0 15,-6 1 0-15,-4 6 0 0,0 2 0 16,7 0 0-16,-1 1 0 0,8 0 0 16,7 1 0-16,2 0 0 0,6 1 0 15,4 4 0-15,8 1 0 16,7 4 0-16,6-1 0 0,6 0 0 16,4 4 0-16,2-3 0 0,0 3 0 15,1 1 0-15,-7-2 0 0,-7 0 0 16,-9 1 0-16,-11-3 0 0,-6 4 0 15,-11-5 0-15,-1 0 0 0,-9-2 0 16,-4-4 0-16,-6-3 0 16,-4-4 0-16,-2-3 0 0,2-4 0 15,6-9 0-15,6-7 0 0,8-9 0 16,7 2-1998-16,4-6-1131 0</inkml:trace>
  <inkml:trace contextRef="#ctx0" brushRef="#br0" timeOffset="172578.93">26292 11322 2889 0,'0'0'2189'0,"0"0"-396"0,0 0-901 15,0 0-463-15,0 0-429 0,0 0 0 16,0 0 0-16,0 0 0 0,49 54 0 16,-24-19 0-16,6 3 0 0,2 0 0 15,2 3 0-15,3 1 0 16,-1-3 0-16,-2-2 0 0,-6-5 0 16,0-6 0-16,-6-6 0 0,-5-2 0 15,-5-6 0-15,-5-4 0 0,-6-5 0 16,-2 0-93-16,0-2-1183 0,-4-1-2474 0</inkml:trace>
  <inkml:trace contextRef="#ctx0" brushRef="#br0" timeOffset="172855.73">26672 11725 5370 0,'0'0'820'0,"0"0"313"16,-47 25-537-16,22-14-323 0,-4 1-273 16,-4 1 0-16,0 0 0 0,-3-1 0 15,1-2 0-15,4 1 0 0,0-3 0 16,9 0 0-16,1-4 0 0,6 0 0 15,7-2 0-15,2-1 0 0,2 1 0 16,2 0-1209-16,-2 1-572 0</inkml:trace>
  <inkml:trace contextRef="#ctx0" brushRef="#br0" timeOffset="173344.28">26928 11401 6022 0,'0'0'1593'0,"-33"2"-1016"16,19 2-577-16,8 1 0 0,4 4 0 16,2 3 0-16,8 4 0 0,6 4 0 15,7 4 0-15,8 2 0 16,0 1 0-16,2 5 0 0,0 0 0 16,-2 0 0-16,-4 1 0 0,-5 0 0 15,-3 1 0-15,-9-2 0 0,-4-7-949 16,-4-4-1504-16</inkml:trace>
  <inkml:trace contextRef="#ctx0" brushRef="#br0" timeOffset="173623.61">27158 11810 2817 0,'0'0'4390'16,"0"0"-3762"-16,0 0-271 0,-42 4-357 16,9 9 0-16,-8 6 0 0,-6 4 0 15,-1-1 0-15,-4 3 0 0,3 0 0 16,5-2 0-16,7 0 0 0,8-2 0 15,6 0 0-15,9-7 0 0,6-6-921 16,6-4-2061-16</inkml:trace>
  <inkml:trace contextRef="#ctx0" brushRef="#br0" timeOffset="175136.85">28111 11286 3649 0,'0'0'3130'0,"-8"-54"-2270"16,1 19-307-16,-1-1-553 0,-6-2 0 16,-1 0 0-16,-4-1 0 0,-3 1 0 15,-1 4 0-15,-6 2 0 16,0 5 0-16,-4 8 0 0,-4 8 0 15,-2 10 0-15,1 7 0 0,5 7 0 16,4 3 0-16,7 4 0 0,5-1 0 16,7 4 0-16,6 2 0 0,2 3 0 15,4 5 0-15,6 7 0 16,4 5 0-16,5 8 0 0,-1 10 0 16,1 7 0-16,-3 10 0 0,-5 10 0 15,-7 6 0-15,-6 2 0 0,-5-5 0 16,-1-8 0-16,2-11 0 0,1-12 0 15,3-9 0-15,4-12 0 0,0-12 0 16,0-11 0-16,2-10-745 16,0-8-2473-16</inkml:trace>
  <inkml:trace contextRef="#ctx0" brushRef="#br0" timeOffset="175291.94">27627 11884 6923 0,'0'0'892'0,"0"0"-515"15,46-8-377-15,-9-2 0 0,4 1 0 16,3-2 0-16,-1 1 0 0,-4 3 0 16,-2 1 0-16,1 3 0 0,-7 1 0 15,-2 2 0-15,-11 1 0 16,-8 1-1461-16,-3 3-937 0</inkml:trace>
  <inkml:trace contextRef="#ctx0" brushRef="#br0" timeOffset="175886.99">28012 12268 5050 0,'0'0'1549'0,"0"0"-777"0,-3 37-200 16,3-33-323-16,3-3-249 15,-1-1 0-15,2-10 0 0,2-7 0 16,2-16 0-16,0-7 0 0,-1-10 0 15,3 2 0-15,0 3 0 0,5 1 0 16,-1 7 0-16,3 11 0 0,-5 7 0 16,-1 13 0-16,-5 4 0 15,0 4 0-15,-4 13 0 0,0 8 0 16,-2 8 0-16,-2 5 0 0,0-1 0 16,2-2 0-16,0 1 0 0,4-5 0 15,6-4 0-15,1-5 0 0,3-3 0 16,-1-8 0-16,-1-3 0 0,0-6 0 15,3-8 0-15,-1-7 0 0,1-6 0 16,-3 0 0-16,1-4 0 0,-3 3 0 16,-2 0 0-16,1 2 0 15,-5 8 0-15,0 4 0 0,-4 4 0 16,2 4 0-16,-2 0 0 0,0 0 0 16,0 4 0-16,0 2 0 15,0 1 0-15,2-1 0 0,-2 1 0 16,2-2 0-16,-2 0 0 0,2 0 0 15,0 1 0-15,0 3 0 0,-2 4 0 16,0 7 0-16,0 3 0 16,0 2 0-16,0-1 0 0,0-6 0 0,6-4 0 15,3-2 0-15,3-5 0 16,0-3 0-16,5-4 0 0,-2-4 0 16,-1-4 0-16,-2-4 0 0,-1 0 0 15,-3-1 0-15,-4 5 0 0,-2 1 0 16,0 3 0-16,-2 4 0 0,0 0 0 15,-2 0 0-15,-2 8 0 0,0 10 0 16,0 3 0-16,4 3 0 16,2-5 0-16,8-2 0 0,3-7 0 15,-1-2-1898-15,-2-5-915 0</inkml:trace>
  <inkml:trace contextRef="#ctx0" brushRef="#br0" timeOffset="176445.1">28799 12132 2104 0,'0'0'2450'0,"0"0"-1402"16,6-46 205-16,-12 29-505 15,-2 1-172-15,-5 0-563 0,1 1-13 16,-4 3 0-16,-3 2 0 0,0 7 0 15,1 3 0-15,-1 4 0 0,0 7 0 16,1 6 0-16,1 2 0 16,1 2 0-16,5 4 0 0,7-1 0 0,4-1 0 15,7-3 0-15,7-3 0 16,7-5 0-16,1-6 0 0,3-5 0 16,-2-2 0-16,-2-8 0 0,-3-1 0 15,-1-2 0-15,-7 0 0 0,-4 3 0 16,1 2 0-16,-5 3 0 0,-2 3 0 15,0 1 0-15,0 4 0 0,0 6 0 16,-2 8 0-16,2 3 0 16,4-1 0-16,4 0 0 0,2-5 0 15,3-2 0-15,3-4 0 0,1-2 0 16,1-4 0-16,1-2 0 0,-3-1-77 16,1-6-1704-16,-7 1-252 0,1-1-1732 15</inkml:trace>
  <inkml:trace contextRef="#ctx0" brushRef="#br0" timeOffset="176829.53">29248 12043 6827 0,'0'0'900'0,"-25"-41"-520"0,4 18-295 0,1 5-85 15,-5 10 0-15,2 6 0 0,0 8 0 16,-4 12 0-16,3 11 0 16,-3 9 0-16,4 7 0 0,9 4 0 0,5-1 0 15,9-2 0-15,6-4 0 16,11-9 0-16,8-6 0 0,8-11 0 16,4-13 0-16,2-4 0 0,3-17 0 15,-3-7 0-15,-10 3-749 0,-4-6-3213 0</inkml:trace>
  <inkml:trace contextRef="#ctx0" brushRef="#br0" timeOffset="177203.45">29363 11577 7355 0,'0'0'588'16,"0"0"-339"-16,0 0-249 0,0 0 0 15,-2 56 0-15,2-11 0 16,-2 7 0-16,-2 4 0 0,-2-3 0 15,0-2 0-15,0-1 0 0,-1 0 0 16,5-3 0-16,0-4 0 0,2-5 0 16,0-9 0-16,2-8 0 15,0-7 0-15,3-9 0 0,-1-4 0 16,2-3 0-16,8-9 0 0,5-11 0 16,2-2 0-16,-3-3 0 0,1 5 0 15,-9 4 0-15,-4 6 0 0,-2 5 0 16,-1 3 0-16,-3 4 0 0,0 4 0 15,0 10 0-15,-3 11 0 0,3 7 0 16,0 5 0-16,3-1 0 16,5-4 0-16,2-2 0 0,0-1 0 15,1-6 0-15,1-1 0 0,-4-7 0 16,1-4 0-16,-3-5 0 0,-2-6 0 16,2-1 0-16,0-12 0 15,7-9 0-15,-1-6 0 0,-3 4-1353 16,-1-2-496-16</inkml:trace>
  <inkml:trace contextRef="#ctx0" brushRef="#br0" timeOffset="177330.33">29638 12089 4642 0,'0'0'1052'0,"0"0"489"0,13 35-677 15,-9-13-771-15,0 1-93 16,-2-2 0-16,-2 5 0 0,0 0 0 16,-2 2 0-16,0-1 0 0,0-5 0 15,0-4 0-15,0-5 0 0,2-6 0 16,0-2 0-16,0-4 0 0,0-3-2754 0</inkml:trace>
  <inkml:trace contextRef="#ctx0" brushRef="#br0" timeOffset="177482.18">29756 11711 7815 0,'0'0'108'0,"0"0"-36"15,0 0-44-15,0 0-28 16,0 0-16-16,0 0-316 0,0 0-380 15,31 43-137-15,-29-25-2108 0</inkml:trace>
  <inkml:trace contextRef="#ctx0" brushRef="#br0" timeOffset="177729.52">29777 12291 6679 0,'0'0'620'0,"0"0"92"0,0 0-531 15,0 0-181-15,0 0 0 0,0 0 0 16,47-58 0-16,-26 22 0 0,4 3 0 15,-2 2 0-15,4 5 0 0,-3 6 0 16,-3 8 0-16,-9 8 0 16,-3 4 0-16,-3 5 0 0,-2 7 0 15,-4 6 0-15,0 4 0 0,-2 2 0 16,-4 2 0-16,-3-1 0 0,1 1 0 16,2-1 0-16,2-1 0 15,0-4 0-15,4-3 0 0,4-3 0 16,0-6 0-16,4-2-397 0,-4-4-860 15,7-3-367-15</inkml:trace>
  <inkml:trace contextRef="#ctx0" brushRef="#br0" timeOffset="177979.12">30039 12325 5826 0,'0'0'1009'0,"48"-13"-85"16,-15-1-491-16,2-3-433 0,0-3 0 15,-2-1 0-15,0-4 0 0,-4-1 0 16,-4-5 0-16,-10-1 0 0,-3-4 0 15,-10 1 0-15,-4 4 0 0,-6 7 0 16,-5 9 0-16,-5 8 0 0,-1 8 0 16,-6 11 0-16,-4 9 0 15,5 10 0-15,3 7 0 0,4 3 0 16,13 3 0-16,6 0 0 0,11-1 0 16,7-6 0-16,7-7 0 15,4-6 0-15,7-5 0 0,1-6 0 16,2-5 0-16,0-5 0 0,-3-3 0 15,-3-4 0-15,-10-1-2258 0,-3-3-1451 16</inkml:trace>
  <inkml:trace contextRef="#ctx0" brushRef="#br0" timeOffset="178826.2">25682 13046 3129 0,'0'0'2057'0,"0"0"-945"0,-12 37-535 0,9-11-89 0,3 2 180 0,0-3-507 16,3 0-161-16,1-3 0 0,0-1 0 16,0-5 0-16,-2-4 0 15,0-4 0-15,-2-3 0 0,2-3 0 16,-2 0 0-16,0-2 0 0,0 0 0 16,0-10 0-16,4-9 0 0,5-12 0 15,1-5 0-15,4-4 0 0,3 1 0 16,-3 6 0-16,5 6 0 0,0 9 0 15,-3 10 0-15,-1 8 0 16,-1 8 0-16,-2 5 0 0,-3 6 0 16,1 2 0-16,-2 0 0 0,-4 0 0 15,3-2 0-15,-1-2 0 0,0-4 0 16,-2-5 0-16,2-2 0 16,5-5 0-16,1-1 0 0,5-5 0 15,-1-6 0-15,3-5 0 0,-1-3 0 16,-1-2 0-16,2 2 0 0,-5 2 0 15,-4 8 0-15,-1 3 0 0,-7 2 0 16,0 4 0-16,0 0 0 0,2 10 0 16,0 9 0-16,2 5 0 15,0 6 0-15,-1-3 0 0,1-3 0 16,0-4 0-16,4-3 0 0,5-5 0 16,3-4 0-16,3-5 0 0,-4-1-1954 15,-3-2-455-15</inkml:trace>
  <inkml:trace contextRef="#ctx0" brushRef="#br0" timeOffset="179149.03">26443 13170 8192 0,'0'0'0'0,"-15"-58"0"0,7 25 0 0,0 4 0 16,-5 2 0-16,3 8 0 0,-3 5 0 15,1 7 0-15,2 7 0 0,-3 6 0 16,-3 13 0-16,-1 12 0 0,-1 8 0 15,1 2 0-15,7 1 0 0,6-3 0 16,8-8 0-16,10-8 0 0,11-6 0 16,6-11 0-16,4-6 0 15,4-12 0-15,1-6 0 0,-3-4 0 16,-4-2 0-16,-8 2 0 0,-11 5 0 16,-3 7 0-16,-7 5 0 0,-4 4 0 15,0 0 0-15,-2 1 0 0,-2 6 0 16,-3 10 0-16,1 7 0 0,2 4 0 15,2-1 0-15,4-7 0 16,6-5 0-16,5-3 0 0,1-3 0 16,3-3-233-16,-3-2-835 0,-3-3-301 15,-3 0-2781-15</inkml:trace>
  <inkml:trace contextRef="#ctx0" brushRef="#br0" timeOffset="179648.29">26713 13021 2469 0,'0'0'3121'16,"0"0"-2269"-16,0 0-183 0,0 0 195 15,0 0-647-15,-22 33-217 0,15-1 0 16,5 3 0-16,2-1 0 0,9-4 0 15,5-4 0-15,3-4 0 16,3-4 0-16,3-5 0 0,2-5 0 16,0-6 0-16,-1-4 0 0,-5-6 0 15,-4-5 0-15,-5-4 0 0,-6-3 0 16,-2-2 0-16,-2-3 0 0,-2 1 0 16,-4 0 0-16,4 5 0 15,-2 5 0-15,2 7 0 0,2 5 0 16,0 2 0-16,0 6 0 0,0 10 0 15,2 15 0-15,0 11 0 0,-2 6 0 16,0 2 0-16,0 2 0 0,0 5 0 16,-7 3 0-16,-3 2 0 15,-2 1 0-15,-5-3 0 0,-6-2 0 16,1-2 0-16,-5-4 0 0,0-3 0 16,-2-8 0-16,0-6 0 0,2-12 0 15,2-9 0-15,5-11 0 0,5-3 0 16,3-12 0-16,4-10 0 0,8-9 0 15,0-11 0-15,8 0 0 0,8 0 0 16,5 0 0-16,4 4 0 16,6 2-145-16,-2 0-759 0,-4 9-129 15,-3 1-2140-15</inkml:trace>
  <inkml:trace contextRef="#ctx0" brushRef="#br0" timeOffset="180013.23">26953 12555 6362 0,'0'0'477'0,"8"57"591"16,-5-18-783-16,-3 6-285 0,-3 12 0 15,1 6 0-15,2 4 0 16,7 5 0-16,3-2 0 0,4-3 0 16,5-3 0-16,2-4 0 0,3-6 0 15,1-9 0-15,2-10 0 0,0-11 0 16,-2-11 0-16,-4-11 0 0,-5-8 0 16,-8-11 0-16,-4-7 0 15,-4-7 0-15,-8-3 0 0,-8-3 0 16,-5 4 0-16,-8 6 0 0,2 9 0 15,-2 13 0-15,0 8 0 0,2 8 0 16,1 5 0-16,7 1 0 0,7-3 0 16,7-1 0-16,7-4 0 15,11 0-1133-15,-1-4-120 0,5-4-2076 0</inkml:trace>
  <inkml:trace contextRef="#ctx0" brushRef="#br0" timeOffset="180287.24">27236 13222 7171 0,'0'0'980'0,"0"0"-939"16,0 0-41-16,33 4 0 0,-8-10 0 16,4-5 0-16,0-2 0 0,0-3 0 15,-6-2 0-15,-5 3 0 0,-3 0 0 16,-7-1 0-16,-4 3 0 16,-4-1 0-16,-8 2 0 0,-2 1 0 15,-5 9 0-15,-3 5 0 0,-1 13 0 16,-4 8 0-16,3 9 0 0,1 6 0 15,5 0 0-15,5 0 0 0,9-6 0 16,6-3 0-16,13-8 0 0,8-6 0 16,8-4 0-16,15-8 0 15,3-4 0-15,7-6-541 0,-12-2-1928 16,-1 0-949-16</inkml:trace>
  <inkml:trace contextRef="#ctx0" brushRef="#br0" timeOffset="181089.27">28154 13018 2865 0,'0'0'2513'0,"0"0"-1501"0,0 0-151 16,-2-55-333-16,15 23-180 0,1-4-283 15,3-4-65-15,5 1 0 0,3 1 0 16,2 7 0-16,0 7 0 0,-2 10 0 15,-5 9 0-15,1 5 0 16,0 10 0-16,-5 5 0 0,3 9 0 16,-7 5 0-16,1 7 0 0,-3 8 0 15,-4 3 0-15,-4 2 0 0,-2 0 0 16,-6-1 0-16,-6 2 0 16,-5-3 0-16,-6-1 0 0,-2-5 0 15,1-4 0-15,-3-6 0 0,2-8 0 16,4-7 0-16,5-9 0 0,1-7 0 15,3-5 0-15,2-9 0 0,3-4 0 16,1-5 0-16,4-6 0 0,2-2 0 16,0-1 0-16,2 4 0 15,2 5 0-15,3 8 0 0,5 8 0 16,2 5 0-16,5 6 0 0,4 8 0 16,-1 7 0-16,3 3 0 0,-2 2 0 15,0 1 0-15,2-3 0 0,-1-1 0 16,1-5 0-16,4-4 0 0,2-8-553 15,-8-3-1208-15,0-3-1024 0</inkml:trace>
  <inkml:trace contextRef="#ctx0" brushRef="#br0" timeOffset="181384.84">28807 12848 2581 0,'0'0'5611'0,"-37"-54"-5611"16,19 37 0-16,-5 17 0 0,0 7 0 15,-2 11 0-15,-4 9 0 0,2 10 0 16,5 6 0-16,1 7 0 0,7 6 0 16,5 4 0-16,9 6 0 15,2 2 0-15,11-1 0 0,7-7 0 16,11-9 0-16,7-10 0 0,3-11 0 16,5-11 0-16,-1-10 0 0,-4-9 0 15,-8-11 0-15,-8-10 0 0,-10-6 0 16,-7-4 0-16,-6-8 0 0,-2-5 0 15,-6-6 0-15,-5-6 0 16,-5-1 0-16,-1 0 0 0,1 5 0 16,3 7 0-16,5 13 0 0,6 6 0 15,2 10-2850-15,0 5-1388 0</inkml:trace>
  <inkml:trace contextRef="#ctx0" brushRef="#br0" timeOffset="181767.27">29184 12983 7003 0,'0'0'884'0,"0"0"-579"0,0 0-305 0,0 0 0 16,41 47 0-16,-12-19 0 15,0 4 0-15,-2-1 0 0,-5-3 0 16,1-2 0-16,-2-3 0 0,-3-3 0 15,-1-4 0-15,-3-3 0 0,-1-4 0 16,-5-5 0-16,-2-3 0 0,1-4 0 16,-3-9 0-16,0-2-2006 15,-2-6-1055-15</inkml:trace>
  <inkml:trace contextRef="#ctx0" brushRef="#br0" timeOffset="181921.53">29467 12936 5394 0,'0'0'2705'16,"-48"35"-2612"-16,15-8-93 0,-6 5 0 16,-4 3 0-16,-1 2 0 0,3-3 0 15,10-6 0-15,10-5 0 0,13-9 0 16,12-8-193-16,6-2-1316 0,7-4-652 16</inkml:trace>
  <inkml:trace contextRef="#ctx0" brushRef="#br0" timeOffset="183229.06">30015 12639 7003 0,'0'0'548'0,"0"0"20"15,0 0-495-15,0 0-73 0,0 0 0 16,-7 57 0-16,7-2 0 16,0 10 0-16,2 1 0 0,3-3 0 15,3 0 0-15,-2-1 0 0,0 0 0 16,-2-2 0-16,-4-2 0 0,-6-5 0 16,-2-3 0-16,-4-7 0 0,1-10 0 15,3-10 0-15,4-9 0 0,0-9 0 16,4-5 0-16,0-7 0 0,10-18 0 15,9-11 0-15,5-9 0 16,5-6 0-16,0 4 0 0,-2 4 0 16,-6 9 0-16,-7 11 0 0,-5 12 0 15,-5 9 0-15,-4 4 0 0,0 13 0 16,-4 15 0-16,-3 9 0 16,-3 6 0-16,2 1 0 0,-1-5 0 0,7-2 0 15,0-5 0-15,4-4 0 16,5-8 0-16,3-6 0 0,4-7 0 15,1-5 0-15,1-7-1125 0,3-11 20 16,-7 2-231-16,1-6-2878 0</inkml:trace>
  <inkml:trace contextRef="#ctx0" brushRef="#br0" timeOffset="183391.59">30358 13252 2693 0,'0'0'2181'0,"0"0"-933"0,-6 37-619 15,3-8-165-15,-3 4-12 0,2 3 73 16,-2-1-525-16,2-2 0 0,4-5 0 15,0-6 0-15,2-9 0 16,4-6 0-16,0-7 0 0,7-13 0 16,-1-2-1802-16,-2-12-1767 0</inkml:trace>
  <inkml:trace contextRef="#ctx0" brushRef="#br0" timeOffset="183495.76">30583 12773 7451 0,'0'0'688'15,"0"0"-635"-15,0 0-53 0,0 0 0 16,0 0 0-16,0 0 0 0,10 34-217 16,-10-18-755-16,0 4-1798 0</inkml:trace>
  <inkml:trace contextRef="#ctx0" brushRef="#br0" timeOffset="183961.21">30746 13258 7883 0,'0'0'309'0,"-45"-51"-309"15,22 32 0-15,0 13 0 0,1 6 0 16,-1 14 0-16,-2 7 0 0,2 6 0 16,7 4 0-16,3-2 0 15,7 1 0-15,6-5 0 0,6-3 0 16,7-5 0-16,3-8 0 0,7-5 0 15,2-6 0-15,4-10 0 0,-4-5 0 16,-3-4 0-16,-1-1 0 0,-6 0 0 16,-1 3 0-16,-6 5 0 15,1 5 0-15,-5 5 0 0,0 4 0 16,2 6 0-16,2 13 0 0,1 17 0 16,-3 11 0-16,-4 5 0 0,-2-1 0 15,-8-4 0-15,-3 4 0 0,-1 1 0 16,-3 4 0-16,-1 2 0 0,-1 0 0 15,-5-1 0-15,-1 0 0 16,-4-5 0-16,2-5 0 0,-2-8 0 16,5-13 0-16,3-11 0 0,4-11 0 15,5-6 0-15,6-16 0 0,4-13 0 16,6-19 0-16,9-20 0 0,3-10 0 16,5-16 0-16,4-9-361 15,4-9-59-15,4-8-216 0,6 0-53 16,-10 30-327-16,4 2-1757 0</inkml:trace>
  <inkml:trace contextRef="#ctx0" brushRef="#br0" timeOffset="184650.92">30965 12669 7059 0,'-12'40'432'0,"0"10"60"0,-1 14-283 16,3 4-209-16,0 3 0 0,5 0 0 15,5-3 0-15,7-3 0 0,1-1 0 16,0-5 0-16,-2-3 0 0,-4-7 0 15,-2-5 0-15,0-11 0 16,-4-11 0-16,2-10 0 0,2-8 0 16,0-4 0-16,2-8 0 0,9-14 0 15,9-16 0-15,9-10 0 0,4-3 0 16,0 6 0-16,-6 12 0 0,-8 13 0 16,-7 10 0-16,-8 7 0 15,-2 3 0-15,-2 5 0 0,0 8 0 16,-2 7 0-16,-6 5 0 0,-2 3 0 15,-3-2 0-15,3 1 0 0,0-2 0 16,1-3 0-16,7-4 0 0,4-3 0 16,9-5 0-16,3-4 0 15,3-3-65-15,1-3-519 0,-1-3-525 16,2-4 345-16,-1 0 288 0,-3 2 56 16,-5 2 172-16,-4 2 112 0,-4 1 107 15,-2 0 29-15,0 0 245 0,0 2 863 16,-2 1-452-16,2 1-147 0,0-2 263 15,8-2-424-15,11-4-155 16,4-7-193-16,6-6 0 0,0-4 0 16,-2-2 0-16,-1-4 0 0,-1 0 0 15,-4-2 0-15,-7 4 0 0,-3 2 0 16,-5 8 0-16,-4 4 0 0,-2 8 0 16,-4 0 0-16,0 0 0 15,-7 2 0-15,-5 3 0 0,-3 6 0 16,-4 8 0-16,3 6 0 0,-3 3 0 15,2 2 0-15,3 3 0 0,7-2 0 16,7 0 0-16,8-2 0 16,9-4 0-16,8-3 0 0,1-5 0 15,5-3 0-15,0-3 0 0,-2-1 0 16,0-1 0-16,-5-2 0 0,1-1 0 16,-4-1 0-16,-3-1 0 0,-2 0 0 15,-3-1 0-15,-5 0 0 0,-2 0 0 16,-2 0 0-16,2-2 0 0,4-5 0 15,4-9 0-15,3-10 0 16,1-6 0-16,5-1 0 0,0 0 0 16,-1 6 0-16,3 1 0 0,-1-1 0 15,1 1 0-15,0-5 0 0,-3-2 0 16,-1 8-773-16,-3-6-4514 0</inkml:trace>
  <inkml:trace contextRef="#ctx0" brushRef="#br0" timeOffset="202557.46">13399 15157 5082 0,'0'0'1645'0,"-10"38"-1261"16,-3-4-40-16,3 9 393 15,4 2-737-15,2 3 0 0,8 0 0 16,2 3 0-16,4 0 0 0,7 2 0 16,-7 1 0-16,1-1 0 0,-1-2 0 15,-6-4 0-15,-4-4-57 0,0-5-907 16,-4-9-25-16,-2-9-339 0,2-11-3382 16</inkml:trace>
  <inkml:trace contextRef="#ctx0" brushRef="#br0" timeOffset="202864.76">13356 15176 6406 0,'0'0'477'0,"-4"-41"-9"16,4 19 148-16,10 4-424 16,11-2-159-16,3 1-33 0,9 2 0 15,9 1 0-15,5 10 0 0,-3 6 0 16,5 16 0-16,-5 11 0 0,-1 10 0 15,-4 10 0-15,-10 6 0 16,0 7 0-16,-10 0 0 0,-9 4 0 16,-6 2 0-16,-4 2 0 0,-10 1 0 15,-7-3 0-15,-7-1 0 0,-7-7 0 16,2-5 0-16,-6-9 0 0,4-11 0 16,-2-12 0-16,8-9 0 0,2-12 0 15,2-6 0-15,7-10-157 0,4-5-455 16,-1-3 20-16,5 2 27 15,2 5-603-15,2 8-393 0,2 2-1812 0</inkml:trace>
  <inkml:trace contextRef="#ctx0" brushRef="#br0" timeOffset="203358.69">14007 15779 4918 0,'0'0'1296'0,"43"-21"-347"0,-16 4 80 0,2 1-1029 16,-8-2 0-16,-3-1 0 0,3 0 0 15,-7-2 0-15,1-1 0 0,-3-3 0 16,-5-1 0-16,-3 0 0 15,0 1 0-15,-4 2 0 0,-4 1 0 16,-7 2 0-16,-5 5 0 0,-1 7 0 16,-8 6 0-16,-6 11 0 0,0 13 0 15,5 11 0-15,-5 10 0 0,-3 9 0 16,10 3 0-16,3 2 0 0,11-4 0 16,8-6 0-16,4-5 0 0,16-10 0 15,5-6 0-15,8-12 0 0,10-10 0 16,3-7 0-16,3-7 0 15,9-7 0-15,-19 3-1325 0,7-3-92 0</inkml:trace>
  <inkml:trace contextRef="#ctx0" brushRef="#br0" timeOffset="203732.51">14565 15523 5090 0,'0'0'1557'0,"0"0"-161"0,-31-47-1247 0,19 33-149 0,-3 2 0 15,-1 2 0-15,1 3 0 16,5 7 0-16,-3 1 0 0,3 10 0 16,4 14 0-16,-2 7 0 0,1 13 0 15,7 6 0-15,0 5 0 16,0-1 0-16,7-1 0 0,7-6 0 16,3-7 0-16,7-13 0 0,7-10 0 15,7-11 0-15,5-8 0 16,-2-9 0-16,1-5 0 0,-5-5 0 15,-14 4-565-15,-5-2-1120 0</inkml:trace>
  <inkml:trace contextRef="#ctx0" brushRef="#br0" timeOffset="203950.21">14786 15806 4602 0,'0'0'1316'16,"0"0"-804"-16,-10 40-71 15,10-36 63-15,0-1-240 0,0-2-40 16,0-1 105-16,0-4-329 0,0-6 0 16,0-11 0-16,-6-8 0 0,4-6 0 15,-3-2 0-15,5 0 0 16,0 4 0-16,13 3 0 0,-3 5 0 16,9 5 0-16,1 5 0 0,-1 1 0 15,6 4 0-15,-9 4 0 0,1 1 0 16,-7 4 0-16,-2 0-3038 0</inkml:trace>
  <inkml:trace contextRef="#ctx0" brushRef="#br0" timeOffset="204230.65">14954 15737 5058 0,'0'0'1488'16,"66"-11"-835"-16,-27-4 239 0,-2-6-791 15,-6 0-101-15,-4-4 0 0,-2 0 0 16,-11-2 0-16,-7 1 0 0,-3-2 0 15,-8 1 0-15,-7-1 0 16,-9 8 0-16,-3 2 0 0,-6 10 0 16,2 8 0-16,4 10 0 0,3 12 0 15,-1 9 0-15,0 7 0 16,1 5 0-16,-1 5 0 0,8-2 0 16,-1 1 0-16,10-3 0 0,4-8 0 15,8-5 0-15,11-8 0 16,1-7-77-16,11-9-287 0,11-7-300 15,1-7 127-15,3-10-167 0,-9 3-1113 16,0-5 5-16</inkml:trace>
  <inkml:trace contextRef="#ctx0" brushRef="#br0" timeOffset="204515.27">15431 15548 5186 0,'0'0'1148'0,"-31"-33"-75"15,15 20-337-15,9 8-687 0,-3 3-49 16,2 2 0-16,-5 8 0 15,-1 12 0-15,-3 8 0 0,1 4 0 16,1 3 0-16,3 0 0 0,4-2 0 16,6-3 0-16,2-5 0 0,2-4 0 15,8-6 0-15,0-6 0 16,1-3 0-16,3-5 0 0,-8-1 0 16,5-5 0-16,-5-2 0 0,0-3 0 15,2-3 0-15,-1 0 0 0,-1 1 0 16,-2 5 0-16,0 4 0 15,2 3 0-15,0 6 0 0,11 8 0 16,-3 5 0-16,3 0 0 0,2-2 0 16,-1-6 0-16,-3-2 0 0,5-4 0 15,-3-2-821-15,-3-2-276 0,-3-1-2004 0</inkml:trace>
  <inkml:trace contextRef="#ctx0" brushRef="#br0" timeOffset="204999.4">15793 15515 4714 0,'0'0'2257'0,"0"0"-1049"0,-37-27-1195 0,16 21-13 0,-4 6 0 16,2-1 0-16,-1 1 0 0,1 2 0 16,4 0 0-16,7 0 0 0,4 0 0 15,8-1 0-15,0 3 0 0,0 2 0 16,4 3 0-16,10 4 0 0,3 4 0 15,5-1 0-15,-1 0 0 16,4-1 0-16,-2 2 0 0,1-1 0 16,-3 2 0-16,0 1 0 0,-5-1 0 15,-5 0 0-15,-1-1 0 16,-4-2 0-16,-2-1 0 0,-4-1 0 16,-4-4 0-16,-2 1 0 0,-8 0 0 15,-3-3 0-15,-10 1 0 0,-4-2 0 16,-6-3 0-16,2-1 0 15,-2-2 0-15,-1 0 0 0,5-4 0 16,4-1 0-16,11-2 0 0,7 2-1045 16,11-1-152-16,0 2-203 0,13-1-1690 0</inkml:trace>
  <inkml:trace contextRef="#ctx0" brushRef="#br0" timeOffset="205255.65">15904 15749 2453 0,'0'0'2693'0,"48"-10"-1200"0,-21 2 60 16,-13 0-1553-16,1-3 0 15,-3-1 0-15,3-7 0 0,-5 0 0 16,2-6 0-16,-1-1 0 0,-7 1 0 16,6-2 0-16,-6 0 0 0,-4 2 0 15,0 3 0-15,-8 6 0 16,-4 9 0-16,-9 8 0 0,0 12 0 16,-10 13 0-16,0 15 0 0,0 4 0 15,4 4 0-15,7 1 0 0,7-5 0 16,13-5 0-16,11-6 0 15,11-6 0-15,14-9 0 0,7-8 0 16,13-8 0-16,4-6 0 0,8-11 0 16,-14 1-841-16,-3-6-1052 0</inkml:trace>
  <inkml:trace contextRef="#ctx0" brushRef="#br0" timeOffset="205826.43">17258 15528 4878 0,'0'0'980'0,"0"0"-203"0,0 0 399 0,-35-25-795 0,15 23-381 0,-3 2 0 15,-4 0 0-15,-4 6 0 16,0-4 0-16,6 4 0 0,-2-1 0 16,11 3 0-16,-1 4 0 0,3 2 0 15,8 2 0-15,1-1 0 16,3 3 0-16,2-2 0 0,2 1 0 16,9 0 0-16,3-2 0 0,3-2 0 15,5-1 0-15,7 0 0 0,4-4 0 16,5 2 0-16,3-3 0 15,-4 0 0-15,-6 0 0 0,-6 1-173 16,-13 2-95-16,-7 3 160 0,-5 1 108 16,-9 2 4-16,-3-1 148 0,-9 0 241 15,1 0-393-15,-7-1 0 0,-6-2 0 16,-3-3 0-16,1-3 0 0,2-6 0 16,6 0 0-16,7-8 0 0,3-2 0 15,9-4-85-15,2-2-447 0,6-1-761 16,6 4-195-16,2 3-461 0</inkml:trace>
  <inkml:trace contextRef="#ctx0" brushRef="#br0" timeOffset="206231.39">17370 16272 4454 0,'0'0'1032'15,"-10"58"-568"-15,8-35 189 0,0-15-173 16,2-3-272-16,0-5 136 0,-7-6 213 16,5-13-557-16,-2-14 0 0,0-15 0 15,2-12 0-15,-2-4 0 0,4-9 0 16,0-4 0-16,-4-3 0 0,8 1 0 16,6 5 0-16,7 7 0 0,14 10 0 15,0 7 0-15,-4 12 0 0,-1 12 0 16,-1 5 0-16,-8 9 0 15,-1 6 0-15,-5 5 0 0,-1 1 0 16,-2 4 0-16,-2 5 0 0,1 4 0 16,-7 6 0-16,0 4 0 0,0 3 0 15,-4-1 0-15,-3 2 0 16,1-1 0-16,-4-2 0 0,-1-1 0 16,-3-2 0-16,2-2 0 0,-5-2 0 15,-4-5 0-15,1-4 0 0,1-4 0 16,3-4 0-16,3 0 0 15,5-5-485-15,8-4-435 0,0 2-1381 16,4-8 96-16</inkml:trace>
  <inkml:trace contextRef="#ctx0" brushRef="#br0" timeOffset="206400.9">17721 15578 3053 0,'0'0'1052'0,"0"0"461"15,23 38-500-15,-23-17-233 0,0 8 1 16,-2-2-781-16,-2 2 0 15,2-1 0-15,0-5 0 0,2-3 0 16,0-6 0-16,0-6 0 0,0-5 0 16,0-5-765-16,0-1-896 0,0-15-644 15</inkml:trace>
  <inkml:trace contextRef="#ctx0" brushRef="#br0" timeOffset="206483.71">17860 14940 4986 0,'0'0'0'0,"0"0"-32"0,0 0-925 0</inkml:trace>
  <inkml:trace contextRef="#ctx0" brushRef="#br0" timeOffset="206766.39">17895 15654 6130 0,'-10'34'905'16,"4"-9"39"-16,1-3-731 0,5-12-213 16,0-4 0-16,5-5 0 0,1-2 0 15,4-12 0-15,13-12 0 16,-3-11 0-16,1-6 0 0,4-1 0 16,-9 6 0-16,1 4 0 0,-3 7 0 15,1 7 0-15,-9 10 0 0,0 4 0 16,-2 5 0-16,1 6 0 15,-3 8 0-15,4 10 0 0,-4 3 0 16,-2 4 0-16,0-2 0 0,-2-1 0 16,2-5 0-16,0 1 0 0,4-4 0 15,2-1-757-15,3-7-588 0,-3-2-2412 0</inkml:trace>
  <inkml:trace contextRef="#ctx0" brushRef="#br0" timeOffset="207185.65">18410 15656 4706 0,'0'0'1224'16,"-21"-46"165"-16,0 17-516 0,-1 2-873 16,-3 6 0-16,4 6 0 0,5 8 0 15,-5 8 0-15,0 9 0 16,1 8 0-16,-1 8 0 0,0 4 0 16,3 3 0-16,7 0 0 0,7-3 0 15,4-3 0-15,11-5 0 0,9-5 0 16,1-6 0-16,2-5 0 15,1-6 0-15,-1-2 0 0,-4-5 0 16,-1-3 0-16,-3-1 0 0,-5 1 0 16,-4 4 0-16,3 3 0 0,-3 2 0 15,4 3 0-15,7 16 0 0,1 8 0 16,-1 14 0-16,-1 5 0 0,-3 1 0 16,-3 2 0-16,-6-1 0 0,-4 1 0 15,0 0 0-15,-12-1 0 0,-7-2 0 16,-8-1 0-16,-4 0 0 15,-8-6 0-15,-2-4 0 0,-1-6 0 16,7-11 0-16,2-8 0 0,2-7 0 16,11-8 0-16,-3-10 0 15,4-10 0-15,3-8 0 0,9-5 0 16,7-5 0-16,11 1 0 0,12-1 0 16,8-1 0-16,6-2 0 0,0-3 0 15,-12 11-1029-15,2-3-4806 0</inkml:trace>
  <inkml:trace contextRef="#ctx0" brushRef="#br0" timeOffset="208416.81">17554 15705 1136 0,'0'0'320'0,"0"0"144"16,0 0 1986-16,0 0-1350 0,10 53 89 16,-12-28-653-16,0 0-76 0,0-6 77 15,2-1-537-15,0-7 0 0,0-1 0 16,0-5 0-16,0-3 0 0,4 0 0 16,-2-4 0-16,9-9 0 0,-5-12 0 15,2-8 0-15,-2-7 0 0,-6-1 0 16,4 1 0-16,-1-2 0 15,3-1 0-15,2 4 0 0,2 3 0 16,3 9 0-16,1 5 0 0,3 4 0 16,1 2 0-16,1 1 0 0,2 1 0 15,-1-1 0-15,-5 3-709 16,-5-2-2004-16</inkml:trace>
  <inkml:trace contextRef="#ctx0" brushRef="#br0" timeOffset="209188.71">18858 15565 5406 0,'0'0'1241'0,"0"0"-465"0,0 0-7 16,15 61-769-16,-15-23 0 15,4 4 0-15,-4-3 0 0,2-8 0 16,0-4 0-16,0-4 0 0,-2-8 0 16,4-6 0-16,-2-3 0 0,0-4 0 15,-2-1 0-15,2-1 0 16,-2-5 0-16,0-12 0 0,0-12 0 16,7-10 0-16,-3-4 0 0,6-3 0 15,7 3 0-15,-3 3 0 0,3 4 0 16,-1 5 0-16,3 12 0 15,-7 6 0-15,-3 8 0 0,-3 5 0 16,0 3 0-16,-2 9 0 0,2 8 0 16,-2 4 0-16,-2 3 0 0,-2-1 0 15,0-5 0-15,0-4 0 0,0 0 0 16,0-7 0-16,5-3 0 0,-5-4 0 16,0-2 0-16,2-1 0 0,2-6 0 15,4-9 0-15,9-15 0 0,3-6 0 16,3-3 0-16,2 3 0 0,-9 11 0 15,5 5 0-15,-11 8 0 16,-3 7 0-16,-3 4 0 0,0 4 0 16,-2 12 0-16,2 11 0 0,-4 8 0 15,0 9 0-15,-4-2 0 16,2-4 0-16,2-6 0 0,2-5 0 16,4-7 0-16,2-7-1165 0,1-8-1468 0</inkml:trace>
  <inkml:trace contextRef="#ctx0" brushRef="#br0" timeOffset="209513.26">19592 15520 3585 0,'0'0'3750'0,"-25"-62"-3298"0,7 30-47 16,3 12-405-16,1 7 0 0,-3 8 0 16,5 8 0-16,-7 8 0 0,-1 13 0 15,-7 5 0-15,6 5 0 0,2 3 0 16,1-3 0-16,8-2 0 0,3-3 0 15,7-6 0-15,7-4 0 16,9-7 0-16,5-8 0 0,4-6 0 16,8-10 0-16,-2-6 0 0,-2-3 0 15,-3 2 0-15,-5 2 0 16,-9 5 0-16,-1 5 0 0,-7 3 0 16,-4 3 0-16,0 1 0 0,0 7 0 15,-4 11 0-15,0 12 0 0,-3 8 0 16,7 4 0-16,0-3 0 15,0-8 0-15,9-7 0 0,3-7 0 16,11-7 0-16,-2-5 0 0,1-5-1589 16,-5 0-248-16,-5-7-484 0</inkml:trace>
  <inkml:trace contextRef="#ctx0" brushRef="#br0" timeOffset="209881.74">19913 15508 2581 0,'0'0'3737'15,"0"0"-2828"-15,-15-42-337 16,3 34-179-16,-5 5-393 0,-4 0 0 16,1 5 0-16,-5 6 0 0,2 1 0 15,-2 7 0-15,5 3 0 16,3 2 0-16,3 2 0 0,3 2 0 16,5 1 0-16,6-1 0 0,4 1 0 15,7-3 0-15,5-2 0 0,9-5 0 16,2-3 0-16,4-6 0 15,0-2 0-15,-2-4 0 0,-2-1 0 16,-7 0 0-16,-5 1 0 0,-9-1 0 16,-6 0 0-16,0 2 0 0,0 2 0 15,-6 3 0-15,-6 4 0 0,-7 3 0 16,2 3 0-16,-3 0 0 0,-1-2 0 16,4-2 0-16,1 0 0 0,1-3 0 15,-1 0 0-15,1-2 0 0,1 2 0 16,2-3 0-16,1-3 0 15,5-1 0-15,6-3-177 0,6-6-671 16,11-8-1181-16,1 1 200 0,5-6-716 0</inkml:trace>
  <inkml:trace contextRef="#ctx0" brushRef="#br0" timeOffset="210178.51">20219 15585 2585 0,'0'0'4442'0,"0"0"-3354"16,-34-31-1011-16,22 23-77 15,-2 3 0-15,-3 4 0 0,-2 1 0 16,-1 4 0-16,-1 4 0 0,0 2 0 16,5 3 0-16,3-2 0 0,7 4 0 15,4-1 0-15,6-2 0 0,7 2 0 16,9-2 0-16,7 1 0 0,2-3 0 16,0 2 0-16,2 1 0 0,-6-1 0 15,-2 0 0-15,-7 1 0 0,-5 0 0 16,-5 0 0-16,-6 0 0 0,-2 0 0 15,-7 0 0-15,-5-1 0 16,-5 1 0-16,-3 0 0 0,-3-2 0 16,-2-2 0-16,0-3 0 0,2-2 0 15,5-3 0-15,3-1 0 16,5-3 0-16,3 0-1325 0,7-7-1241 0</inkml:trace>
  <inkml:trace contextRef="#ctx0" brushRef="#br0" timeOffset="210765.8">21058 15015 2981 0,'0'0'2225'0,"0"0"-1053"16,0 0-663-16,0 0-149 0,-31 45-32 15,10-5-88-15,-6 12 92 0,0 9-287 16,5 3-45-16,-1 6 0 15,6 5 0-15,7 1 0 0,8-1 0 16,2-1 0-16,8-8 0 0,7-4 0 16,3-13 0-16,1-9 0 0,6-12 0 15,-3-14 0-15,1-7 0 16,0-8 0-16,-7-11 0 0,5-10 0 16,-6-6 0-16,-5-3 0 0,-8-2 0 15,-2 3 0-15,-4 5 0 0,-13 5 0 16,1 5 0-16,-11 6 0 15,0 3 0-15,2 6 0 0,0 0 0 16,9 5 0-16,6-1 0 0,3 0 0 16,5 0 0-16,2 0 0 0,0 1-341 15,6 1-871-15,1-1-89 0,9-4-2089 0</inkml:trace>
  <inkml:trace contextRef="#ctx0" brushRef="#br0" timeOffset="211233.51">21238 15690 6811 0,'0'0'1036'0,"0"0"-691"16,0 0-345-16,0 0 0 0,0 0 0 15,0 0 0-15,0 0 0 16,0 0 0-16,0 0 0 0,37 11 0 16,-23-25 0-16,1-4 0 0,-1-1 0 15,-6-2 0-15,1 4 0 0,-7 1 0 16,2 2 0-16,-4 4 0 15,0 1 0-15,-4 4 0 0,4 1 0 16,-2 2 0-16,-2 1 0 0,-1 1 0 16,5 3 0-16,-2 9 0 0,0 8 0 15,0 6 0-15,2 2 0 0,-4 1 0 16,-2 0 0-16,2 4 0 0,-2 5 0 16,-1 8 0-16,3 7 0 0,-2 11 0 15,2 9 0-15,2 5 0 0,-2 0 0 16,0-1 0-16,-3-7 0 15,3-6 0-15,-6-6 0 0,-2-8 0 16,-7-7 0-16,-4-8 0 0,-2-12 0 16,-1-11 0-16,-3-8 0 15,0-6 0-15,8-10 0 0,0-8 0 16,3-7 0-16,3-10 0 0,3-7 0 16,4-5 0-16,1 0 0 0,7 3 0 15,4 6 0-15,11 4 0 16,6 2 0-16,8 2 0 0,8-1 0 15,6-2 0-15,3-4 0 0,-9 10-881 16,-10-4-2849-16</inkml:trace>
  <inkml:trace contextRef="#ctx0" brushRef="#br0" timeOffset="211607.68">22275 15575 6863 0,'0'0'532'0,"-8"54"265"0,4-10-797 0,4 9 0 0,-2 0 0 15,0-3 0-15,2-4 0 0,0-10 0 16,6-9 0-16,2-11 0 15,3-12-821-15,-7-4-1176 0,6-13-1180 0</inkml:trace>
  <inkml:trace contextRef="#ctx0" brushRef="#br0" timeOffset="211732.13">22385 15092 3809 0,'0'0'1457'16,"0"0"-1305"-16,0 0-72 0,0 0-80 15,-19 35-228-15,19-16-1489 16,0 3-1364-16</inkml:trace>
  <inkml:trace contextRef="#ctx0" brushRef="#br0" timeOffset="211949.63">22391 15936 4862 0,'0'0'792'0,"0"0"-32"0,0 0-131 16,0 0-229-16,43-8-8 15,-24-24-35-15,-2-5-357 0,-1-3 0 16,-1 0 0-16,-5 2 0 0,-2 6 0 16,-2 10 0-16,-1 10 0 0,-3 8 0 15,-2 6 0-15,0 6 0 16,0 15 0-16,0 11 0 0,0 7 0 16,0 0 0-16,0-7 0 0,8-10 0 15,6-7 0-15,11-11 0 0,8-6-121 16,-2-4-1488-16,9-13-1940 0</inkml:trace>
  <inkml:trace contextRef="#ctx0" brushRef="#br0" timeOffset="212521.8">22982 15515 1764 0,'0'0'4642'0,"0"0"-3881"0,0 0-109 15,-45-21-279-15,24 19-373 16,-2 2 0-16,1 9 0 0,3 5 0 16,2 10 0-16,5 10 0 0,2 9 0 15,10 7 0-15,0 3 0 0,10-2 0 16,0-3 0-16,3-3 0 15,5-5 0-15,-1-6 0 0,8-9 0 16,-2-8 0-16,5-9 0 0,1-8-21 16,0-10-515-16,0-8-96 0,-2-6-601 15,-6 3-204-15,-5-1-752 0</inkml:trace>
  <inkml:trace contextRef="#ctx0" brushRef="#br0" timeOffset="212773.42">23201 15882 3689 0,'0'0'1693'0,"-10"46"-1145"0,8-26-116 15,2-7 137-15,0-5-225 16,0-4 40-16,0-2 88 0,-2-2-411 16,2-1-61-16,-2-10 0 0,-2-11 0 15,0-8 0-15,-3-9 0 16,1-4 0-16,2 1 0 0,4 0 0 15,2 1 0-15,8 3 0 0,7 6 0 16,2 3 0-16,1 7 0 0,5 2 0 16,-4 4 0-16,-3 2 0 0,-3 3-253 15,-5 3-1464-15,-6 2-1160 0</inkml:trace>
  <inkml:trace contextRef="#ctx0" brushRef="#br0" timeOffset="213051.37">23334 15822 3257 0,'0'0'2857'16,"41"9"-1892"-16,-10-9-169 0,-4-8-479 16,-4-4-317-16,-3-5 0 0,-5-6 0 15,-5-1 0-15,-4-3 0 16,-6 0 0-16,-6-2 0 0,-8 1 0 16,-3 3 0-16,-4 6 0 0,-1 9 0 15,1 7 0-15,-2 9 0 0,3 12 0 16,-3 8 0-16,0 10 0 15,5 5 0-15,-1 3 0 0,9-2 0 16,3-4 0-16,7-3 0 0,9-8 0 16,7-7-205-16,11-8-303 0,8-11-248 15,4-4 475-15,5-10-223 0,5-6-848 16,-3-5 759-16,-15 6-39 0,0-1-1069 16</inkml:trace>
  <inkml:trace contextRef="#ctx0" brushRef="#br0" timeOffset="213333.43">23737 15615 5570 0,'0'0'1173'0,"0"0"-329"16,-33-37-239-16,14 34-605 0,7 6 0 15,-7 10 0-15,0 9 0 16,1 6 0-16,5 3 0 0,1 0 0 16,4-1 0-16,4-1 0 0,4-3 0 15,0-3 0-15,8-5 0 16,4-2 0-16,1-5 0 0,1-4 0 15,5-4 0-15,-3-3 0 0,1-4 0 16,-3-4 0-16,-3-3 0 0,-3-2 0 16,0-1 0-16,0-1 0 0,-1 2 0 15,-3 2 0-15,0 6 0 0,-4 4 0 16,4 1 0-16,2 6 0 0,0 12 0 16,5 5 0-16,1 6 0 0,3-4 0 15,-1-6 0-15,7-6-229 0,-3-5-1980 16,1-7-240-16</inkml:trace>
  <inkml:trace contextRef="#ctx0" brushRef="#br0" timeOffset="213791.59">24183 15618 1712 0,'0'0'4498'0,"0"0"-3637"0,-14-38-33 0,-7 30-535 16,-4 2-293-16,-8 6 0 0,-4 4 0 15,0 4 0-15,2 0 0 16,6 2 0-16,8-2 0 0,5-2 0 16,7-3 0-16,5 0 0 0,4-2 0 15,0 0 0-15,10 4 0 16,7 4 0-16,6 2 0 0,6 2 0 16,2 1 0-16,0 2 0 0,0 1 0 15,-2 2 0-15,0-1 0 0,-7 0 0 16,-1-1 0-16,-7-2 0 15,-7 1 0-15,-7 0 0 0,-4 3 0 16,-9 1 0-16,-3 1 0 0,-5 1 0 16,-2-3 0-16,0-2 0 0,-1-5 0 15,5-4 0-15,5-7 0 0,3-2 0 16,7-14 0-16,6-10-161 0,6-8-1460 16,3 2 101-16,1-2-401 0</inkml:trace>
  <inkml:trace contextRef="#ctx0" brushRef="#br0" timeOffset="213950.07">24303 15490 1304 0,'0'0'1729'0,"10"61"-937"15,-7-16 185-15,-3 2-473 16,-3 7 56-16,3 0 321 0,-4-2-429 16,2-1-148-16,0-5-52 0,-4-5-240 15,4-7-12-15,-2-10-20 16,2-10-384-16,2-8-421 0,-2-7-1992 0</inkml:trace>
  <inkml:trace contextRef="#ctx0" brushRef="#br0" timeOffset="214094.58">24411 15236 2949 0,'0'0'280'15,"0"0"24"-15,0 0-124 16,20 52-180-16,-11-12-140 0,-5-6-728 0</inkml:trace>
  <inkml:trace contextRef="#ctx0" brushRef="#br0" timeOffset="214664.77">24433 15658 1620 0,'-2'49'1345'16,"2"-6"11"-16,0-3-635 0,4-14-141 15,3-9 192-15,-5-6-435 16,2-7-109-16,-2-4 76 0,4-1-68 16,2-11 84-16,9-10 53 0,-1-7-373 15,7-3 0-15,-2 1 0 0,-5 8 0 16,1 5 0-16,-5 7 0 15,-5 4 0-15,-3 7 0 0,-2-1 0 16,0 1 0-16,-2 3 0 0,0 8 0 16,-2 7 0-16,-4 4 0 0,3-2 0 15,3-1 0-15,5-8-217 0,7-4-131 16,0-3 104-16,5-4 104 0,4-5 48 16,-3-4 80-16,-1-6 12 0,-5-3 36 15,-2-2-12-15,-3-1 172 0,-3 0 196 16,-2-1-220-16,-2 7-40 0,0 3-31 15,0 7-101-15,-6 3 0 16,2 0 0-16,-5 2 0 0,1 1 0 16,2 8 0-16,-2 6-25 0,3 1-31 15,5 2 8-15,0-6-4 16,5-5 40-16,3-2-12 0,-4-3 0 16,2 0 24-16,4-2 12 0,-3 0 0 15,1-3 16-15,-2 0 161 0,0 1-189 16,-1 2 0-16,-1 12 0 15,0 17 0-15,0 14 0 0,0 14 0 16,-2 8 0-16,2-3 0 0,-2 0 0 16,0 0 0-16,-2-1 0 0,-2-2 0 15,-6-1 0-15,-6-1 0 0,-9 0 0 16,-10-3 0-16,-13-1 0 0,-3-5 0 16,-7-4 0-16,0-9 0 0,-2-7 0 15,2-8 0-15,1-7 0 0,3-7 0 16,4-7 0-16,9-14 0 15,8-14 0-15,6-13 0 0,9-11 0 16,9-5 0-16,10 3 0 0,17 4 0 16,11 4 0-16,15 2 0 0,7 1 0 15,7-2 0-15,4-3 0 16,-14 13 0-16,-4-6-3250 0</inkml:trace>
  <inkml:trace contextRef="#ctx0" brushRef="#br0" timeOffset="-214292.48">25905 15619 2084 0,'0'0'2253'0,"37"-49"-1076"16,-24 22-589-16,-9 4-152 0,-4 3 157 15,-6 2 35-15,-9 2-195 0,-3 3-433 16,-7 5 0-16,-2 7 0 0,-6 6 0 15,0 10 0-15,-2 9 0 16,2 9 0-16,4 4 0 0,4 3 0 16,8 4 0-16,7 0 0 0,10-2 0 15,8 0 0-15,11-3 0 16,12-1 0-16,8-9 0 0,11-7 0 16,3-8 0-16,1-8 0 0,0-6 0 15,-9-5 0-15,-9-2-2334 16,-14-4-1179-16</inkml:trace>
  <inkml:trace contextRef="#ctx0" brushRef="#br0" timeOffset="-213964.87">26294 15636 3053 0,'0'0'2597'0,"-11"-34"-1749"0,-1 15 49 16,2 3-433-16,-5 4-131 0,3 3-333 15,-5 4 0-15,1 5 0 16,-1 6 0-16,-3 11 0 0,-1 9 0 16,0 12 0-16,1 7 0 0,5 7 0 15,5 0 0-15,8 1 0 16,6-3 0-16,10-7 0 0,9-7 0 16,8-8 0-16,4-9 0 0,4-7 0 15,-1-9 0-15,-3-6 0 16,-4-9 0-16,-11-5 0 0,-5-6 0 15,-9-2 0-15,-4-4 0 0,-4-3 0 16,-8 0 0-16,-7 0 0 0,-3 2 0 16,-3 2 0-16,0 4 0 0,0 6 0 15,5 4 0-15,3 5-453 0,7 4-760 16,4 3 189-16,4 0-125 0,2-1-2568 0</inkml:trace>
  <inkml:trace contextRef="#ctx0" brushRef="#br0" timeOffset="-213781.21">26513 15617 6663 0,'0'0'1168'0,"0"0"-807"15,-27 45-361-15,15-18 0 16,-3 6 0-16,5 1 0 0,2 1 0 16,1-2 0-16,5-3 0 0,2-5 0 15,6-4 0-15,5-8 0 16,1-4 0-16,1-8-281 0,-5-1-2684 15</inkml:trace>
  <inkml:trace contextRef="#ctx0" brushRef="#br0" timeOffset="-213671.92">26581 15119 6086 0,'0'0'0'0,"0"0"0"0,-14-33-4 16,14 31-800-16,-5 0-1145 0</inkml:trace>
  <inkml:trace contextRef="#ctx0" brushRef="#br0" timeOffset="-213447">26790 15057 7315 0,'0'0'620'0,"0"61"-363"0,-2-14-257 16,-4 7 0-16,-3 8 0 0,-3 7 0 15,2 4 0-15,-1-1 0 0,7-4 0 16,4-6 0-16,0-8 0 0,6-9 0 16,7-11 0-16,-1-9 0 0,1-13-2314 15</inkml:trace>
  <inkml:trace contextRef="#ctx0" brushRef="#br0" timeOffset="-212943.26">27439 15618 4390 0,'0'0'1964'0,"0"0"-126"0,-10-39-1838 16,-1 23 0-16,-3 0 0 0,-1 4 0 15,-3 5 0-15,1 7 0 0,1 10 0 16,-3 11 0-16,0 10 0 15,3 6 0-15,1 8 0 0,7 2 0 16,6 0 0-16,2-4 0 0,8-5 0 16,3-8 0-16,5-7 0 0,1-14 0 15,3-7 0-15,-1-9 0 0,2-14 0 16,-3-8 0-16,1-9-749 0,-7 7-1460 16,-1-5-308-16</inkml:trace>
  <inkml:trace contextRef="#ctx0" brushRef="#br0" timeOffset="-212781.64">27559 15140 6683 0,'0'0'1116'16,"0"0"-723"-16,0 0-393 0,0 0 0 15,0 0 0-15,-10 62 0 0,1-12 0 16,-5 10 0-16,-5 9 0 16,1 0 0-16,-1 2 0 0,4-4 0 15,5-5 0-15,8-8 0 0,2-8 0 16,6-12 0-16,9-5 0 15,3-8 0-15,-3-8-1449 0,1-6-3138 0</inkml:trace>
  <inkml:trace contextRef="#ctx0" brushRef="#br0" timeOffset="-212354.61">27819 15677 5642 0,'0'0'957'0,"-18"-55"-425"0,12 26 120 15,-1 5-388-15,3 2-119 16,0 7-145-16,0 5 0 0,0 6 0 16,2 4 0-16,-5 1 0 0,-3 10 0 15,-11 18 0-15,-1 9 0 16,-3 7 0-16,4 1 0 0,9-4 0 16,4-5 0-16,6-3 0 0,2-6 0 15,4-3 0-15,6-6 0 0,4-5 0 16,3-7 0-16,2-7 0 15,1-4 0-15,1-9 0 0,0-6 0 16,-5-4 0-16,-1-3 0 0,-5 0 0 16,0-3 0-16,-6 0 0 0,-1 2 0 15,-1 4 0-15,-2 10 0 0,0 6 0 16,0 2 0-16,0 5 0 0,2 1 0 16,-2 7 0-16,2 12 0 0,-2 13 0 15,0 8 0-15,0 4 0 0,0-2 0 16,0-9 0-16,2-3 0 15,4-4 0-15,2-4 0 0,5-6 0 16,-1-4 0-16,3-7 0 0,1-6 0 16,1-9-1754-16,-7-1-419 0,0-6-1760 15</inkml:trace>
  <inkml:trace contextRef="#ctx0" brushRef="#br0" timeOffset="-211513.11">27617 15489 2104 0,'4'36'4170'16,"-10"5"-3213"-16,-3 11 4 0,-3 2-961 16,-7 0 0-16,1 1 0 0,1-7 0 15,1-5 0-15,5-9 0 0,5-9 0 16,4-6 0-16,2-11 0 15,2-5 0-15,13-9 0 0,-5-3-2126 16,4-8-467-16</inkml:trace>
  <inkml:trace contextRef="#ctx0" brushRef="#br0" timeOffset="-211357.95">27772 15361 7923 0,'0'0'269'0,"0"0"-269"0,0 0 0 0,0 0 0 15,0 0 0-15,0 0 0 16,0 0 0-16,0 0-801 0,0 0-676 16</inkml:trace>
  <inkml:trace contextRef="#ctx0" brushRef="#br0" timeOffset="-210586.73">28001 15669 2353 0,'-2'34'3525'16,"0"1"-2720"-16,2 9-249 0,0 3 244 16,0 2-647-16,0-1-153 0,0-3 0 15,-2-4 0-15,2-8 0 16,-2-6 0-16,0-8 0 0,0-6 0 15,2-8 0-15,0-3 0 0,0-2 0 16,0-3 0-16,6-14 0 0,6-16 0 16,3-10 0-16,3-7 0 0,3-1 0 15,-4 5 0-15,-3 0 0 16,3 4 0-16,-3 7 0 0,-1 8 0 16,-3 11 0-16,-4 8 0 0,-2 7 0 15,-4 1 0-15,2 8 0 0,0 6 0 16,3 9 0-16,-5 4 0 15,0 2 0-15,0-1 0 0,-3-5 0 16,1-4 0-16,2-5 0 0,0-5 0 16,0-5 0-16,5-3 0 0,-3-1 0 15,4-4 0-15,2-9 0 0,4-11 0 16,3-6 0-16,1-5 0 0,1 3 0 16,-5 4 0-16,3 4 0 0,-5 6 0 15,1 7 0-15,-5 4 0 0,-4 7 0 16,0 0 0-16,0 11 0 0,0 12 0 15,-2 8 0-15,0 8 0 16,-6 4 0-16,2 0 0 0,0-1 0 16,1-2 0-16,3-4 0 0,5-8 0 15,3-5 0-15,0-9-1065 16,0-5-752-16</inkml:trace>
  <inkml:trace contextRef="#ctx0" brushRef="#br0" timeOffset="-210296.93">28452 15952 2909 0,'0'0'3890'0,"35"0"-3030"0,-6-8-327 15,4-5-533-15,0-2 0 0,-2-3 0 16,-2-1 0-16,-2-1 0 0,-6-2 0 16,-5 2 0-16,-6-1 0 0,-5-2 0 15,-5 1 0-15,-9 1 0 0,-3 2 0 16,-7 2 0-16,-3 6 0 0,-5 8 0 15,0 6 0-15,-2 12 0 16,2 11 0-16,4 8 0 0,3 9 0 16,5 3 0-16,7 1 0 0,6-1 0 15,8-3 0-15,8-6 0 16,7-5 0-16,6-8 0 0,4-7 0 16,4-9 0-16,0-8 0 0,0-7 0 15,-4-8 0-15,-4-10 0 16,-2-4-489-16,-8 4-563 0,-3-4-2294 0</inkml:trace>
  <inkml:trace contextRef="#ctx0" brushRef="#br0" timeOffset="-210059.16">28983 15225 5986 0,'0'0'585'0,"0"0"355"16,0 0-392-16,0 0-415 0,0 0-133 15,2 47 0-15,-8 6 0 16,0 13 0-16,-3 8 0 0,7 2 0 16,0 6 0-16,2 0 0 0,-2-5 0 15,-2-5 0-15,0-7 0 16,-4-7 0-16,2-7 0 0,-1-7 0 16,1-8 0-16,0-14 0 0,2-9-989 15,-2-9-740-15</inkml:trace>
  <inkml:trace contextRef="#ctx0" brushRef="#br0" timeOffset="-209873.25">28772 15764 6486 0,'0'0'513'0,"0"0"-157"0,54 12 481 16,-27-11-837-16,-2 1 0 0,-1-2 0 15,1-2 0-15,-4-2 0 0,-2-3 0 16,-3-1 0-16,-3 1 0 0,-1-3-505 15,-4 3-571-15,-4 2-365 16,0-2-3657-16</inkml:trace>
  <inkml:trace contextRef="#ctx0" brushRef="#br0" timeOffset="-209530.99">29159 15845 5698 0,'0'0'1477'16,"0"0"-757"-16,39 6-423 0,-27-10-297 15,3-6 0-15,-3 0 0 0,3-4 0 16,-5-4 0-16,3-2 0 0,-5-1 0 16,2 4 0-16,-4 3 0 0,-6 7 0 15,0 4 0-15,-12 7 0 0,-5 8 0 16,-3 9 0-16,-1 4 0 0,5 5 0 16,1 2 0-16,7 0 0 15,6-1 0-15,2-4-201 0,10-2 85 0,5-3 56 16,1-3 0-16,3-7 60 15,1-4-4-15,-3-3-4 0,-3-4 8 16,-3-1 52-16,-5 0-40 0,-2-4 4 16,-2 1 116-16,0-5 60 0,-2-3-147 15,2-7-45-15,0-2 0 16,0-5 0-16,7 0 0 0,1-1 0 16,4-2 0-16,9-1 0 0,2 2 0 15,6 1 0-15,0 0 0 0,0 1 0 16,-2 1 0-16,-6 0 0 15,-3-3 0-15,-5 8-253 0,-5-3-5421 0</inkml:trace>
  <inkml:trace contextRef="#ctx0" brushRef="#br0" timeOffset="-208234.69">13724 16765 1748 0,'-17'-38'2545'0,"-2"0"-1432"16,3-4-329-16,4 1 1 0,-3 3 123 15,-1 3-599-15,-1 1-309 0,-2 11 0 16,-1 9 0-16,-3 11 0 0,6 12 0 16,-1 12 0-16,-5 15 0 0,2 7 0 15,7 5 0-15,2 0 0 0,7-6 0 16,5-3 0-16,11-8 0 0,-1-6 0 16,7-9 0-16,1-7 0 0,1-8 0 15,-1-2 0-15,3-9 0 0,-2-6 0 16,1-6 0-16,-5-4 0 15,1-2 0-15,-5 3 0 0,-1 2 0 16,-4 7 0-16,-2 4 0 0,1 7 0 16,-3 3 0-16,6 3 0 15,-6 11 0-15,8 8 0 0,-6 10 0 16,7 1 0-16,-5-3 0 0,0-5 0 16,2-3 0-16,-1-5 0 0,3-2 0 15,-6-3 0-15,-2-7 0 16,2-1 0-16,2-2 0 0,-1-5 0 15,5-8 0-15,2-7 0 0,3-8 0 16,-1-1 0-16,3-5 0 0,-5 5 0 16,3 1 0-16,1 2 0 0,-5 7 0 15,-1 5 0-15,-4 7 0 0,-2 5 0 16,0 2 0-16,-4 2 0 0,2 1 0 16,-2 2 0-16,0-1 0 0,0 2 0 15,0-3 0-15,0 1 0 0,0 2 0 16,-6-2 0-16,6 0 0 15,-4 0 0-15,4-3 0 0,0-1 0 16,0 0 0-16,0-6 0 0,10-7 0 16,5-6 0-16,6-5 0 15,-1-1 0-15,1 2 0 0,-5 5 0 16,1 5 0-16,-3 6 0 0,-7 3 0 16,-3 4 0-16,-2 4 0 0,2 7 0 15,-4 12 0-15,0 8 0 16,0 5 0-16,0 2 0 0,0-5 0 15,6-5 0-15,2-3 0 0,5-10 0 16,3-5 0-16,9-9 0 0,-4-1-1834 16,2-7-407-16</inkml:trace>
  <inkml:trace contextRef="#ctx0" brushRef="#br0" timeOffset="-208031.52">14402 16526 6839 0,'0'0'632'0,"0"0"-216"0,0 0-111 0,0 0-305 0,-42-45 0 16,30 33 0-16,-3 4 0 0,3 3 0 16,-2 5 0-16,-1 10 0 15,3 9 0-15,-7 12 0 0,0 11 0 16,-1 9 0-16,5 3 0 0,5-2 0 16,10-6 0-16,6-12 0 0,9-7 0 15,9-13 0-15,5-14 0 0,11-9 0 16,-1-13 0-16,-4-13 0 15,-2-6 0-15,-8 5-945 0,-13-2-2165 0</inkml:trace>
  <inkml:trace contextRef="#ctx0" brushRef="#br0" timeOffset="-207845.07">14391 16104 6510 0,'0'0'533'0,"0"0"616"15,0 0-1149-15,0 0 0 0,4 69 0 16,-2-20 0-16,-2 12 0 15,0 3 0-15,0-3 0 0,0-3 0 16,0-7 0-16,5-6 0 0,9-10 0 16,3-5 0-16,5-6 0 15,3-8-369-15,-4-7-4365 0</inkml:trace>
  <inkml:trace contextRef="#ctx0" brushRef="#br0" timeOffset="-206776.09">15417 16587 4153 0,'0'0'2406'0,"-27"-43"-1614"0,14 17-48 16,-1-1-647-16,-1 4-97 15,3 3 0-15,-3 8 0 0,5 6 0 16,0 6 0-16,-3 12 0 0,-3 9 0 16,-5 14 0-16,-4 12 0 15,-1 8 0-15,1 4 0 0,8-3 0 16,7-3 0-16,10-9 0 0,4-9 0 16,8-9 0-16,13-14 0 0,6-10 0 15,6-12 0-15,11-15 0 0,-5-8 0 16,-1-8-405-16,-5-2-1448 0,-16 9-200 15,-3 0-1076-15</inkml:trace>
  <inkml:trace contextRef="#ctx0" brushRef="#br0" timeOffset="-206573.01">15452 16129 5482 0,'0'0'1097'15,"0"0"-709"-15,0 0-8 0,0 39 116 16,-6-1-288-16,-5 12-67 15,-3 5-141-15,3-1 0 0,5 0 0 16,2-3 0-16,4-1 0 0,6-3 0 16,5-4 0-16,-1-2 0 15,0-6 0-15,1-4 0 0,-1-5-885 16,-4-10-328-16,-2-3-2200 0</inkml:trace>
  <inkml:trace contextRef="#ctx0" brushRef="#br0" timeOffset="-206344.27">15551 16827 4530 0,'0'0'704'0,"54"0"516"16,-17-13-499-16,-6-5-209 0,0-5-7 15,-8-3-505-15,-3-5 0 0,-9-2 0 16,-1 1 0-16,-10-1 0 0,0 1 0 16,-6 3 0-16,-5 1 0 0,-5 7 0 15,-3 6 0-15,-3 9 0 0,1 6 0 16,-4 13 0-16,-2 12 0 15,-2 9 0-15,-2 10 0 0,6 1 0 16,9 0 0-16,10-4 0 0,12-5 0 16,15-5 0-16,12-7 0 0,8-7-189 15,13-11-679-15,8-5 119 16,10-5-539-16,-18-4 455 0,0-4-1284 0</inkml:trace>
  <inkml:trace contextRef="#ctx0" brushRef="#br0" timeOffset="-205853.37">16287 16531 5946 0,'0'0'633'0,"-27"-46"-221"0,2 29 424 15,-6 6-536-15,-2 9-235 0,-2 6-65 16,2 8 0-16,2 5 0 0,10 7 0 16,7 4 0-16,3 6 0 0,5 4 0 15,6 3 0-15,4-1 0 0,9 1 0 16,5-3 0-16,9-6 0 15,6-9 0-15,4-6 0 0,-1-10 0 16,5-7 0-16,0-7 0 0,-1-9-469 16,-1-3-487-16,-10 4-201 15,-4-3-384-15</inkml:trace>
  <inkml:trace contextRef="#ctx0" brushRef="#br0" timeOffset="-205557.17">16456 16698 5622 0,'0'0'836'0,"-37"57"-499"0,25-27 299 15,3-2-500-15,9 0-76 0,0-4 32 16,0-4-48-16,7-2 52 0,-3-8 24 16,-4-3-120-16,6-4 32 0,-6-1 124 15,2-2-131-15,-2 0-25 0,0-5 0 16,-8-7 0-16,2-8 0 15,-9-9 0-15,5-6 0 0,4-8 0 16,1-1 0-16,5 0 0 0,11 2 0 16,3 6 0-16,-1 5 0 15,1 5 0-15,-4 4 0 0,5 4 0 16,-3 1 0-16,-1 5 0 0,5 3 0 16,-1 3 0-16,-5 3-1165 0,-4 1-424 15,-6 2-912-15</inkml:trace>
  <inkml:trace contextRef="#ctx0" brushRef="#br0" timeOffset="-205277.77">16556 16721 6122 0,'0'0'601'0,"64"-24"387"16,-25 4-507-16,-10-2-481 0,-8-4 0 16,-1-1 0-16,-5-3 0 0,-9 2 0 15,-6-3 0-15,0 4 0 0,-10 1 0 16,-3 5 0-16,-5 8 0 15,-3 9 0-15,-6 6 0 0,0 13 0 16,-4 9 0-16,0 8 0 0,4 6 0 16,4 5 0-16,5 3 0 15,8-1 0-15,10-1 0 0,0-1 0 16,10-6 0-16,11-6 0 0,-1-5-429 16,15-9 37-16,3-9 148 0,1-8 124 15,2-8-4-15,1-10-301 0,-1-7 37 16,-4-3 92-16,-10 3-912 0,0-1-381 15</inkml:trace>
  <inkml:trace contextRef="#ctx0" brushRef="#br0" timeOffset="-205031.89">16928 16494 3893 0,'0'0'2049'0,"0"0"-172"16,-48-3-1504-16,34 5-373 0,-7 4 0 16,0 5 0-16,1 3 0 0,-7 6 0 15,4 4 0-15,-2 2 0 0,5 3 0 16,3 0 0-16,7-2 0 15,10-1 0-15,4-6 0 0,12-2 0 16,7-5 0-16,2-6 0 0,2-2 0 16,4-5 0-16,-4-6 0 15,2-3 0-15,-7-4 0 0,1 0 0 16,-8 0 0-16,-1 3 0 0,-8 1 0 16,-2 7 0-16,-2 2 0 0,3 8 0 15,-5 12 0-15,0 7 0 0,0 3 0 16,0 0 0-16,6-9 0 0,4-5 0 15,0-9-565-15,1-5-2825 0</inkml:trace>
  <inkml:trace contextRef="#ctx0" brushRef="#br0" timeOffset="-204207.93">17347 16519 2617 0,'0'0'5134'16,"-35"-24"-4693"-16,12 12-441 0,-6 4 0 16,-2 3 0-16,-8 5 0 0,2 7 0 15,0 7 0-15,6 3 0 0,10 1 0 16,2 1 0-16,11-1 0 15,6-1 0-15,2 0 0 0,8 2 0 16,7-3 0-16,3 0 0 0,13-3 0 16,5-4 0-16,5-2 0 15,2-2 0-15,-1 0 0 0,-9 2 0 16,-6 3 0-16,-9 1 0 0,-7 1 0 16,-9 1 0-16,-2 2 0 0,-7-2 0 15,-3-1 0-15,-6 1 0 0,-5-2 0 16,-4 0 0-16,-6 0 0 15,-6 0 0-15,0-2 0 0,4-4 0 16,4-5 0-16,6-1 0 0,13-5 0 16,3-5 0-16,7-2 0 0,7-5-29 15,9-4-775-15,9-3-97 0,8-3-847 16,-8 7 167-16,2 0-932 0</inkml:trace>
  <inkml:trace contextRef="#ctx0" brushRef="#br0" timeOffset="-204067.8">17418 16551 4149 0,'0'0'1933'0,"0"0"-1116"0,0 0-225 16,0 0-164-16,-3 46-332 0,-5-14 52 16,-2 2-119-16,4 1-29 0,-5-8 0 15,9-3 0-15,2-5 0 16,2-8-69-16,9-7-1215 0,-5-4-285 16,4-2-756-16</inkml:trace>
  <inkml:trace contextRef="#ctx0" brushRef="#br0" timeOffset="-203963.31">17513 16245 5466 0,'0'0'144'15,"0"0"-140"-15,0 0-4 0,0 0-44 16,0 0-772-16,0 0-305 0,18 43-1820 0</inkml:trace>
  <inkml:trace contextRef="#ctx0" brushRef="#br0" timeOffset="-203422.34">17558 16702 3441 0,'6'34'824'0,"9"-6"-407"0,-5-1 163 16,-4-13 184-16,1-6-308 0,-7-6-59 16,6-2 175-16,-2-5-192 15,2-10-19-15,4-8-361 0,1-6 0 16,-3-3 0-16,2-3 0 0,-1 4 0 16,-1 1 0-16,-2-1 0 0,0 12 0 15,-4 6 0-15,-2 9 0 0,-2 4 0 16,-8 14 0-16,-9 14 0 15,-5 7 0-15,3 6 0 0,8-2-69 16,9-8-267-16,4-5-20 0,7-7-340 16,9-5 331-16,3-7 73 0,3-4-168 15,7-4 316-15,-2-8 140 0,0-4 4 16,0-3 56-16,-2-2 152 0,-7-3 256 16,-5 0-31-16,-5 1-37 0,-4 1 184 15,-4-1-304-15,0 0-56 0,0 5-131 16,0 5-89-16,-4 5 0 15,4 1 0-15,0 2 0 0,0 2 0 16,-2 2 0-16,2 7 0 0,0 7 0 16,2 6 0-16,-2 6 0 15,0 3 0-15,0 3 0 0,0 5 0 16,-6 6 0-16,-4 4 0 0,-1 7 0 16,-9 2 0-16,-1 2 0 0,-10 2 0 15,-2 1 0-15,-2 0 0 0,-5-4 0 16,-1-2 0-16,0-6 0 15,-1-7 0-15,-1-11 0 0,8-12 0 0,-2-8 0 16,8-10 0-16,4-8 0 16,4-8 0-16,11-8 0 0,-1-11 0 15,7-11 0-15,-2-7 0 0,6-8 0 16,8-1 0-16,5 1 0 0,12 8 0 16,6 10 0-16,6 4 0 0,6 5 0 15,5 4 0-15,6-2 0 0,5 0-1117 16,-15 7-672-16,8-5-1052 0</inkml:trace>
  <inkml:trace contextRef="#ctx0" brushRef="#br0" timeOffset="-202784.58">18567 16475 6567 0,'0'0'1092'0,"0"0"-684"0,0 0-283 0,-4 45-125 16,-2-10 0-16,-3 9 0 0,3 4 0 16,4-5 0-16,2-1 0 0,8-4 0 15,3-3 0-15,1-9 0 0,0-5 0 16,5-8 0-16,-1-8 0 15,-1-5 0-15,-1-7 0 0,-1-10 0 0,-3-4 0 16,-2-6 0-16,-1-2 0 16,-1-2 0-16,-2 5 0 0,2 5 0 15,-2 7 0-15,0 6 0 0,-1 6 0 16,-3 3 0-16,4 13 0 0,-2 12-225 16,2 8 69-16,0 4 76 0,2-4 32 15,0-6-4-15,11-6 52 0,2-8-8 16,1-5 16-16,3-6-8 15,4-9 156-15,-2-5-36 0,-3-5 52 16,-1-7-59-16,-4-2-113 0,-3-2 0 16,-4 0 0-16,-1-4 0 0,-7-1 0 15,-2 1 0-15,0 0 0 16,-2 3 0-16,-9 0 0 0,1 5 0 16,2 1 0-16,-3 8 0 0,9 3 0 15,-2 5 0-15,8 2 0 0,-2 2-1021 16,9-2-712-16</inkml:trace>
  <inkml:trace contextRef="#ctx0" brushRef="#br0" timeOffset="-202639.12">19061 16590 6723 0,'-4'38'672'15,"4"-4"-648"-15,0 9 112 0,4-3-76 16,0-4-44-16,2-5-12 15,0-9-4-15,-1-4-12 0,-3-10-280 16,2-5-1125-16,-4-3-520 0,4-11-1496 0</inkml:trace>
  <inkml:trace contextRef="#ctx0" brushRef="#br0" timeOffset="-202488.85">19088 16203 7043 0,'0'0'720'0,"0"-47"-476"0,4 36-228 15,0 10-16-15,-2 1-88 0,4 4-144 16,9 3-264-16,1 7-753 16,-1 0-319-16,-3 1-706 0</inkml:trace>
  <inkml:trace contextRef="#ctx0" brushRef="#br0" timeOffset="-202269.9">19220 16804 4910 0,'0'0'928'0,"0"0"-388"16,0 0 325-16,0 0-317 0,0 0-147 16,0 0-401-16,-10-40 0 15,4 6 0-15,6-8 0 0,4-1 0 16,2 0 0-16,2 3 0 0,0 5 0 16,7 9 0-16,-3 5 0 0,-1 6 0 15,1 5 0-15,0 3 0 0,-5 3 0 16,1 3 0-16,-6 1-657 0,2 0-752 15,2 0-291-15</inkml:trace>
  <inkml:trace contextRef="#ctx0" brushRef="#br0" timeOffset="-202031.85">19408 16604 4718 0,'0'0'1316'16,"46"15"-591"-16,-17-15-61 0,-3-3 105 15,-1-4-769-15,0-3 0 0,-6-2 0 16,-5-3 0-16,-3 0 0 15,-5-3 0-15,-6 2 0 0,-6 0 0 16,-5 0 0-16,-1 4 0 0,-7 2 0 16,1 10 0-16,-5 5 0 15,-4 9 0-15,0 12 0 0,0 5 0 16,2 4 0-16,9 5 0 0,10 0 0 16,8-2 0-16,12-5 0 0,11-2 0 15,12-6 0-15,11-7 0 0,10-7 0 16,6-7 0-16,8-5 0 0,0-8-9 15,-18 0-1399-15,0-7-2570 0</inkml:trace>
  <inkml:trace contextRef="#ctx0" brushRef="#br0" timeOffset="-201380.91">20500 16609 4666 0,'0'0'1268'0,"0"0"-455"0,0 0 371 0,0-44-923 16,-2 30-261-16,-3 4 0 0,3 4 0 15,2 2 0-15,-2 3 0 0,2 0 0 16,0 1 0-16,0-2 0 15,0 2 0-15,-4 0 0 0,4 0 0 16,-6 0 0-16,-9 0 0 0,-5 2 0 16,-9 5 0-16,-2 2 0 0,-4 8 0 15,8 4 0-15,-4 6 0 0,4 6 0 16,6 3 0-16,9-2 0 0,8-1 0 16,6-5 0-16,12-4 0 0,11-9 0 15,8-6 0-15,11-8 0 0,1-8 0 16,-2-9 0-16,-5-9 0 15,-7-4-545-15,-11 6-1020 0,-3-5-296 0</inkml:trace>
  <inkml:trace contextRef="#ctx0" brushRef="#br0" timeOffset="-201194.85">20566 16142 6234 0,'0'0'1393'0,"0"0"-828"16,0 0-565-16,0 0 0 15,-13 52 0-15,7-6 0 0,-8 11 0 0,3 3 0 16,1-2 0-16,0-1 0 16,6 0 0-16,2-2 0 0,-1-3 0 15,3-2 0-15,3-6 0 0,3-12 0 16,4-7 0-16,7-10 0 0,-3-8-1698 16,7-7-1071-16</inkml:trace>
  <inkml:trace contextRef="#ctx0" brushRef="#br0" timeOffset="-201062.11">20713 16591 7399 0,'0'0'793'16,"0"0"-793"-16,-36 33 0 15,28-3 0-15,-4 3 0 0,1 4 0 16,3 1 0-16,4-5 0 0,4-3 0 16,0-6 0-16,2-10 0 0,4-6 0 15,-2-6-881-15,5-7-2285 0</inkml:trace>
  <inkml:trace contextRef="#ctx0" brushRef="#br0" timeOffset="-200914.62">20830 16236 6510 0,'0'0'577'0,"0"0"-165"16,0 0-288-16,0 0-124 0,0 38-540 15,2-10-193-15,3-4-267 0,1-3-2013 0</inkml:trace>
  <inkml:trace contextRef="#ctx0" brushRef="#br0" timeOffset="-200563.38">20979 16663 4514 0,'0'0'940'15,"0"0"-228"-15,-20-54 5 0,9 32-281 16,7 0-68-16,-2 4 137 15,0 7-505-15,2 6 0 0,-3 3 0 0,-3 2 0 16,0 9 0-16,-7 8 0 16,-4 8 0-16,5 4 0 0,1 2 0 15,11-7 0-15,4-2 0 0,2-6 0 16,7-3 0-16,5-5 0 0,1-5 0 16,3-3 0-16,5-6 0 0,0-8 0 15,4-4 0-15,-3-2 0 0,-3 0 0 16,-4 3 0-16,-5 5 0 15,-4 5 0-15,-4 4 0 0,-4 3 0 16,2 4 0-16,-2 9 0 0,0 12 0 16,-4 5 0-16,-2 7 0 0,6-4 0 15,0-4 0-15,0-5 0 16,4-7 0-16,2-5 0 0,5-5 0 16,3-7 0-16,-1-6-961 0,1-5 8 15,-4 0-251-15,1-5-1702 0</inkml:trace>
  <inkml:trace contextRef="#ctx0" brushRef="#br0" timeOffset="-200094.8">21221 16535 6370 0,'0'0'1345'0,"0"0"-868"0,0 0-477 16,0 0 0-16,-6 58 0 0,0-17 0 16,-3 4 0-16,3-2 0 0,2-9 0 15,-2-3 0-15,6-5 0 0,4-8 0 16,0-6 0-16,0-5 0 15,0-5 0-15,3-2 0 0,1-7 0 16,2-10 0-16,3-6 0 0,-3-6 0 16,-2 1 0-16,-2 2 0 15,1-2 0-15,3 1 0 0,-4 1 0 16,-2 1 0-16,5 11 0 0,-7 3 0 16,-2 9 0-16,0 2 0 0,0 6 0 15,0 10 0-15,0 8 0 0,-5 7 0 16,-1 0 0-16,6-4 0 0,-2-3 0 15,0-3 0-15,0-5 0 16,2-2-121-16,0-7 37 0,2-3 80 16,0-2-24-16,0-2 28 0,9-5 128 15,3-9-52-15,7-10-43 0,1-4-33 16,5-2 0-16,-2 2 0 0,-2 2 0 16,-2 2 0-16,-3 3 0 0,-5 6 0 15,-3 7 0-15,-6 3 0 0,-4 5 0 16,2 0 0-16,-2 9 0 15,0 10 0-15,0 7 0 0,0 6 0 16,0 0 0-16,-2-4 0 0,-2-1 0 16,2-4 0-16,0-3 0 15,2-5 0-15,0-4-141 0,0-4-795 16,0-2-13-16,0-3-1424 0,2 1-424 0</inkml:trace>
  <inkml:trace contextRef="#ctx0" brushRef="#br0" timeOffset="-199825.81">21575 16798 5446 0,'0'0'1521'0,"0"0"-821"0,53-32-256 0,-26 15-363 16,0-2-81-16,-2 0 0 0,0-1 0 15,-7-3 0-15,-1-2 0 0,-7-1 0 16,-6 2 0-16,-4-1 0 0,-8 2 0 16,0 7 0-16,-7 4 0 0,-1 8 0 15,-3 5 0-15,3 11 0 0,-5 7 0 16,4 8 0-16,-1 9 0 15,1 5 0-15,5 4 0 0,6 1 0 16,6-3 0-16,2-5 0 0,14-4 0 16,1-10 0-16,1-3 0 15,-1-10 0-15,4-7-21 0,-7-4-279 16,-2-11-80-16,-1-6-384 0,-3 2-441 16,-6-1-864-16</inkml:trace>
  <inkml:trace contextRef="#ctx0" brushRef="#br0" timeOffset="-199158">22044 16193 2649 0,'0'0'3789'0,"0"0"-3304"0,0 0-53 0,0 0 405 0,0 0-837 16,0 0 0-16,2 53 0 16,-4 3 0-16,-2 18 0 0,0 6 0 15,4 0 0-15,6 0 0 0,4-6 0 16,0-5 0-16,3-8 0 0,-3-11 0 16,-2-9 0-16,1-7 0 0,-7-9 0 15,2-4 0-15,-4-8 0 0,-4-5-2226 16,0-8-991-16</inkml:trace>
  <inkml:trace contextRef="#ctx0" brushRef="#br0" timeOffset="-199002.97">21862 16757 7971 0,'0'0'221'16,"37"-26"-221"-16,-2 15 0 0,4 2 0 15,3 0 0-15,-1-2 0 0,-4-1 0 16,-6 3 0-16,2 0 0 0,-8 3 0 15,0 4 0-15,-8 0-2190 16,-11 2-603-16</inkml:trace>
  <inkml:trace contextRef="#ctx0" brushRef="#br0" timeOffset="-198570.75">22377 16802 8192 0,'0'0'0'0,"0"0"0"15,0 0 0-15,0 0 0 0,0 0 0 16,37-14 0-16,-19-2 0 0,5-4 0 16,-2-1 0-16,-1 1 0 0,-3 0 0 15,-7-1 0-15,-3 4 0 16,-7-1 0-16,-7 5 0 0,-7 3 0 16,-7 6 0-16,-4 4 0 0,-4 6 0 15,1 7 0-15,-3 6 0 0,0 3 0 16,2 3 0-16,2 3 0 0,8 1 0 15,7 2 0-15,10 2 0 16,4 2 0-16,8 0 0 0,4-3 0 16,3-5 0-16,12-5 0 0,0-8 0 15,10-4 0-15,0-6 0 0,-1-4-69 16,-1-2 41-16,-6-4 28 0,-2-2 48 16,-9 0-24-16,-7 2 1 0,-7 2-25 15,0 1 0-15,-4 2 0 16,0 1 0-16,3-1 0 0,-1-1 0 15,2-3 0-15,4-7 0 0,7-5 0 16,-1-6 0-16,7-6 0 0,-4-1 0 16,-3-1 0-16,5-2 0 0,0-1 0 15,-5-3 0-15,-6-3 0 16,1 7 0-16,-3-5-3286 0</inkml:trace>
  <inkml:trace contextRef="#ctx0" brushRef="#br0" timeOffset="-196501.92">23691 16686 3241 0,'0'0'3129'0,"0"0"-1868"0,0 0-700 16,0 0-561-16,0 0 0 16,0-35 0-16,0 19 0 0,-2 3 0 15,-4 0 0-15,0 1 0 0,-2 2 0 16,-3-1 0-16,-3 2 0 0,-3 5 0 16,-1 4 0-16,-5 11 0 0,-4 12 0 15,0 9 0-15,4 5 0 16,5 2 0-16,7-3 0 0,11-2 0 15,11-5 0-15,9-4 0 0,11-5 0 16,9-6 0-16,-1-6 0 0,0-7 0 16,-4-1 0-16,-4-7 0 0,-6-3 0 15,-6-1 0-15,-7-5 0 16,-8-1 0-16,-2-6 0 0,-2-3 0 16,-2-6 0-16,-6 0 0 0,-2-2 0 15,-5 2 0-15,5 5 0 0,-5 5 0 16,3 4 0-16,0 5-209 15,3 1-711-15,3 5 83 0,2 3-1180 16,2-5-76-16</inkml:trace>
  <inkml:trace contextRef="#ctx0" brushRef="#br0" timeOffset="-196300.74">23927 16737 6538 0,'0'0'1041'0,"0"0"-428"15,0 0-613-15,0 0 0 0,0 0 0 16,0 0 0-16,-37 22 0 0,37-32 0 16,4-10 0-16,10-9 0 15,9-2 0-15,4-2 0 0,4 6 0 16,2 2 0-16,-6 5 0 0,-2 1 0 16,-1-1 0-16,-5-6 0 0,-7 5 0 15,1-6-2874-15</inkml:trace>
  <inkml:trace contextRef="#ctx0" brushRef="#br0" timeOffset="-195789.73">25248 16340 5890 0,'0'0'1177'0,"0"0"-377"0,0 0-475 16,0 0-325-16,-21 39 0 0,7-1 0 16,1 10 0-16,5 5 0 0,8-3 0 15,6-2 0-15,9-2 0 16,5-6 0-16,3-6 0 0,4-9 0 15,0-11 0-15,0-8 0 0,0-6 0 16,-3-12 0-16,1-9 0 0,-6-7 0 16,-3-5 0-16,-3-2 0 15,-3-2 0-15,0-1 0 0,-1 1 0 16,-5 1 0-16,0 1 0 0,-2 4 0 16,0 4 0-16,-2 4 0 0,0 5 0 15,0 7 0-15,0 4-673 0,2 3-836 16,2 3-476-16</inkml:trace>
  <inkml:trace contextRef="#ctx0" brushRef="#br0" timeOffset="-195430.68">25868 16398 6783 0,'0'0'772'0,"0"0"-135"0,0 0-637 15,-21-44 0-15,13 34 0 16,-4 0 0-16,-1 1 0 0,-1 2 0 15,-5 1 0-15,1 6 0 0,-3 1 0 16,2 8 0-16,1 3 0 0,3 5 0 16,5 1 0-16,6-1 0 15,4 2 0-15,4-1 0 0,8 0 0 16,5-3 0-16,3-2 0 0,3-2 0 16,0-1 0-16,4 0 0 0,-4 1 0 15,-3-2 0-15,-3 3 0 0,-3 0 0 16,-8 0 0-16,-4 3 0 0,-4 3 0 15,-10 2 0-15,-5-1 0 16,-3 1 0-16,-3-2 0 0,-2-5 0 16,-2-5 0-16,3-4 0 0,-1-4 0 15,6-4 0-15,5-4 0 0,3-4 0 16,7 0 0-16,2 0-113 0,4-1-807 16,7 2 227-16,3 1-123 0,2 4-797 15,-1 2 141-15</inkml:trace>
  <inkml:trace contextRef="#ctx0" brushRef="#br0" timeOffset="-195187.66">25887 16614 4438 0,'41'-8'768'16,"6"-5"48"-16,7-3-275 0,-8 0-77 16,-9-4 292-16,-4 2-347 15,-8-3-409-15,-9 1 0 0,-3-2 0 16,-5-4 0-16,-4 1 0 0,-2 0 0 16,-2-1 0-16,-4 2 0 0,-2 4 0 15,-7 2 0-15,1 9 0 0,-5 6 0 16,-3 6 0-16,-5 15 0 15,-2 8 0-15,-2 9 0 0,0 5 0 16,7 1 0-16,3 0 0 0,15-4 0 16,6-3 0-16,14-3 0 0,15-5 0 15,11-5 0-15,9-4 0 0,13-9 0 16,11-4 0-16,1-4 0 0,3-4 0 16,-3-4 0-16,-3-5 0 0,-11-7-461 15,-17 2-1820-15,-10-8-3149 0</inkml:trace>
  <inkml:trace contextRef="#ctx0" brushRef="#br0" timeOffset="-193778.58">13771 17288 1760 0,'0'0'5059'0,"-37"-1"-4139"16,16 0-467-16,-4-1-453 15,3-2 0-15,-3 0 0 0,2 0 0 16,-2-1 0-16,-1 1 0 0,5 2 0 16,4 2 0-16,3 0 0 0,8 0 0 15,-1 7 0-15,3 6 0 0,4 6 0 16,0 7 0-16,4 0 0 0,7 2 0 16,1-2 0-16,7-1 0 0,4-4 0 15,3-3 0-15,5-5 0 16,7-5 0-16,-1 0 0 0,-2-1 0 15,-8-1 0-15,-11 3 0 0,-5 1 0 16,-11 2 0-16,0 4 0 0,-7 0 0 16,-3 1 0-16,-6 2 0 15,-5-3 0-15,-4-1 0 0,2-2 0 16,-3-4 0-16,1-6 0 0,4-3 0 16,5-8 0-16,1-7 0 0,3-5 0 15,1-5 0-15,7-5 0 0,2-2 0 16,-2-1-209-16,8-4-867 15,2-1 135-15,1 8 33 0,9-2-1437 0</inkml:trace>
  <inkml:trace contextRef="#ctx0" brushRef="#br0" timeOffset="-193577.64">13932 16836 6142 0,'0'0'1201'0,"0"0"-352"15,0 49-849-15,0-5 0 16,0 16 0-16,0 6 0 0,0 6 0 15,2 4 0-15,3 0 0 0,-3-3 0 16,6-3 0-16,-6-5 0 0,6-5 0 16,-6-10 0-16,2-5 0 0,-4-10 0 15,0-6 0-15,0-13 0 16,-4-7-665-16,-2-9-3177 0</inkml:trace>
  <inkml:trace contextRef="#ctx0" brushRef="#br0" timeOffset="-193439.69">13850 17445 6947 0,'0'0'156'0,"0"-33"492"0,14 18-207 16,3 7-441-16,-5 2 0 0,7-3 0 15,-3 2 0-15,1-3 0 0,3 1 0 16,5-1 0-16,-2-1 0 0,4 0-225 16,-6 1-1516-16,-1 2-1056 0</inkml:trace>
  <inkml:trace contextRef="#ctx0" brushRef="#br0" timeOffset="-193284.52">14176 17391 5734 0,'-12'43'1765'0,"4"-6"-1085"15,-5 8-667-15,3-4-13 0,0-4 0 16,3-2 0-16,3-12 0 0,0-5 0 16,4-7 0-16,0-8 0 0,8-3 0 15,3-11 0-15,5-18-945 0,1 2-548 16,-1-9-884-16</inkml:trace>
  <inkml:trace contextRef="#ctx0" brushRef="#br0" timeOffset="-193175.84">14218 17087 5322 0,'0'0'1184'0,"0"0"-299"16,0 0-741-16,0 0-80 0,0 0-64 16,0 0-412-16,0 0-429 0,0 0-1148 15,0 0-252-15</inkml:trace>
  <inkml:trace contextRef="#ctx0" brushRef="#br0" timeOffset="-192757.59">14654 17120 2749 0,'0'0'3241'16,"0"0"-2296"-16,4-44-313 0,-8 29-7 16,0-2-625-16,-3-3 0 0,1 0 0 15,-8-3 0-15,3 2 0 0,-5-1 0 16,-1 1 0-16,-3 2 0 0,-1 4 0 16,0 2 0-16,1 2 0 0,-3 7 0 15,4 4 0-15,-3 3 0 16,5 4 0-16,-2 5 0 0,7 3 0 15,2 2 0-15,4 3 0 0,1 3 0 16,5 2 0-16,7 4 0 0,-3 7 0 16,6 2 0-16,-4 2 0 0,0 5 0 15,-1 5 0-15,1 1 0 16,-2 5 0-16,-4 2 0 0,0 0 0 16,0 0 0-16,-4-4 0 0,2-3 0 15,-2-7 0-15,-1-6 0 0,5-7 0 16,0-9 0-16,0-7 0 15,5-7-405-15,-5-7-387 0,10-4-825 0,-4-3 20 16,5-18-784-16</inkml:trace>
  <inkml:trace contextRef="#ctx0" brushRef="#br0" timeOffset="-192071.96">14759 17101 1456 0,'0'0'44'0,"0"0"2665"15,0 0-1328-15,0 0-633 0,0 0 481 0,0 0-604 16,0 0-625-16,0 0 0 16,0 0 0-16,0 0 0 0,-16-17 0 15,12 14 0-15,4 1 0 0,-2-1 0 16,-3 0 0-16,5 0 0 0,0 2 0 16,-4 0 0-16,4 1 0 0,0 0 0 15,0 0 0-15,0 0 0 16,0 0 0-16,0 2 0 0,0 2 0 15,0-1 0-15,0 2 0 0,0 0 0 16,4 1 0-16,-4-2-453 0,5 1-87 16,-3 1-297-16,2-2 393 15,-4-1 436-15,0-1 8 0,0-1 184 16,0 0 188-16,0-1 381 0,0 0-257 16,0 0-104-16,0 0-307 0,0-1-85 15,0-2 0-15,0 2 0 0,0-1 0 16,0-1 0-16,0 2 0 15,0 0 0-15,0-1 0 0,0-1 0 16,-4 0 0-16,2-1 0 0,-7-2 0 16,-1-1 0-16,-7 0 0 0,1 0 0 15,-5 1 0-15,7 3 0 0,-3 2 0 16,5 2 0-16,-3 8 0 0,1 5 0 16,3 6 0-16,-5 5 0 0,4 6 0 15,-3 3 0-15,5 4 0 16,6 6 0-16,2 2 0 0,2 4 0 15,0 1 0-15,2 0 0 0,6-5 0 16,-2-2 0-16,0-6 0 0,5-5 0 16,-3-3 0-16,-2-4 0 0,0-6 0 15,0-7 0-15,-1-3-789 16,-1-7-392-16,-4-3-1732 0</inkml:trace>
  <inkml:trace contextRef="#ctx0" brushRef="#br0" timeOffset="-191900.71">14242 17480 6142 0,'0'0'601'0,"0"0"-61"0,0 0 369 15,0 0-909-15,0 0 0 0,0 0 0 16,44-7 0-16,-3 11 0 0,3 1 0 16,3 1 0-16,1-3 0 0,-9 1 0 15,0-1 0-15,-2-2 0 16,-8 2-2034-16,-6 0-819 0</inkml:trace>
  <inkml:trace contextRef="#ctx0" brushRef="#br0" timeOffset="-191525.65">14763 17598 2605 0,'0'0'3385'0,"0"0"-2764"16,0 0 59-16,38-6 132 0,-24-5-723 15,5-3-89-15,-5-5 0 0,3 0 0 16,-3-2 0-16,1-3 0 0,-7 4 0 15,0 1 0-15,-8 5 0 16,-4 2 0-16,-6 1 0 0,-1 4 0 16,-9 3 0-16,-1 4 0 0,2 7 0 15,-1 7 0-15,1 5 0 0,3 3 0 16,5 3 0-16,5 1 0 0,2-2 0 16,8-1 0-16,6 0 0 0,11-4-25 15,2-1-151-15,4-5 140 16,4-5 32-16,-7-2-36 0,7-5 40 15,-8-1 12-15,2-1-4 0,-8-3 12 16,-3 2 64-16,-8 1-52 0,0 0 48 16,-1 0-35-16,-5-1-45 15,0 2 0-15,0-2 0 0,0 0 0 16,0-4 0-16,4-5 0 0,-2-7 0 16,4-6 0-16,4-4 0 0,5 0 0 15,-5 0 0-15,0 5 0 0,1 0 0 16,-1 1 0-16,-4 3-633 0,5-3-2585 15</inkml:trace>
  <inkml:trace contextRef="#ctx0" brushRef="#br0" timeOffset="-190775.58">15625 17419 6150 0,'0'0'124'0,"0"0"165"15,-10 45 363-15,10-26-512 0,0-1-28 16,4-1 148-16,-2 1-120 0,-2-3 0 16,0 1 20-16,0-4-156 15,-2-4 17-15,-2-3-21 0,4-3 0 16,0-1 0-16,0-1 0 0,0-3 0 16,0-8 0-16,6-11 0 0,5-15 0 15,9-18 0-15,1-3 0 0,4 4 0 16,-5 7 0-16,-7 19 0 0,-3 9 0 15,-4 13 0-15,-2 6 0 0,3 11 0 16,-3 7 0-16,2 7 0 16,0 4 0-16,-2 2 0 0,3-5 0 15,-3 0 0-15,2-2 0 0,4-4 0 16,-6-6 0-16,3-7 0 0,-3-3 0 16,-4-3 0-16,4-1 0 0,-2-1 0 15,2-5 0-15,2-8 0 16,0-6 0-16,-1-5 0 0,1 0 0 15,-2 5 0-15,0 5 0 0,-2 6 0 16,2 4 0-16,-4 3 0 0,4 2 0 16,-2 0 0-16,7 2 0 15,-3 10 0-15,6 7 0 0,-1 8 0 16,-3 5 0-16,-6-1 0 0,6-5 0 16,-6-7 0-16,9-5 0 0,-3-3 0 15,2-6 0-15,3-4 0 0,1-1-381 16,7-7-615-16,-5 0-1161 0,-1-4-12 15</inkml:trace>
  <inkml:trace contextRef="#ctx0" brushRef="#br0" timeOffset="-190449.83">16202 17418 4702 0,'0'0'2253'16,"0"0"-1489"-16,0 0-291 0,0 0-473 16,-37-41 0-16,24 29 0 0,-3 3 0 15,4 4 0-15,-3 3 0 16,1 2 0-16,-3 8 0 0,1 8 0 15,1 8 0-15,5 6 0 0,1 6 0 16,5-4 0-16,4-4 0 0,7-3 0 16,7-7 0-16,7-6 0 15,1-6 0-15,3-6 0 0,-2-4 0 16,2-9 0-16,-5-7 0 0,-3-4 0 16,4-3 0-16,-9 0 0 0,-2 4 0 15,-5 4 0-15,-1 5 0 0,-4 5 0 16,2 5 0-16,-2 4 0 15,0 1 0-15,0 11 0 0,0 13 0 16,0 10 0-16,4 8 0 0,0-3 0 16,-2-4 0-16,2-8 0 0,2-8 0 15,5-5 0-15,-1-12-205 0,5-3-1992 16,-3-9-116-16</inkml:trace>
  <inkml:trace contextRef="#ctx0" brushRef="#br0" timeOffset="-190247.57">16436 16864 8159 0,'0'0'33'15,"0"0"-33"-15,0 0 0 0,-17 49 0 16,15-9 0-16,-2 7 0 0,4 9 0 16,0 3 0-16,2 6 0 0,2 3 0 15,2 1 0-15,3-3 0 0,-3-8 0 16,0-8 0-16,-2-12 0 0,2-8 0 15,-2-11 0-15,-4-10 0 16,5-3-681-16,-10-8-1572 0</inkml:trace>
  <inkml:trace contextRef="#ctx0" brushRef="#br0" timeOffset="-190108.42">16347 17419 6951 0,'0'0'832'0,"0"0"-423"15,0 0-409-15,0 0 0 16,25-35 0-16,10 27 0 0,4 1 0 15,2-3 0-15,5 2 0 0,1 2 0 16,-3 5 0-16,-3 1 0 0,-8 1 0 16,-2 5-1269-16,-14 0-800 15,-7 0-1237-15</inkml:trace>
  <inkml:trace contextRef="#ctx0" brushRef="#br0" timeOffset="-189749.46">16814 17467 5342 0,'0'0'840'16,"0"0"-199"-16,0 0 515 15,39-26-943-15,-37 10-213 0,2-3 0 0,-8 1 0 16,-2-1 0-16,-8 1 0 16,-3 5 0-16,1 5 0 0,-9 7 0 15,2 2 0-15,-2 7 0 0,5 6 0 16,3 4 0-16,3 5 0 0,5 4 0 16,1 1 0-16,8 7 0 0,4-1 0 15,2 2 0-15,9-2 0 16,-3-2 0-16,7 0 0 0,-1-6 0 15,1-2 0-15,-2-5 0 0,3-6 0 16,-3-6 0-16,-3-3 0 0,-1-4 0 16,-3-4 0-16,-2-2 0 15,-2 1 0-15,-1-2 0 0,1-3 0 16,0-8 0-16,0-5 0 0,-2-3 0 16,7 0 0-16,1-1 0 0,0 1 0 15,5 0 0-15,0 1 0 0,-1-1 0 16,3 2 0-16,-3 3 0 15,-3 3 0-15,1 0 0 0,-2 5-205 16,-3 5-1252-16,-3 1-207 0</inkml:trace>
  <inkml:trace contextRef="#ctx0" brushRef="#br0" timeOffset="-189608.45">17114 17426 5622 0,'0'0'977'0,"-13"33"47"15,3-12-455-15,-5 8-569 16,-1 4 0-16,4 4 0 0,-1 2 0 15,5-1 0-15,4-5 0 0,4-6 0 16,6-9 0-16,10-7 0 0,3-11 0 16,2-12-969-16,-3-2-960 15,1-10-884-15</inkml:trace>
  <inkml:trace contextRef="#ctx0" brushRef="#br0" timeOffset="-189497.46">17223 17286 6126 0,'0'0'1105'0,"0"0"-144"0,0 0-961 15,0 0 0-15,0 0 0 0,0 0 0 16,0 0 0-16,0 0-133 16,0 0-747-16,48 41-389 0,-30-20-2156 0</inkml:trace>
  <inkml:trace contextRef="#ctx0" brushRef="#br0" timeOffset="-189186.5">17353 17466 4181 0,'0'0'1897'0,"0"0"-1332"0,0 0 71 15,-35-8 16-15,19 8-391 0,-5 7-261 16,5 4 0-16,1 3 0 0,5 0 0 16,4 1 0-16,1-1 0 0,5-5 0 15,3-2 0-15,3 0 0 16,4-1 0-16,2-5 0 0,3-1 0 16,-3-3 0-16,-1-7 0 0,-1 2 0 15,-2 2 0-15,-6 0 0 0,2 5 0 16,1-1 0-16,-5 2 0 15,0 0 0-15,0 1 0 0,2 4 0 0,-2 4 0 16,0 8 0-16,4 3 0 16,2 1 0-16,4-3 0 0,1-7 0 15,3-7 0-15,-4-4 0 0,3-3 0 16,-3-7-417-16,-4-3-383 0,3-4-1041 16,-7 3 76-16,2-1-976 0</inkml:trace>
  <inkml:trace contextRef="#ctx0" brushRef="#br0" timeOffset="-188985.71">17711 17035 7391 0,'0'0'801'0,"0"0"-801"16,0 0 0-16,0 48 0 0,-4-1 0 16,2 9 0-16,-2 11 0 0,-7-1 0 15,7 3 0-15,-2 2 0 0,2-5 0 16,2-6 0-16,2-9 0 15,0-7 0-15,6-9 0 0,0-9 0 0,5-8 0 16,-1-14 0-16,-2-4-1185 16,-2-5-2017-16</inkml:trace>
  <inkml:trace contextRef="#ctx0" brushRef="#br1" timeOffset="-176559.43">19640 5943 1232 0,'0'0'92'0,"0"0"-52"16,0 0-40-16,0 0-8 16,0 0 8-16,-33 0 300 0,29 0 285 15,4-1-313-15,0 1-116 0,6 0 88 16,-2 0 56-16,-2 0-4 0,0 0 128 16,0 0-148-16,-2-1-95 0,4 0 11 15,-4-1-112-15,0 0-20 0,0 0-12 16,0-2-48-16,0 1 8 0,0 0 32 15,2 0-20-15,0-1 0 16,0 2 12-16,3-2-20 0,-5 3 64 16,2 0 188-16,-2-1-36 0,0 0-24 15,0 1 40-15,0 1-176 0,-2-1 0 16,-3 0 36-16,1 1-76 0,-2-2 12 16,2 2 24-16,-2 0-48 15,0 0 40-15,-1 2 28 0,1-1-84 16,-2 0 12-16,4-1 12 0,-3 1-20 15,-3-1 4-15,0 0 16 0,-7 0-12 16,-3-1-12-16,-5-3 4 16,-4 1-4-16,2 0 0 0,-2 0 0 15,-2-1 0-15,-2 1 0 0,2 0 0 16,-6 0-4-16,2 1 4 0,-3-2 0 16,-1 3 4-16,0 0-4 0,0-1 12 15,-3 1-12-15,1 0 0 16,-3 1 0-16,-1-1 4 0,-3 0-4 15,5-1 0-15,0 1-8 0,-3 1 8 16,3 0 0-16,-3 0-16 0,3 0 0 16,-3 0 8-16,9 1-16 0,-4 1 4 15,0 0-32-15,-3 0-12 0,3 1 48 16,4 0 12-16,-5 1-28 0,5 2 32 16,0 0 0-16,-5 0-12 15,3 2 12-15,-6 1 0 0,3 0-12 16,-5 3-16-16,-3-1-104 0,1 1 20 15,-5 1 60-15,2 2 0 0,-2 0-28 16,1 0 48-16,1 1 28 16,-2-2-16-16,3 1 16 0,-1 2 0 15,0 0-20-15,5 0 12 0,3 1 4 16,-1 2-32-16,1-1 36 0,-1 1 4 16,1 1-24-16,3 2 24 0,2-1 0 15,0 3 0-15,6-1 0 0,-5 1 0 16,3 1 4-16,2 1-4 0,-2 0 8 15,-2 0 0-15,4 1-8 16,-2-1 0-16,-3 2 8 0,5 2-8 16,-6-2 0-16,6 1 16 0,-4 1-16 15,2-1 0-15,4 1 16 16,4 0-16-16,0 2 52 0,2 2-36 16,-2 1 16-16,0 0 48 0,7 2-44 15,-3 1 12-15,4 4 20 0,1 0-68 16,-1 0 16-16,7 2-8 15,-3-2 0-15,5 1-8 0,-1 0 0 16,5 1 0-16,2 2 0 0,2-1 0 16,2 1-4-16,6 0 4 0,0 2 0 15,5 1 0-15,3 0 0 0,3-2 8 16,-1 2 0-16,5 0-4 0,4-2 72 16,-2 1-52-16,3 3 52 0,3-2 48 15,0 1-64-15,6 1-16 16,-1 1 61-16,5 1-69 0,0 0 8 15,7 0 76-15,1-2-48 0,1 0 28 16,3-3 76-16,3 2-112 16,4-2 24-16,0-1 64 0,10 0-100 15,0-2 16-15,5-2 28 0,1-2-80 16,7-1 16-16,1-3 28 0,3 0-52 16,4-3 0-16,4-1 0 15,-2 0 12-15,4-2-20 0,0-1 20 16,2 1-12-16,3-5 64 0,1-1 88 15,0-2-112-15,2-4 12 0,-1-2-39 16,1-4-21-16,3-3 0 0,-1-3 0 16,0-2 0-16,1-2 0 0,-1-2 0 15,1-2 0-15,-7-2 0 0,-2-3 0 16,-4-2 0-16,-4-2 0 0,-6-3 0 16,-1-1 0-16,-3-3 0 15,-5 0 0-15,-1-3 0 0,-9-2 0 16,0-1 0-16,-8-3 0 0,-7-1 0 15,3-1 0-15,-11-1 0 0,-2 0 0 16,-5-1 0-16,-8 1 0 16,-7-1 0-16,-7 0 0 0,-7-1 0 15,-5 1 0-15,-7-1 0 0,-5 0 0 16,-3 1 0-16,-5 0 0 0,-1-1 0 16,-6 1 0-16,0-1 0 0,-4-2 0 15,0 3 0-15,-2-2 0 16,0 0 0-16,-2-2 0 0,-6 5 0 15,4-2 0-15,-9 2 0 0,1 2 0 16,-5-2 0-16,0 1 0 0,3 2 0 16,-5 0-41-16,-2 2 41 0,-1 1 0 15,1 1-60-15,-2 0 32 0,-2 2 20 16,0 2-28-16,0 1 36 0,1 1 0 16,-5 2-16-16,-3 1 16 0,1 3 0 15,-4-1-24-15,0 3 0 16,-4 1 8-16,-3 4-52 0,-3-3 12 15,5 4 8-15,-3 1-16 0,-1 0 52 16,3 0 8-16,-1 1-44 0,1 4 24 16,-2-1-20-16,-3 1-12 15,0 3 48-15,3 1-36 0,-5 3-28 16,-3 1 52-16,-1 2 20 0,0 3-64 16,0 2 0-16,3 1-44 0,-3 2 0 15,2 1 56-15,5 1 8 16,-7 1-12-16,6 1 16 0,1 0-20 15,3 3 12-15,3-3 48 0,4 5 0 16,0 0 0-16,-1 4 0 0,3-1 0 16,0 2 4-16,4 1-4 0,4 1 0 15,0 1-8-15,9 2 8 0,-3 1 0 16,11 0-4-16,-1 1 4 0,5 1 0 16,6-1-4-16,4 1 4 0,5-1 0 15,3 2-4-15,2 0 4 16,5 4 0-16,4-2 8 0,2 0-8 15,6 3 24-15,0-1-12 16,6 0-12-16,4-1 4 0,7 0 4 16,3 0-8-16,1 0 0 0,4 0 8 15,6 0-8-15,0 0 40 0,6 0-20 16,6 1 24-16,1 0 64 16,1-2-56-16,9 1-12 0,2-3 32 15,4-1-72-15,2 0 20 0,6-1 20 16,6 1-20-16,-1-1-16 0,7 0 8 15,3 0-4-15,6-3-4 0,0 2 20 16,2 0-16-16,8-2 72 0,-4-1 128 16,4-2-100-16,11-2 20 0,-9-3 24 15,9-3-136-15,-5-4 0 16,1-1 12-16,-3-3-16 0,-2-3-12 16,-2-3 0-16,-6-3 8 0,-2-3-8 15,-6-3 20-15,4-3-12 0,-2-4-8 16,-2-1 72-16,-1-4-68 0,-3-3 24 15,-2-4-15-15,-3-2-13 16,-6-3 0-16,-1-2 0 0,-1 0 0 16,-6-2 0-16,-9-2 0 0,1-1 0 15,-10-2 0-15,-5-3 0 0,-4-1 0 16,-6-3 0-16,-4 0 0 0,-9 0 0 16,-1 0 0-16,-9-1 0 15,2 1 0-15,-6 0 0 0,-2-1 0 16,0 0 0-16,-10 0 0 0,0-2 0 15,-11 3 0-15,0 0 0 0,-6-1 0 16,-6 1 0-16,-4-1 0 0,-4 2 0 16,-5-1 0-16,-7 0 0 0,-3 2 0 15,-2 1 0-15,-2 2 0 0,-2 1 0 16,2 1 0-16,-6 2 0 16,2 1 0-16,-9 4 0 0,-1 3 0 15,2-1 0-15,-7 4 0 0,1 2 0 16,-3 2 0-16,2 2-37 0,-1 2 5 15,-1 2 4-15,1 0-40 16,-1 3 32-16,2 0-16 0,1 3-36 16,1 1 48-16,1 6-12 0,-3-2-36 15,3 5 44-15,1 1-20 0,3 4-12 16,-2 1 68-16,1 5 4 0,-1 2-24 16,2 2 28-16,-5 4-4 15,5 5-28-15,-1 0 32 0,3 3 0 16,2 0-40-16,4 3 24 0,-2 0 4 15,6 4-24-15,0 2 36 0,2 4-8 16,0 4 8-16,4 1 0 0,0 6 0 16,-1 6 0-16,3 1 0 0,-2 5 0 15,1 1 8-15,1 4-8 16,4 3 20-16,5 2-4 0,8 2 56 16,4-3 84-16,10 1-104 0,9-3 32 15,8-1-36-15,4-1-28 0,10 2 0 16,11 0 4-16,-1-2-16 0,7-3-8 15,6-3 16-15,6-2 0 16,5 1-12-16,3-2 92 0,7 0-52 16,2-1-4-16,4-2 60 0,2-4-88 15,6-3 25-15,7-5-37 16,3-1 0-16,5-8 0 0,2-1 0 16,8-6 0-16,-3-2 0 0,6-5 0 15,1-3 0-15,0-3 0 0,2-5 0 16,0-3 0-16,3-4 0 0,1-3 0 15,-4-3 0-15,2-2 0 0,-1-1 0 16,-5-2 0-16,0-2 0 16,-6 0 0-16,-4-3 0 0,-1 0 0 15,-11-1 0-15,-1-3 0 0,-8-2 0 16,-8-5-13-16,-7 1-327 0,-1-5-64 16,-11-5-865-16,-12 3-451 0,-4-5-1410 15</inkml:trace>
  <inkml:trace contextRef="#ctx0" brushRef="#br1" timeOffset="-150072.27">2867 1582 2333 0,'0'0'32'0,"0"0"2261"16,0 0-953-16,0 0-687 0,0 0-73 16,0 0 32-16,0 0-368 0,0 0-139 15,0 0-105-15,2 36 0 0,4-14 0 16,-2 4 0-16,3 5 0 0,-1 6 0 15,-2 5 0-15,-2 5 0 16,0-1 0-16,-2-2 0 0,0-2 0 16,-2-5 0-16,2-6 0 0,-2-6 0 15,2-8 0-15,2-5 0 0,0-5 0 16,4-4 0-16,-4-3-1089 0,7-12-2149 16</inkml:trace>
  <inkml:trace contextRef="#ctx0" brushRef="#br1" timeOffset="-149091.14">2927 1581 4806 0,'0'0'592'0,"0"0"-124"0,0 0 597 15,0 0-533-15,0 0-128 16,0 0-79-16,0 0-325 0,0 0 0 16,0 0 0-16,0 0 0 0,27-7 0 15,8 9 0-15,15 2 0 0,12 0 0 16,-2 1 0-16,6-1 0 0,2-1 0 15,4-1 0-15,3-1 0 16,-1-1 0-16,-14-2 0 0,-14 0 0 16,-13-1 0-16,-13 3 0 0,-9 0-389 15,-7 0-851-15,-4 0-2562 0</inkml:trace>
  <inkml:trace contextRef="#ctx0" brushRef="#br1" timeOffset="-148530.62">2913 2082 5382 0,'0'0'776'0,"0"0"37"0,0 0 408 0,0 0-1221 0,0 0 0 15,0 0 0-15,0 0 0 16,41 0 0-16,-6 6 0 0,11 0 0 16,3-2 0-16,7-2 0 0,4-2 0 15,6 0 0-15,4-6 0 0,-1 0 0 16,-5-1 0-16,-6-2 0 0,-11 1 0 16,-12 3 0-16,-8 2 0 15,-10 2 0-15,-7 1 0 0,-8 1 0 16,-2 2-1437-16,-6 1-644 0</inkml:trace>
  <inkml:trace contextRef="#ctx0" brushRef="#br1" timeOffset="-148066.56">3673 1609 4510 0,'0'0'1144'0,"0"0"-408"0,0 0-131 16,0 0-73-16,-4 49-92 0,8-9-215 15,-4 7-225-15,0 5 0 16,0-4 0-16,2-2 0 0,0 0 0 16,5-5 0-16,-1-3 0 0,-2-6 0 15,2-6 0-15,4-5 0 0,-3-3 0 16,1-5 0-16,-2-7-2590 0,-2-6-2508 0</inkml:trace>
  <inkml:trace contextRef="#ctx0" brushRef="#br1" timeOffset="-146525.91">3295 2163 2649 0,'0'0'644'0,"0"0"-328"0,0 0 120 16,0 0 385-16,0 0-353 0,0 0 24 15,0 0 313-15,0 0-373 0,0 0-28 16,0 0 176-16,2-7-435 0,-2 7-145 15,2 6 0-15,0 6 0 16,2 5 0-16,-2 6 0 0,3 0 0 16,-5-1 0-16,2-2 0 0,-2-1 0 15,0-1 0-15,2-3 0 0,-2 2 0 16,0-2 0-16,-2-2 0 0,0-1 0 16,2-2 0-16,0-1-57 15,0-3-483-15,-5-3-196 0,5 0-829 16,0-2-4-16,-2-1-1888 0</inkml:trace>
  <inkml:trace contextRef="#ctx0" brushRef="#br1" timeOffset="-145128.75">3305 2466 2589 0,'0'0'292'0,"0"0"104"0,0 0 136 0,0 0-328 0,0 0-24 16,0 0 101-16,0 0-113 0,0 0 0 15,0 0 192-15,0 0-76 0,17-33 32 16,-17 32 292-16,0 0-279 15,0 0-17-15,0-1 136 0,0 1-316 16,0 1-24-16,0-1 36 0,0 1-124 16,-4-2 36-16,2-1 60 0,0 2-80 15,0 0 40-15,-5-2-39 0,-3 1-37 16,-4 2 0-16,-3 0 0 16,0 6 0-16,1 2 0 0,1 3 0 15,-1 2 0-15,1 1 0 0,3 3 0 16,2 2 0-16,1 0 0 0,3 1 0 15,0-1 0-15,4 1 0 0,2-3 0 16,0-2 0-16,8-1 0 0,3-2 0 16,-1-1 0-16,6-3 0 0,5-2 0 15,-4-2 0-15,3-2 0 16,3-2 0-16,-4 0 0 0,1 0 0 16,-3-1 0-16,-3-3 0 0,-1 3 0 15,-7 0 0-15,-2-1 0 0,0 0 0 16,-2 1 0-16,-2 0 0 0,2-1 0 15,0-2 0-15,-2-1 0 16,0-1 0-16,0 0 0 0,-2-1 0 16,0 1 0-16,-4-2 0 0,-4 0 0 15,-5-2 0-15,3 2 0 0,-5 3 0 16,3 4 0-16,1 1 0 16,1 4 0-16,0 0 0 0,-3 4 0 15,3 1 0-15,-3 2 0 0,3 1 0 16,0 2 0-16,3 2 0 0,1 1 0 15,6 2 0-15,2 0 0 0,0-3 0 16,4 2 0-16,8-1 0 0,-1-2 0 16,5 1 0-16,5-3 0 0,0-1 0 15,3-2 0-15,-1 1 0 16,0-4 0-16,-2 0 0 0,-1-2 0 16,-1-1 0-16,-3-2 0 0,-5-1 0 15,-1-1 0-15,-6 0 0 0,2 1 0 16,1-1 0-16,-3 0 0 0,2 0 0 15,-4 0 0-15,2-1 0 16,-4-2 0-16,0-1 0 0,0-1 0 16,-2-2 0-16,0-1 0 0,-4-4 0 15,0 2 0-15,-1 2 0 0,-1 1 0 16,-2 2 0-16,-7 3 0 16,1 0 0-16,-5 2 0 0,0 2 0 15,5 4 0-15,-1-1 0 0,-1 2 0 16,1 2 0-16,1 3 0 0,1 0 0 15,3 2 0-15,1 0 0 0,1 3 0 16,6-2 0-16,0 2 0 0,4 0 0 16,4-1 0-16,2 2 0 0,5 0 0 15,1-2 0-15,4-1 0 16,1-1 0-16,4-2 0 0,6-4 0 16,-5-2 0-16,3-1 0 0,-2-2 0 15,0-2 0-15,-7-1 0 0,1 0 0 16,-5-1 0-16,-4-1 0 0,-6-1 0 15,0 0 0-15,5-2 0 16,-7-2 0-16,2-4 0 0,2 1 0 16,0-2 0-16,-4 2 0 0,0 5 0 15,-4 1 0-15,-2-1 0 0,-5-1 0 16,-9 2 0-16,-7 1 0 16,-4 3 0-16,4 0 0 0,0 5 0 15,6-3 0-15,3 3 0 0,5-1 0 16,3 0 0-16,10-1 0 0,0 0 0 15,0 2 0-15,0 0 0 0,6 4 0 16,9 1 0-16,5 1 0 0,1 1 0 16,0 1 0-16,-3-2 0 0,-1 0 0 15,-3-1 0-15,1 2 0 16,-5 1 0-16,0-1 0 0,-8 1 0 16,3 0 0-16,-12-1 0 0,-3 2 0 15,-4-2 0-15,-7 1 0 0,-2-2 0 16,-4-4 0-16,3 0 0 0,-3-5 0 15,-4-2-221-15,4-1-631 16,8-2-325-16,-4-5-2793 0</inkml:trace>
  <inkml:trace contextRef="#ctx0" brushRef="#br1" timeOffset="-144715.77">2691 3186 5854 0,'42'16'212'0,"22"-2"605"15,21-2-121-15,8-5-288 0,14-3-203 16,17-1-205-16,8 0 0 16,-1-1 0-16,-5 1 0 0,-11-1 0 0,-21 1 0 15,-14-3 0-15,-18 0 0 16,-21-3-221-16,-18 1-747 0,-10-2-509 0</inkml:trace>
  <inkml:trace contextRef="#ctx0" brushRef="#br1" timeOffset="-144285.99">2908 3270 5458 0,'0'0'716'0,"0"0"-464"16,0 0 189-16,-37 5-261 0,8 8-160 15,-2 4 20-15,2 3 20 0,7-2-36 16,1-1 0-16,4 1-24 16,7-4 4-16,0-3-8 0,6-3 4 15,4-2-188-15,10-6-357 0,11-1-875 16,-1-4-9-16,7-6-540 0</inkml:trace>
  <inkml:trace contextRef="#ctx0" brushRef="#br1" timeOffset="-143931.8">3278 3338 4017 0,'0'0'949'0,"0"0"-393"0,0 0 208 15,0 0 129-15,0 0-605 0,0 0-164 16,-39 24 24-16,16-10-92 0,3 1 4 15,3-4 40-15,3-3-92 16,8-3 16-16,6-3-24 0,0-2-4 16,4 0-32-16,12-1-24 0,11-12 40 15,10-3 8-15,9-4-108 0,1-1-92 16,3 0 148-16,2 0 28 16,-1 0-4-16,3 0-152 0,-2 3 112 15,-3-1-16-15,-1 2-20 0,-9 3-132 16,-12 5 188-16,-10 5 60 0,-13 3 52 15,-2 1 88-15,-2 3 60 0,-2 7 396 16,-15 8-244-16,-8 9-91 0,-10 6-261 16,-2 0 0-16,4-3 0 0,6-7 0 15,11-4 0-15,5-5 0 16,7-4 0-16,4-1 0 0,2-3 0 16,13-6-1333-16,-1 0 24 0,3-6-472 0</inkml:trace>
  <inkml:trace contextRef="#ctx0" brushRef="#br1" timeOffset="-141889.56">2933 1703 4065 0,'0'0'1053'0,"0"0"-565"0,0 0 617 16,0 0-557-16,0 0-184 0,0 0 48 15,0 0-255-15,-45-27-157 16,24 20 0-16,-4 1 0 0,-6 2 0 16,0 0 0-16,-8 2 0 0,-4 0 0 15,-9 2 0-15,2 2 0 0,-8 4 0 16,7 1 0-16,5 3 0 0,7-1 0 15,8 3-505-15,4-2-219 16,6-3-349-16,1-2-2929 0</inkml:trace>
  <inkml:trace contextRef="#ctx0" brushRef="#br1" timeOffset="-141004.67">1325 1659 5438 0,'0'0'344'0,"6"39"112"16,0-17 113-16,1 2 163 0,-3 2-520 15,0 3-68-15,-2-1-16 0,-2-1-124 16,0-4 16-16,2-2 4 16,0-4-20-16,2-5-4 0,-4-5 0 15,2-5 8-15,0-2-8 0,5 0 32 16,-1-8-12-16,4-8 37 0,5-11-57 15,-1-7 0-15,-2-4 0 0,-1 1 0 16,-1 5 0-16,0 1 0 0,-3 3 0 16,-3 9 0-16,2 8 0 0,-6 7 0 15,0 4 0-15,0 0 0 16,4 9 0-16,2 9 0 0,5 3 0 16,-1 3 0-16,0-2 0 0,-3-5 0 15,1-3 0-15,0-1 0 0,0-4 0 16,3-6 0-16,-1-1 0 0,0-2 0 15,1-8 0-15,1-4 0 16,5-3 0-16,1-4 0 0,3 0 0 16,2 1 0-16,-7 4 0 0,1 0 0 15,-3 6 0-15,-3 3 0 0,-5 4 0 16,2 3 0-16,0 14 0 0,1 6 0 16,1 5 0-16,-2 5 0 15,0-3 0-15,-3-2 0 0,1-2 0 16,-2-5 0-16,2-3 0 0,4-4 0 15,3-4 0-15,3-5 0 0,3-3 0 16,-5-5-2034-16</inkml:trace>
  <inkml:trace contextRef="#ctx0" brushRef="#br1" timeOffset="-139976.55">2956 2692 2541 0,'0'0'108'16,"0"0"100"-16,0 0 600 0,0 0-304 15,0 0-19-15,0 0 611 0,35-29-287 16,-35 26-169-16,0 0 264 16,0 1-815-16,-4-3-89 0,-2-1 0 15,-7-1 0-15,-11-2 0 0,-9 1 0 16,-7 2 0-16,-3 4 0 0,-3 0 0 15,5 2 0-15,2 0 0 0,2 0 0 16,-5 3 0-16,5 3 0 0,-4 4 0 16,8 2 0-16,2 2-81 0,4-5-1163 15,8-2-701-15,0-3-1737 0</inkml:trace>
  <inkml:trace contextRef="#ctx0" brushRef="#br1" timeOffset="-139481.02">1426 2392 6030 0,'0'0'348'0,"0"0"25"0,0 0 315 16,0 0-540-16,0 0-76 0,-18 42 28 15,12-3-32-15,-1 15 24 0,5 4 40 16,2 0-120-16,0-5 44 0,0-4-32 15,2-3-20-15,-2-6-8 0,2-2-40 16,-2-6-268-16,0-7-292 0,0-7-1385 16,0-8-400-16</inkml:trace>
  <inkml:trace contextRef="#ctx0" brushRef="#br1" timeOffset="-139158.41">1410 2703 5222 0,'0'0'572'0,"0"0"245"0,51-36-265 16,-30 30-148-16,6 1 72 16,-8 1-327-16,1 3-149 0,-1 0 0 15,-9 1 0-15,-4 0 0 0,-1 0 0 16,-3 1 0-16,-2 2 0 0,0 1 0 15,-2 6 0-15,-9 4 0 0,-3 4 0 16,-5 1 0-16,3 0 0 0,-1 1 0 16,5-1 0-16,1 0 0 15,7-4 0-15,4 1 0 0,6-2 0 16,5-2 0-16,3 0 0 0,5-3 0 16,-1 1 0-16,7-2 0 0,-6 0 0 15,4 1-493-15,-3-1-551 0,-3-1-1 16,-5 0-1472-16</inkml:trace>
  <inkml:trace contextRef="#ctx0" brushRef="#br1" timeOffset="-138705.61">1858 2816 5254 0,'0'0'1252'0,"0"0"-659"16,0 0 500-16,0 0-1093 0,0 0 0 15,0 0 0-15,-39-20 0 16,29 15 0-16,-1 3 0 0,7 1 0 16,0 1 0-16,2 0 0 0,0 3 0 15,0 5 0-15,0 7 0 0,2 1 0 16,0 4 0-16,6 0 0 16,4-2 0-16,5 0 0 0,1-1 0 15,3-2 0-15,0-1 0 0,1 0 0 16,-5-3 0-16,-3-1 0 0,-6-3 0 15,-2 1 0-15,-10 2 0 0,-8-1 0 16,-3 2 0-16,-10-4 0 0,1-6 0 16,-5-1 0-16,0 0 0 0,-9-5 0 15,3-2 0-15,6 0-753 16,-2-2-6682-16</inkml:trace>
  <inkml:trace contextRef="#ctx0" brushRef="#br1" timeOffset="-129482.87">5224 1723 2309 0,'0'0'2905'0,"0"0"-1849"16,0 0-367-16,0 0 167 0,0 0-692 16,0 0-76-16,-17 52 37 0,13-15-125 15,4 4 0-15,0 2 0 0,4-5 0 16,2 1 0-16,5-1 0 0,-7-3 0 16,2-3 0-16,-2-4 0 15,-2-5 0-15,-2-7 0 0,4-8 0 16,-4-4 0-16,0-4 0 0,0-1 0 15,2-9 0-15,7-10 0 0,1-14 0 16,0-9 0-16,7-7 0 0,-3 1 0 16,3 2 0-16,-1 2 0 0,-5 9 0 15,1 9 0-15,-4 12 0 16,-3 9 0-16,-3 6 0 0,-2 14 0 16,4 5 0-16,-4 6 0 0,2 3 0 15,2 0 0-15,-4 0 0 0,6 0 0 16,2-3 0-16,-1-2 0 0,3-5 0 15,2-6 0-15,3-4 0 16,-1-7 0-16,3-2 0 0,-5-10 0 16,1-5 0-16,3-7 0 0,-3-4 0 15,1-1 0-15,0-1 0 0,3 1 0 16,0 4 0-16,-7 6 0 0,0 6 0 16,-4 7 0-16,1 5 0 15,1 3 0-15,-2 5 0 0,4 11 0 16,1 6 0-16,-1 4 0 0,0 2 0 15,1 0 0-15,-5 1 0 0,4-1 0 16,1-1 0-16,1-5 0 0,-2-4 0 16,5-5 0-16,-1-5 0 0,3-6 0 15,-3-4 0-15,3-7-2178 0</inkml:trace>
  <inkml:trace contextRef="#ctx0" brushRef="#br1" timeOffset="-128259.52">6090 1739 3221 0,'0'0'1036'0,"0"0"-243"15,0 0-33-15,0 0 245 0,0 0-477 16,0 0-120-16,0 0 33 0,47-3-441 16,-20 3 0-16,6 0 0 15,2 1 0-15,-4 1 0 0,2-1 0 16,-2 1 0-16,0-2 0 0,-4 2 0 15,0-2 0-15,-2 2 0 0,-4 1-269 16,-9 0-723-16,-2 0-229 0,-5 2-2685 0</inkml:trace>
  <inkml:trace contextRef="#ctx0" brushRef="#br1" timeOffset="-127824.3">6129 1944 5686 0,'0'0'873'0,"0"0"-525"0,0 0 168 0,39 1 253 0,-2-4-769 16,7 2 0-16,3-1 0 0,-5 2 0 15,-1 0 0-15,-10 5 0 0,-2 2 0 16,0 0 0-16,-6-2 0 0,2-2 0 16,-9-2 0-16,-1-1-3542 0</inkml:trace>
  <inkml:trace contextRef="#ctx0" brushRef="#br1" timeOffset="-126948.4">2092 1946 3885 0,'0'0'985'15,"0"0"-605"-15,0 0 672 0,0 0-431 16,0 0-113-16,0 0 112 0,0 0-479 16,0 0-141-16,0-31 0 0,0 25 0 15,0 0 0-15,-4 1 0 0,-2 1 0 16,-3 1 0-16,-3 4 0 0,-5 8 0 16,1 6 0-16,1 7 0 15,7 0 0-15,6 6 0 0,4-3 0 16,8 0 0-16,5-4 0 0,1-4 0 15,9-4 0-15,-4-3 0 0,2-8 0 16,1-2 0-16,1-6 0 0,-2-8 0 16,2-4 0-16,-9-4 0 0,-3-2 0 15,-9-1 0-15,-4 0 0 16,-8 4 0-16,-1 0 0 0,-7 5 0 16,-3 3 0-16,3 4 0 0,-1 2-317 0</inkml:trace>
  <inkml:trace contextRef="#ctx0" brushRef="#br1" timeOffset="-125707.46">6995 1727 3065 0,'0'0'1673'15,"0"0"-1093"-15,0 0 140 0,0 0-163 16,4 42-57-16,-4-5 220 0,-6 8-384 16,2 0-295-16,-2-3-41 15,6-2 0-15,0-6 0 0,6-2 0 16,-2-4 0-16,-2-7 0 0,2-7 0 15,-4-7 0-15,4-2 0 0,-4-5 0 16,2-2 0-16,3-10 0 0,1-13 0 16,4-10 0-16,0-9 0 0,5-4 0 15,-3 2 0-15,7-1 0 16,-3 7 0-16,1 10 0 0,-7 9 0 16,1 11 0-16,-1 6 0 0,-8 4 0 15,2 4 0-15,7 11 0 0,-7 9 0 16,2 5 0-16,0 4 0 15,-2-2 0-15,0-5 0 0,-2-2 0 16,3-5 0-16,-1-5 0 0,2-4 0 16,-6-7 0-16,4-3 0 0,2-1 0 15,5-7 0-15,5-12 0 0,1-6 0 16,-1-6 0-16,3-1 0 16,-3 4 0-16,1-3 0 0,4 7 0 15,-7 3 0-15,-2 7 0 0,-3 7 0 16,-7 5 0-16,2 3 0 0,-2 8 0 15,2 7 0-15,0 13 0 0,-2 8 0 16,2 4 0-16,-4-1 0 0,7-7 0 16,1-3 0-16,2-3 0 0,3-3 0 15,3-2 0-15,3-3 0 16,-7-7-701-16,3-3-2032 0</inkml:trace>
  <inkml:trace contextRef="#ctx0" brushRef="#br1" timeOffset="-125199.24">7768 2074 4093 0,'0'0'809'0,"0"0"391"0,0 0-203 16,0 0-181-16,0 0-539 0,0 0-277 16,0 0 0-16,0 0 0 0,0 0 0 15,-27-38 0-15,11 32 0 0,-1 3 0 16,1 3 0-16,-5 4 0 0,0 8 0 16,1 8 0-16,-1 9 0 15,5 4 0-15,1 1 0 0,13 2 0 16,2-3 0-16,10-2 0 0,9-6 0 15,10-5 0-15,4-7 0 0,8-7 0 16,3-6 0-16,1-6 0 0,-6-8 0 16,-3-2 0-16,-12-1 0 0,-11-1 0 15,-7 1 0-15,-6-1 0 16,-6 2 0-16,-5 0 0 0,-5 1 0 16,-1-3 0-16,-1 4 0 0,-1-3-1485 0</inkml:trace>
  <inkml:trace contextRef="#ctx0" brushRef="#br1" timeOffset="-124792.87">8066 1946 6807 0,'0'0'372'0,"0"0"16"0,62-18 237 0,-19 5-625 15,5 1 0-15,-1 4 0 0,-1 2 0 16,-9 4 0-16,-6 2 0 0,-4 2 0 16,-6 1 0-16,-1 0 0 15,-7-2 0-15,-3-1 0 0,0 0 0 16,-3-1 0-16,-3-1-521 0,0-5-2352 0</inkml:trace>
  <inkml:trace contextRef="#ctx0" brushRef="#br1" timeOffset="-124569.41">8287 1712 6627 0,'0'0'808'0,"0"0"-208"0,-4 68-443 16,-2-25-157-16,0 3 0 0,1-6 0 16,3-2 0-16,2-3 0 0,7-5 0 15,3-4 0-15,6-5 0 0,1-5 0 16,4-4 0-16,-1-6-233 0,-5-5-2420 0</inkml:trace>
  <inkml:trace contextRef="#ctx0" brushRef="#br1" timeOffset="-124055.5">9079 1287 4950 0,'0'0'1148'0,"0"0"-407"0,0 0 591 0,0 0-1311 16,0 0-21-16,2 40 0 0,6-4 0 16,-6 5 0-16,9 1 0 0,-5-2 0 15,2-1 0-15,2 0 0 0,1 0 0 16,-1-2 0-16,-4-1 0 16,-2-2 0-16,-4-2 0 0,0-6-661 15,-4-8-848-15,0-4-560 0</inkml:trace>
  <inkml:trace contextRef="#ctx0" brushRef="#br1" timeOffset="-123669.45">8911 1898 7591 0,'0'0'601'16,"0"0"-601"-16,0 0 0 0,0 0 0 15,44-2 0-15,-9 2 0 16,12 0 0-16,7-8 0 0,2-2 0 16,2 2 0-16,0-1 0 0,-4 3 0 15,-3 2 0-15,-7 2 0 0,-9 2 0 16,-15 2-45-16,-7 3-2704 0</inkml:trace>
  <inkml:trace contextRef="#ctx0" brushRef="#br1" timeOffset="-122893.72">9050 2002 6555 0,'0'0'672'16,"0"0"-120"-16,0 0-139 0,0 0-413 0,0 0 0 0,0 0 0 15,58-7 0-15,-23 7 0 16,-4 0 0-16,0 3 0 0,-2 4 0 16,-4 4 0-16,-1 0 0 0,-7 0 0 15,-7 2 0-15,-3 0 0 0,-3 3 0 16,-8-1 0-16,-3 0 0 15,-7 1 0-15,-7-2 0 0,0-1 0 16,-1 0 0-16,-5-2 0 0,2-4 0 16,2-1 0-16,3-2 0 0,5-2 0 15,5-2 0-15,6 0 0 0,2 0 0 16,2-2 0-16,0-1 0 0,0 0 0 16,6-2 0-16,10 0 0 15,5 2 0-15,4 2 0 0,-2 1 0 16,1 3 0-16,-3 4 0 0,0 0 0 15,2 3 0-15,-3 0 0 0,1 4 0 16,-7 0 0-16,3 1 0 0,-7 2 0 16,1-2 0-16,-11 2 0 0,0-1 0 15,-11 2 0-15,-5 1 0 16,-9 0 0-16,-6-2 0 0,-2-2 0 16,-2-3 0-16,-3-5 0 0,-3-3 0 15,4-4 0-15,4-9 0 0,4-3 0 16,10-5 0-16,1-2 0 0,7 2-821 15,5-1-2729-15</inkml:trace>
  <inkml:trace contextRef="#ctx0" brushRef="#br1" timeOffset="-121901.48">9757 1673 5870 0,'0'0'596'0,"0"0"-3"0,0 0 279 15,0 0-611-15,-15 64-261 0,15-21 0 16,4 5 0-16,3 0 0 0,-1-5 0 15,2-2 0-15,-2-3 0 0,-2-5 0 16,-4-4 0-16,3-6 0 0,-3-6 0 16,4-8 0-16,-4-5 0 0,0-4 0 15,0-3 0-15,4-12 0 16,8-13 0-16,3-13 0 0,1-8 0 16,5-2 0-16,0 3 0 0,-5 2 0 15,-1 3 0-15,-5 4 0 0,-4 9 0 16,0 13 0-16,-6 9 0 15,0 8 0-15,0 8 0 0,0 12 0 0,-6 13 0 16,0 7 0-16,-2 3 0 16,1-4 0-16,3-8 0 0,4-2 0 15,0-7 0-15,0-6 0 0,4-6 0 16,1-4 0-16,-3-4 0 0,6-2 0 16,2-3 0-16,7-16 0 15,10-7 0-15,0-11 0 0,-1-2 0 16,5 1 0-16,0 1 0 0,-4 4 0 15,-2 4 0-15,-8 8 0 0,-3 11 0 16,-8 6 0-16,-6 4 0 0,7 1 0 16,-3 10 0-16,2 9 0 0,0 10 0 15,2 4 0-15,-6 2 0 16,3-2 0-16,1-1 0 0,-2 1 0 16,6-3 0-16,-4 0 0 0,5-3 0 15,-1 0 0-15,-4-2 0 0,5-1 0 16,-3-1-337-16,-6-9-1340 15,-2-2-732-15</inkml:trace>
  <inkml:trace contextRef="#ctx0" brushRef="#br1" timeOffset="-121467.52">10619 2060 5214 0,'0'0'912'0,"0"0"-163"0,-11-33-185 0,5 25-212 16,-4 1 49-16,0 0-401 15,-11 0 0-15,0 3 0 0,1 2 0 16,-1 2 0-16,4 0 0 0,-3 4 0 16,3 0 0-16,3 1 0 0,7 0 0 15,3 2 0-15,8 3 0 0,7 5 0 16,9 2 0-16,12 2 0 16,1 1 0-16,4 1 0 0,4 4 0 15,-4 1 0-15,-2 0 0 0,-6 1 0 16,-8-1 0-16,-6-2 0 0,-11-3 0 15,-4 2 0-15,-9-2 0 0,-7 1 0 16,-7-6 0-16,-8 0 0 0,-4-7 0 16,-2-3 0-16,-5-4 0 15,1-2 0-15,2-3 0 0,-3-4 0 16,5-4 0-16,6 3 0 0,4-3-1105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26:08.83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8376 9643 1116 0,'0'0'624'0,"0"0"-572"16,0 0-52-16,0 0-952 0</inkml:trace>
  <inkml:trace contextRef="#ctx0" brushRef="#br0" timeOffset="1009.63">8376 9643 1260 0,'37'-23'480'0,"-33"23"-280"0,-2 0 1037 15,3 0-505-15,-5 0-11 0,0 0 611 16,0 0-519-16,0 0-197 0,0 0 185 16,0 0-801-16,0 0 0 0,0-1 0 15,0 1 0-15,0 0 0 0,0 0 0 16,0 0 0-16,0 4 0 0,4 6 0 16,2 11 0-16,0 7 0 0,2 8 0 15,-1 7 0-15,-1 3 0 0,-2 7 0 16,-4 5 0-16,0 4 0 15,-4 6 0-15,-2 3 0 0,-5 3 0 16,5 4 0-16,-4 0 0 0,-1 3 0 16,7 1 0-16,-2 0 0 0,6-1 0 15,6 1 0-15,0 0 0 0,9-4 0 16,-1-2 0-16,-1-2 0 16,3-5 0-16,-1-7 0 0,-5-5 0 15,5-9 0-15,-9-5 0 0,4-7 0 16,-4-7 0-16,-2-6 0 15,-4-6 0-15,2-6 0 0,-2-5 0 16,0-5 0-16,0 0 0 0,0-1 0 16,5-2-41-16,-5-6-503 0,4-8-168 15,2 0 468-15,0-2 148 0,2 1 59 16,-1 6 37-16,-7 2 0 0,4 5 253 16,-4 0 15-16,0 0 116 15,2 1 288-15,-2 0-575 0,0 2-97 16,0 1 0-16,0 0 0 0,-2 0 0 15,-2 1 0-15,-11 4 0 0,-1 2 0 16,-7 1 0-16,-2 2 0 0,-2-2 0 16,-8 4 0-16,-8 3 0 0,-5 1 0 15,-4 5 0-15,-5 2 0 16,-1 4 0-16,0 1 0 0,0 2 0 16,10 0 0-16,7 0 0 0,14-2 0 15,6-5 0-15,21-1 0 0,11-3 0 16,20-6 0-16,18 0 0 15,18-6 0-15,11-2 0 0,17-3 0 16,4 1 0-16,13-1 0 0,-2 0 0 16,-5 3 0-16,-10 1 0 0,-16 4 0 15,-11 4 0-15,-21 1 0 0,-16 0 0 16,-16 2 0-16,-13 2 0 16,-8 1 0-16,-19 5 0 0,-8 0 0 15,-19 3 0-15,-8 1 0 0,-8 0 0 16,-15 1 0-16,-6 1 0 0,-1 1 0 15,1 1 0-15,0-2 0 0,10-3 0 16,15-2 0-16,12-5 0 0,15-6 0 16,17-3 0-16,9-5 0 15,7-2 0-15,8 0 0 0,17 2 0 16,10 1 0-16,16 0 0 0,3-2 0 16,8-1 0-16,-2-1 0 0,2 0 0 15,-5 3 0-15,3 2 0 16,-8 4 0-16,-1 1 0 0,-5 3 0 15,-5 3 0-15,-6 1 0 0,-4 5 0 16,-7 3 0-16,-7 0 0 0,-5 5 0 16,-8-1 0-16,-8 2 0 0,-13 3 0 15,-6 2 0-15,-16 2 0 0,-9-3 0 16,-2 2 0-16,-8-3 0 0,9-4 0 16,3-3 0-16,11-5 0 15,14-6 0-15,8-2 0 0,7-4 0 16,10-1 0-16,4-1 0 0,13-3 0 15,10 2 0-15,4-3 0 0,6 1 0 16,4 1 0-16,-4-2 0 16,1 3 0-16,-7 0 0 0,-5 1 0 15,-11 0 0-15,-9-1-269 0,-6-1-203 16,-6 0 24-16,-9-1-397 0,1-3-91 16,2-3-293-16</inkml:trace>
  <inkml:trace contextRef="#ctx0" brushRef="#br0" timeOffset="1406.18">8607 13011 5254 0,'0'0'828'0,"0"0"505"0,0 0-725 16,0 0-439-16,-4 49-169 0,4-6 0 15,-2 9 0-15,-8 8 0 0,0 6 0 16,-1 8 0-16,1 11 0 0,10 7 0 16,-4 7 0-16,8 8 0 15,0 8 0-15,-4 4 0 0,6 5 0 16,-2-2 0-16,-2 3 0 0,3-4 0 15,-1-5 0-15,-2-8 0 0,-2-12 0 16,-6-10 0-16,-5-12 0 0,-3-13 0 16,1-9 0-16,-3-11 0 0,6-9 0 15,-5-10 0-15,5-2 0 16,4-4 0-16,6-2 0 0,-5-1 0 16,5 1 0-16,5 0 0 0,1-3 0 15,0 2 0-15,-2 0 0 16,2-2 0-16,-2-1-1930 0,1-3-1027 0</inkml:trace>
  <inkml:trace contextRef="#ctx0" brushRef="#br0" timeOffset="2671.54">3322 7774 3309 0,'0'0'1717'16,"0"0"-725"-16,0 0-476 15,0 0-79-15,0 0 191 0,0 0-480 16,0 42 120-16,10 11-91 0,1 17-177 15,-1 12 0-15,0 3 0 16,-4 5 0-16,5 4 0 0,-7 5 0 16,-4 2 0-16,0 2 0 0,-2-2 0 15,0-5 0-15,2-7 0 0,-6-5 0 16,-1-6 0-16,-1-8 0 0,2-8 0 16,-9-8 0-16,5-11 0 0,0-13 0 15,4-9 0-15,-5-11 0 0,5-10 0 16,-11-17 0-16,3-15 0 0,-13-12-765 15,6-13-328-15,-5-4 17 16,-1-2-77-16,-2 0 957 0,2 8 196 16,0 14 945-16,6 15-93 0,9 15-80 15,8 11 537-15,4 3-904 0,0 13-405 16,4 14 0-16,2 10 0 16,0 7 0-16,7 1 0 0,5 0 0 15,-1 2 0-15,4 0 0 0,3 0 0 16,5-1 0-16,-2-4 0 0,2-4 0 15,-2-5 0-15,-4-9 0 16,2-5 0-16,-11-10 0 0,3-6 0 16,-7-8 0-16,0-10 0 0,3-15 0 15,1-10 0-15,3-8 0 0,-1-7 0 16,1-3 0-16,1-1 0 0,5 1 0 16,2 1 0-16,6 1 0 0,-4 7 0 15,4 1 0-15,2 0 0 0,6 2 0 16,-6 10-293-16,4-5-2588 0</inkml:trace>
  <inkml:trace contextRef="#ctx0" brushRef="#br0" timeOffset="3543.07">12990 7706 3009 0,'0'0'1585'15,"-6"-42"-661"-15,6 22-360 0,0 5 165 16,0 5-365-16,0 5 80 0,0 4 129 16,0 1-573-16,0 16 0 0,-7 26 0 15,3 19 0-15,-2 17 0 0,-4 11 0 16,-1-2 0-16,7 6 0 0,2 3 0 15,2 5 0-15,0 2 0 0,2 2 0 16,2 2 0-16,3-1 0 16,1-3 0-16,-2-4 0 0,0-6 0 15,-2-10 0-15,1-10 0 16,1-9 0-16,-4-14 0 0,2-11 0 16,-4-12 0-16,0-12 0 0,-6-8 0 15,-5-7 0-15,-3-16 0 0,-9-11 0 16,-2-12 0-16,-2-15 0 0,1-8 0 15,-5-7 0-15,0-1 0 16,0 1 0-16,-2 10 0 0,8 15 0 16,4 16 0-16,9 16 0 0,8 10 0 15,4 3 0-15,0 12 0 0,4 14 0 16,6 8 0-16,2 7 0 0,3 4 0 16,6-1 0-16,-5 6 0 0,5 5 0 15,-1 1 0-15,1 2 0 0,0-5 0 16,-1-4 0-16,-3-7 0 0,-1-11 0 15,1-7 0-15,-2-11 0 16,-5-10 0-16,2-10 0 0,7-17 0 16,-3-18 0-16,5-17 0 0,6-11 0 15,-2-6 0-15,-3 2 0 0,5 7 0 16,-2 11 0-16,2 10 0 16,-6 13 0-16,-11 15 0 0,-4 9 0 15,-2 5 0-15,-4 3 0 0,-4 1-1161 16,-6 5-1897-16</inkml:trace>
  <inkml:trace contextRef="#ctx0" brushRef="#br0" timeOffset="16139.89">7094 10647 2537 0,'0'0'2093'0,"0"0"-1373"0,0 0-192 16,-4-55 285-16,4 29-329 0,0-4 64 15,0-5-79-15,0-4-469 0,0-9 0 16,0-8 0-16,0-8 0 16,4-11 0-16,3-11 0 0,7-7 0 15,9-8 0-15,8-5 0 0,8 2 0 16,11 1 0-16,8 5 0 15,8 0 0-15,4 3 0 0,2 2 0 16,7 1 0-16,-5 5 0 0,5 7 0 16,-7 5 0-16,-6 9 0 0,0 6 0 15,-14 7 0-15,-4 10 0 0,-11 10 0 16,-10 7 0-16,-7 7 0 0,-7 6 0 16,-5 0-261-16,2 3-543 0,-7 2-1317 15,1 0-284-15</inkml:trace>
  <inkml:trace contextRef="#ctx0" brushRef="#br0" timeOffset="17236.24">6910 7041 5142 0,'0'0'1477'15,"0"0"-769"-15,0 0-128 0,-47 30-295 16,22-6-285-16,2 8 0 0,-4 5 0 16,7 4 0-16,-1 3 0 0,11 0 0 15,4 0 0-15,6-4 0 0,10-2 0 16,0-4 0-16,7-6 0 0,-1-7 0 15,5-3 0-15,0-7 0 0,-1-7 0 16,1-4 0-16,2-7 0 0,4-9 0 16,-1-8-433-16,-5 5-603 15,-2-6-2238-15</inkml:trace>
  <inkml:trace contextRef="#ctx0" brushRef="#br0" timeOffset="17471.48">6979 6736 5962 0,'0'0'933'15,"0"0"-309"-15,0 0 40 0,0 0-655 16,0 0-9-16,0 0 0 0,0 0 0 16,0 0 0-16,-31 71 0 0,26-14 0 15,5 1 0-15,5 3 0 0,3 4 0 16,4 2 0-16,-1 3 0 0,-5-2 0 15,2-4 0-15,2-7 0 0,-3-10 0 16,3-8 0-16,0-10-541 0,-4-13-2320 16,5-10-1209-16</inkml:trace>
  <inkml:trace contextRef="#ctx0" brushRef="#br0" timeOffset="17828.91">7214 7074 7511 0,'0'0'681'0,"-41"2"-681"16,14 11 0-16,2 7 0 0,-2 3 0 16,5 2 0-16,1 0 0 15,11 0 0-15,-1 2 0 0,11-1 0 16,0 4 0-16,11-2 0 0,-1-3 0 16,6-1 0-16,-1-9 0 0,8-7 0 15,-7-7 0-15,5-6 0 0,0-11 0 16,-1-4 0-16,-5-6 0 0,1-5 0 15,-5-1 0-15,1 0 0 0,-2 0 0 16,-1 7 0-16,-3 9 0 0,-4 6 0 16,0 9 0-16,-2 1 0 0,0 1 0 15,0 11 0-15,0 8 0 16,0 5 0-16,0 1 0 0,0 1 0 16,0-2 0-16,2-1 0 15,2-1 0-15,2-4 0 0,-2-3 0 16,7-2 0-16,-5-6-485 0,4-5-860 15,3-3-83-15,1-13-197 0,-3 1 729 16,3-6-961-16</inkml:trace>
  <inkml:trace contextRef="#ctx0" brushRef="#br0" timeOffset="18264.47">7450 7191 4498 0,'0'0'984'0,"0"0"97"16,0 0-537-16,-8 38-88 0,6-11 173 15,-3 2-629-15,1-3 0 0,4-4 0 16,0-2 0-16,4-5 0 0,1-5 0 15,1-5 0-15,-4 0 0 0,2-5 0 16,0-1 0-16,2-8 0 0,-2-6 0 16,3-5 0-16,-7-5 0 15,4-1 0-15,-4 1 0 0,2-1 0 16,2 0 0-16,0 3 0 0,6 2 0 16,1 7 0-16,-5 6 0 0,4 4 0 15,1 4 0-15,-5 2 0 16,-2 8 0-16,-2 4 0 0,-2 5 0 15,0 6 0-15,-2 1 0 0,-6 2 0 16,2-1 0-16,6-5 0 16,0-4 0-16,0-6 0 0,10-5 0 15,0-5 0-15,5-2 0 0,3-8 0 16,-3-5 0-16,-1-6 0 0,-1-4 0 16,-3 1 0-16,-4-1 0 0,2 2 0 15,-8 2 0-15,7 0 0 0,-3 1 0 16,2 4 0-16,0 3 0 0,-2 7 0 15,0 1 0-15,-2 3 0 0,3 6 0 16,-1 7 0-16,-2 12 0 0,-2 5 0 16,0 2 0-16,4-1 0 15,-4-4 0-15,6-1 0 0,0-1 0 16,3 1 0-16,-3-1 0 0,-2-7-693 16,-2-2-4722-16</inkml:trace>
  <inkml:trace contextRef="#ctx0" brushRef="#br0" timeOffset="18588.75">7746 7925 3813 0,'0'0'2053'16,"0"0"-1977"-16,0 0 88 0,0 0-8 16,0 0-12-16,-21-41 97 0,21-1 123 15,-4-11 24-15,2-14 100 0,2-8-183 16,2-13-305-16,6-7 0 0,9 6 0 15,3 11 0-15,7 21 0 0,-2 19 0 16,-7 10 0-16,-3 11 0 0,-5 6 0 16,-6 5 0-16,-2 5 0 15,-2 1 0-15,0 0 0 0,5 0 0 16,-1 4 0-16,2 3 0 0,0 6 0 16,9 8 0-16,-5 5 0 0,0 6 0 15,-10 4 0-15,-4 1 0 16,-10 1 0-16,-5 0 0 0,-2-1 0 15,-3-5 0-15,3-7 0 0,4-6 0 16,7-12 0-16,0-8 0 16,4-7-933-16,1-11-772 0</inkml:trace>
  <inkml:trace contextRef="#ctx0" brushRef="#br0" timeOffset="18722.34">8039 7226 7615 0,'0'0'577'0,"0"0"-577"15,-27 45 0-15,13-23 0 0,7 3 0 16,3-3 0-16,4-1 0 0,4-4 0 16,3-1 0-16,3-3 0 15,-4-5-409-15,0-2-1084 0,-1-5-736 0</inkml:trace>
  <inkml:trace contextRef="#ctx0" brushRef="#br0" timeOffset="18867.87">8080 6814 3681 0,'0'0'2697'0,"0"0"-1668"0,0 0-801 16,0 0-48-16,0 0-180 15,0 0-120-15,0 0-424 0,33 55-709 16,-26-28-348-16,3 1-1012 0</inkml:trace>
  <inkml:trace contextRef="#ctx0" brushRef="#br0" timeOffset="19441.36">8144 7422 6482 0,'0'0'861'0,"0"0"-61"0,0 0-751 16,0 0-49-16,0 0 0 0,0 0 0 16,27-77 0-16,0 24 0 15,8 2 0-15,-4 8 0 0,-4 5 0 16,-4 10 0-16,-9 8 0 0,-7 10 0 16,-7 9 0-16,0 2 0 0,-7 11 0 15,-7 12 0-15,-3 4 0 16,-3 8 0-16,7-2 0 0,9-3 0 15,4-5 0-15,6-2 0 0,9-6 0 16,6-5 0-16,1-7 0 0,9-5 0 16,-6-3-109-16,-2-8-3 15,-2-4 24-15,-7-3 72 0,-8-3 4 16,-2 1 24-16,-4-1-4 0,-10 3 92 16,2 3-48-16,-3 3 36 0,5 7-11 15,0 1-77-15,0 3 0 0,2 3 0 16,0 4-29-16,1 5 21 0,-1 2 8 15,4-1-32-15,0-5 24 0,7-2-52 16,1-5-104-16,-2 2 80 0,4-3 44 16,-3 0 24-16,-3 0 16 15,2-4 256-15,-2 0-71 0,-4 1-185 16,6 3 0-16,-6 1 0 0,4 12 0 16,3 13 0-16,3 9 0 15,0 5 0-15,3 5 0 0,1-1 0 16,1 3 0-16,-3 3 0 0,-2 2 0 15,-6 5 0-15,-8 0 0 0,-12 6 0 16,-11 0 0-16,-10 1 0 16,-5 2 0-16,-5-3 0 0,-1-5 0 15,-3-7 0-15,9-14 0 0,5-15 0 16,2-12 0-16,12-12 0 0,7-20 0 16,1-15 0-16,3-18 0 0,8-13 0 15,4-4 0-15,16-3 0 0,11 5 0 16,10 3 0-16,9 1 0 0,5 7 0 15,3 3-341-15,-13 16-1184 0,-3 2-4109 0</inkml:trace>
  <inkml:trace contextRef="#ctx0" brushRef="#br0" timeOffset="21679.8">9164 6793 3781 0,'0'0'1517'0,"0"-50"-969"0,0 31 261 16,4 7-377-16,-2 7-48 0,-2 4 212 16,0 1-471-16,0 6-125 0,-6 15 0 15,1 18 0-15,-1 14 0 16,-4 8 0-16,4 6 0 0,2-2 0 16,4 4 0-16,0 0 0 0,6 1 0 15,4-6 0-15,5-5 0 16,1-7 0-16,1-8 0 0,1-8 0 15,1-12 0-15,-1-9 0 0,-1-11 0 16,0-6 0-16,-1-15 0 16,-1-9 0-16,-1-7 0 0,-8-6 0 15,-6 0 0-15,-6 0 0 0,-15 2 0 16,-6 5 0-16,-4 11 0 0,-4 10 0 16,2 11 0-16,-2 5 0 0,4 8 0 15,4 1 0-15,11 0 0 0,5 0 0 16,11-3-733-16,0-5-280 0,4-1-1840 0</inkml:trace>
  <inkml:trace contextRef="#ctx0" brushRef="#br0" timeOffset="21960.79">9480 7400 6763 0,'0'0'644'15,"0"0"-192"-15,45-1-119 0,-34-9-333 16,1-2 0-16,-6-3 0 0,2-4 0 15,-8 0 0-15,0-1 0 0,0-1 0 16,-8 0 0-16,0 2 0 16,-7 3 0-16,1-1 0 0,2 9 0 15,-3 2 0-15,5 3 0 0,4 5 0 16,-5 7 0-16,5 15 0 0,-8 6 0 16,3 5 0-16,7 2 0 0,4-7 0 15,10-3 0-15,11-5 0 0,10-4 0 16,0-6 0-16,2-5 0 0,2-3 0 15,-4-4 0-15,2 0 0 0,-2-7 0 16,0-8 0-16,-10 4-901 0,0-10-3969 0</inkml:trace>
  <inkml:trace contextRef="#ctx0" brushRef="#br0" timeOffset="22316.42">9825 6721 6771 0,'0'0'916'0,"0"0"-411"0,-41 13-505 0,24 3 0 0,3 6 0 16,3 12 0-16,11 6 0 0,0 11 0 16,7 12 0-16,3 4 0 0,4 5 0 15,1-1 0-15,-3-4 0 16,-6-3 0-16,3-3 0 0,-3-6 0 15,-6-7 0-15,-4-12-1413 0,-7-11-1193 0</inkml:trace>
  <inkml:trace contextRef="#ctx0" brushRef="#br0" timeOffset="22480.6">9631 7248 6334 0,'0'0'629'0,"47"-19"115"0,-16 11-259 16,-4-2-485-16,0 4 0 0,-2-3 0 15,-2 1 0-15,-3-2 0 0,1-2 0 16,0 4 0-16,-1 2 0 0,-9 3-869 16,-5 4-544-16,-2 2-43 0,-4 8-1130 15</inkml:trace>
  <inkml:trace contextRef="#ctx0" brushRef="#br0" timeOffset="22814.52">9885 7229 1352 0,'0'0'1645'0,"-10"48"-485"16,8-26 357-16,2-1-745 15,2-3-179-15,2 0 319 0,0 1-671 16,-2-1-241-16,2 1 0 0,0-3 0 15,-2-3 0-15,2-3 0 0,3-4 0 16,-3-4 0-16,6-2 0 16,3-6 0-16,11-12 0 0,3-9 0 15,-2-6 0-15,2 0 0 0,-11 1 0 16,-1 3 0-16,-9 4 0 0,-2 8 0 16,-2 6 0-16,-2 6 0 0,0 4 0 15,-6 1 0-15,0 6 0 0,-4 8 0 16,-1 7 0-16,5 4 0 0,6-3 0 15,0-8 0-15,12-1 0 0,3-6 0 16,1-1 0-16,5-2 0 0,0-4 0 16,-5 0 0-16,1-4 0 15,-3-4 0-15,-1-3 0 0,-5-2 0 16,-2 0 0-16,-2-1 0 0,-2-2 0 16,3 1 0-16,-5 1 0 15,4 3 0-15,-4 4 0 0,0 2 0 16,0 4 0-16,0 0 0 0,0 0-773 15,2-2-392-15,2 3-2112 0</inkml:trace>
  <inkml:trace contextRef="#ctx0" brushRef="#br0" timeOffset="23093.62">10305 7417 6530 0,'0'0'1293'0,"0"0"-924"0,0 0-369 16,37-52 0-16,-17 26 0 0,-3-1 0 15,2-4 0-15,1 2 0 0,-3-3 0 16,-5-2 0-16,-1 0 0 0,-11 2 0 16,0 4 0-16,-3 7 0 0,-7 11 0 15,0 6 0-15,-1 7 0 16,-5 8 0-16,6 9 0 0,-5 6 0 16,-1 4 0-16,5 5 0 0,5 0 0 15,2 2 0-15,4-3 0 16,4 0 0-16,6-6 0 0,7-4 0 15,-1-6 0-15,5-4-69 0,0-2-175 16,-1-6-156-16,-3-5-541 0,-7-1-71 16,1-4-445-16</inkml:trace>
  <inkml:trace contextRef="#ctx0" brushRef="#br0" timeOffset="23388.88">10513 7348 4814 0,'0'0'1228'15,"0"0"-699"-15,0 0-133 0,0 0-24 16,33 2-136-16,-12-11-44 0,-4-6 160 16,3-1-279-16,1-2-73 15,0-2 0-15,-7 0 0 0,-1 2 0 16,-3 1 0-16,-6 1 0 0,-4 0 0 16,0 2 0-16,-6 3 0 0,-5 7 0 15,-3 5 0-15,4 8 0 16,-7 7 0-16,7 4 0 0,-1 1 0 15,5 3 0-15,2 4 0 0,0 1 0 16,4-2 0-16,8-8-341 16,9-2-111-16,3-9 196 0,3-6-28 15,8-3 16-15,-4-5 59 0,4-3-231 16,-6-3-220-16,2 0 36 0,-7 0-269 16,-3 4 261-16,-7-2-553 0</inkml:trace>
  <inkml:trace contextRef="#ctx0" brushRef="#br0" timeOffset="23606.32">10888 7388 4370 0,'0'0'1312'16,"0"0"-940"-16,0 0 88 0,0 0 289 16,0 0-173-16,0 0-236 15,0-51-327-15,0 19-13 0,4 0 0 16,6 5 0-16,-4 3 0 0,5 4 0 16,3 8 0-16,-4 6 0 0,3 6 0 15,3 5 0-15,5 7 0 16,0 7 0-16,5 3 0 0,10 7 0 15,-5 0 0-15,6 2 0 0,0 1 0 16,-4-3 0-16,-4 0 0 16,-12 2 0-16,-11 1 0 0,-6 0-21 15,-11-8-2180-15,-11 1-2169 0</inkml:trace>
  <inkml:trace contextRef="#ctx0" brushRef="#br0" timeOffset="24224.54">7194 8077 3977 0,'0'0'3014'0,"0"0"-2138"0,-54-19-551 16,23 19-325-16,-6 2 0 15,-3 4 0-15,1 4 0 0,-2 3 0 16,4 1 0-16,6 0 0 0,10 1 0 15,11-4 0-15,5 3 0 16,5 1 0-16,9-1 0 0,7-1 0 0,1-1 0 16,8-2 0-16,6-2 0 15,6-1 0-15,10-4 0 0,1-3 0 16,-1 2 0-16,-5 0 0 0,-9 4 0 16,-8 2 0-16,-13 5 0 0,-4 0 0 15,-8 3 0-15,-4 0 0 0,-6 1 0 16,-5-2 0-16,-3 3 0 0,-7-4 0 15,0 3 0-15,-4-2 0 16,4-3 0-16,-6-3 0 0,9-4 0 16,3-5 0-16,7-8 0 0,5-8-725 15,3 0-1648-15,4-9-304 0</inkml:trace>
  <inkml:trace contextRef="#ctx0" brushRef="#br0" timeOffset="24426.36">7415 7677 3677 0,'0'0'2141'0,"0"0"-952"16,0 0-449-16,0 58-295 0,-4-8-445 15,-3 11 0-15,1 6 0 0,0 2 0 16,4 5 0-16,2 2 0 0,8 2 0 16,-2-3 0-16,9-4 0 0,-5-3 0 15,1-8 0-15,-5-6 0 0,0-11 0 16,-2-11-413-16,-4-15-972 0,0-11-2040 0</inkml:trace>
  <inkml:trace contextRef="#ctx0" brushRef="#br0" timeOffset="24564.25">7305 8247 7179 0,'0'0'304'0,"0"0"244"16,8-40-387-16,9 25-161 15,4-2 0-15,6 2 0 0,-1 2 0 16,5 4 0-16,-4 4 0 0,4 3 0 15,-4 2 0-15,4 2 0 16,-6 5-317-16,-2 0-1144 0,-9 2-4125 0</inkml:trace>
  <inkml:trace contextRef="#ctx0" brushRef="#br0" timeOffset="24798.82">7619 8605 2501 0,'0'0'2481'15,"0"0"-1469"-15,0 0-215 16,0-39 175-16,-6 8-543 0,6-4-429 16,0-4 0-16,0 0 0 0,11 2 0 15,-1 1 0-15,6 6 0 0,1 1 0 16,4 2 0-16,-1 3 0 0,3 3 0 16,6 3 0-16,-2 5 0 15,0 3 0-15,0 5-1377 0,-1 2 260 16,-5 2-380-16,-6 3-2432 0</inkml:trace>
  <inkml:trace contextRef="#ctx0" brushRef="#br0" timeOffset="25341.91">7919 8225 4289 0,'0'0'1185'0,"-43"4"-181"15,18-3-607-15,-2 1-137 0,0 2 332 16,0 5-268-16,3 3-183 0,7 7-141 16,0 6 0-16,7 5 0 0,10 2 0 15,0-2 0-15,2-2 0 0,13-7 0 16,1-5 0-16,9-8 0 0,-2-8 0 15,4-5 0-15,2-9 0 16,-1-5 0-16,-3-4 0 0,-2-1 0 16,-4-3 0-16,-3 1 0 0,-1 2 0 15,-3 5 0-15,-6 4 0 0,2 5 0 16,-8 7 0-16,3 2 0 0,1 2 0 16,-4 11 0-16,6 7 0 15,-6 7 0-15,4 1 0 0,-4 3 0 16,0-3 0-16,0 0 0 0,0-1 0 15,0-1 0-15,0-7-41 16,0-5-151-16,0-7 48 0,4-3 24 16,-2-3 56-16,6 0 64 0,5-6-8 15,1-8 8-15,7-2 0 0,-2-2 0 16,-1 1 4-16,3 4-4 0,-5 6 0 16,-5 4-4-16,-5 3 4 0,-2 2 16 15,2 3-12-15,-2 2 76 0,-1 0 92 16,1 0-144-16,-4 0 28 0,0-3 40 15,0 0-88-15,0-2 24 16,0-2 16-16,4-1-44 0,2-5 21 16,-2-7-25-16,6-4 0 0,1-3 0 15,1-1 0-15,-1 0 0 0,-5 4 0 16,2 2 0-16,-2 5 0 0,-6 5 0 16,4 3 0-16,-4 1 0 15,0 1 0-15,7 3 0 0,3 8 0 16,0 8 0-16,7 5 0 0,-3 5 0 15,-1 0 0-15,1-4 0 16,-4-2 0-16,7-3 0 0,-7-3-333 16,1-7-1176-16,-1 0-892 0</inkml:trace>
  <inkml:trace contextRef="#ctx0" brushRef="#br0" timeOffset="25547.54">8632 8336 8131 0,'-20'-35'61'0,"5"9"-61"0,-8 0 0 0,5 11 0 0,1 7 0 16,1 6 0-16,-5 4 0 16,5 14 0-16,1 9 0 0,3 9 0 15,1 8 0-15,3 4 0 0,6 0 0 16,2-5 0-16,10-4 0 16,7-10 0-16,6-8 0 0,6-11 0 15,4-10 0-15,-2-13-861 0,-5-10-72 16,-5 1-435-16,-6-4-3050 0</inkml:trace>
  <inkml:trace contextRef="#ctx0" brushRef="#br0" timeOffset="25715.34">8696 7863 4514 0,'0'0'1024'0,"0"0"393"16,0 0-381-16,0 0-835 0,-20 40-201 16,3 12 0-16,-4 10 0 0,1 6 0 15,-1 6 0-15,-6 5 0 0,7-2 0 16,3-4 0-16,11-11 0 0,12-13 0 15,11-11 0-15,9-12 0 16,16-13-1421-16,-15-7-288 0,8-7-624 0</inkml:trace>
  <inkml:trace contextRef="#ctx0" brushRef="#br0" timeOffset="26007.78">9112 8283 6010 0,'0'0'1285'0,"0"-33"-388"0,0 22-897 15,-6 8 0-15,-5 0 0 16,-5 2 0-16,-3 1 0 0,-4 4 0 0,7 5 0 16,1 3 0-16,5 3 0 15,4 2 0-15,6 1 0 0,2 0 0 16,6-1 0-16,9-1 0 0,-1 0 0 16,9 1 0-16,2 0 0 0,4 1 0 15,2-1 0-15,-2 2 0 0,-6-2 0 16,-2 0 0-16,-7 0 0 0,-6 1 0 15,-5 2 0-15,-5 0 0 16,-7 2 0-16,-7 0 0 0,-3 0 0 16,-3-1 0-16,-7-4 0 0,-4 1 0 15,-4-5 0-15,2-5 0 0,-5 0 0 16,3-5 0-16,2-3 0 16,8 0 0-16,-1-3-2926 0</inkml:trace>
  <inkml:trace contextRef="#ctx0" brushRef="#br0" timeOffset="42321.23">1005 6704 1988 0,'0'0'3746'16,"0"0"-2998"-16,0 0-211 0,-17-33 131 15,13 19-163-15,-2 0-505 16,4 5 0-16,0 3 0 0,2 0 0 15,0 4 0-15,0-1 0 0,0 1 0 16,0 0 0-16,6-1 0 0,2 2 0 16,9 1 0-16,5 2 0 0,7 6 0 15,4 1 0-15,0 0 0 16,1 1 0-16,-1-4 0 0,-2 0 0 16,6-1 0-16,0-2 0 0,6 1 0 15,3-2 0-15,1 0 0 0,1 1 0 16,6-2 0-16,2-1 0 0,3 2 0 15,4 0 0-15,3 0 0 0,6-1 0 16,0 0 0-16,7 0 0 0,4-1 0 16,3 0 0-16,1 0 0 15,2 0 0-15,0-2 0 0,-2 2 0 16,0-1 0-16,-1 1 0 0,1 0 0 16,0 0 0-16,0-3 0 0,2 1 0 15,-4 1 0-15,6 0 0 16,2-1 0-16,-3 0 0 0,4 0 0 15,1 0 0-15,0-2 0 0,4-1 0 16,2 0 0-16,3-1 0 0,1 0 0 16,0-1 0-16,-1-1 0 0,1 0 0 15,1 1 0-15,-5-1 0 16,2 1 0-16,-4-2 0 0,3 2 0 16,3-1 0-16,1 1 0 0,-1 0 0 15,3 3 0-15,-3-1 0 0,0 0 0 16,5 3 0-16,-9-3 0 0,5 3 0 15,-1-2 0-15,-2 0 0 0,3-1 0 16,-7 1 0-16,-2-1 0 0,0 2 0 16,-2-1 0-16,1 1 0 0,-3 3 0 15,8 0 0-15,-8 0 0 16,8 5 0-16,-6 0 0 0,4 0 0 16,1 1 0-16,-3-1 0 0,0 2 0 15,0-1 0-15,0 1 0 0,-2-2 0 16,-4-2 0-16,-4 0 0 15,-10-3 0-15,-9 0 0 0,-12-9-73 16,-19 0-1003-16,-6-7-3266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28:17.835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21792 559 1648 0,'0'0'1913'0,"0"0"-1109"0,0 0 237 0,0 0-313 0,0 0-123 0,0 0 227 0,0 0-424 0,0 0-195 0,0 0-213 0,8-18 0 16,-8 17 0-16,0 1 0 15,0 0 0-15,0 0 0 0,0 6 0 16,0 4 0-16,0 4 0 0,0 6 0 16,0 6 0-16,-2 7 0 0,-2 6 0 15,0 8 0-15,-3 1 0 0,3-3 0 16,-2 1 0-16,6-3 0 0,-4 3 0 16,0 3 0-16,-2-3 0 0,1 0 0 15,1-1 0-15,0-2 0 0,2 1 0 16,2 0 0-16,-2 0 0 15,2 1 0-15,0 2 0 0,0 0 0 16,0 2 0-16,2 2 0 0,0 0 0 16,-2 4 0-16,0-1 0 0,0-1 0 15,0 3 0-15,0 1 0 0,-2 0 0 16,2 0 0-16,0-3 0 16,0 2 0-16,0 0 0 0,2-2 0 15,2 3 0-15,-2 0 0 0,-2 1 0 16,0-1 0-16,0 2 0 15,-6-1 0-15,4-1 0 0,-6-1 0 16,-3-1 0-16,1-2 0 0,2-3 0 16,-3-3 0-16,1-3 0 0,2-5 0 15,-2-5 0-15,7-7 0 0,-1-11 0 16,0-6 0-16,4-8 0 0,0-4 0 16,0-3 0-16,6-22-1710 0</inkml:trace>
  <inkml:trace contextRef="#ctx0" brushRef="#br0" timeOffset="1646.59">21657 3049 4518 0,'0'0'756'16,"0"0"-372"-16,0 0 84 0,0 0 213 15,-33 24-297-15,27-20-56 0,-2-1-24 16,8-1-228-16,0-2-4 0,0 0 149 15,0 0-221-15,6-2 0 16,2-1 0-16,5-2 0 0,-5 2 0 16,0 0 0-16,-4 2 0 0,0 0 0 15,0 1 0-15,-1 0 0 16,5 0 0-16,0 0 0 0,2 0 0 16,7 0 0-16,4 0 0 0,-1-1 0 15,1-2 0-15,0 0 0 0,-1-1 0 16,1 2 0-16,-4-1 0 15,-1 1 0-15,-1 2 0 0,-3 0 0 16,0 0 0-16,1 4 0 0,3-1 0 16,1 1 0-16,3-1 0 0,5 1 0 15,2-2 0-15,2 0 0 0,2 0 0 16,-2-2 0-16,6 0 0 0,-4 0 0 16,-2-2 0-16,-4 1 0 0,0 1 0 15,-3 0 0-15,1 1 0 0,2 1 0 16,-2 0 0-16,2-1 0 0,4 2 0 15,-3-2 0-15,3 0 0 16,2-1 0-16,2 0 0 0,0 0 0 16,3 0 0-16,-1 0 0 0,-2 0 0 15,0 2 0-15,-4 0 0 16,-2 1 0-16,-2-1 0 0,-3 0 0 16,1 0 0-16,0 1 0 0,-1-2 0 15,3-1 0-15,2 0 0 0,2 0 0 16,4-4 0-16,4 0 0 15,5-1 0-15,3-3 0 0,3 1 0 16,3 0 0-16,1 2 0 0,0 1 0 16,4 0 0-16,-3 2 0 0,1-1 0 15,2 1 0-15,-2 2 0 0,-1-1 0 16,-1 1 0-16,8-1 0 0,0-1 0 16,6 0 0-16,0 0 0 0,7-3 0 15,1 1 0-15,0 1 0 0,3 2 0 16,-1-1 0-16,-3 2 0 0,3 0 0 15,-3 2 0-15,-5 0 0 16,-6 2 0-16,-2-2 0 0,-6 1 0 16,-9-2 0-16,-2 0 0 0,-5-1 0 15,-5 1 0-15,-6-1 0 16,-11 0 0-16,-6 0 0 0,-5 0 0 16,-5 0 0-16,-5 0 0 0,-1 0-1049 15,-10-2-1172-15</inkml:trace>
  <inkml:trace contextRef="#ctx0" brushRef="#br0" timeOffset="5971.39">24590 3371 5542 0,'0'0'752'0,"0"0"-351"0,-12-37 555 16,8 17-668-16,-6 0-140 0,-1 0-43 15,1-3-105-15,-2-1 0 0,1 1 0 16,1 2 0-16,0 2 0 0,1 4 0 16,1 2 0-16,0 5 0 0,-1 3 0 15,1 0 0-15,-4 5 0 0,-3 0 0 16,-3 4 0-16,-1 1 0 0,9 2 0 15,1-2 0-15,1 5 0 16,6 3 0-16,2 5 0 0,4 4 0 16,9 6 0-16,3 6 0 0,7 4 0 15,2 9 0-15,4 4 0 16,-2 6 0-16,-9 4 0 0,3-2 0 16,-11 3 0-16,-6-5 0 0,-4-6 0 15,-6-3 0-15,-2-6 0 16,-2-5 0-16,-1-3 0 0,-1-5 0 15,4-4 0-15,1-7 0 0,5-5 0 16,0-5 0-16,2-4 0 0,0-4-1962 16,-2-2 154-16,-2-12-898 0</inkml:trace>
  <inkml:trace contextRef="#ctx0" brushRef="#br0" timeOffset="6113.28">24266 3762 7215 0,'0'0'608'16,"0"0"-239"-16,0 0-369 0,0 0 0 15,56-28 0-15,-9 14 0 0,9-1 0 16,0 2 0-16,-6 2 0 0,-3 4 0 16,1 3 0-16,-3 2 0 0,-2 0 0 15,-3 0-61-15,-13-1-1676 16,-3-3-1392-16</inkml:trace>
  <inkml:trace contextRef="#ctx0" brushRef="#br0" timeOffset="6813.91">19319 1339 6174 0,'0'0'637'0,"0"0"335"16,0 0-563-16,0 0-409 0,0 0 0 16,19 35 0-16,-7 0 0 0,5 8 0 15,1 7 0-15,3 3 0 0,-2 10 0 16,1 5 0-16,-5 5 0 0,-5-3 0 16,-6-3 0-16,-4-6 0 0,0-12 0 15,0-10 0-15,2-11 0 0,-2-13-729 16,5-6-208-16,-3-6-387 0,2-5-3230 15</inkml:trace>
  <inkml:trace contextRef="#ctx0" brushRef="#br0" timeOffset="7138.67">19441 1753 5918 0,'0'0'516'0,"0"0"-311"0,23-43 343 16,-4 25-280-16,5-1-52 0,3 2-4 16,0 0-88-16,2 3 16 0,-2 4-95 15,-4 4-45-15,-7 5 0 0,-5 1 0 16,-7 4 0-16,-4 8 0 0,-2 8 0 16,-7 5 0-16,-3 4 0 0,-2 1 0 15,-3 1 0-15,0 0 0 0,3-3 0 16,-1-1 0-16,5-4 0 0,6-2 0 15,2-2 0-15,2-4 0 16,6 0 0-16,4-3 0 0,7-2 0 16,4-3 0-16,-1-2 0 0,11-3 0 15,-4 1 0-15,4-3 0 0,-4 0 0 16,4 0 0-16,0 0 0 16,-10 0-1381-16,-1 0-2461 0</inkml:trace>
  <inkml:trace contextRef="#ctx0" brushRef="#br0" timeOffset="7672.29">20086 1883 6498 0,'0'0'1089'0,"0"0"-484"0,0 0-605 15,0 0 0-15,0 0 0 0,0 0 0 16,-51-32 0-16,30 34 0 0,2 6 0 16,1 1 0-16,5 3 0 0,-1 0 0 15,10 1 0-15,-3 0 0 0,5 1 0 16,2-1 0-16,0-1 0 15,11-4 0-15,1-1 0 0,13-1 0 16,6-4 0-16,8 1 0 0,3-1 0 16,5 3 0-16,-3 1 0 0,-5 2 0 15,-8 3 0-15,-8 2 0 0,-9 0 0 16,-12 0 0-16,-4 0 0 16,-12 5 0-16,-7-2 0 0,-6 1 0 15,-10-3 0-15,-9-4 0 0,-7-6 0 16,1-4 0-16,-2-7 0 15,13-2-1517-15,4-7-3138 0</inkml:trace>
  <inkml:trace contextRef="#ctx0" brushRef="#br0" timeOffset="10141.87">21777 1854 3829 0,'0'0'444'0,"0"0"-444"0,0 0 0 16,0 0 0-16,0 0-72 0,41 3-20 15,-22-7-232-15,0 1-136 0,-3-1 108 16,-1 3-220-16,-5 0 59 16,0-1-823-16</inkml:trace>
  <inkml:trace contextRef="#ctx0" brushRef="#br0" timeOffset="10701.78">21920 1869 3481 0,'0'0'1269'15,"62"-11"-1269"-15,-21 1 0 0,-2 2-12 16,-10 3-581-16,0-1-643 0</inkml:trace>
  <inkml:trace contextRef="#ctx0" brushRef="#br0" timeOffset="10873.21">22734 1800 5150 0,'0'0'408'0,"0"0"-348"16,0 0-60-16,0 0-240 0,39 1-4 15,-22-3-529-15,-5-2-263 0,11-1-269 16</inkml:trace>
  <inkml:trace contextRef="#ctx0" brushRef="#br0" timeOffset="11060.09">23375 1831 2056 0,'0'0'1489'15,"56"-1"-993"-15,-29 1-228 0,-7 0-115 16,1 0-9-16,-2 0 128 0,1 0 136 16,1-3-280-16,4-1-72 0,0-1-56 15,1 0-20-15,3-2-196 0,2 2-572 16,5 1-205-16,-3 1 165 15,-9 2-381-15,-1-1 401 0</inkml:trace>
  <inkml:trace contextRef="#ctx0" brushRef="#br0" timeOffset="11423.44">23927 1791 2377 0,'0'0'1296'0,"41"-2"-824"0,-18 1-264 15,-9-1-127-15,5-1-81 0,-7 1 52 16,-1-1 44-16,-3 1-96 16,-4 0-24-16,-2 0-120 0,0 0 112 15,2 0 32-15,1 0 36 0,1 0-16 16,2 2 8-16,11 0-28 15,-1 2 0-15,7 1-52 0,0 3-949 16,0 0 173-16,0 4 35 0,3-1 409 16,3 1 384-16,0-1 92 0,-2 1 532 15,0-1 69-15,-6-1-121 0,4-1 316 16,-4-2-527-16,-3-1-105 0,1-2 168 16,-2-2-320-16,-3 0-48 0,3 0-24 15,-3 0-28-15,3 0-4 0,2-1 0 16,5 0-4-16,-1-1 4 0,8 2-4 15,5 0 8-15,-1 2-4 16,4 1 8-16,3 2 8 0,1 2-12 16,0 1-4-16,1 0-76 0,-3-1-220 15,3 1 152-15,-7-3 116 0,0-2 28 16,-3 2 0-16,-5-3 12 16,2-1-4-16,-4-1 436 0,-1 0-8 15,-3 0 96-15,0-3 193 0,2-1-381 16,-2-3-132-16,6 0-128 15,0-1-84-15,-4 1-580 0,2-3-1957 0</inkml:trace>
  <inkml:trace contextRef="#ctx0" brushRef="#br0" timeOffset="13984.46">21781 2689 2100 0,'0'0'241'16,"0"0"1679"-16,0 0-667 15,0 0-837-15,0 0 72 0,0 0 161 16,0 0-337-16,0 0-28 0,0 6 40 16,0-7-232-16,0 1-16 0,0-1-39 15,0 1-37-15,0 0 0 0,0 0 0 16,0-1 0-16,0 0 0 0,0-1 0 16,-2 0 0-16,0-3 0 0,-2 1 0 15,4-1 0-15,-2-3 0 0,0-1 0 16,0-2 0-16,2-3 0 15,0 3 0-15,0 3 0 0,0 2 0 16,2 4 0-16,-2-3 0 0,2 0 0 16,-2 2 0-16,2 0 0 0,-2 1 0 15,0 2 0-15,0 0 0 0,0 1 0 16,4 3 0-16,0 1 0 16,-2 0 0-16,2-1 0 0,1 1 0 15,-3-1 0-15,-2 0 0 0,0 0 0 16,0-2 0-16,0 1 0 15,0 0 0-15,0-1 0 0,-2 1 0 16,-3-1 0-16,1-2 0 0,4 0 0 16,0 0-173-16,0-8-479 0,4-1-1533 15,3-6-792-15</inkml:trace>
  <inkml:trace contextRef="#ctx0" brushRef="#br0" timeOffset="15348.58">21771 2585 1296 0,'0'0'840'0,"0"0"-631"0,0 0 695 15,0 0-340-15,0 0-24 0,0 0 225 16,0 0-369-16,0 0-8 0,0 0 232 16,0 0-255-16,10 14-17 0,-10-14 212 15,0 0-356-15,2 0-72 0,-2-1-71 16,0-3-61-16,0 2 0 15,0-3 0-15,0 2 0 0,0-3 0 16,0 1 0-16,0-1 0 0,0-1 0 16,0 0 0-16,4 0 0 0,-1-2 0 15,-3 1 0-15,2-1 0 0,0-1 0 16,-2 2 0-16,0-2 0 16,4 3 0-16,-2-2 0 0,0 0 0 15,0 0 0-15,-2-2 0 0,4 1 0 16,0-6 0-16,-2 2 0 15,2 1 0-15,1 0 0 0,-3 1 0 16,2 1 0-16,-2 2 0 0,0 2 0 16,0 2 0-16,-2 0 0 0,0-1 0 15,2-1 0-15,0-3 0 0,0 0 0 16,2 3 0-16,-2-1 0 0,0 1 0 16,1-1 0-16,1-1 0 0,0 2 0 15,-2 0 0-15,4-4 0 0,-2 1 0 16,0 1 0-16,0-1 0 15,-1 2 0-15,1 2 0 0,0-1 0 16,-2 1 0-16,0 2 0 0,0-1 0 16,0-1 0-16,-2 3 0 0,4-1 0 15,-4-1 0-15,2 0 0 0,0 1 0 16,0-2 0-16,3 1 0 16,-3-1 0-16,2-1 0 0,0 1 0 15,0-1 0-15,-2 2 0 0,4-1 0 16,-2 0 0-16,1 2 0 15,1 0 0-15,-2-1 0 0,2-1 0 16,0 3 0-16,5-2 0 0,-1-1 0 16,4-1 0-16,1 1 0 0,-7 0 0 15,3 0 0-15,-3 2 0 0,-2-1 0 16,0 0 0-16,5 1 0 0,-5 2 0 16,0-3 0-16,4 0 0 0,-1 1 0 15,1-1 0-15,-4-1 0 0,4 2 0 16,3-2 0-16,-1-1 0 15,1 1 0-15,-5 3 0 0,0-1 0 16,-4 3 0-16,2-1 0 0,1 2 0 16,-1-2 0-16,2-1 0 0,2 0 0 15,7-2 0-15,4-3 0 0,-1-1 0 16,-1 3 0-16,-3 1 0 16,-3 2 0-16,-1 1 0 0,-3 0 0 15,-1 2 0-15,0 0 0 0,2 0 0 16,1 0 0-16,-3 2 0 15,0-2 0-15,-1 0 0 0,-1 0 0 16,0 0 0-16,4 0 0 0,-4-2 0 16,7-1 0-16,1-2 0 0,3 0 0 15,1-1 0-15,-1 0 0 0,2 2 0 16,-3-2 0-16,5 2 0 0,-3-1 0 16,3 1 0-16,-2-2 0 0,3 1 0 15,3 0 0-15,2 1 0 0,0-1 0 16,0 0 0-16,2 1 0 15,-11 0 0-15,5 2 0 0,-4 1 0 16,-7-1 0-16,-4 2 0 0,3 0 0 16,-7 2 0-16,2 1 0 0,-4-2-1666 0</inkml:trace>
  <inkml:trace contextRef="#ctx0" brushRef="#br0" timeOffset="16451.71">22745 1800 1916 0,'0'0'717'0,"0"0"-197"0,0 0 300 15,0 0-419-15,0 0-29 0,0 0 268 16,0 0-320-16,0 0-80 0,-19-6 32 16,19 6-88-16,2 0 17 0,4 0 171 15,9-3-108-15,-1 2-48 0,3 0 8 16,-5 1-164-16,3 0-20 0,-1 3-8 15,3 0-12-15,-3 3-16 16,5 0 72-16,1 0-72 0,3 1 24 16,-2 0 64-16,4 1-80 0,1-4 56 15,1 2 9-15,4-5-77 0,2-1 0 16,2 0 0-16,7-1 0 16,-5-2 0-16,4 1 0 0,-3 1 0 15,-7 1 0-15,0 0 0 0,0 0 0 16,-5 2 0-16,5 1 0 15,0-2 0-15,0 0 0 0,3 1 0 16,-3-2 0-16,2 0 0 0,0-3 0 16,2 0 0-16,0-1 0 0,2 0 0 15,0 0 0-15,3 0 0 0,-3 2 0 16,0 1 0-16,0 1 0 0,-2 0 0 16,1 0 0-16,-3 3 0 0,2-2 0 15,0 3 0-15,2-1 0 0,0 1 0 16,1-1 0-16,1 1 0 15,2-1 0-15,5 0 0 0,1 1 0 16,3-1 0-16,4 0 0 0,-5 0 0 16,5-1 0-16,0 1 0 0,-5-1 0 15,1 0 0-15,-7-1 0 0,-5 1 0 16,-5-2 0-16,-4 0 0 16,-5 0 0-16,-1 0 0 0,2 0 0 15,-2 0 0-15,-5 1 0 0,-3 2 0 16,-5 1 0-16,-4 0 0 15,-4 0-225-15,-2 1-831 0,0 0-1097 16,-4-2-977-16</inkml:trace>
  <inkml:trace contextRef="#ctx0" brushRef="#br0" timeOffset="24488.41">25167 1885 2056 0,'0'0'100'16,"0"0"1621"-16,0 0-1204 0,0 0 23 16,0 0-148-16,0 0-60 0,0 0-76 15,0 0-248-15,0 0-8 0,33-9 40 16,-18 10-28-16,-1 2 40 0,5 1 60 16,1-1-68-16,1-1 36 0,4-2 144 15,0 0-188-15,4 0-16 0,6-4 5 16,2-4-17-16,6-5 8 0,9-6 56 15,0-3-20-15,4-4 72 16,2-3 144-16,-3-2-176 0,-1 2-36 16,-2-3-32-16,1-3-16 0,1 0-8 15,4-2 12-15,2-1-8 16,0-2-4-16,2-2 0 0,0 0 8 16,2-5-8-16,0 0 0 0,-2-2 8 15,0 1-8-15,2-1 0 0,-4 2 8 16,-2 1-8-16,-6 2 0 15,-5-1-16-15,-3 1-64 0,-7 1-168 16,-6 0-92-16,-2 3-93 0,-4 2-623 16,-3 3 364-16,-3 3 247 0,-2 6 129 15,-3 4 124-15,-2 2 8 0,-5 6-16 16,-5 3 28-16,0 4-260 0,-6 5-1509 0</inkml:trace>
  <inkml:trace contextRef="#ctx0" brushRef="#br0" timeOffset="39340.35">24156 4803 4129 0,'0'0'2574'0,"0"0"-1306"16,0 0-1047-16,60-23-221 15,-14 10 0-15,10 1 0 0,8 4 0 16,2 3 0-16,6-2 0 0,11 1 0 15,2-2 0-15,4-3 0 0,-1 2 0 16,-5-4 0-16,-21 4-217 0,-8-1-1804 16</inkml:trace>
  <inkml:trace contextRef="#ctx0" brushRef="#br0" timeOffset="39783.51">25796 4165 3693 0,'0'0'1153'15,"0"0"-201"-15,0 0 365 0,-17-34-469 16,5 34-619-16,-13 3-229 0,-10 11 0 15,-7 10 0-15,-1 10 0 16,0 6 0-16,-3 5 0 0,3 5 0 16,3 5 0-16,3 4 0 0,12 3 0 15,9-1 0-15,10-3 0 0,10-4 0 16,10-5 0-16,13-8 0 0,12-9 0 16,11-8 0-16,10-9 0 0,6-5 0 15,4-8 0-15,-1-2 0 16,-5-2-305-16,-19-4-1184 0,-10-3-616 0</inkml:trace>
  <inkml:trace contextRef="#ctx0" brushRef="#br0" timeOffset="40416.26">26044 4560 6214 0,'0'0'949'0,"0"0"-333"16,0 0-203-16,-50-17-413 0,38 17 0 15,-3 5 0-15,1 3 0 16,-1 4 0-16,1 6 0 0,1 3 0 16,3 2 0-16,6 0 0 0,0 1 0 15,4-3 0-15,0-2 0 0,6-2 0 16,2-4 0-16,3-5 0 0,-1-3 0 16,0-4 0-16,1-1 0 15,1-2 0-15,2-7 0 0,-1 0 0 0,3-4 0 16,-1 1 0-16,1-1 0 15,-1 0 0-15,-1 4 0 0,-5 3 0 16,-3 3 0-16,-2 3 0 0,0 0 0 16,0 5 0-16,4 1 0 0,3 5 0 15,-1 1 0-15,3-1 0 16,-3 2 0-16,0-2 0 0,1-3 0 16,-1 2 0-16,-4-5 0 0,0-1 0 15,-4 0 0-15,2-3 0 0,1 1 0 16,-1 1 0-16,2-1 0 0,-2 0 0 15,2 1 0-15,-2-1 0 16,3 2 0-16,-3-3 0 0,0 2 0 16,-2 0 0-16,2-2 0 0,-2 2 0 15,-2-2 0-15,0-1 0 0,0 0 0 16,0 0 0-16,0-4 0 0,0-3 0 16,0-5 0-16,2-8 0 15,4-5 0-15,7-1 0 0,-1-4 0 16,9 3 0-16,4 0 0 0,4 2 0 15,0 6 0-15,-5 6 0 0,-5 7 0 16,-5 5 0-16,-3 2 0 0,-3 12 0 16,-4 6 0-16,0 10 0 0,-4 3 0 15,-4 2 0-15,0 0 0 16,2-4 0-16,2-5 0 0,2-6 0 16,8-8 0-16,5-10 0 0,-3-2-1998 15,7-12-4196-15</inkml:trace>
  <inkml:trace contextRef="#ctx0" brushRef="#br0" timeOffset="40786.31">26887 4242 6899 0,'0'0'704'0,"0"0"-188"0,0 0-443 16,0 0-73-16,0 0 0 0,-12 33 0 16,10-1 0-16,2 4 0 0,2-2 0 15,8-2 0-15,0-6 0 16,1 0-873-16,-3-8-576 0,-4-5-796 0</inkml:trace>
  <inkml:trace contextRef="#ctx0" brushRef="#br0" timeOffset="40988.28">27137 4236 6438 0,'0'0'805'0,"-23"46"144"0,7-13-949 15,1 0 0-15,1 2 0 16,-1 3 0-16,5 1 0 0,0 4 0 16,2-2 0-16,1 2 0 0,1-3 0 15,6-2 0-15,-2-4 0 0,2-6-617 16,0-10-1392-16,-2-8-1693 0</inkml:trace>
  <inkml:trace contextRef="#ctx0" brushRef="#br0" timeOffset="41163.89">26817 4728 7783 0,'0'0'409'15,"39"-6"-409"-15,-4-3 0 0,4-4 0 16,3-3 0-16,-3 2 0 0,2-3 0 16,1 2 0-16,-3 0 0 0,2-1 0 15,-3-2 0-15,-9 7-329 0,-3-4-2652 16</inkml:trace>
  <inkml:trace contextRef="#ctx0" brushRef="#br0" timeOffset="41641.97">27929 4461 6066 0,'0'0'653'0,"0"0"187"16,0 0-224-16,0 0-599 0,0 0-17 16,0 0 0-16,-23 50 0 0,7-4 0 15,1 7 0-15,7-4 0 0,6-5 0 16,2-5 0-16,6-6 0 0,4-5 0 16,7-9 0-16,4-6 0 0,3-8 0 15,5-5 0-15,0-9 0 16,2-6 0-16,-4-8 0 0,-2-4 0 15,-9-4 0-15,-1-1 0 0,-5-1 0 16,-6-4 0-16,-2 1 0 16,-2 2 0-16,-4 7 0 0,2 8 0 0,0 7 0 15,0 6 0-15,2 4 0 16,0 2 0-16,6 0-1842 0,1 1-343 16,5 4-996-16</inkml:trace>
  <inkml:trace contextRef="#ctx0" brushRef="#br0" timeOffset="41940.66">28396 4487 6799 0,'0'0'1393'15,"0"0"-1393"-15,-48-28 0 0,32 19 0 16,-5 4 0-16,3 1 0 0,-1 4 0 16,3 0 0-16,3 5 0 0,5-1 0 15,4 6 0-15,2 4 0 0,4 4 0 16,4 4 0-16,6-1 0 15,7-3 0-15,2-1 0 0,1 1 0 16,1 0 0-16,0-1 0 0,-3 1 0 16,1 1 0-16,-2-1 0 0,-5 0 0 15,-3-4 0-15,-9-1 0 16,-2-1 0-16,-7-1 0 0,-7-2 0 16,-5 3 0-16,-8-4 0 0,-1-1 0 15,-3-3 0-15,0-4 0 0,4 0 0 16,2-6 0-16,6 1 0 15,9 1-265-15,4 0-803 0,4 4-1698 16,2-3-931-16</inkml:trace>
  <inkml:trace contextRef="#ctx0" brushRef="#br0" timeOffset="42175.16">28446 4774 4926 0,'0'0'1480'0,"53"-18"237"16,-24 6-1648-16,-6 0-69 15,-2-4 0-15,-3 0 0 0,-1-4 0 0,-5-2 0 16,1-3 0-16,-5-1 0 15,-4 0 0-15,-4 1 0 0,-2 2 0 16,-8 4 0-16,-1 5 0 0,-3 7 0 16,-1 7 0-16,-5 7 0 0,-3 11 0 15,-2 7 0-15,0 7 0 16,3 6 0-16,7 0 0 0,5-1 0 16,10-2 0-16,10-4 0 0,15-5 0 15,14-7 0-15,15-7 0 0,8-5 0 16,8-7 0-16,7-5 0 15,-1-5 0-15,-20-2-193 0,-2-6-4669 0</inkml:trace>
  <inkml:trace contextRef="#ctx0" brushRef="#br0" timeOffset="42690.45">29758 4459 5642 0,'0'0'1389'0,"0"0"-585"0,-20-35-447 0,1 27-357 15,-4 1 0-15,-4 1 0 0,3 2 0 16,-3 0 0-16,0 0 0 0,4 2 0 16,0 2 0-16,5 0 0 0,1 7 0 15,3 1 0-15,-1 4 0 16,7 1 0-16,0 0 0 0,6 0 0 15,2 0 0-15,8 0 0 0,8 1 0 16,9 0 0-16,6 0 0 0,6 0 0 16,5 3 0-16,-3-1 0 0,-2 0 0 15,-6 1 0-15,-10 0 0 16,-7 1 0-16,-11-1 0 0,-6-1 0 16,-9 3 0-16,-7-2 0 0,-1-2 0 15,-9-2 0-15,-2-2 0 16,0-4 0-16,2-3 0 0,2-4 0 0,4-3 0 15,5-5 0-15,5-7 0 16,7-5-593-16,6 4-716 0,4-8-1804 0</inkml:trace>
  <inkml:trace contextRef="#ctx0" brushRef="#br0" timeOffset="42923.88">29899 4082 4834 0,'0'0'608'16,"0"0"873"-16,0 0-581 0,0 0-531 15,0 0-369-15,0 0 0 0,0 0 0 16,0 0 0-16,-25 69 0 0,15-17 0 16,3 6 0-16,5-1 0 15,2 3 0-15,5 3 0 0,-3-1 0 16,0 0 0-16,-2-4 0 0,0-5 0 16,2-8 0-16,2-11 0 0,0-9 0 15,0-12 0-15,0-7-93 0,0-5-1488 16,-4-8-275-16</inkml:trace>
  <inkml:trace contextRef="#ctx0" brushRef="#br0" timeOffset="43051.21">29756 4472 6779 0,'0'0'348'0,"0"0"717"16,0 0-1065-16,42-23 0 0,-14 20 0 16,3 3 0-16,-6-1 0 15,-6 1 0-15,-3 0 0 0,1 1 0 0,0 2 0 16,1 4 0-16,1 2 0 15,1 0-1553-15,-3-1-332 0,-1 1-340 0</inkml:trace>
  <inkml:trace contextRef="#ctx0" brushRef="#br0" timeOffset="43329.26">30147 4502 4626 0,'0'0'2005'16,"-19"-35"-909"-16,5 15-631 0,-3 7-465 16,-3 4 0-16,-1 9 0 0,-2 7 0 15,-2 9 0-15,3 7 0 0,1 2 0 16,2 2 0-16,9-1 0 0,4-3 0 15,6-4 0-15,4-3 0 16,10-4 0-16,3-5 0 0,6-4 0 16,-1-3 0-16,1-3 0 0,-2-5 0 15,-3-2 0-15,-3 1 0 0,-3-1 0 16,-3 3 0-16,-5 5 0 0,0 0 0 16,-4 2 0-16,2 3 0 15,2 9 0-15,2 12 0 0,3 4 0 16,3 1 0-16,2-4 0 0,3-8 0 15,2-5 0-15,1-5 0 0,-3-7 0 16,-1-5-345-16,-7-4-1076 16,-1-5-251-16</inkml:trace>
  <inkml:trace contextRef="#ctx0" brushRef="#br0" timeOffset="43532.28">30426 3961 6546 0,'0'0'1469'16,"39"-33"-1292"-16,-31 28-177 0,-5 5 0 15,-3 6 0-15,0 9 0 16,-9 13 0-16,-1 10 0 0,-2 9 0 16,-3 4 0-16,5 1 0 0,-1 5 0 15,1 1 0-15,2 1 0 0,0 2 0 16,-1-3 0-16,1 0 0 0,0-2 0 16,-3-5 0-16,3-6 0 0,0-14-1577 15,-2-10-1205-15</inkml:trace>
  <inkml:trace contextRef="#ctx0" brushRef="#br0" timeOffset="43688.34">30192 4408 6855 0,'0'0'892'15,"48"-17"-447"-15,-15 17-445 0,0 2 0 16,-2 3 0-16,-4 0 0 0,-4 1 0 16,-5-2 0-16,1-3 0 0,4-1 0 15,-3-3 0-15,3-2 0 0,0 1 0 16,0-2-221-16,-9 3-2260 0,0-1-656 15</inkml:trace>
  <inkml:trace contextRef="#ctx0" brushRef="#br0" timeOffset="43813.6">30585 4478 7795 0,'0'0'397'16,"-31"54"-397"-16,10-21 0 0,5-3 0 16,3 0 0-16,3-3 0 0,8-5 0 15,2-3 0-15,8-5 0 16,3-5 0-16,1-4 0 0,1-5 0 15,-1-11-713-15,-2 1-1268 0,1-8-1000 0</inkml:trace>
  <inkml:trace contextRef="#ctx0" brushRef="#br0" timeOffset="43921.19">30810 4177 5450 0,'0'0'1133'16,"54"-50"-61"-16,-37 35-628 0,-15 13-444 15,-2 2 0-15,-6 6-1052 0,1 1-713 16,-5 7-1028-16</inkml:trace>
  <inkml:trace contextRef="#ctx0" brushRef="#br0" timeOffset="44140.48">30974 4518 7695 0,'0'0'497'15,"-44"-36"-497"-15,20 20 0 0,1 10 0 16,-4 6 0-16,0 9 0 0,0 9 0 15,0 7 0-15,9 5 0 0,3 2 0 16,13 0 0-16,6 0 0 0,13 0 0 16,12-3 0-16,6-4 0 0,6-2 0 15,3-6 0-15,-3-3 0 16,-4-2 0-16,-4-8 0 0,-12 0 0 16,-2-4-1205-16</inkml:trace>
  <inkml:trace contextRef="#ctx0" brushRef="#br0" timeOffset="44892.33">25049 5381 3213 0,'0'0'3386'0,"0"0"-2206"0,0 0-767 0,0 0-413 16,0 0 0-16,0 0 0 0,0 0 0 15,-12 56 0-15,12-19 0 0,0 1 0 16,0-6 0-16,2 0 0 0,-2-3 0 16,0-2 0-16,-6-1 0 0,-2-7 0 15,3-6 0-15,1-4 0 16,2-8 0-16,2-1 0 0,0-6 0 16,2-14 0-16,11-13 0 0,3-14 0 15,7-5 0-15,2 4 0 16,-2 9 0-16,-5 9 0 0,-3 15 0 15,-7 7 0-15,-4 8 0 0,0 5 0 16,0 11 0-16,-2 6 0 0,0 7 0 16,-2 1 0-16,0-3 0 0,0-5 0 15,0-2 0-15,5-4 0 0,-1-5 0 16,4-2 0-16,-2-5 0 0,0-2 0 16,1-2 0-16,-1-5 0 0,4-9 0 15,5-12 0-15,3-8 0 16,1-2 0-16,1-1 0 0,-1 5 0 15,0 6 0-15,-7 7 0 0,-2 11 0 16,-5 4 0-16,-3 4 0 16,4 7 0-16,-2 8 0 0,0 13 0 0,0 6 0 15,-2 4 0-15,-2-2 0 16,2-6 0-16,2-3 0 0,5-5 0 16,1-1 0-16,2-4 0 0,5-5 0 15,-5-5-333-15,-1-2-3253 0</inkml:trace>
  <inkml:trace contextRef="#ctx0" brushRef="#br0" timeOffset="45442.53">25589 5630 6667 0,'0'0'1364'0,"0"0"-1203"0,54-39-161 0,-36 19 0 16,-1-2 0-16,-1-1 0 15,-3-4 0-15,-3-1 0 0,-4 0 0 16,-6-4 0-16,0 0 0 0,-6 2 0 15,-4 8 0-15,-3 5 0 0,-5 10 0 16,-3 8 0-16,-2 12 0 0,-8 12 0 16,-2 10 0-16,2 6 0 0,0 4 0 15,11-1 0-15,7-3 0 16,13-4 0-16,8-5 0 0,13-4 0 16,12-11 0-16,6-6 0 0,9-7 0 15,0-6 0-15,3-6 0 16,-1-5 0-16,-5-5-365 0,-5-1-735 15,-7 0 167-15,-9-3 117 0,-9-1 75 16,-3 2 661-16,-3-2 80 0,-7 0 833 16,0-1 23-16,-2-2-172 0,-7 1 305 15,1 2-449-15,0 5-407 0,0 8-133 16,-2 4 0-16,-3 6 0 0,-1 7 0 16,-5 6 0-16,-1 7 0 15,-1 9 0-15,1 4 0 0,1 0 0 16,3 3 0-16,5-4 0 0,5-3 0 15,4-2 0-15,6-4 0 0,3-4 0 16,5-6 0-16,3-3 0 0,-1-7 0 16,1-3 0-16,-3-1 0 15,-1-6 0-15,-3-5 0 0,-2 0 0 16,0-2 0-16,-3 2 0 0,-3 4 0 16,0 3 0-16,-2 3 0 0,2 0 0 15,-2 2 0-15,2 1 0 16,2 8 0-16,4 3 0 0,0 2 0 15,5-1 0-15,-3-5 0 0,3-5 0 16,1-3-709-16,-6 0-544 0,3-6-2336 0</inkml:trace>
  <inkml:trace contextRef="#ctx0" brushRef="#br0" timeOffset="45942.27">26325 5380 2257 0,'0'0'3033'0,"0"0"-2065"0,12-38-167 0,-14 25 332 16,-6 3-1133-16,-7 0 0 0,-3 1 0 15,-5 1 0-15,-2 4 0 0,0 1 0 16,1 2 0-16,3 1 0 0,2 5 0 16,3 4 0-16,1 3 0 15,3 2 0-15,4 4 0 0,6 0 0 16,4 1 0-16,10 1 0 0,7-1 0 15,5-1 0-15,3-4 0 0,2 0 0 16,2-3 0-16,-4-1 0 16,-4-1 0-16,-9-1 0 0,-5-1 0 15,-9 4 0-15,-9 2 0 0,-5 4 0 16,-7-1 0-16,1-1 0 0,-3-1 0 16,0-3 0-16,0-3 0 0,3-4 0 15,-1-2 0-15,7-2 0 16,3-4 0-16,5-4 0 0,4-2 0 15,2-4 0-15,2 0 0 0,6-1-629 16,3 1-492-16,-3 5-143 0,0 2-2086 0</inkml:trace>
  <inkml:trace contextRef="#ctx0" brushRef="#br0" timeOffset="46331.75">26486 5277 6667 0,'0'0'1148'0,"0"0"-771"0,-29 46-377 16,15-17 0-16,3 0 0 15,7 0 0-15,4 0 0 0,6 0 0 16,7-1 0-16,5-3 0 0,3-2 0 16,0-4 0-16,-1-5 0 0,1-5 0 15,-2-4 0-15,-5-5 0 0,-1-2 0 16,-3-9 0-16,-2-7 0 0,0-3 0 16,-3-3 0-16,-3-5 0 0,0-2 0 15,-2-4 0-15,0 1 0 16,0 0 0-16,0 3 0 0,8 6 0 15,4 7-801-15,5 5 65 0,-3 5 259 16,-1 4-2644-16</inkml:trace>
  <inkml:trace contextRef="#ctx0" brushRef="#br0" timeOffset="47108.51">26746 5581 3365 0,'0'0'3286'16,"0"0"-2554"-16,0 0-108 0,0 0-439 15,0 0-185-15,0 0 0 0,0 0 0 16,-22-47 0-16,32 6 0 0,7-2 0 16,1 6 0-16,3 3 0 0,-5 8 0 15,-1 8 0-15,-5 6 0 0,-4 5 0 16,-1 1 0-16,-1 4 0 0,0-2 0 16,2 3 0-16,0 0 0 0,0 1 0 15,-1 2-497-15,-5 9-635 16,0 3-873-16,0 3 1056 0,0 1 949 15,4-4 148-15,6-5 465 0,2-1 79 16,1-3 472-16,-1 1-579 0,-3-2-25 16,-3-3 261-16,0-1-821 0,-2 0 0 15,0-2 0-15,2-3 0 16,-1 0 0-16,1-2 0 0,-2-4 0 16,-2-3 0-16,0-1 0 0,-2 3 0 15,0 4 0-15,-2 5 0 0,0 2 0 16,-4 1 0-16,-7 5 0 15,-3 11 0-15,-7 10 0 0,2 8 0 16,3 2 0-16,5-1 0 0,11-4 0 16,2-3 0-16,13-5 0 0,3-4 0 15,5-5 0-15,4-5 0 0,2-6 0 16,1-3 0-16,1-7 0 0,-6-8 0 16,0-2 0-16,-7-5 0 15,-3 1 0-15,-1-1 0 0,-6 2 0 16,1 5 0-16,-5 3 0 0,0 6 0 15,-2 4 0-15,0 2 0 0,0 3 0 16,0 12 0-16,-4 8 0 0,-1 5 0 16,1 0 0-16,2-5 0 15,2-6 0-15,2-4 0 0,2-2 0 16,-1-7 0-16,-1-1 0 0,2-3 0 16,2-2 0-16,4-8 0 0,3-9 0 15,1 0 0-15,-1-4 0 16,-1 2 0-16,0 5 0 0,-1-1 0 15,-1 3 0-15,0 3 0 0,1 4 0 16,-5 2 0-16,0 5 0 0,-2 5 0 16,2 7 0-16,1 6 0 0,-3 2 0 15,0-3 0-15,0-3 0 0,-2-6 0 16,-2-1 0-16,2-2 0 0,0-3 0 16,-2 2 0-16,2-2 0 0,2-1 0 15,-1-1 0-15,1 0 0 16,2-1 0-16,0-1 0 0,0-2 0 15,3 1 0-15,-5-1 0 0,2 3 0 16,-2-1 0-16,-2 2 0 0,0 0 0 16,-2 6 0-16,0 3-889 15,0-1-464-15,-2 2-3453 0</inkml:trace>
  <inkml:trace contextRef="#ctx0" brushRef="#br0" timeOffset="47639.26">27439 5581 5638 0,'0'0'2465'0,"0"0"-2376"0,6-34-89 0,-2 14 0 16,0-3 0-16,3-2 0 0,-3-2 0 16,2 3 0-16,2 2 0 0,3 3 0 15,-3 3 0-15,2 5 0 0,-4 3 0 16,-4 4 0-16,1 2 0 0,-1 2 0 16,-2 0 0-16,0 8 0 0,-9 12 0 15,-3 7 0-15,-3 5 0 16,1 0 0-16,8-4 0 0,2-2 0 15,4-3 0-15,6 1 0 0,6-5 0 16,5-2 0-16,-1-3 0 0,3-6 0 16,-3-3 0-16,1-3 0 15,-3-3 0-15,1-5 0 0,-3-3 0 16,-1-3 0-16,-1-2 0 0,0 2 0 16,-3-1 0-16,-1 4 0 0,-2 2 0 15,-2 4 0-15,-2 2 0 16,0 1 0-16,0 0 0 0,2 0 0 15,0 1 0-15,0 1 0 0,2 3 0 16,0-3 0-16,-2 1 0 0,1-1 0 16,-1-1 0-16,-2 0 0 0,2-1 0 15,0 0 0-15,0-4 0 0,4-6 0 16,4-3 0-16,3-1 0 0,-1 0 0 16,1 0 0-16,-3 5 0 0,-4 2 0 15,0 2 0-15,-4 4 0 16,5-1 0-16,-3 2 0 0,2 6 0 15,-2 8 0-15,0 7 0 0,-2 3 0 16,-2 2 0-16,0-4 0 0,0-1 0 16,0-5 0-16,0-4 0 15,0-4 0-15,0-4 0 0,0-1 0 16,4-3 0-16,-2-3-2066 0,9-10-1231 0</inkml:trace>
  <inkml:trace contextRef="#ctx0" brushRef="#br0" timeOffset="47826.26">28026 5007 7771 0,'0'0'421'16,"0"0"-421"-16,0 0 0 0,0 0 0 15,0 0 0-15,0 0 0 0,8 68 0 16,-12-16 0-16,-2 7 0 0,2 3 0 16,0 7 0-16,0 0 0 15,-3-3 0-15,1-2 0 0,-2-7 0 16,-5-3 0-16,-1-6 0 0,-3-2 0 15,1-10 0-15,1-14-1718 0,1-5-987 16</inkml:trace>
  <inkml:trace contextRef="#ctx0" brushRef="#br0" timeOffset="47968.55">27799 5529 7039 0,'0'0'216'0,"29"-33"384"0,-7 19-263 0,1 5-337 15,0 1 0-15,4 2 0 16,-5 2 0-16,1-1 0 0,0 3 0 15,-2-1 0-15,1 3 0 0,1 3 0 16,0 5-421-16,-5 1-555 0,-5 0-1546 16,1-1-699-16</inkml:trace>
  <inkml:trace contextRef="#ctx0" brushRef="#br0" timeOffset="48225.31">28220 5521 6078 0,'0'0'1241'0,"0"0"-368"0,4-40-873 15,-4 17 0-15,0 3 0 16,0 6 0-16,-2 7 0 0,0 3 0 15,0 3 0-15,0 1 0 0,-4 0 0 16,-4 5 0-16,-5 5 0 0,3 2 0 16,4 1 0-16,5 1 0 0,6-1 0 15,7 1 0-15,4 1 0 16,3 0 0-16,1 0 0 0,3 0 0 16,-2-1 0-16,1 3 0 0,-1 1 0 15,-5-3 0-15,-1 3 0 16,-7-2 0-16,-4 1 0 0,-4 1 0 15,-6 1 0-15,-7 0 0 0,-5-2 0 16,-1-1 0-16,-4-1 0 0,0-4 0 16,3-5 0-16,-1-5 0 0,4-3 0 15,1-9 0-15,1-8 0 0,7 4-2774 16</inkml:trace>
  <inkml:trace contextRef="#ctx0" brushRef="#br0" timeOffset="49200.4">29159 5228 3105 0,'0'0'4026'0,"0"0"-3282"16,0 0-427-16,0 0-317 0,0 0 0 0,0 0 0 15,-2 67 0-15,-7-19 0 16,5 11 0-16,4 2 0 0,0-4 0 16,2 1 0-16,5-2 0 0,-1-4 0 15,0-4 0-15,0-7 0 16,0-7 0-16,-1-9 0 0,-3-10 0 15,0-8 0-15,0-7 0 0,-2 0-2390 16,0-16-119-16</inkml:trace>
  <inkml:trace contextRef="#ctx0" brushRef="#br0" timeOffset="49339.84">28981 5514 6931 0,'0'0'640'15,"0"0"-19"-15,41-10-621 0,-10 10 0 16,7 0 0-16,1 2 0 0,-2 1 0 15,4 3 0-15,-3 0 0 0,-1 3 0 16,-6 0-305-16,-8-3-1644 0,-3 1-912 0</inkml:trace>
  <inkml:trace contextRef="#ctx0" brushRef="#br0" timeOffset="49586.47">29504 5592 7691 0,'0'0'501'0,"-23"-47"-501"0,7 23 0 15,-1 10 0-15,-1 6 0 0,-1 7 0 16,2 4 0-16,-1 9 0 0,3 3 0 16,5 6 0-16,4 1 0 0,4-1 0 15,4 3 0-15,6-5 0 0,9 0 0 16,-1-5 0-16,3-3 0 0,4-7 0 16,-5-4 0-16,-1-5 0 15,-7-7 0-15,-4-5 0 0,-6-4 0 16,0-1 0-16,-10-2 0 0,-3-1 0 15,-5-2 0-15,-3 1 0 0,1 3 0 16,1-1 0-16,2 5-69 0,9 6-1532 16,4 2-3949-16</inkml:trace>
  <inkml:trace contextRef="#ctx0" brushRef="#br0" timeOffset="50350.41">30017 5643 3729 0,'0'0'685'0,"0"0"-29"15,0 0 764-15,0 0-767 0,29-51-73 16,-29 29-111-16,0-3-469 0,-11 0 0 16,-5 5 0-16,-5 4 0 15,-4 6 0-15,0 6 0 0,-1 4 0 16,1 6 0-16,2 7 0 0,4 7 0 16,3 3 0-16,6 0 0 0,5 0 0 15,7-3 0-15,11-1 0 16,8-7 0-16,3-2 0 0,5-7 0 15,2-3 0-15,-2-6 0 0,-2-6 0 16,0 3 0-16,-6-2 0 0,-7 3 0 16,-1 3 0-16,-7 5 0 0,0 4 0 15,0 11 0-15,0 7 0 0,1 9 0 16,-5 5 0-16,-2 0 0 0,0 1 0 16,0 2 0-16,-5 0 0 15,-3 0 0-15,-6 0 0 0,-5-1 0 16,-6-4 0-16,-4-2 0 0,0-8 0 15,1-8 0-15,-1-4 0 0,2-7 0 16,4-5 0-16,4-4 0 0,7-10 0 16,8-5 0-16,4-5 0 15,12-2 0-15,7 0 0 0,4 3 0 16,1-1 0-16,9-1 0 0,1 0 0 16,5-4 0-16,-2-2 0 0,-4-2 0 15,0-2 0-15,-8 1 0 16,-2 0 0-16,-5 2 0 0,-5 2 0 15,-3 2 0-15,-6 5 0 0,-4 0 0 16,-4 4 0-16,0 4 0 0,-2 4 0 16,2 4 0-16,-1 2 0 0,-3 5 0 15,-4 2 0-15,-7 9 0 0,-6 7 0 16,1 7 0-16,-3 6 0 0,8-1 0 16,7 0 0-16,10 1 0 15,8-1 0-15,10-5 0 0,13-4 0 16,8-7 0-16,3-4 0 0,7-8 0 15,1-4 0-15,1-9 0 0,-3-3 0 16,-7-6 0-16,-10-4 0 0,-8 3-753 16,-9-2-5282-16</inkml:trace>
  <inkml:trace contextRef="#ctx0" brushRef="#br0" timeOffset="50567.71">30577 5034 4225 0,'0'0'3967'0,"0"0"-3967"0,0 0 0 16,0 0 0-16,0 0 0 0,0 0 0 15,-15 65 0-15,9-21 0 0,0 9 0 16,4 5 0-16,2 9 0 0,0 3 0 16,0 2 0-16,-2-3 0 15,-4-3 0-15,-1-8 0 0,1-5 0 16,0-11 0-16,2-10 0 0,2-11 0 15,0-12-733-15,-2-7-1740 0,-1-12-2277 0</inkml:trace>
  <inkml:trace contextRef="#ctx0" brushRef="#br0" timeOffset="50675.32">30449 5523 7895 0,'0'0'297'16,"37"-21"-297"-16,-8 15 0 0,-2 2 0 15,0 2 0-15,-1 1 0 16,-1 0 0-16,0 1 0 0,-4-2 0 15,-5 0 0-15,-5 1-117 0,-5-3-3713 0</inkml:trace>
  <inkml:trace contextRef="#ctx0" brushRef="#br0" timeOffset="51252.45">25343 6281 6763 0,'0'0'1356'0,"0"0"-1283"0,-23-43-73 0,11 30 0 16,-5 1 0-16,-1 6 0 0,-3 6 0 15,0 6 0-15,3 11 0 0,-1 10 0 16,3 6 0-16,3 8 0 0,7 5 0 16,4 1 0-16,2 1 0 0,8-1 0 15,7-5 0-15,1-7 0 0,7-10 0 16,0-12 0-16,3-9 0 0,3-11-269 16,-8-5-1079-16,0-11-397 0</inkml:trace>
  <inkml:trace contextRef="#ctx0" brushRef="#br0" timeOffset="51456.27">25457 5951 7831 0,'0'0'361'16,"-21"45"-361"-16,13-10 0 0,-1 3 0 16,1 4 0-16,-2 3 0 15,2 3 0-15,1 0 0 0,5-2 0 16,0-1 0-16,2-3 0 0,0-5 0 15,4-3 0-15,5-6 0 0,-1-11-173 16,0-6-1484-16,0-10-1028 0</inkml:trace>
  <inkml:trace contextRef="#ctx0" brushRef="#br0" timeOffset="51890.15">25593 6264 6987 0,'0'0'920'16,"0"0"-635"-16,0 0-285 0,0 0 0 15,-19 45 0-15,9-17 0 0,0 1 0 16,6-3 0-16,2 0 0 0,2-1 0 16,0-2 0-16,4-4 0 15,2-7 0-15,6-6 0 0,3-6 0 16,-1-5 0-16,5-8 0 0,-3-4 0 16,-1-5 0-16,-3-1 0 15,-1 1 0-15,-5 3 0 0,-2 4 0 16,-2 5 0-16,-2 6 0 0,0 3 0 15,0 1 0-15,0 1 0 0,0 10 0 16,0 7 0-16,0 9 0 0,0 5 0 16,-2 5 0-16,0 4 0 0,-2 4 0 15,0 4 0-15,-5 3 0 0,-1 1 0 16,-7 4 0-16,-1 0 0 0,-7 1 0 16,-4 0 0-16,-2-3 0 15,-2-9 0-15,6-8 0 0,4-13 0 16,9-11 0-16,4-9 0 0,5-9 0 15,5-17 0-15,3-15 0 0,5-16 0 16,4-13 0-16,5-9 0 16,-1 1 0-16,9 4 0 0,6 11 0 15,2 10 0-15,-2 8 0 0,-4 6 0 16,-8 4-721-16,-5 12-1716 0,-1-1-60 0</inkml:trace>
  <inkml:trace contextRef="#ctx0" brushRef="#br0" timeOffset="52248.29">25870 6364 6723 0,'0'0'652'15,"0"0"-260"-15,-4 45-296 0,8-23-32 16,0 2 16-16,0-5-24 0,-2-2 73 15,0-4-129-15,-2-4 0 0,2-5 0 16,1-2 0-16,-1-1 0 0,0-1 0 16,4-11 0-16,6-14 0 15,5-10 0-15,-1-4 0 0,3-3 0 16,-5 4 0-16,1 3 0 0,-1 1 0 16,3 8 0-16,-5 9 0 15,-3 8 0-15,-5 6 0 0,0 8 0 16,4 13 0-16,0 14 0 0,-1 10 0 15,-1 7 0-15,-4-1 0 0,0-6 0 16,-2-2 0-16,4-4 0 0,2-8 0 16,5-3 0-16,-1-6 0 0,0-7 0 15,-1-6-801-15,-5-5-864 0,0-7-3861 0</inkml:trace>
  <inkml:trace contextRef="#ctx0" brushRef="#br0" timeOffset="52650.56">26335 6300 4786 0,'0'0'804'16,"0"0"-132"-16,0 0 209 0,10-35-433 15,-12 31-60-15,-6 0-175 0,-4 1-213 16,-9 3 0-16,-2 5 0 0,1 10 0 16,1 5 0-16,0 7 0 15,-4 5 0-15,3 4 0 0,3 1 0 16,7-2 0-16,3-5 0 0,9-3 0 15,7-5 0-15,5-3 0 0,2-8 0 16,5-5 0-16,0-6 0 0,3-4 0 16,-1-7 0-16,-2-5 0 0,1-4 0 15,1-2 0-15,-4 0 0 0,-1-1 0 16,-6 1 0-16,1 4 0 0,-5 4 0 16,-4 7 0-16,0 3 0 0,-2 4 0 15,0 2 0-15,2 8 0 16,0 7 0-16,0 3 0 0,2 1 0 15,1-3 0-15,-3-4 0 0,-2 1 0 16,2-3 0-16,-2 1 0 16,0 0 0-16,0 3 0 0,0 1 0 15,0 1 0-15,0-3 0 0,0-4 0 16,8-2-25-16,4-5-303 0,7-4 40 16,2 0 84-16,-1-11-272 15,-3-1-253-15,-3-4-575 0</inkml:trace>
  <inkml:trace contextRef="#ctx0" brushRef="#br0" timeOffset="53145.82">26550 6326 2885 0,'0'0'3649'0,"0"0"-2672"16,0 0-296-16,0 0-681 0,0 44 0 15,0-19 0-15,-2 4 0 0,0 0 0 16,-2-2 0-16,2-3 0 0,2-2 0 16,0-4 0-16,0-5 0 15,0-3 0-15,2-6 0 0,0-2 0 16,0-2 0-16,2-2 0 0,6-8 0 16,3-13 0-16,1-4 0 15,1-6 0-15,1-1 0 0,-1 5 0 16,-1 2 0-16,-1 5 0 0,-5 7 0 15,-2 8 0-15,-4 6 0 0,-2 2 0 16,0 8 0-16,-2 10 0 0,2 3 0 16,-4 4 0-16,2-3 0 0,2-2 0 15,0-3 0-15,4-3 0 0,-2-5 0 16,2-3 0-16,-2-4 0 0,2-3 0 16,1 0 0-16,1-6 0 0,2-9 0 15,2-3 0-15,1-4 0 16,1-2 0-16,1 2 0 0,1 1 0 15,0 2 0-15,1 5 0 0,-1 4 0 16,-1 5 0-16,-1 5 0 0,1 5 0 16,-5 10 0-16,0 8 0 15,-4 5 0-15,-4 5 0 0,2 0 0 16,-2-1 0-16,2-6 0 0,3-4 0 16,-1-5 0-16,2-8 0 15,-2-3-1465-15,0-6-868 0</inkml:trace>
  <inkml:trace contextRef="#ctx0" brushRef="#br0" timeOffset="53302.22">27026 6508 3417 0,'0'0'4578'0,"-19"55"-4381"0,9-27-197 0,5 0 0 0,-1-4 0 16,6-2 0-16,0-7 0 15,6-3 0-15,5-9 0 0,-1-3-1245 16,-2-5-3241-16</inkml:trace>
  <inkml:trace contextRef="#ctx0" brushRef="#br0" timeOffset="53410.61">27236 6046 7659 0,'0'0'533'16,"0"0"-533"-16,0 0 0 0,0 0 0 15,0 0 0-15,0 0 0 16,0 0-325-16,0 0-839 0,25 38-2438 0</inkml:trace>
  <inkml:trace contextRef="#ctx0" brushRef="#br0" timeOffset="53631.36">27331 6395 7619 0,'0'0'573'15,"-39"21"-573"-15,14-1 0 0,1 6 0 16,-3 9 0-16,4 6 0 0,2 4 0 15,11-3 0-15,8-2 0 0,10-7 0 16,15-6 0-16,8-3 0 16,10-8 0-16,11-7 0 0,6-7 0 15,10-4 0-15,2-10 0 0,5-6 0 16,-17 2 0-16,-1-2-2986 0</inkml:trace>
  <inkml:trace contextRef="#ctx0" brushRef="#br0" timeOffset="54069.41">28702 6488 6222 0,'0'0'529'0,"-19"-32"-57"0,3 18 244 16,-5 6-463-16,0 3-253 0,1 4 0 16,-3 2 0-16,2 11 0 0,5 7 0 15,-1 6 0-15,7 6 0 0,2 4 0 16,2 0 0-16,3-1 0 0,3-5 0 16,7-5 0-16,5-5 0 15,3-7 0-15,5-6 0 0,7-6 0 16,0-12 0-16,2-8 0 0,-2-8-65 15,-2-7-1283-15,-7 6-325 0,-5-3-908 16</inkml:trace>
  <inkml:trace contextRef="#ctx0" brushRef="#br0" timeOffset="54258.52">28853 6027 3593 0,'0'0'4030'0,"0"0"-3461"15,0 0-569-15,0 0 0 16,0 0 0-16,-27 61 0 0,15-13 0 15,-5 8 0-15,1-1 0 0,1 4 0 16,3 1 0-16,-1-3 0 0,9-4 0 16,2-4 0-16,2-4 0 0,6-7 0 15,7-6 0-15,3-6 0 0,9-8-105 16,4-10-987-16,6-9-33 0,-8-6-1680 16,0-7-24-16</inkml:trace>
  <inkml:trace contextRef="#ctx0" brushRef="#br0" timeOffset="54550.34">29060 6498 1644 0,'0'0'2874'15,"-13"-53"-557"-15,-1 21-1297 0,-1 4-683 16,-3 5-337-16,1 4 0 0,5 10 0 16,1 6 0-16,5 2 0 15,2 3 0-15,-4 11 0 0,-5 9 0 16,1 8 0-16,0 5 0 0,1 1 0 16,3-4 0-16,2-2 0 15,4-3 0-15,2-6 0 0,6-4 0 16,4-6 0-16,3-4 0 0,7-7 0 15,1-5 0-15,4-10 0 0,0-3 0 16,-5-3 0-16,-1-1 0 0,-7 3 0 16,-1 1 0-16,-5 7 0 0,-4 5 0 15,-2 3 0-15,0 3 0 0,0 6 0 16,0 7 0-16,-4 11 0 0,0 3 0 16,2-1 0-16,2-2 0 0,0-10 0 15,6-5 0-15,6-5 0 16,3-5 0-16,5-8 0 0,1-11-121 15,-7 2-2440-15,1-6-304 0</inkml:trace>
  <inkml:trace contextRef="#ctx0" brushRef="#br0" timeOffset="54735.29">29320 5997 7787 0,'0'0'405'0,"0"0"-405"15,0 0 0-15,0 0 0 16,0 0 0-16,-19 37 0 0,13 8 0 15,-2 9 0-15,0 3 0 0,1 2 0 16,1 1 0-16,2 1 0 0,2-2 0 16,-4-6 0-16,0-3 0 0,-1-9 0 15,1-6 0-15,2-9 0 0,-2-11 0 16,2-7-1882-16,-2-8-1559 0</inkml:trace>
  <inkml:trace contextRef="#ctx0" brushRef="#br0" timeOffset="55142.48">29165 6372 3269 0,'0'0'4074'0,"0"0"-3662"0,0 0 25 16,50 19-437-16,-32-11 0 15,-1 0 0-15,-1-3 0 0,-1-1 0 16,-1-3 0-16,1-1 0 0,-1-3 0 16,3-3-233-16,-3-4-803 15,3 1 171-15,-1-1 261 0,-1 1 308 16,-1-1 288-16,-1 1 8 0,-3 2 228 15,-2 3 168-15,-4-1 120 0,-2 4 425 16,-2-1-405-16,0 2-111 0,-8 0-425 16,-10 10 0-16,-5 7 0 0,-2 6 0 15,2 5 0-15,7 2 0 0,1 1 0 16,7-1 0-16,6 1 0 0,2-5 0 16,4-2 0-16,6-5 0 15,7-7 0-15,4-5 0 0,1-6 0 16,5-4 0-16,0-5 0 0,0-2 0 15,-2-1 0-15,-7-1 0 0,-1 0 0 16,-9 5 0-16,0 1 0 0,-3 1 0 16,-1 4 0-16,-2 1 0 15,4 2 0-15,2 9 0 0,3 7 0 16,3 5 0-16,1-2 0 0,-3-4 0 16,-2-6 0-16,3-6 0 15,-1-3 0-15,-6-2-657 0,3-2-5098 0</inkml:trace>
  <inkml:trace contextRef="#ctx0" brushRef="#br1" timeOffset="90478.26">13004 13102 2673 0,'0'0'2741'0,"0"0"-1853"16,0 0 53-16,0 0-229 0,0 0-475 15,0 0-237-15,0 0 0 0,0 0 0 16,0 0 0-16,-10-6 0 16,10 11 0-16,0 7 0 0,0 11 0 15,4 8 0-15,-2 10 0 0,2 8 0 16,-4 3 0-16,0 11 0 15,0 3 0-15,0 4 0 0,0 4 0 16,0 3 0-16,0 3 0 0,4 2 0 16,-2 1 0-16,-2-2 0 0,5-2 0 15,-1-2 0-15,-2 0 0 0,-2 2 0 16,0 1 0-16,-2-3 0 0,-2-1 0 16,-1-5 0-16,-1-4 0 0,0-8 0 15,-2-6 0-15,6-4 0 16,-2-9 0-16,-3-7 0 0,7-8 0 15,-4-7 0-15,4-6 0 0,0-6 0 16,-2-4 0-16,2-1 0 0,0-1 0 16,0-5 0-16,0 0-1041 0,0-11-988 15</inkml:trace>
  <inkml:trace contextRef="#ctx0" brushRef="#br1" timeOffset="91051.43">13050 14903 2024 0,'0'0'76'0,"0"0"2322"0,0 0-1434 0,0 0-108 0,0 0 365 16,-35-23-617-16,24 20-555 0,5 3-49 16,2 0 0-16,0 0 0 0,2 0 0 15,2-1 0-15,0 1 0 16,0 0 0-16,10 3 0 0,13 6 0 15,18 4 0-15,17 2 0 0,10 1 0 16,7-3 0-16,11-5 0 16,10-3 0-16,13-5 0 0,9 0 0 0,6-5 0 15,2-1 0-15,-8 0 0 0,-4 2 0 16,-9-1 0-16,-10 3 0 16,-16 2 0-16,-11 0 0 0,-10 3 0 15,-11 3 0-15,-16 1 0 0,-10-2 0 16,-15 1 0-16,-2-4 0 15,-8-2-93-15,-2 0-1319 0,-19-6-3519 0</inkml:trace>
  <inkml:trace contextRef="#ctx0" brushRef="#br1" timeOffset="91640.97">13021 13121 4638 0,'0'0'352'0,"35"-5"88"0,-2-1 837 0,2 0-645 15,17 0-52-15,6-1-307 0,6-1-273 16,14-2 0-16,7 2 0 15,8-1 0-15,4 4 0 0,7 0 0 16,5 0 0-16,3 3 0 0,10-3 0 16,8 0 0-16,6-2 0 0,-3 0 0 15,-7 1 0-15,-6 3 0 0,-19 2 0 16,-18 1 0-16,-25 2-269 0,-23 0-1536 16,-17 1-1328-16</inkml:trace>
  <inkml:trace contextRef="#ctx0" brushRef="#br1" timeOffset="92123.44">14964 13066 5646 0,'0'0'808'16,"-6"37"233"-16,2-6-344 0,-3 6-697 15,-3 7 0-15,6 9 0 0,-2 2 0 16,6 7 0-16,0 2 0 16,10 7 0-16,0 7 0 0,3 9 0 15,-3 11 0-15,-6 8 0 0,-4 5 0 16,4 4 0-16,-4-1 0 15,0-3 0-15,0-3 0 0,0-11 0 0,0-5 0 16,2-10 0-16,-2-13 0 16,5-7 0-16,-5-11 0 0,0-12 0 15,-5-9 0-15,5-9 0 0,-2-11-961 16,-2-7-592-16,0-5-972 0</inkml:trace>
  <inkml:trace contextRef="#ctx0" brushRef="#br1" timeOffset="92528.34">14999 14929 6190 0,'0'0'913'16,"0"0"-217"-16,-56 34-303 16,25-19-393-16,-8 4 0 0,-13 1 0 0,-6 3 0 15,-4-4 0-15,-2-9 0 0,-4-8 0 16,0-12 0-16,10-8 0 16,17-9-77-16,14 6-2280 0,12-1-2165 15</inkml:trace>
  <inkml:trace contextRef="#ctx0" brushRef="#br1" timeOffset="93657.26">13393 11717 4782 0,'0'0'1004'0,"0"0"277"0,0 0-557 16,0 0-323-16,0 0-401 0,0 0 0 15,-33 55 0-15,22-13 0 0,3 11 0 16,6 5 0-16,2 4 0 16,0 8 0-16,2 5 0 0,2 3 0 15,3 2 0-15,-3-2 0 0,2-2 0 16,-6-4 0-16,4-1 0 0,-2-7 0 16,2-7 0-16,-4-7 0 0,4-12 0 15,3-10 0-15,-3-5 0 0,-2-11 0 16,-2-4 0-16,4-4 0 0,-4-4 0 15,0-2-105-15,0-7-375 0,-6-10-568 16,-5-6 163-16,-3-7-175 16,1 1 63-16,-7-1 997 0,-5 1 652 15,2 10 789-15,3 8-617 0,-1 8-147 16,11 5 304-16,-1 10-981 16,1 5 0-16,0 9 0 0,3 6 0 15,3 4 0-15,4 0 0 0,6-1 0 16,5 1 0-16,3-2 0 0,3-4 0 15,-1-3 0-15,5-7 0 16,-2-4 0-16,-3-7 0 0,1-6 0 0,-3-1 0 16,-8-6 0-16,1-8 0 15,-3-8 0-15,2-9 0 0,-2-9 0 16,6-8 0-16,3-6 0 0,5-4 0 16,5 3 0-16,4 1 0 0,-2 7 0 15,2 8 0-15,0 3 0 0,-3 7 0 16,-7 7-1950-16,-1 1-3772 0</inkml:trace>
  <inkml:trace contextRef="#ctx0" brushRef="#br1" timeOffset="94302.17">14313 11703 6182 0,'0'0'1053'0,"0"0"-401"0,0 0-347 0,0 0-305 0,-42 60 0 0,36-7 0 16,0 10 0-16,6 5 0 15,6 3 0-15,0 5 0 0,9 4 0 16,-1 1 0-16,3 5 0 0,-1-5 0 16,1-5 0-16,2-2 0 15,-7-10 0-15,-2-7 0 0,-4-7 0 16,-1-10 0-16,-5-7 0 0,0-8 0 15,-5-7 0-15,-1-8 0 16,-4-2 0-16,-7-7 0 0,1-5 0 16,-9-7 0-16,4-5 0 0,-5-7 0 15,-1-1 0-15,-4-4 0 0,0-1 0 16,0-2 0-16,8 2 0 0,6 9 0 16,9 6 0-16,6 8 0 0,2 3 0 15,0 3 0-15,0 4 0 0,2 11 0 16,2 14 0-16,7 8 0 0,-1 3 0 15,2-1 0-15,7-7 0 0,2 0 0 16,-3-4 0-16,7-3 0 16,2-5 0-16,0-5 0 0,-2-7 0 15,-3-6 0-15,-1-4 0 0,0-11 0 16,-7-8 0-16,3-8 0 16,-7-7 0-16,-4-6 0 0,2-1 0 15,-1 0 0-15,3 3 0 0,7 2 0 16,3 4 0-16,5 7-669 0,-6 9-1144 15,-1 6-1260-15</inkml:trace>
  <inkml:trace contextRef="#ctx0" brushRef="#br1" timeOffset="94767.12">13383 15299 3909 0,'0'0'2353'0,"0"0"-880"0,0 0-1016 0,0 0-457 0,0 0 0 15,-27 73 0-15,12-16 0 16,-1 12 0-16,5 5 0 0,11-2 0 15,0 5 0-15,4 3 0 0,3 4 0 16,-1 1 0-16,2 2 0 0,-6-1 0 16,2-7 0-16,0-9 0 0,-4-12 0 15,0-16 0-15,3-15 0 16,-3-15 0-16,0-12-1073 0,0-6-1004 16,0-20-1709-16</inkml:trace>
  <inkml:trace contextRef="#ctx0" brushRef="#br1" timeOffset="94954.66">13261 15372 6482 0,'0'0'609'0,"0"0"-333"0,0 0 428 16,0 0-583-16,0 0-121 0,0 0 0 16,0 0 0-16,0 0 0 0,6 54 0 15,21-26 0-15,10 1 0 16,4 1 0-16,1 0 0 0,1 0 0 15,-2 2 0-15,-3 0 0 0,-3-1 0 16,-13 1 0-16,-1-5 0 0,-13-2-265 16,-6-8-2540-16,-2-9-697 0</inkml:trace>
  <inkml:trace contextRef="#ctx0" brushRef="#br1" timeOffset="95169.28">13356 15368 7315 0,'-42'22'856'0,"5"6"-835"0,-6 7-21 15,-7 3 0-15,7 5 0 0,-1-2 0 16,3-1 0-16,10-7 0 0,10-11 0 16,7-6 0-16,12-11 0 15,8-5-441-15,10-12-699 0,-1-1-137 16,12-17-3073-16</inkml:trace>
  <inkml:trace contextRef="#ctx0" brushRef="#br1" timeOffset="95552.15">14149 15507 6919 0,'0'0'1273'0,"0"0"-1273"0,0 0 0 16,0 0 0-16,0 0 0 0,7 70 0 15,1-5 0-15,-2 13 0 16,9 5 0-16,-3-5 0 0,5 3 0 16,1 2 0-16,-1-1 0 0,-1-3 0 15,1-8 0-15,-3-11 0 0,3-11 0 16,-3-15 0-16,-1-17 0 15,-5-11 0-15,-2-6-1321 0,-6-15-4394 0</inkml:trace>
  <inkml:trace contextRef="#ctx0" brushRef="#br1" timeOffset="95793.11">14139 15439 6142 0,'0'0'1085'0,"0"0"-505"16,0 0-195-16,0 0-385 0,0 0 0 16,27 51 0-16,-2-19 0 0,2 0 0 15,8 0 0-15,-2-7 0 16,4 0 0-16,-2-3 0 0,-2-3 0 16,-2-2 0-16,-6 2 0 0,-6-3 0 15,-5 0 0-15,-10-3 0 16,-2-3-1069-16,-2-5-632 0</inkml:trace>
  <inkml:trace contextRef="#ctx0" brushRef="#br1" timeOffset="95962.18">14228 15526 7663 0,'-41'30'529'0,"3"-3"-529"16,-3 5 0-16,4-4 0 0,6-2 0 15,4-7 0-15,10-6 0 0,7-7 0 16,6-6-317-16,2 0-1700 0,4-15-2037 16</inkml:trace>
  <inkml:trace contextRef="#ctx0" brushRef="#br1" timeOffset="96629.33">11791 10942 1444 0,'0'0'1325'0,"14"-36"215"0,-12 21-751 0,-2 3-69 16,0 7 533-16,-2 2-365 0,-12 1-655 16,-9 6-233-16,-12 13 0 0,-6 11 0 15,-1 14 0-15,9 6 0 0,6 9 0 16,7 7 0-16,5 5 0 15,13 4 0-15,2 3 0 0,13-1 0 16,1-3 0-16,13-2 0 0,4-11 0 16,6-9 0-16,4-15 0 15,7-13 0-15,6-13 0 0,-3-12-829 16,-9-6-280-16,-1-8-719 0</inkml:trace>
  <inkml:trace contextRef="#ctx0" brushRef="#br1" timeOffset="96889.22">12049 11308 7795 0,'0'0'397'16,"-33"-2"-397"-16,13 12 0 0,3 6 0 16,2 6 0-16,5 4 0 0,0 5 0 15,10 1 0-15,0-1 0 16,10-5 0-16,7-1 0 0,8-5 0 15,1-4 0-15,5-8 0 0,0-6 0 16,-8-3 0-16,2-8 0 0,-11-1 0 16,-1-2 0-16,-9-1 0 15,-4-2 0-15,0-4 0 0,-4-4 0 16,-2-2 0-16,-5-2-57 0,1-7-723 16,6 9-209-16,-2-4-503 0</inkml:trace>
  <inkml:trace contextRef="#ctx0" brushRef="#br1" timeOffset="97309.58">12252 11399 3469 0,'0'37'2633'16,"-4"-4"-1320"-16,4 5-741 0,-7-10-367 16,7-5-205-16,0-10 0 0,0-7 0 15,0-5 0-15,0-2 0 16,0-12 0-16,7-18 0 0,3-8 0 15,0-9 0-15,5 1 0 0,-9 7 0 16,4 2 0-16,-3 8 0 0,-1 9 0 16,-2 8 0-16,-4 7 0 15,0 6 0-15,0 2 0 0,4 9 0 16,-2 8 0-16,2 3 0 0,0 2 0 16,-2 0 0-16,7-4 0 0,-3-1 0 15,0-1 0-15,-2-4 0 0,2-4 0 16,-1-4 0-16,1-3 0 0,-2-3 0 15,2-1 0-15,4-11 0 0,5-9 0 16,4-9 0-16,5-7 0 0,-3 2 0 16,0 8 0-16,-5 7 0 15,-5 10 0-15,-5 5 0 0,-6 5 0 16,4 0 0-16,-4 9 0 0,0 10 0 16,4 12 0-16,-2 7 0 0,-2 0 0 15,0-4 0-15,6-11 0 16,3-5 0-16,3-7 0 0,-2-5-189 15,1-6-1788-15</inkml:trace>
  <inkml:trace contextRef="#ctx0" brushRef="#br1" timeOffset="97712.23">12742 11293 6394 0,'-4'35'893'0,"4"1"-445"0,0 11 9 15,4 1-457-15,0 3 0 0,6 0 0 16,1-1 0-16,-1-1 0 0,0-5 0 15,3-5 0-15,-3-6 0 0,0-7-77 16,1-8-691-16,-5-8-193 16,-2-7-2588-16</inkml:trace>
  <inkml:trace contextRef="#ctx0" brushRef="#br1" timeOffset="98019.3">12709 11193 2465 0,'0'0'3025'15,"0"0"-2237"-15,0 0-183 0,0 0 339 16,-9-38-579-16,20 22-365 0,3-4 0 16,9 0 0-16,8 3 0 0,4 4 0 15,2 6 0-15,5 7 0 0,-9 8 0 16,-2 8 0-16,-6 7 0 0,-13 4 0 15,-6 2 0-15,-6 3 0 0,-6 3 0 16,-11-3 0-16,-3 1 0 0,-1-2 0 16,-6-9 0-16,0-5 0 15,0-8 0-15,3-8 0 0,7-5 0 16,7-8 0-16,6-7 0 0,4-2-149 16,10-4-859-16,0 7-185 0,7 1-396 0</inkml:trace>
  <inkml:trace contextRef="#ctx0" brushRef="#br1" timeOffset="98270.23">13097 11423 2877 0,'0'0'2345'0,"0"0"-1269"15,0 0-543-15,-25-35-1 0,21 8 252 16,4-2-739-16,4-1-45 0,3 1 0 16,7 1 0-16,-4-1 0 15,3 3 0-15,-3 4 0 0,1 1 0 16,-7 7 0-16,2-1 0 0,-2 4 0 16,-4-1 0-16,0 2-1633 0,0-1-1181 0</inkml:trace>
  <inkml:trace contextRef="#ctx0" brushRef="#br1" timeOffset="98549.38">13304 11265 6198 0,'0'0'781'0,"48"-33"-201"0,-24 4 53 15,-1-2-633-15,2-2 0 0,-13 2 0 16,-1 3 0-16,-7 4 0 0,-4 4 0 15,-4 3 0-15,-9 5 0 0,-1 7 0 16,-3 5 0-16,1 6 0 16,-3 12 0-16,3 7 0 0,-5 9 0 0,4 6 0 15,1 3 0-15,5-1 0 16,7-1 0-16,4-3 0 0,9-5 0 16,7-4 0-16,11-7 0 0,6-9 0 15,8-9-913-15,5-4 80 16,-13-5-267-16,4-4-1845 0</inkml:trace>
  <inkml:trace contextRef="#ctx0" brushRef="#br1" timeOffset="98870.08">13738 11092 6538 0,'0'0'1041'15,"0"0"-693"-15,-52-18-83 0,32 18-265 16,-5 5 0-16,2 5 0 0,-4 2 0 15,3 2 0-15,3 4 0 0,8-1 0 16,5 0 0-16,8-1 0 0,4-2 0 16,13-3 0-16,4-2 0 0,14-3 0 15,-2-2 0-15,8-3 0 16,2-1 0-16,-7 0 0 0,1 0 0 16,-14 2 0-16,-3 1 0 0,-1 2 0 15,-13-1 0-15,-2 3 0 16,-4 5 0-16,-8 3 0 0,-2 2 0 15,-7-2 0-15,0-2 0 0,1-2 0 16,-9-3 0-16,4-3 0 0,5-2 0 16,-1-1 0-16,7-2 0 15,2 0-377-15,6 0-479 0,2 0-1409 16,0-2-757-16</inkml:trace>
  <inkml:trace contextRef="#ctx0" brushRef="#br1" timeOffset="99308.41">14232 11032 5202 0,'0'0'1036'0,"0"0"-263"0,-29-36 408 0,13 28-1181 16,-1 5 0-16,-8 4 0 15,3 6 0-15,-3 5 0 0,-2 4 0 16,6 2 0-16,5 0 0 0,1 0 0 16,5-1 0-16,8-2 0 0,8 0 0 15,8-1 0-15,9-3 0 0,4 0 0 16,4-1 0-16,6-3 0 0,-2-1 0 15,-1 0 0-15,-3-1 0 0,-5 1 0 16,-5 0 0-16,-11-1 0 0,-1-1 0 16,-9 4 0-16,-4 3 0 0,-11 7 0 15,-6 2 0-15,-8-1 0 16,-6-2 0-16,4-2 0 0,0-6 0 16,-2-2 0-16,6-5 0 0,7-3 0 15,5-6 0-15,9-3-461 16,6-5-487-16,0 5-1321 0,10-3-469 0</inkml:trace>
  <inkml:trace contextRef="#ctx0" brushRef="#br1" timeOffset="99465.15">14437 11123 7711 0,'0'0'481'0,"-21"55"-481"15,13-23 0-15,-3 2 0 0,5-2 0 16,2-4 0-16,4-3 0 0,0-7 0 15,8-4 0-15,-1-6 0 0,-1-5 0 16,2-3 0-16,-6-1-981 0,-2-10-1969 16</inkml:trace>
  <inkml:trace contextRef="#ctx0" brushRef="#br1" timeOffset="99563.44">14476 10822 908 0,'0'0'6167'0,"0"0"-5075"16,0 0-1067-16,0 0-25 15,0 0 0-15,0 0 0 0,0 0 0 16,41 30-729-16,-26-15-2477 0</inkml:trace>
  <inkml:trace contextRef="#ctx0" brushRef="#br1" timeOffset="99838.23">14699 11089 6647 0,'0'0'1212'0,"0"0"-879"0,0 0-333 15,-39-22 0-15,29 21 0 0,-3 2 0 16,-3 10 0-16,1 5 0 0,1 7 0 16,3 6 0-16,5 3 0 0,0 0 0 15,6 0 0-15,6-3 0 16,5-4 0-16,-1-2 0 0,6-6 0 16,5-5 0-16,-4-4 0 0,3-7 0 15,1-5 0-15,0-9 0 16,-1-8 0-16,-3-5 0 0,-3 0 0 15,-3-3 0-15,-5 0 0 0,-6-2-73 16,0 0-599-16,-6 2-761 0,0 8-183 16,1 6-806-16</inkml:trace>
  <inkml:trace contextRef="#ctx0" brushRef="#br1" timeOffset="100089.46">14786 11269 2957 0,'0'0'2585'15,"-16"34"-1909"-15,9-23 25 0,7-8 99 16,0-3-548-16,0-3-60 0,13-11-163 16,7-12-29-16,9-7 0 15,0-4 0-15,6 2 0 0,-1 6 0 16,-3 4 0-16,0 6 0 0,0 8 0 16,-9 9 0-16,-3 7 0 0,-7 11 0 15,-1 9 0-15,-3 5 0 0,-6 5 0 16,-2 1 0-16,-2-1 0 15,-2-1 0-15,0-5 0 0,4-6 0 16,0-8 0-16,0-8-1766 0,0-7-4324 0</inkml:trace>
  <inkml:trace contextRef="#ctx0" brushRef="#br1" timeOffset="104468.49">18315 12985 2156 0,'0'0'2538'16,"0"0"-1658"-16,0 0-196 0,0 0 269 16,0 0-425-16,0 0-124 0,0 0-355 15,0 0-49-15,0 0 0 0,2-25 0 16,-4 39 0-16,2 10 0 0,-4 11 0 15,4 5 0-15,0 3 0 16,0 1 0-16,4 2 0 0,-4 2 0 16,2 1 0-16,0 0 0 0,0 1 0 15,-2-1 0-15,4 0 0 0,-2 2 0 16,0 0 0-16,0 2 0 16,2-1 0-16,-2 2 0 0,3 1 0 15,1 2 0-15,-2 0 0 0,8 1 0 16,-3-2 0-16,1-2 0 0,-4 0 0 15,4-2 0-15,-3-2 0 0,-3-2 0 16,6-2 0-16,-6-3 0 16,-2 0 0-16,5-2 0 0,-5-1 0 15,0-4 0-15,-2 2 0 0,0-3 0 16,0-1 0-16,0-1 0 0,0 2 0 16,0-2 0-16,-2-1 0 0,-3-4 0 15,1-4 0-15,0-5 0 16,-2-7 0-16,4-5 0 0,-2-5 0 15,4-2 0-15,-4 0 0 0,2-10 0 16,-3-9-689-16,5-2-1332 0,0-2-1621 16</inkml:trace>
  <inkml:trace contextRef="#ctx0" brushRef="#br1" timeOffset="105013.45">18492 14870 868 0,'0'0'12'16,"0"0"-12"-16,0 0 132 0,0 0 56 0,0 0 260 15,0 0 4-15,-20-38 1485 0,5 34-364 16,5 0-701-16,-2 2-127 0,3 2 220 16,5 0-965-16,2 0 0 0,-2 0 0 15,2 0 0-15,-2 0 0 16,4 0 0-16,10 3 0 0,11 8 0 15,12 3 0-15,8 1 0 0,11 0 0 16,0 0 0-16,1-3 0 16,1-3 0-16,4 0 0 0,0-4 0 0,-7-2 0 15,-5-3 0-15,-13 0 0 16,-2-1 0-16,-14-4 0 0,-7 2-513 16,-6-8-1596-16</inkml:trace>
  <inkml:trace contextRef="#ctx0" brushRef="#br1" timeOffset="105528.32">18263 12913 5354 0,'0'0'1140'0,"0"0"-511"0,0 0 27 15,0 0-296-15,37 13-307 0,-6 1-53 16,6 1 0-16,1-6 0 16,7-2 0-16,3-6 0 0,5-1 0 15,5-1 0-15,-2-4 0 0,-2 2 0 16,-7-2 0-16,-9 1 0 16,-7 1 0-16,-7-1 0 0,-11 1 0 15,-3 1-957-15,-6-1-2957 0</inkml:trace>
  <inkml:trace contextRef="#ctx0" brushRef="#br1" timeOffset="106023.67">18879 12979 5030 0,'0'0'920'0,"0"0"-3"16,0 0 303-16,0 0-1115 16,0 0-105-16,0 0 0 0,0 0 0 15,0 0 0-15,0 0 0 0,0 0 0 16,-6 18 0-16,2 13 0 0,4 7 0 15,0 5 0-15,2 3 0 16,0 6 0-16,2 6 0 0,0 5 0 16,-2 3 0-16,2 1 0 0,-2 1 0 15,0 1 0-15,0 4 0 0,-2 2 0 16,0 1 0-16,5 3 0 0,-5-1 0 16,4-2 0-16,-2-1 0 0,4-5 0 15,-2 0 0-15,2-1 0 16,3-4 0-16,-7 2 0 0,4-4 0 15,-6-3 0-15,0-4 0 0,0-2 0 16,0-4 0-16,2-1 0 16,0-4 0-16,-2-7 0 0,0-4 0 0,4-7 0 15,-2-7 0-15,-2-8 0 16,2-5 0-16,-2-7 0 0,0-2 0 16,0-13 0-16,0-17 0 0,2 0 0 15,-2-9-1798-15</inkml:trace>
  <inkml:trace contextRef="#ctx0" brushRef="#br1" timeOffset="107175.21">22182 13122 4478 0,'0'0'680'0,"0"0"60"16,0 0 321-16,0 0-553 0,0 0-144 16,0 0-3-16,0 0-361 0,0 0 0 15,0 0 0-15,0 0 0 0,-10 69 0 16,14-19 0-16,0 7 0 16,-2 3 0-16,-2 5 0 0,4 4 0 15,-4 4 0-15,-4 5 0 0,4 4 0 16,-6 4 0-16,2 3 0 0,2 1 0 15,0 0 0-15,2-2 0 16,0 2 0-16,2 3 0 0,0 2 0 16,2 2 0-16,2-1 0 0,-2-6 0 15,1-7 0-15,-1-6 0 0,-4-10 0 16,2-9 0-16,-2-10 0 0,-2-10 0 16,0-12 0-16,-3-9 0 0,3-10 0 15,-2-6 0-15,4-1 0 16,-2-3 0-16,0-9 0 0,-4-11 0 15,2-6-1377-15,-2 0-340 0,4-3-636 0</inkml:trace>
  <inkml:trace contextRef="#ctx0" brushRef="#br1" timeOffset="107641.38">22205 13171 4169 0,'0'0'1061'16,"0"0"-193"-16,0 0 285 0,0 0-501 15,0 0-363-15,12-34-289 16,-3 31 0-16,5 2 0 0,11 2 0 16,8 6 0-16,13 3 0 0,1 4 0 15,3 1 0-15,1-1 0 0,1 0 0 16,0 1 0-16,-5-4 0 0,-7 0 0 16,-7-1 0-16,-15-3 0 0,-7-1-1081 15,-3-3-948-15,-6-3-740 0</inkml:trace>
  <inkml:trace contextRef="#ctx0" brushRef="#br1" timeOffset="108120.53">22745 13236 5386 0,'0'0'1289'0,"0"0"-377"16,0 0-307-16,0 0-605 0,0 0 0 15,-17 40 0-15,15-7 0 0,-2 9 0 16,0 8 0-16,2 4 0 16,-3 7 0-16,1 6 0 0,2 7 0 15,2 8 0-15,0 7 0 0,2 6 0 16,5 1 0-16,1-3 0 15,0-2 0-15,-4-3 0 0,4-1 0 16,-5-3 0-16,-3-4 0 0,0-9 0 16,-3-7 0-16,-5-11 0 0,-4-8 0 15,-3-10 0-15,-5-13 0 0,-1-11-377 16,7-9-1220-16,-5-4-924 0</inkml:trace>
  <inkml:trace contextRef="#ctx0" brushRef="#br1" timeOffset="108852.51">22732 14730 3161 0,'0'0'1785'0,"-6"36"-233"0,2-9-803 15,2 5-93-15,0 7-367 0,0 6-289 16,-5 5 0-16,3 0 0 0,-2-2 0 15,4-1 0-15,2-7 0 16,0-1 0-16,2-7 0 0,2-7 0 16,2-5 0-16,-1-7 0 0,-1-7-1986 15,0-3-135-15,0-7-1728 0</inkml:trace>
  <inkml:trace contextRef="#ctx0" brushRef="#br1" timeOffset="109318.21">22302 15175 5082 0,'0'0'1224'0,"0"0"-103"0,0 0-356 15,64 12-765-15,-12-9 0 0,12 0 0 16,2-3 0-16,-6-3 0 15,2 1 0-15,-2-3 0 0,-8-2 0 16,-7-4 0-16,-16 1 0 0,-14-7-2850 0</inkml:trace>
  <inkml:trace contextRef="#ctx0" brushRef="#br2" timeOffset="114115.41">17643 12624 2341 0,'0'0'2097'0,"0"0"-1209"15,0 0 465-15,0 0-573 0,0 0-176 16,0 0-475-16,0 0-129 16,0 0 0-16,-4-19 0 0,8 20 0 15,12 5 0-15,15 1 0 0,13 4 0 16,8-2 0-16,5 0 0 0,-5-5 0 15,0 1 0-15,-9-4 0 0,-2-1 0 16,-5 0 0-16,-14 0 0 16,-1 0 0-16,-11 0 0 0,-3-1 0 15,-1-1-1201-15,-4-2-532 0</inkml:trace>
  <inkml:trace contextRef="#ctx0" brushRef="#br2" timeOffset="115204.93">18193 12663 3669 0,'0'0'1225'0,"0"0"-481"0,0 0 373 0,0 0-601 0,0 0-60 0,0 0 9 16,0 0-465-16,0 0 0 16,0 0 0-16,0 0 0 0,0-6 0 15,0 6 0-15,0 0 0 0,0 0 0 16,-2 0 0-16,2 4 0 16,0 3 0-16,-2 3 0 0,2 5 0 15,0 0 0-15,0-2 0 0,0 0 0 16,0 0 0-16,2-1 0 0,-2 0 0 15,0-1 0-15,0 0 0 16,0 0 0-16,0 1 0 0,0 2 0 16,0-1 0-16,0 2 0 0,0 1 0 15,2 1 0-15,-2 0 0 0,0 3 0 16,0-1 0-16,-2-1 0 0,2 3 0 16,0-1 0-16,0-1 0 0,0 2 0 15,0-2 0-15,0 0 0 0,0 0 0 16,0 0 0-16,0 0 0 0,0 1 0 15,0-1 0-15,-2-1 0 16,-3-2 0-16,5 0 0 0,-2-2 0 16,2 0 0-16,0 2 0 0,0-2 0 15,0 1 0-15,0 1 0 0,2-1 0 16,-2 4 0-16,0 1 0 16,0 1 0-16,0 1 0 0,0 1 0 15,0 0 0-15,0-2 0 0,0 1 0 16,0-2 0-16,0 0 0 0,0 0 0 15,0 0 0-15,0 2 0 16,0-2 0-16,0 1 0 0,5 0 0 16,-3 1 0-16,0 0 0 0,0 1 0 15,2 1 0-15,0 0 0 0,-2 2 0 16,-2 0 0-16,4 1 0 0,-4 1 0 16,2-2 0-16,-2 1 0 0,0 0 0 15,0 1 0-15,4-2 0 0,-4 0 0 16,0 0 0-16,5-3 0 15,-3-2 0-15,-2 0 0 0,0 1 0 16,0-2 0-16,0 0 0 0,0-1 0 16,0 0 0-16,0 0 0 0,-2 1 0 15,-3 0 0-15,1 2 0 16,4 0 0-16,-2 2 0 0,-2-1 0 16,4 1 0-16,0-2 0 0,0-1 0 15,0 0 0-15,0-2 0 0,-2 0 0 16,2 0 0-16,0 0 0 15,-2 0 0-15,2-1 0 0,-2 3 0 0,2-2 0 16,-4 2 0-16,4 1 0 16,-2 0 0-16,0 1 0 0,0 1 0 15,-3 1 0-15,5 0 0 0,-2 2 0 16,0 1 0-16,0-2 0 0,2 0 0 16,-4-3 0-16,4-3 0 0,0-2 0 15,0-2 0-15,4-2 0 16,-4-2 0-16,2-1 0 0,-2-4 0 15,0-3 0-15,0-1 0 0,0-3 0 16,0 0 0-16,0-6 0 16,0-7 0-16,0 0-813 0,-2-12-1948 0</inkml:trace>
  <inkml:trace contextRef="#ctx0" brushRef="#br2" timeOffset="116973.31">18284 15043 1428 0,'0'0'829'0,"0"0"255"16,0 0 33-16,0 0-253 0,0 0-112 16,0 0 217-16,0 0-441 0,0 0-120 15,0 0-195-15,0 0-213 16,-27-23 0-16,27 21 0 0,0 2 0 16,2 0 0-16,2 0 0 0,6 0 0 15,7 4 0-15,4 1 0 0,3 1 0 16,3 0 0-16,-2 1 0 0,2 0 0 15,2 0 0-15,6 0 0 16,2-1 0-16,0 0 0 0,9-1 0 16,1-1 0-16,-3 0 0 0,3-2 0 15,-1 1 0-15,-3-2 0 0,5 1 0 16,-3-1 0-16,3 2 0 0,-5-1 0 16,3 3 0-16,-3-3 0 0,-2 2 0 15,1-1 0-15,-1 2 0 16,-2 0 0-16,5 0 0 0,-1-2 0 15,3 2 0-15,-1-3 0 0,5 2 0 16,-1-2 0-16,1 2 0 0,2-2 0 16,-5 0 0-16,1 0 0 0,-1-1 0 15,-1 0 0-15,-5-1 0 16,1 0 0-16,-3 2 0 0,2 1 0 16,0-2 0-16,-1 0 0 0,1-1 0 15,-2 4 0-15,-1-2 0 0,-1-1 0 16,-4 2 0-16,4-1 0 15,-6 2 0-15,4-1 0 0,-4 2 0 16,-2 0 0-16,0-1 0 0,-2 1 0 16,0 0 0-16,0 0 0 0,4-1 0 15,0-1 0-15,2-1 0 0,4-2 0 16,2 0 0-16,-2 0 0 0,1 0 0 16,1 0 0-16,0 0 0 15,1 0 0-15,-1 0 0 0,0 0 0 16,0 0 0-16,-1 0 0 0,1 0 0 15,-2 0 0-15,-2-1 0 0,2 1 0 16,3-1 0-16,-3-1 0 0,0 2 0 16,-4 0 0-16,2 0 0 0,-2 0 0 15,0 0 0-15,3 0 0 0,-1 2 0 16,-2-2 0-16,4 0 0 16,4 0 0-16,-3-2 0 0,7 0 0 15,3 1 0-15,1-3 0 0,1 4 0 16,-3-1 0-16,-1 1 0 15,-1 0 0-15,3 0 0 0,-5 0 0 16,3 0 0-16,-5 0 0 0,2 0 0 16,3 4 0-16,-3 0 0 0,5 1 0 15,-3 0 0-15,-1 1 0 0,-1-1 0 16,-1-1 0-16,-5 1 0 0,-2 1 0 16,0-1 0-16,-2 1 0 0,-4-3 0 15,0 2 0-15,-2 0 0 16,-2-2 0-16,-3 1 0 0,-1-2 0 15,-4 1 0-15,-7-2 0 0,-2 0 0 16,-6 0 0-16,2-1 0 0,-2 0 0 16,-2-3-301-16,0-2-811 0,-6-13-745 15</inkml:trace>
  <inkml:trace contextRef="#ctx0" brushRef="#br2" timeOffset="117908.92">22891 13199 1724 0,'0'0'444'0,"0"0"-275"16,0 0 1079-16,0 0-540 15,0 0-415-15,0 0-9 0,0 0 280 16,0 0-160-16,0 0 8 0,0 0 253 16,0 0-241-16,4-9 20 0,-4 9-35 15,0 3-409-15,0 6 0 0,-2 11 0 16,0 5 0-16,0 7 0 0,-2 4 0 15,-2 0 0-15,-2 4 0 16,6 6 0-16,-7 0 0 0,5 4 0 16,0 0 0-16,-4 1 0 0,2 2 0 15,-1 3 0-15,-1 2 0 16,-2 0 0-16,8 1 0 0,-7-1 0 16,7 1 0-16,-2-4 0 0,0 1 0 15,4-3 0-15,0 1 0 0,0 1 0 16,0 2 0-16,4 1 0 15,0 3 0-15,3-2 0 0,-1-1 0 16,0 0 0-16,0-1 0 0,-2 0 0 16,-2 2 0-16,0 1 0 0,-2-1 0 15,-2 0 0-15,0-1 0 0,-2-3 0 16,2-2 0-16,-2-7 0 0,2-6 0 16,2-7 0-16,0-10 0 15,0-11 0-15,0-7 0 0,2-10 0 16,4-16 0-16,0-1-953 0,5-24-1156 0</inkml:trace>
  <inkml:trace contextRef="#ctx0" brushRef="#br2" timeOffset="118457.5">22955 13155 2621 0,'0'0'2033'16,"0"0"-1089"-16,0 0-28 0,0 0 461 15,0 0-1076-15,0 0-301 0,0 0 0 16,0 0 0-16,0 0 0 0,0 0 0 16,36-13 0-16,-5 16 0 0,0 0 0 15,-3 0 0-15,3 0 0 0,0 1 0 16,-2 0 0-16,0 0 0 0,-4-1 0 15,-2 1 0-15,-2-2 0 16,-5 0 0-16,-6-2 0 0,-3 0-269 16,-3 0-1152-16,0-1-263 0,0-2-501 0</inkml:trace>
  <inkml:trace contextRef="#ctx0" brushRef="#br2" timeOffset="119135.13">23330 13166 5222 0,'0'0'880'0,"0"0"-259"0,0 0 487 16,0 0-747-16,0 0-361 0,4-34 0 15,-4 32 0-15,0 1 0 0,0 1 0 16,0 0 0-16,0 5 0 0,0 6 0 15,2 8 0-15,-2 7 0 16,0 3 0-16,0 2 0 0,-2-2 0 16,0 4 0-16,-3 2 0 0,-1 2 0 15,2 2 0-15,0-1 0 0,-2-1 0 16,6 2 0-16,0-1 0 16,0 2 0-16,0 0 0 0,0 5 0 15,0-2 0-15,0 3 0 0,0 2 0 16,0 1 0-16,0 1 0 15,0 0 0-15,0-3 0 0,4-3 0 16,-2-2 0-16,0 0 0 0,0-1 0 16,-2 0 0-16,0-1 0 0,0 0 0 15,0 2 0-15,0-1 0 0,0 0 0 16,-4-1 0-16,2 0 0 0,-2 0 0 16,4-3 0-16,0-1 0 0,-2 1 0 15,-4 1 0-15,1 0 0 16,-5 2 0-16,0 0 0 0,-5 1 0 15,5-2 0-15,-2 0 0 0,-1-1 0 16,5-4 0-16,0 3 0 0,1-4 0 16,3 3 0-16,-2-4 0 0,4 1 0 15,0-1 0-15,-4 0 0 16,6 0 0-16,-4 0 0 0,-1-3 0 16,3 0 0-16,0-2 0 0,0 1 0 15,2 0 0-15,0-1 0 0,0 2 0 16,2-2 0-16,2 1 0 15,-4-4 0-15,5 0 0 0,-5-4 0 16,0-7 0-16,0-3 0 0,0-6 0 16,0-1 0-16,-3-1 0 0,1-2 0 15,-2-1 0-15,-4-8 0 0,-6-6-1573 16,-1 2-668-16,-4-3-1625 0</inkml:trace>
  <inkml:trace contextRef="#ctx0" brushRef="#br2" timeOffset="120018.17">17552 12792 2185 0,'0'0'1924'0,"0"0"-1199"0,0 0 451 0,-29 38-431 0,19-22-177 0,-1 0 132 15,3 2-531-15,-2 2-169 0,6 2 0 16,-3 3 0-16,3 3 0 16,-2 3 0-16,2 3 0 0,-2 5 0 15,-3 2 0-15,3 5 0 0,0 3 0 16,0 4 0-16,-2 1 0 16,3 1 0-16,-1 1 0 0,0 0 0 15,2 1 0-15,2-1 0 0,-2 3 0 16,0 0 0-16,4 2 0 0,0 1 0 15,0 0 0-15,0 1 0 16,4 1 0-16,-4 0 0 0,0-1 0 16,0 1 0-16,0 2 0 0,-4 0 0 15,-3 2 0-15,1 2 0 0,-4-1 0 16,-5-2 0-16,3 0 0 0,-7-2 0 16,3 0 0-16,1 2 0 0,3-2 0 15,2-2 0-15,-1-4 0 16,9-3 0-16,0-8 0 0,2-3 0 15,0-3 0-15,4-4 0 0,0 2 0 16,-2-1 0-16,-2 0 0 0,5 2 0 16,-5-1 0-16,4-1 0 0,-2 0 0 15,-2-1 0-15,0-6 0 16,0-2 0-16,0-10 0 0,0-5 0 16,0-6 0-16,0-7 0 0,-2-2-349 15,2-3-948-15,-4-11-2980 0</inkml:trace>
  <inkml:trace contextRef="#ctx0" brushRef="#br2" timeOffset="121539.11">17360 15792 4782 0,'0'0'516'0,"0"0"512"15,0 0-735-15,0 0 87 0,0 0 440 16,51-6-460-16,-28 5-347 16,2 0-13-16,2 0 0 0,4 0 0 15,2-1 0-15,2-1 0 0,6 1 0 16,3-1 0-16,3 1 0 0,5 1 0 15,2-1 0-15,6 1 0 0,0 1 0 16,8 0 0-16,0 2 0 16,6 0 0-16,5 1 0 0,6 1 0 0,-3 1 0 15,11 0 0-15,-2 0 0 16,5-2 0-16,3 1 0 0,4-1 0 16,0 0 0-16,1 0 0 0,5 0 0 15,-1 0 0-15,-5 2 0 0,7-1 0 16,-5 1 0-16,1-1 0 15,-1-2 0-15,0 3 0 0,5-1 0 16,0 0 0-16,-1 1 0 0,3-1 0 16,1 2 0-16,1-2 0 0,2-1 0 15,0 1 0-15,-3-2 0 0,1 2 0 16,0-3 0-16,-5 0 0 0,5 2 0 16,-2-2 0-16,3 1 0 15,-1 1 0-15,-2-1 0 0,-3-1 0 16,-5 0 0-16,-7 0 0 0,-6-1 0 15,-7 0 0-15,-7 0 0 0,-5 0 0 16,-4 0 0-16,-3 0 0 16,-1 0 0-16,-2 1 0 0,0 1 0 15,-2 0 0-15,-5 2 0 0,-3-2 0 16,-4 4 0-16,-9 0 0 0,-4-1-229 16,-8 0-103-16,-2-2-444 0,-5 2-65 15,-1-3-259-15,-5-2-929 0,1 0-8 16</inkml:trace>
  <inkml:trace contextRef="#ctx0" brushRef="#br2" timeOffset="121877.11">23214 15630 6026 0,'0'0'849'0,"0"0"-357"0,0 0 36 16,-2 50-231-16,-2-11-297 0,-1 6 0 16,3 0 0-16,2-2 0 0,4-4 0 15,7-1 0-15,5-6 0 0,9-5 0 16,-2-5 0-16,2-5 0 16,-5-8 0-16,-5-5-1041 0,-5-5-596 0</inkml:trace>
  <inkml:trace contextRef="#ctx0" brushRef="#br2" timeOffset="123582.99">17752 13677 1572 0,'0'0'2169'0,"0"0"-1420"0,0 0-349 15,0 0 172-15,0 0-172 16,0 0-56-16,0 0 69 0,0 0-257 16,0 0-24-16,11-6 112 0,-9 6-64 15,-2 0 28-15,0 0 148 0,4 0-140 16,-4 0-135-16,0 0-81 15,0 0 0-15,0 0 0 0,0 0 0 16,0 0 0-16,4 0 0 0,-4 0 0 16,2 0 0-16,2 0 0 0,0 0 0 15,-1 0 0-15,-3 1 0 0,4-1 0 16,-2 0 0-16,-2 0 0 0,0 0 0 16,0 0 0-16,0 0 0 0,0 0 0 15,0 0 0-15,0 0 0 0,0 0 0 16,-6-1 0-16,-11-2 0 15,-8 1 0-15,-12-1 0 0,-4 2 0 16,-9 1 0-16,-2 0 0 0,1 3 0 16,-9 4 0-16,2 3 0 0,2 5 0 15,2 4 0-15,3 4 0 16,1 4 0-16,4 3 0 0,5-1 0 16,4 4 0-16,4 0 0 0,4-1 0 15,2 1 0-15,6-4 0 0,9-4 0 16,2-4 0-16,6-8 0 0,4-4 0 15,0-4 0-15,0-4 0 0,4 1-333 16,8-8-1180-16</inkml:trace>
  <inkml:trace contextRef="#ctx0" brushRef="#br2" timeOffset="124284.07">15826 14004 4450 0,'0'0'424'0,"0"35"328"0,8-13 32 0,-6 3-159 0,6 2 211 16,-1 3-540-16,-5 0-271 15,-2 1-25-15,0-5 0 0,0-1 0 16,0-5 0-16,0-7 0 0,0-5 0 16,0-3 0-16,0-2 0 0,0-3 0 15,0 0 0-15,0-7 0 16,-2-10 0-16,2-15 0 0,0-5 0 16,2-5 0-16,8 2 0 0,-2 5 0 15,5-1 0-15,-3 3 0 0,7 5 0 16,-9 10 0-16,-2 8 0 15,0 9 0-15,3 5 0 0,1 11 0 16,-4 8 0-16,4 5 0 0,-5-1 0 16,-3 1 0-16,-2-2 0 0,6-1 0 15,-6-5 0-15,0-3 0 0,0-5 0 16,0-5 0-16,4-4 0 0,-4-2 0 16,4-1 0-16,-2-6 0 0,13-8 0 15,1-11 0-15,5-5 0 16,4-1 0-16,-5 3 0 0,-3 6 0 15,-5 7 0-15,-3 7 0 0,-7 4 0 16,2 5 0-16,2 10 0 0,-2 9 0 16,0 8 0-16,-2 4 0 0,2 2 0 15,1-2 0-15,1-3 0 16,0 0 0-16,4-3 0 0,5-1 0 16,-3-6-509-16,5-4-1212 0,-9-5-80 15,-2-8-1032-15</inkml:trace>
  <inkml:trace contextRef="#ctx0" brushRef="#br2" timeOffset="124548.93">16308 14288 5978 0,'0'0'849'0,"37"1"-293"0,-15-8 253 0,3-2-809 0,-8-3 0 0,-1-2 0 16,-5-2 0-16,-1-1 0 0,-6 0 0 15,0-2 0-15,-8-1 0 16,0 0 0-16,-8 3 0 0,-3 3 0 15,3 6 0-15,-3 6 0 0,1 3 0 16,-3 14 0-16,3 9 0 0,-5 9 0 16,1 9 0-16,5 2 0 0,5 0 0 15,8-5 0-15,4-6 0 16,11-7 0-16,7-7 0 0,3-9 0 16,2-10 0-16,6-10 0 0,-2-12 0 15,0-12 0-15,0-8-1365 0,-6 6-348 16,-2-3-588-16</inkml:trace>
  <inkml:trace contextRef="#ctx0" brushRef="#br2" timeOffset="124731.2">16634 13658 5794 0,'0'0'1177'0,"0"0"44"16,0 0-1221-16,0 0 0 0,-33-15 0 16,19 34 0-16,-1 13 0 0,3 11 0 15,1 9 0-15,3 4 0 0,2 1 0 16,2 3 0-16,2 1 0 15,-2-1 0-15,1-7 0 0,-1-3 0 16,4-6 0-16,0-6 0 0,0-7 0 16,4-11 0-16,-1-7-697 0,-3-9-1112 15</inkml:trace>
  <inkml:trace contextRef="#ctx0" brushRef="#br2" timeOffset="125135.36">16541 14155 6522 0,'0'0'689'16,"0"0"-77"-16,4-37-243 15,13 31-369-15,3-1 0 0,1 0 0 16,4 2 0-16,-2 1 0 0,-3 0 0 16,5 4 0-16,-2 2 0 0,-2 7 0 15,-5 4 0-15,-1 4 0 0,-5 3-929 16,-4 0 293-16,0 1 59 0,-2-3-195 16,3-4 492-16,-3-4 280 0,-4-3 260 15,-2-4 456-15,-7-2 125 16,-1-1 419-16,-6 0-1143 0,1-3-117 15,-1-2 0-15,1 2 0 0,-1 1 0 16,-1 2 0-16,3 5 0 0,1 6 0 16,-1 4 0-16,3 1 0 0,5-2 0 15,2-1 0-15,4-4 0 16,10 0 0-16,7-7 0 0,1-2 0 16,9-7 0-16,-2-6 0 0,-2-3 0 15,2-1 0-15,-7 0 0 0,-5 6 0 16,-5 4 0-16,-4 4 0 0,-4 3 0 15,0 3 0-15,-4 10 0 16,-2 11 0-16,-5 7 0 0,5 1 0 16,0-1 0-16,4-11 0 0,2-7 0 15,2-6 0-15,6-7 0 0,5-8-977 16,-5-4-512-16,2-7-468 0</inkml:trace>
  <inkml:trace contextRef="#ctx0" brushRef="#br2" timeOffset="125283.03">16944 13896 5526 0,'0'0'1193'16,"0"0"280"-16,0 0-1473 0,0 0 0 16,0 0 0-16,0 0 0 0,-20 50 0 15,9 11 0-15,1 8 0 16,0 0 0-16,-1-9 0 0,9-1 0 16,-2-4 0-16,4-3 0 0,0-2 0 15,0-4 0-15,0-3 0 0,0-8 0 16,-4-10-589-16,-2-5-3625 0</inkml:trace>
  <inkml:trace contextRef="#ctx0" brushRef="#br2" timeOffset="125783.43">15884 14484 5878 0,'0'0'364'0,"0"0"1197"0,0 0-1172 0,-33 9-389 16,24 17 0-16,-3 12 0 0,-2 9 0 16,3 6 0-16,1 5 0 0,4 6 0 15,-1 4 0-15,3 0 0 16,4 1 0-16,0-8 0 0,4-6 0 16,1-7 0-16,1-13 0 0,0-9 0 15,-2-9 0-15,-2-9 0 0,6-8 0 16,-5-2-1513-16,-3-15-4638 0</inkml:trace>
  <inkml:trace contextRef="#ctx0" brushRef="#br2" timeOffset="125940.17">15679 14932 6242 0,'0'0'837'0,"0"0"-489"0,10-39 417 16,11 29-765-16,4 3 0 0,2 1 0 15,4 4 0-15,0 1 0 0,-2 1 0 16,2 3 0-16,0 3 0 15,0 2 0-15,2 3-349 0,-8 3-803 16,-5-1-1418-16,-5 3-243 0</inkml:trace>
  <inkml:trace contextRef="#ctx0" brushRef="#br2" timeOffset="126102.05">16078 15105 3561 0,'0'0'1849'0,"-31"33"-957"16,15-17-199-16,-5-7 131 0,8-3-451 15,3-3-373-15,2-3 0 0,8-4 0 16,-6-6 0-16,6-8 0 0,4-6 0 15,6-4 0-15,3-1 0 16,7 4 0-16,-1 2 0 0,-1 3 0 16,3 2 0-16,-4 4 0 0,-3 2 0 15,7-2 0-15,-11 6-977 0,7-2-2329 0</inkml:trace>
  <inkml:trace contextRef="#ctx0" brushRef="#br2" timeOffset="126422.08">16328 14895 4566 0,'0'0'1656'15,"0"0"-115"-15,0 0-1112 0,-51-13-429 16,30 8 0-16,0 4 0 0,0 1 0 16,5 8 0-16,-1 6 0 0,3 3 0 15,4 8 0-15,-1 0 0 16,5 1 0-16,2-1 0 0,4-4 0 16,10-4 0-16,5-6 0 0,1-4 0 15,5-5 0-15,6-4 0 0,-2-8 0 16,-3-3 0-16,-3-2 0 0,-2-1 0 15,-5 3 0-15,-8 3 0 16,0 4 0-16,-4 2 0 0,0 3 0 16,0 1 0-16,-4 4 0 0,4 12 0 15,-4 13 0-15,-2 4 0 0,6 1 0 16,0-4 0-16,4-9 0 0,-2-2 0 16,6-3 0-16,-2-7 0 0,1-1-1049 15,3-3-60-15,-4-5-259 0,2 0-3138 16</inkml:trace>
  <inkml:trace contextRef="#ctx0" brushRef="#br2" timeOffset="126967.04">16446 14992 5674 0,'0'0'612'0,"0"0"133"0,0 0-197 16,0 0-144-16,-17 38-195 0,13-15-209 15,-2-2 0-15,6-2 0 16,0-6 0-16,6-3 0 0,5-1 0 16,3-5 0-16,9-4 0 0,-2-4 0 15,7-9 0-15,-1-4 0 0,-4-1 0 16,2 0 0-16,-11 2 0 16,-5 4 0-16,-1 4 0 0,-6 3 0 15,-2 4 0-15,0 1 0 0,4 5 0 16,-4 14 0-16,6 17 0 0,-2 12 0 15,7 7 0-15,-5 3 0 16,-2-2 0-16,-4-1 0 0,0 2 0 16,0-3 0-16,-6-2 0 0,-9-2 0 15,-5 1 0-15,-5-2 0 0,-8-4 0 16,-2-4 0-16,-5-6 0 0,-1-9 0 16,0-7 0-16,4-7 0 0,6-9 0 15,8-6 0-15,2-11 0 0,7-11 0 16,8-10 0-16,6-11 0 15,10-8 0-15,13-4 0 0,14-5 0 16,4-2 0-16,7-8 0 0,3-4 0 16,-13 17-525-16,-1-10-2332 0</inkml:trace>
  <inkml:trace contextRef="#ctx0" brushRef="#br2" timeOffset="128568.1">18902 11746 2457 0,'0'0'192'0,"0"0"1981"0,0 0-853 16,0 0-739-16,0 0-109 0,0 0 124 16,-9 39-380-16,7-17-80 15,0 4-87-15,0 1-49 0,-2 1 0 16,2-1 0-16,-2 5 0 0,0 0 0 16,4 1 0-16,0 0 0 15,0-1 0-15,0-1 0 0,4 1 0 16,-2-1 0-16,2-1 0 0,-4-1 0 15,4 2 0-15,0-2 0 0,-2-1 0 16,-2-2 0-16,5-1 0 0,-3 1 0 16,2-3 0-16,0-1 0 15,2 2 0-15,-6-2 0 0,6 1 0 16,-2-2 0-16,-1 4 0 0,-3-1 0 16,2 1 0-16,-2-2 0 0,0 2 0 15,2-1 0-15,-2 0 0 0,4-3 0 16,0 1 0-16,-2-1 0 0,4-2 0 15,-2 1 0-15,-4-2 0 0,7-2 0 16,-5 2 0-16,0-1 0 16,-2 1 0-16,0-1 0 0,0-1 0 15,0 1 0-15,0 0 0 0,0-1 0 16,0 0 0-16,0 0 0 0,0 1 0 16,0 0 0-16,0-1 0 15,0 1 0-15,0 1 0 0,0-1 0 16,0 1 0-16,-2-1 0 0,-3-1 0 15,1 0 0-15,4-2 0 0,0 1 0 16,0 0 0-16,0 1 0 0,0 2 0 16,0 1 0-16,4 3 0 15,-4 1 0-15,0 0 0 0,0 2 0 16,0 0 0-16,0 0 0 0,-4-1 0 16,4 0 0-16,-2-3 0 0,0-2 0 15,2 1 0-15,0-2 0 0,0 4 0 16,2-1 0-16,0 3 0 15,-2 2 0-15,0 2 0 0,0 2 0 16,0 0 0-16,0 1 0 0,-2 1 0 16,0 0 0-16,2-1 0 0,-2 1 0 15,2-1 0-15,2 0 0 0,2 0 0 16,0 0 0-16,3-2 0 0,-3-3 0 16,2-4 0-16,-2-6 0 15,-2-4 0-15,-2-7 0 0,0-2 0 16,0-3 0-16,0 0 0 0,0-2 0 15,0-8 0-15,0 2-1053 0,0-8-1592 0</inkml:trace>
  <inkml:trace contextRef="#ctx0" brushRef="#br2" timeOffset="129798.18">18968 14042 2128 0,'0'0'1425'16,"0"0"-673"-16,0 0-383 0,0 0-13 15,-37 2 268-15,30-2-128 0,1-1-59 16,2-1 235-16,4 1-304 0,0 1-112 16,0 0 53-16,0 0-309 15,0 0 0-15,0 0 0 0,6 1 0 16,-6 2 0-16,7 0 0 0,-3 1 0 15,0-1 0-15,2 1 0 0,2 2 0 16,5-2 0-16,9 0 0 16,7 0 0-16,2-3 0 0,2-1 0 15,5 0 0-15,1 0 0 0,0 0 0 16,5 0 0-16,1 0 0 0,1 0 0 16,1 0 0-16,-3 0 0 0,1 0 0 15,-6 3 0-15,1 0 0 0,-3-1 0 16,-2 2 0-16,0-2 0 15,6 0 0-15,-3 1 0 0,9 0 0 16,1-1 0-16,3 0 0 0,1-1 0 16,2 0 0-16,10 0 0 0,-2-1 0 15,4 1 0-15,-2 0 0 0,0-1 0 16,-6 1 0-16,6 0 0 0,-4 1 0 16,-2 1 0-16,-2-1 0 15,0 2 0-15,-5 2 0 0,-1-1 0 16,-3-2 0-16,-1 3 0 0,1-2 0 15,1-1 0-15,0 1 0 0,-5-2 0 16,2 1 0-16,1-1 0 16,-3 0 0-16,5 2 0 0,-5-3 0 15,-1 2 0-15,1-2 0 0,0-1 0 16,-3 3 0-16,7-3 0 0,-3 3 0 16,-3 0 0-16,0-2 0 0,1 3 0 15,-7-2 0-15,0 1 0 0,-2-3 0 16,-4 0 0-16,2 0 0 15,0-3 0-15,-6 1 0 0,-2-3 0 16,-7 2 0-16,3 0 0 0,-3-2 0 16,3 2 0-16,-1 1 0 0,7 0 0 15,0 2 0-15,0 0 0 0,2 0 0 16,-2 0 0-16,-9 0 0 0,3 2 0 16,-9-1 0-16,-4-1 0 15,-4 0 0-15,-2 0 0 0,-6-4-217 16,-2 1-1240-16,-5-10-4157 0</inkml:trace>
  <inkml:trace contextRef="#ctx0" brushRef="#br2" timeOffset="130755.74">22083 11831 2285 0,'0'0'1564'0,"0"0"-475"16,0 0-445-16,0 0-164 0,0 0 45 15,0 0-293-15,0 0-28 0,0 0 312 16,-2 15-160-16,4 2-59 0,-2 4-297 15,0 5 0-15,-2 5 0 0,-4 4 0 16,0 6 0-16,-3 4 0 16,1 5 0-16,2 3 0 0,0 3 0 15,2-3 0-15,4 2 0 0,0-4 0 16,0-3 0-16,4 2 0 16,0 1 0-16,-2-1 0 0,-2 1 0 0,0 1 0 15,0 0 0-15,0-1 0 16,-4 0 0-16,2-5 0 0,-2 0 0 15,4-4 0-15,0-1 0 0,0-1 0 16,4 0 0-16,0 3 0 0,-2 0 0 16,4 5 0-16,-2-2 0 15,4 3 0-15,-1-1 0 0,-1 1 0 16,2 0 0-16,0-1 0 0,1-3 0 16,-1 1 0-16,-4 0 0 0,6 1 0 15,-3 1 0-15,-3 3 0 0,2 2 0 16,-2 2 0-16,0 3 0 0,-2 0 0 15,2 0 0-15,-4 0 0 16,2-2 0-16,1 0 0 0,-3-4 0 16,0-7 0-16,-3-5 0 0,1-11 0 15,0-12 0-15,-2-11 0 0,0-11 0 16,-6-22 0-16,-1 1-1694 0,1-12-1343 16</inkml:trace>
  <inkml:trace contextRef="#ctx0" brushRef="#br2" timeOffset="131646.17">18902 11657 1316 0,'0'0'616'0,"0"0"605"0,0 0-157 15,0 0 109-15,0 0-705 16,0 0-92-16,0 0 169 0,-35-18-169 15,26 15-24-15,7 2 128 0,-2 0-275 16,-2-1-205-16,6 2 0 0,0 0 0 16,0-1 0-16,4 1 0 0,4 0 0 15,7 1 0-15,3 2 0 16,5-1 0-16,4 2 0 0,-2 1 0 16,2-2 0-16,0 2 0 0,6 0 0 15,2 1 0-15,6 1 0 0,3 0 0 16,7 0 0-16,1-1 0 0,2 0 0 15,12-1 0-15,4-2 0 0,9-1 0 16,5 0 0-16,5-2 0 0,2 0 0 16,2-4 0-16,2 1 0 15,2-2 0-15,-3 4 0 0,-1-4 0 16,0 2 0-16,-5 0 0 0,1 1 0 16,-2-2 0-16,0 3 0 0,2-3 0 15,2 1 0-15,-2-1 0 16,2 1 0-16,-2-1 0 0,-1 0 0 15,1 1 0-15,2 1 0 0,-2-1 0 16,6 2 0-16,-2 1 0 0,-4 0 0 16,-4 0 0-16,-11 1 0 15,-1 0 0-15,-9 0 0 0,-8-1 0 16,-9 0 0-16,-8-2 0 0,-14 0 0 16,-8-1 0-16,-11 1 0 0,-6-3 0 15,-8-5 0-15,-3-1-1321 0,-14-8-5382 0</inkml:trace>
  <inkml:trace contextRef="#ctx0" brushRef="#br2" timeOffset="132764.2">21978 11936 2104 0,'0'0'1485'0,"0"0"-849"0,0 0-167 0,0 0 39 15,0 0-108-15,0 0 152 0,39-8 253 16,-4-2-393-16,11-5 32 0,11-8-67 16,12-3-377-16,9-2 0 0,15-6 0 15,11-2 0-15,5-2 0 0,13 0 0 16,4 4 0-16,4 3 0 0,5 3 0 15,1 5 0-15,-1 4 0 0,-5 6 0 16,-8 1 0-16,-7 5 0 0,-13 1 0 16,-7 1 0-16,-15 3 0 15,-18-1 0-15,-10 0 0 0,-13-2-337 16,-12-3-387-16,-10 2-333 0,-7-7-1052 0</inkml:trace>
  <inkml:trace contextRef="#ctx0" brushRef="#br2" timeOffset="133600.29">24500 11348 5550 0,'0'0'852'0,"0"0"-247"0,0 0 319 16,0 0-663-16,-7 41-261 15,5-11 0-15,2 6 0 0,0 3 0 16,0 1 0-16,0 2 0 0,0-2 0 16,0-1 0-16,-2-5 0 0,-2-5 0 15,-2-7 0-15,0-6 0 16,2-7 0-16,-1-6 0 0,1-3 0 15,2-12 0-15,0-14 0 0,4-9 0 16,9-7 0-16,3-4 0 0,5 3 0 16,-1 0 0-16,5 3 0 0,-4 5 0 15,-3 8 0-15,-4 9 0 16,-3 9 0-16,-3 5 0 0,-4 4 0 16,0 2 0-16,0 9 0 0,2 11 0 15,-2 4 0-15,0 7 0 0,-2-1 0 16,2-2 0-16,-2-2 0 0,5-4 0 15,-1-3 0-15,2-5 0 0,-2-6 0 16,2-4 0-16,0-3 0 0,5-7 0 16,1-6 0-16,5-6 0 15,-5-3 0-15,5-2 0 0,-5 1 0 16,1 2 0-16,-3 6 0 0,-4 3 0 16,-2 6 0-16,-2 2 0 0,0 1 0 15,0 2 0-15,7 6 0 16,-3 7 0-16,6 5 0 0,1 3 0 15,-3-1 0-15,-2-3 0 0,3-6 0 16,-1-1 0-16,-4-4 0 0,0-1 0 16,-2-2 0-16,-4-2-2094 15,3-1-527-15</inkml:trace>
  <inkml:trace contextRef="#ctx0" brushRef="#br2" timeOffset="134316.23">24925 11592 2921 0,'0'0'3585'0,"0"0"-2684"0,0 0-116 16,0 0-785-16,35-24 0 0,-8 5 0 16,0-4 0-16,-2-1 0 0,-4 1 0 15,-5-3 0-15,-1 1 0 0,-3-2 0 16,-4 1 0-16,-3 2 0 0,-3 5 0 15,-2 5 0-15,-5 4 0 0,-1 7 0 16,-4 3 0-16,-5 11 0 0,-5 8 0 16,-3 12 0-16,0 7 0 15,1 9 0-15,1 7 0 0,4 2 0 16,13-2 0-16,6-6 0 0,15-10 0 16,8-11 0-16,8-8 0 0,4-11 0 15,8-8 0-15,1-11 0 16,1-10 0-16,-5-9 0 0,-5-6 0 15,-12 5-765-15,-5-2-2433 0</inkml:trace>
  <inkml:trace contextRef="#ctx0" brushRef="#br2" timeOffset="134500.57">25382 11026 6394 0,'0'0'921'0,"0"0"-44"15,0 0-877-15,-14 43 0 0,10-4 0 16,-3 10 0-16,3 4 0 0,0 1 0 15,2 4 0-15,2 3 0 0,0-2 0 16,2-3 0-16,2-3 0 0,0-7 0 16,1-3 0-16,-3-7 0 15,-2-7 0-15,-7-8 0 0,-1-9 0 16,2-6-3022-16,-4-7-1648 0</inkml:trace>
  <inkml:trace contextRef="#ctx0" brushRef="#br2" timeOffset="134888.39">25283 11519 6647 0,'0'0'1124'0,"45"-30"-703"16,-9 21-421-16,-3 4 0 0,0 1 0 16,-4 1 0-16,-2 2 0 0,-5-1 0 15,-1 1 0-15,0-2 0 16,-3-1 0-16,-3-2 0 0,-5 1 0 16,-6 1-297-16,-2 0-255 0,-2-1 328 15,-2-3 224-15,-4-2 24 0,-4-1 108 16,-5 3 28-16,-6 4 48 0,-5 4 152 15,-5 7-171-15,-5 9-189 0,-3 11 0 16,2 6 0-16,6 9 0 0,4 2 0 16,11-1 0-16,11-4 0 15,10-6 0-15,13-7 0 0,11-10 0 16,8-8 0-16,7-8 0 0,3-9 0 16,-1-7 0-16,-5-5 0 0,-8 1 0 15,-6 0 0-15,-8 1 0 16,-9 2 0-16,-6 6 0 0,-2 4 0 15,-2 4 0-15,-2 3 0 0,-2 1 0 16,-2 13 0-16,-5 15 0 0,1 7 0 16,2 4 0-16,2-6 0 15,4-9 0-15,2-9 0 0,6-6 0 16,2-5 0-16,4-8 0 0,1-11 0 16,-3 0-1401-16,-4-5-776 0</inkml:trace>
  <inkml:trace contextRef="#ctx0" brushRef="#br2" timeOffset="135058.96">25872 11006 7991 0,'0'0'201'0,"0"0"-201"0,-21 41 0 16,1 9 0-16,-1 14 0 0,-2 10 0 16,7-1 0-16,5-8 0 0,7-1 0 15,4-5 0-15,9-6 0 16,3-7 0-16,5-7 0 0,-1-8 0 15,-4-12 0-15,3-10-4047 0</inkml:trace>
  <inkml:trace contextRef="#ctx0" brushRef="#br2" timeOffset="135722.06">26643 11444 2325 0,'0'0'4085'0,"0"0"-3136"0,10-34-245 0,-10 24-575 0,-8 2-129 16,-4 2 0-16,-5 6 0 0,-3 6 0 15,-3 7 0-15,0 10 0 16,-2 4 0-16,3 7 0 0,-1 6 0 16,6 2 0-16,3 2 0 0,6-2 0 15,5-2 0-15,6-6 0 0,9-4 0 16,9-7 0-16,12-7 0 0,10-9 0 15,11-7 0-15,4-6 0 0,-2-10 0 16,-7-4 0-16,-8-3-561 16,-12 4-1920-16,-8 0 428 0</inkml:trace>
  <inkml:trace contextRef="#ctx0" brushRef="#br2" timeOffset="136017.84">26930 11551 3501 0,'0'0'1665'16,"7"-41"-837"-16,-7 18 253 0,-2 4-465 15,-7 2-144-15,-5 8-443 0,-5 4-29 16,-6 5 0-16,1 10 0 0,-5 6 0 16,2 6 0-16,0 8 0 0,0 5 0 15,6 5 0-15,7 1 0 16,8 0 0-16,6-2 0 0,12-4 0 16,11-7 0-16,8-5 0 0,4-10 0 15,4-5 0-15,1-8 0 0,-3-7 0 16,-4-9 0-16,-8-5 0 0,-5-5 0 15,-7-4 0-15,-5-2 0 0,-4-1 0 16,-4-1 0-16,-2 0 0 0,-6 3 0 16,0 4 0-16,1 7 0 15,1 7 0-15,4 6 0 0,2 5 0 16,0 0-105-16,10 1-811 0,1 0-57 16,3 0-1756-16</inkml:trace>
  <inkml:trace contextRef="#ctx0" brushRef="#br2" timeOffset="136189.6">27102 11711 5454 0,'0'0'648'16,"0"0"205"-16,-10 40 155 15,10-36-779-15,0-4-229 0,4-2 0 16,2-13 0-16,4-8 0 0,5-9 0 16,-3-5 0-16,1 0 0 0,-3 4 0 15,2 1 0-15,-1 5 0 0,-5 7 0 16,0 7 0-16,-2 5 0 0,-2 5 0 15,5-2 0-15,3 2 0 0,8 0 0 16,-3 2-1217-16,-1 1-596 0</inkml:trace>
  <inkml:trace contextRef="#ctx0" brushRef="#br2" timeOffset="136498.6">27362 11562 7103 0,'0'0'764'16,"0"0"-439"-16,48 15-325 0,-23-15 0 15,4-4 0-15,6-4 0 0,4-4 0 16,3-5 0-16,-1-2 0 0,-2-2 0 16,-6 0 0-16,-4-2 0 15,-8 1 0-15,-11-2 0 0,-10 3 0 16,-8 2 0-16,-11 4 0 0,-6 10 0 16,-6 5 0-16,-4 10 0 0,-6 12 0 15,-4 5 0-15,-3 11 0 0,5 6 0 16,7 5 0-16,12 4 0 0,13-1 0 15,11-4 0-15,15-5 0 0,12-6 0 16,12-8 0-16,11-9 0 16,3-10 0-16,3-6 0 0,4-8 0 15,-4-8 0-15,-13 0-2226 0,-3-4-2816 0</inkml:trace>
  <inkml:trace contextRef="#ctx0" brushRef="#br1" timeOffset="139776.57">22461 13536 5586 0,'0'0'1821'0,"0"0"-1061"16,0 0-735-16,0 0-25 0,0 0 0 16,0 0 0-16,0 0 0 15,7-56 0-15,-3 23 0 0,6-7 0 16,4-2 0-16,3-7 0 0,4-8 0 16,3-4 0-16,10-8 0 0,3-5 0 15,10-2 0-15,3-3 0 0,12 2 0 16,4 5 0-16,6 8 0 0,3 13 0 15,-1 8 0-15,-1 11 0 0,-3 7 0 16,-6 11 0-16,-6 7 0 16,-13 7 0-16,-3 2 0 0,-9 5 0 15,-4 4 0-15,-7-4 0 0,-3-1 0 16,-7 0 0-16,-3-5 0 0,-5-1 0 16,-2-1 0-16,0-4-1469 15,2-9-1021-15</inkml:trace>
  <inkml:trace contextRef="#ctx0" brushRef="#br1" timeOffset="140413.94">23879 12635 3237 0,'0'0'1088'0,"0"0"-543"0,9 37-77 15,-7-26 52-15,-2-1-208 0,4 0 44 16,-4-1 273-16,0-2-189 0,0-3 4 16,-4 0-291-16,4-2-153 0,-2 0 0 15,0-1 0-15,-5-2 0 16,3-8 0-16,-4-8 0 0,-4-6 0 15,-1-8 0-15,3-3 0 0,4-2 0 16,1 1 0-16,5 1 0 0,0 4 0 16,13 2 0-16,1 7 0 15,1 6 0-15,1 3 0 0,-1 4 0 16,1 4 0-16,3 2 0 0,0 0 0 16,1 2 0-16,1 2 0 0,0 1 0 15,-3 3-69-15,-1 0-687 0,-3-1-929 16,-6-2-640-16</inkml:trace>
  <inkml:trace contextRef="#ctx0" brushRef="#br1" timeOffset="140755.69">24204 12482 6683 0,'0'0'752'0,"0"0"5"0,0 0-757 16,0 0 0-16,0 0 0 0,-41 39 0 16,28 1 0-16,3 6 0 15,2 1 0-15,8-5 0 0,10-6 0 16,2-3 0-16,7-7 0 0,4-6 0 16,1-8 0-16,3-7 0 0,-2-5 0 15,-2-12 0-15,-5-7 0 0,-1-6 0 16,0-7 0-16,-3 0 0 0,-4-3 0 15,1-1 0-15,-5 0 0 0,0 0 0 16,-2-1 0-16,0-1 0 16,-2 2 0-16,-2 8 0 0,0 3 0 15,0 7 0-15,5 3 0 0,-1 4-721 16,2-2-3069-16</inkml:trace>
  <inkml:trace contextRef="#ctx0" brushRef="#br1" timeOffset="141067.5">24636 12144 8123 0,'0'0'69'0,"0"0"-69"16,0 0 0-16,0 0 0 0,-25 43 0 16,9-2 0-16,-1 11 0 0,5 3 0 15,3-3 0-15,3 1 0 0,4 2 0 16,0-2 0-16,2 3 0 0,6-9 0 15,5-2 0-15,3-7 0 0,9-7 0 16,0-7 0-16,-1-9 0 16,-1-9 0-16,0-6 0 0,-5-6 0 15,1-9 0-15,-9-5 0 0,-2-2 0 16,-6-3 0-16,-2 2 0 0,-10-1 0 16,-5 3 0-16,-1 5 0 0,-7 7 0 15,-2 5 0-15,0 4 0 16,-4 5 0-16,4 3 0 0,4 4 0 15,7-4 0-15,3-1-1193 0,7-2-576 16,6-5-760-16</inkml:trace>
  <inkml:trace contextRef="#ctx0" brushRef="#br1" timeOffset="141440.57">24882 12184 6426 0,'0'0'845'0,"0"0"76"16,0 0-921-16,0 0 0 0,0 0 0 16,0 0 0-16,-6 56 0 15,-7-10 0-15,-1 12 0 0,-1 3 0 16,3-1 0-16,8 3 0 0,2-2 0 15,6 1 0-15,4-4 0 0,7-4 0 16,3-9 0-16,3-13 0 0,2-11 0 16,-1-13 0-16,3-8 0 15,0-9 0-15,0-9 0 0,-2-7 0 16,-7-3 0-16,-3-4 0 0,-9-4 0 16,-6-2 0-16,-7 4 0 0,-7 4 0 15,-9 8 0-15,-2 10 0 0,-4 7 0 16,0 5 0-16,-2 0 0 0,6 5 0 15,0-1 0-15,9 0 0 0,7 2-449 16,3-1-988-16,8-2-211 16</inkml:trace>
  <inkml:trace contextRef="#ctx0" brushRef="#br1" timeOffset="141967.26">25103 12707 2569 0,'0'0'600'0,"0"0"901"16,0 0-465-16,0 0-208 0,0 0 297 15,0 0-592-15,48 36-533 0,-28-32 0 16,5-4 0-16,-2-2 0 0,-5-9 0 15,-1-2 0-15,-7-1 0 0,-1-5 0 16,-5 1 0-16,-4-2 0 16,0-1 0-16,-6-1 0 0,-3 2 0 15,1 5 0-15,-4 4 0 0,1 6 0 16,-3 6 0-16,-3 10 0 0,-1 6 0 16,1 5 0-16,3 6 0 15,3 2 0-15,7 1 0 0,4-5 0 16,13-1 0-16,9-4 0 0,7-3 0 15,2-3 0-15,2-5 0 0,-2-3 0 16,-4-2 0-16,-2-4 0 0,-4 0 0 16,-5 1 0-16,-5-1 0 15,-5 0 0-15,-4 0 0 0,0-1 0 16,2 1 0-16,-2 1 0 0,0-1 0 16,2-1 0-16,3-3 0 0,-1-6 0 15,4-10 0-15,2-6 0 0,3-4 0 16,1-2 0-16,1 1 0 0,0 0 0 15,-1 3 0-15,5 2 0 0,1 0 0 16,3 2 0-16,0 5 0 16,-2-4-4267-16</inkml:trace>
  <inkml:trace contextRef="#ctx0" brushRef="#br1" timeOffset="143839.25">26445 12689 5190 0,'0'0'984'0,"6"-50"-243"0,-4 21 335 0,-2-1-875 16,0 5-201-16,-4 5 0 15,-4 6 0-15,-7 8 0 0,1 7 0 16,-5 7 0-16,-4 9 0 0,1 3 0 16,3 5 0-16,2 2 0 0,5 1 0 15,4 1 0-15,2 0 0 0,6-3 0 16,2-3 0-16,6-5 0 0,4-5 0 15,3-6 0-15,3-4 0 0,1-5 0 16,4-7 0-16,-1-6 0 16,3-4 0-16,-4-3 0 0,2 2 0 15,-7 4 0-15,-1 6 0 0,-7 4 0 16,-2 6 0-16,-2 2 0 0,2 9 0 16,1 8 0-16,1 5 0 15,-2 4 0-15,0-2 0 0,-2 1 0 16,3-4 0-16,1-2 0 0,2-4 0 15,1-5 0-15,5-5 0 0,1-4 0 16,-1-3 0-16,3-10-269 0,-7 2-1392 16,1-6-708-16</inkml:trace>
  <inkml:trace contextRef="#ctx0" brushRef="#br1" timeOffset="144178.54">26773 12629 6839 0,'0'0'1156'0,"0"0"-959"0,0 0-197 15,0 0 0-15,0 0 0 0,-29 51 0 16,21-22 0-16,0 2 0 16,4-2 0-16,0-6 0 0,2-2 0 15,-1-4 0-15,3-5 0 0,-2-5 0 16,2-3 0-16,0-4 0 0,0-3 0 16,5-11 0-16,3-11 0 0,6-7 0 15,3-7 0-15,1-2 0 16,1-1 0-16,2-1 0 0,-1 2 0 15,3 3 0-15,-4 10 0 0,-5 9 0 16,-3 9 0-16,-7 7 0 0,-4 4 0 16,2 8 0-16,-2 13 0 0,0 7 0 15,0 9 0-15,-2 5 0 16,-2-2 0-16,4 1 0 0,-3-3 0 16,3-3 0-16,3-6 0 0,1-5 0 15,2-6 0-15,2-6 0 0,2-9 0 16,-3-4-905-16,1-7-948 0</inkml:trace>
  <inkml:trace contextRef="#ctx0" brushRef="#br1" timeOffset="144749.46">27102 12453 5870 0,'0'0'801'0,"0"0"55"0,0 0-672 0,-2 33-68 16,2 1 200-16,0 6-267 15,-2 1-49-15,-2 1 0 0,2-1 0 16,0 0 0-16,2-4 0 0,-5-4 0 15,5-7 0-15,-2-8 0 0,2-7 0 16,-2-6 0-16,2-3 0 16,0-2 0-16,2-9 0 0,7-17 0 0,3-10 0 15,7-6 0-15,5-6 0 16,-1 3 0-16,2 1 0 0,-2 3 0 16,-5 5 0-16,-3 15 0 0,-7 9 0 15,-4 7 0-15,-4 8 0 0,2 12 0 16,-2 10 0-16,-2 11 0 0,-4 7 0 15,2 4 0-15,0-5 0 0,2 1 0 16,2-5 0-16,8-4 0 16,2-3 0-16,1-5 0 0,-1-6 0 15,2-7 0-15,1-7 0 0,-5-6-1269 16,2-6-5450-16</inkml:trace>
  <inkml:trace contextRef="#ctx0" brushRef="#br1" timeOffset="146003.48">27476 12476 5198 0,'0'0'1080'0,"0"0"-343"0,0 0 391 15,0 0-1079-15,0 0-49 0,0 0 0 16,-33 67 0-16,23-17 0 0,6 5 0 16,2-2 0-16,4-1 0 0,8-1 0 15,0-7 0-15,7-6 0 0,-1-11 0 16,3-6 0-16,-2-8 0 0,1-9 0 15,1-5 0-15,-1-12 0 16,-1-11 0-16,-1-8 0 0,-1-3 0 16,-5-4 0-16,-2-1 0 0,-3 2 0 15,-5-1 0-15,0 2 0 0,-5-2 0 16,1 1-1121-16,0 9-1068 0,4-2-2105 16</inkml:trace>
  <inkml:trace contextRef="#ctx0" brushRef="#br1" timeOffset="146206.25">27910 12065 4137 0,'0'0'3454'0,"0"0"-2894"15,0 0-519-15,-16 43-41 16,1-4 0-16,-1 10 0 0,-1 3 0 16,1 3 0-16,-1-1 0 0,3 7 0 15,-1-1 0-15,3 2 0 0,3 1 0 16,1-3 0-16,4-5 0 0,4-8 0 15,4-8 0-15,7-9 0 0,1-9 0 16,7-12 0-16,-3-9 0 16,7-10-573-16,-9-4-1120 0,-1-7-864 0</inkml:trace>
  <inkml:trace contextRef="#ctx0" brushRef="#br1" timeOffset="146515.28">28018 12453 3097 0,'0'0'2061'0,"0"0"-368"15,0 0-869-15,-15 45-307 0,1-12-517 16,-1 5 0-16,3 1 0 0,4-4 0 16,6-2 0-16,2 0 0 0,10-2 0 15,4-5 0-15,7-2 0 0,4-6 0 16,4-5 0-16,2-9 0 0,2-4 0 15,-2-9 0-15,2-6 0 0,-4-7 0 16,-4 0 0-16,-7-7 0 16,-5 1 0-16,-9-3 0 0,-4 0 0 15,-4 5 0-15,-7 4 0 0,-3 7 0 16,4 6 0-16,1 4-1129 16,5 4-1044-16</inkml:trace>
  <inkml:trace contextRef="#ctx0" brushRef="#br1" timeOffset="146825.19">28545 12497 6162 0,'0'0'2030'15,"0"0"-2030"-15,0 0 0 0,0 0 0 16,-48-33 0-16,26 28 0 0,-1 2 0 16,6 3 0-16,1 0 0 0,1 4 0 15,5 2 0-15,2 4 0 0,1 3 0 16,3 0 0-16,4 3 0 0,4 2 0 15,7 1 0-15,7 4 0 0,3 0 0 16,8 2 0-16,0 3 0 16,4 1 0-16,0 0 0 0,4 0 0 15,-2 2 0-15,1-1 0 0,-7-2 0 16,-7 0 0-16,-11-4 0 16,-9-1 0-16,-8-4 0 0,-9-2 0 15,-8-3 0-15,-8-4 0 0,0-1 0 16,-6-4 0-16,0-1 0 0,-7-3 0 15,-1-1 0-15,10-1-1161 0,-4-7-2321 16</inkml:trace>
  <inkml:trace contextRef="#ctx0" brushRef="#br1" timeOffset="150278.81">27489 14675 5042 0,'0'0'580'0,"0"0"-224"0,18-45 609 15,-18 27-373-15,0-1-156 0,-6-2-215 16,0-1-221-16,-5-1 0 0,-1 0 0 16,-2-5 0-16,-5 0 0 0,-2-1 0 15,-4-3 0-15,-6 3 0 0,-6-2 0 16,-4 3 0-16,-5-1 0 0,-3 3 0 15,-7 2 0-15,-2 4 0 16,-4 6 0-16,-2 3 0 0,-4 6 0 16,-2 5 0-16,-1 6 0 0,-5 4 0 15,1 8 0-15,1 3 0 0,0 5 0 16,1 7 0-16,7 6 0 0,2 8 0 16,4 5 0-16,10 6 0 15,3 6 0-15,12 6 0 0,8 1 0 16,12 8 0-16,11 1 0 0,6 5 0 15,15 2 0-15,10-3 0 16,10-1 0-16,10-7 0 0,11-7 0 16,13-6 0-16,9-5 0 0,7-10 0 15,6-6 0-15,4-11 0 0,7-15 0 16,3-11 0-16,5-8 0 0,1-12 0 16,1-11 0-16,0-6 0 0,-3-13 0 15,1-7 0-15,-7-11 0 0,-5-8 0 16,-9-5 0-16,-11-2 0 0,-12 2 0 15,-18 5 0-15,-17 3 0 16,-18 4 0-16,-15 0 0 0,-21 4 0 16,-14-1 0-16,-13 4 0 0,-12 2 0 15,-6 1 0-15,-4 3 0 0,0 4 0 16,-3 0 0-16,-1 4 0 0,-7 3 0 16,-8 4-73-16,19 10-2264 15,-6 6-2185-15</inkml:trace>
  <inkml:trace contextRef="#ctx0" brushRef="#br3" timeOffset="154123.49">27524 13911 2096 0,'0'0'365'0,"0"0"19"16,0 0-384-16,0 0 8 0,0 0-8 15,0 0-8-15,35-9 8 16,-29 6 60-16,0 0 64 0,0-1-36 16,3-1-28-16,-3 0 8 0,0 1 184 15,-2-1 456-15,-2 1-319 0,-2 0-1 16,0 0 452-16,0 2-296 0,-4 0-23 16,0 0 167-16,-2 1-300 15,0-2-159-15,-3 0-229 0,-3-2 0 16,-9-4 0-16,-3-4 0 0,-5 0 0 15,-2-3 0-15,-5 0 0 0,-1-1 0 16,-6-1 0-16,-7 0 0 16,-1 0 0-16,-7 0 0 0,-2 0 0 15,-2 1 0-15,-4 1 0 0,-5 3 0 16,1 4 0-16,-2 0 0 0,-5 5 0 16,-1 0 0-16,1 4 0 0,-1 1 0 15,-1 5 0-15,3 3 0 0,-1 4 0 16,5 3 0-16,3 4 0 0,3 5 0 15,6 5 0-15,0 4 0 16,5 4 0-16,1 2 0 0,2 7 0 16,3 2 0-16,-1 6 0 0,2 1 0 15,-1 2 0-15,-1 2 0 0,-1 2 0 16,3 4 0-16,5 3 0 0,1 2 0 16,3 2 0-16,0 1 0 15,4-2 0-15,-3 3 0 0,9 0 0 16,0 3 0-16,5 3 0 0,5-1 0 15,5 2 0-15,9-3 0 16,8-1 0-16,13-4 0 0,13 1 0 16,14-3 0-16,13 1 0 0,14-3 0 15,11-1 0-15,12-2 0 0,8-4 0 16,9-1 0-16,6-2 0 0,4-1 0 16,2-2 0-16,4 0 0 0,2-4 0 15,6-3 0-15,3-3 0 0,5-5 0 16,5-10 0-16,2-8 0 15,4-13 0-15,0-8 0 0,2-6 0 16,-4-13 0-16,-5-10 0 0,-9-13 0 16,-9-12 0-16,-8-10 0 0,-10-11 0 15,-9-10 0-15,-14-6 0 16,-9-8 0-16,-12-6 0 0,-12-4 0 16,-8-3 0-16,-15 1 0 0,-11 2 0 15,-9 0 0-15,-11 0 0 0,-17 2 0 16,-10-2 0-16,-10 8 0 0,-9 0 0 15,-11 1 0-15,-12 5 0 0,-9 0 0 16,-13 4 0-16,-10 7 0 16,-11 5 0-16,-12 8 0 0,-6 7 0 15,-5 5-417-15,5 7-395 0,35 13-833 16,10 5-416-16</inkml:trace>
  <inkml:trace contextRef="#ctx0" brushRef="#br3" timeOffset="154892.47">27195 14783 2024 0,'0'0'2598'0,"0"0"-1966"0,-12-35-152 0,3 23 405 15,-1 3-481-15,-2 0-68 0,-3 1 164 16,-6 0-292-16,1 3-83 16,-9 3-125-16,-6 4 0 0,-5 8 0 15,-7 9 0-15,-5 8 0 0,-2 7 0 16,1 5 0-16,5 5 0 16,5 5 0-16,12 1 0 0,14-2 0 15,15-3 0-15,17-3 0 0,14-8 0 16,16-7 0-16,13-8 0 0,6-8 0 15,6-10 0-15,3-7 0 16,-1-10 0-16,2-9 0 0,-5-7 0 16,-3-4 0-16,-12-3 0 0,-15-4 0 15,-10 1 0-15,-17-3 0 0,-10 1 0 16,-10-2 0-16,-11-2 0 0,-10 4 0 16,-8 4 0-16,-6 2 0 0,-7 7 0 15,9 11-545-15,-3 3-1480 0</inkml:trace>
  <inkml:trace contextRef="#ctx0" brushRef="#br3" timeOffset="158245.9">20417 10577 2092 0,'0'0'2326'15,"0"0"-990"-15,0 0-648 0,0 0-115 16,0 0 143-16,0 0-484 15,0 0-96-15,0 0-43 0,-10 35-93 16,10-7 0-16,0 11 0 0,0 6 0 16,-5 7 0-16,-1 12 0 0,4 7 0 15,-6 12 0-15,2 12 0 16,-7 8 0-16,-5 8 0 0,3 9 0 16,-7 5 0-16,-1 5 0 0,0-1 0 15,-2 1 0-15,3-3 0 0,-1-2 0 16,2-9 0-16,0-7 0 0,5-13 0 15,1-9 0-15,3-15 0 0,6-20 0 16,2-16 0-16,0-21 0 16,4-12 0-16,0-11 0 0,0-20 0 15,10-33 0-15,2-20 0 0,-3 7-705 16,-3-8-3061-16</inkml:trace>
  <inkml:trace contextRef="#ctx0" brushRef="#br3" timeOffset="158807.96">20471 10681 2012 0,'0'0'1093'0,"0"0"-277"0,0 0-175 0,0 0 7 15,0 0-388-15,0 0 68 16,18-46 368-16,-5 21-315 0,1-1-33 16,1 4 276-16,-5 5-360 0,-2 6-183 15,-4 5-81-15,-4 4 0 0,0 0 0 16,0 0 0-16,0 2 0 15,-12 4 0-15,-11 10 0 0,-10 9 0 16,-4 6 0-16,-4 8 0 0,1 1 0 16,-1 2 0-16,0 3 0 15,1-1 0-15,7-1 0 0,2-3 0 16,9-3 0-16,3-5 0 0,7-6 0 16,3-9 0-16,5-4 0 0,2-7 0 15,2-4 0-15,6-3 0 0,9-14 0 16,16-17 0-16,10-12 0 0,3-9-1009 15,1-1 224-15,-6 5 85 0,-2 3 96 16,-8 4 604-16,-4 10 0 0,-8 9 420 16,-7 11 424-16,-4 9-107 0,-4 6 360 15,2 6-1097-15,7 7 0 0,14 12 0 16,6 4 0-16,8 2 0 16,2-1 0-16,3-6 0 0,-3-2 0 15,4-2 0-15,-3-4 0 0,-7-1 0 16,-4-2 0-16,-8-1 0 15,-11-3 0-15,-6-5-3983 0</inkml:trace>
  <inkml:trace contextRef="#ctx0" brushRef="#br3" timeOffset="159616.1">20684 11983 3425 0,'0'0'3970'0,"0"39"-3654"0,0-8 84 15,4 4-319-15,0 5-81 16,0 7 0-16,6 3 0 0,-3 3 0 15,-3-1 0-15,0-3 0 0,-2-3 0 16,-2-5 0-16,0-3 0 0,0-6 0 16,-2-6 0-16,-2-9 0 15,4-9-929-15,-4-7-720 0</inkml:trace>
  <inkml:trace contextRef="#ctx0" brushRef="#br3" timeOffset="159788.6">20628 12011 6847 0,'0'0'224'0,"0"0"516"16,41-8-359-16,-16 6-381 0,-2 1 0 15,1-2 0-15,10-3 0 0,5-3 0 16,0-5 0-16,13 0 0 0,-5 0 0 16,-1-3 0-16,-7 4 0 15,-6 4-637-15,-10 1-2761 0</inkml:trace>
  <inkml:trace contextRef="#ctx0" brushRef="#br3" timeOffset="159940.57">20785 12325 4686 0,'0'0'2493'0,"45"11"-1897"0,-7-10-179 15,3-1-417-15,2-1 0 0,5-3 0 16,-1 2 0-16,1 1 0 0,4 1 0 15,-5 0 0-15,1 1 0 0,-5 1 0 16,-12 1-625-16,-2-1-1664 0</inkml:trace>
  <inkml:trace contextRef="#ctx0" brushRef="#br3" timeOffset="161526.13">17732 15831 1868 0,'0'0'3706'0,"0"0"-2802"0,0 0 109 16,0 0-465-16,0 0-395 0,0 0-153 15,0 0 0-15,0 0 0 0,-31 65 0 16,27-17 0-16,4 8 0 15,0-2 0-15,0 4 0 0,0 6 0 16,0 1 0-16,0 0 0 0,0-1 0 16,0-4 0-16,-2-3 0 15,2-6 0-15,0-6 0 0,0-6 0 16,0-6 0-16,0-8 0 0,0-7 0 16,0-8-253-16,0-7-451 0,-5-3 180 15,3 0 75-15,-6-6-111 16,2-8 288-16,-9-7 260 0,5-8 12 15,-6-1 4-15,3-4 84 0,-1 2 224 16,-3 2-40-16,-1 3 20 0,1 8 169 16,3 6-193-16,1 9 12 0,9 4 108 15,-2 9-244-15,6 9-28 0,0 9 33 16,0 7-149-16,4 5 0 0,2-2 0 16,7 2 0-16,1-3 0 0,3-4 0 15,-3-6 0-15,7-8 0 0,-5-7 0 16,-1-5 0-16,-5-3 0 15,-4-3 0-15,0-6 0 0,1-11 0 16,-3-9 0-16,2-6 0 0,-2-6 0 16,2-1 0-16,3-3 0 15,3 1 0-15,7 2 0 0,1 1 0 16,3 3 0-16,4 2 0 0,8 1 0 16,-6 9 0-16,-4-1-2058 0</inkml:trace>
  <inkml:trace contextRef="#ctx0" brushRef="#br3" timeOffset="162500.37">22513 15843 2120 0,'0'0'1517'0,"0"0"-1141"0,37-15 41 0,-31 14 267 16,-4 1-244-16,-2 1 80 0,3 5 517 15,-3 5-417-15,0 7-159 0,-3 7-461 16,3 7 0-16,0 9 0 0,0 8 0 16,3 10 0-16,-3 9 0 0,0 7 0 15,-3 3 0-15,1 2 0 0,0 2 0 16,2-1 0-16,0 2 0 15,-4-7 0-15,4-5 0 0,0-8 0 16,0-12 0-16,0-12 0 0,0-12 0 16,0-11 0-16,0-8 0 15,-2-6 0-15,-6-2 0 0,2-7 0 16,-11-7 0-16,-4-5-481 0,1-5-119 16,-1-2 312-16,0 1 260 0,1-3 28 15,-3-2 276-15,-2-1 468 16,5 2-367-16,1 1-377 0,0 9 0 15,9 8 0-15,6 5 0 0,-2 6 0 16,6 5 0-16,0 11 0 0,0 15 0 16,0 8 0-16,10 7 0 0,0-3 0 15,3-4 0-15,-1-6 0 0,1-3 0 16,-3-6 0-16,0-7 0 0,-1-6 0 16,-7-4 0-16,2-4 0 0,-2-3 0 15,-2 0 0-15,2-4 0 0,-2-9 0 16,2-12 0-16,0-5 0 15,2-3 0-15,4 1 0 0,3 8 0 16,1 0 0-16,7 0 0 0,1 0 0 16,-1-2 0-16,8-1 0 15,-2 1 0-15,-1-5 0 0,-3 6 0 16,-2-1-2074-16</inkml:trace>
  <inkml:trace contextRef="#ctx0" brushRef="#br3" timeOffset="171403">10098 9117 4530 0,'0'0'736'0,"0"0"-104"16,0 0-312-16,64 20-76 0,-16-15 17 15,5-1 147-15,13-4-204 0,13 0-44 16,16 0 20-16,6-4-64 16,19 2-12-16,6 2-44 0,5 0-48 15,5 6-12-15,-4 1 4 0,-2 1 0 16,-8 3-4-16,-10-4 0 16,-13-1-160-16,-14 0-48 0,-19-6-676 15,-22 0-657-15,-13-6-1012 0</inkml:trace>
  <inkml:trace contextRef="#ctx0" brushRef="#br3" timeOffset="198519.21">10305 10643 5130 0,'0'0'448'0,"0"0"-108"15,0 0 72-15,0 0-135 16,0 0-17-16,0 0 140 0,0 0-148 16,0 0-28-16,0 0 92 0,-17-7-220 15,38-1-59-15,10-3-37 0,8-2 0 16,2 1 0-16,5 3 0 0,1 2 0 16,7 2 0-16,8 0 0 0,2 2 0 15,9 0 0-15,5 1 0 16,7-1 0-16,4 1 0 0,12 2 0 15,9 0 0-15,5-1 0 0,11-1 0 16,11 0 0-16,6 0 0 0,3-4 0 16,7 0 0-16,4-2 0 0,5-1 0 15,1 0 0-15,0 1 0 0,5 1 0 16,-1 3 0-16,-4 4 0 16,-6 3 0-16,-8 6 0 0,-8-1-537 15,-42-2-1872-15,-12-2-2349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31:50.11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8543 14291 2120 0,'0'0'1141'0,"0"0"-545"16,0 0 29-16,0 0 183 0,0 0-404 15,0 0-84-15,-16-35 208 0,16 26-163 16,0-2 15-16,2 0 232 16,-2 3-332-16,0 2-267 0,0 3-13 15,-2-1 0-15,-6-1 0 0,-5 3 0 16,-1-2 0-16,-7 3 0 0,5 1 0 16,-5-1 0-16,0-1 0 0,1-1 0 15,-3-4 0-15,-8-4 0 0,-4 0 0 16,-5-5 0-16,-9-3 0 0,-5 0 0 15,-10-1 0-15,-8-1 0 0,-9 2 0 16,-2 1 0-16,-8 4 0 0,2 7 0 16,3 4 0-16,-1 6 0 15,-2 7 0-15,4 3 0 0,2 5 0 16,5 2 0-16,6 2 0 0,7 3 0 16,1 6 0-16,7 6 0 15,1 10 0-15,2 8 0 0,2 10 0 16,5 11 0-16,10 10 0 0,3 7 0 15,16 5 0-15,12 0 0 16,12 1 0-16,15-1 0 0,14 0 0 16,8-3 0-16,15-3 0 0,10-6 0 15,11-7 0-15,12-9 0 0,12-10 0 16,7-12 0-16,5-15 0 0,5-14 0 16,4-13 0-16,2-12 0 0,5-15 0 15,1-15 0-15,2-11 0 0,-1-13 0 16,-7-12 0-16,-6-8 0 0,-15-9 0 15,-10-11 0-15,-27-4 0 16,-16-8 0-16,-25 0 0 0,-17 4 0 16,-24 7 0-16,-17 9 0 0,-19 10 0 15,-22 7 0-15,-13 7 0 0,-10 7 0 16,-15 6 0-16,-5 5 0 0,-7 4 0 16,-13 0 0-16,34 11-1613 0,-9-1-1909 15</inkml:trace>
  <inkml:trace contextRef="#ctx0" brushRef="#br0" timeOffset="66772.55">22391 3335 2689 0,'0'0'1769'0,"0"0"-513"0,0 0-564 16,0 0-147-16,33-3 199 0,-10 3-348 16,2 0-295-16,2 2-101 0,1 2 0 15,6-3 0-15,9-1 0 0,9 0 0 16,3-3 0-16,12-3 0 16,5-2 0-16,2 1 0 0,-1-1 0 15,-7 1 0-15,-10 2 0 0,-9 2 0 16,-5 1 0-16,-11 2 0 0,-7 0-129 15,-9 4-1147-15,-11-2-761 0</inkml:trace>
  <inkml:trace contextRef="#ctx0" brushRef="#br0" timeOffset="67272.03">23230 3275 5234 0,'0'0'780'0,"0"0"73"0,0 0-289 0,0 0-164 16,0 0-39-16,0 0-361 0,0 50 0 15,0-22 0-15,2 4 0 16,0 3 0-16,1 6 0 0,-1 5 0 16,4 6 0-16,-4 6 0 0,0 5 0 15,-2 1 0-15,4 0 0 16,-4 0 0-16,0 0 0 0,0 0 0 16,0 0 0-16,-6-1 0 0,-4-1 0 15,-3-3 0-15,-1-7 0 0,-5-4 0 16,9-7 0-16,-3-7 0 0,5-12-1389 15,2-8-332-15,4-12-1229 0</inkml:trace>
  <inkml:trace contextRef="#ctx0" brushRef="#br0" timeOffset="67738.89">23189 4452 5518 0,'0'0'960'0,"0"0"-203"0,0 0-137 0,50 12-283 16,-5-6-337-16,11-3 0 15,14-2 0-15,11-2 0 0,10-5 0 16,8 0 0-16,4 0 0 0,3 3 0 16,5 0 0-16,-9 2 0 15,-5-1 0-15,-8 1 0 0,-7-3 0 16,-1-3 0-16,-5-2-213 0,-7-2-827 16,-20 1-349-16,-9-2-876 0</inkml:trace>
  <inkml:trace contextRef="#ctx0" brushRef="#br0" timeOffset="68158.14">24590 3298 5862 0,'0'0'480'0,"0"0"-43"0,0 0 127 15,0 0-260-15,0 42-120 0,-2 3 177 16,2 11-361-16,5 10 0 0,3 2 0 16,4 9 0-16,5 6 0 0,-5 5 0 15,-2 3 0-15,-3 1 0 16,-7-2 0-16,-2-7 0 0,-9-11 0 16,1-11 0-16,2-16 0 0,1-12 0 15,7-12 0-15,3-11 0 0,3-10-497 16,0-5-2084-16,2-11-833 0</inkml:trace>
  <inkml:trace contextRef="#ctx0" brushRef="#br0" timeOffset="68493.1">24617 3295 5166 0,'0'0'676'16,"44"-5"-104"-16,-9 5 401 0,0 4-453 16,11 0-235-16,5 2-285 0,11-1 0 15,8 0 0-15,13-2 0 0,6-1 0 16,8-1 0-16,2-1 0 16,5 0 0-16,-1-1 0 0,0-3 0 15,-1 2-777-15,-30-2-844 0,-2 1-2937 0</inkml:trace>
  <inkml:trace contextRef="#ctx0" brushRef="#br0" timeOffset="68923.17">26073 3242 5074 0,'0'0'420'0,"0"0"252"16,-40 49-159-16,30-12-49 16,2 8 136-16,8 8-276 0,0 8-199 15,0 7-125-15,4 7 0 0,2 6 0 16,4 3 0-16,1 1 0 0,1-3 0 16,1-5 0-16,-3-3 0 0,0-8 0 15,-4-9 0-15,-1-9 0 0,-5-7 0 16,0-10 0-16,-5-5 0 15,-1-9-925-15,2-6-1404 0,-4-8 164 0</inkml:trace>
  <inkml:trace contextRef="#ctx0" brushRef="#br0" timeOffset="69263.94">26068 4351 5154 0,'0'0'1056'15,"40"-13"-379"-15,-13 9 519 0,4 4-1087 16,8 4-109-16,10 0 0 0,14 4 0 16,11-1 0-16,13 0 0 15,10-1 0-15,10-2 0 0,11-1 0 16,-2-2 0-16,0-1 0 0,-9 0 0 16,-3-4 0-16,-9-3 0 0,-6-3 0 15,-9-2 0-15,-26 1-525 0,-9-3-2640 0</inkml:trace>
  <inkml:trace contextRef="#ctx0" brushRef="#br0" timeOffset="69684.13">27487 3237 4982 0,'0'0'144'0,"0"0"576"0,8 61 77 0,6-20-33 16,7 10 21-16,-2 4-785 0,-1 9 0 16,3 9 0-16,-3 6 0 0,3 5 0 15,0 2 0-15,-5 0 0 0,-3-2 0 16,-3-4 0-16,-4-8 0 15,2-11 0-15,3-12 0 0,1-12 0 16,5-9 0-16,3-13 0 0,-3-7-1229 16,-3-8-408-16</inkml:trace>
  <inkml:trace contextRef="#ctx0" brushRef="#br0" timeOffset="70044.06">27391 3203 5638 0,'0'0'148'15,"50"-4"184"-15,4 4 537 0,6 0-193 16,10 5-164-16,11 1-495 16,-1 1-17-16,7-1 0 0,2 0 0 15,0-3 0-15,0 1 0 0,0-3 0 16,2 0 0-16,-3-1 0 0,8 1 0 15,-3 1-249-15,0 1-839 0,-23-2-1213 16,-2-1 152-16</inkml:trace>
  <inkml:trace contextRef="#ctx0" brushRef="#br0" timeOffset="70446.53">29068 3316 6615 0,'0'0'348'0,"-2"34"-244"15,-4 1 492-15,-3 9-296 0,3 7-71 16,4 1-229-16,4 8 0 0,6 6 0 16,7 3 0-16,1 4 0 0,-1 4 0 15,-1 3 0-15,-3 5 0 0,-5 0 0 16,-4-7 0-16,-2-5 0 15,-6-10 0-15,-3-11 0 0,-1-9 0 16,2-9 0-16,0-12 0 0,1-8-945 16,1-9-652-16</inkml:trace>
  <inkml:trace contextRef="#ctx0" brushRef="#br0" timeOffset="70760.13">29155 4459 5494 0,'0'0'568'16,"0"0"177"-16,0 0-121 15,43-3-124-15,5-1-239 0,16-2-261 16,10 1 0-16,1 3 0 0,3 1 0 16,3 1 0-16,-1 0 0 15,-1-2 0-15,-3 0 0 0,-1-2 0 16,-7-1 0-16,-4 1 0 0,-4-2 0 16,-6 0 0-16,-9-1 0 0,-5-4-1233 15,-16 3-1068-15</inkml:trace>
  <inkml:trace contextRef="#ctx0" brushRef="#br0" timeOffset="71102.96">30296 3125 5566 0,'0'0'892'15,"0"62"-551"-15,0-9 451 0,-2 14-191 16,-5 11-601-16,1 12 0 0,4 9 0 15,2 7 0-15,8 3 0 0,7 0 0 16,4-4 0-16,-3-6 0 0,1-9 0 16,-3-8 0-16,-2-15 0 0,-3-12 0 15,-3-10 0-15,-2-12 0 16,0-12-453-16,0-8-820 0,0-13-495 0</inkml:trace>
  <inkml:trace contextRef="#ctx0" brushRef="#br0" timeOffset="71493.07">30256 3057 6286 0,'0'0'377'16,"0"0"171"-16,58 28-64 0,-4-12 13 15,14 0-497-15,9-3 0 0,14-2 0 16,10-3 0-16,11-4 0 16,3-3 0-16,1-2 0 0,-2-5 0 15,-9-4 0-15,-8-3 0 0,-6-1 0 16,-10-1-801-16,-13 0-880 16,-20 3 264-16,-11 2-716 0</inkml:trace>
  <inkml:trace contextRef="#ctx0" brushRef="#br0" timeOffset="72629.27">31708 3336 3197 0,'0'0'24'0,"0"0"8"16,26-40 480-16,-19 33 137 0,-5 1-81 15,0 3 416-15,-2-1-440 0,2-1-91 16,-2 2 303-16,0-1-348 0,0 4-343 15,-2 0-65-15,0 0 0 16,-2 9 0-16,-3 7 0 0,1 9 0 16,2 6 0-16,2 7 0 0,2 5 0 15,0 8 0-15,0 9 0 0,0 6 0 16,0 8 0-16,0 3 0 16,-4 4 0-16,-4 5 0 0,1 3 0 15,-1 5 0-15,2 3 0 0,-4 0 0 16,1 1 0-16,-1 2 0 0,-2 3 0 15,-3 5 0-15,3-2 0 0,-3 1 0 16,1 0 0-16,-1-4 0 16,1-1 0-16,1-2 0 0,1-8 0 15,4-9 0-15,2-8 0 0,3-8 0 16,3-10 0-16,0-6 0 0,3-8 0 16,-1-11 0-16,-2-11 0 15,2-8-1041-15,-2-9-3257 0</inkml:trace>
  <inkml:trace contextRef="#ctx0" brushRef="#br0" timeOffset="73499.87">22228 3438 6486 0,'0'0'265'0,"0"0"107"16,0 0-260-16,0 0 176 0,0 0 236 15,0 0-379-15,0 0-145 16,0 0 0-16,0 0 0 0,29 46 0 16,-15-4 0-16,1 9 0 0,1 7 0 15,-1 1 0-15,-3 3 0 0,3 3 0 16,-3 9 0-16,-2 5 0 15,-1 7 0-15,-7 7 0 0,-2 2 0 16,-2 2 0-16,-7-2 0 0,-1 0 0 16,6-2 0-16,-2 0 0 15,-1-3 0-15,3-5 0 0,-2-4 0 16,0-8 0-16,-2-6 0 0,-1-9 0 16,1-8 0-16,-2-12 0 0,6-15 0 15,-1-9-217-15,-1-11-1656 0</inkml:trace>
  <inkml:trace contextRef="#ctx0" brushRef="#br0" timeOffset="75179.39">22236 5446 2861 0,'0'0'1597'0,"0"0"-857"0,0 0-324 16,0 0 76-16,0 0 113 16,0 0-237-16,0 0-28 0,0 0-28 15,0 0-204-15,-27 11 24 0,27-11 89 16,4 0-221-16,2 0 0 0,13 0 0 16,0 0 0-16,5 0 0 0,3 4 0 15,9-2 0-15,1-1 0 0,6-1 0 16,5 0 0-16,7 0 0 0,7 0 0 15,5 0 0-15,3 0 0 0,4 0 0 16,5 0 0-16,-1 0 0 16,3 3 0-16,0 0 0 0,1 1 0 15,5-1 0-15,-2 2 0 0,2-1 0 16,4 0 0-16,2 1 0 0,2-2 0 16,6 1 0-16,7 0 0 15,1-2 0-15,7-1 0 0,6 1 0 16,6-2 0-16,6 0 0 0,3-2 0 15,3-1 0-15,3 0 0 0,4 2 0 16,0-1 0-16,1 2 0 16,3-2 0-16,2 0 0 0,-2 1 0 15,4 0 0-15,0 0 0 0,2 1 0 16,5 0 0-16,-1 0 0 0,2 0 0 16,0 2 0-16,1-1 0 0,1 3 0 15,-2 0 0-15,1 1 0 0,-1 0 0 16,-2 1 0-16,-2 1 0 0,1 0 0 15,-1 0 0-15,2 1 0 0,0 1 0 16,2-1 0-16,-3-1 0 16,-1 1 0-16,-2 0 0 0,0 1 0 15,-2-1 0-15,-2 1 0 0,0-1 0 16,-8 0 0-16,-5-1 0 0,-5 1 0 16,-7-3 0-16,-2 0 0 15,-2 0 0-15,-6 0 0 0,0-3 0 16,-3 2 0-16,-3-3 0 0,-5-1 0 15,1 0 0-15,-11 0 0 0,-8 0 0 16,-13 0 0-16,-20-5 0 16,-16-2 0-16,-16 1-841 0,-15-6-2841 0</inkml:trace>
  <inkml:trace contextRef="#ctx0" brushRef="#br0" timeOffset="78809.21">22596 2515 3129 0,'0'0'108'15,"0"0"184"-15,0 0 140 0,0 0-192 16,0 0 13-16,0 0 219 0,0 0-232 16,0 0-4-16,43 13 216 15,-16-12-232-15,4-1-28 0,6 0 60 16,11 0-167-16,3 0-1 0,9 0 40 15,9 0-100-15,5 0 8 0,11 0-16 16,6-1-12-16,12-3-4 0,13 0 12 16,4-2-8-16,12-1-4 0,6 2 24 15,9-2-16-15,4 1 0 0,8 1 20 16,7 0-28-16,-1 1 0 0,9-1 8 16,-1-1-8-16,11 1 0 15,2-2-4-15,7 0 8 0,1 1-4 16,2-1 0-16,9 1-8 0,0-1 8 15,5 1 0-15,5 1 8 0,0 0-8 16,5 4 24-16,1 0-24 16,-4 1 72-16,2 0 128 0,-2 0-108 15,0 1-8-15,-6 4 8 0,2-1-76 16,-5-1-12-16,-3 3-4 0,-4-2-4 16,-5 0 4-16,-8 2-16 15,-4 1-48-15,-10-1 16 0,-15 0 0 16,-14 0-12-16,-17 0 4 0,-21 0-200 15,-18 0-80-15,-21-3-9 0,-24 0-715 16,-19-2-225-16,-23-4-1004 0</inkml:trace>
  <inkml:trace contextRef="#ctx0" brushRef="#br0" timeOffset="79741.84">23844 867 4754 0,'0'0'504'0,"0"0"52"0,-2-37-108 0,0 37 93 16,0 4-341-16,-2 2-44 0,0 6 16 16,0 11-48-16,-1 15 132 0,3 16 176 15,2 7-383-15,2 5-49 0,9 3 0 16,-7 5 0-16,2 10 0 0,-2 11 0 16,0 5 0-16,1 8 0 15,1-1 0-15,0 1 0 0,0-5 0 16,0-11 0-16,1-12 0 0,-3-11 0 15,-4-13 0-15,6-11 0 0,-6-13 0 16,2-11 0-16,-2-9 0 16,0-9 0-16,-4-4 0 0,-4-13 0 15,-7-11 0-15,-1-13-985 0,-5-2 44 16,4-1 37-16,3 7-153 0,1 7 645 16,5 7 340-16,0 6 72 15,2 4 292-15,2 4 169 0,2 4 303 16,-1 0-456-16,1 0-96 0,-2 2 132 15,0 0-112-15,0 1-87 0,-4 4-29 16,-3 5-52-16,3 2 28 0,4 5 100 16,4 2-112-16,4 4 20 0,6 2 100 15,5 3-84-15,1-1 24 0,1 3 56 16,0-4-136-16,-3-2 8 0,-2-5 88 16,1-6-123-16,-3-6-33 15,-4-6 0-15,-1-1 0 0,-5-3 0 16,0-14 0-16,0-13 0 0,-7-7 0 15,-1-7 0-15,-2-3 0 0,-3 2 0 16,3-1 0-16,4 0 0 16,4 7 0-16,2 8 0 0,6 7 0 15,2 7 0-15,9 1 0 0,1 1 0 16,3-1 0-16,6-1 0 0,-6 4-125 16,1-2-1644-16</inkml:trace>
  <inkml:trace contextRef="#ctx0" brushRef="#br0" timeOffset="80426.64">25843 979 4606 0,'0'0'1228'0,"0"0"-616"0,0 0-135 0,-41 47 63 16,28-8-368-16,3 11-24 0,6 11 132 16,4 5-151-16,6 8-129 0,9 7 0 15,-1 5 0-15,5 2 0 0,-1 1 0 16,-1 0 0-16,-1-7 0 0,-1-5 0 16,-1-11 0-16,-1-8 0 15,-3-9 0-15,-2-9 0 0,-2-8 0 16,-1-7 0-16,-3-7 0 0,-2-9 0 15,0-5 0-15,0-3 0 0,-4-2 0 16,-5-10 0-16,-5-10 0 16,-5-11 0-16,-6-7 0 0,-10-3 0 15,-4 1 0-15,-11-2 0 0,-3 2 0 16,1 4 0-16,4 12 0 0,13 12 0 16,8 12 0-16,11 2 0 15,8 4 0-15,6 3 0 0,4 13 0 16,6 5 0-16,8 8 0 0,7 0 0 15,4-4 0-15,4-3 0 0,6-3 0 16,5-3 0-16,1-5 0 0,2-2 0 16,-1-4 0-16,-3-5 0 0,-8-2 0 15,-4-3 0-15,-8-4 0 0,-5-8 0 16,-7-7 0-16,-5-6 0 0,-2-8 0 16,-2-6 0-16,-4-8 0 15,2-6 0-15,2 1 0 0,2 3 0 16,8 9 0-16,3 6 0 0,3 7 0 15,3-2 0-15,-5 9-501 0,1-4-1792 16</inkml:trace>
  <inkml:trace contextRef="#ctx0" brushRef="#br0" timeOffset="81109.28">28183 956 5754 0,'0'0'488'16,"0"0"41"-16,0 0-205 0,-16 61-12 15,7 11-236-15,1 15 96 0,2 8 188 16,6-7-196-16,8-1-151 0,7 1-13 16,5-1 0-16,1-5 0 0,2-3 0 15,-1-3 0-15,-1-7 0 0,-6-9 0 16,-5-9 0-16,-6-7 0 0,-4-11 0 16,0-5 0-16,0-12 0 15,-4-6 0-15,-2-9 0 0,-3-8 0 16,-3-11 0-16,-7-8 0 0,1-8 0 15,-1-7 0-15,-4-7 0 0,1-4 0 16,-3-1 0-16,2 7 0 16,9 14 0-16,1 13 0 0,7 13 0 15,0 13 0-15,2 14 0 0,0 14 0 16,4 7 0-16,6 5 0 0,8-1 0 16,9-3 0-16,-2-5 0 15,4-4 0-15,-3-4 0 0,-1-6 0 16,-2-5 0-16,-3-5 0 0,-6-6 0 15,-1-2 0-15,-5-5 0 0,-2-1 0 16,4-7 0-16,0-7 0 0,5-17 0 16,1-10 0-16,0-7 0 0,3-9 0 15,-1 2 0-15,9 0 0 0,2 2 0 16,4 7 0-16,4 7 0 0,-10 12-1157 16,4 2-1957-16</inkml:trace>
  <inkml:trace contextRef="#ctx0" brushRef="#br0" timeOffset="81758.3">29812 930 3273 0,'0'0'644'0,"0"0"-47"15,0 0 203-15,-45 2-316 0,32 17-28 16,5 13 145-16,0 16-273 16,-3 13-52-16,5 14 172 0,-2 7-232 15,6 4-147-15,2 5-69 0,0 3 0 16,6 5 0-16,0-1 0 0,0 3 0 16,5-5 0-16,1-12 0 15,0-7 0-15,1-10 0 0,-1-13 0 16,-3-8 0-16,1-10 0 0,-2-15 0 15,-2-7 0-15,1-9 0 0,-3-5 0 16,0-6 0-16,-2-14 0 0,-2-14 0 16,-4-11 0-16,-13-4 0 0,-6-2 0 15,-5 6 0-15,-1 1 0 0,0 10 0 16,2 10 0-16,4 10 0 0,4 8 0 16,1 2 0-16,8 3 0 15,3 1 0-15,1 9 0 0,2 15 0 16,0 11 0-16,4 10 0 0,0 4 0 15,10-5 0-15,5-2 0 0,5-4 0 16,5-9 0-16,4-5 0 16,2-10 0-16,2-9 0 0,0-7 0 15,0-15 0-15,-6-6 0 0,-4-7 0 16,-2-8 0-16,-7-5 0 0,-2-3 0 16,1-5 0-16,-1-3 0 15,5-2 0-15,1-3 0 0,5 1 0 16,0 1 0-16,-5 15-109 0,-5 2-5077 0</inkml:trace>
  <inkml:trace contextRef="#ctx0" brushRef="#br0" timeOffset="85039.37">24129 4979 1964 0,'0'0'885'16,"0"0"-417"-16,0 0 705 0,0 0-261 16,0 0-416-16,0 0-72 15,0 0-79-15,0 0-337 0,0 0 8 16,3 42 72-16,3-14 8 0,-2-2 36 16,2-4 88-16,-4-1-124 0,-2-1-4 15,0-1 108-15,-8-1-120 0,4-4 20 16,-5-3-16-16,1-4-72 15,0-4 12-15,0-2 28 0,1-4-44 16,-1-9 16-16,2-5-8 0,4-8 8 16,2-4-24-16,2-3 92 15,6-1-76-15,5-3 4 0,5 3 5 16,5 1-25-16,4 6 0 0,0 1 0 16,-2 6 0-16,-9 6 0 0,-3 6 0 15,-9 4 0-15,0 3 0 0,-2 0 0 16,2 1-269-16,-4 2-295 0,8 4-945 15,-4-2-232-15,5 2-1068 0</inkml:trace>
  <inkml:trace contextRef="#ctx0" brushRef="#br0" timeOffset="85366.63">24452 4902 5418 0,'0'0'760'0,"0"0"37"0,0 0-409 0,0 0-148 0,-14 50 188 16,14-23-267-16,0 4-161 0,6-4 0 15,2-2 0-15,4-1 0 0,1-3 0 16,-1-2 0-16,3-3 0 0,1-8 0 15,-1-1 0-15,1-4 0 0,1-4 0 16,-1-6 0-16,3-6 0 0,-5-8 0 16,1-4 0-16,-3-2 0 15,-1-3 0-15,-5 3 0 0,-2 2 0 16,-4 3 0-16,-2 1 0 0,-4 2 0 16,-1 4-1053-16,1 3-1136 0,-2 0-1409 0</inkml:trace>
  <inkml:trace contextRef="#ctx0" brushRef="#br0" timeOffset="85798.14">24783 4505 5478 0,'0'0'772'0,"0"0"-159"16,0 0 323-16,0 0-668 0,-29 34-143 15,21 3-125-15,-1 8 0 0,7 5 0 16,0 1 0-16,2 4 0 15,0 3 0-15,2 0 0 0,0-3 0 16,2-4 0-16,3-4 0 0,-1-6 0 16,4-4 0-16,-2-11 0 0,7-6 0 15,-3-8 0-15,3-11 0 16,1-5 0-16,-1-13 0 0,-1-7 0 16,-3-4 0-16,-7-1 0 0,-6 3 0 15,-9 6 0-15,-5 2 0 0,-5 8 0 16,-2 7 0-16,1 6 0 0,-3 10 0 15,0 1 0-15,0 0 0 0,11-3 0 16,3-4-1057-16,5-6-712 0</inkml:trace>
  <inkml:trace contextRef="#ctx0" brushRef="#br0" timeOffset="86204.24">25000 4557 5182 0,'0'0'948'15,"0"0"-756"-15,0 0 81 0,-15 61 271 16,7-22-172-16,2 6-12 0,2 1-39 15,2 2-321-15,2 2 0 0,0 3 0 16,0 0 0-16,0-2 0 0,2-2 0 16,2-5 0-16,2-5 0 15,0-11 0-15,5-8 0 0,-1-8 0 16,2-10 0-16,1-5 0 0,-1-10 0 16,-2-9 0-16,-1-5 0 0,-5-1 0 15,-4-1 0-15,-6 2 0 16,-7 2 0-16,-3 6 0 0,-1 7 0 15,-1 9 0-15,-1 5 0 0,-2 8 0 16,1 4 0-16,1 1 0 0,2 1 0 16,9-3 0-16,6-5-801 0,0-1-1072 15,4-2-996-15</inkml:trace>
  <inkml:trace contextRef="#ctx0" brushRef="#br0" timeOffset="86668.51">25138 5106 4450 0,'0'0'1532'0,"0"0"-823"0,0 0-105 16,0 0 80-16,0 0-471 15,0 0-213-15,0 0 0 0,40-6 0 16,-24-4 0-16,-4-3 0 0,-1-2 0 16,-3 1 0-16,-2-1 0 0,-4-1 0 15,-2 2 0-15,-2 3 0 16,-2 4 0-16,2 5 0 0,-4 2 0 16,0 0 0-16,-7 9 0 0,-3 9 0 15,-1 8 0-15,1 2 0 0,9 0 0 16,7-6 0-16,7-1 0 0,5-4 0 15,9 0 0-15,1-4 0 0,5-5 0 16,-2-2 0-16,-2-2 0 0,-2-4 0 16,-7 0 0-16,-4-1 0 15,-3-2 0-15,-5 2 0 0,0-1 0 16,-2-1 0-16,2-1 0 0,-2-3 0 16,2-3 0-16,2-8 0 0,6-2 0 15,7-6 0-15,1-4 0 16,5 1 0-16,4-4 0 0,0-1 0 15,2 1 0-15,-2-1-157 0,-7 8-1884 16,-1-4-2345-16</inkml:trace>
  <inkml:trace contextRef="#ctx0" brushRef="#br1" timeOffset="90779.37">22139 3624 4253 0,'0'0'613'0,"0"0"-17"0,0 0 468 16,0 0-519-16,0 0-97 0,0 0 4 15,0 0-340-15,0 0-3 0,0 0-109 16,-2 0 0-16,2-1 0 0,2 1 0 16,4-2 0-16,-2 1 0 0,2 1 0 15,1-2 0-15,3 1 0 0,0 1 0 16,9 0 0-16,-1 0 0 16,1 1 0-16,-7 0 0 0,7 0 0 15,-7-1 0-15,5 0 0 0,-3 0 0 16,1 0 0-16,-1 0 0 0,1-1 0 15,-1-1 0-15,1 0 0 16,-1 1 0-16,1 1 0 0,-5 0 0 16,5 0 0-16,1 0 0 0,-1 0 0 15,3 0 0-15,3 0 0 0,-3 0 0 16,3-1 0-16,0-2 0 16,-1 2 0-16,-1-1 0 0,-2 1 0 15,-1-1 0-15,3 1 0 0,-7-1 0 16,3 1 0-16,-3-1 0 0,0 0 0 15,3 1 0-15,1-2 0 0,1 1 0 16,4 1 0-16,1-2 0 0,1 1 0 16,2 1 0-16,-4 0 0 0,5 0 0 15,-5 1 0-15,0 0 0 0,-3 2 0 16,-3 0 0-16,-3 2 0 16,1-2 0-16,1 1 0 0,-1-1 0 15,1 0 0-15,-2 0 0 0,3-2 0 16,6 0 0-16,-1 0 0 0,3-1 0 15,2-3 0-15,2 1 0 16,6-1 0-16,-8 1 0 0,6 2 0 16,-11 0 0-16,-3 1 0 0,-1 0 0 15,-1 1 0-15,-5 3 0 0,5-2 0 16,-3 2 0-16,7 0 0 16,-5-1 0-16,3-1 0 0,-5 0 0 15,2-1 0-15,-3 0 0 0,-5-1 0 16,-2 0-793-16,-2-9-1744 0</inkml:trace>
  <inkml:trace contextRef="#ctx0" brushRef="#br1" timeOffset="91898.55">24444 3649 2785 0,'0'0'532'0,"0"0"180"0,0 0 369 15,0 0-669-15,0 0-76 0,0 0 200 16,0 0-291-16,0 0 19 0,0 0 172 15,-19-16-240-15,21 15-24 0,0 1 88 16,2 0-140-16,1 0-52 0,1 0-31 16,0 3-37-16,0 1 0 0,2 3 0 15,3-1 0-15,3 1 0 0,5 0 0 16,1-1 0-16,3-3 0 16,2 0 0-16,2-3 0 0,2 1 0 15,2-1 0-15,2 1 0 0,-4 0 0 16,-2 2 0-16,-2-2 0 0,-5 1 0 15,3 2 0-15,-2-2 0 16,5 0 0-16,1 0 0 0,2-1 0 16,4-1 0-16,0 0 0 0,3 0 0 15,-1 1 0-15,-2-1 0 0,4 2 0 16,-4 0 0-16,0 1 0 16,0 0 0-16,2-2 0 0,0 2 0 15,3-1 0-15,3-1 0 0,2-1 0 16,3 0 0-16,1 1 0 0,1 0 0 15,-3 1 0-15,1 0 0 0,-1 1 0 16,-1-1 0-16,-3 1 0 0,-2-1 0 16,-3 2 0-16,-3 1 0 0,-6 0 0 15,-1 0 0-15,-1 1 0 0,0-1 0 16,2 1 0-16,-4-1 0 16,-1 2 0-16,1-3 0 0,-2 1 0 15,-3-2 0-15,-1-2 0 0,-5 0-369 16,-1-3-4293-16</inkml:trace>
  <inkml:trace contextRef="#ctx0" brushRef="#br1" timeOffset="92898.34">27389 3573 3657 0,'0'0'841'0,"0"0"-45"16,0 0-296-16,0 0-92 16,0 0 177-16,0 0-341 0,0 0-100 15,0 0 24-15,0 0-128 0,0 0 12 16,11-3 92-16,-7 3-24 0,2-1 36 15,-2 0 112-15,2 1-199 16,1 0-69-16,5 0 0 0,4 0 0 16,11 0 0-16,4 0 0 0,2-2 0 15,5-1 0-15,-1-2 0 0,0 3 0 16,0-1 0-16,0 2 0 16,1 1 0-16,-1 0 0 0,0 2 0 15,0 1 0-15,-2 0 0 0,3 1 0 16,1-1 0-16,4-2 0 0,7-1 0 15,2 0 0-15,3-2 0 0,5-4 0 16,4 2 0-16,5-1 0 0,-1 1 0 16,0 2 0-16,-2 2 0 0,-4 0 0 15,-2 7 0-15,-4-2 0 0,-2 2 0 16,-5 0 0-16,-3 1 0 16,-3 0 0-16,-1 0 0 0,-1-1 0 15,0-2 0-15,3-1 0 0,-5-1 0 16,-4-1 0-16,-8-2 0 0,-6-6 0 15,-7-1-2150-15,-10-7-1503 0</inkml:trace>
  <inkml:trace contextRef="#ctx0" brushRef="#br1" timeOffset="93818.3">30165 3494 1968 0,'0'0'2069'15,"0"0"-1120"-15,0 0-441 0,0 0 36 16,0 0 313-16,0 0-401 0,0 0-60 15,0 0 49-15,0 0-445 16,19-9 0-16,6 5 0 0,4 3 0 16,2 1 0-16,4 1 0 0,6 5 0 15,9 1 0-15,8 3 0 0,6-1 0 16,12 0 0-16,9 0 0 16,10-2 0-16,13 0 0 0,3-3 0 15,7 0 0-15,4 0 0 0,-4-2 0 16,-2 2 0-16,-11-1 0 0,-16-1 0 15,-12-1 0-15,-13 0 0 0,-11-1 0 16,-5 1 0-16,-9-1 0 0,-10 2 0 16,-10-1 0-16,-11 0 0 0,-6-1-165 15,-2 0-2116-15,-6-5-1701 0</inkml:trace>
  <inkml:trace contextRef="#ctx0" brushRef="#br1" timeOffset="96190.33">23358 3594 2557 0,'0'0'2553'16,"0"0"-1677"-16,0 0-412 0,0 0 121 16,0 0-429-16,0 0 4 0,0 0 148 15,0 0-128-15,0 0 44 0,0 0-95 16,0-3-129-16,0 3 0 16,0 0 0-16,0 0 0 0,3 0 0 15,-1 0 0-15,0 1 0 0,-2 3 0 16,4 1 0-16,-2 1 0 0,0 4 0 15,0 2 0-15,-2-1 0 16,0-2 0-16,0-3 0 0,4-1 0 16,-4-1 0-16,2 2 0 0,-2-1 0 15,2 1 0-15,0 1 0 0,-2-1 0 16,0-1 0-16,0 2 0 16,4-3 0-16,-1 2 0 0,-1 1 0 15,0 0 0-15,0 1 0 0,2 1 0 16,0 1 0-16,0 0 0 0,0 0 0 15,0 2 0-15,-2-1 0 0,3-1 0 16,-3-2 0-16,0-1 0 0,0-3 0 16,0 1 0-16,-2 1 0 0,0 0 0 15,4 1 0-15,0-1 0 0,-2 2 0 16,2 3 0-16,0 2 0 16,3 1 0-16,-3-2 0 0,0 1 0 15,0-1 0-15,0-1 0 0,0 2 0 16,0 0 0-16,3-1 0 15,-5 1 0-15,6-1 0 0,-2 2 0 16,0-2 0-16,1-1 0 0,-1 0 0 16,0 2 0-16,0-2 0 0,0 0 0 15,3-1 0-15,-3 2 0 16,0 0 0-16,0 0 0 0,1 0 0 16,-3 2 0-16,4-1 0 0,-2 0 0 15,0-1 0-15,1 0 0 0,-1-2 0 16,-2 1 0-16,2-4 0 0,-2 0 0 15,4 0 0-15,-1 2 0 0,-1-1 0 16,2-1 0-16,-2-1 0 0,3 0 0 16,-1 1 0-16,4 1 0 0,1 1 0 15,-1-3 0-15,-2-1 0 0,-1-1 0 16,-1-1 0-16,-4 1 0 16,2-2 0-16,0 2 0 0,5 0 0 15,1 0 0-15,-1 0 0 0,-1-2 0 16,-2-1 0-16,-4-1 0 15,-2 1 0-15,2-1 0 0,-4 0 0 16,7 0 0-16,-3-4 0 0,-2-3 0 16,-2-7-1393-16</inkml:trace>
  <inkml:trace contextRef="#ctx0" brushRef="#br1" timeOffset="97120.66">23770 4313 2156 0,'0'0'3446'15,"0"0"-2498"-15,0 0-223 0,0 0 55 16,0 0-643-16,0 0-137 0,0 0 0 15,0 0 0-15,0 0 0 0,0 0 0 16,16 10 0-16,-1-6 0 0,1 1 0 16,1 1 0-16,-1 0 0 0,-1-1 0 15,-1-2 0-15,1 0 0 16,-1-3 0-16,1 0 0 0,-1-4 0 16,7-4 0-16,-5-1 0 0,3-2 0 15,-2 1 0-15,-1-3 0 0,1 1 0 16,-3-1 0-16,1-1 0 15,-3 1 0-15,5-4 0 0,-5 0 0 16,2-2 0-16,1-1 0 0,-1 0 0 16,1-1 0-16,-3 1 0 0,1 1 0 15,-3 1 0-15,-2 1 0 16,3 1 0-16,-3 2 0 0,0-2 0 16,2 1 0-16,1 0 0 0,1-3 0 15,1-1 0-15,-1-1 0 0,2 0 0 16,-1 0 0-16,-1-1 0 0,1 1 0 15,-1 1 0-15,-2 0 0 0,-1 0 0 16,-1 0 0-16,0-1 0 0,-2 1 0 16,-1 0 0-16,-1 0 0 0,-2 4 0 15,2 5 0-15,-4 4 0 0,2 1 0 16,0 1 0-16,-2 0 0 16,0 0 0-16,-2 0 0 0,2 0 0 15,-2-4-4607-15</inkml:trace>
  <inkml:trace contextRef="#ctx0" brushRef="#br1" timeOffset="98360.59">26157 3728 1696 0,'0'0'1837'0,"0"0"-772"0,0 0-585 16,0 0-116-16,0 0 148 0,0 0-64 16,0 0 49-16,0 0 355 0,0 0-496 15,2-29-271-15,-2 29-85 0,0 1 0 16,2 2 0-16,1 3 0 16,3 3 0-16,0 5 0 0,0 3 0 15,2-1 0-15,-1-1 0 0,-1-1 0 16,2 0 0-16,0-1 0 0,3 1 0 15,-1 0 0-15,2-2 0 0,-1 0 0 16,3-2 0-16,-1-2 0 0,1 1 0 16,-4 1 0-16,3-2 0 0,-5 4 0 15,0-1 0-15,1-2 0 0,-3 3 0 16,2-1 0-16,0 0 0 16,1-1 0-16,-1 1 0 0,2-2 0 15,-1 1 0-15,1-1 0 0,-2-2 0 16,-2-1 0-16,3 0 0 15,-1-1 0-15,-2 1 0 0,2 1 0 16,3 0 0-16,-1 1 0 0,2 2 0 16,1-3 0-16,-3 0 0 0,-4-2 0 15,3-1 0-15,-3-1 0 16,0 0 0-16,2 0 0 0,-4 0 0 16,5-1 0-16,-1 1 0 0,2 0 0 15,5-1 0-15,1 0 0 0,3-1 0 16,2-1 0-16,-3 0 0 0,3-3 0 15,0 0 0-15,-3 0 0 0,-1 2 0 16,1-1 0-16,-3 1 0 0,-3 0 0 16,3 1 0-16,-3 0 0 0,-2 0 0 15,1 0 0-15,-1 0 0 0,0 0 0 16,5-1 0-16,1 0 0 16,-3-2 0-16,1 0 0 0,-1-2 0 15,3-1 0-15,1-1 0 0,-1-1 0 16,3-3 0-16,-1 0 0 15,1-2 0-15,0-1 0 0,-3 2 0 16,1-1 0-16,-1 2 0 0,-1 0 0 16,-1 2 0-16,-1-1 0 0,-1-2 0 15,0 1 0-15,1-3 0 16,-1-2 0-16,1-1 0 0,-1-4 0 16,3-1 0-16,-3 1 0 0,0 2 0 15,1 0 0-15,-3 3 0 0,2 3 0 16,-3 4 0-16,-3 1 0 0,0 3 0 15,-2-1 0-15,2 0 0 0,1-1 0 16,-1-2 0-16,-2 1 0 0,0-1 0 16,-2-3 0-16,-2-1 0 0,0 0 0 15,-2 1 0-15,0 3 0 0,0 4 0 16,-2-1 0-16,2 2-29 16,-2-5-3236-16</inkml:trace>
  <inkml:trace contextRef="#ctx0" brushRef="#br1" timeOffset="99302.3">29200 3692 2401 0,'0'0'2613'0,"0"0"-828"0,0 0-1129 0,0 0-132 16,0 0-311-16,0 0-213 0,0 0 0 15,0 0 0-15,0 0 0 0,0 0 0 16,13 12 0-16,-1 5 0 0,4 7 0 15,1 1 0-15,0 1 0 16,-3-1 0-16,-2-3 0 0,-1 1 0 16,-1-1 0-16,3-4 0 0,-1-1 0 15,0 0 0-15,1-2 0 16,-1 0 0-16,1 0 0 0,-1 0 0 16,0-1 0-16,1 3 0 0,-5 0 0 15,0-1 0-15,1 0 0 0,-1-1 0 16,0-2 0-16,2 2 0 0,1-3 0 15,-1 1 0-15,0-2 0 0,3 0 0 16,-3 1 0-16,5-2 0 0,-3 0 0 16,5-1 0-16,-1 3 0 0,3-4 0 15,-1 0 0-15,1 1 0 0,2-2 0 16,-1-3 0-16,-1-1 0 16,-1-2 0-16,1-1 0 0,0-4 0 15,-1-6 0-15,1-9 0 0,-1-5 0 16,1-4 0-16,0-2 0 15,-3 0 0-15,-1 4 0 0,-1 4 0 16,-1 2 0-16,-1 2 0 0,-2 0 0 16,1 0 0-16,1-3 0 0,3 1 0 15,-1-5 0-15,-2-2 0 16,3 0 0-16,-3 1 0 0,-1 3 0 16,-7 4 0-16,0 2 0 0,-2 2 0 15,-2 2 0-15,2-1 0 0,0 3 0 16,2 1 0-16,-2 3 0 0,0 2 0 15,2 1 0-15,1-2-365 0,-1 1-1140 16,0 1-91-16,-4 0-809 0</inkml:trace>
  <inkml:trace contextRef="#ctx0" brushRef="#br1" timeOffset="99765.28">30163 3550 6422 0,'0'0'985'0,"0"0"-200"16,0 0-785-16,0 0 0 0,0 0 0 15,0 0 0-15,0 0 0 0,0 0-509 16,0 0-628-16,-4 32-519 0</inkml:trace>
  <inkml:trace contextRef="#ctx0" brushRef="#br1" timeOffset="100627.72">22742 3695 5450 0,'0'0'988'0,"0"0"-127"0,0 0-205 15,0 0-419-15,0 0-237 0,-35-45 0 16,25 23 0-16,0-4 0 16,-1-1 0-16,-3-5 0 0,-9-4 0 15,-8-4 0-15,-12-4 0 0,-15-6 0 16,-17-6 0-16,-16-4 0 0,-20-3 0 15,-15-4 0-15,-15-7 0 0,-18 3 0 16,-15 1 0-16,-10 9 0 0,-4 14 0 16,-6 14 0-16,2 14 0 0,10 14 0 15,14 6 0-15,26 10 0 0,22 2 0 16,21 2 0-16,14 0 0 0,17-3 0 16,14-3-305-16,13-2-867 15,14-6-4631-15</inkml:trace>
  <inkml:trace contextRef="#ctx0" brushRef="#br1" timeOffset="101573.64">15237 1663 4394 0,'0'0'1792'0,"0"0"-523"0,0 0-617 0,0 0-567 16,-6 40-85-16,8-1 0 16,-2 9 0-16,8 2 0 0,-2-2 0 15,0-3 0-15,3-4 0 0,-1-3 0 16,-4-4 0-16,6-8 0 0,-4-7 0 16,-1-8 0-16,-1-6 0 15,-2-5 0-15,2-3 0 0,2-13 0 16,2-15 0-16,-1-10 0 0,5-10 0 15,-8-4 0-15,0 2 0 0,-2-3 0 16,7 4 0-16,-3 7 0 0,0 14 0 16,2 14 0-16,-6 9 0 0,3 7 0 15,5 1 0-15,2 7 0 0,3 8 0 16,1 7 0-16,-1 4 0 0,1 1 0 16,-5-1 0-16,-1-1 0 15,0-4 0-15,1-2 0 0,-1-5 0 16,0-5 0-16,-4-3 0 0,1-4 0 15,-3-2 0-15,2-2 0 0,2-7 0 16,-2-10 0-16,5-7 0 16,-5-4 0-16,4-2 0 0,1-2 0 15,-1 3 0-15,0 2 0 0,1 9 0 16,-5 10 0-16,-2 7 0 0,0 3 0 16,2 14 0-16,1 17 0 15,3 9 0-15,-4 6 0 0,-2 1 0 16,0-8 0-16,3-4 0 0,3-4 0 15,0-3 0-15,1-6 0 0,-1-4 0 16,2-5 0-16,-1-3 0 0,-1-9-1513 16,-4-1-668-16,-2-10-1709 0</inkml:trace>
  <inkml:trace contextRef="#ctx0" brushRef="#br1" timeOffset="101728.59">15900 1646 7343 0,'0'0'664'0,"0"0"-479"0,0 0-185 0,0 0 0 15,0 0 0-15,0 33 0 0,0-2 0 16,2 1 0-16,0 0 0 16,7-4 0-16,-1-1 0 0,2-2 0 15,1-2 0-15,-1-3 0 0,-2-5 0 16,1-6-465-16,-9-7-2860 0</inkml:trace>
  <inkml:trace contextRef="#ctx0" brushRef="#br1" timeOffset="101870.02">15969 1194 8192 0,'0'0'0'0,"0"0"0"0,0 0 0 15,0 0 0-15,0 0 0 0,0 0 0 16,0 0 0-16,0 0 0 0,0 0-405 16,0 0-844-16,35 14-187 15,-19 13-3162-15</inkml:trace>
  <inkml:trace contextRef="#ctx0" brushRef="#br1" timeOffset="102084.71">16115 1621 5894 0,'0'0'1009'16,"0"0"-257"-16,0 0-215 0,0 0-537 16,0 0 0-16,0 0 0 15,42 46 0-15,-22-15 0 0,5-1 0 16,2-3 0-16,4-1 0 0,-2-1 0 15,2-5 0-15,0-1 0 0,-6-1 0 16,-9-4 0-16,-3-2 0 0,-9-6 0 16,0-5 0-16,-4-4-861 0,0-3-1332 15,-4-14-36-15</inkml:trace>
  <inkml:trace contextRef="#ctx0" brushRef="#br1" timeOffset="102224.55">16376 1580 6651 0,'0'0'1296'0,"0"0"-1051"15,-48 28-245-15,17 1 0 0,-10 8 0 16,6 6 0-16,-5 1 0 16,3-2 0-16,8-5 0 0,11-7 0 15,9-8 0-15,9-10 0 0,9-10 0 16,3-2-1433-16,9-14-3574 0</inkml:trace>
  <inkml:trace contextRef="#ctx0" brushRef="#br1" timeOffset="102690.79">17118 1718 6647 0,'0'0'792'0,"4"-56"-39"15,-8 31-753-15,-7 9 0 0,1 6 0 16,4 4 0-16,-4 4 0 0,-1 7 0 15,-3 8 0-15,-3 11 0 0,1 10 0 16,10 4 0-16,1 4 0 0,5-3 0 16,11-6 0-16,3-5 0 0,3-7 0 15,5-8 0-15,3-9 0 0,-2-4 0 16,6-9 0-16,-6-8 0 0,-3-1 0 16,-9-4 0-16,-1-2 0 15,-10-1 0-15,0 0 0 0,0 1 0 16,-4-1 0-16,-6 1 0 0,-1 1 0 15,3 0 0-15,-2 1 0 0,6 1 0 16,4 2-209-16,4 0-1099 16,2 4-353-16,6 2-3145 0</inkml:trace>
  <inkml:trace contextRef="#ctx0" brushRef="#br1" timeOffset="102985.58">17554 1206 6342 0,'-21'-36'961'0,"1"6"-309"0,-7-5-415 16,0 5-237-16,2-3 0 0,-2 2 0 15,4 1 0-15,3 5 0 0,5 8 0 16,5 7 0-16,10 5 0 0,-2 4 0 16,-2 1 0-16,4 3 0 15,-4 9 0-15,2 14 0 0,-3 16 0 16,-1 18 0-16,2 7 0 0,4-2 0 15,0-1 0-15,10-3 0 0,1 1 0 16,5-1 0-16,1-1 0 16,4-5 0-16,-1-6 0 0,1-3 0 15,-5-5 0-15,-1-8 0 0,1-7 0 16,-7-5 0-16,-3-7-209 0,-6-7-1488 16,0-6-664-16</inkml:trace>
  <inkml:trace contextRef="#ctx0" brushRef="#br1" timeOffset="103085.55">17322 1718 7315 0,'0'0'800'0,"0"0"-723"0,38-32-77 16,3 15 0-16,7-3 0 0,3 3 0 15,-1 1 0-15,-1 2 0 0,-1-1 0 16,-9 2 0-16,-4-3-1325 0</inkml:trace>
  <inkml:trace contextRef="#ctx0" brushRef="#br1" timeOffset="103608.66">18414 1437 6919 0,'0'0'1232'0,"-19"-34"-1191"0,3 22-41 0,-1 6 0 16,-3 8 0-16,-7 10 0 0,2 10 0 15,-2 8 0-15,4 7 0 0,5 6 0 16,7 3 0-16,5 4 0 0,6-1 0 16,10-2 0-16,7-3 0 15,10-10 0-15,2-8 0 0,8-8 0 0,4-12 0 16,3-6 0-16,3-7 0 0,-1-8 0 16,-13 4-429-16,-2-4-1324 0</inkml:trace>
  <inkml:trace contextRef="#ctx0" brushRef="#br1" timeOffset="104027.73">18741 1512 5682 0,'0'0'228'16,"0"0"132"-16,0 0-100 15,0 0-256-15,0 0-4 0,0 0 4 16,0 0 4-16,0 0-8 0,0 0 77 15,-17-33 123-15,17 32 144 0,0 0 400 16,-4 0-463-16,4 0-281 0,0 1 0 16,0 0 0-16,0 0 0 0,0 0 0 15,0 0 0-15,0-1 0 0,0 1 0 16,-4-2 0-16,2 1 0 0,-5 1 0 16,-5 1 0-16,-4 10 0 15,-5 8 0-15,0 9 0 0,5 5 0 16,5 5 0-16,5 1 0 0,6 1 0 15,10 1 0-15,5-4 0 0,3-5 0 16,3-8 0-16,8-7 0 16,-2-9 0-16,4-7 0 0,-2-3 0 15,-4-10 0-15,-5-4 0 0,-3-3 0 16,-7-5 0-16,-8-6 0 0,-2 1 0 16,-2-2 0-16,-8 0 0 15,-5 2 0-15,-1 1 0 0,-5 2 0 16,-6 7 0-16,-8 6 0 0,6 5-53 15,-2 2-2852-15</inkml:trace>
  <inkml:trace contextRef="#ctx0" brushRef="#br1" timeOffset="104742.66">18949 1541 4970 0,'0'0'1585'0,"0"0"-301"0,0 0-931 0,0 0-353 15,-4 51 0-15,14-16 0 0,1 1 0 16,1-4 0-16,3-8 0 16,-3-4 0-16,1-6 0 0,-7-5 0 15,0-4 0-15,-6-3 0 0,6-2 0 16,-2-3 0-16,2-14 0 0,3-15 0 16,-1-9 0-16,2-7 0 15,-1 3 0-15,-3 3 0 0,4 6 0 16,-4 5 0-16,1 13 0 0,-3 8 0 15,-4 7 0-15,4 4 0 0,2 11 0 16,0 10 0-16,2 5 0 0,-1 1 0 16,-3 2 0-16,0-9 0 0,-2 0 0 15,2-5 0-15,-2-4 0 0,2-6 0 16,-4-3 0-16,7-3 0 0,1-2 0 16,2-11 0-16,3-12 0 15,1-7 0-15,-2 1 0 0,-3 5 0 16,-7 9 0-16,2 6 0 0,-4 4 0 15,0 6 0-15,0-1 0 0,0 2 0 16,0 5 0-16,2 9 0 16,2 14 0-16,0 4 0 0,2 3 0 15,5-4 0-15,3-5 0 0,-1-5 0 16,3 1 0-16,-1 0-357 0,-5-6-1080 16,0 2-439-16</inkml:trace>
  <inkml:trace contextRef="#ctx0" brushRef="#br1" timeOffset="105042.73">19450 2285 5786 0,'0'0'464'0,"-15"-37"-67"0,9 5 119 0,-4-7-160 0,-3-6-28 0,-1-10 17 16,-3-10-345-16,-1-6 0 15,7-10 0-15,3 1 0 0,6 4 0 16,6 7 0-16,10 11 0 0,7 9 0 15,0 10 0-15,-3 9 0 0,3 5 0 16,-6 8 0-16,-3 4 0 16,0 5 0-16,1 3 0 0,-7 2 0 15,4 0 0-15,-1 3 0 0,3 6 0 16,-2 4 0-16,5 5 0 0,-9 4 0 16,-6 2 0-16,-4 1 0 15,-9 1 0-15,-1 0 0 0,-7-3 0 16,5-1 0-16,-5-6 0 0,7-5 0 15,-3-3 0-15,7-4 0 0,4-1-981 16,6 0 96-16,0-1-391 0,6-1-2734 0</inkml:trace>
  <inkml:trace contextRef="#ctx0" brushRef="#br1" timeOffset="105286.93">19625 1696 5230 0,'0'0'1445'0,"0"0"-909"16,0 0-8-16,2-37-116 0,0 10-371 15,3-3-41-15,-1-1 0 0,2 4 0 16,0 2 0-16,2 5 0 0,1 2 0 16,-5 5 0-16,2 5 0 15,-2 3 0-15,0 0 0 0,-2 3 0 16,7 0-73-16,-3 0-851 0,0 0-1145 15,2 2-188-15</inkml:trace>
  <inkml:trace contextRef="#ctx0" brushRef="#br1" timeOffset="105522.59">19770 1565 3905 0,'0'0'1341'0,"43"8"-685"0,-14-15 485 16,-2-4-629-16,2-6-60 0,-4-1-267 16,-4-1-185-16,-7-1 0 15,-4 0 0-15,-8-1 0 0,-2 2 0 16,-6 0 0-16,-8 6 0 0,-7 7 0 15,0 6 0-15,-5 8 0 0,-1 11 0 16,6 8 0-16,-4 6 0 16,7 5 0-16,3 2 0 0,9 1 0 15,6-1 0-15,6-3 0 0,15-5 0 16,6-9 0-16,10-9 0 0,4-9 0 16,7-8 0-16,-1-8-133 15,5-5-415-15,-4-7-20 0,-5-1-745 16,-14 3 4-16,-6 0-515 0</inkml:trace>
  <inkml:trace contextRef="#ctx0" brushRef="#br1" timeOffset="105849.54">20260 1441 6943 0,'0'0'828'0,"0"0"-407"0,-23-34-421 16,9 22 0-16,-1 0 0 15,-5 2 0-15,-3 3 0 0,6 3 0 16,1 4 0-16,-1 3 0 0,3 6 0 15,-1 5 0-15,5 1 0 0,4 3 0 16,6 0 0-16,0 0 0 16,10 0 0-16,4-1 0 0,5-1 0 15,2-4 0-15,4-3 0 0,1-1 0 16,1-3 0-16,-6 2 0 0,4-2 0 16,-7 1 0-16,-3 0 0 15,-7-1 0-15,-6 3 0 0,-2 2 0 16,0 3 0-16,-10 4 0 0,-5-2 0 15,-5 0 0-15,-3-1 0 0,0-5 0 16,1-2 0-16,3-2 0 0,4-4 0 16,9-1 0-16,0 0 0 0,6 0-17 15,2-4-1027-15,8-4-109 0,1 0-1056 16,9-6 204-16</inkml:trace>
  <inkml:trace contextRef="#ctx0" brushRef="#br1" timeOffset="106190.88">20496 1412 6847 0,'0'0'968'16,"0"0"-591"-16,0 0-377 0,-42-19 0 15,28 17 0-15,1 0 0 0,-1 0 0 16,1 0 0-16,3 2 0 0,4 0 0 16,2 0 0-16,0 1 0 15,-1 5 0-15,1 4 0 0,0 6 0 16,6 1 0-16,7 1 0 0,3-4 0 15,7 0 0-15,-1-2 0 0,3 1 0 16,-1 0 0-16,-1-4 0 0,0 1 0 16,-5-3 0-16,-1 2 0 0,-5-3 0 15,-4-3 0-15,-2 1 0 0,-2 3 0 16,-2 2 0-16,-12 2 0 0,-11 1 0 16,-2 0 0-16,0-3 0 15,0-3 0-15,2-2 0 0,5-3 0 16,3 0 0-16,11-1 0 0,2 0 0 15,4 0 0-15,0-4 0 0,10-4-149 16,11-10-1740-16,-5 2-164 16,5-4-1180-16</inkml:trace>
  <inkml:trace contextRef="#ctx0" brushRef="#br1" timeOffset="106330.38">20679 1407 3553 0,'0'0'3282'0,"0"0"-2110"16,0 0-987-16,-10 46-185 0,0-12 0 15,-1 4 0-15,1-2 0 0,4-7 0 16,2-5 0-16,4-5 0 0,4-7 0 16,2-6 0-16,-2-4-933 0,2-6-2637 15</inkml:trace>
  <inkml:trace contextRef="#ctx0" brushRef="#br1" timeOffset="106444.5">20772 1129 7383 0,'0'0'809'0,"0"0"-809"16,0 0 0-16,0 0 0 16,0 0 0-16,0 0 0 0,0 0-909 15,0 0-120-15,0 0-2292 0</inkml:trace>
  <inkml:trace contextRef="#ctx0" brushRef="#br1" timeOffset="106727.42">20915 1421 6711 0,'0'0'1481'16,"0"0"-1481"-16,0 0 0 0,-47 18 0 15,26-2 0-15,2 6 0 0,3 0 0 16,5 2 0-16,5 1 0 0,6-3 0 16,9-1 0-16,3-3 0 15,2-6 0-15,5-2 0 0,2-7 0 16,-1-4 0-16,5-8 0 0,-2-4 0 15,-2-5 0-15,-3-1 0 0,-1-2 0 16,-7-4 0-16,-2 0 0 16,-4-2 0-16,1 2 0 0,-5 7 0 15,0 5 0-15,0 8 0 0,0 3-405 16,0 2-355-16,-5 5-445 0,5 8 313 16,-4 1-153-16,2 7-1448 0</inkml:trace>
  <inkml:trace contextRef="#ctx0" brushRef="#br1" timeOffset="106951.89">20994 1622 4490 0,'0'0'1448'0,"0"0"229"16,0 0-1100-16,0 0-577 0,0 0 0 16,0 0 0-16,27-41 0 0,-1 11 0 15,1-2 0-15,4 1 0 0,4 8 0 16,3 1 0-16,1 7 0 0,-2 6 0 16,-2 7 0-16,2 8 0 15,-6 9 0-15,0 8 0 0,-4 4 0 16,-8 7 0-16,-5 0 0 0,-5-1 0 15,-3 0 0-15,-6-2 0 0,0-1 0 16,-12-3 0-16,-7-1 0 16,2-7-849-16,-12-1-3705 0</inkml:trace>
  <inkml:trace contextRef="#ctx0" brushRef="#br1" timeOffset="107664.42">14422 2386 2517 0,'0'0'2317'0,"17"-45"-649"0,-13 22-859 0,-4 5 51 0,-4 3-839 16,-6 2-21-16,-7 1 0 15,-4 5 0-15,-10 2 0 0,-6 5 0 16,0 6 0-16,0 7 0 0,6 4 0 15,0 6 0-15,8 7 0 0,-6 3 0 16,10 4 0-16,-1 0 0 16,5-4 0-16,9-2 0 0,6-4 0 15,2-2 0-15,8-5 0 0,9-2 0 16,4-9 0-16,4-4 0 16,8-5 0-16,2-6 0 0,6-6 0 15,-7-2 0-15,-3-1 0 0,-13-1 0 16,-5 4 0-16,-5 3 0 0,-10 3 0 15,0 2 0-15,0 2 0 0,-10-2 0 16,-5 2 0-16,-5 3 0 0,-7 8 0 16,0 5 0-16,2 5 0 0,6 1 0 15,-1 1 0-15,1 2 0 0,7 2 0 16,-3 0 0-16,9 2 0 0,2-1 0 16,4 1 0-16,4-1 0 15,6-3 0-15,1-3 0 0,5-4 0 16,1-6 0-16,8-7 0 0,2-6 0 15,8-10 0-15,-2-6 0 0,4-11 0 16,-6 6-2554-16,-6-7-1576 0</inkml:trace>
  <inkml:trace contextRef="#ctx0" brushRef="#br1" timeOffset="107897.25">14238 2031 6410 0,'0'0'108'0,"0"0"1037"0,0 0-616 0,0 0-529 0,-27 39 0 16,19 4 0-16,2 10 0 0,4 5 0 15,2-1 0-15,8 3 0 0,7 0 0 16,5 1 0-16,7-1 0 0,4-1 0 16,0-1 0-16,0-3 0 15,-4-9 0-15,0-7 0 0,-6-13 0 16,-5-8-2886-16</inkml:trace>
  <inkml:trace contextRef="#ctx0" brushRef="#br1" timeOffset="108471.43">15022 2400 5742 0,'0'0'644'0,"0"0"597"0,-37-23-676 16,16 20-565-16,-6-1 0 15,0 4 0-15,0 0 0 0,-2 3 0 16,9 0 0-16,7 1 0 0,3-2 0 15,6 3 0-15,2 0 0 0,2 5 0 16,0 7 0-16,2 1 0 0,12 3 0 16,3-2 0-16,10-1 0 0,4-2 0 15,4 1 0-15,4-3 0 0,0 0 0 16,-1 1 0-16,-5 0 0 0,-13 0 0 16,-3 2 0-16,-9 2 0 15,-8 2 0-15,-4 2 0 0,-10-1 0 16,-7 0 0-16,-2-1 0 0,-4-2 0 15,-4-6 0-15,4-2 0 0,3-9 0 16,1-2 0-16,4-6 0 16,9-6 0-16,4-8 0 0,-1-7 0 15,7-8-517-15,0 6-1836 0,7-8-536 0</inkml:trace>
  <inkml:trace contextRef="#ctx0" brushRef="#br1" timeOffset="108828.74">15069 2063 5122 0,'0'0'708'0,"11"45"12"0,-7-8 329 16,-4 7-509-16,2 6-487 0,0 3-53 15,0 5 0-15,4 3 0 0,-2-1 0 16,-4 1 0-16,0-2 0 0,0-2 0 16,0-6 0-16,-4-6 0 15,4-11 0-15,0-9 0 0,0-11 0 16,0-8 0-16,8-6 0 0,9-18 0 15,4-12 0-15,6-12 0 0,-1-7 0 16,-1 3 0-16,-8 4-69 16,-3 6-67-16,-8 11 124 0,1 12 24 15,-7 8-8-15,0 5 197 0,-2 7-201 16,-7 10 0-16,3 10 0 0,-4 6 0 16,4-2 0-16,1-3 0 15,10-7 0-15,1-5 0 0,10-1 0 16,3-6 0-16,4-1 0 0,-3-3 0 15,5-4 0-15,-2-1 0 0,-7 0 0 16,1-2 0-16,-9-3 0 0,-2 2 0 16,-1-2-845-16,-3 0-196 0,-2-3-2196 15</inkml:trace>
  <inkml:trace contextRef="#ctx0" brushRef="#br1" timeOffset="109093.03">15510 2692 5646 0,'0'0'1509'0,"33"-36"-661"0,-13 15-659 15,-5 2-189-15,-5-3 0 0,-4 5 0 16,1-1 0-16,-3-2 0 16,-4 2 0-16,-4-1 0 0,-3 1 0 15,-5 3 0-15,-3 3 0 0,-5 3 0 16,-3 6 0-16,-2 4 0 0,-6 11 0 16,4 7 0-16,1 7 0 15,1 5 0-15,4 2 0 0,11 3 0 16,8-2 0-16,8-1 0 0,15-2 0 15,10-5 0-15,6-7 0 0,6-6 0 16,5-7 0-16,-7-5 0 0,0-2 0 16,-3-4-105-16,-7-2-515 0,-7-2-785 15,-7-2 209-15,-7 3-65 0,-4-1-1912 16</inkml:trace>
  <inkml:trace contextRef="#ctx0" brushRef="#br1" timeOffset="109276.59">15756 2709 1964 0,'0'0'425'15,"0"0"235"-15,10 37-160 0,-2-23-136 16,0 1 157-16,-1-2-285 0,3-1 16 15,-4-3 332-15,2-2-264 0,-5-3-60 16,-3-1 196-16,0-2 17 16,0 2 199-16,0-3-167 0,0 0-505 15,-7-4 0-15,3-6 0 0,-6-12 0 16,4-5 0-16,6-6 0 16,0-3 0-16,10 3 0 0,0-2 0 15,7 0 0-15,4 2 0 0,3-3 0 16,3 3 0-16,6 0 0 0,5 1 0 15,1 1 0-15,-10 10 0 0,-4-2-1629 0</inkml:trace>
  <inkml:trace contextRef="#ctx0" brushRef="#br1" timeOffset="110276.59">16682 2535 3201 0,'0'0'3570'15,"0"0"-2149"-15,-11-52-1421 0,5 29 0 16,-4 1 0-16,-5-2 0 16,3 4 0-16,-5 3 0 0,-1 8 0 15,1 8 0-15,-3 8 0 0,3 14 0 16,-4 12 0-16,7 10 0 0,4 3 0 16,3 4 0-16,7-4 0 15,4-3 0-15,9-7 0 0,8-12 0 16,10-11 0-16,6-13 0 0,4-14 0 15,3-12-49-15,-20 4-1235 0,3-8-2994 0</inkml:trace>
  <inkml:trace contextRef="#ctx0" brushRef="#br1" timeOffset="110713.91">16729 2062 6394 0,'0'0'725'0,"0"0"-121"16,0 0-135-16,-10 40-469 0,4-3 0 15,-5 8 0-15,-3 5 0 0,4 1 0 16,-1 1 0-16,3-1 0 16,6 0 0-16,2-2 0 0,4-3 0 15,6-6 0-15,5-8 0 0,1-6 0 16,5-8 0-16,2-12 0 16,2-6 0-16,1-11 0 0,1-7-53 15,-6-4-867-15,-2-3 91 0,-7 0-959 16,-6 1 939-16,-2 5 533 0,-4 5 316 15,0 6 564-15,-4 6 265 0,2 2 887 16,-2 0-995-16,0 1-105 0,2 6-307 16,-2 6-309-16,4 6 0 0,-2 5 0 15,2 0 0-15,2-1 0 0,4-4 0 16,4-2 0-16,5-2 0 0,5-2 0 16,-3-5 0-16,8-1 0 15,-3-7 0-15,5-2 0 0,-6-7 0 16,-2-6 0-16,-3-1 0 0,-6-3 0 15,-3-1 0-15,-3 1 0 0,-4 0 0 16,-4 2 0-16,-3 3 0 16,-1 1 0-16,0 2 0 0,0 3-193 15,8 4-1119-15,0-2-2038 0</inkml:trace>
  <inkml:trace contextRef="#ctx0" brushRef="#br1" timeOffset="111058.8">17170 2669 3389 0,'0'0'1697'0,"0"0"-1145"0,0 0 204 16,20-38 261-16,-7 20-433 0,-3-2-387 15,6 0-197-15,-1 0 0 0,-1-3 0 16,-3 0 0-16,-5-4 0 16,0 0 0-16,-6 1 0 0,0 0 0 15,-6 5 0-15,-4 5 0 0,-1 8 0 16,-1 8 0-16,-1 8 0 0,-3 12 0 16,4 9 0-16,-3 5 0 15,9 5 0-15,6 3 0 0,2-4 0 16,8-3 0-16,5-5 0 0,7-5 0 15,3-6 0-15,6-5 0 0,6-9-137 16,-3-5-1720-16,1-8-908 0</inkml:trace>
  <inkml:trace contextRef="#ctx0" brushRef="#br1" timeOffset="111395.35">17969 1985 6414 0,'0'0'173'0,"0"0"619"0,-6 64-192 0,2-13-387 0,-2 9-213 16,6 2 0-16,0 2 0 0,10-1 0 15,1 0 0-15,5-4 0 0,3-3 0 16,-7-9 0-16,5-5 0 0,-7-10 0 16,0-6 0-16,-6-9 0 15,-1-7 0-15,-3-5 0 0,-3-4-1113 16,-7-7-3193-16</inkml:trace>
  <inkml:trace contextRef="#ctx0" brushRef="#br1" timeOffset="111509.81">17891 2458 6166 0,'0'0'380'16,"56"-15"125"-16,-17 7 611 0,2 0-1091 16,1 1-25-16,1 0 0 15,-8 1 0-15,2 2 0 0,-6 2 0 16,-4-4 0-16,-8 3-1289 0,-7-3-3221 0</inkml:trace>
  <inkml:trace contextRef="#ctx0" brushRef="#br1" timeOffset="111785.31">18393 2394 6579 0,'0'0'1036'15,"0"0"-459"-15,0 0-577 0,-25 38 0 16,9-16 0-16,1 3 0 0,9 1 0 15,4-2 0-15,4 2 0 0,9 0 0 16,9-1 0-16,1-2 0 16,6-4 0-16,8-5 0 0,-2-7 0 15,4-7 0-15,-4-6 0 0,-4-8 0 16,-6-7 0-16,-9-4 0 0,-3-5 0 16,-11-1 0-16,-6 3 0 15,-13-2 0-15,-4 0 0 0,-12 3 0 16,-12 5 0-16,-11 4 0 0,-15 7 0 15,13 4-897-15,-8 1-1852 0</inkml:trace>
  <inkml:trace contextRef="#ctx0" brushRef="#br1" timeOffset="112210.73">15272 3372 7843 0,'0'0'349'0,"-8"52"-349"0,8-19 0 16,4-1 0-16,-2 5 0 0,2 0 0 16,2 0 0-16,2 0 0 0,-1-3 0 15,-1-5 0-15,2-4 0 0,-6-4 0 16,-2-7-761-16,0-4-2212 0</inkml:trace>
  <inkml:trace contextRef="#ctx0" brushRef="#br1" timeOffset="112476.38">15330 3210 6947 0,'2'-39'600'0,"8"5"45"15,1 3-645-15,3 14 0 0,-2 5 0 16,9 3 0-16,0 7 0 0,4 2 0 16,-3 8 0-16,3 8 0 15,-2 4 0-15,2 4 0 0,-9-1 0 16,1 5 0-16,-7-1 0 0,-10 1 0 15,-2 2 0-15,-13 2 0 16,-9 2 0-16,-9 0 0 0,-11-2 0 16,-1-4 0-16,1-4 0 0,9-8 0 15,8-6 0-15,11-5 0 0,7-3 0 16,9-2 0-16,21 0-965 16,8-2-456-16,0 1 229 0,8 1-889 0</inkml:trace>
  <inkml:trace contextRef="#ctx0" brushRef="#br1" timeOffset="112748.9">15727 3503 2981 0,'0'0'2945'0,"0"0"-679"16,0 0-2266-16,0 0 0 0,-48-24 0 15,25 24 0-15,-1 9 0 0,3 12 0 16,0 8 0-16,5 9 0 16,-1 7 0-16,11 2 0 0,2-1 0 15,10-5 0-15,8-7 0 0,9-8 0 16,6-10 0-16,4-7 0 15,2-10 0-15,-2-13 0 0,-2-5 0 16,-6-8 0-16,-6-3 0 0,-9-2 0 16,-2-1 0-16,-8 0 0 0,-8-1 0 15,-2 1 0-15,-9 5 0 0,-1 4 0 16,-1 6 0-16,0 8 0 16,7 2 0-16,3 4-73 0,9 2-2668 15,-2-5-1285-15</inkml:trace>
  <inkml:trace contextRef="#ctx0" brushRef="#br1" timeOffset="112922.69">15882 3557 7231 0,'0'0'961'0,"-9"56"-961"16,9-20 0-16,0 2 0 0,5-3 0 15,-1 0 0-15,2-3 0 0,0-7 0 16,2-4 0-16,-1-7 0 15,-1-7 0-15,0-7 0 0,-6 0-669 16,8-15-1280-16</inkml:trace>
  <inkml:trace contextRef="#ctx0" brushRef="#br1" timeOffset="113011.73">15911 3277 6502 0,'0'0'1041'0,"-7"-33"-392"15,7 26-649-15,-2 7 0 0,-2 0 0 16,-2 2 0-16,2 2 0 0,0-1-4915 0</inkml:trace>
  <inkml:trace contextRef="#ctx0" brushRef="#br1" timeOffset="113510.77">16173 3443 4422 0,'0'0'1716'15,"0"0"-911"-15,0 0 119 0,0 0-599 16,-43-13-325-16,12 25 0 0,-2 3 0 16,2 4 0-16,6-4 0 0,8-3 0 15,7-3 0-15,6-3 0 0,4 1 0 16,0 5 0-16,8 8 0 16,9 2 0-16,10 2 0 0,4 0 0 15,6-4 0-15,0-1 0 0,4-1 0 16,-4-3 0-16,-5 0 0 0,-6-4 0 15,-9 0 0-15,-9 0 0 16,-8-1 0-16,-8 3 0 0,-9 2 0 16,-9 2 0-16,-1-2 0 0,-9-2 0 15,5-3 0-15,-2-6 0 16,11-4 0-16,3-3 0 0,9-10 0 16,10-2 0-16,10-6 0 0,11-5-1137 15,-5 7-632-15,5-3-496 0</inkml:trace>
  <inkml:trace contextRef="#ctx0" brushRef="#br1" timeOffset="113826.28">16580 3407 7591 0,'0'0'548'0,"-58"1"-495"16,23 1-53-16,4-1 0 0,0 2 0 15,-2 2 0-15,2-1 0 0,-2 3 0 16,2 1 0-16,6 2 0 0,13-1 0 15,4 2 0-15,6-1 0 16,4 2 0-16,16 3 0 0,9-1 0 16,6-1 0-16,13 0 0 0,1-1 0 15,3-2 0-15,-5 0 0 0,-1 1 0 16,-9 0 0-16,-12 0 0 16,-5-1 0-16,-12 3 0 0,-10 1 0 15,-6 3 0-15,-11 2 0 0,-12 1 0 16,0 0 0-16,-6-4 0 0,-5-2 0 15,7-3 0-15,-4-2 0 0,10-4 0 16,8-2 0-16,9-3 0 0,14-4 0 16,6-5-1049-16,8 3-280 0,7-6-1348 0</inkml:trace>
  <inkml:trace contextRef="#ctx0" brushRef="#br1" timeOffset="114105.67">16808 3571 5330 0,'0'0'2397'0,"0"0"-1932"16,0 0-465-16,0 0 0 0,-37-21 0 16,32 16 0-16,-1 2 0 0,0 0 0 15,-8 3 0-15,1 8 0 0,-1 9 0 16,3 10 0-16,1 6 0 16,10 0 0-16,0 0 0 0,6-5 0 15,9-2 0-15,1-7 0 0,5-8 0 16,4-5 0-16,-3-6 0 0,-1-6 0 15,-4-6 0-15,-1-6 0 0,-8-3 0 16,-3-3 0-16,-5-3 0 0,-2 0 0 16,-7-3 0-16,1 1 0 0,-4-1 0 15,1-1 0-15,1 1 0 0,4 6-369 16,6 4-908-16,0 10-347 16,8 1-3098-16</inkml:trace>
  <inkml:trace contextRef="#ctx0" brushRef="#br1" timeOffset="114340.77">16924 3587 3869 0,'0'0'1769'0,"-7"58"-136"0,3-33-712 16,4-8-921-16,0-5 0 0,0-6 0 15,4-5 0-15,0-3 0 0,5-12 0 16,1-12 0-16,9-8 0 16,-7-6 0-16,5 3 0 0,-7 7 0 15,0 6 0-15,-1 8 0 0,-3 9 0 16,0 9 0-16,4 15 0 0,5 11 0 15,-3 7 0-15,-2 5 0 0,-5-3 0 16,1-2 0-16,4-5 0 0,0-5 0 16,5-3 0-16,-3-7 0 0,3-6-2050 15,-3-5-1751-15</inkml:trace>
  <inkml:trace contextRef="#ctx0" brushRef="#br1" timeOffset="114992.74">17589 3600 6667 0,'0'0'764'0,"0"0"-188"0,0 0-391 15,0 0-185-15,0 0 0 0,0 0 0 16,54-40 0-16,-27 21 0 0,4-4 0 16,-4-1 0-16,4 1 0 0,-11-2 0 15,1 2 0-15,-9 2 0 0,-7 2 0 16,-5 2 0-16,0 2 0 16,-11 3 0-16,-5 3 0 0,-5 3 0 15,-6 6 0-15,-4 6 0 0,4 8 0 16,0 9 0-16,3 6 0 0,3 5 0 15,4 4 0-15,7 1 0 16,6-3 0-16,4-3 0 0,14-4 0 16,9-5 0-16,8-6 0 0,6-6 0 15,5-5 0-15,5-7 0 0,5-4 0 16,-5-8 0-16,1-5-337 16,-13 3-1152-16,-4-3-580 0</inkml:trace>
  <inkml:trace contextRef="#ctx0" brushRef="#br1" timeOffset="115399.77">18273 3053 5950 0,'0'0'937'0,"-31"-57"-293"16,15 24 17-16,-5 1-661 16,0-2 0-16,-1-1 0 0,-3 3 0 15,0 6 0-15,-2 6 0 0,4 6 0 16,-1 8 0-16,7 6 0 16,1 4 0-16,-1 6 0 0,3 4 0 15,3 2 0-15,1 1 0 0,10 4 0 16,0 0 0-16,0 4 0 0,10 2 0 15,7 5 0-15,3 6 0 0,7 3 0 16,4 3 0-16,5 4 0 0,-5 1 0 16,-3 4 0-16,-3 0 0 0,-8 4 0 15,-7 1 0-15,-4-2 0 0,-6-2 0 16,0-5 0-16,0-7 0 16,0-6 0-16,0-9 0 0,4-9 0 15,1-8 0-15,1-10-429 0,0 0-779 16,4-11-1862-16</inkml:trace>
  <inkml:trace contextRef="#ctx0" brushRef="#br1" timeOffset="115724.62">18526 3111 5334 0,'0'0'908'0,"-15"-46"229"15,-1 19-449-15,3 1-563 0,-5 1-125 16,-1 2 0-16,-2 7 0 0,-4 6 0 16,5 3 0-16,-1 3 0 0,0 4 0 15,5 0 0-15,1 4 0 0,-1 3 0 16,6 3 0-16,-1 2 0 0,5 5 0 16,6 5 0-16,0 6 0 15,6 4 0-15,5 10 0 0,9 4 0 16,-1 5 0-16,4 1 0 0,-1 3 0 15,-1-1 0-15,-2-4 0 16,1-3 0-16,-1-5 0 0,-5-3 0 16,3-6 0-16,-7-5 0 0,-6-3 0 15,-2-9 0-15,-8-6-1241 0,-4-4-460 16,-7-8-820-16</inkml:trace>
  <inkml:trace contextRef="#ctx0" brushRef="#br1" timeOffset="115893.98">18127 3498 6563 0,'0'0'604'0,"0"0"80"0,0 0-343 16,0 0-341-16,0 0 0 0,41-41 0 16,2 30 0-16,9 2 0 0,2 2 0 15,-9 4 0-15,-3 3 0 0,-5 0 0 16,-6 3 0-16,-2 1 0 16,-7 0 0-16,-5 1-273 0,-5 1-619 15,-1 0-901-15,-5-3 244 0,-2 1-124 0</inkml:trace>
  <inkml:trace contextRef="#ctx0" brushRef="#br1" timeOffset="116160.84">18577 3480 3781 0,'0'0'1221'0,"0"0"135"0,0 0-759 16,0 0-185-16,0 0 156 0,42-25-311 15,-30 12-257-15,2 0 0 0,-7 0 0 16,3-1 0-16,-6 0 0 16,-2-1 0-16,-2 2 0 0,-2-2 0 15,-6 0 0-15,-3 2 0 0,-1 2 0 16,-2 3 0-16,-3 6 0 0,1 4 0 15,-5 11 0-15,2 6 0 0,3 5 0 16,-1 7 0-16,5 1 0 0,4 6 0 16,8 0 0-16,4 0 0 0,10 0 0 15,-1-5 0-15,11-5 0 0,-1-3 0 16,4-10 0-16,2-5 0 16,0-7 0-16,6-4 0 0,-4-7 0 15,0-8 0-15,-4-7 0 0,0-5 0 16,-7-6 0-16,-3 6-1245 0,-5-2-184 0</inkml:trace>
  <inkml:trace contextRef="#ctx0" brushRef="#br1" timeOffset="116337.4">18887 2875 6811 0,'0'0'936'0,"0"0"-491"15,0 0-445-15,-14 44 0 0,8-8 0 16,-1 9 0-16,5 6 0 0,2 3 0 15,4 7 0-15,7 3 0 0,-1 1 0 16,0 0 0-16,1 0 0 0,-1-4 0 16,-4-5 0-16,3-6 0 0,-7-8 0 15,-2-9 0-15,0-12 0 0,0-10 0 16,-2-8-1025-16,-7-9-948 0</inkml:trace>
  <inkml:trace contextRef="#ctx0" brushRef="#br1" timeOffset="116726.39">18846 3510 3557 0,'0'0'2773'15,"0"0"-1816"-15,12-35-365 16,7 28-279-16,6-2-313 0,8-2 0 16,-2 0 0-16,2-2 0 0,-2 0 0 15,2 0 0-15,0-1 0 0,-4 1-361 16,0 1-287-16,-2 0-541 16,-4 3 181-16,-5 1 83 0,-3 1-247 15,-7 3 1172-15,-2 0 380 0,-6 2 1257 16,4 2-401-16,-4-2-207 0,0 0-8 15,-4 0-1021-15,-6 1 0 0,-3 1 0 16,-5 0 0-16,-9 3 0 0,4 5 0 16,-2 1 0-16,5 1 0 0,7 1 0 15,3 1 0-15,6 0 0 0,4 0 0 16,14 1 0-16,9 2 0 16,8 2 0-16,10 0 0 0,7 2 0 15,-1 0 0-15,-1 3 0 0,-3-2 0 16,-1 4 0-16,-3 0 0 0,-8 1 0 15,-6 0 0-15,-13-2 0 16,-12 1 0-16,-16-1 0 0,-15-2 0 16,-17-3 0-16,-10-1 0 0,-10-5 0 15,-4-3 0-15,1-2 0 16,3-2 0-16,6-5 0 0,8-1 0 16,3-7 0-16,13-1-417 0,7-3-7338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34:29.9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2485 15785 2000 0,'0'0'52'0,"0"0"1957"0,0 0-572 16,0 0-709-16,0 0-71 0,0 0 211 15,0 0-492-15,0 0-311 0,2-6-65 16,-2 10 0-16,2 3 0 0,0 4 0 16,0 4 0-16,2 6 0 15,-4 4 0-15,0 6 0 0,0 2 0 16,-4 4 0-16,0 2 0 0,0-1 0 16,2-4 0-16,2-4 0 15,0-6 0-15,2-8 0 0,2-6 0 16,4-5 0-16,-6-3 0 0,6-2-65 15,-3-5-679-15,1-1-1081 0,0-6-472 0</inkml:trace>
  <inkml:trace contextRef="#ctx0" brushRef="#br0" timeOffset="992.01">2571 16197 3713 0,'0'0'2045'16,"0"0"-1345"-16,0 0 357 0,0 0-597 15,0 0-243-15,0 0-217 0,-37-10 0 16,23 13 0-16,-3 1 0 0,3 0 0 16,-1-1 0-16,1 1 0 15,-5 0 0-15,-1 0 0 0,1 2 0 0,-8 5 0 16,6 3 0-16,-3 6 0 16,-1 3 0-16,6 2 0 0,-6 1 0 15,5-3 0-15,7-2 0 0,3-5 0 16,2-2 0-16,6-3 0 0,2-7 0 15,10 0 0-15,2-2 0 0,9-2 0 16,4 0 0-16,2-3 0 16,-4-3-113-16,-1 4-71 0,1 2 16 15,-6 0-344-15,-3 5 204 0,-2 4 152 16,-3 0 72-16,-1 2 44 0,-4 1 40 16,2-3 20-16,3 2-16 15,-7-5 0-15,6 0 20 0,-6-2-24 16,2-2 36-16,2 0 40 0,3 1-28 15,-5-1 56-15,0-2 68 0,0 2-120 16,0-1 4-16,-4-1 32 0,0 1-68 16,0 1 28-16,0-1 128 0,-10 3-144 15,-1 1-8-15,-1-1 40 16,-2 1 64-16,3-3 16 0,-3 1 88 16,1-1-219-16,-3-2-13 0,1 1 0 15,-5-1 0-15,3 2 0 0,3-1 0 16,3 0 0-16,7 0 0 0,2 1 0 15,2 2 0-15,-4 1 0 0,4 4 0 16,4 3 0-16,6 2 0 16,5-1 0-16,1-1 0 0,1 0 0 15,4-3 0-15,-1 1 0 0,1-2 0 16,8-2 0-16,2-1 0 0,0-3 0 16,0-2 0-16,0 2 0 0,-10-2 0 15,-3 3 0-15,-5 0 0 16,-7 1 0-16,-4-2 0 0,-2 2 0 15,2-1 0-15,-2 1 0 0,0 2 0 16,0-3 0-16,0-1 0 0,0-1 0 16,0-1 0-16,0 0 0 0,0 0 0 15,0-1 0-15,0-1 0 16,-2 0 0-16,0 1 0 0,-8 1 0 16,-7 0 0-16,-8 1 0 0,-6 5 0 15,-2 2 0-15,2 1 0 0,4-1 0 16,7-2 0-16,-1 0 0 0,6 0 0 15,3 0 0-15,6-3 0 0,2 2 0 16,0-2 0-16,-1 0 0 16,3 3 0-16,-2 0 0 0,4 1 0 15,0-1 0-15,4 0 0 0,0 1 0 16,3-2 0-16,-3-3 0 0,2 2 0 16,-4-2 0-16,6-2 0 15,-6 0 0-15,0 0 0 0,3 0 0 16,-3-3-29-16,0-1-927 0,2 0 59 15,-4 1-187-15,4-1-1505 0</inkml:trace>
  <inkml:trace contextRef="#ctx0" brushRef="#br0" timeOffset="1194.05">2470 16809 5318 0,'0'0'1317'0,"0"0"-89"15,0 0-899-15,0 0-329 0,-20 42 0 16,15-16 0-16,1 6 0 16,4 2 0-16,0 1 0 0,4 3 0 15,1 1 0-15,-5-1 0 0,2 0 0 16,-2-4 0-16,2-1 0 0,-2-3 0 16,0-8-249-16,0 0-463 0,0-8-165 15,0-7-1592-15,-2-3-1416 0</inkml:trace>
  <inkml:trace contextRef="#ctx0" brushRef="#br0" timeOffset="1506.77">2098 17248 6158 0,'0'0'649'0,"44"5"211"15,-7 4-335-15,6 5-525 0,1 3 0 16,3 3 0-16,1 6 0 0,5 4 0 16,3 0 0-16,-6-2 0 0,-1-4 0 15,-1-3 0-15,0-5 0 16,-7-5 0-16,-6-1 0 0,0-7 0 15,-10 1 0-15,-9-4-161 0,-9 0-1348 16,-7-6-639-16</inkml:trace>
  <inkml:trace contextRef="#ctx0" brushRef="#br0" timeOffset="1818.47">2232 17412 2885 0,'0'0'1581'15,"0"0"-773"-15,0 0 252 0,0 0-467 16,-35 41-157-16,25-28 20 0,2-2-268 16,2-2-3-16,-3 3-185 0,1 1 0 15,-2 0 0-15,-1 3 0 16,-1-2 0-16,2 0 0 0,-1-4 0 16,3-2-217-16,6-3-311 0,2-3-821 15,-4-1-243-15,4 2-754 0</inkml:trace>
  <inkml:trace contextRef="#ctx0" brushRef="#br0" timeOffset="2155.6">2518 17397 1392 0,'0'0'3098'16,"0"0"-2094"-16,-19 43-632 0,7-24-48 15,1 0-196-15,1-4-124 16,-2 3 0-16,3 0 28 0,-1-3-32 15,-2 3 0-15,3-6-48 0,3-4-40 16,2-3 60-16,2-4 24 0,2 1-48 16,0-2-80-16,0 0-220 15,0-3 184-15,6-5 156 0,7-6-40 16,5-4-124-16,7-5 76 0,2 3 80 16,4 1 8-16,-4 6 12 0,0 7 116 15,-7 3 272-15,-5 3 48 0,-3 7 44 16,-6 6-263-16,-1 3 175 0,-3 8 320 15,-2 1-444-15,-2 1-199 0,-5 4-69 16,3-2 0-16,-6 2 0 16,4-2 0-16,-5-2-541 0,3-7-491 15,2-7-3499-15</inkml:trace>
  <inkml:trace contextRef="#ctx0" brushRef="#br0" timeOffset="2882.01">10797 15736 3437 0,'0'0'2941'0,"0"0"-2052"16,0 0-329-16,0 0-195 0,-15 34-365 15,15-18 0-15,-4 7 0 16,4 2 0-16,0 4 0 0,0 4 0 16,0 2 0-16,4 5 0 0,0 1 0 15,-4-1 0-15,2-1 0 0,-2-3 0 16,0-1 0-16,0-1 0 0,-2-4 0 15,-2-5 0-15,0-1-673 0,2-9-1404 16,-2-5-492-16</inkml:trace>
  <inkml:trace contextRef="#ctx0" brushRef="#br0" timeOffset="3529.68">10830 16272 2661 0,'0'0'1524'0,"0"0"1150"16,0 0-2006-16,0 0-68 0,0 0-535 16,-44-18-65-16,19 20 0 0,-1 4 0 15,-1 3 0-15,2 1 0 0,2 2 0 16,5 0 0-16,5 2 0 0,3-1 0 15,6 0 0-15,-3 0 0 0,7-2 0 16,0-1 0-16,5-3 0 0,-3-2 0 16,6 2 0-16,4 0 0 15,3 3 0-15,8-2 0 0,1-3 0 16,-1-3 0-16,-2-1 0 0,-1 2 0 16,-3 0 0-16,2-1 0 15,-7 2 0-15,-2-3 0 0,-6 2 0 16,3 0 0-16,-3 3 0 0,-2 0 0 15,2 1 0-15,-4-1 0 0,0 0 0 16,0 1 0-16,-10 0 0 0,-7 2 0 16,-4 0 0-16,-3-2 0 0,-3-1 0 15,0 1 0-15,-6 3 0 16,-2-1 0-16,4 4 0 0,8-5 0 16,8 0 0-16,5-3 0 0,10-1 0 15,-2-1 0-15,2 1 0 0,6 1 0 16,15 1 0-16,2-2 0 0,4 0 0 15,1-2 0-15,1-1 0 0,0-1 0 16,-2 0 0-16,-4 3 0 16,-2-1 0-16,-1 3 0 0,-9 0 0 15,-5-1 0-15,-2 5 0 0,-4-1 0 16,0 5 0-16,-10 2 0 0,-3 0 0 16,-5-2 0-16,1-1 0 0,-4-3 0 15,5 3 0-15,-5-1 0 16,5-3 0-16,1 2 0 0,-1-3 0 15,5-3 0-15,1 0 0 0,4-1 0 16,2 0 0-16,0-2-393 0,1 0-379 16,3 2 55-16,-4-3-1163 0,4 3-253 15</inkml:trace>
  <inkml:trace contextRef="#ctx0" brushRef="#br0" timeOffset="3742.12">10728 16794 2429 0,'0'0'4001'0,"-18"35"-3204"0,5-9-453 16,3 0 224-16,0 2-515 0,3 1-53 15,3 1 0-15,0 5 0 16,4 0 0-16,0 2-221 0,0-1-27 15,0-3 120-15,4-6-368 0,0-3-44 16,-4-5-93-16,3-6-1484 0</inkml:trace>
  <inkml:trace contextRef="#ctx0" brushRef="#br0" timeOffset="4019.74">10220 17167 5230 0,'0'0'464'0,"0"0"232"15,0 0 273-15,0 0-365 0,0 0-375 16,52 24-229-16,-5-12 0 0,11 0 0 16,0 0 0-16,6 1 0 15,8 0 0-15,3 3 0 0,-3 1 0 16,-2-2 0-16,-4-2 0 0,-8-2 0 15,-10-3 0-15,-15-1 0 0,-12-3-189 16,-11 0-391-16,-6-3-697 0,-4-1-279 16,-10-1-1606-16</inkml:trace>
  <inkml:trace contextRef="#ctx0" brushRef="#br0" timeOffset="4328.47">10418 17282 5514 0,'0'0'120'15,"-45"51"-56"-15,12-17 348 0,2 1-216 16,0 3-120-16,0-2-40 0,-2-3-28 16,8-6-4-16,4-3-4 0,9-9-8 15,3-4-8-15,7-9-180 16,2-2-88-16,13-4-124 0,18-11-420 16,10-4 447-16,13-1-95 0,-9 5-1024 15,-7-1-297-15</inkml:trace>
  <inkml:trace contextRef="#ctx0" brushRef="#br0" timeOffset="4479.07">10662 17484 2889 0,'0'0'1464'0,"-47"46"-1055"16,16-27-109-16,8-2-128 0,-4-4-172 16,6-4-32-16,7-2-232 0,8-4-56 15,6-3-421-15,10-10 281 0,13-4-160 16,12-11-1205-16,12-5 1261 15,1-4 456-15,-7 8 108 0,3-4-264 0</inkml:trace>
  <inkml:trace contextRef="#ctx0" brushRef="#br0" timeOffset="4573.93">10981 17319 764 0,'0'0'1745'0,"0"0"-69"0,0 55-463 16,-15-23-545-16,-1 3-167 0,-5 2-65 16,-6-4-324-16,2-2-112 0,2-7-52 15,3-6-332-15,5-8-425 0,5-9-3405 0</inkml:trace>
  <inkml:trace contextRef="#ctx0" brushRef="#br0" timeOffset="5180.64">13068 13362 1892 0,'0'0'2826'0,"0"0"-1910"0,0 0-184 0,0 0 209 15,0 0-477-15,0 34-68 0,0 2-371 16,0 8-25-16,0 6 0 0,-6 0 0 16,6-6 0-16,0 0 0 0,0-2 0 15,0-6 0-15,4-1 0 0,-2-4 0 16,-2-4 0-16,4-3 0 0,1-4-661 16,-3-6-1080-16,2-6-684 0</inkml:trace>
  <inkml:trace contextRef="#ctx0" brushRef="#br0" timeOffset="5819.97">13145 13844 4914 0,'0'0'1757'15,"0"0"-1345"-15,-46 25 168 0,30-16-51 16,1 2-529-16,3 1 0 0,-3 2 0 15,5 1 0-15,0 2 0 0,-1 0 0 16,5 2 0-16,0 0 0 0,2-1 0 16,0 1 0-16,2-4 0 0,2-4 0 15,0-1 0-15,6-4 0 0,10-3 0 16,-1 0 0-16,10-1 0 16,-3-2 0-16,3 0 0 0,-2 0 0 15,-6 0 0-15,-7 0 0 0,0 1 0 16,-10 4 0-16,0 0 0 0,-6 6 0 15,-8 7 0-15,-9 3 0 16,-2 2 0-16,-2 1 0 0,6-4 0 16,-1 1 0-16,1-3 0 0,0 0 0 15,7-5 0-15,4-5 0 16,8-2 0-16,-3-2 0 0,5-2 0 16,5-1 0-16,5 2 0 0,6-3 0 15,11 0 0-15,0-4 0 0,0-2 0 16,-2 2 0-16,0 1 0 0,-7 0 0 15,1 2 0-15,-7 1 0 0,-8 0 0 16,0 0-81-16,-4 1 73 0,0 2 4 16,-4 4 8-16,-2 1 16 0,-8 5 36 15,-3-1-52-15,3 2 5 0,-3 2-9 16,3-3 0-16,-3 5 0 16,1-2 0-16,1 0 0 0,5-3 0 15,-1-4 0-15,9-3 0 0,2-1 0 16,0-4 0-16,2-1 0 0,9 0 0 15,3-2 0-15,7-5 0 16,6 2 0-16,-2-1 0 0,-3 1 0 16,-1 4-81-16,-4 1-407 0,-7 0-208 15,0 3 11-15,-10 0-483 16,0 3 604-16,0 2 75 0,-6 4-39 16,-4-2 56-16,-1-1-461 0</inkml:trace>
  <inkml:trace contextRef="#ctx0" brushRef="#br0" timeOffset="6004.86">13141 14448 4141 0,'0'0'2309'0,"0"0"-1776"0,-21 40 111 0,4-13-79 16,3 2-565-16,4 2 0 16,-1 1 0-16,5 1 0 0,2 3 0 15,4 0 0-15,0 0 0 0,4-1 0 16,-4-2 0-16,6-5 0 15,-6-3 0-15,0-4-461 0,4-8-583 16,-8-1-637-16</inkml:trace>
  <inkml:trace contextRef="#ctx0" brushRef="#br0" timeOffset="6436.1">12622 14927 6330 0,'0'0'897'0,"0"0"-317"0,-6 36-195 0,33-30-385 15,14-2 0-15,17-1 0 0,20-3 0 16,7-10 0-16,4-2 0 0,6-4 0 16,-6-1 0-16,-4 3 0 0,-9 4 0 15,-16 6 0-15,-14 4-197 16,-20 0-2048-16,-11 7-404 0</inkml:trace>
  <inkml:trace contextRef="#ctx0" brushRef="#br0" timeOffset="6779.81">12851 15048 3357 0,'0'0'2253'0,"0"0"-1965"0,0 0-184 16,0 0 320-16,0 0-267 0,0 0 119 15,0 0 204-15,0 0-412 0,-41 29-12 16,18 7 80-16,-2 5 8 15,5-5-20-15,3 1-40 0,1-6-76 16,1-4-8-16,5-8 0 0,4-5-72 16,6-6-264-16,2-8-652 0,8 0-85 15,5-10-260-15</inkml:trace>
  <inkml:trace contextRef="#ctx0" brushRef="#br0" timeOffset="6932.01">13209 14984 3521 0,'0'0'1829'0,"0"0"-1061"16,0 0-736-16,0 0 80 0,10 33 44 16,-14-17-140-16,-2 3-16 0,-9 0-188 15,-7 1-212-15,1 0-140 16,-4 1-521-16,2 2 225 0,-1-2 152 16,1-2-133-16,8-7 481 0,5-5-348 0</inkml:trace>
  <inkml:trace contextRef="#ctx0" brushRef="#br0" timeOffset="7094.88">13420 14941 1388 0,'0'0'4110'15,"0"0"-2901"-15,0 0-629 0,14 35-216 16,-28 2 16-16,-7 12-219 16,-6 5-161-16,7-7 0 0,-1-6 0 15,8-7 0-15,5-8 0 0,8-8-197 16,4-6-1332-16,3-8-876 0</inkml:trace>
  <inkml:trace contextRef="#ctx0" brushRef="#br0" timeOffset="8289.81">2481 15303 5082 0,'0'0'476'0,"0"0"-48"0,0 0-360 15,0 0-40-15,0 0 0 0,0 0 92 16,0 0 12-16,47-44 12 0,-20 8-144 16,6-3-96-16,-2-2-1304 0,-6 7-305 15,-4 0-1436-15</inkml:trace>
  <inkml:trace contextRef="#ctx0" brushRef="#br0" timeOffset="8385.09">3107 14697 5266 0,'0'0'648'0,"58"-58"-280"0,-21 21-292 15,-6 3-76-15,0-1-460 0,-10 11-1089 16,-1-1-107-16</inkml:trace>
  <inkml:trace contextRef="#ctx0" brushRef="#br0" timeOffset="8555.93">4238 13700 936 0,'0'0'2469'16,"41"-36"-1897"-16,-22 18 457 0,-3 5-301 15,-4 1-308-15,3-2-116 0,-1-4-220 16,7-6-19-16,6-6-65 16,4-4-329-16,-4 8-487 0,0-8-1773 0</inkml:trace>
  <inkml:trace contextRef="#ctx0" brushRef="#br0" timeOffset="8932.15">4756 9954 7391 0,'0'0'216'0,"0"0"-216"0,0 0-48 16,-6 40-224-16,6-19 76 0,0 1 96 15,11 3 52-15,-1 0-60 0,13 0-321 16,-5-5-431-16,5-1-537 0</inkml:trace>
  <inkml:trace contextRef="#ctx0" brushRef="#br0" timeOffset="9040.32">4794 11411 3129 0,'-4'54'0'15,"1"0"-2265"-15</inkml:trace>
  <inkml:trace contextRef="#ctx0" brushRef="#br0" timeOffset="9102.94">4746 11857 1576 0,'-4'63'1465'0,"6"-5"-1033"0,4 6-428 15,0-13-4-15,5-13-548 16,-5-5-1777-16</inkml:trace>
  <inkml:trace contextRef="#ctx0" brushRef="#br0" timeOffset="9182.82">4852 12994 3469 0,'0'36'3594'0,"10"-8"-3594"0,6-1-376 16,-1-11-373-16,-1-6-852 0</inkml:trace>
  <inkml:trace contextRef="#ctx0" brushRef="#br0" timeOffset="9571.76">4930 13311 2092 0,'31'9'1729'0,"0"-10"-1277"0,17-3-195 16,3-2-61-16,7 1-112 0,2 2-84 16,2 3-28-16,2 0-561 15,2 0-279-15,-12 2-32 0,-2-2-905 0</inkml:trace>
  <inkml:trace contextRef="#ctx0" brushRef="#br0" timeOffset="9734.87">6631 13303 2313 0,'95'6'600'0,"0"-3"276"0,19 0-636 16,-2-3-240-16,4-4 0 0,3-3-772 16,8 0-4-16,-5-1 219 15,4 0 217-15,-4-1 280 0,2-1 60 16,2 2 400-16,-35 1-400 0,2 2-268 0</inkml:trace>
  <inkml:trace contextRef="#ctx0" brushRef="#br0" timeOffset="9827.51">9548 13347 4834 0,'105'0'904'0,"11"0"-896"16,21-8-8-16,-44-1-516 15,2-4-1393-15</inkml:trace>
  <inkml:trace contextRef="#ctx0" brushRef="#br0" timeOffset="9936.15">11535 13330 3669 0,'76'6'3478'0,"5"-6"-2998"0,22-8-360 16,-8-4-120-16,-23-1-476 0,-7-3-2526 16</inkml:trace>
  <inkml:trace contextRef="#ctx0" brushRef="#br0" timeOffset="10600.62">4868 13307 3477 0,'0'0'2701'0,"-16"51"-1964"16,9-20-233-16,1-1 269 0,2 2-773 15,4 2 0-15,0 0 0 0,0 1 0 16,6 1 0-16,2-3 0 16,3 0 0-16,1-4 0 0,3-3 0 15,-5-4 0-15,-2-4 0 0,1-3-181 16,-9-5-1123-16,2-3-741 0</inkml:trace>
  <inkml:trace contextRef="#ctx0" brushRef="#br0" timeOffset="11561.91">4930 13826 6342 0,'0'0'160'0,"0"0"1"0,0 0 347 16,0 0-332-16,-41 40 8 0,28-29-64 15,-5 3-108-15,1-1-4 0,1 0 4 16,-1-4 8-16,1 1-20 0,1-2 52 16,5-1-44-16,-3-1 84 15,5-1 112-15,4-2-196 0,2 0 28 16,2 0 28-16,0 2-64 0,0 2 0 15,4 1-4-15,8 2 8 16,9 0-4-16,6-1 25 0,0-2-25 16,2 1 0-16,-2-2 0 0,-9 1 0 15,1 0 0-15,-7 0 0 0,-3 0-9 16,-3 2 9-16,-6 3-8 16,-11 4 0-16,-3 3 8 0,-9 1 25 15,-2-1-25-15,-4 0 0 0,-2-2 0 16,0 1 0-16,5 0 0 0,-3-4 0 15,6-2 0-15,6-4 0 0,7-3 0 16,4-2-85-16,4-1 13 0,2-1-28 16,4-1-28-16,6 0 36 0,11-6 92 15,6-1-20-15,4-4 20 0,-4 2 0 16,4 1 4-16,-7 3-4 16,3 1 0-16,-6 3-24 0,2 1-12 15,-5 0 12-15,1 2-4 0,-3 2 28 16,-5 0-8-16,-3-1-4 0,-6 0 12 15,-2 1 8-15,0 0 12 16,0 3-12-16,-6 4 44 0,-9 2-48 16,-1 1 24-16,-3-1 104 0,1-3-64 15,1-2-8-15,1-2-44 16,-1-1-16-16,3-2 0 0,3-2-40 16,5 0-76-16,2-1-64 0,4 0-212 15,-6 0 176-15,6 0 52 0,0-1-233 16,0 0 49-16,2-1 88 0,2 0-44 15,0 2 36-15,-4-1-40 0,2 1-353 16,2 0 221-16,-4 0 304 0,2 0 96 16,7 0-40-16,-3 1-32 0,8 0-280 15,-3-1 324-15,1 0 68 0,-2 0 40 16,-3-1-40-16,-3 1-28 16,0-1 28-16,-2 1 20 0,2 0 180 15,-4 0 536-15,4 0 41 0,-4 0-29 16,0 1 232-16,-4 3-531 0,-2 1 3 15,-2 6 188-15,-5 9-503 16,-3 6-137-16,-3 8 0 0,0 5 0 16,5 3 0-16,4 5 0 0,-3-3 0 15,5-2 0-15,4-7 0 16,4-8 0-16,2-10 0 0,10-10 0 16,-1-5-1053-16,3-6-724 0</inkml:trace>
  <inkml:trace contextRef="#ctx0" brushRef="#br0" timeOffset="11938.59">4453 14841 6274 0,'0'0'729'0,"0"0"-269"0,0 0 156 15,62-40-503-15,-17 36-113 0,9 1 0 16,8 3 0-16,8 3 0 0,2 0 0 16,7-2 0-16,-5 1 0 0,-3 0 0 15,-9 3 0-15,-11 1 0 16,-9 0 0-16,-13 2-261 0,-11 0-735 16,-12-2-1477-16,-8 0-1033 0</inkml:trace>
  <inkml:trace contextRef="#ctx0" brushRef="#br0" timeOffset="12249.58">4603 14889 4930 0,'0'0'2385'0,"0"0"-2125"0,0 0-208 16,0 0 52-16,0 0-96 0,-26 32-16 15,-5 0-60-15,-5 5-48 0,3-2-40 16,9-5-148-16,7-10 60 15,5-2-101-15,3-5-827 0,5-6-33 16,2-4-151-16</inkml:trace>
  <inkml:trace contextRef="#ctx0" brushRef="#br0" timeOffset="12452.88">5004 14920 6779 0,'0'0'464'0,"0"0"48"15,0 0-320-15,-26 34-80 0,-1-4-48 16,-10 2-56-16,1 1-16 0,5-4-4 16,9-2-192-16,-1-1-112 0,8-5-436 15,1-3 303-15,12-5 17 16,2-7-480-16,16-6 191 0,5-6 73 16,10-12-724-16,-4 1 239 0</inkml:trace>
  <inkml:trace contextRef="#ctx0" brushRef="#br0" timeOffset="12560.48">5230 14926 3949 0,'0'0'725'16,"35"2"-373"-16,-25 11 472 0,-10 6-228 16,0 7-75-16,-14 6 203 0,-9 5-372 15,-2 2-203-15,-12 3-149 16,-4-2 0-16,4-7 0 0,6-7-2026 16,4-8-3132-16</inkml:trace>
  <inkml:trace contextRef="#ctx0" brushRef="#br0" timeOffset="18071.84">7353 12887 1208 0,'0'0'268'0,"0"0"-268"0,37 0-484 0</inkml:trace>
  <inkml:trace contextRef="#ctx0" brushRef="#br0" timeOffset="18637.66">7351 12884 2921 0,'0'0'1933'0,"0"0"-1165"16,41 4-216-16,-18-4 265 0,-3 2-525 15,-3-1 4-15,-7 2 12 16,-3-1-248-16,-3 2-16 0,-4 2 40 15,-13 6-20-15,-7 6-11 0,-5 1-53 16,-12-2 0-16,10-1 0 0,2-8 0 16,4-1 0-16,5-6 0 0,5-1 0 15,1 0 0-15,4-4 0 0,0-8 0 16,1-5 0-16,-1-4 0 0,6-3 0 16,0 3 0-16,6 2 0 15,5 2 0-15,1 7 0 0,7 1 0 16,1 4 0-16,3 3 0 0,2 2 0 15,-2 4 0-15,2 3 0 0,-5 1 0 16,-1 5 0-16,-5-2 0 0,1 1 0 16,-9-1 0-16,-6 1 0 15,0 0 0-15,-4 0 0 0,-9 0 0 16,3-3 0-16,-11 1 0 0,1-3 0 16,3-3 0-16,1-3 0 15,5-1 0-15,1-3 0 0,6-4 0 16,0-5 0-16,4-3 0 0,0-4 0 15,8 2 0-15,2 3 0 0,3 4 0 16,7 0 0-16,1 3 0 0,0 1 0 16,-5 2 0-16,-1 1-821 0,-5-3-2857 0</inkml:trace>
  <inkml:trace contextRef="#ctx0" brushRef="#br0" timeOffset="19908.82">7473 12936 1224 0,'0'0'0'0,"0"0"204"0,0 0 1213 16,0 0-741-16,0 0-204 0,0 0 337 15,0 0-293-15,0 0-76 0,-38-10 208 16,32 10-255-16,2 2-1 0,-2-2 244 16,2 0-271-16,0 0-365 15,2 0 0-15,2 0 0 0,0 0 0 16,6 0 0-16,8 8 0 0,7 7 0 15,8 10 0-15,6 8 0 0,-2 5 0 16,2 5 0-16,2 3 0 16,5 4 0-16,1 5 0 0,5 4 0 15,8 3 0-15,1 2 0 0,7 1 0 16,5 0 0-16,-1-1 0 16,4 1 0-16,3 1 0 0,-5-1 0 15,-2 1 0-15,-2-1 0 0,-8-5 0 16,-10-3 0-16,-11-5 0 0,-10-7 0 15,-11-6 0-15,-7-8 0 0,-7-12 0 16,-2-8 0-16,0-8 0 0,-7-4-457 16,-3-10-583-16,-2 1-165 0,-9-13-1376 0</inkml:trace>
  <inkml:trace contextRef="#ctx0" brushRef="#br0" timeOffset="20284.34">8649 14143 3937 0,'0'0'3010'0,"0"0"-2090"15,0 0-595-15,0 0-325 16,-4 36 0-16,4-25 0 0,0 5 0 16,-2 5 0-16,-7 2 0 0,-3-1 0 15,-3-3 0-15,1-1 0 0,2-4 0 16,1-5 0-16,1-7 0 0,4-2 0 15,2-2 0-15,-3-9 0 0,3-9 0 16,-2-6 0-16,2-6 0 0,4-3 0 16,4 1 0-16,2 2 0 0,9 5 0 15,1 3 0-15,-1 8 0 0,7 6 0 16,-1 4 0-16,0 6 0 16,0 4 0-16,5 4 0 0,-1 3 0 15,-2 2 0-15,2 1 0 0,-9-1 0 16,-5 3 0-16,-5-1 0 0,-6 0 0 15,-4 0 0-15,-9-3 0 16,-3-1 0-16,-5-3 0 0,0-3 0 16,-3-3 0-16,3-2 0 0,4 0-1029 15,1-2-1112-15</inkml:trace>
  <inkml:trace contextRef="#ctx0" brushRef="#br0" timeOffset="21109.65">7876 13900 748 0,'0'0'204'0,"0"0"1389"16,-31 36-1277-16,27-32-112 0,2-3 408 15,-1 1-176-15,1-2 33 0,2 0 347 16,0 0-332-16,0 0-36 0,0-2 341 16,11-5-217-16,-1-6-71 0,7-6-501 15,3-8 0-15,11-7 0 0,0-6 0 16,6-6 0-16,7-8 0 0,3-4 0 16,5-6 0-16,0-8 0 15,2-7 0-15,3-8 0 0,1-8 0 16,-4-3 0-16,2-3 0 0,-9 2 0 15,-9 4 0-15,-7 6 0 0,-11 9 0 16,-9 14 0-16,-11 9 0 16,-5 12 0-16,-1 11 0 0,-8 8 0 15,3 9 0-15,-1 6 0 0,4 7 0 16,2 1 0-16,-1 3 0 0,3 4 0 16,-2 4 0-16,6 5 0 0,-4 5 0 15,4-3 0-15,4 0 0 16,2-4-653-16,-2-1-315 0,-2-5-1406 15,3-2-863-15</inkml:trace>
  <inkml:trace contextRef="#ctx0" brushRef="#br0" timeOffset="21513.19">8570 12396 5970 0,'0'0'524'0,"-43"10"-131"0,8 3 99 0,-7 1-292 16,5 3 88-16,4-2 37 0,4-1-325 16,2-1 0-16,7 0 0 0,7-2 0 15,3-2 0-15,6-4 0 16,4 0 0-16,0-4 0 0,6 0 0 15,8-2 0-15,7-6 0 0,10-7 0 16,0-4 0-16,2-2 0 0,-2 0 0 16,0 0 0-16,0 2-53 0,-8 2 21 15,-2 6 20-15,-5 3 12 0,-1 3 97 16,-9 2-97-16,4 2 0 0,0 9 0 16,5 5 0-16,-3 5 0 0,3 5 0 15,1-5 0-15,-1-1 0 16,1-4 0-16,5-1 0 0,0-7 0 15,6-1 0-15,-1-4 0 0,-1-1 0 16,-4-4 0-16,-9 0 0 0,3-5-1521 16</inkml:trace>
  <inkml:trace contextRef="#ctx0" brushRef="#br0" timeOffset="22883.2">9048 14433 3685 0,'0'0'1557'0,"0"0"-849"15,0 0 137-15,0 0-453 16,10 37-44-16,-4-12 136 0,5 5-311 16,-7 2-173-16,6-4 0 0,-4 2 0 15,1 0 0-15,-3-2 0 16,-2 0 0-16,-2-4 0 0,-2-1 0 16,-5-5 0-16,-1-5 0 0,2-6 0 15,6-4 0-15,-4-3 0 0,2-3 0 16,2-12 0-16,6-14 0 0,4-9 0 15,11-6 0-15,0-2 0 0,1 2 0 16,3 3 0-16,2 3 0 0,-4 11 0 16,-5 10 0-16,-7 10 0 0,-5 7 0 15,-2 1 0-15,-2 9 0 0,6 6 0 16,-1 1 0-16,-1 2 0 16,0-3 0-16,2-3 0 0,3-1 0 15,5-1 0-15,-1-4 0 0,-3-4 0 16,3-3 0-16,-3 0 0 0,-2-3 0 15,-1-6 0-15,-3-3 0 16,0 0 0-16,0-4 0 0,2 3 0 16,-1 0 0-16,-1 0 0 0,4 4 0 15,-2 2 0-15,-1 4 0 16,-1 7 0-16,4 11 0 0,0 8 0 16,5 6 0-16,-5 3 0 0,-4-1 0 15,-1-1 0-15,-5-5 0 0,2-4 0 16,2-6 0-16,2-2 0 0,-2-4 0 15,-2-2 0-15,2-5 0 0,-4-1-101 16,7-4-2692-16</inkml:trace>
  <inkml:trace contextRef="#ctx0" brushRef="#br0" timeOffset="24570.81">8581 14116 1032 0,'0'0'2845'0,"0"0"-2324"0,0 0-249 15,37-34 68-15,-17 14-76 0,1-2-28 16,6-2-192-16,-6 1-16 0,1-4-28 16,-3 3-248-16,-2-2-256 0,-7 1-365 15,-4 0 405-15,-2-1 464 0,-4-5 136 16,2 0 300-16,2-3 13 0,1-1 23 16,1-3-384-16,0-2-68 15,-2 0-20-15,0 0-16 0,-4-2 0 16,-4-1 0-16,0-4 16 0,-6 1 16 15,-1-2 64-15,-1 1-76 0,-5 1 8 16,-3-3 0-16,-1 0-8 16,0-2-4-16,-5-4 12 0,1-1-8 0,2-4-4 15,2-2 0-15,1-3-108 16,-1-1-168-16,0-1-229 0,5 18-199 16,-5-1-781-16</inkml:trace>
  <inkml:trace contextRef="#ctx0" brushRef="#br0" timeOffset="24713.18">7845 12120 6310 0,'-62'-21'301'16,"-2"0"-225"-16,-9 0 180 0,9 7-256 15,-8 1-88-15,-3 6-192 0,-3 5-425 16,-1 2-43-16,1 5 260 0,-1 6-89 16,5 3 221-16,-1 4-8 0,7 2-112 15,-4 5 236-15,4 0 108 0,4 5-305 16,18-7-143-16,3 2-336 0</inkml:trace>
  <inkml:trace contextRef="#ctx0" brushRef="#br0" timeOffset="24838.99">6379 12483 468 0,'-41'70'1048'16,"-7"2"-15"-16,-3 17-529 15,7-5-8-15,-3-1 549 0,5 2-489 16,1-1-120-16,8-2 4 0,4-2-376 16,10-1-20-16,9-2-44 15,6-5-24-15,8-1-156 0,6-4-508 16,9 1-68-16,0-16-289 0,-3 1-2376 0</inkml:trace>
  <inkml:trace contextRef="#ctx0" brushRef="#br0" timeOffset="24959.63">6327 14236 3525 0,'52'55'1333'0,"0"-2"-49"15,12 5-707-15,-2-10-245 0,-2-1-208 16,6-1-124-16,-2-1-88 16,4-3-645-16,1-2-143 0,3-1 16 15,-18-12-725-15,-1-1-156 0</inkml:trace>
  <inkml:trace contextRef="#ctx0" brushRef="#br0" timeOffset="25104.35">7770 14845 3597 0,'116'-22'1201'0,"2"-6"-305"16,18-10-96-16,-12-5 89 0,-6-9-541 15,2-9-172-15,-4-8-128 16,-7-2-48-16,-9-1-240 0,-5-2-308 16,-11 2 176-16,-5 2 107 0,-11-3-15 15,-14 2 188-15,-9-1 92 0,-14 3 60 16,-12 2 68-16,-11 3 68 0,-12 3 125 15,-19 1-281-15,-1 15-40 0,-14 4-1833 0</inkml:trace>
  <inkml:trace contextRef="#ctx0" brushRef="#br1" timeOffset="35566.37">15164 5585 5986 0,'0'0'200'15,"0"0"273"-15,0 0-41 0,0 0-308 16,36-8 24-16,1 12 160 16,6 2-84-16,19-1 0 0,13 1-151 15,18-1-73-15,18 1 0 0,19-1 0 16,23 3 0-16,25-1 0 0,19 2 0 15,11-1 0-15,18-3 0 0,16-2 0 16,16-2 0-16,11-1 0 0,8 0 0 16,2-1 0-16,-6 0 0 0,-11-1 0 15,-12 0 0-15,-27 2 0 0,-22 0 0 16,-32 0 0-16,-53 0-769 16,-29 1-2132-16</inkml:trace>
  <inkml:trace contextRef="#ctx0" brushRef="#br1" timeOffset="37103.48">5007 12898 4838 0,'0'0'888'0,"0"0"-400"0,0 0-160 16,0 0 181-16,53 23-41 0,-3-12-24 16,20 0-215-16,15-4-229 0,4-7 0 15,16-1 0-15,5-5 0 16,6-3 0-16,-3-2 0 0,1 0 0 16,-9 0 0-16,-12 1 0 15,-4-1 0-15,-14 4 0 0,-11 2 0 16,-13 1 0-16,-13 3 0 0,-18 1-45 15,-13 0-799-15,-7 1-465 0,-15-1-2256 0</inkml:trace>
  <inkml:trace contextRef="#ctx0" brushRef="#br1" timeOffset="37508.71">5031 12708 2653 0,'0'0'3733'0,"0"0"-3204"16,0 0-137-16,0 0 40 0,0 0-252 16,0 0-4-16,0 0-79 0,0 0-97 15,67-26 0-15,-26 22 0 16,11 0 0-16,3-2 0 0,1 2 0 15,-8 3 0-15,-1 0 0 0,-12 1 0 16,-8 1-73-16,-10 1-87 0,-15 3-80 16,-4 1 64-16,-19 4 52 0,-20 6 92 15,-13 3 20-15,-18 4 12 0,-3-1 20 16,7 3-4-16,-6 1-4 0,5 5 92 16,12 0-36-16,5-1 40 0,15-1 80 15,12-3-136-15,12-3-16 16,13 1-16-16,17-1-8 0,10-1-8 15,18-3 0-15,13-6-4 0,17-4-148 16,16-3-540-16,12-4 23 0,13-2-123 16,-27 0-829-16,6-2-119 0</inkml:trace>
  <inkml:trace contextRef="#ctx0" brushRef="#br1" timeOffset="37986.31">8812 12917 4105 0,'0'0'236'0,"-37"6"221"0,20-5 487 15,7-1-388-15,2 0-59 0,6 0 403 16,-2-1-403-16,4 1-497 0,4 0 0 16,6 0 0-16,21 0 0 0,27 0 0 15,16 0 0-15,21 0 0 0,5 1 0 16,-1 0 0-16,6-1 0 0,1 0 0 16,3 0 0-16,-1-3 0 15,1-2 0-15,-14-1 0 0,-6 2 0 16,-20-3-705-16,-12 1-219 0,-21 3-313 15,-14-5-2969-15</inkml:trace>
  <inkml:trace contextRef="#ctx0" brushRef="#br1" timeOffset="38235.37">9821 12696 7459 0,'0'0'148'0,"0"0"-76"0,47 11 84 16,-9-4-68-16,9 5 140 0,5 5-187 16,6 2-41-16,0 5 0 0,-3 8 0 15,-1 4 0-15,-10 3 0 0,-13 0 0 16,-15-2 0-16,-16 0 0 0,-18-2 0 16,-13 1 0-16,-11-2 0 15,-5-2 0-15,-9 0 0 0,2-2 0 16,-4-1 0-16,0-2 0 0,17-7-461 15,4-7-2540-15</inkml:trace>
  <inkml:trace contextRef="#ctx0" brushRef="#br1" timeOffset="45924.26">21618 1514 4966 0,'0'0'564'0,"0"0"40"0,0 0 349 15,0 0-337-15,0 0-188 0,0 0-367 16,0 0-61-16,-2 43 0 0,2 2 0 16,0 7 0-16,4 8 0 0,2 4 0 15,-4 9 0-15,-2 6 0 16,0 3 0-16,-4 2 0 0,-2-2 0 15,-2-6 0-15,1-7 0 0,3-10 0 16,4-9 0-16,0-9 0 0,4-5 0 16,1-11 0-16,-3-9 0 0,-2-6 0 15,0-8-61-15,4-2-1267 16,0-9-197-16</inkml:trace>
  <inkml:trace contextRef="#ctx0" brushRef="#br1" timeOffset="46283.31">21624 1442 6010 0,'0'0'621'0,"0"0"-345"16,0 0-80-16,0 0 316 0,58 6-20 15,6-3-407-15,23-3-85 0,14-2 0 16,11-6 0-16,14-3 0 0,10 1 0 15,1-1 0-15,-1 3 0 16,-10 4 0-16,-10 2 0 0,-15 2 0 16,-12 3-605-16,-16 0-472 0,-28-1-947 15,-8-1-754-15</inkml:trace>
  <inkml:trace contextRef="#ctx0" brushRef="#br1" timeOffset="46683.76">23313 1455 6591 0,'0'0'524'16,"-23"54"-276"-16,9-10 232 0,1 11-131 15,9 7-349-15,4 8 0 16,17 8 0-16,8 6 0 0,4 2 0 15,-1 1 0-15,-5-4 0 0,-6-3 0 16,-7-5 0-16,-6-5 0 0,-6-7 0 16,-6-6 0-16,-5-12 0 0,-1-8 0 15,-5-10 0-15,-1-10 0 16,1-8-1085-16,1-4-2769 0</inkml:trace>
  <inkml:trace contextRef="#ctx0" brushRef="#br1" timeOffset="46992.49">21773 2674 5978 0,'0'0'1081'0,"0"0"-365"0,0 0-299 15,0 0-417-15,0 0 0 16,79 8 0-16,-1-2 0 0,36-2 0 16,24-4 0-16,9 0 0 0,6 3 0 15,-2 3 0-15,-6 5 0 0,-7-2 0 16,-10-2 0-16,-4-3 0 15,-37-4-321-15,-10-4-1416 0</inkml:trace>
  <inkml:trace contextRef="#ctx0" brushRef="#br1" timeOffset="47594.38">21645 461 5002 0,'0'0'1048'0,"0"0"-399"15,0 0-437-15,0 0-160 0,12 45 144 16,-12 2-64-16,0 9-40 0,-2 2-36 16,-6 0-48-16,4-6-8 15,-2-1 0-15,-1-1-140 0,1-4-188 16,0-4-841-16,-2-14-300 0,4-3-712 0</inkml:trace>
  <inkml:trace contextRef="#ctx0" brushRef="#br1" timeOffset="47764.88">21626 1341 5966 0,'0'0'536'0,"-18"42"-3"0,7-21-205 16,3-4-192-16,4-5 24 15,2-4-160-15,2-5-40 0,2-3-988 16,2 0-1049-16,6-15-2353 0</inkml:trace>
  <inkml:trace contextRef="#ctx0" brushRef="#br1" timeOffset="47960.81">21643 538 3549 0,'0'0'833'0,"0"0"-633"15,-13-34 168-15,13 31-256 16,4-3-24-16,13 5-68 0,8 1-20 16,6 1 0-16,6 6-4 0,-2 5-36 15,4-2-80-15,1 0-288 0,-1 0-101 16,-8-5-303-16,2-1-2465 0</inkml:trace>
  <inkml:trace contextRef="#ctx0" brushRef="#br1" timeOffset="48117.74">22306 570 5030 0,'0'0'1713'16,"0"0"-1617"-16,0 0-72 0,0 0 236 16,50-11 96-16,-21 0-224 0,0-2-132 15,2 1-624-15,4 1-349 16,0 1-880-16,0 2 893 0,-6 3 344 15,0 4-1509-15</inkml:trace>
  <inkml:trace contextRef="#ctx0" brushRef="#br1" timeOffset="48413.56">22788 530 3613 0,'0'0'997'15,"43"10"-237"-15,-22-8 76 0,2-2-544 16,-1-2-79-16,-1-4 75 0,4-2-276 16,-4-3-12-16,-5-2-348 0,-1-1 127 15,-9 2 221-15,-2 3 145 0,-2 3-25 16,-2 1 8-16,0 4 180 15,0-2-144-15,0 1-164 0,4 0-12 16,0-2-204-16,0 2-32 0,5-2-277 16,3 0-175-16,3 3-208 0,9 2-109 15,1 7 997-15,-2 2 20 0,-4 1 20 16,-3 0 40-16,-6-4 220 0,-1-3 481 16,1 0-225-16,-2-3-80 0,-2 1 292 15,1 0-307-15,-5-2-65 16,2 1 44-16,-2-1-404 0,0 1 4 15,2 2-20-15,0 0-8 0,5 3-4 16,1 0-108-16,11 1-256 0,5 3 64 16,8 0 4-16,9 1-65 0,-8-4-343 15,6-1-1869-15</inkml:trace>
  <inkml:trace contextRef="#ctx0" brushRef="#br1" timeOffset="48570.9">23408 585 5118 0,'0'0'940'15,"0"0"-932"-15,-43 14 72 0,39-9 284 16,-3 3-143-16,5 3-33 0,2 6 48 16,0 3-132-16,6 3-12 0,1 1 16 15,3 2-108-15,-4 3 28 0,2 1 0 16,-1-1-28-16,1 2-8 0,-2-4-176 16,2 0-172-16,-3-3-249 15,-1-3-1023-15,-4-6 283 0,0-6 213 0</inkml:trace>
  <inkml:trace contextRef="#ctx0" brushRef="#br1" timeOffset="48755.67">23385 1080 4770 0,'0'0'584'0,"-12"40"-144"15,8-23 152-15,4-2-255 16,0-1 27-16,0 1 52 0,2 0-328 16,2 2-32-16,2 3 24 0,-2 4-64 15,-4 3 20-15,0 3-12 0,-4 3-24 16,-4 3-32-16,-2-2 4 15,1 1-12-15,3-5 0 0,0-3-384 16,4-10-469-16,2-6-991 0</inkml:trace>
  <inkml:trace contextRef="#ctx0" brushRef="#br1" timeOffset="49696.39">26852 1780 4590 0,'0'0'1428'16,"0"0"-623"-16,0 0-209 15,0 0-128-15,0 0-328 0,-35 65-8 16,22-15-99-16,3 8-33 0,10 1 0 15,4 3 0-15,9 5 0 0,3 12 0 16,3 7 0-16,-5 10 0 0,1 4 0 16,-5-8 0-16,-2-4 0 0,-2-10 0 15,3-11 0-15,-3-7 0 16,0-11 0-16,0-13 0 0,1-8 0 16,-5-14 0-16,2-9 0 0,-2-10-645 15,2-7-584-15,-4-13-3517 0</inkml:trace>
  <inkml:trace contextRef="#ctx0" brushRef="#br1" timeOffset="50023.5">26784 1707 3989 0,'0'0'2990'16,"0"0"-2498"-16,0 0-444 0,0 0 36 15,47 3 505-15,7-4-589 16,18-3 0-16,13 3 0 0,6-2 0 16,6 1 0-16,9 2 0 0,5 0 0 15,5 2 0-15,6 2 0 0,0 1 0 16,2-1 0-16,-4-1 0 0,-6-3 0 15,-13 0 0-15,-12-3 0 16,-13-3 0-16,-12-1 0 0,-18-3 0 16,-15 0 0-16,-13-1-213 0,-16 3-1448 15,-2 2 105-15,-12-1-237 0</inkml:trace>
  <inkml:trace contextRef="#ctx0" brushRef="#br1" timeOffset="50289.94">28518 1627 6154 0,'0'0'461'0,"0"0"-409"0,37 0 208 16,-33 8 592-16,0 14-528 0,-1 10-235 15,-1 13-89-15,0 10 0 16,2 7 0-16,4 5 0 0,2 7 0 16,1 9 0-16,-5 3 0 0,-2 7 0 15,-4 5 0-15,-10 1 0 0,-3-3 0 16,-3-8 0-16,1-9 0 15,3-8 0-15,2-7 0 0,3-8 0 16,5-7 0-16,2-11 0 0,0-13 0 16,2-9 0-16,0-10 0 0,-2-6 0 15,0 0-985-15,0-12-480 0</inkml:trace>
  <inkml:trace contextRef="#ctx0" brushRef="#br1" timeOffset="50600.81">26947 2973 4089 0,'0'0'1409'0,"27"-34"-308"0,-9 27 211 16,7 7-1031-16,8 1-281 0,15 9 0 15,16 3 0-15,21 1 0 0,18 4 0 16,15-3 0-16,12 0 0 0,7-5 0 16,-3-1 0-16,-2-6 0 15,-14-3 0-15,-13-8 0 0,-32-1 0 16,-15-2-3042-16</inkml:trace>
  <inkml:trace contextRef="#ctx0" brushRef="#br1" timeOffset="51561.51">26602 1767 5818 0,'0'0'0'0,"0"0"-68"0,-42 0-468 16,11 0 8-16,-4-1 256 0,-4-2 272 15,0 2-57-15,-3-1-179 0,1-1-180 16,0 1 20-16,-3-1 44 0,13 0-693 16,-4 0-787-16</inkml:trace>
  <inkml:trace contextRef="#ctx0" brushRef="#br1" timeOffset="51746.37">25897 1801 5218 0,'0'0'88'0,"0"0"-20"0,-35-11-68 16,22 5 0-16,7 2 8 0,2 2-8 15,2 2-12-15,-2-1 0 0,2 1-152 16,0 0-164-16,0 3-681 0,0-2 209 15,-3 6-8-15</inkml:trace>
  <inkml:trace contextRef="#ctx0" brushRef="#br1" timeOffset="51946.73">25643 1916 4986 0,'0'0'88'0,"0"0"-44"15,0 0 8-15,37 26-48 0,-19-22 12 16,-1-1 56-16,-3 2 24 0,-1 4-84 16,-7 2-12-16,-2 3-276 0,-6 2-24 15,-6 0 224-15,-2 3 52 16,-5-1-16-16,3 2-224 0,-1-2-169 16,5-5-3-16,0 0-1097 0</inkml:trace>
  <inkml:trace contextRef="#ctx0" brushRef="#br1" timeOffset="52117.65">25579 2540 4658 0,'0'0'336'0,"0"0"-128"0,33 41 136 16,-17-28-312-16,1-1-16 15,-1 0-12-15,1-3 0 0,-3 0-8 16,-1-3-8-16,-3-3-168 0,-6 0-328 15,0-3-989-15,0 0-312 0</inkml:trace>
  <inkml:trace contextRef="#ctx0" brushRef="#br1" timeOffset="52262.45">25616 2775 5102 0,'0'0'112'0,"0"0"-96"0,25 38 224 15,-19-32-172-15,0 0-68 0,0 0-16 16,0 0-320-16,1 0-192 0,-3-1-409 16,-2 0 469-16,2-2-84 0,-2 1-1957 0</inkml:trace>
  <inkml:trace contextRef="#ctx0" brushRef="#br1" timeOffset="52474.6">25638 2930 5134 0,'0'0'512'0,"0"0"-296"0,0 0-188 0,0 0 4 15,56 14 92-15,-27-14-88 16,2-3 4-16,-4 1-40 0,4 1-84 16,2 1-56-16,0 0-16 0,7 0 84 15,3 1 28-15,2 2-296 0,-7-3-400 16,-1 1-421-16</inkml:trace>
  <inkml:trace contextRef="#ctx0" brushRef="#br1" timeOffset="52614.58">26782 2905 5518 0,'0'0'0'0,"0"0"-176"0,0 0 76 0,0 0-724 16,0 0 23-16,0 0-227 15</inkml:trace>
  <inkml:trace contextRef="#ctx0" brushRef="#br1" timeOffset="52692.5">26908 2950 2265 0,'0'0'988'0,"58"-6"-596"15,-23 0 236-15,-4-2-359 16,0-3-269-16,-6 4-1429 0,-5-1-916 0</inkml:trace>
  <inkml:trace contextRef="#ctx0" brushRef="#br1" timeOffset="52849.35">27406 2860 4950 0,'0'0'744'0,"0"0"-744"16,0 0-1108-16,0 0-1546 0</inkml:trace>
  <inkml:trace contextRef="#ctx0" brushRef="#br1" timeOffset="53149.3">26759 1742 6346 0,'0'0'461'0,"0"0"-409"0,66 18-52 16,-23-10 96-16,7-2-76 0,-2 0-20 16,3-2-80-16,1 0-549 0,0-1-247 15,-15-1-1033-15,2-2-48 0</inkml:trace>
  <inkml:trace contextRef="#ctx0" brushRef="#br1" timeOffset="53327.34">27451 1813 3337 0,'0'0'1089'0,"0"0"-265"16,0 0-476-16,0 0-76 0,0 0 240 15,0 0-191-15,0 0-53 0,0 0-100 16,0 0-168-16,13 4-80 0,-7-2-681 16,2 2-255-16,-2 0-49 0,5 4-1072 15</inkml:trace>
  <inkml:trace contextRef="#ctx0" brushRef="#br1" timeOffset="53505.71">27573 2394 5418 0,'17'50'156'0,"-3"-4"-156"0,-3 4-20 16,-9-16-40-16,-2-3 28 16,-4-10 32-16,-1-3 100 0,1-6 112 15,4-5 76-15,-2-1 48 0,0-5-312 16,2 3-24-16,0-3-428 15,0-1-412-15,6 0 116 0,7 0-145 16,-3 0 13-16,3 0-501 0</inkml:trace>
  <inkml:trace contextRef="#ctx0" brushRef="#br1" timeOffset="53605.42">27652 2703 2056 0,'0'0'1437'15,"-35"30"-1069"-15,12-11 104 0,0 0 409 16,3 1-321-16,3-1-164 0,5 1-172 16,3 0-184-16,9-2 56 0,0 0 161 15,2-2-201-15,3 1-32 16,1-1-8-16,-2-2-16 0,-2-1 0 15,0-5-653-15,-2 0-547 0,0-4-141 0</inkml:trace>
  <inkml:trace contextRef="#ctx0" brushRef="#br1" timeOffset="54210.49">26277 2330 5770 0,'0'0'272'0,"0"0"-240"16,46 1 180-16,1-1 89 0,19 0-1 16,13-5-8-16,12 2-148 0,10-2 0 15,9 0 112-15,1 4-136 16,3 1 44-16,-2 1 21 0,-5 5-185 16,-6 1 0-16,-3-1 0 0,-9 3 0 15,-11-5 0-15,-10 3-149 0,-8-3-647 16,-20 0 108-16,-14-4-2186 0</inkml:trace>
  <inkml:trace contextRef="#ctx0" brushRef="#br1" timeOffset="54519.11">27565 2171 6631 0,'0'0'584'0,"0"0"-116"16,0 0-184-16,0 0-132 0,0 0-79 16,48 18-73-16,-17-6 0 0,8 1 0 15,0 3 0-15,5-1 0 16,-3 2 0-16,-2 1-21 0,-6 1-435 16,-8 1-148-16,-13-2-137 0,-7 1 509 15,-10-1 232-15,-13 2 44 0,-7 2 208 16,-6 1 133-16,-6 2 347 15,-7 0-564-15,-3-1-92 0,-3-2-76 16,1-2-8-16,-1-3-288 0,13-5-1989 16,2-8-2101-16</inkml:trace>
  <inkml:trace contextRef="#ctx0" brushRef="#br1" timeOffset="55086.56">26362 2190 6222 0,'0'0'204'0,"0"0"-104"0,0 0 137 0,0 0-145 16,-4-43-32-16,22 35 96 0,7 6-136 16,6-2 8-16,6 4 96 0,-1 5-12 15,-1 1 12-15,2 1 116 0,-2 0-116 16,-2 0-12-16,-10 1-40 15,-7 1-72-15,-9 0-4 0,-11 3 4 16,-13 4-116-16,-12 0 116 0,-16 3-16 16,-5 2 40-16,-4 2-20 0,0-1 128 15,7 2-16-15,8-2-91 0,12-1-25 16,12-3 0-16,13-2 0 0,15 2 0 16,14 1 0-16,16 0 0 0,9-2 0 15,10-2 0-15,4-2-33 16,-2-5-1327-16,-17-3-601 0,-3-5-1557 0</inkml:trace>
  <inkml:trace contextRef="#ctx0" brushRef="#br1" timeOffset="55690.86">22420 979 5986 0,'0'0'653'16,"0"0"207"-16,0 0-476 0,0 0-184 0,0 0-91 16,4 66-109-16,2-16 0 0,9 10 0 15,1 4 0-15,5 1 0 16,4 10 0-16,-5 3 0 0,-7 5 0 15,-3 0 0-15,-10 0 0 0,0-2 0 16,-10-9 0-16,4-8 0 0,-7-10 0 16,1-12 0-16,2-7 0 0,1-14 0 15,1-9 0-15,2-12 0 16,0-11 0-16,-3-15-225 0,3-1-1744 16,0-9-1020-16</inkml:trace>
  <inkml:trace contextRef="#ctx0" brushRef="#br1" timeOffset="56055.51">22403 894 5250 0,'0'0'540'15,"-43"-2"265"-15,14 13-493 0,-4 2 28 16,6 5 268-16,-4 0-364 0,8-1-151 16,1 0-93-16,5-4 0 0,5-5 0 15,6-2 0-15,3-2 0 16,3-3 0-16,0-1-217 0,3 0-291 16,5-2 96-16,6-8 12 0,11-6-241 15,4-6-199-15,-4 1-221 0,-2 2 953 16,-11 7 108-16,-4 5 40 0,-4 2 4 15,0 3 72-15,1-1-8 16,-3 2-104-16,2-1-4 0,2 0 0 16,-2-1-44-16,0 0-112 0,0 0-84 15,1 1 240-15,-5-3 48 0,4 1 533 16,-4 0-373-16,0-1-188 0,0-1-20 16,-4 0-533-16,-11-1-995 0</inkml:trace>
  <inkml:trace contextRef="#ctx0" brushRef="#br1" timeOffset="56367.48">22389 885 6046 0,'0'0'593'0,"0"0"159"0,0 0-284 0,0 0-220 0,41 5-163 16,-16 7-85-16,2 3 0 15,4 3 0-15,4 2 0 0,2 2 0 16,3 1 0-16,-1-1 0 0,-2 0 0 15,2-2 0-15,-3 1-469 0,-5-1-35 16,-9-4-789-16,-7-3-728 0</inkml:trace>
  <inkml:trace contextRef="#ctx0" brushRef="#br1" timeOffset="56912.77">22540 1985 4185 0,'0'0'425'15,"0"0"-93"-15,0 0 632 0,0 0-396 16,-37-20-155-16,26 6 247 0,-5-3-336 16,-1-4-24-16,-3-1-279 0,-1-1-21 15,-2-1 0-15,-2-4 0 0,5-2 0 16,-1 0 0-16,4 1 0 0,7 1 0 15,4 7 0-15,4 6 0 16,2 5 0-16,0 8 0 0,2 2 0 16,4 5 0-16,0 9 0 0,9 14 0 15,-3 8 0-15,-1 5 0 0,-1 3 0 16,4-4 0-16,3 3 0 0,4-4 0 16,1-6 0-16,9-2 0 15,4-9 0-15,3-9 0 0,3-7 0 16,-4-7 0-16,-2-8 0 0,-6-9 0 15,-6-6 0-15,-6-7 0 0,-7-1 0 16,-2-4 0-16,9 0 0 0,5 3 0 16,14-2-805-16,-3 10-1136 0,6 1-1621 15</inkml:trace>
  <inkml:trace contextRef="#ctx0" brushRef="#br1" timeOffset="62464.87">23296 4505 5098 0,'0'0'560'0,"0"0"28"0,0 0 273 16,0 0-341-16,0 0-160 0,0 0-155 15,0 0-205-15,0 0 0 0,0 0 0 16,7-26 0-16,-7 26 0 0,0 6 0 16,0 6 0-16,0 9 0 15,0 9 0-15,-2 4 0 0,0 5 0 16,-1 3 0-16,-1 5 0 0,2 9 0 15,-2 3 0-15,2 9 0 0,0 1 0 16,2 1 0-16,0 2 0 16,0 1 0-16,2-2 0 0,0 2 0 15,-2-7 0-15,0-7 0 0,2-5 0 16,-2-8 0-16,0-6 0 16,0-3 0-16,-4-6 0 0,0-11 0 15,-2-6 0-15,4-8 0 0,0-6 0 16,-3-4 0-16,3-2 0 0,-2-12-3706 0</inkml:trace>
  <inkml:trace contextRef="#ctx0" brushRef="#br1" timeOffset="63119.58">23253 4480 2637 0,'0'0'2137'0,"0"0"-1953"0,0 0 544 16,0 0-208-16,-14-34-103 0,14 28 91 15,0 0-184-15,8 1-88 0,4 1 64 16,13 2-196-16,8 1-7 0,13 1-97 16,9 0 0-16,7 1 0 0,13 1 0 15,12 0 0-15,12-2 0 0,15 0 0 16,10 0 0-16,8-4 0 0,6-1 0 16,1 1 0-16,-3-4 0 15,-14 1 0-15,-8-1 0 0,-15 1-237 16,-20 1-183-16,-15 1 160 0,-12 2 100 15,-24 3-721-15,-9 0-435 0,-13 0-289 0</inkml:trace>
  <inkml:trace contextRef="#ctx0" brushRef="#br1" timeOffset="63508.31">25033 4434 5874 0,'0'0'180'0,"0"0"513"0,0 0-173 0,0 0-64 16,0 0-132-16,0 0-280 16,0 0 48-16,-31 70-83 0,20-19-9 15,3 7 0-15,4 10 0 0,2 11 0 16,2 9 0-16,2 8 0 16,2 3 0-16,-2 1 0 0,-2-4 0 15,0-4 0-15,0-8 0 0,2-9 0 16,0-6 0-16,3-8 0 0,-1-7 0 15,-2-8 0-15,0-6 0 0,-2-10 0 16,-6-9 0-16,1-8-685 0,-3-10-2360 0</inkml:trace>
  <inkml:trace contextRef="#ctx0" brushRef="#br1" timeOffset="63913.9">23330 5732 2621 0,'0'0'4070'15,"0"0"-3486"-15,66 17-328 0,-8-12 276 0,20 0-403 0,11-4-129 0,14-1 0 16,19 0 0-16,13 3 0 0,9 2 0 15,11 4 0-15,5 3 0 16,-7 2 0-16,-13 0 0 0,-20-3 0 16,-19-2 0-16,-20-4 0 0,-27-2-1229 15,-11-5-448-15</inkml:trace>
  <inkml:trace contextRef="#ctx0" brushRef="#br1" timeOffset="64906.73">22716 5298 3253 0,'0'0'1004'0,"0"0"-851"15,0 0-145-15,37-20 0 0,-14 2 12 16,3-1-20-16,5-1-197 16,-6 2-259-16,-2 3-992 0</inkml:trace>
  <inkml:trace contextRef="#ctx0" brushRef="#br1" timeOffset="65058.9">23284 4909 2813 0,'0'0'1765'15,"56"-34"-1657"-15,-21 9-24 0,4 3 176 16,-6-1-260-16,2-1-148 0,-6 2-1053 16,-4 5-147-16,-4 0-369 0</inkml:trace>
  <inkml:trace contextRef="#ctx0" brushRef="#br1" timeOffset="65228.86">24165 4321 6567 0,'0'0'224'16,"53"-52"-212"-16,-22 21-12 0,-6 3-196 15,-4 0-349-15,-3 2-1015 16,-5 8 235-16,-3 1-304 0</inkml:trace>
  <inkml:trace contextRef="#ctx0" brushRef="#br1" timeOffset="65696.48">24423 4069 5058 0,'0'0'180'0,"0"0"-172"0,46 52 8 0,-15-20 48 0,2 6-64 16,-2-2 0-16,0 4-32 0,4 0-40 16,-2 4-152-16,-6-11-1161 15,-9 1-220-15</inkml:trace>
  <inkml:trace contextRef="#ctx0" brushRef="#br1" timeOffset="65870.97">25105 4902 3649 0,'21'39'124'0,"-3"1"68"0,-3 6 289 16,-5-8-157-16,-6-2-8 0,1-2 236 16,3-6-408-16,2-2-96 15,3-2-48-15,3-4 0 0,1-5-168 16,-1 2-356-16,1-5 164 0,-1 1 48 15,-5-4-1081-15,-1-1-288 0</inkml:trace>
  <inkml:trace contextRef="#ctx0" brushRef="#br1" timeOffset="65965.74">25343 5341 528 0,'0'0'1276'0,"12"40"-603"0,-3-16-21 15,-1-2-32-15,4-4-32 0,1-2-507 16,1-6-1-16,1-1 444 16,-1-2-108-16,-4-1-204 0,-1-3-116 15,-5-1-92-15,-4-1-8 0,0-1-64 16,-2-3-304-16,-2 0-344 0,-11-4-3338 0</inkml:trace>
  <inkml:trace contextRef="#ctx0" brushRef="#br1" timeOffset="66319.48">22864 5361 5962 0,'0'0'424'0,"0"0"-167"0,52 9 163 15,-15 3-188-15,7 4-88 0,1 2-4 16,3 0-140-16,-1 4 0 0,5 2-260 16,-4 5-132-16,-3 3-85 15,-12-2-1363-15,-10 2-794 0</inkml:trace>
  <inkml:trace contextRef="#ctx0" brushRef="#br1" timeOffset="66541.73">23615 6252 5150 0,'0'0'668'16,"35"33"-460"-16,-6-18 232 0,2-3 73 15,0-3-425-15,2 1-88 0,-4 0-84 16,-2-1-112-16,-4 0 40 0,-7-2-165 16,-6-1-67-16,-10-3-172 0,5 0-1021 15,-5 4 69-15</inkml:trace>
  <inkml:trace contextRef="#ctx0" brushRef="#br1" timeOffset="66681.39">23759 6436 5486 0,'0'0'124'15,"0"0"-124"-15,0 0-288 16,0 0 16-16,36-22-68 0,-16 5-5 16,7-2-239-16,-8 4 16 0,6-3-1069 0</inkml:trace>
  <inkml:trace contextRef="#ctx0" brushRef="#br1" timeOffset="66929.32">24316 6012 5518 0,'0'0'144'0,"0"0"-144"0,0 0-392 16,0 0-176-16,51-30 312 0,-24 12 244 15,6-1 8-15,-2-1-521 16,0 3 129-16,0 0 276 0,2-2 120 16,0 3 60-16,5 0 272 0,-3-3-192 15,4-2-140-15,-8 5-540 0,-2-2-1497 0</inkml:trace>
  <inkml:trace contextRef="#ctx0" brushRef="#br1" timeOffset="67024.88">25343 5411 7755 0,'0'0'380'0,"43"-52"-340"0,-22 28-23 16,-9 5-17-16,-1 3 0 0,-9 2-829 15,0 6-224-15,-2-4-603 0</inkml:trace>
  <inkml:trace contextRef="#ctx0" brushRef="#br1" timeOffset="72118.5">26321 4908 4570 0,'0'0'432'15,"0"0"124"-15,0 0 336 0,0 0-723 16,0 0-57-16,10 39 232 16,2-22-148-16,-1-2-36 0,-3 1 28 15,-2-4-168-15,-2-2 4 0,-2-1-12 16,0-6 0-16,-2 0-12 0,0-3 36 15,0-3-32-15,-4-5 76 0,-2-10-20 16,-2-6-48-16,2-5-8 0,-1-7 48 16,5-1-8-16,2-1 68 0,2 2-11 15,9 4-101-15,1 7 0 0,1 5 0 16,1 4 0-16,1 3 0 0,1 2 0 16,1 3 0-16,1 0 0 0,5 0 0 15,2-1 0-15,4 1 0 16,2 4-553-16,0 4-243 0,-6 1-289 15,-5 8-1820-15</inkml:trace>
  <inkml:trace contextRef="#ctx0" brushRef="#br1" timeOffset="72413.83">26827 4771 5174 0,'0'0'1220'0,"-25"-43"-243"0,5 28-156 15,-1 7-821-15,2 7 0 0,-1 6 0 16,1 9 0-16,-2 7 0 0,5 6 0 16,3 2 0-16,5 5 0 0,6 0 0 15,4-1 0-15,9-1 0 0,5-2 0 16,5-4 0-16,8-6 0 0,0-8 0 16,2-6 0-16,2-6 0 15,-4-10 0-15,-3-3 0 0,-5-3 0 16,-6-3 0-16,-7 0 0 0,-8-3 0 15,-4 3 0-15,-4-1 0 0,-5-1 0 16,1-1 0-16,-1-2 0 16,1-2 0-16,-3-4 0 0,7 5-509 15,-2-2-1436-15</inkml:trace>
  <inkml:trace contextRef="#ctx0" brushRef="#br1" timeOffset="72619.38">27032 4256 7091 0,'0'0'1000'15,"0"0"-899"-15,0 0-101 0,0 0 0 16,0 0 0-16,0 0 0 0,4 64 0 16,19-9 0-16,1 8 0 15,1 4 0-15,-8-1 0 0,-3 5 0 16,-6 4 0-16,-8 1 0 0,-2-3 0 15,-6-8 0-15,-4-11 0 0,-3-10-1105 16,5-15-1200-16,-5-12 12 0</inkml:trace>
  <inkml:trace contextRef="#ctx0" brushRef="#br1" timeOffset="73036.58">26966 4831 7171 0,'0'0'644'0,"29"-36"-267"0,-9 19-377 16,-1 5 0-16,-1 4 0 0,3 3 0 15,0 1 0-15,1 3 0 0,5 1 0 16,2 0 0-16,2 0 0 0,4 0 0 16,-4 1-281-16,-2 2-199 0,-2-2-284 15,-8 1 195-15,-5-1 469 0,-7 0 100 16,-5 0 12-16,-2-1 208 16,-2 0 1041-16,-7-5-649 0,-5 0-523 15,-1 0-89-15,1 4 0 0,1 1 0 16,5 6 0-16,2 1 0 0,0-2 0 15,4 1 0-15,0 1 0 0,2 1 0 16,0 5 0-16,4-1 0 16,0-1 0-16,2-5 0 0,-2-4 0 15,2 2 0-15,1-2 0 0,1-2 0 16,2 0 0-16,1-5 0 0,-1 0 0 16,0-2 0-16,-1 1 0 15,-3 3 0-15,2 1 0 0,2 2 0 16,3 8 0-16,-1 9 0 0,3 5 0 15,-3 3 0-15,0-4 0 0,-1-3 0 16,1-1 0-16,1-7 0 0,-3-3 0 16,-2-3 0-16,-2-4-761 0,-1-1-2945 0</inkml:trace>
  <inkml:trace contextRef="#ctx0" brushRef="#br1" timeOffset="73215.57">27600 4270 7459 0,'0'0'696'0,"0"0"-659"16,0 0-37-16,0 0 0 15,0 0 0-15,-10 48 0 0,12-13 0 16,4 10 0-16,0 7 0 0,5 8 0 16,-3 8 0-16,2 7 0 15,-4 3 0-15,-1 2 0 0,-1-6 0 16,-4-7 0-16,0-18 0 0,0-9-2898 0</inkml:trace>
  <inkml:trace contextRef="#ctx0" brushRef="#br1" timeOffset="73410.16">27544 4778 6903 0,'0'0'1280'0,"0"0"-1271"0,0 0-9 15,36-11 0-15,-22 6 0 0,5 3 0 16,-1 0 0-16,3-2 0 0,0-1 0 15,3 2 0-15,1 0 0 0,0 2 0 16,-2 1 0-16,-3 1 0 16,-3 4-797-16,-3-1-944 0,-3-2-20 15,-3-2-924-15</inkml:trace>
  <inkml:trace contextRef="#ctx0" brushRef="#br1" timeOffset="73508.56">27857 4752 5250 0,'0'0'1441'16,"0"0"-541"-16,-11 33-299 15,5-9-601-15,0 4 0 0,2-1 0 16,0 3 0-16,1-4 0 0,3-2 0 15,3-8 0-15,3-5 0 0,2-4 0 16,0-7 0-16,3-2 0 0,-1-9-765 16,-4 0-1240-16,-2-4-952 0</inkml:trace>
  <inkml:trace contextRef="#ctx0" brushRef="#br1" timeOffset="73642.94">27964 4459 7815 0,'0'0'328'0,"0"0"-279"15,0 0-49-15,0 0 0 0,0 0-573 16,33 1-1280-16,-16 5 28 16,-1 1-1096-16</inkml:trace>
  <inkml:trace contextRef="#ctx0" brushRef="#br1" timeOffset="73908.38">28175 4748 6298 0,'0'0'929'0,"0"0"36"16,0 0-965-16,0 0 0 0,0 0 0 16,-46 19 0-16,26 0 0 0,-3 7 0 15,0 4 0-15,9-3 0 0,3-1 0 16,7-3 0-16,4-4 0 0,9-4 0 16,3-7 0-16,7-3 0 15,1-5 0-15,3-5 0 0,-2-5 0 16,-1-6 0-16,-3-5 0 0,-1-4 0 15,-3-2 0-15,-5-2 0 0,-2 2-209 16,-6-1-647-16,0 4 91 16,-2 6-223-16,-2 10-1653 0</inkml:trace>
  <inkml:trace contextRef="#ctx0" brushRef="#br1" timeOffset="74139.39">28224 4971 6847 0,'0'0'812'0,"0"0"-279"0,0 0-533 16,0 0 0-16,-12-32 0 0,24 5 0 15,7-3 0-15,4-1 0 0,2 4 0 16,4 3 0-16,2 4 0 0,2 6 0 16,-2 7 0-16,-2 6 0 15,-5 5 0-15,-1 9 0 0,-2 8 0 16,-7 5 0-16,-1 2 0 0,-5 4 0 15,2-1 0-15,-1-5 0 0,-1-1 0 16,0-3 0-16,-4-6-185 16,-4-4-2436-16</inkml:trace>
  <inkml:trace contextRef="#ctx0" brushRef="#br1" timeOffset="74745.97">29198 4373 6787 0,'0'0'224'0,"-8"36"164"0,8-5-108 16,0 7-92-16,8 7 44 15,2 2-176-15,5 4-19 0,-1 4-37 16,1-1 0-16,-1 2 0 0,-3 0 0 15,-5-3 0-15,-6-4-429 0,0-15-1556 16,-6-5-864-16</inkml:trace>
  <inkml:trace contextRef="#ctx0" brushRef="#br1" timeOffset="75044.62">29192 4421 6967 0,'10'-34'408'0,"5"4"-24"16,3 0 49-16,3 10-433 16,0 6 0-16,1 5 0 0,3 6 0 15,2 4 0-15,4 12 0 0,4 7 0 16,4 10 0-16,-1 9 0 0,-1 11 0 16,-8 9 0-16,-9 11 0 15,-3 3 0-15,-9 1 0 0,-4-3 0 16,-6-4 0-16,-10-8 0 0,-11-3 0 15,-6-9 0-15,-10-4 0 0,-6-10 0 16,-5-7 0-16,2-11 0 0,3-10-105 16,6-5-355-16,6-7-48 0,12-6-245 15,8 2-103-15,5 0-505 0</inkml:trace>
  <inkml:trace contextRef="#ctx0" brushRef="#br1" timeOffset="75419.48">29938 4695 5970 0,'-23'-32'805'0,"7"8"163"16,-5 3-519-16,5 12-449 0,-1 7 0 15,1 5 0-15,-1 12 0 0,-2 12 0 16,3 6 0-16,1 12 0 0,7 9 0 16,4 3 0-16,6 3 0 0,8 2 0 15,7-3 0-15,4-4 0 0,3-9 0 16,5-12 0-16,4-10 0 0,-2-13 0 16,3-8 0-16,-8-8 0 15,-1-14 0-15,-4-9 0 0,-7-9 0 16,-5-7 0-16,-5-1 0 0,-4-1 0 15,-9-4 0-15,-3 0 0 0,-9 1 0 16,-3 4 0-16,1 3 0 16,4 9 0-16,7 2-725 0,8 5-596 15,4 8 973-15,6 4-3874 0</inkml:trace>
  <inkml:trace contextRef="#ctx0" brushRef="#br1" timeOffset="75585.37">30223 4581 7375 0,'0'0'817'16,"-16"56"-817"-16,10-14 0 0,6 9 0 15,0 4 0-15,6 3 0 0,6 1 0 16,3-2 0-16,-1-2 0 0,-1-4 0 16,-1-2 0-16,-4-1 0 15,-2-7 0-15,-1-4 0 0,-5-11-121 16,0-12-2224-16,-7-10-500 0</inkml:trace>
  <inkml:trace contextRef="#ctx0" brushRef="#br1" timeOffset="75758.35">30254 4563 6995 0,'0'0'860'16,"44"-29"-523"-16,-17 19-337 15,-3 3 0-15,5 1 0 0,2 2 0 16,0 2 0-16,-2 1 0 0,-4 1 0 15,-2 1 0-15,-7 4 0 0,-5 1 0 16,-3 3-209-16,-6 2-1151 0,-4-1-2522 0</inkml:trace>
  <inkml:trace contextRef="#ctx0" brushRef="#br1" timeOffset="75929.49">30196 4957 7539 0,'0'0'653'15,"46"6"-653"-15,-7-6 0 0,3-4 0 16,1 1 0-16,2-1 0 16,-1 4 0-16,-5 0 0 0,0 0 0 15,-5 0 0-15,-10 5 0 0,-5 0-1621 16,-9-1-1713-16</inkml:trace>
  <inkml:trace contextRef="#ctx0" brushRef="#br1" timeOffset="90585.85">20717 1530 2132 0,'0'0'229'0,"0"0"1699"16,0 0-699-16,0 0-481 0,0 0-119 15,0 0 103-15,0 0-376 0,0 0-147 16,33 28-209-16,-21 3 0 16,1 1 0-16,3 0 0 0,-1 1 0 15,-5 1 0-15,0-2 0 0,1-3 0 16,-5-3 0-16,-2-7 0 15,0-8 0-15,-2-7 0 0,-2-4 0 16,6-2 0-16,5-14 0 0,9-16 0 16,7-15 0-16,8-12 0 0,7-7 0 15,5-2 0-15,7-7 0 0,4 0 0 16,8 2 0-16,0 5 0 0,-4 7 0 16,0 3 0-16,-18 15-341 0,-3-1-5538 15</inkml:trace>
  <inkml:trace contextRef="#ctx0" brushRef="#br1" timeOffset="91209.45">25473 1481 6194 0,'0'0'332'0,"0"0"385"16,0 0-241-16,-6 61-52 0,-2-17-375 15,-3 4-49-15,3 2 0 0,2-5 0 16,4-3 0-16,2-4 0 15,0-5 0-15,6-6 0 0,0-9 0 16,5-8 0-16,3-10 0 0,0-8 0 16,11-18 0-16,6-14 0 0,9-14 0 15,5-11 0-15,11-8 0 0,10-1 0 16,10-3 0-16,11-1 0 16,8 1 0-16,3-1 0 0,-26 19-473 15,-2 3-1872-15</inkml:trace>
  <inkml:trace contextRef="#ctx0" brushRef="#br1" timeOffset="103857.29">16103 8640 2565 0,'0'0'2585'0,"0"0"-1389"0,0 0-619 16,0 0 3-16,0 0 109 0,0 0-689 16,0 0 0-16,0 0 0 0,0 0 0 15,-8 4 0-15,12 11 0 16,6 13 0-16,0 10 0 0,-3 10 0 16,1 6 0-16,-6 1 0 0,2 8 0 15,-4 6 0-15,0 8 0 0,0 8 0 16,-4 2 0-16,-2 5 0 0,-5-1 0 15,1-2 0-15,6-3 0 0,4 2 0 16,0 2 0-16,8-2 0 0,-2-2 0 16,-1-3 0-16,-5-3 0 15,0-8 0-15,-9-1 0 0,-1-4 0 16,-7-7 0-16,-3-4 0 0,-1-10 0 16,0-9 0-16,3-10 0 15,3-10 0-15,5-10 0 0,0-10-189 16,10-5-971-16,-4-19-2618 0</inkml:trace>
  <inkml:trace contextRef="#ctx0" brushRef="#br1" timeOffset="104572.2">16099 10559 2056 0,'0'0'3454'0,"-42"-10"-2846"0,30 6-364 0,6 0 601 16,6 2-261-16,2-3-264 0,12-1-239 16,13-1-81-16,15 0 0 0,11 1 0 15,11 5 0-15,9 1 0 0,11 1 0 16,16 2 0-16,9-1 0 0,17 0 0 15,13-2 0-15,18 0 0 0,17 0 0 16,10-4 0-16,14 0 0 16,0-3 0-16,5 0 0 0,0 0 0 15,-13-3 0-15,-8 2 0 0,-11-5 0 16,-22 1 0-16,-15 0 0 0,-20 0 0 16,-25 3 0-16,-19-3 0 15,-18-1-853-15,-19 2-1416 0,-18-4-480 0</inkml:trace>
  <inkml:trace contextRef="#ctx0" brushRef="#br1" timeOffset="105084.16">16419 8553 3277 0,'0'0'2345'0,"0"0"-1845"0,37 5-356 0,15-4 405 0,16 1-173 0,23 0-180 0,17-1-56 16,7 0-96-16,18 2 36 0,14 1-24 15,10 3-56-15,6 0 0 0,11 1 16 16,10 0 0-16,6 0-16 0,4 0 168 16,7 0-108-16,-5-1-24 0,-10 0-16 15,-12 0-16-15,-17-1-4 16,-21 0 0-16,-20 0-4 0,-21 0-196 16,-27 0-740-16,-12-3 219 0,-25-2-179 15,-14-2-1829-15</inkml:trace>
  <inkml:trace contextRef="#ctx0" brushRef="#br1" timeOffset="105577.75">19733 8863 6538 0,'0'0'577'0,"0"0"-281"0,0 0 204 16,0 0-219-16,0 0-281 0,0 0 0 15,0 0 0-15,-27 52 0 0,25 9 0 16,2 16 0-16,4 11 0 0,6 9 0 15,1 10 0-15,-7 8 0 0,-4 6 0 16,-6 1 0-16,-13 0 0 0,-2-3 0 16,-6-3 0-16,1-4 0 15,-1-6 0-15,6-5 0 0,2-10 0 16,9-14 0-16,-2-15 0 0,10-17 0 16,-1-19 0-16,1-13 0 15,2-8 0-15,0-17-3030 0</inkml:trace>
  <inkml:trace contextRef="#ctx0" brushRef="#br1" timeOffset="106934.13">16235 10507 1864 0,'0'0'252'16,"-37"-4"601"-16,20 0-553 16,3 0 220-16,4 2-180 0,3-2-43 15,3 4 415-15,2-1-216 0,-2 1-64 16,4-1 117-16,6 1-369 0,9 0-32 16,12 6 240-16,14 1-164 15,9 1-140-15,10 0-48 0,8 0-32 16,12-1-4-16,13-2 0 0,13 1-4 15,16-2 4-15,10 1 0 16,15-2-8-16,8 3 8 0,8-2 0 16,11-1 4-16,4 1-4 0,8-3 8 15,2 3-8-15,-4-3 0 0,-9 0 0 16,-7 0-112-16,-15-1-360 0,-13 1-437 16,-20 3 181-16,-35-1 64 0,-17-1-1389 0</inkml:trace>
  <inkml:trace contextRef="#ctx0" brushRef="#br1" timeOffset="109992.45">20901 9703 2321 0,'0'0'3953'0,"0"0"-3024"15,0 0 60-15,0 0-989 0,0 0 0 16,0 0 0-16,35 3 0 0,-12-5 0 16,1-4 0-16,3-3 0 0,0-4 0 15,2-3 0-15,-4-4 0 16,-4-1 0-16,-5-2 0 0,-6 2 0 15,-5 0 0-15,-5-2 0 0,-3 3 0 16,-7-3 0-16,-8 3 0 16,-3 3 0-16,-6 5 0 0,-4 9 0 15,0 8 0-15,-2 13 0 0,-4 8 0 16,6 6 0-16,0 7 0 0,4 5 0 16,12 3 0-16,9 3 0 0,6 0 0 15,10-4 0-15,11-7 0 0,10-6 0 16,6-8 0-16,5-7 0 0,3-8 0 15,3-7 0-15,-3-3 0 0,5-9 0 16,-17-2-1461-16,2-4-1749 0</inkml:trace>
  <inkml:trace contextRef="#ctx0" brushRef="#br1" timeOffset="110501.47">21515 9685 2325 0,'0'0'5038'0,"-5"-42"-4322"0,-1 14-603 16,-4 2-113-16,-2-1 0 0,-7 4 0 15,2 5 0-15,-3 5 0 0,7 9 0 16,-1 6 0-16,-3 10 0 0,3 8 0 16,-3 6 0-16,3 3 0 15,-1 3 0-15,3-3 0 0,2 0 0 16,10-4 0-16,0-5 0 0,8-5 0 16,4-5 0-16,5-5 0 15,3-5 0-15,7-7 0 0,-2-8 0 16,0-1 0-16,-2-7 0 0,-3 1 0 15,-3-1 0-15,2 3 0 0,-7 6 0 16,-6 4 0-16,-6 9 0 16,0 1 0-16,0 4 0 0,-4 10 0 15,-6 12 0-15,-3 7 0 0,-3 7 0 16,-3 4 0-16,1 2 0 0,-1 4 0 16,0 4 0-16,1-1 0 0,1-4 0 15,7-7 0-15,8-7 0 0,4-11 0 16,8-3 0-16,7-10 0 0,1-11-369 15,-1 0-867-15,1-11-457 0</inkml:trace>
  <inkml:trace contextRef="#ctx0" brushRef="#br1" timeOffset="110776.39">21657 9562 7647 0,'0'0'545'16,"0"0"-545"-16,0 0 0 0,-37 7 0 15,27 0 0-15,3 8 0 0,-1 7 0 16,2 8 0-16,6 5 0 16,0 2 0-16,10 2 0 0,5-1 0 15,1-5 0-15,5-2 0 0,2-6 0 16,-1-7 0-16,3-9 0 0,-4-6 0 16,0-6 0-16,-5-10 0 0,-1-8 0 15,-7-5 0-15,-2-6 0 0,-4-4 0 16,-2 3 0-16,-2 1 0 0,-2 7 0 15,4 8 0-15,0 9 0 0,4 1 0 16,11 6-841-16,3 0 57 0,9 1-297 16,-4 1 37-16,-7 1-165 0</inkml:trace>
  <inkml:trace contextRef="#ctx0" brushRef="#br1" timeOffset="111101.75">21986 9735 5626 0,'0'0'2385'0,"-10"-32"-2204"0,5 7-181 16,1-1 0-16,2 5 0 16,0 5 0-16,0 8 0 0,-2 7 0 15,0 1 0-15,-9 11 0 0,1 11 0 16,-7 10 0-16,3 7 0 0,1-2 0 16,7-5 0-16,4-5 0 0,4-7 0 15,6-3 0-15,2-6 0 0,5-7 0 16,1-4 0-16,-1-2 0 0,3-10 0 15,1-3 0-15,-3-2 0 0,1 2 0 16,-5 0 0-16,-4 5 0 0,-2 4 0 16,-4 2 0-16,0 4 0 15,0 0 0-15,2 9 0 0,1 6 0 16,3 10 0-16,0 3 0 0,0 1 0 16,5-4 0-16,-1-6 0 0,-2-3 0 15,-2-4 0-15,1-4-693 16,-5-3-856-16,2-5-4057 0</inkml:trace>
  <inkml:trace contextRef="#ctx0" brushRef="#br1" timeOffset="111302.35">22261 9183 7239 0,'0'0'953'0,"0"0"-953"15,-4 33 0-15,-5 8 0 0,-5 15 0 16,-1 9 0-16,-1 3 0 0,6-3 0 15,5 1 0-15,3 1 0 0,4 1 0 16,3-1 0-16,1-7 0 16,0-6 0-16,2-8 0 0,-2-12 0 15,-1-10 0-15,-3-12-1778 0,2-12-2171 0</inkml:trace>
  <inkml:trace contextRef="#ctx0" brushRef="#br1" timeOffset="112389.55">23055 9719 3393 0,'0'0'2909'0,"0"0"-1564"0,-44-30-800 16,28 20-545-16,-5 2 0 16,0 2 0-16,1 5 0 0,-1 0 0 15,2 1 0-15,5 0 0 0,6 2 0 16,3-1 0-16,-1 3 0 0,6 2 0 16,-2 2 0-16,0 5 0 0,2 0 0 15,4-1 0-15,0 0 0 0,3-4 0 16,3-1 0-16,4 0 0 0,3 2 0 15,0 0 0-15,7 3 0 0,-1 1 0 16,2 0 0-16,-2 4 0 0,-5 2 0 16,-5 0 0-16,-5 1 0 15,-8-1 0-15,-2-1 0 0,-11-1 0 16,-1 0 0-16,-7-3 0 0,-6-1 0 16,-4-3 0-16,0-2 0 0,0-5 0 15,4-3 0-15,5-2 0 16,5-5 0-16,3-2 0 0,3-2 0 15,7 0 0-15,-2 1 0 0,4 0 0 16,2-1-473-16,2 1-928 16,2 3 5-16,2 0-561 0</inkml:trace>
  <inkml:trace contextRef="#ctx0" brushRef="#br1" timeOffset="112791.39">23030 10461 4950 0,'-8'39'348'0,"3"-3"-168"0,1 0 0 0,2-9-180 0,-2-9 16 16,4-10 192-16,-2-5 104 0,2-6 73 16,0-12 387-16,0-17-480 15,2-13-104-15,4-12 12 0,0-9-128 16,3-8 17-16,-1-6-89 0,0-7 0 15,7-4 0-15,3 4 0 0,7 9 0 16,6 15 0-16,8 18 0 16,3 12 0-16,-1 10 0 0,-10 7 0 15,-6 5 0-15,-11 5 0 0,-3 5 0 16,-7 1 0-16,-2 1 0 0,2 5 0 16,-2 6 0-16,0 7 0 0,-2 3 0 15,-4 4 0-15,-2 2 0 0,-7-1 0 16,-1-1 0-16,-5-1 0 0,1-1 0 15,-1-4 0-15,1-6 0 0,3-3 0 16,7-5 0-16,4-6 0 0,2 0-257 16,2-5-535-16,0-5-93 15,6 1-1248-15,2-5-632 0</inkml:trace>
  <inkml:trace contextRef="#ctx0" brushRef="#br1" timeOffset="112996.16">23536 9974 6030 0,'0'0'1169'0,"0"0"-297"0,0 0-751 15,0 0-121-15,0 0 0 0,-37-32 0 16,25 15 0-16,3-1 0 0,9 0 0 16,0 2 0-16,11 4 0 0,1 2 0 15,3 4 0-15,-1 4 0 0,-2 1 0 16,3 1 0-16,-3 0 0 0,-1-1-1682 15,-5-4-1379-15</inkml:trace>
  <inkml:trace contextRef="#ctx0" brushRef="#br1" timeOffset="113149.91">23753 9836 7427 0,'0'0'765'0,"-35"53"-765"15,17-21 0-15,1 1 0 16,0 2 0-16,7-3 0 0,4-5 0 15,6-3 0-15,2-7 0 16,6-5 0-16,3-5 0 0,-1-9-941 16,-2-4-872-16,-2-8-880 0</inkml:trace>
  <inkml:trace contextRef="#ctx0" brushRef="#br1" timeOffset="113227.59">23890 9462 4998 0,'0'0'32'0,"0"0"-32"0,12 42-284 15,-12-27-1117-15,-4 2-1700 0</inkml:trace>
  <inkml:trace contextRef="#ctx0" brushRef="#br1" timeOffset="113806.38">23844 10068 2965 0,'0'0'3618'0,"0"0"-2950"15,0 0-12-15,0 0-371 0,0 0-285 16,0 0 0-16,52-7 0 0,-25-25 0 15,6-5 0-15,0-1 0 0,-2 9 0 16,-4 10 0-16,-11 7 0 16,-7 8 0-16,-7 4 0 0,-2 5 0 15,-7 10 0-15,-7 10 0 0,-5 9 0 16,1 2 0-16,-1-1 0 0,13-6-337 16,6-1-487-16,10-6-73 0,11-3-743 15,6-6 1047-15,2-7 125 0,0-5-340 16,-4-2 408-16,-9-10 400 0,-3-3 4 15,-7-5 612-15,-4-1 160 0,-6-6 813 16,-9-5-809-16,-1-1-240 16,-7 3 213-16,2 7-513 0,-1 9-80 15,3 10 56-15,1 3-176 0,1 5 16 16,1 6-24-16,3 2-28 0,3 3-4 16,6-2 0-16,6-1-32 15,7-4-100-15,5-1-20 0,3-4 68 16,3-3 80-16,-3-1-4 0,0-2-4 15,-5-2 12-15,-6 1 36 0,-3-1-4 16,-5 4 76-16,4 0 16 16,0 8-84-16,-2 13 16 0,4 19 133 15,-2 13-189-15,-2 14 0 0,2 5 0 16,1-2 0-16,-5 1 0 0,0-1 0 16,-11-2 0-16,-9-5 0 0,-5-6 0 15,-12-4 0-15,-7-4 0 0,-8-7 0 16,-1-9 0-16,-5-9 0 0,0-12 0 15,-2-11 0-15,4-7 0 16,2-18 0-16,7-12 0 0,4-13 0 16,9-8 0-16,22 1 0 0,12 1 0 15,19 6 0-15,14 4 0 0,14 4 0 16,7 2 0-16,8-2 0 0,6 1-405 16,-18 8-2020-16,6-1-2281 0</inkml:trace>
  <inkml:trace contextRef="#ctx0" brushRef="#br1" timeOffset="114217.34">25128 9956 3465 0,'0'0'4130'0,"-10"-35"-3533"16,-7 24-597-16,-2 10 0 0,-5 2 0 15,-3 10 0-15,-6 5 0 0,0 6 0 16,0 5 0-16,4 4 0 16,6 2 0-16,6 4 0 0,9 0 0 15,8 1 0-15,2-3 0 0,13-1 0 16,3-7 0-16,11-5 0 0,4-6 0 16,4-8 0-16,3-4 0 0,-1-6-569 15,-12-3-964-15,0-4-812 0</inkml:trace>
  <inkml:trace contextRef="#ctx0" brushRef="#br1" timeOffset="114527.35">25353 10036 5966 0,'0'0'2045'0,"-25"-53"-1864"0,9 33-181 16,1 14 0-16,-1 6 0 15,-3 2 0-15,-1 10 0 0,-1 7 0 16,0 3 0-16,5 7 0 0,1-1 0 15,7 4 0-15,8-1 0 16,6-2 0-16,9-5 0 0,9-5 0 16,5-4 0-16,4-9 0 0,3-5 0 15,-5-3 0-15,-2-9 0 0,-9-5 0 16,-3-2 0-16,-9-5 0 0,-2-2 0 16,-4-1 0-16,-2-1 0 0,-8-2 0 15,-2 2 0-15,-3 1 0 0,1 5 0 16,4 7 0-16,1 7 0 0,5 7-85 15,2 6-295-15,0 12-172 0,7 12-477 16,-3 4 253-16,2 2 108 0,-2-10-1001 16,2-6-880-16</inkml:trace>
  <inkml:trace contextRef="#ctx0" brushRef="#br1" timeOffset="114713.21">25421 10246 3497 0,'0'0'1381'0,"0"0"-257"16,0 0 221-16,0 0-661 15,0 0-523-15,0 0-161 0,17-38 0 16,-3 4 0-16,5-8 0 0,0 3 0 15,1 0 0-15,-5 8 0 0,-3 10 0 16,-4 9 0-16,-3 8 0 16,-5 4 0-16,0 6 0 0,2 12 0 15,-2 14 0-15,0 5 0 0,0 2 0 16,0-3 0-16,0-7 0 0,6-4 0 16,6 0 0-16,5-7 0 0,-3-4-1706 15,3-8-615-15</inkml:trace>
  <inkml:trace contextRef="#ctx0" brushRef="#br1" timeOffset="115039.13">25930 10035 3337 0,'0'0'2369'0,"0"0"-1577"16,0 0 377-16,0 0-644 15,-10-45-525-15,-1 31 0 0,-3 1 0 16,-3 2 0-16,-1 0 0 0,-3 5 0 15,0 3 0-15,-1 4 0 0,-3 9 0 16,2 5 0-16,0 5 0 16,7 5 0-16,1 1 0 0,9 0 0 15,4 1 0-15,8-3 0 0,11 1 0 16,8-5 0-16,4-2 0 0,6-3 0 16,-4-3 0-16,-2-2 0 0,-5-4 0 15,-9-3 0-15,-5 1 0 0,-8-2 0 16,-4-1 0-16,-8 1 0 0,-11 0 0 15,-8 0 0-15,-6-2 0 0,2 0 0 16,4-3 0-16,4-6 0 16,7-1 0-16,7-7-225 0,9 4-867 15,2-6-2010-15</inkml:trace>
  <inkml:trace contextRef="#ctx0" brushRef="#br1" timeOffset="115226.52">26126 9447 6771 0,'0'0'1044'16,"0"0"-700"-16,0 0-311 0,0 0-33 16,-14 38 0-16,1 1 0 15,-1 10 0-15,2 6 0 0,1 7 0 16,5 6 0-16,-2 6 0 0,0 7 0 16,-3-2 0-16,-3-4 0 0,3-10 0 15,1-8 0-15,4-11 0 0,2-10 0 16,0-11-397-16,-1-11-1232 0</inkml:trace>
  <inkml:trace contextRef="#ctx0" brushRef="#br1" timeOffset="115651.76">25990 10002 6102 0,'0'0'505'0,"41"-1"167"16,-8 4 72-16,11-1-575 15,-5 1-169-15,-6-1 0 0,0 1 0 16,-6 0 0-16,-4 0 0 0,-3-1-553 15,-5-2-175-15,-5 0-601 0,-4 0 605 16,-3 0 440-16,-1-4 284 16,0 1 80-16,-2-4 396 0,-4-4 596 15,-11 2-563-15,-8 0-113 0,-6 8 208 16,-2 6-316-16,0 10-95 0,-2 8-193 16,2 5 0-16,4 5 0 0,5 1 0 15,7-1 0-15,9-1 0 0,6-5 0 16,6-1 0-16,9-7 0 0,3-5 0 15,3-4 0-15,2-9 0 0,-1-2 0 16,-1-10 0-16,0-3 0 16,-1-5 0-16,-3-2 0 0,-3-1 0 15,1 0 0-15,-5 3 0 0,3 1 0 16,-5 4 0-16,-2 5 0 0,-2 6 0 16,0 2 0-16,1 1 0 15,3 3 0-15,4 4 0 0,1 4 0 16,-3-3 0-16,-2-2 0 0,-4-1 0 15,0 0 0-15,1-2 0 16,-1 2 0-16,-2 1 0 0,0 0 0 16,-2 4 0-16,-4 1-209 0,-2 6-523 15,-5 1-73-15,3-4-255 0,2-1-1577 0</inkml:trace>
  <inkml:trace contextRef="#ctx0" brushRef="#br1" timeOffset="116036.51">26445 10231 680 0,'0'0'5126'0,"4"-48"-3077"15,-2 21-1712-15,2 2-337 0,2 1 0 16,2 5 0-16,-1 6 0 16,-3 5 0-16,0 3 0 0,-2 4 0 15,-2 1 0-15,2 1 0 0,0 6 0 16,2 9 0-16,-4 0 0 0,0 6 0 16,0-2 0-16,0-4 0 15,-2 1 0-15,0-4 0 0,2-3 0 16,0-3 0-16,2-5 0 0,2 0 0 15,0-2 0-15,9-3 0 16,1-8 0-16,7-2 0 0,-2-6 0 16,-3 1 0-16,-5 1 0 0,-3 2 0 15,-4 5 0-15,0 3 0 0,-2 3 0 16,0 1 0-16,-2 0 0 0,0 3 0 16,2 5 0-16,-2 9 0 0,2 11 0 15,2 5 0-15,-1 2 0 0,3-3 0 16,-4-4 0-16,0 1 0 0,-2-3 0 15,0-5 0-15,0-5 0 0,0-6 0 16,0-4 0-16,0-3 0 16,0-4-749-16,0-4-936 0,6-14-1020 0</inkml:trace>
  <inkml:trace contextRef="#ctx0" brushRef="#br1" timeOffset="116238.12">27052 9416 7367 0,'0'0'512'0,"0"0"-199"0,0 0-313 16,0 0 0-16,0 0 0 0,0 0 0 16,-45 15 0-16,18 28 0 15,-2 12 0-15,6 10 0 0,5 12 0 16,3 10 0-16,1 5 0 0,1 1 0 16,7-7 0-16,2-8 0 0,4-10 0 15,4-11 0-15,0-10 0 0,-2-9 0 16,-2-12-197-16,0-9-1115 0,-4-10-2282 0</inkml:trace>
  <inkml:trace contextRef="#ctx0" brushRef="#br1" timeOffset="116376.58">26790 9918 6963 0,'0'0'424'16,"0"0"252"-16,0 0-547 15,41 6-129-15,-12 1 0 0,4 1 0 16,2 0 0-16,-2-1 0 0,5 3 0 15,-3-2 0-15,2 3-1089 0,-10-3-440 16,2-2-600-16</inkml:trace>
  <inkml:trace contextRef="#ctx0" brushRef="#br1" timeOffset="116654.67">27340 10055 3925 0,'0'0'3470'0,"-27"-34"-2673"15,10 10-797-15,3 5 0 0,-5 5 0 16,-1 3 0-16,-5 5 0 0,2 5 0 15,2 1 0-15,7 1 0 0,4 9 0 16,5 4 0-16,7 5 0 0,9 5 0 16,7-1 0-16,11 6 0 15,4 2 0-15,5 2 0 0,-1 1 0 16,-4 3 0-16,-4 2 0 0,-2 0 0 16,-11-1 0-16,-3 0 0 15,-11-1 0-15,-4-7 0 0,-15-3 0 16,-8-6 0-16,-8-6 0 0,-8-6 0 15,-2-8 0-15,-5-7 0 16,-2-7 0-16,1-5 0 0,-1-4 0 16,1-1 0-16,1-2 0 0,11 8-1734 15,6-1-2531-15</inkml:trace>
  <inkml:trace contextRef="#ctx0" brushRef="#br1" timeOffset="119776.36">20901 10849 6611 0,'0'0'1172'0,"0"0"-763"15,0 0-409-15,-38-8 0 0,18 2 0 16,-3 1 0-16,-2 2 0 16,5 0 0-16,-1 2 0 0,4 0 0 15,1 1 0-15,1 0 0 0,9 2 0 16,0 2 0-16,4 2 0 0,0 6 0 15,0 6 0-15,2 4 0 0,6 3 0 16,6-2 0-16,-1-2 0 16,7-1 0-16,5 4 0 0,0-2 0 15,2 0 0-15,1-1 0 0,-5 0 0 16,0-5 0-16,-11 1 0 0,-6-1 0 16,-4-3 0-16,-4 0 0 0,-8-1 0 15,-7-2 0-15,-4 0 0 0,-6-2 0 16,-4-2 0-16,2-5 0 0,0-1 0 15,4-4 0-15,7-5 0 16,5-2 0-16,7-1 0 0,8 1-213 16,6-1-959-16,7 1 131 0,9 3-59 15,-3 0-945-15,2 1-364 0</inkml:trace>
  <inkml:trace contextRef="#ctx0" brushRef="#br1" timeOffset="120201.61">21000 10967 4386 0,'0'0'1988'0,"0"0"-927"15,0 0-365-15,0 0-635 16,0 0-61-16,0 0 0 0,0 0 0 16,-23 68 0-16,21-28 0 0,4-1 0 15,6-6 0-15,7-4 0 0,6-4 0 16,1-5 0-16,7-6 0 0,0-8 0 16,2-6 0-16,-2-5 0 0,-6-9 0 15,-2-3 0-15,-7-4 0 0,-6-2 0 16,-4-1 0-16,-4-3 0 0,0 4 0 15,-4 4 0-15,-2 7 0 16,6 7 0-16,0 5 0 0,-2 0 0 16,2 6 0-16,0 10 0 0,0 15 0 15,2 7 0-15,-2 7 0 0,6 0 0 16,-4 1 0-16,-2 4 0 16,-4 4 0-16,-6 1 0 0,-5 2 0 15,-7 3 0-15,-5-1 0 0,-4 0 0 16,-6-3 0-16,-5-5 0 0,-3-5 0 15,-3-7 0-15,1-10 0 16,3-7 0-16,9-9 0 0,6-12 0 16,8-8 0-16,7-14 0 0,8-19 0 15,4-13 0-15,4-11 0 0,14-4 0 16,9 4 0-16,14 7 0 0,7 12-33 16,-13 13-987-16,4 2-305 0</inkml:trace>
  <inkml:trace contextRef="#ctx0" brushRef="#br1" timeOffset="120678.49">21308 11171 6530 0,'0'0'1033'0,"0"0"-589"0,-21 54-259 0,19-31-185 15,0 4 0-15,2-3 0 0,0-1 0 16,0-5 0-16,6-5 0 0,3-3 0 15,1-6 0-15,2-4 0 16,1-9 0-16,1-8 0 0,1-6 0 16,1-5 0-16,-1-2 0 0,-3 0 0 15,5 0 0-15,-5-1 0 0,0 8 0 16,-5 5 0-16,3 8 0 0,-6 7 0 16,-4 3 0-16,0 10 0 0,0 11 0 15,-4 7 0-15,0 6 0 0,-2 0 0 16,4-7 0-16,-1-1 0 0,3-6 0 15,5-3 0-15,1-5 0 16,2-5 0-16,2-5 0 0,3-2 0 16,1-5 0-16,-3-6 0 0,3-5 0 15,-2-3 0-15,-1-1 0 16,3-4 0-16,1 1 0 0,-1-1 0 16,1 0 0-16,-1 6 0 0,1 6 0 15,-7 6 0-15,0 5 0 0,-2 4 0 16,1 7 0-16,3 6 0 0,0 6 0 15,-6 2 0-15,-2 1 0 16,-2 0 0-16,0-3 0 0,-2-1 0 16,2-5 0-16,0-3 0 0,4-4 0 15,9-4 0-15,10-5 0 0,-3 0-1742 16,5-8-1043-16</inkml:trace>
  <inkml:trace contextRef="#ctx0" brushRef="#br1" timeOffset="121274.3">21936 11101 3761 0,'0'0'3474'16,"0"0"-3022"-16,0 0-360 0,0 47 28 15,-6-15-48-15,4 2 36 0,-6 0-52 16,2-3-40-16,-1-2-16 0,-1-4 20 15,4-4-16-15,0-6-4 16,2-5 17-16,2-6-17 0,0-4 0 16,2-1 0-16,6-9 0 0,7-12 0 15,1-7 0-15,5-5 0 16,-5 1 0-16,5 2 0 0,-5 1 0 16,3 4 0-16,-2 7 0 0,-7 8 0 15,-4 10 0-15,-6 4 0 0,0 13 0 16,-6 8 0-16,0 7 0 0,-5 2 0 15,3-5 0-15,4-4 0 16,0-4 0-16,2-4 0 0,2-5 0 16,0-5 0-16,6-1 0 0,6-7 0 15,1-6 0-15,10-6 0 0,-3-7 0 16,1-4 0-16,-2 0 0 0,1 3 0 16,-7 2 0-16,-3 7 0 0,-2 5 0 15,-6 5 0-15,-2 3 0 0,0 2 0 16,0 11 0-16,0 9 0 0,0 4 0 15,0 4 0-15,0-3 0 16,0-4 0-16,4-3 0 0,3-3 0 16,1-4 0-16,0-2 0 0,-2-3-697 15,-2-2-1460-15,3-4-308 0</inkml:trace>
  <inkml:trace contextRef="#ctx0" brushRef="#br1" timeOffset="121520.14">22288 11385 5742 0,'0'0'1113'0,"0"0"224"0,53-25-1337 15,-19 7 0-15,3-2 0 16,-2-3 0-16,0-2 0 0,-6-1 0 16,-6 0 0-16,-11 1 0 0,-8 0 0 15,-6 0 0-15,-8 4 0 0,-7 8 0 16,-3 7 0-16,-3 8 0 0,-2 16 0 16,-4 8 0-16,-2 8 0 0,0 7 0 15,4 5 0-15,7 1 0 0,9 1 0 16,11-5 0-16,13-5 0 0,9-10 0 15,11-9 0-15,7-9 0 16,3-10 0-16,5-13-161 0,5-10-915 16,-13 1-1353-16,-1-9 304 0</inkml:trace>
  <inkml:trace contextRef="#ctx0" brushRef="#br1" timeOffset="121704.29">22813 10730 7011 0,'0'0'948'15,"0"0"-715"-15,-23 49-233 16,11-13 0-16,-1 9 0 0,1 5 0 16,-1 4 0-16,1 6 0 0,4 2 0 15,2 0 0-15,1-2 0 0,1-4 0 16,2-5 0-16,-2-4 0 0,2-7 0 16,2-12-805-16,-2-8-1292 0</inkml:trace>
  <inkml:trace contextRef="#ctx0" brushRef="#br1" timeOffset="121844.74">22581 11239 6683 0,'0'0'788'15,"52"-28"-67"-15,-13 15-721 16,-4 2 0-16,-2 3 0 0,-8 5 0 16,-4 3 0-16,-9 2 0 0,-1 7-329 15,-7-2-619-15,2 5-1826 0</inkml:trace>
  <inkml:trace contextRef="#ctx0" brushRef="#br1" timeOffset="122000.15">22891 11501 5886 0,'0'0'1045'15,"0"0"-165"-15,0 0-499 0,0 0-381 16,-6-35 0-16,2 5 0 0,2-4 0 16,2-1 0-16,2 5 0 0,6 8 0 15,3 4 0-15,3 8 0 0,1 3 0 16,1 1 0-16,1 1 0 0,-1 0 0 15,3 4 0-15,-3 0-809 16,-1 1-2589-16</inkml:trace>
  <inkml:trace contextRef="#ctx0" brushRef="#br1" timeOffset="122154.74">23090 11312 7927 0,'0'0'265'15,"-15"41"-265"-15,5-15 0 0,4-3 0 16,0 0 0-16,1-5 0 0,1 0 0 15,4-8 0-15,0-3 0 16,4-4 0-16,3-3 0 0,3-8-1742 16,-2 0-431-16,7-11-2048 0</inkml:trace>
  <inkml:trace contextRef="#ctx0" brushRef="#br1" timeOffset="122247.26">23274 10990 7011 0,'0'0'1181'16,"0"0"-1181"-16,0 0 0 0,0 0 0 15,0 0-645-15,0 0-936 16</inkml:trace>
  <inkml:trace contextRef="#ctx0" brushRef="#br1" timeOffset="122435.76">23429 11280 5286 0,'0'0'2906'0,"0"0"-2906"16,-44 0 0-16,17 9 0 0,-1 7 0 15,-3 12 0-15,6 6 0 16,6 3 0-16,11-1 0 0,10-4 0 16,12-4 0-16,13-6 0 0,10-8 0 15,9-8 0-15,10-6 0 0,6-10 0 16,6-3 0-16,4-6 0 0,-18 4-1854 16,-2-4-3208-16</inkml:trace>
  <inkml:trace contextRef="#ctx0" brushRef="#br1" timeOffset="123147.56">24320 11317 2317 0,'0'0'5134'0,"-13"-44"-4422"0,3 22-683 0,0 10-29 16,-1 5 0-16,-3 5 0 0,-3 4 0 15,-1 9 0-15,-3 6 0 0,0 5 0 16,3-1 0-16,3 4 0 0,5-5 0 15,4 3 0-15,2-4 0 16,8-5 0-16,2-1 0 0,13-5 0 16,-1-5 0-16,3-3 0 0,6-3 0 15,-5-5 0-15,3-4 0 16,-4 3 0-16,-5 1 0 0,-1 2 0 16,-3 3 0-16,-1 3 0 0,-5 6 0 15,-4 6 0-15,-2 8 0 0,-4 3 0 16,-2 0 0-16,1-2 0 0,5-5 0 15,7-4 0-15,5-8 0 16,7-5 0-16,5-12 0 0,5-9-1549 16,-6 3-276-16,0-9-1017 0</inkml:trace>
  <inkml:trace contextRef="#ctx0" brushRef="#br1" timeOffset="123442.06">24704 10728 6923 0,'0'0'1156'15,"0"0"-1043"-15,0 0-113 16,-43 65 0-16,14-14 0 0,-4 12 0 16,0 7 0-16,2 0 0 0,4 4 0 15,6 1 0-15,9-1 0 16,8-4 0-16,6-8 0 0,10-6 0 16,9-11 0-16,8-12 0 0,8-10 0 15,4-11 0-15,-2-12 0 0,-1-11 0 16,-11-10 0-16,-11-4 0 0,-8-2 0 15,-8 0 0-15,-10-1 0 16,-9 1 0-16,-10 4 0 0,-8 6 0 16,2 6 0-16,-4 10 0 0,4 4 0 15,4 6 0-15,8 1 0 0,11-2 0 16,3-1 0-16,9-3 0 0,7 0-1153 16,1 1-204-16,17-2-80 0</inkml:trace>
  <inkml:trace contextRef="#ctx0" brushRef="#br1" timeOffset="123752.29">24882 11337 7235 0,'0'0'957'0,"0"0"-957"16,0 0 0-16,0 0 0 0,0 0 0 15,0 0 0-15,0 0 0 0,-52 45 0 16,25-13 0-16,3 2 0 0,7-2 0 15,5-2 0-15,10-4 0 0,6-1 0 16,8-4 0-16,13-5 0 16,8-3 0-16,8-7 0 0,5-4 0 15,-1-4 0-15,-3-7 0 0,-7-6 0 16,-4-2 0-16,-11-2 0 0,-3-3 0 16,-9 1 0-16,-6 1 0 0,-4 1 0 15,-10 1 0-15,-5 3 0 0,-5 1 0 16,-1 3 0-16,-2 0 0 0,8 5 0 15,7 2-493-15,6 2-639 16,4 1-1214-16,0-1-251 0</inkml:trace>
  <inkml:trace contextRef="#ctx0" brushRef="#br1" timeOffset="124094.55">25182 11386 6230 0,'0'0'853'0,"0"0"163"15,0 0-923-15,0 0-93 0,-21 43 0 16,11-15 0-16,10 2 0 0,0-3 0 15,8-5 0-15,2-3 0 16,3-4 0-16,-1-5 0 0,0-4 0 16,-1-2 0-16,-5-4 0 0,0 0 0 15,-4 0 0-15,4-5 0 16,5-4 0-16,1-9 0 0,3-5 0 16,-3-2 0-16,-2-3 0 0,-3 3 0 15,-3-2 0-15,4-2 0 0,-2 7-1409 16,0-4-1921-16</inkml:trace>
  <inkml:trace contextRef="#ctx0" brushRef="#br1" timeOffset="124328.52">25610 10852 8071 0,'0'0'121'0,"0"0"-121"0,0 0 0 16,0 0 0-16,-27 35 0 0,18 6 0 15,1 14 0-15,-4 12 0 16,1 4 0-16,1-2 0 0,2 3 0 16,2-2 0-16,4-4 0 0,-1-7 0 15,1-8 0-15,2-6 0 16,0-12 0-16,0-10 0 0,-2-10 0 16,0-7-721-16,-2-8-3965 0</inkml:trace>
  <inkml:trace contextRef="#ctx0" brushRef="#br1" timeOffset="124438.32">25434 11316 7783 0,'0'0'409'0,"37"6"-409"15,-6-1 0-15,6-3 0 0,0-2 0 16,-3-3 0-16,7-8 0 0,-8 0-1413 16,4-3-2101-16</inkml:trace>
  <inkml:trace contextRef="#ctx0" brushRef="#br1" timeOffset="125103.72">26364 11264 3761 0,'0'0'3266'0,"-16"-39"-2406"0,11 26-555 15,3 11-305-15,2 2 0 0,-2 1 0 16,-2 7 0-16,-6 9 0 0,-7 16 0 15,1 8 0-15,-1 9 0 16,7 1 0-16,6-7 0 0,4-1 0 16,6-5 0-16,10-5 0 0,9-7 0 15,6-9 0-15,11-7 0 16,-1-7 0-16,4-5 0 0,-3-9 0 16,-7-4 0-16,-8-3 0 0,-4-3 0 15,-9-2 0-15,-4-2 0 0,-3 6-609 16,-3-1-1376-16</inkml:trace>
  <inkml:trace contextRef="#ctx0" brushRef="#br1" timeOffset="125844.64">26709 11480 972 0,'0'0'6071'0,"0"0"-5151"0,0 0-691 16,0 0-229-16,46 21 0 0,-28-27 0 16,1-7 0-16,0-4 0 0,-3-5 0 15,-4 0 0-15,-1-3 0 0,-7 1 0 16,-2-3 0-16,-2 0 0 0,-4-1 0 15,-4 2 0-15,-7 4 0 16,-1 7 0-16,-5 8 0 0,0 8 0 16,-4 10 0-16,1 8 0 0,-3 7 0 15,4 5 0-15,4 4 0 16,7 2 0-16,8 1 0 0,6-5 0 16,15-3 0-16,9-5 0 0,5-6 0 15,7-7 0-15,-1-5 0 0,0-5 0 16,-4-2 0-16,-2-6 0 0,-4-2 0 15,-8-5 0-15,-3 0 0 0,-3 0 0 16,-7 2 0-16,-2 5 0 16,-4 5 0-16,0 1 0 0,0 5 0 15,-4 9 0-15,0 11 0 0,2 4 0 16,2 0 0-16,6-6 0 0,2-8 0 16,-2-8 0-16,0-2 0 0,1-5 0 15,-1-4 0-15,0-7 0 0,6-12 0 16,1-7 0-16,3-6 0 0,-1-3 0 15,1 1 0-15,3-3 0 16,-3 2 0-16,1 4 0 0,0 6 0 16,-5 10 0-16,-2 11 0 0,-6 6 0 15,1 8 0-15,-3 15 0 16,-2 19 0-16,-7 9 0 0,-1 8 0 16,-2-2 0-16,6-9 0 0,2-6 0 15,4-6 0-15,8-12 0 0,0-7-1213 16,1-9-1308-16</inkml:trace>
  <inkml:trace contextRef="#ctx0" brushRef="#br1" timeOffset="126040.23">27317 10892 7987 0,'0'0'205'0,"21"-41"-205"0,-13 32 0 15,-4 9 0-15,-4 5 0 0,2 13 0 16,-2 16 0-16,-2 17 0 0,-2 14 0 15,-4 11 0-15,1-3 0 16,3 1 0-16,0-5 0 0,4-5 0 16,0-6 0-16,4-6 0 0,-2-7 0 15,3-8 0-15,-5-10 0 16,0-9 0-16,0-11-2926 0,0-7-2124 0</inkml:trace>
  <inkml:trace contextRef="#ctx0" brushRef="#br1" timeOffset="126216.33">27222 11378 6751 0,'0'0'984'0,"39"1"-527"0,-14-1-457 15,2 0 0-15,-2-1 0 0,-5-5 0 16,1 0 0-16,0-2 0 0,-5 1 0 16,-1 0 0-16,-3 3 0 0,-4-1-1053 15,-1 3-260-15,-5 1-376 0</inkml:trace>
  <inkml:trace contextRef="#ctx0" brushRef="#br1" timeOffset="126602.82">27515 11540 5814 0,'0'0'1085'16,"0"0"-489"-16,46-19 101 0,-36 5-697 15,-4-1 0-15,-1-1 0 0,-1 1 0 16,-4 0 0-16,2 3 0 0,-2 3 0 15,0 3 0-15,-6 4-257 16,-5 2 81-16,-5 9 28 0,-5 5-52 16,0 4 96-16,5 2 48 0,6-1-148 15,7 2 40-15,3-2 64 0,11-1-4 16,-1-2 44-16,3-2 60 0,1-2 0 16,0 0 16-16,-1-2-12 0,-1 3 24 15,1 5-28-15,-3 1 0 0,0 4 0 16,-1 2-56-16,-5-4-165 0,2 0-23 15,2-5 244-15,0-7 16 16,5-6 108-16,-1-3-32 0,1-6 141 16,1-7 627-16,1-6-320 15,-3-5-359-15,-2-3-181 0,-1-4 0 16,-1-7 0-16,0 0 0 0,0 2 0 16,3 3 0-16,-1 7 0 0,3 6 0 15,-1 6 0-15,4 2 0 0,3 1 0 16,4-1 0-16,4-3 0 0,6 1 0 15,-8 1 0-15,3 0-3326 0</inkml:trace>
  <inkml:trace contextRef="#ctx0" brushRef="#br1" timeOffset="127146.42">28634 11542 7055 0,'0'0'584'0,"-19"-41"-192"0,7 20-231 16,-1 3-161-16,-3 2 0 0,-3 6 0 15,-1 2 0-15,-1 4 0 0,-2 5 0 16,-2 8 0-16,1 7 0 0,3 6 0 15,2 3 0-15,7 4 0 16,10 3 0-16,4-3 0 0,12-1 0 16,9-5 0-16,8-6 0 0,6-5 0 15,5-7 0-15,3-5 0 16,-4-9 0-16,-5-5 0 0,-10-3 0 16,-9-3 0-16,-9 0 0 0,-8 0 0 15,-6 1 0-15,-8 2 0 0,-9 2 0 16,-4 4 0-16,-4 0 0 0,-2 1 0 15,0 1 0-15,8-1 0 16,6 2 0-16,11-2-201 0,12 0-1035 0,7-1-237 16,5-2-612-16</inkml:trace>
  <inkml:trace contextRef="#ctx0" brushRef="#br1" timeOffset="127444.36">29117 10977 3873 0,'-18'-39'2357'16,"-5"-5"-1840"-16,-8 1-345 0,0 11 60 16,-2 9 140-16,0 5-168 0,0 8-12 15,6 4 81-15,2 4-273 0,5 2 0 16,3 2 0-16,7 2 0 16,3 0 0-16,3 1 0 0,-2 2 0 15,2 7 0-15,2 12 0 0,2 5 0 16,2 6 0-16,6 3 0 0,1 4 0 15,3 4 0-15,4 6 0 0,1 0 0 16,0 3 0-16,-1 0 0 16,-1-1 0-16,-3-1 0 0,-4 0 0 15,0-5 0-15,-8-5 0 0,0-7 0 16,-4-5 0-16,-4-8 0 0,-4-8-585 16,3-6-600-16,1-6-423 0</inkml:trace>
  <inkml:trace contextRef="#ctx0" brushRef="#br1" timeOffset="127568.17">28766 11462 6987 0,'0'0'776'0,"0"0"-347"16,0 0-429-16,66-27 0 0,-22 25 0 15,3 0 0-15,3 1 0 16,-5 1 0-16,1-1 0 0,1 0 0 16,-12 1-13-16,5-4-3180 0</inkml:trace>
  <inkml:trace contextRef="#ctx0" brushRef="#br1" timeOffset="128128.13">29525 11333 4402 0,'0'0'1472'0,"0"0"-860"0,-2 50-51 15,4-29 243-15,2 1-463 16,2 2-341-16,0-2 0 0,-4-1 0 16,2-2 0-16,-4-6 0 0,0-5 0 15,0-3 0-15,-2-3 0 0,2 0 0 16,-2-2 0-16,2-3 0 0,2-9 0 15,7-11 0-15,3-6 0 0,5-6 0 16,3 0 0-16,-1 5 0 16,2 2 0-16,-3 6 0 0,1 7 0 15,-7 8 0-15,-6 6 0 0,1 2 0 16,-5 10 0-16,-2 9 0 0,-5 6 0 16,-1 5 0-16,-4-1 0 0,0-3 0 15,3-3 0-15,3-2 0 0,4-8 0 16,4-3 0-16,7-5 0 0,3-6 0 15,7-2 0-15,2-8 0 16,3-5 0-16,1-2 0 0,0-3 0 16,-4-1 0-16,-4 4 0 0,-7 4 0 15,-6 4 0-15,-2 5 0 16,-4 3 0-16,0 1 0 0,0 2 0 16,-2 8 0-16,-2 10 0 0,0 7 0 15,-2 2 0-15,4 0 0 0,2-6 0 16,2-1 0-16,8-4 0 0,7-4 0 15,1-3 0-15,5-4-1401 16,-6-4 24-16,1-3-416 0</inkml:trace>
  <inkml:trace contextRef="#ctx0" brushRef="#br1" timeOffset="128419.48">30062 11414 5242 0,'-6'-35'1156'0,"-2"9"-363"0,-1 5 208 15,-1 8-1001-15,0 9 0 0,-5 4 0 16,-1 2 0-16,-1 9 0 0,1 6 0 15,-5 5 0-15,0 3 0 16,5 1 0-16,3 2 0 0,5-3 0 16,6 0 0-16,4-2 0 0,6-3 0 15,7-2 0-15,3-9 0 16,3-4 0-16,0-5 0 0,-1-3 0 16,1-7 0-16,-2-3 0 0,-5 1 0 15,-1 0 0-15,-5 4 0 0,-4 2 0 16,-2 2 0-16,-2 3 0 0,0 1 0 15,0 5 0-15,-2 8 0 16,0 10 0-16,0 3 0 0,2-1 0 16,4-4 0-16,10-10 0 0,5-5 0 15,6-3 0-15,4-4-301 0,0-5-799 16,0-5 75-16,-9 3-143 0,-1-1-1846 0</inkml:trace>
  <inkml:trace contextRef="#ctx0" brushRef="#br1" timeOffset="128776.48">30343 11415 5082 0,'0'0'936'16,"-8"-42"49"-16,4 20-369 0,0 8-260 15,-5 3-139-15,-1 4-217 16,-4 4 0-16,-5 3 0 0,0 5 0 16,-3 6 0-16,-3 5 0 0,0 4 0 15,6 3 0-15,5 1 0 0,8 1 0 16,6 1 0-16,10-3 0 15,7 0 0-15,7-3 0 0,8-4 0 0,1-2 0 16,8-4 0-16,0-2 0 16,3-4 0-16,-5-1 0 0,-8-3 0 15,-10 0 0-15,-11 0 0 0,-8 0 0 16,-2-2 0-16,-10 0 0 0,-15-1 0 16,-10 0 0-16,-7 1 0 0,-3 2 0 15,2 0 0-15,-1 0 0 0,7 0 0 16,8 1 0-16,12-1 0 0,11 0 0 15,6 1 0-15,11-1 0 16,7 0 0-16,9 0 0 0,4-3 0 16,4-1-421-16,-2-2-191 0,-2 0-81 15,-6 1-1632-15,-2-2-1244 0</inkml:trace>
  <inkml:trace contextRef="#ctx0" brushRef="#br1" timeOffset="129104.76">30850 11411 7655 0,'0'0'537'0,"0"0"-537"16,0 0 0-16,-44-25 0 0,24 24 0 15,-3 1 0-15,-2 3 0 0,-4 5 0 16,0 1 0-16,4 5 0 0,3 0 0 16,5 1 0-16,11 2 0 0,6 2 0 15,10-1 0-15,9 3 0 0,6-1 0 16,6 0 0-16,2 0 0 0,0-1 0 15,2 1 0-15,-2 0 0 16,-2 0 0-16,-4 2 0 0,-8-1 0 16,-7-2 0-16,-6 1 0 0,-6-2 0 15,-4 0 0-15,-6-4 0 0,-9 0 0 16,-4-1 0-16,-6-1 0 16,-2-1 0-16,-4-6 0 0,-2-2 0 15,0-3 0-15,0 0 0 0,1-4 0 16,-1 0-553-16,6-1-1952 0,-4-2-905 0</inkml:trace>
  <inkml:trace contextRef="#ctx0" brushRef="#br1" timeOffset="132947.35">17360 9204 1548 0,'0'0'2894'16,"0"0"-1922"-16,0 0-108 0,0 0 533 15,0 0-880-15,0 0-517 16,0 0 0-16,0 0 0 0,0 0 0 16,-17-23 0-16,13 25 0 0,4 9 0 15,4 14 0-15,-4 10 0 16,6 9 0-16,3 8 0 0,-3 0 0 15,-2 3 0-15,-2 1 0 0,2-1 0 16,-4-6 0-16,0-6 0 0,0-6 0 16,0-9 0-16,0-6 0 0,2-9 0 15,0-6 0-15,0-6 0 16,-2-2 0-16,7-10 0 0,-3 0-1605 16,0-12-1697-16</inkml:trace>
  <inkml:trace contextRef="#ctx0" brushRef="#br1" timeOffset="133200.91">17095 9474 2213 0,'0'0'2857'0,"0"0"-1845"15,0 0-211-15,0 0 455 0,0 0-1203 16,0 0-53-16,0 0 0 0,37 14 0 16,-4-10 0-16,9-3 0 0,5-1 0 15,-1-2 0-15,-3-3 0 16,5 0 0-16,-3 2 0 0,-6-1 0 16,3 3 0-16,-9 0 0 0,-2 0 0 15,-6 1 0-15,-11-1-101 0,-6 0-3440 0</inkml:trace>
  <inkml:trace contextRef="#ctx0" brushRef="#br1" timeOffset="134070.39">17438 9272 2829 0,'0'0'900'16,"0"0"-332"-16,0 0 461 0,0 0-269 0,0 0-183 0,21-38 399 16,-17 31-423-16,-4 1-553 0,0-1 0 15,0 1 0-15,-4-1 0 16,0 2 0-16,-2-2 0 0,-7 0 0 16,-5 1 0-16,-3 2 0 0,-2 4 0 15,-2 1 0-15,5 8 0 16,-7 3 0-16,0 7 0 0,0 2 0 15,0 5 0-15,-2 5 0 0,9 3 0 16,-3 4 0-16,6 2 0 0,3 1 0 16,8 2 0-16,6 0 0 0,4-4 0 15,12 1 0-15,7-5 0 16,12-6 0-16,4-5 0 0,7-10 0 16,-3-4 0-16,5-8 0 0,-1-3 0 15,-1-10 0-15,1-3 0 0,-5-9 0 16,-5-4 0-16,-6-2 0 0,-8-6 0 15,-5 5 0-15,-5-1 0 0,-9-1 0 16,-2-2 0-16,-4-5 0 0,-6 1 0 16,-9-1 0-16,-4 5 0 0,-5 3 0 15,-1 5 0-15,-4 7 0 16,-7 8 0-16,-3 7 0 0,8 4-457 16,-8 1-4045-16</inkml:trace>
  <inkml:trace contextRef="#ctx0" brushRef="#br1" timeOffset="137907.29">16223 10596 4910 0,'0'0'1012'0,"0"0"-311"15,0 0 447-15,0 0-727 0,0 0-421 16,0 0 0-16,0 0 0 0,0 0 0 16,6 7 0-16,-4 9 0 15,0 6 0-15,0-1 0 0,-2-2 0 0,0 4 0 16,0-2 0-16,-2 1 0 15,-2 1 0-15,0-1 0 0,0-2 0 16,2-3 0-16,-3-1 0 16,5-4 0-16,0-4-601 0,0-2-1976 0,0-3-853 15</inkml:trace>
  <inkml:trace contextRef="#ctx0" brushRef="#br1" timeOffset="138512.37">16235 10943 5130 0,'0'0'1132'0,"0"0"-575"16,0 0 723-16,0 0-1187 0,0 0-93 15,0 0 0-15,-47 18 0 16,26-4 0-16,4 0 0 0,1-1 0 15,1-2 0-15,-1 1 0 0,1-2 0 16,3-1 0-16,2 0 0 0,1-5 0 16,7 0 0-16,-2-1 0 0,4 1 0 15,0 1 0-15,0 1 0 16,6 1 0-16,5 2 0 0,14 0 0 16,-3 1 0-16,9-3 0 0,-4 1 0 15,-6-1 0-15,-1-1 0 0,-3 0 0 16,-7-1 0-16,-5-3 0 0,-1 2 0 15,-2-1 0-15,-2 0 0 0,0 1 0 16,-2 1 0-16,-7-1 0 16,3 1 0-16,-8 1 0 0,-3 0 0 15,5-1 0-15,-3-1 0 0,5-1 0 16,0 0 0-16,-1-1 0 0,5 0 0 16,0 0 0-16,2-1 0 15,0 1 0-15,4 1 0 0,0 0 0 16,0 0 0-16,0 1 0 0,8 0 0 15,4-1 0-15,3 0 0 0,1-1 0 16,1-2 0-16,-3 3 0 0,3 0 0 16,-9 1 0-16,-2-1 0 15,1 1 0-15,-7-1 0 0,0 3 0 16,4 0 0-16,-4 1 0 0,0-1 0 16,-4 0 0-16,-1-1 0 0,-1 3 0 15,-8 2 0-15,-5 1 0 0,-6 3 0 16,5-2 0-16,-1 0 0 15,11-6 0-15,-1-2 0 0,11-2 0 16,0-2 0-16,0 0 0 0,15 0-301 16,7-7-1100-16,-3 2-279 0,4 0-1502 0</inkml:trace>
  <inkml:trace contextRef="#ctx0" brushRef="#br1" timeOffset="138797.32">16214 11362 5638 0,'0'0'1245'0,"0"0"64"0,0 0-1309 0,0 0 0 0,0 0 0 16,0 0 0-16,-20 48 0 0,20-12 0 15,4 5 0-15,2-3 0 16,2-6 0-16,-1 0 0 0,-3-5 0 0,-2-3 0 16,4-5 0-16,-2-8 0 15,-4-3 0-15,4-6-585 0,-4-2-1612 16</inkml:trace>
  <inkml:trace contextRef="#ctx0" brushRef="#br1" timeOffset="139265.89">15824 11690 5714 0,'0'0'732'0,"0"0"-151"0,49 3 87 15,-1-1-171-15,20 1-497 0,5-2 0 16,5 3 0-16,3-2 0 0,-9 0 0 15,2-2 0-15,-7 0 0 16,-10-2 0-16,-9-2-345 0,-17 1-1084 16,-8-3-2821-16</inkml:trace>
  <inkml:trace contextRef="#ctx0" brushRef="#br1" timeOffset="139687.12">15867 11753 1724 0,'0'0'2245'0,"0"0"-1588"0,0 0-29 0,0 0 584 0,0 0-699 16,0 0-237-16,0 0-172 16,-43 50-36-16,18-20 148 0,0 2 72 15,2-4-264-15,-1-2-16 0,7-3 4 16,1-3-8-16,1-3-8 0,13-5-264 16,-2-5-376-16,4-4-213 0,6-3-1744 0</inkml:trace>
  <inkml:trace contextRef="#ctx0" brushRef="#br1" timeOffset="139900.78">16124 11811 2909 0,'0'0'1533'0,"0"0"-773"0,0 0-240 16,0 0 325-16,-36 30-573 15,20-14-136-15,1-2-44 0,3 1-84 16,2-4 20-16,3 0-28 0,5-4 0 15,0-2 0-15,2-2-20 0,7 1-164 16,3-3-120-16,6-1-601 16,-1-3-67-16,8-6-145 0</inkml:trace>
  <inkml:trace contextRef="#ctx0" brushRef="#br1" timeOffset="140137.35">16308 11853 3269 0,'0'0'1477'16,"0"0"-789"-16,0 0-100 15,-25 38-72-15,14-26-423 0,5-3-65 16,2-3-28-16,-2-2 0 0,2 2-20 0,-2-3-161 16,1 1-39-16,3 0-28 15,2-3-172-15,0-2-88 0,11-7-189 16,5-5-391-16,11-2-105 0,4-1-231 16,0 3 1424-16,-4 5 48 15,0 4 480-15,-2 3 641 0,-9 1-105 16,-6 0-135-16,-5 2 199 0,-3 0-672 15,-2 4-176-15,0 3 141 0,-7 4-241 16,1-1-96-16,-4 1-60 16,0-1-24-16,1-3-160 0,3-1-2189 0</inkml:trace>
  <inkml:trace contextRef="#ctx0" brushRef="#br1" timeOffset="145228.48">17374 9620 1856 0,'0'0'1893'0,"0"0"-1677"0,-4 38 289 15,4-13-245-15,0 6-208 0,-2 3-52 16,-2 4-80-16,-2 1-36 0,1-8-429 15,1-1-811-15</inkml:trace>
  <inkml:trace contextRef="#ctx0" brushRef="#br1" timeOffset="145451.76">17312 10614 4582 0,'0'0'524'0,"-4"54"-268"16,4-22 16-16,0-4-208 0,0 0-64 16,4-2 0-16,2-1-8 0,-6-2 8 15,4-1 0-15,-4-3 32 16,0-2-16-16,0-2 40 0,-4-3-48 16,4 1-8-16,-2 1-304 0,2 0-536 15,0 3 215-15,0-4-3 0,2 0-1829 0</inkml:trace>
  <inkml:trace contextRef="#ctx0" brushRef="#br1" timeOffset="145580.39">17260 11300 5170 0,'0'0'684'0,"-2"60"-552"16,-2-26-36-16,2-4-96 0,-2-4-144 16,0-1-564-16,4-6 100 0,-2-3-349 15,0-6-2280-15</inkml:trace>
  <inkml:trace contextRef="#ctx0" brushRef="#br1" timeOffset="145712.57">17227 11768 4378 0,'-6'39'856'0,"-2"0"-208"0,2 4 461 16,2-9-517-16,4 1-224 0,0-4-228 16,0-4-132-16,0-6-8 0,0-7 0 15,-2-5-196-15,2-6-128 0,0-3-741 16,0 0-419-16,-5-8-1426 0</inkml:trace>
  <inkml:trace contextRef="#ctx0" brushRef="#br1" timeOffset="146978.19">16454 10784 1568 0,'0'0'60'0,"0"0"384"15,0 0 1433-15,0 0-1188 0,0 0-165 16,0 0 204-16,0 0-388 16,0 0-100-16,0 0 21 0,0 0-73 15,23 10 12-15,-15-4 72 0,-2 0-184 16,1 0-4-16,-3 3-72 0,-4 2-8 15,-11 4-4-15,-9 4 0 0,-11 2-8 16,-4 0 8-16,-3 1 0 0,5 1 8 16,2-1-8-16,7 2 4 0,5-5 8 15,5-2-12-15,7-2 52 16,3-5-48-16,8-1 0 0,7 1 56 16,1-4-28-16,9 0 20 0,-1-1 60 15,1-4-104-15,2 1 8 0,-3-2-16 16,1 0-328-16,-4 0-192 0,-3 0-933 15,-4-1-144-15,1-2-976 0</inkml:trace>
  <inkml:trace contextRef="#ctx0" brushRef="#br1" timeOffset="147241.18">16324 11006 4714 0,'0'0'1272'16,"0"0"-816"-16,0 0-11 0,0 0 395 0,62 4-388 15,-23-3-439-15,13-1-13 16,2 0 0-16,2 0 0 0,12 0 0 16,2 0 0-16,2 0 0 0,3 0 0 15,-3 3 0-15,-4 2 0 0,-4 0 0 16,-6 1 0-16,-16-3-537 0,-15 0-1204 15,-9-2-448-15</inkml:trace>
  <inkml:trace contextRef="#ctx0" brushRef="#br1" timeOffset="147509.42">17039 10851 4742 0,'0'0'988'0,"0"0"-464"0,0 0-27 16,0 0-369-16,42 9 32 0,-5 0 84 16,0 1-192-16,0 3 20 0,-6-1-8 15,-4 1-64-15,-8 2-8 0,-13 0-156 16,-2 0-136-16,-8 2 108 0,-11-2 124 15,-5 2 68-15,-7-3 0 0,4 0 24 16,-2-3-12-16,3 1-24 0,3-4-60 16,9-1-1253-16,1-5-1264 0</inkml:trace>
  <inkml:trace contextRef="#ctx0" brushRef="#br1" timeOffset="148544.12">16754 11436 5030 0,'0'0'940'0,"0"0"-360"0,2-38 505 15,-4 25-601-15,-2-3-411 0,-6 1-73 16,-3 1 0-16,-1 3 0 0,-3 7 0 16,-1 4 0-16,-3 7 0 0,-2 8 0 15,7 5 0-15,-5 4 0 0,4 2 0 16,7 0 0-16,6 3 0 0,4-1 0 15,6-3 0-15,9-4 0 16,1-6 0-16,5-5 0 0,4-7 0 0,1-4 0 16,1-7-253-16,-6 0-871 15,-4-7-2142-15</inkml:trace>
  <inkml:trace contextRef="#ctx0" brushRef="#br1" timeOffset="148685.93">16777 11182 6567 0,'0'0'944'16,"0"0"-296"-16,0 0-615 0,0 0-33 16,-17 51 0-16,17-10 0 15,-4 6 0-15,4-3 0 0,4-5 0 16,2-4 0-16,5-2 0 0,3-5 0 16,1-3 0-16,1-10 0 0,-3-6-2942 15</inkml:trace>
  <inkml:trace contextRef="#ctx0" brushRef="#br1" timeOffset="199435.32">12752 608 2205 0,'0'0'1676'0,"0"0"-331"16,6-35-645-16,-2 30-23 0,-4 2 231 16,5 2-508-16,-3 1-144 0,2 1-231 15,6 10-25-15,0 15 0 0,-3 16 0 16,3 22 0-16,-4 11 0 0,-2 12 0 15,-4 2 0-15,-4-5 0 0,-2-1 0 16,0-7 0-16,2-8 0 16,-1-10 0-16,5-10 0 0,5-12 0 15,-1-13 0-15,2-10 0 0,4-6 0 16,1-16-485-16,-5-2-1608 0,8-8-1801 16</inkml:trace>
  <inkml:trace contextRef="#ctx0" brushRef="#br1" timeOffset="200394.46">12651 605 6378 0,'0'0'249'0,"0"0"-193"0,70-22 364 16,-14 8 48-16,18-2-168 0,11-3-8 16,20 0-263-16,9-2-29 0,4 0 0 15,12 1 0-15,3 1 0 0,-3 3 0 16,-15 4 0-16,-13 4 0 0,-20 2 0 15,-17 1-169-15,-14 5-175 16,-16 0-496-16,-16 1 31 0,-5 4-239 16,-14 2-1902-16</inkml:trace>
  <inkml:trace contextRef="#ctx0" brushRef="#br1" timeOffset="200628.95">14071 476 6234 0,'0'0'501'16,"0"0"-349"-16,6 36 720 15,-12-10-439-15,4 9-433 0,-2 9 0 16,4 5 0-16,6 4 0 0,4 2 0 16,5 6 0-16,1 2 0 0,-5 1 0 15,5 0 0-15,-6-8 0 0,-5-4 0 16,-3-7 0-16,2-5 0 0,-4-8 0 15,0-4 0-15,0-11 0 16,-4-5-1549-16,-9-8-797 0</inkml:trace>
  <inkml:trace contextRef="#ctx0" brushRef="#br1" timeOffset="200875.43">12725 1542 6142 0,'58'6'665'0,"21"-6"203"0,36-4-351 16,11-7-517-16,17-2 0 0,0 3 0 15,4 3 0-15,-3 3 0 0,-12 1 0 16,-3 0 0-16,-9-1 0 0,-15 1 0 15,-6-1 0-15,-20 0-553 0,-21 0-1340 16,-21 0-760-16</inkml:trace>
  <inkml:trace contextRef="#ctx0" brushRef="#br1" timeOffset="201310.83">13680 1621 6599 0,'0'0'544'0,"0"0"-264"0,0 0 32 0,0 0-144 15,2 60 121-15,-2-16-289 0,-2 6 0 16,-2-1 0-16,0-3 0 0,4-2 0 16,0-2 0-16,0-3 0 15,4-4 0-15,0-8 0 0,-4-3-437 16,0-4-391-16,0-9-137 0,0-6-1296 16,0-5-836-16</inkml:trace>
  <inkml:trace contextRef="#ctx0" brushRef="#br1" timeOffset="201885.78">13750 2049 6198 0,'0'0'773'16,"0"0"123"-16,-43-5-724 0,16 7-56 16,-4 5-79-16,0 2-37 15,-4 2 0-15,-2 2 0 0,6 0 0 0,-2 1 0 16,6-1 0-16,2 1 0 15,4-1 0-15,5-1 0 0,10 0 0 16,2-5 0-16,4 0 0 0,10 3 0 16,11-2 0-16,1 2 0 15,13-5 0-15,3-1 0 0,-1 1 0 16,0 0 0-16,-6 1 0 0,-4 2 0 16,-6 0 0-16,-3 2 0 0,-12-2 0 15,5-2 0-15,-9-2 0 0,2-1 0 16,-4 0 0-16,0 0 0 0,0-1 0 15,0 0 0-15,-4 0 0 16,-2 0 0-16,-11-1 0 0,-8 7 0 16,-8 3 0-16,-8 5 0 0,4 1 0 15,-5 1 0-15,11 0 0 0,4-1 0 16,7-4 0-16,9-3 0 0,5-3 0 16,6-2 0-16,15 0 0 0,7-3 0 15,9 1 0-15,13-3 0 16,-3 0 0-16,5 0 0 0,1 1 0 15,-3 1 0-15,-3 3 0 0,-8 0 0 16,-2 2 0-16,-17-1 0 0,-1 1 0 16,-9-1 0-16,-4 2 0 15,-14 6 0-15,-5 6 0 0,-12 4 0 16,-6-1 0-16,6-2 0 0,0-2 0 16,14-4 0-16,3 2 0 0,8-4 0 15,6 0 0-15,6-1 0 0,10-3 0 16,13-2 0-16,4-3 0 0,4-2 0 15,1-2 0-15,3-2 0 0,-14-3-1293 16,-2-5-1781-16</inkml:trace>
  <inkml:trace contextRef="#ctx0" brushRef="#br1" timeOffset="202353.05">12477 2880 7675 0,'0'0'124'0,"70"31"-60"0,-1-17-16 0,15-8 124 0,30-6-63 15,14-5-109-15,27-4 0 0,11-4 0 16,11 0 0-16,1 0 0 0,-15 2 0 16,-5 3 0-16,-22 2 0 0,-24 2 0 15,-13 3-13-15,-25 1-443 0,-26 4-761 16,-23-1-319-16,-19 1-841 0</inkml:trace>
  <inkml:trace contextRef="#ctx0" brushRef="#br1" timeOffset="202619.15">13234 2846 6599 0,'0'0'128'0,"0"0"-68"16,0 0-48-16,-15 56-12 0,-28-14 100 16,-19 6-88-16,-11 4 8 0,5-1-20 15,4-4-40-15,12-2-88 0,11-5-265 16,8-4-315-16,8-12-324 0,15-5-1850 15</inkml:trace>
  <inkml:trace contextRef="#ctx0" brushRef="#br1" timeOffset="202790.27">13825 3057 6454 0,'0'0'873'0,"-64"49"-861"15,12-16-8-15,-2-1-4 0,1 0-4 16,-3-1-32-16,8-2-260 16,11-3-84-16,10-2-217 0,11-9-999 15,5-4 411-15,11-5 309 0</inkml:trace>
  <inkml:trace contextRef="#ctx0" brushRef="#br1" timeOffset="202961.23">14317 3091 2160 0,'0'0'1689'0,"-4"45"-1032"16,-13-16 331-16,-8 0-256 0,-4 4-131 15,-10 2 231-15,-4 1-588 0,-5 0-132 16,-3-2 32-16,3-3-128 0,7-3 1 16,10-7-17-16,12-7-605 0,5-8-836 15</inkml:trace>
  <inkml:trace contextRef="#ctx0" brushRef="#br1" timeOffset="203681.92">14743 1720 4766 0,'0'0'956'0,"0"0"-268"0,0 0 125 16,0 0-581-16,0 0 28 0,-25 70 140 15,15-22-323-15,3 7-77 16,1 1 0-16,6 0 0 0,0 6 0 16,0 4 0-16,0 3 0 0,0-4 0 15,-4-3 0-15,4-9 0 0,0-4 0 16,4-13 0-16,2-8-181 0,1-12-583 16,-3-10-1001-16,2-6-528 0</inkml:trace>
  <inkml:trace contextRef="#ctx0" brushRef="#br1" timeOffset="203995.37">14712 2159 6382 0,'0'0'1033'0,"0"0"-421"0,0 0-447 15,0 0-165-15,45-39 0 0,-12 25 0 16,11-1 0-16,-3 5 0 0,-4 5 0 15,-2 3 0-15,-4 2 0 16,-14 0 0-16,-3 6 0 0,-12 5 0 16,-8 6 0-16,-14 7 0 0,-5 0 0 15,-12 2 0-15,-1 1 0 0,1 0 0 16,0-1 0-16,10-2 0 0,6-3 0 16,7-2 0-16,14-1 0 15,0 0 0-15,14-3 0 0,7 1 0 16,6-2 0-16,6-2 0 0,2-3 0 15,-2 1 0-15,2-3 0 0,-2-1 0 16,-8-1-1017-16,-2-5-2137 0</inkml:trace>
  <inkml:trace contextRef="#ctx0" brushRef="#br1" timeOffset="204331.6">15321 2363 6274 0,'0'0'901'16,"0"0"116"-16,0 0-1017 0,0 0 0 15,-51-11 0-15,24 9 0 0,0 1 0 16,-6 1 0-16,4 0 0 0,0 0 0 16,4 0 0-16,9 1 0 0,5 1 0 15,5 2 0-15,2 2 0 16,4 2 0-16,10 9 0 0,7 3 0 15,14 1 0-15,10 4 0 0,7 0 0 16,4 0 0-16,1 1 0 0,-1-1 0 16,-9-4 0-16,-12-2 0 15,-10-1 0-15,-17-3 0 0,-14 2 0 16,-25 1 0-16,-13-3 0 0,-24 2 0 16,-9-4 0-16,-12 0 0 0,-2-6 0 15,23-3 0-15,8-6-425 0</inkml:trace>
  <inkml:trace contextRef="#ctx0" brushRef="#br1" timeOffset="206857.08">13205 809 6603 0,'0'0'744'0,"0"0"56"0,0 0-755 16,4 56-45-16,-4-18 0 15,0 4 0-15,0-6 0 0,0-8 0 16,6-3 0-16,-2-5 0 0,-4-2 0 16,6-6 0-16,-6-5 0 0,5-3 0 15,-5-3 0-15,6-1 0 0,-2-8 0 16,6-14 0-16,7-13 0 0,-1-12 0 15,5-3 0-15,0-1 0 0,-7 7 0 16,-1 7 0-16,-3 11 0 16,-6 13 0-16,-2 8 0 0,2 7 0 15,-4 10 0-15,4 12 0 0,3 8 0 16,-7 6 0-16,4-4 0 0,-2-8 0 16,2-8 0-16,2-6 0 0,-2-4 0 15,2-5 0-15,3-2 0 0,1-1 0 16,2-9 0-16,5-9 0 15,4-6 0-15,-1-2 0 0,1 0 0 16,-4 6 0-16,1 2 0 0,1 5 0 16,1 5 0-16,-1 5 0 15,0 5 0-15,5 8 0 0,-7 9 0 16,4 6 0-16,-1 3 0 0,-9 2 0 16,-1 1 0-16,-4-5 0 0,-2-1 0 15,2-5 0-15,1-2 0 0,-3-10 0 16,-4-2-605-16,0-6-2729 0</inkml:trace>
  <inkml:trace contextRef="#ctx0" brushRef="#br1" timeOffset="210744.74">3016 16127 4570 0,'0'0'840'0,"0"0"-76"0,0 0 285 16,0 0-413-16,0 0-303 0,0 0-333 15,0 0 0-15,0 0 0 0,19 54 0 16,-11-12 0-16,-2 5 0 0,-2 1 0 16,-2 3 0-16,2 4 0 15,-4-1 0-15,0-1 0 0,0-7 0 0,4-7 0 16,3-7 0-16,-3-7-129 15,2-11-1660-15,-4-6-184 0,2-8-1284 0</inkml:trace>
  <inkml:trace contextRef="#ctx0" brushRef="#br1" timeOffset="211195.6">3115 16443 5950 0,'0'0'1109'0,"0"0"-301"15,0 0-483-15,0 0-325 0,0 0 0 16,0 0 0-16,0 0 0 0,0 0 0 16,0 0 0-16,39-23 0 0,-18 20 0 15,2 1 0-15,-5 0 0 16,-1 1 0-16,-3 1 0 0,-7 0 0 16,-5 0 0-16,-2 3 0 0,0 0 0 15,0 4 0-15,-9 5 0 16,-5 7 0-16,-3 3 0 0,1 1 0 15,1 1 0-15,3-5 0 0,4-1 0 16,4-4 0-16,4-2 0 0,0-3 0 16,8 0 0-16,4-2 0 0,5-4 0 15,1 1 0-15,5-2 0 0,2-2 0 16,-2 0-293-16,-5 0-651 0,-5-2-1794 16</inkml:trace>
  <inkml:trace contextRef="#ctx0" brushRef="#br1" timeOffset="211535.64">3491 16573 6715 0,'0'0'468'15,"0"0"204"-15,0 0-335 16,-43-8-337-16,26 7 0 0,-3 1 0 15,1 0 0-15,7 0 0 0,6 0 0 16,1 0 0-16,3 0 0 0,2 0 0 16,0 1 0-16,2 8 0 0,5 4 0 15,7 4 0-15,-4 1 0 0,11-2 0 16,-4-3 0-16,3 0 0 0,1-3 0 16,0 0 0-16,-5-2 0 15,-1-1 0-15,-9-2 0 0,-2-1 0 16,-4 1 0-16,-4 5 0 0,-11 5 0 15,-11 5 0-15,-8 0 0 0,-7 0 0 16,0-4 0-16,-7-2 0 0,3-2 0 16,5-7 0-16,5-5-57 15,8 0-1103-15,11-5-2358 0</inkml:trace>
  <inkml:trace contextRef="#ctx0" brushRef="#br1" timeOffset="211916.69">3820 16235 3193 0,'0'0'1833'0,"0"0"-1021"0,0 0 237 0,6 36-245 15,-10-2-303-15,-6 9-501 0,-3 7 0 16,-1 0 0-16,-3 6 0 15,1 5 0-15,-5 3 0 0,0 0 0 16,1-1 0-16,-5-6 0 0,13-9 0 16,-5-9 0-16,9-10 0 0,6-7 0 15,-2-10 0-15,2-4 0 0,2-6-1569 16,0-2-516-16,2-12-1181 0</inkml:trace>
  <inkml:trace contextRef="#ctx0" brushRef="#br1" timeOffset="212262.45">3928 16539 6931 0,'0'0'816'16,"0"0"-371"-16,0 0-445 0,0 0 0 15,-9 38 0-15,7-12 0 16,0 2 0-16,-2 0 0 0,4-3 0 15,-2 2 0-15,-2 0 0 0,-2 3 0 16,-5-3 0-16,1 1 0 0,-5-3 0 16,3-4 0-16,2-6 0 0,6-5 0 15,-1-6 0-15,5 0 0 0,0 2 0 16,11 2 0-16,7 1 0 0,7 0 0 16,6-2 0-16,4-5 0 15,-2-1 0-15,3 1 0 0,-5-2 0 16,-3 0 0-16,-3 0 0 0,-4-2 0 15,-9-1 0-15,-3 2-229 0,-5-3-1003 16,-4-2-2586-16</inkml:trace>
  <inkml:trace contextRef="#ctx0" brushRef="#br1" timeOffset="212419.01">4099 16767 7671 0,'-14'39'521'0,"3"5"-521"15,-1 8 0-15,-3 0 0 0,3 3 0 16,4-1 0-16,4-1 0 0,4-4 0 16,2-3 0-16,8-9 0 0,7-8 0 15,-7-13 0-15,2-11-665 0</inkml:trace>
  <inkml:trace contextRef="#ctx0" brushRef="#br1" timeOffset="213143.41">11355 15573 7239 0,'0'0'632'16,"0"40"-311"-16,0-9-321 0,0 5 0 15,0 4 0-15,-4 5 0 0,1 2 0 16,3 3 0-16,0 3 0 15,0 2 0-15,0-1 0 0,-4-2 0 16,4-5 0-16,0-7 0 0,0-9 0 16,4-8-29-16,-1-9-1059 0,1-8-1926 0</inkml:trace>
  <inkml:trace contextRef="#ctx0" brushRef="#br1" timeOffset="213465.69">11396 15973 4778 0,'0'0'924'0,"0"0"-63"16,0 0 351-16,0 0-836 15,0 0-335-15,0 0-41 0,43-41 0 16,-18 28 0-16,2 3 0 0,0 1 0 16,-2 3 0-16,-2 4 0 0,-9 2 0 15,-4 0 0-15,-8 5 0 0,-2 7 0 16,-6 5 0-16,-4 5 0 15,-11 1 0-15,5 1 0 0,-5-1 0 16,-2 1 0-16,3 0 0 0,-1-2 0 16,11-2 0-16,3-2 0 0,7-1 0 15,2-1 0-15,13 0 0 0,1-4 0 16,9-2 0-16,-2-1 0 0,8-2 0 16,-4-1 0-16,-2-2-1393 15,-5-1-3738-15</inkml:trace>
  <inkml:trace contextRef="#ctx0" brushRef="#br1" timeOffset="213809.37">11754 16074 5398 0,'0'0'2165'15,"0"0"-1536"-15,-42 3-629 0,26-3 0 16,1 2 0-16,5-2 0 0,4 2 0 16,0 0 0-16,6 4 0 0,0 3 0 15,2 7 0-15,2 3 0 0,6 0 0 16,0-2 0-16,1 0 0 0,-1-3 0 16,3-1 0-16,1 0 0 15,3-3 0-15,-3-1 0 0,3 1 0 16,-3 1 0-16,-2 0 0 0,-1-1 0 15,-7-1 0-15,-4 1 0 0,-4 0 0 16,-9 1 0-16,-5-1 0 0,1 0 0 16,-3-4 0-16,-3-2 0 0,2-2 0 15,0-2 0-15,5-3 0 16,8 0 0-16,1-2-1029 0,3 1-472 16,4-6-784-16</inkml:trace>
  <inkml:trace contextRef="#ctx0" brushRef="#br1" timeOffset="214055.61">12165 15862 6639 0,'0'0'1553'16,"0"0"-1553"-16,0 0 0 0,0 0 0 16,-43 46 0-16,22-6 0 0,0 10 0 15,1 5 0-15,7 2 0 16,-1 8 0-16,-7 5 0 0,-2 4 0 15,-8 4 0-15,0 0 0 0,0-5 0 16,-2-5 0-16,2-10 0 0,4-9 0 16,7-16 0-16,5-13 0 0,9-13 0 15,6-10 0-15,6-21-17 16,0-2-1427-16,13-10-2542 0</inkml:trace>
  <inkml:trace contextRef="#ctx0" brushRef="#br1" timeOffset="214379.88">12237 16294 3685 0,'0'0'2914'16,"0"0"-2390"-16,0 0-80 15,-4 39 181-15,-2-19-625 0,-4 3 0 16,-1-2 0-16,5 0 0 0,2-2 0 15,-2-1 0-15,2 1 0 0,4-3 0 16,-7-1 0-16,3 0 0 0,2-2 0 16,-6-3 0-16,6 0 0 0,-2-2 0 15,-2-2 0-15,6-2 0 16,-5-2 0-16,5 1 0 0,0-2 0 16,5 0 0-16,7-1 0 0,13 0 0 15,8-1 0-15,6-4 0 16,-2 1 0-16,-4 1 0 0,-8 0 0 15,-2 0 0-15,-9 0 0 0,1-1 0 16,-9-3-1097-16,-6 2-532 0</inkml:trace>
  <inkml:trace contextRef="#ctx0" brushRef="#br1" timeOffset="214565.95">12401 16388 6298 0,'0'0'1894'15,"-17"40"-1894"-15,1-9 0 0,1 7 0 16,3 5 0-16,1 7 0 0,3 2 0 16,6 3 0-16,2-2 0 15,6-2 0-15,5-7 0 0,5-6 0 16,-1-8 0-16,1-13 0 0,-1-6-541 16,-5-11-2192-16</inkml:trace>
  <inkml:trace contextRef="#ctx0" brushRef="#br1" timeOffset="-214376.61">13825 13047 2080 0,'0'0'3286'0,"0"0"-2346"0,0 0-215 15,8 36 436-15,-16-4-1161 0,2 8 0 16,-1 9 0-16,1 4 0 16,2 6 0-16,4 6 0 0,0 2 0 15,4 1 0-15,-2-1 0 0,2-2 0 16,-4-2 0-16,0-6 0 0,3-7 0 15,1-9 0-15,-4-15 0 16,4-10-817-16,-4-11-580 0,2-10-1552 0</inkml:trace>
  <inkml:trace contextRef="#ctx0" brushRef="#br1" timeOffset="-214043.62">13877 13507 6142 0,'0'0'1421'0,"0"0"-857"0,26-41-499 16,-15 30-65-16,3 6 0 0,7-1 0 15,-5 4 0-15,9 1 0 0,-6 1 0 16,6 0 0-16,-9 3 0 16,-1 4 0-16,-5 4 0 0,-8 2 0 15,-2 2 0-15,-12 4 0 0,-3 2 0 16,-12 1 0-16,-4 3 0 0,0 2 0 15,-2 2 0-15,2-1 0 16,11-2 0-16,7-2 0 0,5-3 0 16,8-2 0-16,8-2 0 0,5-3 0 15,7-2 0-15,5-4 0 0,4-2 0 16,6-2 0-16,-2-1 0 0,-2-3-757 16,-4-4-1296-16,-8-3-1521 0</inkml:trace>
  <inkml:trace contextRef="#ctx0" brushRef="#br1" timeOffset="-213731.05">14276 13626 2225 0,'0'0'3593'0,"0"0"-2760"0,0 0-293 16,-42 8 48-16,22-3-175 0,-9-1-413 15,0 3 0-15,2-2 0 0,0-1 0 16,2 3 0-16,9 0 0 0,5-1 0 15,1 0 0-15,10-1 0 16,0 2 0-16,0 3 0 0,10 5 0 0,5-1 0 16,7 1 0-16,-1-4 0 15,0-3 0-15,-1 1 0 0,1 1 0 16,0-2 0-16,-5-1 0 0,-5 0 0 16,-7-2 0-16,-4 2 0 0,0 4 0 15,-11 3 0-15,-5 4 0 0,-9-4 0 16,0-1 0-16,3-5 0 15,1-4 0-15,0-4 0 0,9 0 0 16,4-1 0-16,5-10-1073 0,3 3-316 16,3-11-3093-16</inkml:trace>
  <inkml:trace contextRef="#ctx0" brushRef="#br1" timeOffset="-213517.55">14699 13202 2669 0,'0'0'3998'0,"0"0"-2662"16,0 0-1147-16,-49 21-189 0,20 11 0 16,-6 11 0-16,-3 10 0 0,14 6 0 15,-3 5 0-15,6 7 0 0,0 8 0 16,-8 7 0-16,0 4 0 0,-8 1 0 16,0-3 0-16,0-8 0 0,6-9 0 15,4-12 0-15,13-13 0 0,3-17 0 16,5-11 0-16,6-12 0 15,6-10-529-15,-2-3-1160 0,13-20-784 0</inkml:trace>
  <inkml:trace contextRef="#ctx0" brushRef="#br1" timeOffset="-213220.83">14695 13698 2753 0,'0'0'3149'0,"0"0"-1932"16,-10 34-689-16,6-12 17 0,-3 0-545 16,3 2 0-16,-6 1 0 0,-2 2 0 15,-5 0 0-15,-4 2 0 0,-3 0 0 16,1 0 0-16,-2-1 0 0,4-3 0 16,9-3 0-16,2-5 0 0,6-3 0 15,8 0 0-15,8-2 0 0,9 0 0 16,4-1 0-16,8-4 0 15,4-4 0-15,0-3 0 0,4-2 0 16,1-5 0-16,-9 0 0 0,2 0 0 16,-12-3 0-16,1-1 0 0,-7-2-721 15,-7 3-1808-15,1-3-549 0</inkml:trace>
  <inkml:trace contextRef="#ctx0" brushRef="#br1" timeOffset="-213058.69">14916 13914 7319 0,'0'0'873'16,"-6"51"-873"-16,-2-11 0 0,-9 4 0 16,1 4 0-16,-5 3 0 0,0 3 0 15,1 0 0-15,7-3 0 0,5-3 0 16,2-5 0-16,6-3 0 0,0-6 0 16,6-12 0-16,-6-6 0 0,4-11-3062 0</inkml:trace>
  <inkml:trace contextRef="#ctx0" brushRef="#br1" timeOffset="-189942.73">19454 10533 4402 0,'0'0'868'0,"0"0"188"0,0 0 117 0,0 0-537 15,0 0-579-15,0 0-57 16,0 0 0-16,0 0 0 0,20-8 0 16,-18 29 0-16,-2 6 0 0,0 6 0 15,0 0 0-15,-4 4 0 0,-2 4 0 16,0 0 0-16,0 2 0 0,2-4 0 15,-3-4 0-15,5-3 0 0,2-3 0 16,0-7 0-16,0-3 0 0,4-6 0 16,-4-4 0-16,5-5 0 0,-3-3 0 15,2-1 0-15,2-6-725 16,-2-2-1476-16,4-8-580 0</inkml:trace>
  <inkml:trace contextRef="#ctx0" brushRef="#br1" timeOffset="-189263">19524 10961 4570 0,'0'0'1416'0,"0"0"-371"0,0 0 116 16,0 0-1161-16,0 0 0 0,0 0 0 16,-48-5 0-16,28 7 0 0,-1 4 0 15,-2 0 0-15,9 1 0 0,1 2 0 16,3-1 0-16,2 3 0 0,2-1 0 15,2 2 0-15,1-2 0 0,3-2 0 16,3 1 0-16,7 0 0 0,6 0 0 16,7 2 0-16,2-3 0 0,0-4 0 15,6 0 0-15,-4 1 0 16,2-2 0-16,-7 1 0 0,-5 0 0 16,-7-1 0-16,-4-1 0 0,-4 1 0 15,-6 0 0-15,-6 3 0 0,-9 4 0 16,-3 2 0-16,-9 1 0 15,4 2 0-15,0-2 0 0,-2 2 0 16,2 1 0-16,0-2 0 0,7 0 0 16,3-1 0-16,11-4 0 15,0-3 0-15,6-2 0 0,0-1 0 16,2-1 0-16,12 3 0 0,9-3 0 16,8 2 0-16,4-2 0 0,-2 0 0 15,-6 1 0-15,4 0 0 0,-4 1 0 16,-7 1 0-16,1 0 0 0,-10-1 0 15,1 0 0-15,-8-1 0 0,0 0 0 16,-4 1 0-16,2 0 0 0,-2 2 0 16,0 0 0-16,-6-1 0 15,2 0 0-15,-8 1 0 0,-5 1 0 16,-8 2 0-16,2-3 0 0,-6 1 0 16,3 0 0-16,-1-1 0 0,2 1 0 15,6-1 0-15,5 0 0 16,4 0 0-16,3-3 0 0,7 0 0 15,0-2 0-15,11 2 0 0,5 0 0 16,11-2 0-16,8-1 0 0,-2 0 0 16,-2-5 0-16,-4 0 0 15,-8 1 0-15,-7 1 0 0,-6 1 0 16,-6 1 0-16,0 1 0 0,-2 0 0 16,-8 1 0-16,-9 4 0 0,1 2-297 15,-1 4 105-15,3-2 0 0,5 2-508 16,1 2-337-16,6-5-111 0,-2 2-2454 0</inkml:trace>
  <inkml:trace contextRef="#ctx0" brushRef="#br1" timeOffset="-188921.65">19512 11443 2425 0,'0'0'2273'0,"0"0"-613"0,0 0-939 0,0 0-73 0,-19 38-183 16,13-13-465-16,2 1 0 0,2 0 0 16,2-3 0-16,0-1 0 15,2-2 0-15,6 0 0 0,-6-2 0 16,2-3 0-16,-4-2 0 0,0-4 0 16,-6-2-2914-16</inkml:trace>
  <inkml:trace contextRef="#ctx0" brushRef="#br1" timeOffset="-188235.99">18941 11762 3633 0,'0'0'1177'0,"0"0"-941"16,0 0 176-16,62 46 701 16,-21-33-429-16,13-6-16 0,10-4-399 15,15-3-269-15,-1-5 0 0,7-1 0 16,-8 0 0-16,-7-2 0 0,-6 3 0 15,-12 1 0-15,-11 2 0 0,-6 2 0 16,-6 3-213-16,-6 1-435 0,-9 1-469 16,-6 0-199-16,-5-1-797 0</inkml:trace>
  <inkml:trace contextRef="#ctx0" brushRef="#br1" timeOffset="-187913.67">19082 11940 4454 0,'0'0'2401'0,"0"0"-2069"0,0 0-276 16,0 0-52-16,0 0-4 0,26 45 0 15,-36-31-12-15,-2 0-44 0,-3 3-144 16,-5-3-120-16,-3 3 15 0,-6-2-83 16,2 1 260-16,4-3 124 15,5-4 0-15,7-3-132 0,9-4-12 16,4-2-288-16,19-7-184 0,10-6-1 16,17-2 57-16,-3 0 336 15,-2 3-104-15</inkml:trace>
  <inkml:trace contextRef="#ctx0" brushRef="#br1" timeOffset="-187635.75">19483 12010 3589 0,'0'0'724'0,"0"0"-375"0,0 0 299 0,-33 19-464 15,2-7-60-15,0 2 84 16,4-2-124-16,2-2-44 0,6-1-40 16,7-2-116-16,4-5-108 0,3-1-284 15,5-1 72-15,11 0-121 0,5-4-119 16,15-6 676-16,11-2 116 0,5 1 452 15,5 2-299-15,2 2-53 0,4 0 480 16,-7 4-60-16,-3 2-152 0,-9 2 133 16,-10 3-309-16,-13 1 60 15,-5-1 113-15,-5 0-481 0,-6 1 0 16,-2 6 0-16,-17 6 0 0,-8 6 0 16,-4-1 0-16,-2 1 0 0,0-5 0 15,4-2-49-15,3-4-683 16,11-6-505-16,-2-5-4637 0</inkml:trace>
  <inkml:trace contextRef="#ctx0" brushRef="#br2" timeOffset="-168447.81">17823 7740 3509 0,'0'0'1525'0,"0"0"-645"15,0 0 9-15,0 0-497 0,0 0-100 16,0 0 56-16,-40 38-172 0,32-19 5 16,8 2-181-16,0 8 0 15,0 5 0-15,4 10 0 0,3 8 0 16,-1 9 0-16,-2 5 0 0,-4 5 0 16,0 3 0-16,-2-3 0 15,-2-7 0-15,0-5 0 0,1-7 0 16,-1-4 0-16,4-5 0 0,0-6 0 15,4-5 0-15,-1-9 0 0,-3-4 0 16,6-9 0-16,-6-4 0 0,0-4 0 16,0-2 0-16,0-2 0 0,0-11 0 15,-6-11 0-15,-1-5 0 0,-3-8 0 16,-5-1 0-16,-1 3 0 16,-1 1 0-16,1 2 0 0,-3 4 0 0,3 7 0 15,3 2 0-15,-1 5 0 16,10 4 0-16,-2 4 0 0,3 1 0 15,1 4 0-15,0-2 0 0,-2 1 0 16,4 0 0-16,0 2 0 0,0 4 0 16,4 8 0-16,7 15 0 15,5 9 0-15,5 8 0 0,2 3 0 16,-3-5 0-16,1-4 0 0,0-4 0 16,-5-6 0-16,-1-8 0 15,-5-8 0-15,-6-5 0 0,-2-5 0 16,2-1 0-16,0-2 0 0,-1-14 0 15,3-13 0-15,2-10 0 0,4-8 0 16,3-1 0-16,1 0 0 0,5 4 0 16,4 5 0-16,-7 6 0 0,-3 6 0 15,-5 3 0-15,-4 7-497 0,-1 1-5678 16</inkml:trace>
  <inkml:trace contextRef="#ctx0" brushRef="#br2" timeOffset="-167731.26">18757 7859 4522 0,'0'0'1816'0,"0"0"-1135"0,0 0-25 0,0 0-139 0,0 0-517 16,0 0 0-16,0 0 0 0,-27 40 0 15,21 0 0-15,2 11 0 16,4 10 0-16,4 1 0 0,2 5 0 15,-2 0 0-15,3 0 0 0,-5-5 0 16,0-3 0-16,-2-5 0 0,0-6 0 16,-4-5 0-16,-1-6 0 0,1-7 0 15,2-7 0-15,-2-8 0 0,4-7 0 16,0-4 0-16,0-4 0 16,0-2 0-16,-2-11 0 0,-2-12 0 15,0-10 0-15,-5-8 0 0,-5-3 0 16,-3 5 0-16,-1 6 0 0,-1 9 0 15,5 12 0-15,3 8 0 0,1 6 0 16,6 9 0-16,-6 11 0 0,3 7 0 16,5 2 0-16,2 1 0 15,7-5 0-15,-1-1 0 0,10 0 0 16,-1-1 0-16,1-3 0 0,5-2 0 16,-4-4 0-16,3-5 0 15,-3-4 0-15,-3-4 0 0,1-3 0 16,-3-8 0-16,3-5 0 0,-5-4 0 15,0-3 0-15,1-4 0 0,1-2 0 16,-2 1 0-16,1 0 0 0,3 0 0 16,-8 2 0-16,-2 6-269 0,-4-1-4657 0</inkml:trace>
  <inkml:trace contextRef="#ctx0" brushRef="#br2" timeOffset="-166996.84">16886 7801 2633 0,'0'0'2185'0,"7"-34"-933"0,-7 21-691 0,0 7 7 0,0 4 324 0,0 2-791 16,-3 0-101-16,3 8 0 0,0 13 0 16,0 15 0-16,3 12 0 0,1 6 0 15,2 5 0-15,4 2 0 16,-4 4 0-16,-1 3 0 0,-1 2 0 15,-2-3 0-15,-2-1 0 0,0-5 0 16,-6-5 0-16,6-7 0 0,-5-8 0 16,3-7 0-16,-2-11 0 0,4-7 0 15,0-9 0-15,0-5 0 0,-2-4 0 16,-6-11 0-16,-2-10 0 0,-7-12 0 16,-4-6 0-16,-1-3 0 15,-7 2 0-15,0 1 0 0,0 7 0 16,8 7 0-16,5 11 0 0,9 8 0 15,3 4 0-15,2 2 0 0,-2 2 0 16,4 6 0-16,10 9 0 0,1 12 0 16,11 4 0-16,-1 3 0 15,0-3 0-15,-1-5 0 0,5-1 0 16,-2-5 0-16,-2-1 0 0,-5-5 0 16,3-5 0-16,-7-3 0 15,-4-4 0-15,-1-2 0 0,-3-5 0 16,4-9 0-16,2-15 0 0,11-11 0 15,6-11 0-15,4-5 0 0,4-7 0 16,6-6 0-16,-12 13 0 0,9-3-3314 0</inkml:trace>
  <inkml:trace contextRef="#ctx0" brushRef="#br2" timeOffset="-155686.86">16283 10538 2517 0,'0'0'3281'16,"0"0"-2352"-16,0 0-301 0,0 0 209 15,0 0-837-15,0 0 0 0,0 0 0 16,-6 53 0-16,8-20 0 0,-2 4 0 16,0 0 0-16,0 0 0 0,-7 1 0 15,1 0 0-15,0-2 0 16,-2-4 0-16,2-4-361 0,1-6-87 16,5-4-449-16,0-8-27 0,0-5-301 0</inkml:trace>
  <inkml:trace contextRef="#ctx0" brushRef="#br2" timeOffset="-155066.84">16246 10930 3449 0,'0'0'1225'0,"0"0"-141"15,0 0-524-15,0 0-131 0,0 0 43 16,0 0-304-16,0 0 0 0,0 0 224 15,0 0-288-15,0 0-16 0,-42 19-35 16,21-1-53-16,1 1 0 0,3-2 0 16,5-1 0-16,2 0 0 0,1-4 0 15,3-2 0-15,2-5 0 16,2 0 0-16,2 0 0 0,0 1 0 16,2 1 0-16,8-1 0 0,9 0 0 15,2 1 0-15,-3-1 0 0,7-1 0 16,-4 0 0-16,-5 1 0 15,1-2 0-15,-9 1 0 0,-2-1 0 16,-6 0 0-16,0 3 0 0,0 3 0 16,-6 4 0-16,-2-3 0 0,2-2 0 15,1-3 0-15,-1-2 0 16,2 0 0-16,-2 2 0 0,2 1 0 16,-5-2 0-16,5 2 0 0,-2-1 0 15,-2-1-173-15,6-1 61 0,-2 0-40 16,4 1-144-16,0-2 104 0,0 1-64 15,6 0 160-15,2-1 96 0,4 1-8 16,-1-3 16-16,3 1-8 0,-1-2 0 16,-3 0 8-16,0 1-8 15,1 0 0-15,-3 1 0 0,-6-1 0 16,2 3 0-16,-4 2-28 0,-4 3 28 16,-2 6-8-16,-4 2 0 0,-5 2 8 15,3 0 8-15,3-3-8 16,1 0 0-16,0-2-4 0,4-1 8 15,-3-2-4-15,5-4 0 0,-2-1-12 16,4-3-12-16,0-1-220 0,0-1 11 16,0 0 61-16,0-1-24 0,0 0 20 15,0 0-76-15,4 0-292 16,-2-1-112-16,5-2-393 0</inkml:trace>
  <inkml:trace contextRef="#ctx0" brushRef="#br2" timeOffset="-154899.78">16256 11462 5114 0,'0'0'1372'15,"0"0"-295"-15,-27 51-681 0,12-20-163 16,5 3-233-16,4 1 0 0,2 1 0 16,-2-1 0-16,6-2 0 0,0-3 0 15,6-5 0-15,4-5-421 16,0-9-407-16,1-7-2394 0</inkml:trace>
  <inkml:trace contextRef="#ctx0" brushRef="#br2" timeOffset="-154266.93">19470 10622 4313 0,'0'0'1833'0,"0"0"-1036"0,0 0-421 0,0 0 4 0,-4 40-144 16,8-12-32-16,-2 6-151 0,0 3-53 16,0-1 0-16,-2 2 0 0,5 0 0 15,-5 1 0-15,0 0 0 16,-5-3 0-16,3-4 0 0,-2-3-241 16,0-7-83-16,4-7-52 0,-2-5-248 15,2-7 179-15,0-1-3 0,2-2-496 16,2-3-29-16,2-8-868 0</inkml:trace>
  <inkml:trace contextRef="#ctx0" brushRef="#br2" timeOffset="-153768.08">19514 11003 3713 0,'0'0'1493'0,"0"0"-449"16,-38 32 97-16,26-21-729 0,-2 0-108 16,-1 0-219-16,-1 0-85 0,5-1 0 15,1-2 0-15,6-1 0 0,-2-2 0 16,6 0 0-16,0 2 0 15,6 3 0-15,6 2 0 0,5 0 0 16,1-2-149-16,5 0-15 0,0 0 104 16,-3-2 60-16,-3 2 0 0,2 0 4 15,-11 2-4-15,0-1 0 16,-6 0-16-16,-2 0 16 0,-10 2 32 16,2 0-28-16,-11-1 28 0,2 0 88 15,1 1-100-15,-1-2 36 0,7-3 12 16,2-1-60-16,6-1-8 0,0-3 0 15,0 1-16-15,2 0 16 0,0 1-4 16,2-2-68-16,6 2 44 0,2 0 4 16,1-1-84-16,-1 1 16 15,-2-3-32-15,0 0 28 0,5 0 96 16,-1 0-8-16,-1 2 12 0,-3-1-12 16,-2 2-272-16,-2-2-96 0,-4 0 36 15,4 3-285-15,-4-1 205 16,0 3 240-16,0-1 112 0,-4 1 52 15,0 1 16-15,2-2 32 0,-2 2 4 16,2 2 100-16,-2-1 216 0,4 0-144 16,-2-4 28-16,-1 0 221 0,1 0-221 15,-2 2-100-15,-2 5-84 16,-2 5-48-16,-3 5-4 0,1 6 8 16,0 2-8-16,2 0 0 0,-1-2 24 15,7-3 8-15,2-7-28 0,11-15-4 16,-1-4-973-16,6-16-2356 0</inkml:trace>
  <inkml:trace contextRef="#ctx0" brushRef="#br2" timeOffset="-144003.06">20152 9979 2100 0,'0'0'1669'0,"0"0"-1056"0,0 0 551 16,0 0-496-16,0 0-183 0,7-33 227 16,-7 31-296-16,0 0-108 15,0 2-251-15,0 0-57 0,0 4 0 16,0 7 0-16,2 11 0 0,-2 10 0 15,0 7 0-15,0 6 0 16,0 3 0-16,2 4 0 0,-2 4 0 16,2 4 0-16,-2-2 0 0,0-2 0 15,0-4 0-15,0-7 0 16,-2-3 0-16,-2-9 0 0,-1-6 0 16,5-4 0-16,-4-10 0 0,2-6 0 15,2-5 0-15,-4-2 0 0,4-5 0 16,-2-10 0-16,-2-13-357 0,4 0-1836 15,-4-7-196-15</inkml:trace>
  <inkml:trace contextRef="#ctx0" brushRef="#br2" timeOffset="-143595.97">20181 9921 868 0,'0'0'2977'0,"0"0"-2048"0,0 0-217 0,0 0 324 16,0 0-591-16,0 0-141 0,0 0 104 16,0 0-272-16,0 0 8 15,0 0-4-15,-31 10-136 0,19 7 24 16,-3 6 16-16,-1 0-27 0,6-2-17 15,-1-3 0-15,7-4 0 16,-2-4 0-16,6-4 0 0,0-1 0 16,6-5-85-16,2 0-779 0,7-7-29 15,-1-1-343-15,1-5-3246 0</inkml:trace>
  <inkml:trace contextRef="#ctx0" brushRef="#br2" timeOffset="-143380.21">20202 9899 5594 0,'0'0'1549'15,"10"36"-833"-15,1-13-383 0,7-2-333 16,1 1 0-16,2-5 0 16,3 1 0-16,-3-5 0 0,0-1 0 15,-3-5 0-15,-3 0 0 0,-5-3 0 16,-4-4-265-16,-6 0-1968 15,0-1-2093-15</inkml:trace>
  <inkml:trace contextRef="#ctx0" brushRef="#br2" timeOffset="-142718.87">15547 9920 4630 0,'0'0'808'16,"0"33"-284"-16,6-6 525 16,2 4-485-16,-2 8-136 0,5 4-239 15,-1 6-189-15,-4 5 0 0,1 4 0 16,-3 6 0-16,-4 5 0 0,-4-3 0 15,-3-2 0-15,-3-7 0 0,4-10 0 16,-5-8 0-16,5-12 0 0,-2-7 0 16,6-10-45-16,-6-8-231 0,6-3-872 15,-7-4-533-15,3-12-788 0</inkml:trace>
  <inkml:trace contextRef="#ctx0" brushRef="#br2" timeOffset="-142349.3">15594 9886 4061 0,'0'0'1309'0,"0"0"-493"0,0 0 181 16,0 0-369-16,0 0-247 16,0 0-381-16,0 0 0 0,0 0 0 15,-31 39 0-15,11-6 0 0,3 1 0 16,1-3 0-16,1-1 0 0,-1-2 0 15,1-3 0-15,-1-2 0 16,3-3 0-16,-1-8 0 0,10-5-457 16,2-4-852-16,2-6-2740 0</inkml:trace>
  <inkml:trace contextRef="#ctx0" brushRef="#br2" timeOffset="-142203.1">15574 9841 5626 0,'0'0'1093'0,"0"0"307"15,0 0-1327-15,31 28-73 0,-15-9 0 16,-1 1 0-16,7-1 0 0,3 0 0 16,8-3 0-16,2-5 0 0,3 1 0 15,-3-2 0-15,-6-1 0 0,-4 2-585 16,-11-3-1476-16</inkml:trace>
  <inkml:trace contextRef="#ctx0" brushRef="#br2" timeOffset="-138830.11">18000 9358 1736 0,'0'0'196'0,"0"0"-104"0,0 0 1341 16,0 0-665-16,0 0-67 0,0 0 535 15,0 0-623-15,0 0-149 0,25-32 176 16,-23 27-404-16,-2 1-159 0,4-2-77 16,-4 1 0-16,7-1 0 0,-7-1 0 15,4-4 0-15,-2-1 0 0,-2-5 0 16,-6-2 0-16,-1-1 0 0,-3-1 0 16,4 1 0-16,-9-3 0 15,3 1 0-15,-2-2 0 0,-1 2 0 16,-1 0 0-16,-1 1 0 0,1 2 0 15,-3 3 0-15,2 0 0 0,-3 2 0 16,-7-2 0-16,0 1 0 16,-8 0 0-16,-2-2 0 0,-1 1 0 15,1 0 0-15,4 1 0 0,-2 2 0 16,4 3 0-16,0 4 0 0,2 3 0 16,0 3 0-16,6 2 0 15,-1 4 0-15,3 0 0 0,0 1 0 16,1 2 0-16,-3-1 0 0,2 1 0 15,-2 1 0-15,3 0 0 0,-1 1 0 16,-4 2 0-16,5 1 0 0,-1 2 0 16,-2 2 0-16,2 1 0 0,-3 2 0 15,5 0 0-15,0-2 0 0,1-2 0 16,5-1 0-16,3 0 0 0,2-5 0 16,4-1 0-16,0-4 0 15,2-4 0-15,2 1 0 0,0-1 0 16,0 0 0-16,0-2 0 0,6 0 0 15,-2-2 0-15,2-4 0 0,0-4 0 16,0-4 0-16,-3-1 0 16,-1-1 0-16,-2 1 0 0,0 1 0 15,-2-2 0-15,-3 1 0 0,-1-1 0 16,2 1 0-16,-2 1 0 0,-2 0 0 16,6 3 0-16,-3 4 0 15,1 3 0-15,2 1 0 0,-6 0 0 16,6 1 0-16,-2 1 0 0,-2 1 0 15,-5 3 0-15,1 7 0 0,-5 7 0 16,3 2 0-16,-2 5 0 0,3 2 0 16,7 0 0-16,-2 1 0 0,0 0 0 15,-5-1 0-15,7-1 0 0,-2-4 0 16,0-1 0-16,6-3 0 0,0-4 0 16,0-4 0-16,2-2 0 15,12-4 0-15,9-3 0 0,2-1 0 16,2-7 0-16,4-1 0 0,0-2 0 15,2 1 0-15,2 2 0 0,-4 0 0 16,-4 3 0-16,0 3 0 16,-11 1 0-16,-7 1 0 0,-7 0-357 15,-9-1-2080-15</inkml:trace>
  <inkml:trace contextRef="#ctx0" brushRef="#br2" timeOffset="-137562.29">18027 9371 3093 0,'0'0'2413'0,"0"0"-1044"15,-37-38-769-15,25 24-100 0,-3-4-283 16,3 2-217-16,-1-1 0 0,1-1 0 15,4 2 0-15,-5 3 0 0,9 4 0 16,4 5 0-16,-2 2 0 0,2 0 0 16,-4 2 0-16,4 0 0 0,0 0 0 15,0 4 0-15,4 6 0 0,9 6 0 16,-3 4 0-16,6 2 0 16,-3 3 0-16,-5-1 0 0,2-2 0 15,1 1 0-15,3-4 0 0,1-4 0 16,-3-1 0-16,-2-3 0 0,3-2 0 15,-5-3 0-15,-2-3 0 0,1-3 0 16,-3 0 0-16,2 0 0 16,2-7 0-16,5-8 0 0,3-4 0 15,3-6 0-15,1-4 0 0,7 2 0 16,0-3 0-16,6 2 0 0,-2 0 0 16,-6 9-681-16,-4-2-2561 0</inkml:trace>
  <inkml:trace contextRef="#ctx0" brushRef="#br2" timeOffset="-120782.27">23501 7520 2517 0,'0'0'2885'0,"0"0"-1320"16,0 0-845-16,0 0-215 15,0 0-505-15,0 0 0 0,0 0 0 16,0 0 0-16,-10 45 0 0,16-13 0 16,4 8 0-16,1 5 0 0,-3 6 0 15,-2 8 0-15,-2 4 0 16,0 1 0-16,-2-2 0 0,-2-8 0 16,0-6 0-16,0-10 0 0,0-8 0 15,3-8 0-15,-1-9 0 0,0-6-361 16,0-6-707-16,2-4-1878 0</inkml:trace>
  <inkml:trace contextRef="#ctx0" brushRef="#br2" timeOffset="-120500.05">23559 7626 3409 0,'0'0'1757'0,"0"0"-953"15,0 0 69-15,0 0-633 16,0 0 84-16,8 53 180 0,3-26-316 16,1-4-95-16,5-2-93 0,3-5 0 15,3-3 0-15,0-1 0 0,-1-5 0 16,-1-1 0-16,-2-4 0 15,-7-2-537-15,-2-2-884 0</inkml:trace>
  <inkml:trace contextRef="#ctx0" brushRef="#br2" timeOffset="-120079.1">23735 7861 4105 0,'0'0'1269'0,"0"0"52"0,45-47-669 15,-26 19-252-15,-3-4-48 0,3-2-259 16,-3-4-93-16,1-1 0 15,2 2 0-15,-1 5 0 0,3 4 0 16,-3 4 0-16,-5 7 0 0,-3 6 0 16,-4 5-21-16,-4 2-179 0,1 4-144 15,-1 0 120-15,-2 0 68 0,0 5-80 16,2 0 40-16,-2 2 136 0,0 2 56 16,-2 7 0-16,0 4 4 0,-1 8 380 15,1 5 44-15,0 6 40 0,2 4-287 16,4 7-177-16,3 6 0 15,1-1 0-15,4 2 0 0,1-1 0 16,-1-4 0-16,1-1 0 0,-1-4 0 16,0-6 0-16,-3-6 0 15,1-9 0-15,-6-7 0 0,-2-9-161 16,-2-9-1616-16</inkml:trace>
  <inkml:trace contextRef="#ctx0" brushRef="#br2" timeOffset="-119748.36">23456 7282 5374 0,'0'0'372'16,"-42"-15"88"-16,7 9-23 0,-2 3-217 16,-2 0-52-16,-1 2 104 0,3 1-248 15,6 0-12-15,6 2-12 0,7 2 4 16,5-2-4-16,5 7 0 15,0 2-112-15,4 6-264 0,-5 4-433 16,3 1-11-16,2-6-45 0,0 1-1263 0</inkml:trace>
  <inkml:trace contextRef="#ctx0" brushRef="#br2" timeOffset="-119482.12">23143 7650 4526 0,'-10'47'232'15,"0"0"620"-15,-1 6-580 0,3-2-64 16,0-1 289-16,4 0-277 0,0-2-24 16,2 2 24-16,2-3-184 0,0 0 12 15,0-2-20-15,0-4-28 16,0-3 0-16,2-6 12 0,2-3-8 16,2-7-4-16,2-5 0 15,5-4-8-15,1-4 8 0,7-1 32 0,2-2 16 16,3-2 128-16,3 1 128 15,7-3-208-15,1-2 12 0,2 0-23 16,2-6-85-16,7-2 0 0,-3-3-41 16,5-5-539-16,-15 1-416 0,2-7-2810 0</inkml:trace>
  <inkml:trace contextRef="#ctx0" brushRef="#br2" timeOffset="-118960.15">24132 7184 5902 0,'0'0'793'0,"0"0"-269"0,0 0 100 16,0 0-480-16,0 0-8 0,41 8-67 16,-10 9-69-16,6 2 0 0,4-4 0 15,1 0 0-15,-3-2 0 0,-4-2 0 16,-6-1-241-16,-8-2-139 0,-7 3-136 16,-7 0 320-16,-7 2 124 0,0 3 68 15,-9 6 4-15,-3 4 88 0,-3 5 172 16,1 4-172-16,1 3-4 15,5 1 80-15,4 2-124 0,4-1-20 16,0-2-20-16,10 0 4 0,1-4-4 16,5 0 0-16,1 2-4 15,-1-1 4-15,1 1 4 0,-5 1 8 16,1 2-12-16,-1 1 24 0,1 3 48 16,-1 2 164-16,2 1 81 0,-1 2-317 15,1 2 0-15,-5-1 0 0,-5-3 0 16,-8-4 0-16,-11-4 0 15,-8-5 0-15,-6-5 0 0,-4-8 0 16,-2-6 0-16,-6-10 0 0,-3-6 0 16,-3-11 0-16,6-12 0 0,-3-9 0 15,13 4-557-15,4-10-1012 0</inkml:trace>
  <inkml:trace contextRef="#ctx0" brushRef="#br2" timeOffset="-118532.04">25847 7606 3525 0,'0'0'1509'0,"0"0"-565"0,0 0-372 0,0 0-87 16,0 0 23-16,0 0-428 0,29 65 40 15,-29-11 164-15,-6 4-172 16,-2-1-59-16,2 0-53 0,-1-2 0 16,5 1 0-16,2-6 0 0,0-3 0 15,4-4 0-15,3-8 0 16,-1-5-965-16,0-11-252 0,2-6-1964 0</inkml:trace>
  <inkml:trace contextRef="#ctx0" brushRef="#br2" timeOffset="-118343.04">25820 8026 5686 0,'36'-34'700'0,"-1"6"465"16,8-4-581-16,-6 5-527 15,-4 0-57-15,0 0 0 0,1-1 0 16,-3 2 0-16,2-2 0 0,0-2 0 16,0 4 0-16,-8 3-1021 0,-5 6-776 0</inkml:trace>
  <inkml:trace contextRef="#ctx0" brushRef="#br2" timeOffset="-118093.39">25874 7961 2625 0,'0'0'3605'16,"46"-4"-2992"-16,-20 9 47 0,6 8 29 15,-4 7-689-15,6 3 0 0,-1 6 0 16,0 2 0-16,6 0 0 15,2-2 0-15,1-1 0 0,1-2 0 16,-8-5 0-16,-6 1 0 0,-10-2 0 16,-13-3-441-16,-2-4-1844 15,-6-6-1733-15</inkml:trace>
  <inkml:trace contextRef="#ctx0" brushRef="#br2" timeOffset="-117738.29">25864 7312 3297 0,'0'0'480'0,"-54"-7"301"0,25 7-181 16,2 2-404-16,5 5 208 0,1-1-108 15,2 2-72-15,5-1 28 0,3-3-232 16,3 0-3-16,4 1-17 15,0-3-65-15,2 4-371 0,-2-1-936 16,2-2-89-16,2 2-820 0</inkml:trace>
  <inkml:trace contextRef="#ctx0" brushRef="#br2" timeOffset="-117477.11">25636 7574 2977 0,'-10'44'1721'0,"0"6"-521"16,-1 7-515-16,1-4-253 15,0 4 28-15,-1 0-392 0,3 1 28 16,-2 0 20-16,2-1-112 0,1-3 12 16,-1-4-12-16,0-5 8 15,0-3-12-15,1-9 0 0,3-5 0 16,0-9 0-16,4-8 0 0,0-4-12 16,2-3 0-16,2-2-12 0,9-1-44 15,11-1 68-15,10 0-12 16,11 1 12-16,5 2 0 0,-1 2-4 15,5 0-4-15,0-1 8 0,2 2-700 16,-5-4 39-16,1-2-199 0,-15-1-1165 16,-4-6-708-16</inkml:trace>
  <inkml:trace contextRef="#ctx0" brushRef="#br2" timeOffset="-116936.49">26424 7252 4337 0,'0'0'921'0,"0"0"311"16,0 0-631-16,0 0-93 0,0 0-68 15,0 0-348-15,0 0-31 0,58-11-61 16,-13 11 0-16,7 0 0 0,0 4 0 16,-1 1 0-16,1 3 0 0,-9 1 0 15,-3 2 0-15,-11 2 0 0,-9 6 0 16,-7 6-89-16,-7 3-115 15,-6 6-68-15,-10 7 152 0,-5 2 120 16,-1 4-8-16,-3 4-20 0,0 1 28 16,-1 0 8-16,3-2-8 0,1-1 0 15,5-4-4-15,5-4 4 16,6 2 0-16,4-2 0 0,7 5 0 16,3 1 0-16,3-1 32 0,5-2-20 15,1-4 4-15,4-4 92 16,0-2-100-16,6-4 32 0,-2-5 40 15,2-5-64-15,-4-6 48 0,-8-5 56 16,-7-5-32-16,-10-2 45 0,-4-2-133 16,-14-4 0-16,-23-8 0 0,-23-1 0 15,-17-2 0-15,-14 8 0 0,0 8 0 16,0 10 0-16,6 6 0 0,7-3 0 16,20-4-293-16,8-6-1612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40:48.56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23956 2354 3185 0,'0'0'1773'0,"0"0"-1205"0,0 0-140 16,0 0 445-16,0-33-361 0,0 30-152 15,0 2 40-15,0 1-307 0,2 6-93 16,-2 13 0-16,2 18 0 0,-2 15 0 15,0 12 0-15,-2 8 0 16,-2 3 0-16,-2 7 0 0,-1 9 0 16,1 6 0-16,0 4 0 0,4-2 0 15,-2-2 0-15,2-5 0 0,-2-1 0 16,-3-2 0-16,1-2 0 16,0-2 0-16,-2-7 0 0,-3-6 0 15,3-7 0-15,0-6 0 0,-2-8 0 16,-1-9 0-16,1-9 0 0,4-12 0 15,1-8 0-15,1-11 0 0,2-6 0 16,-2-20 0-16,-2 1-1449 0,2-22-4042 16</inkml:trace>
  <inkml:trace contextRef="#ctx0" brushRef="#br0" timeOffset="451.66">23879 2305 5214 0,'0'0'380'0,"48"0"8"15,-11 0 405-15,9 1-273 0,7 2-128 16,16 0 104-16,9-2-487 16,11 0-9-16,12-1 0 0,9 0 0 15,8-1 0-15,8 0 0 0,2 1 0 16,0-1 0-16,-2 0 0 16,-6 1 0-16,-12 0-153 0,-9 0-779 15,-10 0 243-15,-15-1-79 0,-22 0-1017 16,-11-2-864-16</inkml:trace>
  <inkml:trace contextRef="#ctx0" brushRef="#br0" timeOffset="914.21">25725 2332 2561 0,'0'0'2209'0,"0"0"-1469"0,0 0 288 16,0 0-339-16,0 0-85 0,0 0-243 16,0 0-361-16,0 0 0 0,0 0 0 15,2 70 0-15,0-15 0 0,-2 10 0 16,-4 4 0-16,2 9 0 16,2 7 0-16,6 6 0 0,3 6 0 15,1 3 0-15,-2 1 0 0,5 1 0 16,1-4 0-16,3 0 0 0,1-3 0 15,-1-6 0-15,-3-4 0 16,-3-6 0-16,-7-9 0 0,-2-8 0 16,-2-5 0-16,-8-10 0 0,-3-8 0 15,-1-8 0-15,2-12-97 16,1-6-1035-16,3-9-209 0,-2-4-3525 0</inkml:trace>
  <inkml:trace contextRef="#ctx0" brushRef="#br0" timeOffset="1347.74">23964 4293 4434 0,'0'0'188'0,"46"-39"84"0,-24 24-60 0,-3 10 212 0,-3 5 116 16,3 4-204-16,2 12 9 15,10 4 359-15,8 2-256 0,19 2-159 16,25-2-289-16,24-4 0 0,32-1 0 16,24-5 0-16,17 1 0 0,8 0 0 15,-2-4 0-15,-6-2 0 0,-13-4 0 16,-14-4 0-16,-10-7 0 15,-15-2 0-15,-21-5 0 0,-28 3-281 16,-17-5-1292-16</inkml:trace>
  <inkml:trace contextRef="#ctx0" brushRef="#br0" timeOffset="3322.02">25082 3070 2233 0,'0'0'1304'0,"-4"-36"-620"0,0 17-251 0,-4 3 67 16,0-1-116-16,-9-2-24 16,-2 0 120-16,-3-1-231 0,-5 2-61 15,-2 0 44-15,-6 4-132 0,0 2-16 16,0 5 8-16,-3 7-84 0,-3 2 16 15,-5 11-20-15,-3 9 0 0,-5 6-4 16,-4 14 0-16,0 5-28 16,3 10 28-16,5 6-4 0,7 6-12 15,7 2 16-15,14 1-4 0,11 2 4 16,13-4 0-16,19 1 48 16,12-4-24-16,17-3 12 0,18-7 56 15,19-9-88-15,10-7 52 0,4-12 80 16,5-10-92-16,-5-11-12 0,-6-11 0 15,-6-12-20-15,-8-10 168 0,-9-12 5 16,-12-9-185-16,-8-11 0 0,-19-10 0 16,-11-10 0-16,-9-10 0 15,-13-4 0-15,-13 0 0 0,-11 4 0 0,-14 15 0 16,-5 15 0-16,-9 14-25 16,-8 15-235-16,-6 11 68 0,-6 11-228 15,-5 11-1237-15,17 2 124 0,2 7 25 16</inkml:trace>
  <inkml:trace contextRef="#ctx0" brushRef="#br0" timeOffset="8610.09">25006 4473 2225 0,'0'0'2124'15,"0"0"-791"-15,0 0-793 0,0 0-151 16,0 0 75-16,0 0-160 0,-2 51-76 16,-2-16-40-16,2 7-140 0,0 2 52 15,2-1 124-15,-2 3-199 0,-1 0-25 16,-1-2 0-16,0-5 0 15,0-3 0-15,2-8 0 0,2-3-185 16,0-6-167-16,0-1-765 0,0-6 33 16,0-5-165-16,-2-5-2256 0</inkml:trace>
  <inkml:trace contextRef="#ctx0" brushRef="#br0" timeOffset="9212.85">24985 4979 5550 0,'0'0'752'0,"0"0"-343"15,-43-1 247-15,24 1-404 0,1 1 4 16,-5 6 61-16,-6 2-317 0,0 3 0 16,-2 2 0-16,-2 1 0 0,2 3 0 15,4-1 0-15,6-1 0 16,7-2 0-16,10 1 0 0,4-2 0 15,10-1 0-15,11-1 0 0,8-1 0 16,8-1 0-16,8 1 0 0,5-2 0 16,2 0 0-16,-3 0 0 15,-3-4 0-15,-11 3 0 0,-14-2 0 16,-7-2 0-16,-10 0 0 0,-4-1 0 16,-2 2 0-16,-8 2 0 0,-13 2 0 15,-8 3 0-15,-8 1 0 0,-3 1 0 16,1 0 0-16,0 2 0 0,2 3 0 15,3 1 0-15,5 1-73 0,7-2 29 16,7-1-40-16,7-2 28 0,10-1-4 16,4-1-24-16,10-1 44 15,9-3 8-15,6-1-28 0,6 0 56 16,6-1 0-16,1 0 0 0,1 1 4 16,-1-2 0-16,-5 1-108 15,-2 0 84-15,-8-2 0 0,-11 0 12 16,-5 0 12-16,-7-3 0 0,-6 3-24 15,-9 2 24-15,-11 0 108 0,-7 3-64 16,-4-3-4-16,4 0 0 16,4-2-32-16,6 0 24 0,5-1 44 15,3 0-72-15,9-3-4 0,0 0 0 16,0-1-24-16,2 0-40 0,2 0-244 16,2 0 76-16,9 0 56 0,-5 0-329 15,2 0-347-15,3-1-92 0,-3-2-505 16,-2 1 473-16,1-4-701 0</inkml:trace>
  <inkml:trace contextRef="#ctx0" brushRef="#br0" timeOffset="9377.26">24987 5598 3845 0,'0'0'1013'0,"0"0"-261"0,0 0-132 16,0 0-203-16,-37 29-41 0,23-2-264 15,-1 8 40-15,5 7 128 0,4-1-228 16,4 4-24-16,2-2 16 16,4-3-40-16,2-4-8 0,2-6-228 15,0-4-376-15,1-11-545 0,-5-5-3545 0</inkml:trace>
  <inkml:trace contextRef="#ctx0" brushRef="#br0" timeOffset="9785.64">23671 6000 4814 0,'0'0'372'0,"41"9"172"15,0 1 60-15,15 2-107 0,19 1 139 16,18 1-316-16,16-1-64 0,19 0-107 15,13-2-149-15,10-2 0 0,4-3 0 16,0 0 0-16,-4-2 0 16,-9-2 0-16,-9 2 0 0,-11 0 0 15,-19 1 0-15,-20 0 0 0,-19-3-629 16,-27-1-1764-16,-18-1-1161 0</inkml:trace>
  <inkml:trace contextRef="#ctx0" brushRef="#br0" timeOffset="10065.01">24183 6135 3637 0,'0'0'1049'15,"-35"43"-561"-15,2-15-272 0,-10 2 36 16,-7 4 0-16,-4 2-232 0,-4 2 0 16,7 1-20-16,-1-2-16 15,9-2-88-15,7-6-220 0,16-4 20 16,12-9-120-16,8-6-1065 0,12-7-1232 0</inkml:trace>
  <inkml:trace contextRef="#ctx0" brushRef="#br0" timeOffset="10235.84">24911 6292 6647 0,'0'0'236'15,"0"0"-228"-15,0 0-4 0,-48 38 76 16,1-8-76-16,-13 4-4 0,-4 2-12 15,0-2-328-15,4 0-165 0,2 0-451 16,10-2 91-16,17-8-75 16</inkml:trace>
  <inkml:trace contextRef="#ctx0" brushRef="#br0" timeOffset="10390.11">25330 6343 5746 0,'0'0'328'15,"0"0"-144"-15,0 0 273 16,-4 35-185-16,-27-8 24 0,-14 6-68 16,-7 3-228-16,-2-3-76 0,3 2-380 15,5 0-45-15,5 1-3 0,14-11-976 16,0 0-922-16</inkml:trace>
  <inkml:trace contextRef="#ctx0" brushRef="#br1" timeOffset="17179.99">26108 2371 4089 0,'0'0'617'0,"0"0"-273"0,0 0 328 15,0 0-276-15,0 0-104 16,0 0 213-16,0 0-177 0,47 46 52 16,-22-11 148-16,4 11-487 0,-2 9-41 15,-2 4 0-15,0 10 0 0,-3 8 0 16,-5 8 0-16,-5 9 0 0,-1 4 0 15,-9-2 0-15,-2-2 0 16,-9-4 0-16,-7-7 0 0,-7 1 0 16,-4-4 0-16,-2-7 0 0,-2-6 0 15,0-8 0-15,4-10 0 16,0-10 0-16,5-10 0 0,3-12 0 16,7-10 0-16,3-7 0 0,5-7 0 15,6-17 0-15,9-12-97 0,1 3-2448 16,5-11-572-16</inkml:trace>
  <inkml:trace contextRef="#ctx0" brushRef="#br1" timeOffset="17642.98">26490 2322 5822 0,'0'0'684'0,"0"0"-127"0,0 0-261 0,0 0-44 0,17 33 120 16,-1 0-163-16,5 12-209 0,4 11 0 15,2 4 0-15,2 9 0 16,-1 12 0-16,-1 8 0 0,-6 8 0 16,-9 2 0-16,-10 1 0 0,-6-4 0 15,-12-6 0-15,-9-7 0 0,-2-2 0 16,-2-8 0-16,0-5 0 0,4-8 0 15,1-8 0-15,5-11 0 16,2-10 0-16,7-14 0 0,6-9 0 16,0-11 0-16,4-18-1569 0,0-1-508 15,6-10-2133-15</inkml:trace>
  <inkml:trace contextRef="#ctx0" brushRef="#br1" timeOffset="17984.93">26968 2272 4822 0,'0'0'428'0,"0"0"400"0,0 0-247 16,0 0-65-16,33 65 244 0,-17-21-503 15,3 9-257-15,2 8 0 0,1 10 0 16,1 11 0-16,2 8 0 0,0 9 0 16,-5 5 0-16,-7 0 0 15,-11-2 0-15,-6-6 0 0,-13-8 0 16,-6-6 0-16,-4-7 0 0,-4-8 0 15,0-8 0-15,-4-9 0 0,-2-11 0 16,-6-11 0-16,1-9 0 0,-1-13 0 16,10-5-1025-16,-4-6-1188 0</inkml:trace>
  <inkml:trace contextRef="#ctx0" brushRef="#br1" timeOffset="18664.53">23679 2438 2797 0,'0'0'2413'16,"0"0"-1401"-16,0 0-539 0,0 0-97 16,-52 50 112-16,32-11-204 0,-1 8 44 15,2 8-307-15,5 3-21 0,3 7 0 16,1 11 0-16,0 8 0 0,-1 6 0 15,-1 6 0-15,-5 5 0 16,1 1 0-16,-3 3 0 0,5-1 0 16,-1-6 0-16,5-14 0 0,6-16 0 15,4-19 0-15,8-18 0 16,5-17 0-16,3-14 0 0,-3-8-2586 16,-3-16-2712-16</inkml:trace>
  <inkml:trace contextRef="#ctx0" brushRef="#br1" timeOffset="19039.64">23394 2267 4934 0,'0'0'1080'0,"0"0"-664"0,-52 49-55 0,31-10 83 16,-1 11-160-16,1 9 4 0,0 5 97 15,3 6-385-15,5 3 0 0,1 7 0 16,1 6 0-16,5 9 0 0,0 5 0 16,0 2 0-16,2-2 0 0,2-4 0 15,2-5 0-15,0-6 0 0,8-14 0 16,4-10 0-16,5-15 0 16,1-18-901-16,-3-11-412 0,-1-11-552 0</inkml:trace>
  <inkml:trace contextRef="#ctx0" brushRef="#br1" timeOffset="19562.27">23102 2089 5102 0,'0'0'1521'0,"0"0"-785"0,0 0-80 0,0 0-479 16,0 0-177-16,-37 24 0 0,4 27 0 15,-8 21 0-15,-7 17 0 0,-2 13 0 16,5 1 0-16,-1 11 0 0,11 6 0 16,6 3 0-16,5 4 0 0,11-6 0 15,9-6 0-15,6-8 0 16,13-11 0-16,3-9 0 0,9-13 0 16,2-18 0-16,-6-19 0 0,1-15-1521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42:40.24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732 10949 1372 0,'0'0'56'0,"0"0"865"0,0 0-401 16,0 0-164-16,0 0 272 0,0 0-144 15,0 0-47-15,0 0 355 0,0 0-540 16,-25-6-168-16,21 10 128 0,0 5-20 15,0 9 20-15,-3 5-11 16,5 4-197-16,6 2 4 0,11-4-8 16,6-8-32-16,5-8 12 0,3-9-109 15,2-8 9-15,7-12 120 0,1-6 12 16,0-6-8-16,0-4 0 0,-1 1 28 16,-7-2-20-16,2 1 8 0,-4 7 57 15,-2 6-73-15,-3 9 4 16,-5 10 40-16,2 6-40 0,-7 9-8 15,5 11 72-15,-1 3-16 0,3 7 8 16,2 0-16-16,-1 1-40 0,7 0-8 16,-2-3 4-16,4-3-4 0,6-6-12 15,3-8-60-15,9-7-68 0,5-8 44 16,8-11 27-16,0-6-19 16,4-5 72-16,0-3 8 0,-4-2 0 15,2 1 8-15,-6-1 16 0,-6 2-4 16,2 1 4-16,0 2 97 15,1 2-25-15,-3 5 20 0,4 9-32 16,-4 8-64-16,1 4-8 0,3 8 20 16,-4 4-8-16,6 6-16 0,-9 4 0 15,3 5-20-15,0 5 20 0,-5 0-4 16,5 0-68-16,0-5 36 0,12-9 4 16,4-8-8-16,8-11-16 0,11-7-269 15,4-12 145-15,4-5 180 16,2-6 8-16,-2-3 0 0,-2-2-8 15,-2 0 80-15,0 1 0 0,2 0 8 16,-10 7 12-16,2 6-84 0,-11 8 16 16,-1 9 5-16,-5 4-25 0,0 10 0 15,-2 12 56-15,0 5-64 16,-6 9 0-16,0 3 32 0,-2 1-20 16,6-2-8-16,0-8 8 0,13-8-12 15,9-12-4-15,10-8 8 0,1-5-8 16,8-6-4-16,-4-10-36 15,9-7-4-15,0-6 44 0,-1-5-12 16,3-2 20-16,-7 0-8 0,-1 1 0 16,1 2 0-16,-10 5 0 0,-10 7 0 15,-3 5-16-15,-7 5 16 0,-1 4 8 16,1 5 4-16,1 3 4 0,3 7 16 16,-5 3-24-16,5 1-8 0,-1 3 4 15,1 4-4-15,-1 1 0 16,-1 3 4-16,-1-1-4 0,3 1 0 15,-9 0 0-15,7 1-20 0,-7 0 16 16,4-3 0-16,3-4-12 0,8-7 16 16,3-9 32-16,8-5 20 0,9-10 32 15,0-10 96-15,5-3-112 16,6-7-32-16,-11-1-16 0,5-1-16 16,-9 2-4-16,-4 5 0 0,-6 5-12 15,-2 2 12-15,-10 8-8 0,-5 8 8 16,-12 6 0-16,-8 12 0 0,-3 6-28 15,-3 4 28-15,-1 1-8 16,7 0 8-16,2-1 0 0,8-2-20 16,4-7-136-16,1-4 52 0,5-6 4 15,2-4 64-15,-1-6 36 0,-7-2 0 16,-6-3 0-16,-8 0-60 0,-13-3-761 16,-18 2-259-16,-4-3-541 0</inkml:trace>
  <inkml:trace contextRef="#ctx0" brushRef="#br0" timeOffset="672.13">759 10257 4982 0,'0'0'640'16,"0"0"156"-16,0 0 25 0,0 0-493 16,-56 33-88-16,23 6 104 0,-7 11-303 15,-1 4-41-15,0 2 0 0,4-1 0 16,1-2 0-16,7-6 0 0,7-5 0 15,5-8 0-15,7-9-357 16,4-10-487-16,4-7-437 0,8-10-2793 0</inkml:trace>
  <inkml:trace contextRef="#ctx0" brushRef="#br0" timeOffset="887.44">659 10291 6294 0,'0'0'861'0,"0"0"-349"0,0 0-100 15,0 0-299-15,0 0-113 0,15 52 0 16,-5-14 0-16,1 5 0 0,1-3 0 16,7 0 0-16,3 0 0 0,3-2 0 15,2-3 0-15,2-5 0 16,0-4 0-16,-4-6-185 0,-5-6-675 16,-7-6 155-16,-7-6-595 0,-2-2-329 15,-4-7-1604-15</inkml:trace>
  <inkml:trace contextRef="#ctx0" brushRef="#br0" timeOffset="1276.84">742 9658 3697 0,'0'0'1661'0,"0"0"-1077"0,0 0 201 0,0 0-241 16,0 0 76-16,0 0-319 0,0 0-301 16,0 0 0-16,0 0 0 15,-35 75 0-15,33-17 0 0,2 3 0 16,2 1 0-16,4-4 0 0,-2-1 0 16,2-1 0-16,-1-5 0 0,-1-5-761 15,-2-7-144-15,0-15-259 16,0-10-1933-16</inkml:trace>
  <inkml:trace contextRef="#ctx0" brushRef="#br0" timeOffset="1637.61">790 9410 4361 0,'0'0'965'15,"0"0"-433"-15,0 0-56 0,0 0 89 16,-42-22-489-16,20 36-56 0,-3 9 28 16,2 6-24-16,2 5 20 0,5 4 164 15,5 3-160-15,7-1-12 0,4-1 64 16,13-3-84-16,3-8 12 15,9-8 40-15,4-7-40 0,4-8 72 16,0-5 148-16,2-11-120 0,-2-8-55 16,-4-3-73-16,-4-5 0 0,-6-3 0 15,-9 4 0-15,-4-4 0 16,-6 3 0-16,-2-2 0 0,-8 1 0 16,0 8 0-16,-3 1 0 0,-5 3 0 15,3 7-149-15,-4 3-655 0,1 7-105 16,1 11-155-16,7 0-1261 15</inkml:trace>
  <inkml:trace contextRef="#ctx0" brushRef="#br0" timeOffset="1837.54">496 10001 6442 0,'33'-29'421'0,"9"14"55"16,9 2 240-16,1 9-579 0,2 5-137 16,6 16 0-16,0 5-265 0,-15-1-691 15,-2-5-2746-15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43:33.74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25118 12051 448 0,'0'0'548'0,"0"0"-276"0,0 0-32 16,0 0-176-16,0 0 1525 0,0 0-881 15,0 0-288-15,0 0-15 0,0 0 3 16,-5-20-196-16,5 19-28 15,0 0 52-15,0-3-172 0,3 2 20 16,-1-2 84-16,2 1-120 0,2-2 8 16,-2-1 96-16,2 2 0 0,-2 0 61 15,-2 0 175-15,3 2-280 16,-5 0 16-16,2 0 312 0,-2 1-156 16,0 1-95-16,0 0-185 0,0 0 0 15,0 0 0-15,0 0 0 0,0 5 0 16,0 4 0-16,0 9 0 15,0 5 0-15,0 4 0 0,0 2 0 16,0 0 0-16,0-2 0 0,0 2 0 16,0-6 0-16,0 0 0 0,-2-7 0 15,2-4 0-15,0-3 0 0,0-5 0 16,2-1 0-16,2-3-341 0,-2-4-1444 16,2-2-88-16,0-9-1072 0</inkml:trace>
  <inkml:trace contextRef="#ctx0" brushRef="#br0" timeOffset="419.11">25194 11914 1144 0,'0'0'3890'16,"0"0"-2734"-16,0 0 289 0,0 0-888 16,0 0-557-16,0 0 0 0,0 0 0 15,0 0 0-15,0 0 0 0,0 0 0 16,-6-26 0-16,27 28 0 15,10 2 0-15,0-1 0 0,0-1 0 16,-5 1 0-16,-1-1 0 0,-4 2 0 16,-5-1 0-16,-3 0 0 0,-5-2 0 15,-6 0 0-15,0 0-65 0,0 0-135 16,-2 0 68-16,0 0 40 0,0-1-176 16,0 1-8-16,-2-1 100 0,0 0-4 15,2 0 140-15,-2 0 40 0,2 0 152 16,0-1 108-16,0-1 76 15,0 0 180-15,0 1-351 0,0 1-165 16,0 0 0-16,0 11 0 0,0 11 0 16,0 9 0-16,0 4 0 0,-4 4 0 15,2-3 0-15,0 1 0 16,2 1 0-16,-2-2 0 0,2-2 0 16,0-6 0-16,2-3 0 0,-2-3 0 15,2-6 0-15,0-6 0 0,0-4 0 16,-2-5 0-16,2-1-1093 15,-2-3-736-15,0-10-804 0</inkml:trace>
  <inkml:trace contextRef="#ctx0" brushRef="#br0" timeOffset="1026.56">25192 12032 2132 0,'0'0'1101'16,"0"0"812"-16,0 0-625 0,23-46-571 0,-9 32-169 16,5 0-108-16,-1 2-387 0,1 2-53 15,-2 3 0-15,-5 3 0 16,-2 2 0-16,-4 2 0 0,-1 0 0 16,-3 0 0-16,0 5 0 0,-2 2 0 15,-4 5 0-15,-9 3 0 0,-3 5 0 16,-5-1 0-16,0-1 0 15,3-1 0-15,-1-3 0 0,5 0 0 16,1-4 0-16,7-2 0 0,4-4 0 16,2-2 0-16,0-1 0 0,6 2 0 15,5-2 0-15,9-1 0 0,1-7 0 16,6-2 0-16,-5-1 0 0,-3 0 0 16,0 1 0-16,-5-1 0 0,-3 4 0 15,-5 1 0-15,-4 3 0 0,-2 2 0 16,0 0 0-16,-4 5 0 15,-9 8 0-15,-7 4 0 0,-5 5 0 16,0-2 0-16,2-1 0 0,7-1 0 16,3-5 0-16,5 0 0 0,4-4 0 15,4-1 0-15,0-5 0 16,6 1 0-16,4-2 0 0,13-2 0 16,4-5 0-16,4-7 0 0,2-4 0 15,0-2 0-15,-6 3 0 0,-4 2 0 16,-7 4 0-16,-7 5 0 15,-5 1 0-15,-4 3 0 0,-2 3 0 16,-9 5 0-16,-7 9 0 0,-9 3 0 16,-2 4 0-16,0-1 0 0,6-3 0 15,5-1 0-15,7-3 0 0,3-3 0 16,4-1 0-16,4-3 0 0,0-3 0 16,0-1 0-16,4-3 0 0,2-1 0 15,7-3 0-15,5-17 0 0,-3 0-1678 16,3-11-3528-16</inkml:trace>
  <inkml:trace contextRef="#ctx0" brushRef="#br0" timeOffset="2127.98">24781 11448 1440 0,'0'0'24'16,"0"0"8"-16,0 0 1157 0,0 0-421 16,0 0-220-16,0 0 273 0,0 0 299 15,0 0-532-15,0 0-91 0,8-12 235 16,-8 12-364-16,0 0-303 0,2 1-65 16,0 10 0-16,2 9 0 0,0 7 0 15,0 10 0-15,-1 7 0 0,-3 2 0 16,-3 5 0-16,-1 0 0 0,0 0 0 15,0-3 0-15,0-4 0 16,2-5 0-16,0-5 0 0,2-6 0 16,0-5 0-16,0-8 0 0,0-5 0 15,0-5 0-15,0-5 0 16,2-3 0-16,0-11 0 0,-2-16-877 16,2 3-560-16,-2-9-3345 0</inkml:trace>
  <inkml:trace contextRef="#ctx0" brushRef="#br0" timeOffset="2391.38">24839 11357 2453 0,'0'0'1180'0,"0"0"225"0,0 0-13 15,0 0-671-15,0 0-181 16,0 0-39-16,0 0-501 0,-50-9 0 16,23 18 0-16,-2 3 0 0,0 1 0 15,6 1 0-15,1 1 0 0,-1-1 0 16,6 1 0-16,3-3 0 16,4-2 0-16,3-4 0 0,3-2 0 15,4-1 0-15,4-3 0 0,9 0-893 16,-3-3-228-16,5-7-1888 0</inkml:trace>
  <inkml:trace contextRef="#ctx0" brushRef="#br0" timeOffset="2533.29">24772 11362 3137 0,'0'0'2693'0,"0"0"-1188"16,38 21-677-16,-18-9-799 0,9 1-29 16,-4 0 0-16,2-2 0 0,2-1 0 15,2-3 0-15,2-2 0 0,-2-1 0 16,-4-1 0-16,-7-2 0 0,-3-1 0 15,-9 0-1465-15,-6 0-1389 0</inkml:trace>
  <inkml:trace contextRef="#ctx0" brushRef="#br0" timeOffset="3458.09">23542 11015 3189 0,'0'0'3494'16,"-31"-39"-2822"-16,21 21-140 0,0 7-227 15,4 3-305-15,3 6 0 0,-3 2 0 16,-6 13 0-16,-9 12 0 0,1 14 0 16,-7 7 0-16,6 4 0 0,7-5 0 15,1-2 0-15,9-4 0 0,4-6 0 16,4-7 0-16,4-7 0 0,5-6 0 15,3-9 0-15,5-4 0 16,2-9 0-16,-1-6 0 0,1-4 0 16,-2-2 0-16,-5-1 0 0,1 3 0 15,-7 5 0-15,-6 5 0 0,-1 5 0 16,-1 2 0-16,-2 2 0 16,0 2 0-16,0 9 0 0,0 10 0 15,0 2 0-15,0 5 0 0,2-4 0 16,0-3 0-16,6-3 0 15,2-4 0-15,5-5 0 0,3-3 0 16,5-3 0-16,0-2 0 0,2-2-193 16,-7-3-1580-16,-3-2-1036 0</inkml:trace>
  <inkml:trace contextRef="#ctx0" brushRef="#br0" timeOffset="4144.62">23784 11297 4798 0,'0'0'1484'0,"0"0"105"16,0 0-1268-16,0 0-321 0,0 0 0 15,0 0 0-15,0 0 0 0,0 0 0 16,54-3 0-16,-27-2 0 0,-2 2 0 16,0 2 0-16,-5 1 0 0,-3 1 0 15,-7 3 0-15,-4 2 0 0,-6 3 0 16,-2 9 0-16,-10 6 0 0,-7 7 0 15,-6 2 0-15,-6-2 0 16,9 1 0-16,-1 0 0 0,4-3 0 16,7-1 0-16,6-4 0 0,6-2 0 15,10-3 0-15,9-5 0 0,8-2 0 16,6-6 0-16,2-5 0 16,2-1 0-16,0-6 0 0,-2-2 0 15,-4-4 0-15,-4-1 0 0,-8 3-1133 16,-3-2-1424-16</inkml:trace>
  <inkml:trace contextRef="#ctx0" brushRef="#br0" timeOffset="8132.47">25233 10550 1520 0,'0'0'929'0,"0"0"1120"0,0 0-977 16,0 0-412-16,0 0-91 0,0 0 199 16,0 0-336-16,0 0-239 0,-2-10-193 15,-4 9 0-15,-6 1 0 0,-9 2 0 16,-4 3 0-16,-2 1 0 0,5-1 0 15,3-3 0-15,7-1 0 16,3-1 0-16,7 0 0 0,2-1 0 16,2-5 0-16,11-7 0 0,7-2 0 15,7-3 0-15,4 1 0 0,-2 7 0 16,-4 4 0-16,-6 1 0 0,-5 3 0 16,-4 0 0-16,-5 2 0 15,-1 0 0-15,-2 1 0 0,2 2 0 16,0 4 0-16,-2 4 0 0,0 2 0 15,0 2 0-15,-2-3 0 0,-2-3 0 16,-2-3 0-16,0-1 0 16,-2-1 0-16,-3-1 0 0,-3-2 0 15,-5-1 0-15,1-1 0 0,-3-6 0 16,3 0 0-16,-1-3 0 0,-1 0 0 16,7 0 0-16,5 2 0 0,2 2 0 15,4 3 0-15,0-2 0 0,6 0 0 16,9 2 0-16,7 0 0 0,5 3 0 15,0 4 0-15,-6 2 0 16,-7 0 0-16,-1 1 0 0,-7-3 0 16,-2 0 0-16,-2-1 0 0,-2 1 0 15,0 2 0-15,-6 1 0 0,-7 3 0 16,-3 0 0-16,-3 1 0 0,3-4 0 16,3-3 0-16,7-4-541 15,2-4-1520-15</inkml:trace>
  <inkml:trace contextRef="#ctx0" brushRef="#br0" timeOffset="8814.53">25229 10526 2213 0,'0'0'2197'0,"0"0"-1081"0,0 0-352 16,0 0 617-16,0 0-860 15,0 0-521-15,0 0 0 0,0 0 0 16,0 0 0-16,0 0 0 0,0-29 0 15,2 22 0-15,-2-1 0 0,2-4 0 16,0-5 0-16,3-6 0 16,-3-7 0-16,2-5 0 0,0-8 0 15,0-12 0-15,2-10 0 0,0-12 0 16,-1-9 0-16,1-7 0 0,2 2 0 16,-4 9 0-16,2 13 0 0,-4 16 0 15,-2 10 0-15,0 12 0 0,-6 11 0 16,2 6 0-16,0 7 0 0,2 3 0 15,-2 3 0-15,4 1 0 16,-4 1 0-16,-1 5 0 0,-1 5 0 16,2 1 0-16,0-4-1221 0,-2 3-1180 0</inkml:trace>
  <inkml:trace contextRef="#ctx0" brushRef="#br0" timeOffset="9220.29">25277 9555 3365 0,'0'0'2129'0,"0"0"-1321"0,0 0 429 16,0 0-757-16,-33-18-307 0,10 32-173 16,-2 9 0-16,-2 3 0 0,2 0 0 15,5 0 0-15,3-1 0 0,1-3 0 16,5-4 0-16,3-4 0 0,4-6 0 15,4-4 0-15,2-4 0 0,10-4 0 16,9-12 0-16,8-5-377 16,2-6-851-16,0-2 231 0,-4 3-23 15,-6 0-437-15,-5 4 1357 0,-6 4 100 16,-3 6 1320-16,-5 6-115 0,-2 2-124 16,4 4 399-16,-2 0-1387 15,2 3-93-15,6 5 0 0,9 8 0 16,8 2 0-16,6 4 0 0,4-2 0 15,0-3 0-15,1 0 0 0,-3-2 0 16,0-1 0-16,-8 0 0 0,-7-2 0 16,-7 1 0-16,-9-1 0 15,-4-4-1329-15,-4-1-1729 0</inkml:trace>
  <inkml:trace contextRef="#ctx0" brushRef="#br0" timeOffset="9826.43">24402 9519 6510 0,'-8'-33'949'0,"-2"7"-341"0,-3 0-483 0,-3 10-125 0,-5 8 0 16,-6 8 0-16,0 6 0 0,-6 10 0 16,2 6 0-16,0 7 0 0,4 2 0 15,5 0 0-15,7 1 0 16,7-2 0-16,8-6 0 0,2-3 0 15,10-4 0-15,7-7 0 0,8-5 0 16,8-5 0-16,0-10 0 0,4-4 0 16,-1-2 0-16,-5-1 0 15,-8 3 0-15,-5 1 0 0,-7 2 0 16,-3 5 0-16,-8 4 0 0,2 3 0 16,2 9 0-16,-1 11 0 0,1 5 0 15,2 6 0-15,0-2 0 0,3-7 0 16,3-1 0-16,5-7 0 0,3-2 0 15,3-4 0-15,2-6 0 16,0-3 0-16,-4-4 0 0,-7-3 0 16,1-2-2874-16</inkml:trace>
  <inkml:trace contextRef="#ctx0" brushRef="#br0" timeOffset="10184.66">24723 9688 6619 0,'0'0'1000'0,"0"0"-427"0,0 0-573 0,0 0 0 16,4 36 0-16,0 2 0 15,-2 11 0-15,2 0 0 0,2-4 0 16,5-3 0-16,-1 1 0 0,3-3 0 15,-3-2 0-15,-2-12 0 0,-2-1-2050 16</inkml:trace>
  <inkml:trace contextRef="#ctx0" brushRef="#br0" timeOffset="16145.68">15390 4595 2453 0,'0'0'4358'16,"0"0"-3578"-16,0 0-404 0,0 0-151 16,47-17-225-16,-10 7 0 0,13-2 0 15,8 2 0-15,6 2 0 0,6 3 0 16,3 1 0-16,5 0 0 0,-3 3 0 16,-7-1 0-16,-6-3 0 15,-15 0 0-15,-14 0 0 0,-8-4-777 0</inkml:trace>
  <inkml:trace contextRef="#ctx0" brushRef="#br0" timeOffset="18234.8">16599 4384 1476 0,'0'0'3842'0,"0"0"-3038"0,0 0-351 15,0 0 303-15,0 0-384 0,0 0-152 16,0 0-56-16,0 0-152 0,0 0 0 15,-8 54 56-15,8-23-55 0,0-2-13 16,2 1 0-16,-2 1 0 0,0-3 0 16,4-1 0-16,-2-3 0 15,0-5 0-15,0-6 0 0,4-6 0 16,3-4 0-16,3-3 0 0,2-5 0 16,-1-7 0-16,-1-5 0 15,-1-3 0-15,-3 0 0 0,-4-2 0 16,2 5 0-16,-2 4 0 0,-4 5-37 15,0 4-79-15,0 4 116 0,0 1-16 16,-4 10-28-16,2 6 44 0,-6 6-8 16,6 3-8-16,2-1 16 0,0-6 0 15,10-1-12-15,0-4 4 0,7-7 0 16,0-3 0-16,7-4 8 0,-1-4 88 16,4-5-8-16,-6-4 25 0,-1-3-105 15,-3-2 0-15,-7-1 0 16,-2-2 0-16,-1 0 0 0,-7-2 0 15,0-2 0-15,0 1 0 0,-7-2 0 16,-1 1 0-16,-2 2 0 0,4 4 0 16,-1 2 0-16,3 6 0 15,4 4 0-15,4 3 0 0,1 0 0 16,3 0-885-16,2 1-1736 0,5-2-589 0</inkml:trace>
  <inkml:trace contextRef="#ctx0" brushRef="#br0" timeOffset="18479.79">17087 4393 6587 0,'0'0'1256'0,"-17"37"-907"15,7-12-349-15,4 1 0 0,0 3 0 16,1-3 0-16,1 2 0 0,4-3 0 16,6-1 0-16,3-5 0 15,1 1 0-15,-4-8-637 0,0-3-988 16,-1-5-724-16</inkml:trace>
  <inkml:trace contextRef="#ctx0" brushRef="#br0" timeOffset="18610">17128 4031 7375 0,'0'0'760'0,"0"0"-703"0,0 0-57 15,-14-34 0-15,12 30 0 0,-3 2 0 16,3-1 0-16,2 3 0 0,2 0-1289 16,5 0-444-16,3 0-524 0</inkml:trace>
  <inkml:trace contextRef="#ctx0" brushRef="#br0" timeOffset="18869.74">17244 4007 6414 0,'0'0'957'15,"0"0"-521"-15,0 0-51 16,0 0-385-16,0 0 0 0,6 56 0 15,-4-15 0-15,0 7 0 0,2 3 0 16,3 5 0-16,-3 2 0 0,2 1 0 16,-2-1 0-16,2-4 0 0,-2-4 0 15,-2-6 0-15,7-6 0 0,-7-11 0 16,4-8-217-16,-4-9-1019 0,0-9-2482 16</inkml:trace>
  <inkml:trace contextRef="#ctx0" brushRef="#br0" timeOffset="19000.91">17217 4389 7123 0,'0'0'776'0,"0"0"-576"16,0 0-107-16,0 0-93 15,48-6 0-15,-24-1 0 0,5-5 0 16,0-3 0-16,-2-3 0 0,0-4 0 16,-2-1 0-16,-2-2-1185 0,-7 1 248 15,-6 7-63-15,1-1-1153 0</inkml:trace>
  <inkml:trace contextRef="#ctx0" brushRef="#br0" timeOffset="19258.9">17482 4089 4325 0,'0'0'1345'0,"0"0"-448"0,-2 44-121 16,2-7-248-16,0 7-207 0,0 4-321 15,0 3 0-15,0 0 0 0,2-3 0 16,2-3 0-16,6-4 0 0,-2-9 0 16,1-6 0-16,1-10 0 15,-6-8 0-15,6-7 0 0,3-12 0 16,-1-8 0-16,5-7 0 0,-5-2 0 15,-1 1 0-15,-1 3 0 0,4 5 0 16,-3 6 0-16,-5 8 0 0,0 5 0 16,-2 1 0-16,2 12 0 15,5 5 0-15,-3 6 0 0,0-1 0 16,-4-1 0-16,7-7 0 0,-1-3 0 16,7-4 0-16,-3-4-2230 15,3-4-3636-15</inkml:trace>
  <inkml:trace contextRef="#ctx0" brushRef="#br0" timeOffset="20326.9">17990 4435 1700 0,'0'0'140'0,"0"0"3118"15,0 0-2014-15,0 0-647 16,-16-32 435-16,9 20-811 0,-3 3-221 15,0 3 0-15,-1 4 0 0,1 2 0 16,2 8 0-16,-5 6 0 0,3 6 0 16,4 5 0-16,0 5 0 15,6-2 0-15,2 3 0 0,4-6 0 16,4-5 0-16,9-6 0 0,-1-4 0 16,3-9 0-16,0-3 0 15,4-8 0-15,-9-4 0 0,1-4 0 16,-7 0 0-16,-4-2 0 0,-4 2 0 15,-2 0 0-15,-2 2 0 0,-4 0 0 16,-4 4 0-16,-3 2 0 0,3 5 0 16,0 1-485-16,3 3-283 0,3 1-849 15,4 0-40-15,0 2-512 0</inkml:trace>
  <inkml:trace contextRef="#ctx0" brushRef="#br0" timeOffset="20638.09">18133 4453 4093 0,'0'0'921'0,"0"0"435"0,0 0-623 16,0 0-177-16,0 0-23 0,0 0-533 16,0 0 0-16,-2 54 0 15,2-31 0-15,0 0 0 0,2-5 0 16,2-1 0-16,2-3 0 0,9-5 0 15,-1-5 0-15,3-4 0 0,-1-4 0 16,5-7 0-16,2-6 0 0,-5-2 0 16,-5-3 0-16,3-3 0 0,-8 1 0 15,-1 2 0-15,-7 1 0 0,0 4 0 16,0 1 0-16,-3 2 0 0,3 1 0 16,0 0-401-16,0-1-567 15,0 1-1818-15,0 1-803 0</inkml:trace>
  <inkml:trace contextRef="#ctx0" brushRef="#br0" timeOffset="22570.43">18515 3966 2633 0,'0'0'3525'0,"0"0"-2940"0,0 0-101 0,0 0 224 0,6 48-451 15,-6-8-257-15,0 8 0 16,-2 3 0-16,2 5 0 0,0 3 0 15,-4 2 0-15,4 0 0 0,-6-3 0 16,2-3 0-16,0-9 0 0,2-8 0 16,-2-10-545-16,4-11-808 0,-5-11-2853 0</inkml:trace>
  <inkml:trace contextRef="#ctx0" brushRef="#br0" timeOffset="22720.12">18420 4415 6847 0,'0'0'692'15,"0"0"-64"-15,48-30-603 0,-11 18-25 16,6 2 0-16,7-3 0 0,4 3 0 16,4 2 0-16,-1 1 0 15,-19 2-521-15,-7-2-5126 0</inkml:trace>
  <inkml:trace contextRef="#ctx0" brushRef="#br0" timeOffset="23247.63">18966 4408 1780 0,'0'0'4098'15,"0"0"-3009"-15,0 0-701 0,0 0 4 16,0 0-48-16,0 0-243 0,23 33-101 16,-13-10 0-16,-4 2 0 15,-4-3 0-15,0-5 0 0,-2-7 0 16,0-2 0-16,4-6 0 0,-2-2 0 16,3-5 0-16,5-11 0 0,4-15 0 15,5-7 0-15,4-6 0 16,-1 1 0-16,-5 10 0 0,4 7 0 15,-11 7 0-15,0 10 0 0,-6 6 0 16,-1 7 0-16,-3 11 0 0,0 12 0 16,0 7 0-16,0 1 0 0,0-3 0 15,0-6 0-15,6-5 0 0,-2-5 0 16,6-5 0-16,1-6 0 0,-1-5 0 16,6-2 0-16,-1-7 0 0,-3-5 0 15,3-2 0-15,-5 0 0 16,-4 1 0-16,3 4 0 0,-7 4 0 15,2 5 0-15,-4 2 0 0,0 0 0 16,0 6 0-16,0 8 0 0,-4 10 0 16,2-3 0-16,2 1 0 15,2-7 0-15,8-8 0 0,4-2 0 16,3-5-1021-16,0 0-1544 0,-3-5-329 0</inkml:trace>
  <inkml:trace contextRef="#ctx0" brushRef="#br0" timeOffset="23512.52">19528 4377 6895 0,'0'0'1188'16,"0"0"-1079"-16,-52-14-109 0,38 14 0 15,2 1 0-15,-3 6 0 0,3 5 0 16,1 5 0-16,3 3 0 0,2 2 0 16,6 3 0-16,0-2 0 0,10-2 0 15,1-2 0-15,9-6 0 16,3-3 0-16,-2-6 0 0,3-4 0 15,-3-1 0-15,-4-7 0 0,-1-5 0 16,-1-2 0-16,-9-2 0 0,2-2 0 16,-8 0 0-16,0-1 0 15,0 0 0-15,-4 4 0 0,-2 3 0 16,2 6 0-16,-3 3-309 0,3 3-459 16,0 1 75-16,2 0-1003 0,0 1 139 15,4-1-1060-15</inkml:trace>
  <inkml:trace contextRef="#ctx0" brushRef="#br0" timeOffset="23733.81">19675 4377 1388 0,'0'0'4078'0,"-21"39"-2341"15,11-15-945-15,0-1-595 0,5-2-197 16,3-2 0-16,4-3 0 0,3-4 0 16,5 0 0-16,6-5 0 0,1-2 0 15,8-4 0-15,-5-2 0 16,1-8 0-16,-4-1 0 0,-1-2 0 15,-6-2 0-15,1-4 0 0,-7 1 0 16,-2 1 0-16,2-2 0 0,-4 5 0 16,0 0 0-16,0 4 0 15,0 3 0-15,-4 2 0 0,4 3 0 16,0-1 0-16,0 2 0 0,0 0-1085 16,0 0-456-16,0 3-3029 0</inkml:trace>
  <inkml:trace contextRef="#ctx0" brushRef="#br0" timeOffset="24098.79">19900 4461 6875 0,'0'0'1317'0,"0"0"-1317"16,0 0 0-16,0 0 0 0,0 0 0 16,-8 55 0-16,8-33 0 0,4 0 0 15,2-7 0-15,9-2 0 16,-3-2 0-16,3-4 0 0,-1-6 0 15,-4-1 0-15,3-9 0 0,-5-8 0 16,0-3-449-16,1-5-327 0,-1-3 147 16,-4-6-455-16,2-4 308 15,-2-6 51-15,-4-3-311 0,9-1 960 16,-3 4 76-16,0 12 844 0,0 11-392 16,-2 12 149-16,-4 7 895 0,2 2-327 15,-2 3-293-15,5 9-763 16,3 11-113-16,0 7 0 0,2 8 0 15,1 5 0-15,-1-3 0 0,0 3 0 16,1 2 0-16,-3-2 0 0,-2-2 0 16,-4-2 0-16,-2-3 0 0,0-6 0 15,-2-7 0-15,-2-8-141 0,-2-12-3500 0</inkml:trace>
  <inkml:trace contextRef="#ctx0" brushRef="#br0" timeOffset="24285.99">20097 4105 8192 0,'0'0'0'16,"0"0"0"-16,0 0 0 15,0 0 0-15,35 41 0 0,-13-21 0 16,5-1 0-16,4-4 0 0,7-5 0 16,-3-1 0-16,2-1 0 0,-4-2 0 15,-2 0 0-15,0-1 0 0,-6 0 0 16,-7 1 0-16,-9-5 0 15,-3 0-1718-15,-8-3-1279 0</inkml:trace>
  <inkml:trace contextRef="#ctx0" brushRef="#br0" timeOffset="25017.79">20291 3948 6466 0,'0'0'957'0,"0"0"-521"0,0 0-103 0,16 80-333 0,-9-15 0 16,-3 11 0-16,-4-2 0 15,0-9 0-15,-2 1 0 0,-2-3 0 16,-3-1 0-16,3-2 0 0,-2-6 0 16,2-5 0-16,4-9 0 0,0-14-1081 15,0-6-732-15</inkml:trace>
  <inkml:trace contextRef="#ctx0" brushRef="#br0" timeOffset="25883.77">15036 6002 4770 0,'0'0'2013'0,"33"-8"-1517"0,5 2 52 0,19-3-183 16,16 0-365-16,5 3 0 0,7 3 0 15,0 2 0-15,4 1 0 0,6 0 0 16,-2 0 0-16,6 0 0 16,0-4 0-16,-2-1 0 0,-14-3-393 15,-19 1-2092-15,-16-4-516 0</inkml:trace>
  <inkml:trace contextRef="#ctx0" brushRef="#br0" timeOffset="26521.89">16535 5783 6382 0,'0'0'769'0,"0"0"-205"0,0 0-372 15,0 56 36-15,-4-23-171 0,2 4-57 16,-2-7 0-16,8-7 0 15,2-2 0-15,4-4 0 0,7-6 0 16,3-5 0-16,1-5 0 0,6-5 0 16,4-7 0-16,-4-5 0 0,-2-3 0 15,-5 0 0-15,-3 1 0 0,-7 3 0 16,-4 3 0-16,-1 5 0 0,-1 4 0 16,-4 3 0-16,0 2 0 15,-4 6 0-15,-1 10 0 0,5 5 0 16,0 0 0-16,5 1 0 0,9-7 0 15,3-2 0-15,3-5 0 16,3-5 0-16,2-5 0 0,2-5 0 16,-5-4 0-16,-1-4 0 0,-6 0 0 15,-5-2 0-15,-4-1 0 0,-2-1 0 16,-4 1 0-16,-4-3 0 0,-2 0 0 16,0-1 0-16,2-1 0 0,-1 1 0 15,3 0-133-15,2 1-1544 16,0 5-167-16,2 1-610 0</inkml:trace>
  <inkml:trace contextRef="#ctx0" brushRef="#br0" timeOffset="26678.12">17076 5789 5814 0,'-6'32'1345'16,"2"-1"-781"-16,-2 5-95 16,0-3-469-16,2-1 0 0,-1-4 0 15,5-5 0-15,0-5 0 0,3-3 0 16,5-7 0-16,2-3 0 0,0-5 0 15,5-11-317-15,-3 1-979 16,-3-10-705-16</inkml:trace>
  <inkml:trace contextRef="#ctx0" brushRef="#br0" timeOffset="26804.74">17203 5278 7467 0,'0'0'84'0,"0"0"216"16,0 0-44-16,0 0-171 0,0 0-85 15,0 0 0-15,0 0-37 0,0 0-1239 16,0 0-225-16,20-4-288 0</inkml:trace>
  <inkml:trace contextRef="#ctx0" brushRef="#br0" timeOffset="26987.84">17302 5519 6775 0,'-11'46'740'0,"9"-2"-376"15,-2 7-51-15,4-7-313 0,0-1 0 16,0-5 0-16,4-6 0 16,3-3 0-16,-1-8 0 0,0-2 0 15,-2-5 0-15,2-5 0 0,-6-5 0 16,0-1-41-16,0-2-2128 0,-8-5-200 16</inkml:trace>
  <inkml:trace contextRef="#ctx0" brushRef="#br0" timeOffset="27080.33">17248 5661 2337 0,'23'-44'1324'0,"8"4"-1228"0,0-3-76 16,0 12-20-16,-11 10 0 0,-3 4-1064 0</inkml:trace>
  <inkml:trace contextRef="#ctx0" brushRef="#br0" timeOffset="27360.62">17444 5457 4037 0,'0'0'1157'0,"0"0"-345"16,0 56 321-16,5-24-601 0,-1 7-44 15,-2 5-455-15,-2 2-33 0,0 4 0 16,4-2 0-16,2-3 0 16,-2-6 0-16,9-7 0 0,-1-9 0 15,0-5 0-15,5-11 0 0,0-7 0 16,1-11 0-16,3-11 0 0,2-9 0 16,-3-5 0-16,1-4 0 0,-5 2 0 15,-1 1 0-15,-5 9 0 16,-4 9 0-16,-1 11 0 0,-5 8 0 15,2 0 0-15,-2 4 0 0,0 14 0 16,-2 18 0-16,-3 10 0 0,-1 7 0 16,2-3 0-16,4-8 0 0,6-9 0 15,9-8 0-15,12-7 0 0,4-10 0 16,6-9 0-16,-6-7-473 16,2-11-5394-16</inkml:trace>
  <inkml:trace contextRef="#ctx0" brushRef="#br0" timeOffset="28044.82">18383 5747 4842 0,'0'0'856'16,"-6"40"-344"-16,2-10 269 0,-1 2-405 16,1-2 12-16,-2-2 49 0,6-4-437 15,-2-4 0-15,-2-4 0 16,4-4 0-16,0-5 0 0,0-4 0 15,0-3 0-15,0-1 0 0,0-10 0 16,12-10 0-16,-1-9 0 0,3-4 0 16,3-4 0-16,1 4 0 0,-1 3 0 15,-1 6 0-15,-5 10 0 0,-1 7 0 16,0 5 0-16,-6 8 0 16,3 12 0-16,-3 7 0 0,-2 5 0 15,2-1 0-15,-4-5 0 0,4-3 0 16,2-7 0-16,-2-3 0 0,3-6 0 15,3-4 0-15,2-1 0 0,5-9 0 16,-3-5 0-16,1-4 0 0,-5-1 0 16,3 1 0-16,-5 2 0 15,-2 3 0-15,-2 5 0 0,-2 5 0 16,-2 3 0-16,0 4 0 16,0 11 0-16,0 10 0 0,0 7 0 0,0 4 0 15,4-6 0-15,3-5 0 16,9-6 0-16,5-6 0 0,4-7-413 15,-5-2-1180-15,3-4-308 0</inkml:trace>
  <inkml:trace contextRef="#ctx0" brushRef="#br0" timeOffset="28280.97">18910 5782 7907 0,'0'0'285'0,"-52"-32"-285"15,25 23 0-15,5 9 0 0,1 5 0 16,7 9 0-16,-3 4 0 0,5 4 0 15,3 2 0-15,5-1 0 0,4-2 0 16,9 0 0-16,3-6 0 16,9-3 0-16,3-6 0 0,3-5 0 15,4-3 0-15,0-9 0 0,-4-3 0 16,-2-4 0-16,-9-3 0 0,-3-2 0 16,-9 0 0-16,-4-1 0 0,-4 1 0 15,-9 5-649-15,3 4-1924 0,-4 5-1465 16</inkml:trace>
  <inkml:trace contextRef="#ctx0" brushRef="#br0" timeOffset="28775.72">19046 5734 4586 0,'0'0'2517'0,"-20"37"-1913"0,3-9-128 15,1 1-467-15,1 3-9 0,9-1 0 16,4-4 0-16,4-2 0 0,13-6 0 15,1-4 0-15,7-4 0 0,2-6 0 16,-1-5 0-16,-1-5 0 16,4-8 0-16,-2-2 0 0,-5-4 0 15,-7-3 0-15,-3 0 0 0,-4 1 0 16,-4-2 0-16,-2 1 0 0,0 0 0 16,-4 4 0-16,4 5 0 0,-4 7 0 15,4 4-41-15,0 2-955 16,0 0 159-16,6 2-39 0,-1 5-36 15,5 5 587-15,0 0 237 0,3 2 88 16,-5-1 56-16,-4 0 321 0,-2 1 519 16,-2 0-320-16,0 0 13 0,0 0 315 15,0 0-472-15,0-2-187 0,0-1-245 16,0-4 0-16,0-3 0 16,0-2 0-16,0-2 0 0,4 0 0 15,7-6 0-15,1-9 0 0,2-4 0 16,3-5 0-16,-3 0 0 0,-3 4 0 15,-1 1 0-15,-4 6 0 16,1 5 0-16,-7 3 0 0,0 5 0 16,0 0 0-16,0 5 0 0,0 9 0 15,6 12 0-15,-2 3 0 0,2 1 0 16,2-2 0-16,-1-6 0 0,-1-4 0 16,-2-5 0-16,4-7 0 0,-6-4 0 15,6-2 0-15,-1-5-1181 0,-1-3-636 16,0-14-1160-16</inkml:trace>
  <inkml:trace contextRef="#ctx0" brushRef="#br0" timeOffset="28972.63">19603 5272 7475 0,'0'0'717'0,"0"0"-717"0,0 0 0 0,0 0 0 15,0 69 0-15,0-12 0 0,0 11 0 16,0 2 0-16,6-7 0 0,0-1 0 15,-2-2 0-15,4-2 0 0,-1-1 0 16,-5-3 0-16,-2-4 0 16,-2-4 0-16,-7-11 0 0,1-9-173 0,0-11-1271 15,-3-13-3031-15</inkml:trace>
  <inkml:trace contextRef="#ctx0" brushRef="#br0" timeOffset="29081.94">19551 5799 6675 0,'0'0'1324'16,"37"-38"-1131"-16,-2 22-193 0,2 5 0 15,9 2 0-15,-1 2 0 0,-1 1 0 16,-11 0 0-16,-2 1 0 0,-8-3 0 16,-5 3-161-16,-10-3-2260 0</inkml:trace>
  <inkml:trace contextRef="#ctx0" brushRef="#br0" timeOffset="29767.61">17426 5361 6162 0,'0'0'120'0,"18"33"561"0,-3-2-157 15,1 11-128-15,-5 10-87 0,-3 3-309 16,-6 6 0-16,2 0 0 0,-4-1 0 16,-4-3 0-16,0-10-929 15,2-14-660-15,-2-13-1416 0</inkml:trace>
  <inkml:trace contextRef="#ctx0" brushRef="#br0" timeOffset="53536.14">16140 9013 3177 0,'0'0'2625'0,"0"0"-1192"16,0 0-889-16,0 0-131 0,-10-42-413 15,6 26 0-15,-7 1 0 0,5 0 0 16,-6 3 0-16,-3 3 0 0,1 4 0 16,-3 5 0-16,-6 8 0 0,-1 12 0 15,-1 8 0-15,-4 5 0 16,4 4 0-16,4 0 0 0,5-3 0 16,6-3 0-16,10-6 0 0,4-7 0 15,8-7 0-15,13-6 0 0,2-5 0 16,10-10 0-16,0-6 0 15,0-4 0-15,-1 1 0 0,-10-1 0 16,-5 4 0-16,-9 5 0 0,-3 4 0 16,-7 5 0-16,-2 2 0 15,0 6 0-15,0 9 0 0,-2 8 0 16,-2 6 0-16,4 2 0 0,0-3 0 16,6-7 0-16,2-1 0 0,4-3 0 15,3-4 0-15,1-1-85 0,5-7-1652 16,-6-3-300-16,-3-3-1780 0</inkml:trace>
  <inkml:trace contextRef="#ctx0" brushRef="#br0" timeOffset="53848.78">16572 8527 6947 0,'0'0'456'15,"0"0"264"-15,0 0-651 0,-47 20-69 16,34 1 0-16,3 5 0 15,-5 6 0-15,5 7 0 0,0 9 0 16,-3 9 0-16,-1 6 0 0,-1 10 0 16,-1 2 0-16,3-4 0 15,5-2 0-15,6-10 0 0,4-10 0 16,13-10 0-16,7-13 0 0,9-13 0 16,7-13 0-16,1-8 0 0,4-17 0 15,-1-7 0-15,-5-9 0 0,-12 0 0 16,-13-1 0-16,-8 4 0 0,-14 4 0 15,-9 8 0-15,-8 12 0 0,-2 11 0 16,-6 7 0-16,4 10 0 0,0 3 0 16,4-1 0-16,5 0 0 0,7-3 0 15,11-2-497-15,4-3-1080 16,10-2-2020-16</inkml:trace>
  <inkml:trace contextRef="#ctx0" brushRef="#br0" timeOffset="54188">16839 9017 5066 0,'0'0'1260'0,"0"0"-231"16,0 0-421-16,0 0-379 0,16-34-229 16,-12 20 0-16,-4 4 0 0,-4 1 0 15,4 2 0-15,-4 3 0 0,-2 1 0 16,0 2 0-16,-5 1 0 0,-3 11 0 15,-7 9 0-15,-1 10 0 0,5 6 0 16,3 3 0-16,3 2 0 0,11-1 0 16,6-4 0-16,5-4 0 0,9-8 0 15,7-5 0-15,2-4 0 16,-6-9 0-16,4-3 0 0,-6-3 0 16,-5-6 0-16,-4-7 0 0,-5-6 0 15,-5-3 0-15,-2-6 0 0,-2 0 0 16,-5-3 0-16,-3-1 0 15,0 0 0-15,-5 7 0 0,11 4 0 16,-2 8 0-16,6 7 0 0,0 2-125 16,0 4-1015-16,6-1-2030 0</inkml:trace>
  <inkml:trace contextRef="#ctx0" brushRef="#br0" timeOffset="54455.04">16998 8978 6386 0,'0'0'1477'16,"0"0"-1148"-16,0 0-329 0,4 58 0 16,0-19 0-16,-2 4 0 0,9 2 0 15,-1-4 0-15,9-2 0 16,-1-4 0-16,3-7 0 0,-1-6 0 16,-3-10 0-16,-7-4 0 0,1-7 0 15,-7-8 0-15,6-16 0 0,-4-8 0 16,1-13 0-16,-3-2 0 15,0-2 0-15,-2 2 0 0,2 3 0 16,2 7 0-16,-2 12 0 0,3 11 0 16,-3 7 0-16,-4 6-37 0,4 5-907 15,2 6-173-15,-6 0-1348 16</inkml:trace>
  <inkml:trace contextRef="#ctx0" brushRef="#br0" timeOffset="54688.7">17260 9248 6550 0,'0'0'1505'16,"0"0"-1368"-16,48-8-137 0,-27-7 0 16,-1-4 0-16,5-2 0 0,-4-4 0 15,-3-2 0-15,-5 0 0 16,-1-1 0-16,-6 2 0 0,-6 6 0 16,0 7 0-16,0 7 0 0,-2 3 0 15,-4 5 0-15,-4 8 0 0,-3 12 0 16,1 7 0-16,-2 6 0 15,7 3 0-15,3-5 0 0,2 1 0 16,2-1 0-16,4-3 0 0,2-2 0 16,1-7-1269-16,-1-4-3898 0</inkml:trace>
  <inkml:trace contextRef="#ctx0" brushRef="#br0" timeOffset="55358.51">15925 9957 6138 0,'0'0'348'0,"0"0"145"0,-10 47 335 0,-3-14-443 15,-5 8-385-15,1 0 0 0,1 8 0 16,-5 4 0-16,11 8 0 16,3 4 0-16,7 7 0 0,3 3 0 15,7-2 0-15,8-6 0 0,5-10 0 16,4-12 0-16,8-12 0 0,5-14 0 16,-5-11 0-16,2-8 0 0,-10-14 0 15,-7-8 0-15,-5-6 0 0,-9-3 0 16,-6 2 0-16,-10-3 0 0,-7 2 0 15,-3 3 0-15,-11 3 0 0,0 7 0 16,-3 10 0-16,-1 6 0 16,13 3 0-16,1 7 0 0,4 3 0 15,7 1 0-15,2 2-545 0,6-4-696 16,2-1-1736-16</inkml:trace>
  <inkml:trace contextRef="#ctx0" brushRef="#br0" timeOffset="55630.57">16212 10686 6238 0,'0'0'1025'0,"0"0"-96"0,0 0-929 15,0 0 0-15,44-17 0 16,-17-1 0-16,8-5 0 0,-4-1 0 16,-8-1 0-16,-7 3 0 0,-6 0 0 15,-3 2 0-15,-7 3 0 0,-9 1 0 16,-5 2 0-16,-3 1 0 0,-7 5 0 15,1 5 0-15,-6 4 0 0,0 11 0 16,0 7 0-16,2 5 0 16,4 4 0-16,5 6 0 0,1 0 0 15,15 0 0-15,4 0 0 0,13-4 0 16,7-3 0-16,14-4 0 16,-3-9 0-16,8-6 0 0,0-7 0 15,1-6 0-15,-15-2-1710 0,-5-9-1443 0</inkml:trace>
  <inkml:trace contextRef="#ctx0" brushRef="#br0" timeOffset="55842.21">16562 10101 6855 0,'0'0'660'0,"0"0"-320"0,-6 61-3 15,1-21-337-15,3 9 0 0,-4 7 0 16,-2 6 0-16,4 8 0 0,-9 4 0 15,9-2 0-15,-2-2 0 0,2-5 0 16,4-8 0-16,4-9 0 16,2-13 0-16,5-12-369 0,-1-10-984 15,0-13-4245-15</inkml:trace>
  <inkml:trace contextRef="#ctx0" brushRef="#br0" timeOffset="56123.35">16723 10553 8027 0,'0'0'165'16,"-25"-58"-165"-16,15 37 0 0,4 9 0 16,2 7 0-16,-3 5 0 15,1 3 0-15,-8 15 0 0,-3 14 0 16,1 11 0-16,1 8 0 0,11-1 0 16,4-4 0-16,8-4 0 0,5-7 0 15,7-4 0-15,7-7 0 0,2-9 0 16,-2-7 0-16,-4-7 0 0,2-7 0 15,-9-11 0-15,-1-4 0 0,-3-7 0 16,-8-1 0-16,0-7 0 16,-4-3 0-16,-4-5 0 0,0-2 0 15,2-1-525-15,2 5-347 0,6 10 343 16,11 7 121-16,-1 10-484 0,-3 4-137 16,-1 3-2312-16</inkml:trace>
  <inkml:trace contextRef="#ctx0" brushRef="#br0" timeOffset="56488.78">16917 10493 5150 0,'0'0'1857'0,"-10"51"-672"0,6-19-1185 15,4-1 0-15,0 3 0 16,4 0 0-16,-2-2 0 0,8 0 0 16,1-6 0-16,3-4 0 0,7-6 0 15,-5-4 0-15,1-6 0 0,2-6 0 16,-7-2 0-16,-2-8 0 0,1-6 0 15,-1-4 0-15,-4-2 0 0,-2 0 0 16,0 0 0-16,-4 4 0 16,0 6 0-16,0 4 0 0,-4 6 0 15,4 2 0-15,-4 4 0 0,4 8 0 16,0 9 0-16,0 4 0 16,8 2 0-16,-1-2 0 0,-1-4 0 15,2-2 0-15,0-5 0 0,3-5 0 16,-1-4 0-16,0-5 0 0,-1-4 0 15,1-6 0-15,-2-5 0 16,1-4 0-16,-3-3 0 0,4-6 0 0,-4-1 0 16,3-4 0-16,-3 0 0 15,0 1 0-15,-2 4 0 0,2 4 0 16,-6 6 0-16,4 4 0 0,-2 2 0 16,-2-1 0-16,3 4 0 0,-1-7-6744 0</inkml:trace>
  <inkml:trace contextRef="#ctx0" brushRef="#br0" timeOffset="57259.62">18342 9948 6358 0,'0'0'797'0,"0"0"-237"0,16 50-83 0,-10-22-477 16,-4-1 0-16,0-6 0 0,3-1 0 16,-3-1 0-16,-2-1 0 0,2-5 0 15,-2-2 0-15,0-4 0 16,0-5 0-16,0 0 0 0,0-2 0 16,2-2 0-16,6-11 0 0,4-13 0 15,5-9 0-15,4-8 0 0,-3-1 0 16,-1 7 0-16,-5 8 0 0,3 10 0 15,-5 8 0-15,-4 11 0 0,0 12 0 16,-1 11 0-16,1 11 0 16,-2 7 0-16,-4 1 0 0,-4-1 0 15,4-2 0-15,0-2 0 0,0-5 0 16,4-7 0-16,2-5 0 0,4-8 0 16,1-6 0-16,3-6 0 15,3-6 0-15,-1-9 0 0,1-6 0 16,-3-1 0-16,3-3 0 0,-7 4 0 15,1 3 0-15,-7 6 0 0,-2 5 0 16,0 2 0-16,-2 5 0 16,0 0 0-16,0 7 0 0,0 11 0 15,0 8 0-15,2 5 0 0,2 2 0 16,-2-3 0-16,6-8 0 0,3-1 0 16,1-2 0-16,9-5-425 0,-1-5-2036 15,-3-4-1169-15</inkml:trace>
  <inkml:trace contextRef="#ctx0" brushRef="#br0" timeOffset="57543.11">18931 10117 7319 0,'-11'-39'873'0,"5"8"-873"0,-4 1 0 0,-1 14 0 16,1 7 0-16,0 6 0 0,-1 4 0 16,-1 7 0-16,-2 6 0 0,3 8 0 15,5 2 0-15,0 5 0 16,2 2 0-16,6 1 0 0,2 1 0 15,10-2 0-15,3-3 0 0,-1-4 0 16,5-5 0-16,0-6 0 16,2-5 0-16,-3-4 0 0,-5-4 0 15,-1-7 0-15,-3-8 0 0,-3-4 0 16,-4-6 0-16,0-3 0 0,-2 1 0 16,0-4 0-16,-2 4 0 0,0 2 0 15,0 5 0-15,0 2 0 0,0 8-345 16,2 2-779-16,2 5-249 0,9-1-3085 0</inkml:trace>
  <inkml:trace contextRef="#ctx0" brushRef="#br0" timeOffset="57806.28">19191 10017 5962 0,'0'0'1369'0,"0"0"-665"16,-37 33-547-16,22-10-157 0,5 4 0 15,4 4 0-15,6 0 0 16,2 3 0-16,12-2 0 0,7-3 0 15,2-6 0-15,8-4 0 0,-4-3 0 16,4-8 0-16,-6-5 0 0,-3-4 0 16,-3-7 0-16,-7-8 0 15,1-3 0-15,-5-7 0 0,-2-2 0 16,-2-3 0-16,0-2 0 0,-1 0 0 16,1 1 0-16,2 1 0 0,-2 11 0 15,0 7 0-15,-2 6 0 0,-2 4 0 16,4 2 0-16,-2 1-509 0,3 4-383 15,-1 3 275-15,-2 2-3 0,4 0-937 16,-2 0-43-16</inkml:trace>
  <inkml:trace contextRef="#ctx0" brushRef="#br0" timeOffset="58102.95">19493 10079 3645 0,'0'0'2637'0,"0"0"-1760"15,10 47 55-15,-1-16-831 0,-7 6-101 16,4-2 0-16,-2 2 0 0,0-5 0 15,2-2 0-15,3-6 0 0,-1-4 0 16,-2-9 0-16,-2-6 0 0,2-2 0 16,-2-7 0-16,1-9 0 15,-1-15 0-15,-2-10 0 0,2-6 0 16,-4-2 0-16,0 2 0 0,0-3 0 16,0 5 0-16,2 3 0 0,2 9 0 15,0 11 0-15,0 12 0 0,-1 9 0 16,-3 17 0-16,6 12 0 0,4 7 0 15,-2 5 0-15,1 0 0 0,-5 1 0 16,6-1 0-16,-2-3 0 16,1-5 0-16,1-8 0 0,4-7 0 15,-3-8 0-15,-5-6-489 0,2-6-1720 0</inkml:trace>
  <inkml:trace contextRef="#ctx0" brushRef="#br0" timeOffset="58288.79">19879 9465 2653 0,'0'0'5282'0,"0"0"-5025"16,0 0-257-16,0 0 0 0,0 0 0 15,0 0 0-15,17 52 0 16,-15 5 0-16,-2 10 0 0,4 8 0 16,5-1 0-16,-1 4 0 0,0 0 0 15,-2-3 0-15,-4-6 0 0,0-7 0 16,-2-6 0-16,0-6 0 0,-4-16-1253 15,-2-9-1865-15</inkml:trace>
  <inkml:trace contextRef="#ctx0" brushRef="#br0" timeOffset="58412.95">19813 9925 8192 0,'0'0'0'0,"40"-18"0"0,-14 10 0 15,-3 5 0-15,-2 2 0 16,4 0 0-16,-5-6 0 0,-3 1 0 15,2-6-481-15</inkml:trace>
  <inkml:trace contextRef="#ctx0" brushRef="#br0" timeOffset="69226.28">23797 14007 2993 0,'0'0'1909'0,"0"0"-1405"16,0 0 661-16,0 0-585 0,0 0-32 15,0 0-55-15,0 0-493 16,-33-7 0-16,33 34 0 0,0 12 0 16,8 12 0-16,0 10 0 0,0 4 0 15,1 14 0-15,-3 10 0 16,-4 8 0-16,-2 3 0 0,-4 0 0 15,-7-3 0-15,-3-2 0 0,2-7 0 16,1-9 0-16,3-11 0 0,4-17 0 16,2-10 0-16,2-14 0 0,0-9 0 15,2-11 0-15,0-10-829 0,0-7-1884 16,0-12-801-16</inkml:trace>
  <inkml:trace contextRef="#ctx0" brushRef="#br0" timeOffset="69613.3">23747 13950 3617 0,'0'0'2469'0,"0"0"-1848"0,0 0 139 16,0 0-416-16,54-18-60 0,-23 11-187 15,12 0-97-15,11 1 0 16,12 2 0-16,11 1 0 0,14 0 0 15,12-1 0-15,9 0 0 0,10 1 0 16,6-2 0-16,6-1 0 0,2 3 0 16,3 2 0-16,-1 1 0 0,-3 1-101 15,-7 5-951-15,-6 0 207 16,-8-2 9-16,-36 0-985 0,-5-3-472 0</inkml:trace>
  <inkml:trace contextRef="#ctx0" brushRef="#br0" timeOffset="69937.89">25988 13915 3969 0,'0'0'2001'16,"0"0"-1032"-16,0 0-585 0,0 0-104 16,-2 46 240-16,-4-3-451 0,-1 10-69 15,-1 6 0-15,0 5 0 16,0 9 0-16,-3 10 0 0,1 6 0 16,0 3 0-16,-3-3 0 0,5-5 0 15,2-6 0-15,4-8 0 16,2-5 0-16,0-5 0 0,6-11 0 15,2-6 0-15,0-11 0 0,-1-11-133 16,-3-9-1251-16,-2-6-605 0</inkml:trace>
  <inkml:trace contextRef="#ctx0" brushRef="#br0" timeOffset="70854.31">23904 15251 4638 0,'0'0'724'0,"0"0"-324"0,0 0 104 16,44 7-260-16,-18-2-23 0,5 1 135 16,15-2-172-16,6 1-12 15,14-3 48-15,12 0-168 0,15-1-16 16,15 0 12-16,6 0-36 0,5-1-12 15,5 1 4-15,5-1-4 0,-1 1-4 16,0-1-60-16,-4 0-152 16,-6-1-28-16,-11-4-96 0,-10-3-97 15,-12 0-39-15,-19-3-568 0,-20 3 211 16,-15 0-527-16</inkml:trace>
  <inkml:trace contextRef="#ctx0" brushRef="#br0" timeOffset="71871.55">25882 15138 5806 0,'0'0'436'16,"0"0"-91"-16,0 0-337 0,0 0 8 15,2 43-16-15,-2-11 0 0,5 8-61 16,-1-1-359-16,0-10-1461 0,-4-5-1108 0</inkml:trace>
  <inkml:trace contextRef="#ctx0" brushRef="#br0" timeOffset="72740.78">23989 15343 4061 0,'0'0'1221'0,"0"0"-421"0,0 0 237 16,0 0-489-16,0 53-344 0,-2-25 4 15,0 1-108-15,-2 1-87 0,2 0-13 16,2-2 0-16,-2 1 0 0,2-6 0 16,0-1 0-16,0-7 0 0,0-2 0 15,2-5 0-15,0-3 0 0,0-5-893 16,0 0 116-16,0-2-195 0,4-13-1597 16</inkml:trace>
  <inkml:trace contextRef="#ctx0" brushRef="#br0" timeOffset="72942.19">23981 15316 2629 0,'0'0'2657'0,"0"0"-1673"16,0 0-379-16,0 0 303 0,0 0-688 16,0 0-100-16,0 0-51 15,0 0-69-15,55 33 0 0,-28-33 0 16,2 0 0-16,-2 0 0 0,-4 1 0 15,0 1 0-15,-7 0-401 0,-3-1-587 16,-7-1 307-16,-6 1-55 0,6 0-1257 16,-6 1-648-16</inkml:trace>
  <inkml:trace contextRef="#ctx0" brushRef="#br0" timeOffset="73173.31">24208 15328 4730 0,'0'0'1316'16,"0"0"-163"-16,0 0-737 16,-8 33-156-16,8-8-28 0,0 5-147 15,0 3-85-15,6 0 0 0,0 2 0 16,0-1 0-16,-1-1 0 0,-1-1 0 16,-2-5 0-16,-2-1 0 15,0-8 0-15,0-4 0 0,-2-6 0 16,0-4 0-16,2-4-277 0,-5 0-707 15,5 0-405-15,-6-8-672 0</inkml:trace>
  <inkml:trace contextRef="#ctx0" brushRef="#br0" timeOffset="73373.19">24185 15640 1816 0,'0'0'3738'0,"-47"4"-2970"16,20 2-47-16,0 0-389 0,2 5-144 15,0 1-60-15,5-3-124 0,3 2 72 16,7-5 52-16,4-2-124 16,2-1-4-16,4-2 0 0,4-1-28 15,8 0-8-15,11-1-140 0,2-7-180 16,1-3-188-16,-7 1-1705 0,-7 0-1417 16</inkml:trace>
  <inkml:trace contextRef="#ctx0" brushRef="#br0" timeOffset="73857.25">24063 15450 2625 0,'0'0'228'15,"0"0"1220"-15,0 0-407 0,0 0-489 16,0 0-60-16,0 0 77 0,0 0-253 16,0 0 20-16,0 0 52 15,15 9-244-15,-15-4-91 0,0 1-53 16,0 0 0-16,0 0 0 0,0 0 0 15,0-2 0-15,6-1 0 0,4-2 0 16,5-1 0-16,3-6 0 0,1-2 0 16,-2 2 0-16,-5 0 0 0,-6 5 0 15,-2 1 0-15,-4 2 0 0,-4 10 0 16,-12 8 0-16,-7 9 0 0,-2-1 0 16,0 1 0-16,3-5 0 0,9-5 0 15,5-3 0-15,6-4 0 16,6-4 0-16,8-5 0 0,13-3 0 15,4-1 0-15,0-8 0 0,-2-2 0 16,-2 1 0-16,-9 4 0 16,-7 2 0-16,-5 4 0 0,-4 4 0 15,-13 9 0-15,-9 7-161 0,-3-1-811 16,-6-2-629-16</inkml:trace>
  <inkml:trace contextRef="#ctx0" brushRef="#br0" timeOffset="94187.26">23195 4191 2205 0,'0'0'2505'16,"0"0"-1637"-16,0 0 477 0,0 0-577 16,0 0-267-16,0 0-501 0,0 0 0 15,0 0 0-15,0 0 0 0,4 33 0 16,5 3 0-16,3 4 0 0,5 2 0 15,3 5 0-15,1 6 0 16,0 7 0-16,-3-1 0 0,-3-2 0 16,-1-4 0-16,-2-10 0 0,1-11 0 15,-1-11 0-15,3-10 0 0,3-11 0 16,-1-11 0-16,6-12 0 0,-3-13 0 16,1-9 0-16,0-7 0 0,-3-4 0 15,3-3 0-15,-2 4 0 16,1 7 0-16,-3 10 0 0,-3 8 0 15,-3 8 0-15,1 6 0 0,-4 5 0 16,-6 7 0-16,0 1 0 0,-2 2 0 16,2 0-1481-16,-2 1-836 0</inkml:trace>
  <inkml:trace contextRef="#ctx0" brushRef="#br0" timeOffset="95438.15">23638 4761 2064 0,'0'0'2562'0,"0"0"-1782"0,0 0 268 16,0 0-587-16,0 0-157 0,0 0 172 16,43-13-232-16,-18 11-32 0,4 0-171 15,-2 2-41-15,-5 3 0 0,-3 4 0 16,-3 6 0-16,-3 4 0 0,-7 5 0 16,-4 2 0-16,-4 2 0 0,-4-1 0 15,-5-1 0-15,5-5 0 16,2-4 0-16,4-1 0 0,4-3 0 15,11-3 0-15,5-3 0 0,3-4 0 16,4-1 0-16,4-7 0 0,-2-4-601 16,-4 1-1480-16,-5-4-696 0</inkml:trace>
  <inkml:trace contextRef="#ctx0" brushRef="#br0" timeOffset="95808.24">23119 4055 5270 0,'0'0'588'0,"0"0"-344"0,0 0 44 0,0 0-144 16,53 14 1-16,-13-5-13 0,7 0-132 15,9-3-28-15,4-4-1065 0,-10-2-340 16,3-3-379-16</inkml:trace>
  <inkml:trace contextRef="#ctx0" brushRef="#br0" timeOffset="96102.69">24022 3934 3129 0,'0'0'1589'15,"41"22"-1397"-15,-12-3 492 0,-4 6-200 16,0 3-176-16,4 5 57 16,-6 4-241-16,-9 3-124 0,-8 2-100 15,-6 1-273-15,-10-5-131 0,-2-10-1277 16,-3-3-248-16</inkml:trace>
  <inkml:trace contextRef="#ctx0" brushRef="#br0" timeOffset="97774.4">22856 5353 3593 0,'0'0'460'0,"0"0"-276"16,0 0 61-16,0 0-77 0,0 0 68 16,0 0 236-16,0 0 44 0,62 8 32 15,11-8 165-15,26 0-333 0,19-5-56 16,12 4 16-16,6 1-327 16,-1 4-13-16,-13 5 0 0,-11 4 0 15,-16 4 0-15,-18 1-1345 0,-28-5-720 16,-9-4-845-16</inkml:trace>
  <inkml:trace contextRef="#ctx0" brushRef="#br0" timeOffset="98701.44">23278 5850 4810 0,'0'0'1272'0,"0"0"-495"16,0 0-77-16,0 0-67 0,0 0-633 15,0 0 0-15,0 0 0 0,0 0 0 16,21 46 0-16,-5-3 0 15,5 6 0-15,-3 0 0 0,-1-3 0 16,-3-1 0-16,7 1 0 0,-7-3 0 16,-1-3 0-16,-3-5 0 0,3-8 0 15,-1-7 0-15,-4-8 0 0,3-7 0 16,-7-5 0-16,6-8 0 0,0-16 0 16,9-11 0-16,0-11 0 15,-1-5 0-15,1 2 0 0,-1-2 0 16,1 4 0-16,2 5 0 0,-1 7 0 15,-1 9 0-15,0 6 0 0,-7 9 0 16,-2 4-921-16,-6 6-612 16,1 1-240-16</inkml:trace>
  <inkml:trace contextRef="#ctx0" brushRef="#br0" timeOffset="99432.73">23301 5660 6166 0,'0'0'1429'0,"0"0"-832"0,41-10-597 0,11 2 0 15,20 0 0-15,13 2 0 16,6 2 0-16,2 3 0 0,-7 1 0 15,-1-4 0-15,-6-5 0 0,-23-1 0 16,-9-9-7104-16</inkml:trace>
  <inkml:trace contextRef="#ctx0" brushRef="#br0" timeOffset="101312.72">23720 6309 3245 0,'0'0'2481'0,"0"0"-1809"0,0 0-235 16,42-10 287-16,-9 0-392 0,8-2-84 16,2 0-195-16,-3 2-53 15,-3 3 0-15,-8 4 0 0,-11 3 0 16,-9 12 0-16,-16 8 0 0,-7 8 0 16,-15 10 0-16,-8 4 0 0,-2 2 0 15,-1-2 0-15,9-6 0 16,11-7 0-16,9-7 0 0,9-7 0 15,13-6 0-15,17-8 0 0,18-6 0 16,16-8 0-16,4-4 0 0,0-3 0 16,-16 6 0-16,-7 0-1982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45:57.02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11150 4259 5402 0,'0'0'464'0,"0"0"-76"0,0 0 17 16,0 0-285-16,0 0-28 0,0 0 56 15,0 0-64-15,0 0 80 0,64 0 172 16,-12 0-208-16,6 0-32 0,10-2-12 15,0 2-76-15,11 0-8 0,14 4 48 16,4-1-44-16,12 0 0 16,11 0 12-16,13 1-4 0,7-1-12 15,9 3 0-15,8 2 0 0,6 1 0 16,-1-2 4-16,1 2-4 16,-6-2 0-16,-8-2-4 0,-9-1-56 15,-7 0-76-15,-13-2-336 0,-11-2 20 16,-14 0-65-16,-16 0-735 0,-17-1 51 15,-13-4-475-15</inkml:trace>
  <inkml:trace contextRef="#ctx0" brushRef="#br0" timeOffset="1488.69">21112 3917 6498 0,'0'0'0'0,"0"0"-224"0,45 22-328 16,-14-11 504-16,6 4 44 16,0-2 4-16,1 0 0 0,9 1 20 15,5-1-16-15,2 0-4 0,8 0 56 16,6-2-28-16,4-1 24 0,9-1 12 16,4-5-48-16,8 0 28 0,10-4 96 15,4 0-92-15,17-2 0 0,5-2 52 16,9 2-32-16,7 2 40 0,6 0 73 15,4 4-157-15,8 1 24 0,9 2-12 16,7 1-28-16,14 2 4 16,7 3 8-16,11 3-20 0,6 0 0 15,6 4-4-15,3 0-8 0,3-1-12 16,-4 3-189-16,1-2-79 0,-5-3 100 16,-4 0-72-16,-4-3-36 15,-8-3-116-15,-55-6-949 0,-7-5-712 0</inkml:trace>
  <inkml:trace contextRef="#ctx0" brushRef="#br0" timeOffset="31776.03">1075 5592 2977 0,'0'0'1577'16,"0"0"-1061"-16,0 0-324 0,0 0 208 15,0 0-76-15,0 0-76 0,0 0 81 16,0 0-197-16,0 0-12 15,29 34 56-15,-2-25-88 0,10-1 40 16,15 1 44-16,8-4-116 0,-1-1 4 16,4 1 84-16,-4-3-112 0,-1 1 8 15,6 0-12-15,3-3-12 16,7 1-16-16,7-1 32 0,5 0-28 16,5 0 48-16,9 0 48 0,5-1-88 15,-4 1 36-15,7-1 24 0,-1 1-68 16,-3 0 36-16,1 4 33 15,0 0-73-15,-5 1 0 0,-1 0 0 16,6 0 0-16,1-1 0 0,5 1 0 16,3 0 0-16,0 0 0 0,4 1 0 15,-7-1 0-15,9 1 0 0,-8 0 0 16,-1 1 0-16,-1 1 0 0,-3-1 0 16,5-1 0-16,-2 0 0 0,-5 1 0 15,3-1 0-15,-1 1 0 0,5-3 0 16,1 2 0-16,-1-2 0 15,4 0 0-15,-5-1 0 0,3 0 0 16,2 0 0-16,-7-2 0 0,3-1 0 16,-7 0 0-16,5 0 0 0,-5-3 0 15,1 2 0-15,-7 0 0 16,0-1 0-16,-4 0 0 0,5 2 0 16,-1 0 0-16,2 0 0 0,4 3 0 15,5 0 0-15,2 0 0 0,1-2 0 16,3-1 0-16,6 0 0 15,-2-3 0-15,2-1 0 0,8 1 0 16,-4-1 0-16,7 0 0 0,-3 0 0 16,2-2 0-16,-2 1 0 0,3 0 0 15,-3 1 0-15,2 2 0 0,-2 0 0 16,-1 0 0-16,1 1 0 0,0-1 0 16,-2 2 0-16,2-2 0 0,-1-2 0 15,5 1 0-15,2-1 0 0,1-1 0 16,-5-2 0-16,4 0 0 15,-3-3 0-15,3 0 0 0,-6-2 0 16,1 1 0-16,-3-2 0 0,-4 2 0 16,-6 1 0-16,2 2 0 0,-5 3 0 15,1 0 0-15,4 4 0 16,-8 1 0-16,3 0 0 0,1 0 0 16,0 4 0-16,-7-2 0 0,5-2 0 15,-6 0 0-15,-3-1 0 0,3-4 0 16,-3-2 0-16,-10 0-189 15,-4-4-343-15,-8 1-52 0,-9-5-597 16,-22 5 93-16,-5-4-305 0</inkml:trace>
  <inkml:trace contextRef="#ctx0" brushRef="#br0" timeOffset="38432.4">11985 16788 2653 0,'0'0'1112'0,"0"0"-888"16,0 0-68-16,0 0 473 0,0 0-165 16,0 0 96-16,0 0 333 0,0 0-385 15,0 0-28-15,6-33 33 0,-1 30-513 16,-5 2 0-16,4 0 0 15,-4 0 0-15,0 1 0 0,2-1 0 16,-2-1 0-16,0 0 0 0,4 1 0 16,2-1 0-16,4-1 0 0,7 2 0 15,8 0 0-15,2 1 0 0,-3 1 0 16,3 4 0-16,-4 0 0 0,8 0 0 16,-4 0 0-16,4 1 0 15,6 0 0-15,4-1 0 0,1 1 0 16,9-3 0-16,7-2 0 0,6-1 0 15,5 0 0-15,5-3 0 0,9-2 0 16,6-1 0-16,0 2 0 0,6-1 0 16,0-1 0-16,4 3 0 0,2 2 0 15,3 1 0-15,1 1 0 16,7 2 0-16,3 1 0 0,1-1 0 16,10 2 0-16,4-2 0 0,3 1 0 15,7-2 0-15,3 2 0 0,0-1 0 16,3 0 0-16,-1-1 0 15,-2-1 0-15,-1 3 0 0,-5-3 0 16,-5 2 0-16,-2 1 0 0,-8 0 0 16,2 2 0-16,-6 0 0 0,-8 0 0 15,-5-2 0-15,-16-3 0 0,-15-1 0 16,-22-2 0-16,-15-9-1341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46:58.50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28886 15685 1616 0,'0'0'172'0,"0"0"1761"15,0 0-1385-15,0 0-187 0,0 0 247 16,-33 1-312-16,31-1-68 0,2-1 204 15,0 1-156-15,0 0 13 16,0 0 175-16,2 0-168 0,0 0-8 16,2 0 97-16,0 0-385 0,0 0 0 15,3 1 0-15,-1 0 0 0,0 0 0 16,8 1 0-16,9-1 0 16,8 1 0-16,11-2 0 0,5 0 0 15,7-3 0-15,8-3 0 0,10-2 0 16,5 0 0-16,9-2 0 0,3 0 0 15,2 0 0-15,2 2 0 16,0 2 0-16,0 3 0 0,0 2 0 16,0 1 0-16,0 3 0 0,0 3 0 15,0 1 0-15,0 0 0 0,0 3 0 16,5-1 0-16,-1-1 0 0,2 2 0 16,-2-3 0-16,-4 0 0 0,-4-2 0 15,-6-3 0-15,-5-2 0 0,-9-3-841 16,-20-4-168-16,-10-3-535 0</inkml:trace>
  <inkml:trace contextRef="#ctx0" brushRef="#br0" timeOffset="933.37">29318 18226 6050 0,'0'0'344'16,"0"0"453"-16,60 5-209 0,-23-12-175 15,13-2-413-15,6 3 0 16,8 2 0-16,12 0 0 0,9 3 0 16,12 0 0-16,11 0 0 0,11 1 0 15,10 0 0-15,7 0 0 0,5 0 0 16,-3 0 0-16,-4 0 0 15,-7 0 0-15,-14 0 0 0,-14-5 0 16,-12-3 0-16,-14-6 0 0,-24 2-805 16,-7-13-2253-16</inkml:trace>
  <inkml:trace contextRef="#ctx0" brushRef="#br0" timeOffset="2346.96">30796 15726 4658 0,'0'0'2017'0,"0"0"-1285"15,0 0-132-15,0 0-415 16,0 0-185-16,0 0 0 0,0 0 0 16,0 0 0-16,0 0 0 0,-8-2 0 15,8 2 0-15,0 0 0 0,2 1 0 16,0 0 0-16,0 3 0 0,0-1 0 16,2 0 0-16,-2 0 0 0,0 2 0 15,0-1 0-15,2-1 0 0,-2-1 0 16,1-1 0-16,-3-1 0 0,2 0 0 15,0 0 0-15,2-2 0 16,-2-5 0-16,0 1 0 0,0 0 0 16,2-1 0-16,-2 1 0 0,0-1 0 15,2 3-121-15,-1 1-247 0,-1 2 24 16,-2 0 4-16,0 1 208 16,0 0 132-16,0 0-12 0,0 0 28 15,0 0 0-15,0 0 248 0,0 0-32 16,0 0 76-16,0 0 152 0,0-2-439 15,-2 1-21-15,2 0 0 16,0-1 0-16,-3 2 0 0,3-1 0 16,0 0 0-16,0 1 0 0,0 0 0 15,0 0 0-15,0 2 0 0,0 0 0 16,0 0 0-16,0 1 0 0,0 1 0 16,-2 0 0-16,-2 2 0 0,-2 3 0 15,-4 6 0-15,-9 7 0 0,-6 6 0 16,-6 1 0-16,-6 3 0 15,0-1 0-15,2 1 0 0,0-1 0 16,6-5 0-16,6-4 0 0,11-7 0 16,3-7 0-16,7-3 0 0,2-4 0 15,6-1 0-15,9-6 0 16,10-10-469-16,4-9-900 0,-3 3-103 16,-3-2-533-16</inkml:trace>
  <inkml:trace contextRef="#ctx0" brushRef="#br0" timeOffset="2548.53">30835 15686 1428 0,'0'0'4738'0,"0"0"-3729"0,0 0-161 0,0 0-679 16,15 45-169-16,-7-25 0 0,4-1 0 16,1-2 0-16,3-1 0 0,1 0 0 15,-1-1 0-15,1-1 0 0,-3-1 0 16,-1-1 0-16,-7 1 0 0,0 1 0 15,-6-3-49-15,0-2-1283 16,0-1-2502-16</inkml:trace>
  <inkml:trace contextRef="#ctx0" brushRef="#br0" timeOffset="3558.01">30856 15776 3097 0,'0'0'2317'15,"0"0"-1581"-15,0 0-43 0,0 0 203 16,0 0-636-16,-31 10-67 0,29-2-193 16,2 4 0-16,0 8 0 0,2 6 0 15,0 3 0-15,0 5 0 0,-2 2 0 16,0 2 0-16,-4 3 0 0,0 2 0 15,-5 1 0-15,1 0 0 16,0 0 0-16,2-2 0 0,0 1 0 16,1-3 0-16,1 2 0 0,4-3 0 15,-2 2 0-15,2 2 0 16,-2 1 0-16,0 3 0 0,0-1 0 16,2 1 0-16,-2-2 0 0,2 1 0 15,-2-2 0-15,2 0 0 0,-2-3 0 16,2 0 0-16,0-3 0 15,2 0 0-15,0 2 0 0,0-1 0 16,-2 1 0-16,0 1 0 0,0-2 0 16,-2 1 0-16,-2 0 0 0,2 2 0 15,0-2 0-15,0 3 0 0,-3-2 0 16,5 1 0-16,-4-3 0 0,4 0 0 16,-2-1 0-16,0-2 0 0,2-1 0 15,0-2 0-15,0 1 0 0,0-4 0 16,0-4 0-16,0-2 0 15,0-2 0-15,-2-3 0 0,2 2 0 16,-2-3 0-16,2-2 0 0,0 0 0 16,-2-7 0-16,2-2 0 0,0-3 0 15,0-3 0-15,0-1 0 16,0 0 0-16,0 0 0 0,0 0 0 16,0 0 0-16,-2 0 0 0,2 0 0 15,-2-1 0-15,0 1 0 0,0 0 0 16,0 0 0-16,-2 0 0 15,1 0 0-15,1 2 0 0,0 1 0 16,-2 0 0-16,2 3 0 0,0-1 0 16,0 1 0-16,0 0 0 0,0 1 0 15,0 1 0-15,2 1 0 0,0 3 0 16,0 1 0-16,0 3 0 0,4 0 0 16,2 0 0-16,0-4 0 0,-4-4 0 15,3-2 0-15,-5-5 0 0,0 1 0 16,2-2 0-16,-2 0 0 15,0 0 0-15,0-2 0 0,-2-5 0 16,-5-5 0-16,-5-10 0 0,-5-12 0 16,-5-9 0-16,-3-7 0 0,0-1 0 15,6 6 0-15,7 9 0 16,2 10 0-16,4 8 0 0,-1 4 0 16,1 1 0-16,0 1 0 0,2 4 0 15,0 2 0-15,0 1 0 0,1 2 0 16,1-1 0-16,0 3 0 15,0-1 0-15,2 2 0 0,-2 0 0 16,2 4 0-16,4 13 0 0,5 11 0 16,9 11 0-16,5 4 0 0,2 0 0 15,4-9 0-15,-2-6 0 0,-3-6 0 16,-1-5 0-16,-2-6 0 0,-9-3 0 16,-4-5 0-16,-1-3 0 0,-3 0 0 15,2-11 0-15,0-12 0 0,4-8 0 16,3-14 0-16,3-5 0 15,5 4 0-15,2 1 0 0,-2 8 0 16,1 3 0-16,-1 2 0 0,-5 8 0 16,-3-1-3582-16</inkml:trace>
  <inkml:trace contextRef="#ctx0" brushRef="#br0" timeOffset="9192.54">31923 16569 2621 0,'0'0'916'15,"0"0"573"-15,0 0-497 0,0 0-464 16,0 0-107-16,0 0-25 15,0 0-236-15,0 0-8 0,0-26 64 16,-3 26-156-16,3 1 4 0,-2 6 56 16,-2 7-63-16,-4 12-57 0,-6 9 0 15,-5 5 0-15,-6 2 0 0,-4-4 0 16,-2-1 0-16,-2 0 0 0,-2-2 0 16,2-5 0-16,2-3 0 0,4-6-89 15,2-5-147-15,5-4 60 0,5-7-172 16,1-5 132-16,1-3 120 15,3-6 0-15,2-4 64 0,-1-6 32 16,3-6 68-16,0-7 20 0,-4-3 56 16,1-1 204-16,-1-2-160 0,0 5-4 15,-1 9 85-15,5 8-269 16,4 9 0-16,2 4 0 0,4-2 0 16,11 2 0-16,9 3 0 0,12 4 0 15,3 10 0-15,0 7 0 0,-6 2 0 16,-2 6 0-16,0 4 0 15,2 3 0-15,0 0 0 0,0-1 0 16,-2-4 0-16,-2-3 0 0,-2-5 0 16,-2-4 0-16,-4-5 0 0,-9-6 0 15,-4-2 0-15,-3-2-937 0,-5-4-3049 0</inkml:trace>
  <inkml:trace contextRef="#ctx0" brushRef="#br0" timeOffset="10463.31">32379 16408 2677 0,'0'0'1272'15,"0"0"-231"-15,0 0-173 16,0 0-107-16,0 0 199 0,0 0-544 16,0 0-219-16,0 0-197 0,0 0 0 15,-22 39 0-15,15 4 0 0,3 9 0 16,4 5 0-16,0 0 0 15,0 5 0-15,0 3 0 0,2-1 0 16,-2-5 0-16,0-4 0 0,0-12 0 16,0-9 0-16,0-7 0 0,0-10 0 15,0-6 0-15,0-8 0 0,0-3 0 16,2-6-761-16,-2-1 37 0,5-18-2090 0</inkml:trace>
  <inkml:trace contextRef="#ctx0" brushRef="#br0" timeOffset="10679.82">32344 16430 4205 0,'0'0'877'16,"0"0"-105"-16,0 0 57 0,0 0-709 16,0 0-16-16,54-37 124 0,-11 27-32 15,7 2 88-15,0 3 172 0,-5 2-335 16,-4 3-121-16,-5 0 0 15,-10 3 0-15,-7 1 0 0,-9 1-29 16,-3 2-599-16,-7-2-212 0,2-1-1293 16,-2 2-200-16</inkml:trace>
  <inkml:trace contextRef="#ctx0" brushRef="#br0" timeOffset="10865.85">32336 16636 6979 0,'0'0'860'0,"0"0"-507"16,50 14-353-16,-11-10 0 0,4-3 0 15,3-1 0-15,-1-1 0 16,-1-2 0-16,-1 0 0 0,-4 3 0 16,-4 0 0-16,-8 0 0 0,-10 0-201 15,-7-1-1792-15</inkml:trace>
  <inkml:trace contextRef="#ctx0" brushRef="#br0" timeOffset="39844.26">26968 12403 6534 0,'0'0'501'0,"0"0"295"0,-23 41-435 16,19-10-361-16,2 8 0 0,2 2 0 15,0 8 0-15,0 4 0 0,0-1 0 16,0 3 0-16,0-5 0 0,-2-3 0 16,0-8 0-16,-3-6 0 0,3-9 0 15,0-10 0-15,2-4 0 16,0-9-513-16,0-1-868 0,0-12-287 0</inkml:trace>
  <inkml:trace contextRef="#ctx0" brushRef="#br0" timeOffset="40109.75">26943 12322 3705 0,'0'0'1189'0,"-13"-47"359"0,13 26-835 16,11 7-249-16,5-2 109 16,5 2-573-16,4 2 0 0,4 5 0 15,0 5 0-15,0 2 0 0,0 4 0 16,-1 6 0-16,-1 6 0 0,-4 4 0 15,-2 2 0-15,-7 4 0 0,-8 3 0 16,-6-2 0-16,-6-1 0 0,-8-1 0 16,-5 0 0-16,-6-4 0 0,-2-2 0 15,1-3 0-15,-3-5 0 16,8-6 0-16,0-2 0 0,11-3 0 16,2-3 0-16,6-6-233 0,4-4-663 15,4 0-1369-15,0-3-284 0</inkml:trace>
  <inkml:trace contextRef="#ctx0" brushRef="#br0" timeOffset="40561.23">27210 12835 1728 0,'0'0'2922'0,"0"0"-2034"0,4-44 261 0,-2 13-789 15,-2-4-100-15,0-4 296 16,0-3-252-16,0-2-279 0,2 5-25 16,6 6 0-16,2 6 0 0,1 8 0 15,-1 3 0-15,0 4 0 0,1 6 0 16,-1 2 0-16,2 3 0 0,1 1 0 15,-1 2 0-15,3 3 0 0,-3 2-949 16,-4-2-20-16,-1-1-139 0,-3 2-2234 16</inkml:trace>
  <inkml:trace contextRef="#ctx0" brushRef="#br0" timeOffset="40903.51">27470 12600 4009 0,'0'0'1673'15,"0"0"-752"-15,-19-40 279 16,13 35-811-16,2 0-389 0,-2 2 0 16,0 0 0-16,-5 3 0 0,-1 4 0 15,-3 10 0-15,3 6 0 0,0 5 0 16,7 1 0-16,5 3 0 0,3-4 0 15,7-3 0-15,6-2 0 0,5-5 0 16,0-6 0-16,4-5 0 0,-3-4 0 16,-1-5 0-16,-7-7 0 0,-3-3 0 15,-5-3 0-15,-4-2 0 16,-2 0 0-16,-2-1 0 0,-4 1 0 16,-2 5 0-16,-1 1 0 0,1 4 0 15,4 8 0-15,4-1 0 0,-2 1 0 16,2 2-1025-16,2-1-180 0,4 1 105 15,4 0-1125-15</inkml:trace>
  <inkml:trace contextRef="#ctx0" brushRef="#br0" timeOffset="41289.49">27701 12630 4341 0,'0'0'825'0,"0"0"511"16,0 0-599-16,0 0-261 0,0 0 1 15,-10-40-477-15,4 30 0 0,-4 2 0 16,1 2 0-16,3 3 0 16,0 3 0-16,-2 5 0 0,-3 9 0 15,-3 11 0-15,1 7 0 0,1 5 0 16,8-1 0-16,4-4 0 0,4-4 0 15,6-3 0-15,5-5 0 16,3-5 0-16,5-6 0 0,-2-5 0 16,2-5 0-16,-3-9 0 0,-1-6 0 15,-5-5 0-15,-5-5 0 16,-5-4 0-16,-4 1 0 0,-6-5 0 16,-7 0 0-16,-1 1 0 0,-3 1 0 15,3 3 0-15,3 8 0 0,9 8 0 16,4 4 0-16,13 3 0 0,3 2-133 15,5 3-1019-15,-6 1 99 0,-1 0-1484 0</inkml:trace>
  <inkml:trace contextRef="#ctx0" brushRef="#br0" timeOffset="41581.66">28007 12318 5634 0,'2'-36'540'0,"-2"2"-220"15,-2 1-75-15,-4 7-189 16,-2 2-28-16,-4 6 176 0,-3 3 128 16,1 2 8-16,-3 2 124 0,1 4-435 15,1 4-29-15,1 3 0 0,1 3 0 16,1 7 0-16,-1 4 0 16,3 1 0-16,0 6 0 0,4 6 0 15,1 4 0-15,5 4 0 0,2 7 0 16,7 0 0-16,5 3 0 0,3 2 0 15,-1 1 0-15,3 1 0 0,-3-2 0 16,-3 0 0-16,-5-3 0 0,-6-1 0 16,-2-4 0-16,-2-6 0 0,-4-3 0 15,-4-6 0-15,-3-7-549 16,-3-6-948-16,3-5 73 0,1-6-85 0</inkml:trace>
  <inkml:trace contextRef="#ctx0" brushRef="#br0" timeOffset="41706.39">27780 12690 5762 0,'0'0'1921'0,"0"0"-1412"16,0 0-509-16,39-14 0 0,-8 10 0 16,4 3 0-16,5 1 0 0,-1 0 0 15,4 0 0-15,7-3 0 16,0-4-93-16,-11 1-1187 0,-2-6-3371 0</inkml:trace>
  <inkml:trace contextRef="#ctx0" brushRef="#br0" timeOffset="42345.46">28309 12566 4978 0,'0'0'800'0,"0"0"-304"0,0 46 193 15,2-19-409-15,0 2-24 0,2-7 212 16,1 1-243-16,-5-5-225 0,4-4 0 16,-2-6 0-16,-2-3 0 0,0-4 0 15,2-1 0-15,-2-2 0 16,2-9 0-16,2-10 0 0,2-7 0 16,0-1 0-16,5 0 0 0,-1 4 0 15,-2 5 0-15,5 6 0 0,-5 6 0 16,-4 4 0-16,0 4 0 0,-2 1 0 15,1 9 0-15,-1 5 0 16,0 5 0-16,-2 2 0 0,0-1 0 16,0-5 0-16,0-2 0 0,2-5 0 15,0-3 0-15,2-2 0 16,2-2 0-16,2-2 0 0,3-1 0 16,5-9 0-16,1-3 0 0,-3 2 0 15,-3 2 0-15,-7 6 0 0,0 0 0 16,0 2 0-16,2 1 0 0,-2 2 0 15,3 9 0-15,1 9 0 0,-2 8 0 16,0 1 0-16,0-3 0 0,1-1 0 16,1-6 0-16,2-1 0 0,1-5 0 15,1-6-269-15,2-2-627 16,-5-4-945-16,-1-3-16 0</inkml:trace>
  <inkml:trace contextRef="#ctx0" brushRef="#br0" timeOffset="42671.62">28789 12673 7207 0,'0'0'892'0,"-19"-40"-799"0,7 19-93 0,4 3 0 15,-3 6 0-15,1 4 0 16,2 3 0-16,-3 5 0 0,-3 7 0 16,1 6 0-16,1 5 0 0,-5 4 0 15,5 2 0-15,4 0 0 0,4 1 0 16,4-4 0-16,6-1 0 0,6-5 0 15,5-3 0-15,1-6 0 0,1-4 0 16,0-3 0-16,-5-6 0 0,-4-4 0 16,1 0 0-16,-5 2 0 0,-4 1 0 15,0 3 0-15,-2 1 0 0,0 3 0 16,0 1 0-16,0 0 0 16,-2 4 0-16,0 8 0 0,2 6 0 15,0 3 0-15,6-3 0 0,7-4 0 16,3-6 0-16,3-2-441 0,1-5-155 15,-3-1-561-15,-3 0-15 16,-1-2-189-16</inkml:trace>
  <inkml:trace contextRef="#ctx0" brushRef="#br0" timeOffset="43021.54">29051 12597 4153 0,'0'0'1597'0,"0"0"-516"0,0 0 147 15,0 0-1095-15,0 0-133 0,-41-15 0 16,24 20 0-16,1 1 0 0,-3 1 0 16,5 1 0-16,-1 1 0 0,1 0 0 15,4 2 0-15,3 1 0 16,1 0 0-16,6 1 0 0,0-1 0 16,6-1 0-16,7 0 0 0,3-2 0 15,1-1 0-15,3-3 0 0,-1-1 0 16,-2 1 0-16,1-3 0 0,-5 3 0 15,-3-4 0-15,-2 2 0 16,-6-1 0-16,-2 0 0 0,0 2 0 16,0 0 0-16,-4 1 0 0,-2 1 0 15,-4 1 0-15,-5-1 0 16,1 1 0-16,-3-3 0 0,-1-2 0 16,1 2 0-16,-2-3 0 0,-1 3 0 15,1-2 0-15,3 2 0 0,5-1 0 16,5 2 0-16,4-3-453 0,2 3-984 15,6 0 161-15,0 0 235 0,13-4-591 0</inkml:trace>
  <inkml:trace contextRef="#ctx0" brushRef="#br0" timeOffset="43313.13">29227 12638 4053 0,'0'0'1633'0,"0"0"-853"16,0 0-115-16,0 0-345 0,0 0-76 15,-25-34 184-15,5 31-359 16,-3 3-69-16,0 2 0 0,7 0 0 16,3 2 0-16,3 1 0 0,6 4 0 15,2 3 0-15,2 3 0 16,8-1 0-16,8 4 0 0,5 1 0 16,2-1 0-16,4 1 0 0,-5 0 0 15,-1-4 0-15,-4-1 0 0,-9 0 0 16,-6-1 0-16,-4-1 0 0,-13 0 0 15,-3 1 0-15,-5-2 0 0,-4-4 0 16,0-2 0-16,0-5 0 0,7 0 0 16,3-4 0-16,9 1 0 0,2-1-421 15,4 2-1772-15,2-5-1713 0</inkml:trace>
  <inkml:trace contextRef="#ctx0" brushRef="#br0" timeOffset="44281.84">28255 15709 4782 0,'0'0'1088'0,"0"0"-259"15,0 0-69-15,0 0-27 0,0 0-733 16,0 0 0-16,0 0 0 0,0 0 0 15,0 0 0-15,0 0 0 0,11-9 0 16,-5 20 0-16,0 10 0 16,2 7 0-16,-1 6 0 0,-3 5 0 15,-4 1 0-15,2 5 0 0,-2 1 0 16,0 2 0-16,0 0 0 0,-2-3 0 16,0-3 0-16,0-7 0 0,2-6 0 15,0-5 0-15,0-8 0 0,0-4 0 16,0-6 0-16,0-5-101 0,-2-1-2196 15,2-6-332-15</inkml:trace>
  <inkml:trace contextRef="#ctx0" brushRef="#br0" timeOffset="45045.71">28301 16304 3961 0,'0'0'1349'0,"0"0"-52"15,0 0-481-15,0 0-228 0,0 0-407 16,6-34-181-16,-24 33 0 0,-5 1 0 15,-4 4 0-15,-2 4 0 16,0 4 0-16,4-1 0 0,-4 3 0 16,5 1 0-16,-1-1 0 0,0 2 0 15,6 0 0-15,5-2 0 0,6 2 0 16,3 0 0-16,7-1 0 16,9 0 0-16,7-1 0 0,7 1 0 15,10-4 0-15,5-1 0 0,1-2 0 16,2 1 0-16,-1 1 0 0,-3 0 0 15,0 0 0-15,-8 1 0 16,-8-3 0-16,-11-1 0 0,-3 2 0 16,-7 0 0-16,-2-2 0 0,0 0 0 15,0-2 0-15,-2-1 0 0,-4 0 0 16,-1 2 0-16,-7 1 0 0,-7 0 0 16,-6 0 0-16,-2-1 0 0,-4 2 0 15,2 1 0-15,-2 1 0 0,0 4 0 16,2 0 0-16,4 0 0 15,7 4 0-15,3 0 0 0,5-1 0 16,7 1 0-16,5 0 0 0,7-1 0 16,5-3 0-16,7-1 0 0,1-1 0 15,5-4 0-15,0 0 0 16,2-2 0-16,0-1 0 0,-2 0 0 16,-1-2 0-16,-5 1 0 0,-7-2 0 15,-5 1 0-15,-5-1 0 0,-2-2 0 16,0 3 0-16,-2 1 0 0,-9 5 0 15,-5 2 0-15,-7 1 0 16,-4 0 0-16,-4 0 0 0,0-2 0 0,-2 0 0 16,2 3 0-16,0 0 0 15,2 1 0-15,4-2 0 0,5 0 0 16,7-5 0-16,3 4 0 0,6-4 0 16,4-1 0-16,2 0 0 0,10-1 0 15,5 2 0-15,3-1 0 0,3-2 0 16,0 1 0-16,0 1-337 15,-5 2-1056-15,-1 3 357 0,-7-2 0 16,-4 0-1782-16</inkml:trace>
  <inkml:trace contextRef="#ctx0" brushRef="#br0" timeOffset="45524.43">28111 17101 4494 0,'0'0'772'0,"0"0"480"0,-40 17-555 16,34-5-93-16,4 3-231 0,2 5-373 15,2 6 0-15,7 10 0 0,-3 5 0 16,-4 10 0-16,0 6 0 0,-2 7 0 15,-2 4 0-15,-4 3 0 16,-3 2 0-16,-1-6 0 0,0 0 0 0,-3-4 0 16,3-1 0-16,0 0 0 15,-1-7 0-15,3-10 0 0,0-6 0 16,2-10 0-16,1-9 0 0,1-7 0 16,4-6 0-16,-2-3 0 0,2-2 0 15,0-2 0-15,0 0 0 0,2-10 0 16,2-7 0-16,1-1-1365 15,1-7-2941-15</inkml:trace>
  <inkml:trace contextRef="#ctx0" brushRef="#br0" timeOffset="45991.95">27507 18226 3549 0,'0'0'244'0,"0"0"757"0,0 0-313 15,0 0-144-15,0 0 325 0,0 0-173 16,42 8-95-16,-7-2-601 0,6 2 0 15,13-2 0-15,8-4 0 16,6-1 0-16,6-1 0 0,9 1 0 0,6 6 0 16,0 5 0-16,-2 3 0 15,-15 1 0-15,-10 0 0 0,-14-2 0 16,-13-1 0-16,-13-4-545 0,-9-3-1188 16,-7-3 481-16,-4-2-97 0</inkml:trace>
  <inkml:trace contextRef="#ctx0" brushRef="#br0" timeOffset="48677.08">27284 18283 2813 0,'0'0'1404'16,"0"0"-643"-16,0 0 79 0,0 0 145 16,0 0-485-16,0 0-76 0,0 0 41 15,0 0-465-15,0 0 0 0,0 0 0 16,-23 0 0-16,23 0 0 15,0 0 0-15,4 0 0 0,7 0 0 16,3 1 0-16,9 2 0 0,12 0 0 16,15 1 0-16,24-2 0 0,13-1 0 15,16-1 0-15,13-1 0 16,6 0 0-16,12 1 0 0,9 6 0 16,2 4 0-16,1 6 0 0,-3 4 0 15,-11 0 0-15,-26-3 0 0,-13 0 0 16,-13-2 0-16,-16-5 0 0,-4-1 0 15,-16-5 0-15,-17-4 0 0,-13-1-1662 16,-12-13-595-16</inkml:trace>
  <inkml:trace contextRef="#ctx0" brushRef="#br0" timeOffset="50252.22">27458 17605 5678 0,'0'0'1353'0,"0"0"-449"16,0 0-647-16,0 0-257 0,0 0 0 15,-9 56 0-15,3-17 0 0,-2 8 0 16,4-3 0-16,0 2 0 16,1 5 0-16,1 3 0 0,2 7 0 15,0-2 0-15,2-2 0 0,-2-7 0 16,3-4 0-16,-1-9 0 0,-2-6 0 16,0-8 0-16,0-7 0 0,0-8 0 15,0-5-257-15,0-3-399 0,0-9-637 16,2-1 57-16,-2-13-73 0</inkml:trace>
  <inkml:trace contextRef="#ctx0" brushRef="#br0" timeOffset="50525.25">27422 17616 4686 0,'0'0'668'0,"0"0"452"0,2-41-571 16,-2 36-133-16,0 3 112 16,0 1-332-16,0 1-167 0,-2 0-29 15,-4 3 0-15,-6 7 0 0,-11 7 0 16,-6 5 0-16,-2 1 0 0,4-3 0 16,7-6 0-16,9-7 0 0,7-2 0 15,2-3 0-15,2-2 0 0,12-2-417 16,13-9-347-16,6-5-173 15,-2 0-1628-15,0 0-428 0</inkml:trace>
  <inkml:trace contextRef="#ctx0" brushRef="#br0" timeOffset="50663.83">27511 17553 4578 0,'0'0'808'15,"0"0"1213"-15,0 0-1249 16,0 0-759-16,0 0-13 0,0 0 0 16,29 38 0-16,0-16 0 0,6 3 0 15,3-4 0-15,3-4 0 0,-2-5 0 16,5-1 0-16,-7-3 0 0,-2 0 0 15,-10-3 0-15,-9-1-2626 16,-3-3-2032-16</inkml:trace>
  <inkml:trace contextRef="#ctx0" brushRef="#br0" timeOffset="51581.5">26941 17093 5854 0,'0'0'1113'0,"-13"-57"-457"15,1 29-87-15,-5 10-569 0,-1 4 0 16,-1 10 0-16,-1 4 0 16,-3 6 0-16,0 8 0 0,-2 4 0 15,-2 4 0-15,5 5 0 0,-1 2 0 16,6 2 0-16,7-4 0 0,6-2 0 15,4-4 0-15,12-4 0 16,5-3 0-16,8-4 0 0,4-9 0 0,2-4 0 16,4-7 0-16,-4-6 0 15,0-1 0-15,-4 0 0 0,-7 0 0 16,-5 3 0-16,-5 6 0 0,-6 2 0 16,-2 3 0-16,-2 3 0 0,-2 1 0 15,0 6 0-15,-4 5 0 0,-2 7 0 16,2 4 0-16,1 2 0 15,5-4 0-15,7-4 0 0,5-2 0 16,2 0 0-16,5-5 0 0,-2 0 0 16,-3-2 0-16,-6-3 0 0,-1-2-849 15,-5 1-2120-15</inkml:trace>
  <inkml:trace contextRef="#ctx0" brushRef="#br0" timeOffset="52028.24">27139 17163 3845 0,'0'0'3066'0,"0"0"-2190"16,0 0-471-16,0 0-405 0,0 0 0 16,0 0 0-16,0 0 0 0,0 0 0 15,-41 60 0-15,20-23 0 0,1 3 0 16,3 1 0-16,7 1 0 0,1 1 0 15,7-3 0-15,4-5 0 16,9-6 0-16,1-7 0 0,7-7 0 16,1-8 0-16,3-6 0 0,0-4 0 15,2-12 0-15,-5-5 0 0,-3-3 0 16,-7-5 0-16,-6 2 0 0,-6 2 0 16,-10 4 0-16,-7 5 0 0,-3 4 0 15,-3 2 0-15,2 2 0 0,2-3 0 16,7 0 0-16,4 1-433 15,1-3-4437-15</inkml:trace>
  <inkml:trace contextRef="#ctx0" brushRef="#br0" timeOffset="56092.06">26635 17658 4277 0,'0'0'657'0,"0"0"-225"0,0 0 300 16,0 0-348-16,0 0-95 0,0 0 79 15,49 29-348-15,-9-26-20 0,3 1-276 16,3-3-117-16,-5 0-27 15,-6 0-604-15,-6 3 275 0,-4-3 277 16,-11 3 112-16,-5-2-112 0,-5-1 20 16,-4 0 192-16,-11 1 260 0,-5-1 252 15,-11-1-252-15,6 0-16 16,-6-1-1061-16</inkml:trace>
  <inkml:trace contextRef="#ctx0" brushRef="#br0" timeOffset="56191.86">26583 17724 5718 0,'0'0'368'0,"44"4"-144"0,-5-4 553 16,8 1-401-16,3 1-24 0,6 0-352 15,0-1-28-15,-11 1-936 0,1 0-2446 0</inkml:trace>
  <inkml:trace contextRef="#ctx0" brushRef="#br0" timeOffset="60297.53">32379 17095 1524 0,'0'0'472'0,"0"0"-424"0,0 0-48 16,0 0-288-16,0 0-976 0</inkml:trace>
  <inkml:trace contextRef="#ctx0" brushRef="#br0" timeOffset="66226.14">28282 15912 3745 0,'-6'80'0'0,"2"-13"-84"0,-4 23-3081 0</inkml:trace>
  <inkml:trace contextRef="#ctx0" brushRef="#br0" timeOffset="69700.03">17312 10704 3141 0,'0'0'872'0,"0"0"-443"0,0 0 163 15,10 39 380-15,-5-14-460 0,-3 5-139 16,2 4 239-16,-4 1-352 16,0 2-72-16,4 4 53 0,-4 3-241 15,2 5 0-15,-2 4 0 0,4 3 0 16,-4 2 0-16,0 4 0 0,0 3 0 16,6 4 0-16,-2 6 0 15,1 6 0-15,1 0 0 0,-2 3 0 16,4 1 0-16,0 3 0 0,-1-1 0 15,3 3 0-15,-4 2 0 0,2-2 0 16,-1 0 0-16,-3 0 0 0,-2-1 0 16,4 2 0-16,-4-1 0 0,0-2 0 15,2-1 0-15,-2-4 0 16,3-4 0-16,-5-3 0 0,0-1 0 16,0-5 0-16,-5 0 0 0,-1-5 0 15,4-7 0-15,-6-5 0 0,2-4 0 16,-1-8 0-16,-1-2 0 15,2-4 0-15,2-7 0 0,-2-6 0 16,6-6 0-16,-4-4-389 0,4-5-243 16,0-5 32-16,4-2-781 15,-4 0-176-15,4-8-1140 0</inkml:trace>
  <inkml:trace contextRef="#ctx0" brushRef="#br0" timeOffset="71205.32">17513 13716 1696 0,'0'0'593'0,"0"0"-209"15,0 0 204-15,0 0-252 16,-33-24-56-16,26 19 156 0,3-2-147 15,-2 0-117-15,2 0 8 0,-2 0-60 16,-3 0-24-16,7 1 112 0,-2 1-60 16,0 1 32-16,2 3 140 15,2-1-152-15,-4 2-28 0,4-1 28 16,0 1-91-16,0 0 31 0,0 0 88 16,10 0-124-16,11 1 96 0,16 1 160 15,15 1-200-15,8 0-24 0,2-1-8 16,6 1-80-16,6 0-12 0,9-1-4 15,8-1 4-15,6 0-4 0,13-1 0 16,5 0 4-16,12 0-4 0,7-1 0 16,7 0 8-16,9 0-8 15,5 1 40-15,3 0 36 0,7 0 64 16,-2 4-19-16,1 0-121 0,-5 2 0 16,-2 0 0-16,2 0 0 0,-8 0 0 15,0 1 0-15,-4 1 0 16,-9 0 0-16,-2-2 0 0,-5-2 0 15,-11-1 0-15,-13-3 0 0,-14 0 0 16,-12-3 0-16,-17-4 0 0,-8-2 0 16,-15-1-77-16,-14-4-211 15,-11-1-256-15,-7-2-164 0,-7 3-1005 16,-9-1-160-16</inkml:trace>
  <inkml:trace contextRef="#ctx0" brushRef="#br0" timeOffset="72529.2">19871 14525 3969 0,'0'0'505'0,"-2"-52"263"16,-6 23-152-16,0 1-176 15,-1-1-99-15,-3-1-261 0,2-1 36 16,-5 1 172-16,1 3-124 0,-3 1 0 16,3 3 88-16,-3 3-148 15,7 4 12-15,-7 2 8 0,5 6-116 16,-1 3-4-16,1 5-4 0,0 2-8 15,3 5 8-15,-1 6-4 0,4 5-20 16,0 3 24-16,4 10 0 16,0 5-16-16,4 9 16 0,2 7 0 15,4 3-12-15,2 5 12 0,-1 0 0 16,-5 1-8-16,2-4 8 0,-6-3 0 16,0-3-68-16,0-2 52 0,-6-8-40 15,4-4-96-15,-7-6-60 0,7-6-368 16,-6-6-21-16,6-8-55 0,0-6-1061 15,-4-2-340-15</inkml:trace>
  <inkml:trace contextRef="#ctx0" brushRef="#br0" timeOffset="72700.96">19524 14760 6538 0,'0'0'641'0,"0"0"135"0,0 0-539 16,43-4-237-16,-14 8 0 0,2-2 0 15,-4 2 0-15,-4-2 0 0,4 1 0 16,-2-1 0-16,1 0 0 16,-5 0 0-16,4 0 0 0,-6-2 0 15,-5 0-1477-15,-4 0-552 0</inkml:trace>
  <inkml:trace contextRef="#ctx0" brushRef="#br0" timeOffset="74079.03">15357 11580 3857 0,'0'0'645'0,"0"0"-69"0,0 0 424 15,12-44-443-15,-2 30-137 0,-5-2 192 16,1-3-280-16,0-2-139 0,-4-2-193 16,0-2 0-16,-2 0 0 0,-4 3 0 15,-4 1 0-15,-3 4 0 16,-3 3 0-16,-1 5 0 0,-1 2 0 0,-1 5 0 16,1 2 0-16,-3 6 0 15,-4 8 0-15,-1 7 0 0,-3 9 0 16,-4 5 0-16,4 6 0 15,4 4 0-15,-2 1 0 0,25-46 0 16,-20 88 0-16,20-53 0 0,6-5 0 16,8-10 0-16,13-6 0 0,0-7 0 15,4-7 0-15,0-7 0 0,4-5 0 16,-6-4 0-16,-8-4 0 0,-1-1 0 16,-1 0 0-16,-6 3 0 15,1 3 0-15,-2 1 0 0,-1 6 0 16,-5 3 0-16,-2 4 0 0,0 1 0 15,-2 8 0-15,7 10 0 0,-7 9 0 16,2 6 0-16,2 4 0 0,2-4 0 16,3-2 0-16,5-1 0 0,1-5 0 15,-3 0 0-15,3-3 0 16,-3-2-193-16,-6-6-1087 0,1-2-473 0</inkml:trace>
  <inkml:trace contextRef="#ctx0" brushRef="#br0" timeOffset="75035.38">15782 11829 3769 0,'0'0'793'0,"0"0"431"16,0 0-520-16,0 0-171 0,0-33 399 15,0 28-695-15,0-1-237 16,-6 1 0-16,-4 0 0 0,-9-1 0 0,-1 3 0 16,-3 3 0-16,2 3 0 15,5 7 0-15,-1 3 0 0,3 2 0 16,-1 3 0-16,9-1 0 0,2 4 0 15,4-1 0-15,8-1 0 16,2-1 0-16,7-4 0 0,0-5 0 16,3-4 0-16,5-5 0 0,-6 0 0 15,1-4 0-15,1-4 0 0,-7-1 0 16,-7-3 0-16,3-2 0 16,-6 0 0-16,-4-1 0 0,0 2 0 15,-4 3 0-15,-6 1 0 0,-1 2 0 16,-1 0 0-16,-3 2-509 0,5 3-1084 15,6 0 85-15,2 2-477 0</inkml:trace>
  <inkml:trace contextRef="#ctx0" brushRef="#br0" timeOffset="75314.06">15824 11836 5458 0,'0'0'1020'0,"0"0"-347"15,0 0 368-15,0 0-1041 16,0 0 0-16,0 0 0 0,0 0 0 16,0 0 0-16,0 0 0 0,6 31 0 15,0-9 0-15,-2-3 0 0,3-4 0 16,3 0 0-16,0-3 0 16,5-3 0-16,1-4 0 0,-1-4 0 15,1-1 0-15,1-7 0 0,-1-3 0 16,1-1 0-16,-3-3 0 0,-3-1 0 15,-1 0 0-15,0-2 0 0,-3 3 0 16,-1 0 0-16,-2 1 0 0,2-1 0 16,-2 0 0-16,2-5 0 0,-6-3-289 15,0 4-1156-15,5-5-692 0</inkml:trace>
  <inkml:trace contextRef="#ctx0" brushRef="#br0" timeOffset="75585.91">16140 11458 6963 0,'0'0'1229'16,"0"0"-1229"-16,0 0 0 0,0 0 0 15,0 0 0-15,0 0 0 0,-6 39 0 16,2-7 0-16,0 6 0 0,-3 4 0 16,1-1 0-16,2 1 0 15,0 3 0-15,4-3 0 0,0-2 0 16,4-2 0-16,2-4 0 0,9-3 0 15,5-6 0-15,1-6 0 0,2-5 0 16,-3-5 0-16,5-8 0 0,-8-5 0 16,-1-9 0-16,-5-7 0 0,-3 2-1994 15,-6-3-547-15</inkml:trace>
  <inkml:trace contextRef="#ctx0" brushRef="#br0" timeOffset="75704.83">15946 11717 6154 0,'0'0'200'16,"0"0"369"-16,0 0 107 16,62 19-100-16,-8-17-559 0,8-1-17 15,2-2 0-15,-2-4 0 0,-2-3 0 16,-19 2-1133-16,0-2-4470 0</inkml:trace>
  <inkml:trace contextRef="#ctx0" brushRef="#br0" timeOffset="76150.17">15022 12168 6442 0,'0'0'653'16,"0"0"-185"-16,0 0-96 0,66 4-115 16,-6-4-257-16,14 1 0 0,15-1 0 15,0 0 0-15,0 0 0 16,6 0 0-16,-2 0 0 0,-2 0 0 16,-6 3 0-16,-3-2 0 0,-13 1 0 15,-18 2 0-15,-11 1 0 0,-20 2-421 16,-16 4-723-16,-8 5 39 15,-6-2-68-15,-17 2-3108 0</inkml:trace>
  <inkml:trace contextRef="#ctx0" brushRef="#br0" timeOffset="76647.7">15268 12522 4946 0,'-6'-36'844'0,"-5"4"-220"15,-3-1 497-15,-7 5-769 16,0 6-104-16,-5 8-191 0,3 11-57 16,-2 3 0-16,0 13 0 0,2 6 0 15,3 9 0-15,-5 4 0 16,8 7 0-16,7 0 0 0,8 3 0 16,2-3 0-16,2-6 0 0,8-3 0 15,7-9 0-15,8-6 0 0,2-7 0 16,0-8 0-16,4-7 0 0,0-8 0 15,-7-3 0-15,-1-2 0 0,-8 0 0 16,-3 2 0-16,2 4 0 0,-7 5 0 16,1 4 0-16,-6 4 0 0,2 1 0 15,-2 7 0-15,2 7 0 0,2 7 0 16,3 7 0-16,-3-2 0 16,4-2 0-16,1-7 0 0,1-1 0 15,3-5 0-15,5-6 0 0,-3-2-549 16,-1-6-1344-16,-1-2-184 15,-5-4-1484-15</inkml:trace>
  <inkml:trace contextRef="#ctx0" brushRef="#br0" timeOffset="77093.82">15483 12709 3473 0,'0'0'1281'0,"0"0"-701"0,0 0 208 0,0 0 225 16,0 0-497-16,0 0-48 0,0 0-395 16,2 52-73-16,-2-29 0 0,0 0 0 15,0-5 0-15,0-1 0 0,0-5 0 16,4-4 0-16,0-4-45 16,-2-2-1768-16,6-2-480 0</inkml:trace>
  <inkml:trace contextRef="#ctx0" brushRef="#br0" timeOffset="77887.67">15505 12457 4594 0,'0'0'928'0,"0"0"581"0,0 0-753 16,0 0-351-16,0 0-405 0,0 0 0 15,-6 34 0-15,0-5 0 16,-4 6 0-16,1 3 0 0,1 5 0 16,0 3 0-16,2 3 0 0,6-1 0 15,0 1 0-15,6-5 0 0,4-5 0 16,1-5 0-16,5-8 0 0,3-7 0 15,-1-4 0-15,1-8 0 0,-3-6 0 16,-1-5 0-16,-5-8 0 0,-1-8 0 16,-9-3 0-16,0-5 0 0,0-2 0 15,-11 0 0-15,-1 0 0 0,-5 6 0 16,-8 7 0-16,-1 3 0 16,1 6 0-16,4 5 0 0,-2 3 0 15,7 1 0-15,-3 1-813 0,9 2-1080 16</inkml:trace>
  <inkml:trace contextRef="#ctx0" brushRef="#br0" timeOffset="78573.08">15789 12868 6118 0,'0'0'677'0,"-23"-43"-393"16,8 26 376-16,1 6-504 0,2 3-68 15,-3 8 40-15,5 2-108 0,-1 10 12 16,1 3-3-16,0 4-29 0,4 3 0 15,-1-2 0-15,3 1 0 16,2-5 0-16,2-2 0 0,2-2 0 16,9-3 0-16,-1-3 0 0,0-5 0 15,7-1 0-15,-3 0 0 16,-1-6 0-16,-3 0 0 0,0 0 0 16,-1 2 0-16,-3 0 0 0,-2 4 0 15,2 0 0-15,-2 1 0 0,2 7 0 16,-3 7 0-16,-3 4 0 0,0 1 0 15,0-1 0-15,2-5 0 0,4-4 0 16,4-7 0-16,7-3 0 0,5-5-633 16,3-9-207-16,-8 1-329 0,1-3-4297 15</inkml:trace>
  <inkml:trace contextRef="#ctx0" brushRef="#br0" timeOffset="78884.09">16028 12833 5842 0,'0'0'1149'16,"0"0"-625"-16,0 0 153 0,0 0-677 15,0 0 0-15,-45-24 0 16,33 20 0-16,-3 3 0 0,5 1 0 16,-1 1 0-16,7 3 0 0,-2 3 0 15,6 4 0-15,0 5 0 0,6 2 0 16,5 0 0-16,3-2 0 0,3 0 0 15,-1-2 0-15,-1 0 0 0,-5-2 0 16,4 0 0-16,-3-4 0 0,-5 0 0 16,-4-2 0-16,-2-2 0 0,0 1 0 15,-2 2 0-15,-8 0 0 16,-11 0 0-16,-4-1 0 0,5-5 0 16,-3-1 0-16,8-1 0 0,5-4 0 15,4 1-465-15,6 1-519 0,-2 1-169 16,4-4-2012-16</inkml:trace>
  <inkml:trace contextRef="#ctx0" brushRef="#br0" timeOffset="79132.24">16163 12918 5354 0,'0'0'1064'0,"0"0"397"16,35-25-1148-16,-25 13-313 0,3-1 0 15,-3 0 0-15,0 0 0 0,-5 1 0 16,1 3 0-16,-6 3 0 0,0 1 0 15,0-1 0-15,-11 3 0 0,-7 4 0 16,-7 9 0-16,-2 9 0 0,0 7 0 16,2 0 0-16,5 3 0 0,3-3 0 15,13-3 0-15,4-1 0 16,8-3 0-16,11-2 0 0,10-4 0 16,10-6 0-16,13-5 0 0,6-3 0 15,-11-3-1053-15,-1-5-1580 0</inkml:trace>
  <inkml:trace contextRef="#ctx0" brushRef="#br0" timeOffset="80760.88">17444 12425 2669 0,'0'0'632'16,"0"0"176"-16,0 0-299 0,0 0-157 16,0 0-36-16,0 0-244 0,0 0-36 15,0 0-12-15,0 0-12 0,0 0-12 16,-6-7 56-16,4 5 24 0,2 2 44 15,0 0 96-15,0 0-140 16,0 0-8-16,0 2 40 0,0 1-88 16,0 2 36-16,0-1 44 0,-2 0-92 15,2 1 4-15,0-3-16 16,4 0 0-16,7-2-4 0,9 0-8 16,3-4-252-16,6 0-32 0,-2 1-428 15,-4 1 72-15,1 2-29 0,3 0-379 16,-6 2 339-16,0 1 117 0</inkml:trace>
  <inkml:trace contextRef="#ctx0" brushRef="#br0" timeOffset="80932">18127 12460 6142 0,'0'0'801'0,"0"0"-769"0,0 0 20 16,0 0 12-16,0 0-52 0,51-19-24 15,-34 11-36-15,-1 1-440 16,5 0-305-16,0 0-1152 0,-1 0 517 16,-3 3-577-16</inkml:trace>
  <inkml:trace contextRef="#ctx0" brushRef="#br0" timeOffset="81229.89">18710 12409 2797 0,'0'0'872'0,"57"0"-79"0,-30 0 207 16,-2 0-560-16,2-1-240 0,4 0-144 15,2-1-56-15,-2 0-8 0,4 1-292 16,2 0-256-16,-4 1 52 0,7-1-145 16,-1-2 381-16,-2 2 44 0,2-1-384 15,-1 2 148-15,-1-2 268 0,0 0 192 16,0 1 184-16,9-1-64 16,-1 2 36-16,7-1-56 0,0 1-28 15,3 0-44-15,1 0-24 0,-4 1-4 16,0 1 8-16,-5-2 56 0,-3 0 248 15,-5 0 388-15,-6 0-191 16,4 0-21-16,-2 0 180 0,-2 0-380 16,5-2-100-16,1 1-8 0,4-2-176 15,-1 2-8-15,7-5 4 16,1 3-124-16,-1-2-140 0,7 1-632 16,-17 2-41-16,-1 0-307 0</inkml:trace>
  <inkml:trace contextRef="#ctx0" brushRef="#br0" timeOffset="81339">20750 12357 4337 0,'0'0'1181'0,"49"0"-489"0,-16 1 269 16,3 1-521-16,1-2-184 0,6 1-180 16,7-1-76-16,-1 0-184 0,3 0-668 15,0 0-41-15,-13 0-275 16,2-4-2082-16</inkml:trace>
  <inkml:trace contextRef="#ctx0" brushRef="#br0" timeOffset="81432.6">21593 12380 7011 0,'0'0'880'0,"68"1"-579"15,-20-1-301-15,-1 0 0 16,7 0 0-16,2-5 0 0,-13 0-969 16,3-2-1176-16</inkml:trace>
  <inkml:trace contextRef="#ctx0" brushRef="#br0" timeOffset="82713.1">22203 12694 3593 0,'0'0'1125'0,"0"0"11"15,0 0-504-15,0 0-35 0,0 0 59 16,45-35-460-16,-26 13-92 0,2-2-36 16,-5 0-56-16,1 1-12 0,-3-2 0 15,1 5 4-15,-5 1-4 0,-4 7 12 16,3 4-4-16,-7 4-8 16,-2 4 0-16,6 0-4 0,-2 4 4 15,0 10 0-15,-4 13-28 0,2 7 28 16,-2 9 0-16,-4 1 4 15,0 2-4-15,0 2 16 0,0-3 8 16,4-2-12-16,4-6 13 0,6 0-25 16,5-7 0-16,1-3 0 0,1-2-73 15,1-4-231-15,-3-2-760 16,-5-7 147-16,-2-3-303 0</inkml:trace>
  <inkml:trace contextRef="#ctx0" brushRef="#br0" timeOffset="82860.12">22104 13045 7767 0,'0'0'404'0,"35"7"-383"15,2-2-21-15,6 2 0 16,17 0 0-16,2 0 0 0,3 1 0 16,-3 0 0-16,-3 1 0 0,-5 1 0 15,-17-2-1365-15,-3-1-840 0</inkml:trace>
  <inkml:trace contextRef="#ctx0" brushRef="#br0" timeOffset="85425.07">17432 12382 4157 0,'0'0'625'15,"0"0"147"-15,0 0-184 0,0 0-188 16,0 0 201-16,0 0-377 0,0 0-76 15,0 0 68-15,0 0-84 16,0 0 40-16,-8 0-15 0,12-2-157 16,2 2 0-16,-2-3 0 0,0 2 0 15,-2-1 0-15,3-1 0 16,-1 2 0-16,2 0 0 0,0 1 0 16,4 0 0-16,11 2 0 0,0 2 0 15,2-3 0-15,1 1 0 0,-3-1 0 16,2-1 0-16,-1 0 0 0,-5 0 0 15,2 0 0-15,-5 0 0 0,-4 1 0 16,1 0 0-16,-1 0 0 0,-6-1 0 16,2 1 0-16,5 2 0 0,1-1 0 15,3-1 0-15,1 2 0 16,3-1 0-16,-3-2 0 0,1 0 0 16,-1 1 0-16,1-1 0 0,-3 0 0 15,3-1 0-15,-3 1 0 0,3 0 0 16,-9 0 0-16,0 0 0 0,-3 0 0 15,-1 1 0-15,0 0 0 16,-2 1 0-16,4 0 0 0,-2-1 0 16,2 0 0-16,5 0 0 0,3 1 0 15,3-2 0-15,-1 0 0 16,5-4 0-16,-2 3 0 0,-3-2 0 16,1 1 0-16,-5 2 0 0,-4 0 0 15,-1 0 0-15,-1 0 0 0,-2 0 0 16,0 0 0-16,-2 1 0 0,6 2 0 15,-1-2 0-15,-3 0 0 0,4 0 0 16,-4 0 0-16,6-1 0 0,5 0 0 16,-3-1 0-16,3-1 0 0,-1-2 0 15,-3 2 0-15,-3 1 0 16,-4-2 0-16,2 2 0 0,-2 0 0 16,7 0 0-16,-5 0 0 0,4-2 0 15,1 3 0-15,-1 0 0 0,0 0 0 16,5 3 0-16,-5 0 0 0,-2-2 0 15,-4 2 0-15,3-1 0 16,1 1 0-16,4 0 0 0,-1-1 0 16,7-2 0-16,-1 0 0 0,-3-1 0 15,-1-2 0-15,-3-1 0 16,-4 2 0-16,-2-1 0 0,0 2 0 16,-1 0 0-16,1 0 0 0,0 0 0 15,-2-1 0-15,2 1 0 0,-2 1 0 16,2 0 0-16,2 0 0 0,3 0 0 15,3 0 0-15,3 0 0 0,-3-1 0 16,2 1 0-16,-3 0 0 0,-1-2 0 16,0 1 0-16,1 0 0 0,-5 1 0 15,0 0 0-15,-2 0 0 0,0 0 0 16,1 0 0-16,1 0 0 16,0 0 0-16,-2 0 0 0,4 0 0 15,1 0 0-15,1 0 0 0,4 0 0 16,-1 0 0-16,3 0 0 0,-1-1 0 15,-5 1 0-15,-4 0 0 16,1 0 0-16,-3 0 0 0,2 0 0 16,-2 0 0-16,6 0 0 0,-3 0 0 15,3 0 0-15,0 0 0 16,1 0 0-16,9 0 0 0,-3 0 0 16,1 0 0-16,-5 0 0 0,3 0 0 15,-5 0 0-15,3 0 0 0,-4 0 0 16,-3 0 0-16,1 0 0 0,-2 0 0 15,-4 0 0-15,4-1 0 0,-1 0 0 16,3-1 0-16,-2-2 0 0,4 3 0 16,-3-2 0-16,1 1 0 0,0 1 0 15,-4 1 0-15,2 0 0 16,3 0 0-16,-1 0 0 0,0 0 0 16,-2 0 0-16,5 1 0 0,-3 0 0 15,0-1 0-15,3 1 0 0,-1 0 0 16,7-1 0-16,-5 2 0 0,0-1 0 15,3 1 0-15,-3 2 0 16,-1-3 0-16,3-1 0 0,-2 2 0 16,3-1 0-16,-3 0 0 0,3-1 0 15,-1 0 0-15,-1 0 0 16,3 0 0-16,-1-2 0 0,-5-1 0 16,7-2 0-16,-7 1 0 0,4-1 0 15,-3 0 0-15,-5 0 0 0,4 1 0 16,1 1 0-16,1-2 0 0,-2 2 0 15,1-1 0-15,-1 2 0 0,2-3 0 16,-3 2 0-16,1-1 0 0,0-2 0 16,1 4 0-16,-1-2 0 0,-2 2 0 15,-2-3 0-15,1 2 0 16,5-1 0-16,-4-1 0 0,-4 4 0 16,-2-2 0-16,5 0 0 0,-3 2 0 15,2-3 0-15,-2 2 0 0,4-1 0 16,-1 0 0-16,-1 0 0 15,0 0 0-15,0-2 0 0,-2 2 0 16,7-3 0-16,-5 0 0 0,2 1 0 16,-2 1 0-16,5-4 0 0,1 0 0 15,3-2 0-15,-5 1 0 0,4 1 0 16,-3 2 0-16,-1-1 0 16,-2 0 0-16,1 2 0 0,-3-1 0 15,0 3 0-15,-2-1 0 0,4-1 0 16,-1-1 0-16,-1 0 0 0,6-2 0 15,-4 1 0-15,3-1 0 0,-5-1 0 16,4 1 0-16,-1 0 0 0,-1-1 0 16,0 1 0-16,-2 1 0 0,1-1 0 15,-1 0 0-15,-2 1 0 16,2-1 0-16,-2-2 0 0,7 0 0 0,-3-3 0 16,0 0 0-16,0 0 0 15,1 1 0-15,-1 0 0 0,-2 1 0 16,2-1 0-16,-1 1 0 0,-1-2 0 15,0 2 0-15,2-1 0 16,-2 0 0-16,1 2 0 0,-1-1 0 16,2-1 0-16,-2 1 0 0,1 0 0 15,-3 1 0-15,6 0 0 0,-4-3 0 16,5-1 0-16,5-4 0 16,-1-4 0-16,1 3 0 0,-1 0 0 15,-1 3 0-15,-2-1 0 0,5-2 0 16,-3 0 0-16,-1 0 0 0,1 2 0 15,-3 0 0-15,5-1 0 0,-1 0 0 16,-3 2 0-16,3-2 0 0,-1 1 0 16,-2 2 0-16,3-2 0 0,-5 2 0 15,3 1 0-15,-3-2 0 16,0 3 0-16,-1 1 0 0,-3 3 0 16,-4-1 0-16,0 2 0 0,-2 2 0 15,2 0 0-15,-2 0 0 0,0 2 0 16,0 1 0-16,0 0 0 0,-2 1 0 15,-2 2 0-15,0 0-325 16,-1 3-1316-16,-1 1-4505 0</inkml:trace>
  <inkml:trace contextRef="#ctx0" brushRef="#br0" timeOffset="86984.6">20386 11342 3389 0,'0'0'1177'16,"0"0"-781"-16,0 0-84 0,0 0-72 16,0 0-160-16,0 0-4 0,0 0-8 15,0 0 8-15,0 0 84 16,0 0 264-16,0 0-171 0,37-24 7 16,-33 21 52-16,5-1-196 0,-3 1 36 15,0-1 164-15,0 2-176 0,0 0 24 16,-2-1-83-16,7 2-81 0,7-2 0 15,-1 1 0-15,0 0 0 0,-1 0 0 16,-6 1 0-16,3 1 0 16,-5 0 0-16,-2 0 0 0,-2 3 0 15,1 0 0-15,-3 2 0 0,2 3 0 16,0 2 0-16,-2 4 0 0,2 3 0 16,-2-1 0-16,-2-1 0 15,2-1 0-15,0-1 0 0,-2 1 0 16,0 1 0-16,4-1 0 0,-2 1 0 15,3-1 0-15,-5 1 0 0,2 1 0 16,-2-1 0-16,2 1 0 0,-2 0 0 16,2 1 0-16,-2 2 0 0,4 0 0 15,-2 0 0-15,2-1 0 0,-4 0 0 16,6-1 0-16,-2 2 0 16,1-1 0-16,-1-1 0 0,-2 0 0 15,4-1 0-15,-2-2 0 0,-4 2 0 16,6-2 0-16,-4-1 0 0,0 1 0 15,-2-1 0-15,5 0 0 16,-5 4 0-16,0-2 0 0,0 3 0 16,0 0 0-16,0 2 0 0,-5-1 0 15,5 1 0-15,-2 0 0 0,2 3 0 16,-2-3 0-16,2 1 0 16,-2-1 0-16,2 0 0 0,0 0 0 15,0-3 0-15,0 2 0 0,2-2 0 16,-2-2 0-16,2 2 0 0,0-3 0 15,-2 2 0-15,5 0 0 0,-3-2 0 16,-2 2 0-16,2-1 0 0,-2 1 0 16,2 0 0-16,-2 2 0 0,0-2 0 15,2 0 0-15,-2 0 0 16,2 0 0-16,0-2 0 0,-2 2 0 16,4-1 0-16,-2 0 0 0,0 0 0 15,0 0 0-15,-2-1 0 0,4 3 0 16,-1-1 0-16,-3 1 0 0,2 1 0 15,0 2 0-15,-2-1 0 16,4 1 0-16,2 0 0 0,-6 3 0 16,8-2 0-16,-2 2 0 0,1-1 0 15,-3 2 0-15,4-3 0 16,0 2 0-16,-1-2 0 0,7 0 0 16,-4 1 0-16,3-2 0 0,-3-2 0 15,5-2 0-15,-3 1 0 0,2 0 0 16,3 0 0-16,0 2 0 0,-3 0 0 15,7 2 0-15,-5 1 0 0,5 1 0 16,-3 0 0-16,1 0 0 0,0-1 0 16,1 0 0-16,-1 0 0 0,-3 1 0 15,-1-1 0-15,4 3 0 16,-1-3 0-16,-3 1 0 0,1 1 0 16,1-4 0-16,-3-1 0 0,3-1 0 15,-1-3 0-15,-1 0 0 0,3 0 0 16,-1-2 0-16,-1-1 0 15,1 1 0-15,-1 1 0 0,-1-1 0 16,-1 1 0-16,-1 3 0 0,3-2 0 16,-1-1 0-16,-3 2 0 15,1-3 0-15,-1 0 0 0,-4-1 0 16,-1-3 0-16,-5-2 0 0,-2-3 0 16,0-2 0-16,-9-2-2450 0</inkml:trace>
  <inkml:trace contextRef="#ctx0" brushRef="#br0" timeOffset="89563.37">18687 10246 6783 0,'0'0'92'0,"0"0"788"0,-4-40-443 16,-5 28-437-16,-3 1 0 0,-3 2 0 15,-3-1 0-15,-7 3 0 0,2 5 0 16,-1 2 0-16,-1 3 0 0,2 9 0 16,-2 6 0-16,5 2 0 0,3 4 0 15,-4-3 0-15,9 0 0 0,2-3 0 16,5-3 0-16,5-1 0 15,5 0 0-15,5 0 0 0,6 4 0 16,7 1 0-16,2 0 0 0,10 2 0 16,0 3 0-16,7 0 0 0,-3-1 0 15,-6 2 0-15,-2 0 0 16,-10-1 0-16,-9-2 0 0,-4-1 0 16,-8-5 0-16,-2 1 0 0,-10-5 0 15,-3-3 0-15,-7-2 0 16,-5-4 0-16,-4-3 0 0,0-3 0 15,4-4 0-15,2-2 0 0,6-2 0 16,7-1 0-16,6 2-213 0,6-1-787 16,8 0 311-16,5-2-171 0,3 3-773 15,3-2 229-15</inkml:trace>
  <inkml:trace contextRef="#ctx0" brushRef="#br0" timeOffset="89784.51">18945 10317 6386 0,'0'0'697'16,"0"0"412"-16,0 0-1109 15,-25 40 0-15,15-7 0 0,0 6 0 16,1 1 0-16,5-1 0 0,0 0 0 16,4-1 0-16,0-2 0 0,0-4 0 15,0-5 0-15,4-6 0 16,0-4 0-16,-2-9 0 0,3-4-1858 15,-5-8-535-15</inkml:trace>
  <inkml:trace contextRef="#ctx0" brushRef="#br0" timeOffset="90063.22">18898 10235 6655 0,'0'0'980'0,"16"-41"-423"16,1 23-557-16,1 4 0 0,3 3 0 15,-2 4 0-15,-1 5 0 0,-1 2 0 16,-1 7 0-16,5 3 0 0,-5 7 0 16,5 8 0-16,-4 5 0 15,3 3 0-15,-5 6 0 0,-3 0 0 16,-1 2 0-16,-7-2 0 0,-4-1 0 16,-11-4 0-16,-1-1 0 0,-7-2 0 15,-5-4 0-15,-10-3 0 16,1-4 0-16,-4-5 0 0,2-4 0 15,2-4 0-15,8-2 0 0,9-5 0 16,7 0 0-16,7 0-409 0,2-2-1024 16,4 1-31-16,9-3 55 0</inkml:trace>
  <inkml:trace contextRef="#ctx0" brushRef="#br0" timeOffset="90422.82">19398 10360 5702 0,'0'0'945'0,"0"0"267"0,-31-38-879 16,14 38-333-16,1 1 0 0,-5 9 0 15,0 5 0-15,1 6 0 16,-1 6 0-16,5 5 0 0,3 4 0 15,5 3 0-15,8 2 0 0,6-4 0 16,4-2 0-16,11-8 0 0,0-6 0 16,6-5 0-16,4-8 0 0,2-3 0 15,-8-5 0-15,-1-6 0 0,-5-6 0 16,-7-6 0-16,-3-4 0 0,-5-6 0 16,-4-3 0-16,-2-5 0 0,-7-2 0 15,5 0 0-15,-4-3 0 16,0 5 0-16,6 6 0 0,-2 8 0 15,8 4-1169-15,6 5 20 0,-2 4-83 16,7 0-1594-16</inkml:trace>
  <inkml:trace contextRef="#ctx0" brushRef="#br0" timeOffset="90594.12">19615 10240 5782 0,'0'0'1221'15,"0"0"-413"-15,-25 35-427 16,6-2-381-16,5 9 0 0,-5 8 0 15,9 0 0-15,4-6 0 0,6-2 0 16,6 0 0-16,4-5 0 0,3-3 0 16,-3-3 0-16,5-5 0 0,-5-6 0 15,-4-7 0-15,-2-5 0 0,0-6-565 16,-4-2-1416-16,3-12-820 0</inkml:trace>
  <inkml:trace contextRef="#ctx0" brushRef="#br0" timeOffset="90738.8">19576 10232 6114 0,'0'0'825'16,"0"0"428"-16,43-29-1253 0,-24 23 0 16,1 2 0-16,-1 0 0 15,2 0 0-15,-1 1 0 0,-3 0 0 16,-1 0 0-16,-1 2 0 0,-1 1 0 16,-8 0 0-16,3 0 0 0,-7 3-533 15,-2 0-1052-15,0 4-2437 0</inkml:trace>
  <inkml:trace contextRef="#ctx0" brushRef="#br0" timeOffset="90879.09">19586 10435 6571 0,'0'0'1112'0,"0"0"-603"16,48 33-509-16,-22-27 0 0,12-5 0 16,-1-1 0-16,4-1 0 0,0-3 0 15,-3 2 0-15,-1-1 0 16,-6 0 0-16,-4-1-1465 0,-7-2-2065 0</inkml:trace>
  <inkml:trace contextRef="#ctx0" brushRef="#br0" timeOffset="91572.72">20359 10402 4802 0,'0'0'80'0,"0"0"468"16,0 0-56-16,0 0-88 0,0 0 337 15,23-33-257-15,-23 31-36 0,0-3-255 16,-6 0-193-16,-3 1 0 0,-3-2 0 16,-5 3 0-16,3 2 0 0,-3 2 0 15,5 7 0-15,-2 0 0 16,3 1 0-16,5 2 0 0,2-1 0 15,4 0 0-15,0 4 0 0,10-2 0 16,9 1 0-16,4 3 0 0,-1-2 0 16,3 0 0-16,2 2 0 0,-2-3 0 15,-5 0 0-15,-7-4 0 16,1-3 0-16,-10 1 0 0,-2-1 0 16,-2 5 0-16,-12 1 0 0,-4 4 0 15,-13-2 0-15,2-3 0 16,-4-2 0-16,6-5 0 0,0-2 0 15,4-2 0-15,7-3 0 0,6-2 0 16,2-4 0-16,6-2 0 0,4-2-393 16,8 0-307-16,9 0 91 0,4 1-615 15,-5 3 51-15,3-1-151 0</inkml:trace>
  <inkml:trace contextRef="#ctx0" brushRef="#br0" timeOffset="92003.96">20599 10405 4273 0,'0'0'973'15,"0"0"219"-15,0 0-603 0,0 0-233 16,0 0 52-16,-41 46-220 0,26-16 25 16,5 1-213-16,8-6 0 0,0-1 0 15,4-4 0-15,4-4 0 16,0-5 0-16,11-5 0 0,-1-5 0 16,3-1 0-16,1-9 0 0,1-3 0 15,-2-3 0-15,-5-2 0 16,3-1 0-16,-7-2 0 0,4 1 0 15,-3 0 0-15,-5 4 0 0,0 6 0 16,-2 2 0-16,-4 4 0 0,0 2 0 16,0 1 0-16,4 2 0 0,-4 7 0 15,0 5 0-15,-4 6 0 0,4 5 0 16,-2 1 0-16,-2 3 0 0,0 2 0 16,-6 1 0-16,3 3 0 0,-9 1 0 15,-3 0 0-15,-3 0 0 16,-5-3 0-16,-4 1 0 0,4-5 0 15,-2-4 0-15,2-8 0 0,6-5 0 16,3-7 0-16,3-5 0 0,1-9 0 16,10-8 0-16,4-8 0 15,0-8 0-15,4-1 0 0,10-1 0 16,3 6 0-16,6 4 0 0,1 4 0 16,3 4 0-16,4 0 0 0,0 6 0 15,0 1 0-15,4-2 0 16,1-1-541-16,-12 3-487 0,3-2-1966 0</inkml:trace>
  <inkml:trace contextRef="#ctx0" brushRef="#br0" timeOffset="92329.1">21021 10390 6318 0,'0'0'673'0,"0"0"495"0,-48-28-1135 0,29 26-33 16,3 2 0-16,-1 0 0 0,5 2 0 15,-3 4 0-15,5 0 0 0,-2 2 0 16,3 2 0-16,3-1 0 0,6 2 0 16,2 1 0-16,7-1 0 15,7-2 0-15,5 4 0 0,2-2 0 16,3-1 0-16,-1 1 0 0,0 0 0 16,-4-1 0-16,-9-1 0 0,-2 1 0 15,-1 1 0-15,-9 0 0 16,0 2 0-16,-11-1 0 0,-3-1 0 15,-7 2 0-15,-2-3 0 0,-5-3 0 16,1-3 0-16,0-2 0 0,2-2 0 16,8-6 0-16,5-3 0 0,8-6 0 15,4-4 0-15,6-8-417 0,9-3-996 16,-3 3-127-16,7-2-341 0</inkml:trace>
  <inkml:trace contextRef="#ctx0" brushRef="#br0" timeOffset="92526.15">21264 10010 5594 0,'0'0'1069'16,"0"0"-209"-16,-22 39-452 0,1 6-147 15,-2 13-261-15,-4 11 0 16,5-2 0-16,7-5 0 0,1 4 0 16,8-5 0-16,1-1 0 0,5-5 0 15,0-8 0-15,5-6 0 16,-3-6 0-16,2-8 0 0,-2-9-1005 15,-2-10-1460-15</inkml:trace>
  <inkml:trace contextRef="#ctx0" brushRef="#br0" timeOffset="92667.65">21083 10482 7055 0,'0'0'1072'16,"0"0"-1007"-16,51-29-65 0,-28 25 0 15,0-1 0-15,-3 0 0 16,1 2 0-16,4-1 0 0,-2 3 0 15,-3 1 0-15,-1 0-541 0,-7 0-680 16,-1 1-2584-16</inkml:trace>
  <inkml:trace contextRef="#ctx0" brushRef="#br0" timeOffset="93299.91">21388 10570 8047 0,'0'0'145'0,"11"-34"-145"15,-1 10 0-15,3-5 0 0,1 0 0 16,-2 1 0-16,3 2 0 0,-5 6 0 16,-1 7 0-16,-7 4 0 0,2 5 0 15,-4 3 0-15,0 1 0 0,-6 9 0 16,-9 14 0-16,-6 6 0 0,-1 7 0 16,-3 3 0-16,6 0 0 0,7-3 0 15,6-3 0-15,6-6 0 16,12-4 0-16,7-4 0 0,3-5 0 15,9-6 0-15,2-3 0 0,7-5 0 16,-1-4 0-16,-2-6 0 0,-2-2 0 16,-4-2 0-16,-6 0 0 15,-8 5 0-15,-9 3 0 0,-4 4 0 16,-4 2 0-16,0 2 0 0,0 7 0 16,-2 7 0-16,-2 2 0 0,0 0 0 15,0-3 0-15,2-4 0 16,2-5 0-16,0-4 0 0,0 0 0 15,0-2 0-15,0 0 0 0,4-4 0 16,4-8 0-16,4-7 0 0,1-2 0 16,5-2 0-16,-1 0 0 0,-5 4 0 15,7-1 0-15,-3 4 0 0,1 3 0 16,-5 4 0-16,-1 6 0 0,-7 3 0 16,0 5 0-16,0 8 0 15,-2 1 0-15,-2 2 0 0,0 1 0 16,-2-4 0-16,-6 0 0 0,6-3 0 15,-2-3 0-15,0-3 0 0,4-2 0 16,0-2 0-16,0 0 0 0,8-2 0 16,4-7 0-16,9-5 0 15,4-4 0-15,2-2 0 0,1 2 0 16,-3 4 0-16,2 4 0 0,-2 8 0 16,-2 3 0-16,-7 12 0 0,3 6 0 15,-3 6 0-15,-1 5 0 16,-3 4 0-16,-1 3 0 0,-1 1 0 15,-2 0 0-15,0 0 0 0,-1-4 0 16,-1-9 0-16,0-4-2150 0</inkml:trace>
  <inkml:trace contextRef="#ctx0" brushRef="#br0" timeOffset="105034.3">21696 2382 2209 0,'0'0'1568'0,"-39"3"-1044"0,21-4 389 15,-1 0-209-15,9 0-108 0,3 1 265 16,3-1-433-16,4 1-88 0,0 0-291 16,9-1-49-16,11 1 0 0,26-1 0 15,16 1 0-15,16 0 0 0,13 0 0 16,6 0 0-16,11-3 0 16,18 1 0-16,4-2 0 0,11 1 0 15,1-1 0-15,-3 1 0 0,-3-1 0 16,-16 4 0-16,-12 0 0 0,-26 4 0 15,-24-4 0-15,-23-3-1714 0,-16-6-2263 16</inkml:trace>
  <inkml:trace contextRef="#ctx0" brushRef="#br0" timeOffset="121360.91">2760 10252 2509 0,'0'0'1881'0,"0"0"-1181"15,0 0-48-15,0 0 309 16,0 0-497-16,-31 1-88 0,24-4 156 15,7 0-415-15,-4 0-117 0,2 0 0 16,2 2 0-16,0 0 0 0,0 1 0 16,0-1 0-16,0 1 0 0,0 0 0 15,0 0 0-15,0 0 0 0,0 0 0 16,2 1 0-16,2 0 0 0,1 0 0 16,1 1 0-16,4-1 0 0,9-1 0 15,3 0 0-15,3 0 0 0,4-2 0 16,-2 1 0-16,4 0 0 15,0 1 0-15,2 0 0 0,-2 4 0 16,2-1 0-16,2 1 0 0,0-1 0 16,5 1 0-16,5-1 0 0,5 0 0 15,6-2 0-15,2 0 0 16,4-1 0-16,2 0 0 0,0 0 0 16,0 0 0-16,4 0 0 0,4 0 0 15,3-2 0-15,1 1 0 16,3-2 0-16,-3 1 0 0,1 1 0 15,1-2 0-15,-3 2 0 0,-1-1 0 16,1-2 0-16,3 3 0 0,1-1 0 16,3-1 0-16,1 0 0 0,2-2 0 15,4 0 0-15,6 1 0 0,-6-1 0 16,2 0 0-16,-3-1 0 0,1 4 0 16,-4-1 0-16,0 2 0 15,0 1 0-15,-3 0 0 0,1 1 0 16,2-1 0-16,-5 3 0 0,7-2 0 15,-2 0 0-15,4-1 0 0,0 0 0 16,2 0 0-16,4 0 0 0,0 0 0 16,4 0 0-16,4 0 0 15,-1 0 0-15,1 4 0 0,-6-2 0 16,0-1 0-16,-2 4 0 0,1-3 0 16,-1 2 0-16,-6-2 0 0,1 2 0 15,4-1 0-15,-1 1 0 16,2-3 0-16,0-1 0 0,0 0 0 15,-2 0 0-15,-2 0 0 0,2 0 0 16,-2-4 0-16,-7 1 0 0,-1 0 0 16,-4 0 0-16,-5 1 0 0,-6-1 0 15,-6 2 0-15,-8 1 0 0,-13 0 0 16,-3 0 0-16,-11 0 0 0,-7 1 0 16,-9 2 0-16,-1-2 0 0,-6 0-745 15,-4-1-1072-15,2-1-1228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49:24.10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12105 6981 2885 0,'0'0'1761'0,"0"0"-1261"0,0 0 604 16,0 0-415-16,0 0-101 0,0 0 48 16,0 0-607-16,0 0-29 15,0 0 0-15,17 38 0 0,-17-6 0 16,4 6 0-16,-4 5 0 0,0 7 0 16,0 7 0-16,-4 8 0 15,-1 7 0-15,3 5 0 0,-2 5 0 16,-2 1 0-16,6-1 0 0,0-3 0 15,0 1 0-15,2-4 0 0,2-2 0 16,0 0 0-16,3-6 0 16,-3-1 0-16,-4-9 0 0,0-8 0 15,-4-6 0-15,-7-10 0 0,1-9 0 16,0-9 0-16,-7-11 0 0,3-10 0 16,1-16 0-16,3 0 0 0,4-12-3694 0</inkml:trace>
  <inkml:trace contextRef="#ctx0" brushRef="#br0" timeOffset="512.04">12126 6993 5382 0,'0'0'252'0,"0"0"652"0,0 0-571 15,0 0 55-15,0 0 316 0,0 0-475 16,0 0-229-16,60-21 0 0,-5 14 0 15,20 1 0-15,14 1 0 0,10 3 0 16,2 2 0-16,9 0 0 0,-1 3 0 16,-3 2 0-16,-1-2 0 0,1 1 0 15,-11 1 0-15,-6 2 0 16,-11 0 0-16,-14-1-305 0,-22-1-1688 16,-7-3-408-16</inkml:trace>
  <inkml:trace contextRef="#ctx0" brushRef="#br0" timeOffset="891.23">13445 6979 4133 0,'0'0'765'0,"0"0"539"16,0 0-883-16,0 0 11 0,0 0 688 15,10 59-1103-15,-8-22-17 0,2 5 0 16,0 1 0-16,-2 7 0 0,7 11 0 15,-3 7 0-15,0 13 0 16,2 7 0-16,-6 5 0 0,-2 0 0 16,0-5 0-16,-2-3 0 0,-2-8 0 15,0-7 0-15,4-6 0 0,4-8 0 16,2-9 0-16,0-8 0 0,5-12 0 16,-7-8 0-16,0-9 0 15,-2-5 0-15,2-5-1822 0,-4-7-1187 0</inkml:trace>
  <inkml:trace contextRef="#ctx0" brushRef="#br0" timeOffset="1408.48">12258 8383 4374 0,'0'0'708'0,"0"0"116"0,0 0 445 16,0 0-493-16,0 0-535 0,0 0-241 15,62-8 0-15,6 1 0 0,21 1 0 16,8 0 0-16,7 4 0 16,7 2 0-16,-1 0 0 0,12 1 0 15,-2 2 0-15,2 2 0 0,-2 0 0 16,-5 2 0-16,-15 1 0 0,-16-1 0 16,-22-3 0-16,-18 1 0 15,-20-4 0-15,-11 0-1545 0,-13-5-2081 0</inkml:trace>
  <inkml:trace contextRef="#ctx0" brushRef="#br0" timeOffset="3537.07">13110 7296 2825 0,'0'0'1520'16,"0"0"-851"-16,0 0 399 0,0 0-407 15,0 0-81-15,0 0 289 0,0 0-869 16,31-34 0-16,6 8 0 0,10-6 0 16,11-2 0-16,11-3 0 0,3-3 0 15,19-2 0-15,12 2 0 16,9 2 0-16,2 4 0 0,-7 4 0 16,-8 2 0-16,-16 4 0 0,-9 4 0 15,-20 1 0-15,-13 1 0 0,-14 6-2346 16,-16-1-2416-16</inkml:trace>
  <inkml:trace contextRef="#ctx0" brushRef="#br0" timeOffset="3940.33">14654 6614 6627 0,'0'0'332'0,"-17"41"380"0,17-14-332 0,0 3-239 16,4 4-141-16,3 1 0 0,-1 4 0 15,0-1 0-15,4 1 0 16,-1 0 0-16,-3-2 0 0,-6 0 0 15,0-4 0-15,0-7-857 0,0-7-736 16,-6-7-1076-16</inkml:trace>
  <inkml:trace contextRef="#ctx0" brushRef="#br0" timeOffset="4219.14">14633 6493 7455 0,'0'0'720'0,"-16"-37"-703"16,16 17-17-16,6 1 0 0,8-1 0 16,7 1 0-16,6 1 0 15,6 4 0-15,6 6 0 0,0 5 0 16,-1 7 0-16,-3 8 0 0,-15 8 0 16,-7 3 0-16,-13 4 0 15,-8 1 0-15,-13 1 0 0,-10 1 0 16,-4 0 0-16,-9-4 0 0,7-1 0 15,2-6 0-15,8-8 0 0,13-5 0 16,5-4 0-16,9-2-189 0,-4-3-1071 16,15-7-713-16</inkml:trace>
  <inkml:trace contextRef="#ctx0" brushRef="#br0" timeOffset="4624.53">15022 6689 2373 0,'0'0'1784'0,"0"0"-1139"0,0 0 47 0,0 0 236 16,0 0-651-16,0 0 47 0,-21-47 376 15,21 20-252-15,0-3-427 16,8-1-21-16,5 2 0 0,3-1 0 16,5 6 0-16,0 3 0 0,-1 6 0 15,-3 3 0-15,-3 3 0 0,1 5 0 16,-7-1 0-16,0 4-237 0,-6 1-1143 16,3 0-3367-16</inkml:trace>
  <inkml:trace contextRef="#ctx0" brushRef="#br0" timeOffset="4920.67">15336 6484 6330 0,'0'0'437'0,"0"0"-141"0,-46-39 508 16,34 31-520-16,4 5-243 0,2 2-41 15,-1 2 0-15,-3 10 0 0,-4 12 0 16,3 4 0-16,3 7 0 0,4-2 0 15,4-5 0-15,6-3 0 0,4-5 0 16,1-3 0-16,5-3 0 0,3-7 0 16,-1-3 0-16,3-3 0 15,-6-6 0-15,1-6 0 0,-5-4 0 16,-5-1 0-16,-2-5 0 0,0-2 0 16,-4-3 0-16,-4 1 0 15,-2 0 0-15,-3 9 0 0,7 5 0 16,-2 7 0-16,4 2 0 0,0 2 0 15,4 1-1021-15,3 0-1544 0,7 0 880 0</inkml:trace>
  <inkml:trace contextRef="#ctx0" brushRef="#br0" timeOffset="5265.57">15572 6471 6819 0,'0'0'1272'16,"0"0"-1171"-16,0 0-101 0,0 0 0 15,-29-44 0-15,18 33 0 0,5 4 0 16,-4 4 0-16,-1 7 0 16,-5 7 0-16,1 8 0 0,-1 9 0 15,-1 4 0-15,7 3 0 0,4 0 0 16,6-4 0-16,2-5 0 0,12-5 0 16,9-4 0-16,-2-4 0 15,10-5 0-15,-6-4 0 0,-3-4 0 16,-1-3 0-16,-4-6 0 0,-7-5 0 15,-2-3 0-15,-6-5 0 0,-4-1 0 16,-8-2 0-16,-5-3 0 0,-1 1 0 16,1 5 0-16,3 7 0 0,4 7 0 15,6 5 0-15,2 3 0 16,0 0 0-16,0 6 0 0,0 5-1017 16,2-1-404-16,2 2-228 0</inkml:trace>
  <inkml:trace contextRef="#ctx0" brushRef="#br0" timeOffset="5592.26">15962 6236 3613 0,'4'-36'404'16,"1"2"-43"-16,3-1 651 0,-4 7-364 15,2 2-152-15,-2 5 137 0,-4-1-225 16,-4 1-68-16,-6 4-63 0,-3 2-277 16,-7 1 0-16,-5 5 0 0,2 4 0 15,-2 4 0-15,5 1 0 16,-3 5 0-16,6 5 0 0,-1 4 0 16,1 4 0-16,5 3 0 0,4 8 0 15,1 3 0-15,7 5 0 0,0 6 0 16,5 5 0-16,1 2 0 0,10 0 0 15,1 1 0-15,8-2 0 0,-5-6 0 16,-3-2 0-16,-3-4 0 16,-7-2 0-16,-3-1 0 0,-4-6-653 15,-4-5-916-15,-1-8 85 0,-1-3-525 0</inkml:trace>
  <inkml:trace contextRef="#ctx0" brushRef="#br0" timeOffset="5741.66">15658 6550 7599 0,'0'0'593'0,"0"0"-593"16,0 0 0-16,56-5 0 0,-12 5 0 16,11-2 0-16,-1 0 0 0,-6-1 0 15,6 0 0-15,-3 0 0 0,-14-1-513 16,3 0-1332-16</inkml:trace>
  <inkml:trace contextRef="#ctx0" brushRef="#br0" timeOffset="6546.41">16948 6402 4181 0,'0'0'1409'0,"0"0"-8"0,0 0-749 15,0 0-316-15,0 0-123 0,-4 48-213 16,0-10 0-16,-2 1 0 0,4-1 0 16,-2-7 0-16,0-2 0 0,1-3 0 15,1-5 0-15,0-6 0 16,2-4 0-16,0-5 0 0,0-6 0 16,2 0 0-16,3-6 0 0,5-13 0 15,4-9 0-15,3-8 0 0,-3-2 0 16,-1-1 0-16,3 0 0 0,-5 7 0 15,5 7 0-15,-8 12 0 0,-3 8 0 16,-3 5 0-16,4 5 0 16,-2 9 0-16,2 13 0 0,-2 7 0 15,0 1 0-15,-4 1 0 0,0-7 0 16,2-5 0-16,-2-5 0 0,5-6 0 16,-5-5 0-16,4-3 0 0,-4-3 0 15,2-2 0-15,2-1 0 16,6-10 0-16,5-10 0 0,3-6 0 15,3-2 0-15,0 2 0 0,-5 7 0 16,-5 6 0-16,-3 6 0 0,-6 5 0 16,2 3 0-16,-4 0 0 0,6 8 0 15,-2 6 0-15,-2 9 0 16,-2 2 0-16,0 2 0 0,0-3 0 16,3-4 0-16,-1-1 0 0,4-2 0 15,2 0 0-15,4-3 0 0,-1-4-1321 16,-1-3-1064-16</inkml:trace>
  <inkml:trace contextRef="#ctx0" brushRef="#br0" timeOffset="6855.02">17560 6481 6534 0,'0'0'949'0,"-23"-43"-533"15,7 29-123-15,-1 10-293 0,-1 4 0 16,1 2 0-16,3 7 0 0,-3 3 0 15,3 4 0-15,1-1 0 0,3 0 0 16,6 0 0-16,2-1 0 0,2-3 0 16,2-2 0-16,12-2 0 0,1-1 0 15,1-4 0-15,7-2 0 0,-4-3 0 16,1-5 0-16,-7 1 0 16,3-2 0-16,-5 3 0 0,-3 3 0 15,-6 1 0-15,2 2 0 0,-4 5 0 16,2 7 0-16,-2 10 0 0,0 4 0 15,0 2 0-15,2-4 0 0,4-5 0 16,7-3 0-16,1-4 0 0,3-2 0 16,4-3-117-16,-5-4-731 15,1 0-949-15,-5-3-268 0</inkml:trace>
  <inkml:trace contextRef="#ctx0" brushRef="#br0" timeOffset="7228.06">17957 6503 5518 0,'0'0'956'0,"0"0"-111"0,0 0-473 16,0 0-256-16,0 0-36 16,0 0-72-16,-37-29-8 0,27 22 140 15,-5 1-88-15,-1 5 16 0,-5 2-31 16,0 6-37-16,7 7 0 0,1 2 0 15,5 2 0-15,2 1 0 0,6 1 0 16,4 0 0-16,8 0 0 16,3 0 0-16,6-3 0 0,-1-2 0 15,3-1 0-15,-2-1 0 0,-3-2 0 16,-5-1 0-16,-5-3 0 0,-6-2 0 16,-2-1 0-16,0 2 0 0,-6 1 0 15,-13 1 0-15,-8-2 0 16,-4 0 0-16,-2-3 0 0,2-3 0 15,4 0 0-15,11 0 0 0,1-2 0 16,9 0 0-16,6 1 0 0,4-4-393 16,13-1-507-16,14-2-753 0,-2-1-64 15,6-1-788-15</inkml:trace>
  <inkml:trace contextRef="#ctx0" brushRef="#br0" timeOffset="7542.08">18249 6503 7295 0,'0'0'740'0,"0"0"-583"16,-48-23-157-16,31 17 0 15,5 0 0-15,-2 4 0 0,-1-1 0 16,9 3 0-16,-4 0 0 0,8 0 0 16,-1 6 0-16,3 6 0 15,5 3 0-15,11 6 0 0,5 1 0 16,10 0 0-16,0-4 0 0,6 2 0 15,-2-2 0-15,-2 0 0 0,0 0 0 16,-8-1 0-16,-8-2 0 0,-7-1 0 16,-6-1 0-16,-4 0 0 0,-10 0 0 15,-3 0 0-15,-7 0 0 16,-5-3 0-16,-6-2 0 0,4-2 0 16,-4-2 0-16,0-3 0 0,4-1 0 15,6 0 0-15,-1 0 0 0,3 0 0 16,3 4 0-16,3 3 0 0,-1 2-1810 15,3-2-66-15,5 0-738 0</inkml:trace>
  <inkml:trace contextRef="#ctx0" brushRef="#br0" timeOffset="8918.29">12884 8403 5486 0,'0'0'964'0,"0"0"-235"0,0 0 284 15,0 0-1013-15,0 0 0 0,0 0 0 16,0 0 0-16,0 0 0 16,0 0 0-16,21 53 0 0,-11-8 0 15,-1 8 0-15,-3 1 0 0,4 3 0 16,-4 2 0-16,5-1 0 0,-5 0 0 16,2-7 0-16,-2-3 0 15,1-6 0-15,-1-9 0 0,2-3 0 16,-2-9 0-16,0-8 0 0,3-8 0 15,-7-4-941-15,2-7-4105 0</inkml:trace>
  <inkml:trace contextRef="#ctx0" brushRef="#br0" timeOffset="9786.65">13025 9049 4065 0,'0'0'945'0,"0"0"371"0,-35 10-555 0,18-7-181 0,5-1-55 16,-7-1-525-16,-8 2 0 0,-4 0 0 15,-6 2 0-15,-6 1 0 0,-3 3 0 16,-1 5 0-16,-11 2 0 0,8 5 0 15,-6 3 0-15,3 1 0 16,15-2 0-16,10-2 0 0,17-6 0 16,22-1 0-16,13-4 0 0,18-5 0 15,16-3 0-15,10-2 0 0,12 0 0 16,3 1 0-16,2 2 0 16,-7 0 0-16,-14 3 0 0,-12 0 0 15,-21 2 0-15,-14 3 0 0,-11 2 0 16,-8 0 0-16,-4 3 0 0,-13 0 0 15,-8 1 0-15,0 0 0 16,-4 0 0-16,-6-2 0 0,0-1 0 16,-5-3 0-16,-1 0 0 0,-2-4 0 15,-3-1 0-15,-4-2 0 0,5-1 0 16,-3 2 0-16,1-4 0 0,11 0 0 16,12 0 0-16,5 0 0 0,11-1 0 15,10 2 0-15,0-2 0 0,10 1 0 16,15 3 0-16,18 0 0 15,9 1 0-15,6 1 0 0,0 1 0 16,-1 0 0-16,1 5 0 0,0 0 0 16,0 2 0-16,-10-2 0 0,-3 1 0 15,-12-3 0-15,-6-2 0 16,-6 0 0-16,-7-3 0 0,-8-3 0 16,1 0 0-16,-7 0 0 0,0-2 0 15,0 0 0-15,0 1 0 0,0-1 0 16,0 0 0-16,0 1 0 15,-7-1 0-15,-3 1 0 0,-13 3 0 16,-8 0 0-16,-6 0 0 0,-4 1 0 16,4-3 0-16,-5 3 0 0,7-1 0 15,6 0 0-15,0 2 0 0,13-1-161 16,5 0-215-16,9-3 44 0,2 3 72 16,13 1 68-16,13 1 140 0,10 2 40 15,5 0-48-15,-4 0-401 0,-14-2-1568 16,-2-3-1164-16</inkml:trace>
  <inkml:trace contextRef="#ctx0" brushRef="#br0" timeOffset="10363.42">12977 9733 1968 0,'0'0'1037'0,"-35"-8"-541"0,13 6-52 16,1 2 257-16,0 0-209 0,-2 4-36 16,5-1-36-16,1 2-328 0,3 0 44 15,8-2 201-15,1 0-225 16,3-1-64-16,2 0-40 0,0 2 0 16,0 0-8-16,7 0 40 0,3 1-28 15,0-1-12-15,1-2 12 0,-5-1-4 16,2-1-8-16,-2 0 0 15,0 0 0-15,-1 0-4 0,-5-1-8 16,2 0-32-16,2-2 44 0,-4 2-4 16,0 0 12-16,0 1-8 0,0 0 44 15,0 0-28-15,0 0 32 0,0 0 84 16,0 0-24-16,0 0 76 0,0 0 192 16,-4 0-160-16,2 5 4 0,-3 3-143 15,-5 11-77-15,4 6 0 16,0 7 0-16,-3 5 0 0,7 3 0 0,-2 3 0 15,4-1 0-15,0 2 0 16,4-1 0-16,-2-4 0 0,3-1 0 16,1-7 0-16,2-4 0 0,-6-6 0 15,2-6-209-15,-4-7-1560 16,0-8-1508-16</inkml:trace>
  <inkml:trace contextRef="#ctx0" brushRef="#br0" timeOffset="11545.14">13515 9179 1884 0,'0'0'3350'16,"0"0"-2570"-16,0 0-187 0,0 0 287 16,0 0-392-16,0 0-271 0,0 0-217 15,0 0 0-15,41-37 0 0,15 2 0 16,14-7 0-16,3-1 0 0,7 2 0 16,9-4 0-16,4 3 0 0,2 2 0 15,7 4 0-15,-9 7 0 0,-13 5 0 16,-7 7 0-16,-18 2 0 0,-17 4-1301 15,-16 3-316-15,-7 2-628 0</inkml:trace>
  <inkml:trace contextRef="#ctx0" brushRef="#br0" timeOffset="12076.41">14991 8477 4081 0,'0'0'2365'0,"0"0"-1756"0,4-36-97 0,-4 28 113 16,-4-1-625-16,-7 1 0 0,-1-2 0 15,-9 1 0-15,-3 6 0 0,-3 3 0 16,0 10 0-16,-4 8 0 0,4 6 0 16,0 9 0-16,6 4 0 0,7 6 0 15,4 2 0-15,10 0 0 0,4-1 0 16,6-4 0-16,11-5 0 0,6-7 0 15,6-7 0-15,2-6 0 16,8-4 0-16,-4-5 0 0,-1-2 0 16,-5-7-2174-16,-8-2-15 0,-9-7-840 0</inkml:trace>
  <inkml:trace contextRef="#ctx0" brushRef="#br0" timeOffset="12722.55">15121 8796 4021 0,'0'0'933'0,"0"0"-321"16,0 0 397-16,0 0-601 0,0 0-80 16,-10-52 196-16,16 24-296 15,2-3-99-15,2-1-129 0,3-3 0 16,1 5 0-16,3 1 0 0,-1 5 0 15,-1 7 0-15,-5 3 0 16,1 5 0-16,-9 3 0 0,2 3 0 16,2 3 0-16,-2 0 0 0,2 0-1133 15,3 3-252-15,-1 3-576 0</inkml:trace>
  <inkml:trace contextRef="#ctx0" brushRef="#br0" timeOffset="13201.47">15415 8532 6414 0,'0'0'841'0,"0"0"-397"16,0 0 12-16,-36 8-419 0,20 11-37 16,-5 3 0-16,11 4 0 15,-1-2 0-15,16 0 0 0,1-2 0 16,10-2 0-16,5-4 0 0,8-4 0 15,0-4 0-15,6-3 0 16,-8-5 0-16,-2-3 0 0,-9-5 0 16,-3-2 0-16,-5-3 0 0,-6-3 0 15,2 0 0-15,-4 0 0 0,0 0 0 16,0 5 0-16,0 4 0 0,-4 3 0 16,4 4 0-16,0 3 0 0,-2 10 0 15,-2 11 0-15,4 8 0 0,-4 6 0 16,4 4 0-16,0 1 0 0,0 4 0 15,0 4 0-15,0 1 0 0,-11 2 0 16,3-2 0-16,-13 0 0 16,-3-1 0-16,-14-4 0 0,3-4 0 15,-8-6 0-15,1-7 0 0,1-10 0 16,-2-8 0-16,6-9 0 16,1-6 0-16,10-13 0 0,9-8 0 15,3-9 0-15,7-6 0 0,7-6 0 16,11-4 0-16,5 1 0 0,15 3-77 15,11 4-351-15,11 6-576 16,-11 10-29-16,5 1-432 0</inkml:trace>
  <inkml:trace contextRef="#ctx0" brushRef="#br0" timeOffset="13510.36">15969 8601 7379 0,'0'0'144'0,"-23"-39"228"0,12 24-75 0,-5 8-297 0,-3 0 0 16,-3 5 0-16,-3-1 0 0,2 3 0 16,6 0 0-16,-3 1 0 0,5 3 0 15,5 2 0-15,0 1 0 0,8 3 0 16,2 1 0-16,0 1 0 0,6 1 0 16,8 2 0-16,3 1 0 15,3 1 0-15,1 2 0 0,2 3 0 16,2-2 0-16,2 3 0 0,-5-2 0 15,-1-1 0-15,0 1 0 16,-5-2 0-16,-8-2 0 0,-5 1 0 16,-6-2 0-16,-11-2 0 0,-7-2 0 15,-1-3 0-15,-14-3 0 0,-5-6 0 16,2 0 0-16,-7-9 0 0,9-7 0 16,4-5 0-16,12-8-265 0,11-9-1480 15,6 8-324-15,8-6-1076 0</inkml:trace>
  <inkml:trace contextRef="#ctx0" brushRef="#br0" timeOffset="13700.24">16266 8125 5142 0,'0'0'1196'0,"0"0"-239"16,0 0-60-16,0 0-897 0,0 0 0 16,-20 34 0-16,5 6 0 15,3 12 0-15,1 5 0 0,5 2 0 16,2 3 0-16,0 3 0 0,-2 2 0 15,-5-3 0-15,1-5 0 16,0-5 0-16,-1-11 0 0,1-9 0 16,-7-9-505-16,7-11-956 0,0-10-3841 0</inkml:trace>
  <inkml:trace contextRef="#ctx0" brushRef="#br0" timeOffset="14113.34">16088 8586 6262 0,'0'0'369'0,"48"-8"43"0,-17 5 428 15,0 2-648-15,4-1-108 16,-2 2-60-16,4 0-15 0,-1 1-18 16,-3 4 1-16,0 0-260 0,-9 1-8 15,1-3-500-15,-12 0 75 0,-3-3 233 16,-6 1 136-16,-2-1 332 0,-2 0 44 16,-2-2 796-16,-4-3-423 15,-13 1 35-15,-1 1 328 0,-3 3-475 16,-8 3-305-16,6 9 0 0,-2 4 0 15,0 4 0-15,7 3 0 16,9-1 0-16,1-2 0 0,10-2 0 16,4-3 0-16,7-2 0 0,5-7 0 15,1-3 0-15,7-3 0 0,1-8 0 16,-2-5 0-16,0-1 0 0,-5-3 0 16,-5 3 0-16,-3 2 0 0,-2 5 0 15,-6 1 0-15,2 4 0 0,-4 0 0 16,0 2 0-16,5 1 0 0,-3 11 0 15,8 8 0-15,0 4 0 16,1 0 0-16,-1-4 0 0,-4-5 0 16,5-6 0-16,-5-1 0 0,-4-3-125 15,4-3-1175-15,-4-1-209 0,0-1-636 16</inkml:trace>
  <inkml:trace contextRef="#ctx0" brushRef="#br0" timeOffset="14332.07">16785 8072 7135 0,'0'0'532'0,"-21"71"-172"0,13-22-195 16,2 3-165-16,2 4 0 0,4 7 0 15,4 3 0-15,6 2 0 0,-4 4 0 16,5-3 0-16,-1-3 0 0,-10-5 0 15,-4-4 0-15,-8-7 0 16,-13-5 0-16,-2-4 0 0,4-13-973 16,-2-6-2269-16</inkml:trace>
  <inkml:trace contextRef="#ctx0" brushRef="#br0" timeOffset="20603.61">11532 10236 3061 0,'0'0'1653'16,"0"0"-1249"-16,0 0-56 0,0 0 228 16,0 0-224-16,0 0-23 0,0 0 147 15,0 0-216-15,0 0-24 0,58 16 128 16,-4-16-231-16,14-5-133 0,17-1 0 16,18 0 0-16,13 1 0 0,14 0 0 15,9 2 0-15,14 2 0 0,2 1 0 16,-2 1 0-16,-4 5 0 15,-5 0 0-15,-5 0 0 0,-13-1 0 16,-10 0 0-16,-13-2 0 0,-18 0 0 16,-23-2 0-16,-23-4-205 0,-14 0-1047 15,-19-4-3286-15</inkml:trace>
  <inkml:trace contextRef="#ctx0" brushRef="#br0" timeOffset="21328.08">13583 10291 2673 0,'0'0'988'0,"0"0"-35"16,0 0-309-16,0 0-92 0,0 0 144 16,0 0-371-16,0 0-77 0,0 0 92 15,0 0-208-15,4-8-44 0,7 10 132 16,13 2-92-16,9-1-4 15,15 1-43-15,10-3-81 0,4 0 0 16,6-1 0-16,-4 0-241 0,0-4-191 16,-18 2-981-16,-9-5-1244 0</inkml:trace>
  <inkml:trace contextRef="#ctx0" brushRef="#br0" timeOffset="23388.1">11427 10269 2993 0,'0'0'1985'16,"0"0"-1365"-16,0 0-232 0,0 0 164 15,0 0-327-15,0 0-61 0,17 39 184 16,-7-3-116-16,-4 10-104 15,-2 4 8-15,2 0-88 0,-6 6 44 16,0-4 68-16,0 1-160 0,0-4 16 16,0-6-16-16,0-3 8 15,0-6-8-15,7-5 0 0,-3-5-16 16,0-4 0-16,-2-7-188 0,2-5-224 16,-4-3-100-16,0-4-1141 15,-4-1-484-15</inkml:trace>
  <inkml:trace contextRef="#ctx0" brushRef="#br0" timeOffset="23682.32">11359 10839 4898 0,'0'0'152'0,"0"0"396"16,0 0 64-16,0 0-167 0,0 0 75 16,0 0-384-16,64-13 32 0,-6 8 212 15,6-1-188-15,14 2-51 16,1 1-141-16,4 1 0 0,8 0 0 15,8 0 0-15,0-1 0 0,6 0 0 16,1-1 0-16,3-1 0 0,11 1 0 16,2 2 0-16,11-1 0 15,1 1 0-15,2-1 0 0,1 0 0 16,-5 1 0-16,0 0 0 0,-1 2 0 16,-9 3 0-16,-13 3 0 0,-18 1 0 15,-23-2 0-15,-22-2 0 16,-19-3-537-16,-17 0-271 0,-6-6-1137 15,-4 1 536-15,0-7-932 0</inkml:trace>
  <inkml:trace contextRef="#ctx0" brushRef="#br0" timeOffset="23962.92">14023 10329 4502 0,'0'0'928'0,"0"0"-160"0,0 0-295 16,15 58 107-16,-5-14 240 0,0 8-699 15,3 5-121-15,3 0 0 0,3-3 0 16,-2-1 0-16,-1-6 0 15,-6-2 0-15,1-6 0 0,-5-6 0 16,-6-5 0-16,0-9-1017 0,0-9-1632 16,0-5-977-16</inkml:trace>
  <inkml:trace contextRef="#ctx0" brushRef="#br0" timeOffset="24440.71">13928 10554 5106 0,'0'0'84'0,"0"0"-56"16,0 0-12-16,-35-26 4 0,29 18 156 16,0 2 340-16,2 2-144 0,2 1 25 15,2 0 343-15,2-1-428 16,18-4-128-16,22-8 57 0,15-3-241 16,24-5 0-16,18 1 0 0,15 0 0 15,4 2 0-15,16 1 0 0,-2 3 0 16,1 2 0-16,-7 2 0 15,-12 2 0-15,-19 0 0 0,-21 1 0 16,-20 2-1173-16,-23-1-404 0</inkml:trace>
  <inkml:trace contextRef="#ctx0" brushRef="#br0" timeOffset="25014.18">15621 9803 5994 0,'0'0'645'0,"0"0"-321"0,-20 46 116 0,13-13-200 0,1 10-12 16,2 3 93-16,4 5-321 0,0 2 0 16,0 3 0-16,0-1 0 0,0-3 0 15,-6-5 0-15,2-7 0 16,-3-10 0-16,3-10 0 0,4-8 0 16,0-7 0-16,0-5 0 0,0-7 0 15,11-13 0-15,9-17 0 16,7-8 0-16,4-2 0 0,-4 12 0 15,-8 15 0-15,-7 8 0 0,-6 10 0 16,-4 4 0-16,0 12 0 0,-2 11 0 16,0 11 0-16,-4 5 0 0,-2-2 0 15,6-5 0-15,-2-5 0 0,4-3 0 16,4-6 0-16,5-5 0 0,7-8-517 16,-1-5-499-16,-1-2-245 0,5-6-2429 0</inkml:trace>
  <inkml:trace contextRef="#ctx0" brushRef="#br0" timeOffset="25294">16051 10263 5514 0,'0'0'744'15,"-27"-34"233"-15,11 19-309 16,-3 4-379-16,-1 6-289 0,1 4 0 16,0 4 0-16,1 7 0 0,-3 7 0 15,0 5 0-15,3 7 0 0,1 1 0 16,11 1 0-16,6-2 0 15,0 0 0-15,14-4 0 0,5-4 0 16,2-3 0-16,6-8 0 0,-3-5 0 16,3-5 0-16,-2-2 0 0,-2-10 0 15,-5-5 0-15,-5-3 0 0,-3-4 0 16,-4-1 0-16,-1-2 0 0,-5 1 0 16,0 4 0-16,-5 6 0 0,-1 7-149 15,6 2-683-15,-4 4-89 0,2 0-1556 16,2-2-1228-16</inkml:trace>
  <inkml:trace contextRef="#ctx0" brushRef="#br0" timeOffset="25558.15">16113 10215 5198 0,'0'0'1553'0,"0"0"-1365"16,-25 56 192-16,15-26 24 0,4 5-184 15,6-3-16-15,6-3-159 16,11-1-45-16,3-3 0 0,5-5 0 0,6-3 0 15,2-8 0-15,4-4 0 16,-6-5 0-16,-4-8 0 0,-2-6 0 16,-10-3 0-16,-7-3 0 0,-4-4 0 15,-4-4 0-15,-2-2 0 0,-6-4 0 16,1 1 0-16,1 4 0 0,2 5 0 16,4 9 0-16,6 5 0 0,3 4 0 15,1 4 0-15,2 2 0 0,-1 3-913 16,3 2-20-16,-8 0-223 15,5 0-2182-15</inkml:trace>
  <inkml:trace contextRef="#ctx0" brushRef="#br0" timeOffset="25886.82">16628 10210 6603 0,'0'0'1084'15,"12"-35"-856"-15,-12 17 49 16,-2 5-277-16,-8 2 0 0,-5 5 0 15,1 3 0-15,-5 3 0 0,1 1 0 16,1 6 0-16,3 5 0 0,1 1 0 16,-1 2 0-16,4 2 0 0,3-3 0 15,7 4 0-15,0-5 0 0,7 3 0 16,3-2 0-16,4 1 0 0,9-2 0 16,-4 1 0-16,1 2 0 0,-1-1 0 15,-5 2 0-15,1-2 0 0,-9 0 0 16,0-2 0-16,-6 0 0 15,-10-2 0-15,0 0 0 0,-3 1 0 16,-7-3 0-16,-1 0 0 0,-4-3 0 16,2-3 0-16,-1-3 0 0,3-1 0 15,2-4 0-15,5 1 0 16,8-2 0-16,1 2 0 0,5-2 0 16,0-2 0-16,11-9-829 0,9-4-252 15,-3 2-339-15,4-2-3198 0</inkml:trace>
  <inkml:trace contextRef="#ctx0" brushRef="#br0" timeOffset="26041.59">16793 10206 6687 0,'0'0'944'0,"0"0"-696"0,-43 54-64 16,26-28-55-16,-3 5-129 0,3-2 0 16,3-2 0-16,3-4 0 0,5-4 0 15,2-3 0-15,4-4-597 0,-2-6-1132 16,2-4-360-16</inkml:trace>
  <inkml:trace contextRef="#ctx0" brushRef="#br0" timeOffset="26154.05">16845 9944 4374 0,'17'-36'1104'0,"-7"16"-1004"16,4 6-80-16,-7 14-20 0,-3 13-36 15,6 7-28-15,-4 8-300 0,5 4 24 16,-7-7-165-16,2 4-1656 0</inkml:trace>
  <inkml:trace contextRef="#ctx0" brushRef="#br0" timeOffset="26693.67">16859 10392 5830 0,'0'0'753'0,"0"0"-341"0,0 0 328 16,0 0-416-16,0 0-191 0,0 0-133 16,34-18 0-16,-3-13 0 0,6-2 0 15,-6 2 0-15,-4 6 0 0,-7 5 0 16,-5 6 0-16,-9 4 0 15,-2 6 0-15,-4 1 0 0,-6 3 0 16,-4 4 0-16,-5 10 0 0,-6 4 0 16,7 7 0-16,6 1 0 0,4-1 0 15,4-3-169-15,10-2-175 16,2-5-108-16,7-5-473 0,-1-5 121 16,-3-5 112-16,-5 0 31 0,1-7 661 15,-5-6 88-15,-2-5 637 16,2-2-129-16,-2-1-104 0,-2 1 157 15,-2-1-373-15,0 5-88 0,-2 5 52 16,-2 6-204-16,4 3-8 0,0 2-8 16,-2 0-20-16,2 7-4 0,0 9-12 15,0 4-8-15,0 1 20 0,2 0-48 16,6 1-12-16,-1 3 64 0,-1 2 72 16,0 5 220-16,2 4 152 0,-8 0-379 15,-4 5-65-15,-6 1 0 0,-7 3 0 16,-8 0 0-16,-1 3 0 15,-1-3 0-15,-4 1 0 0,0-2 0 16,2-4 0-16,-6-3 0 0,0-8 0 16,-5-5 0-16,1-9 0 15,0-7 0-15,-3-8 0 0,7-6 0 16,-2-11 0-16,6-11 0 0,4-9 0 16,11-6 0-16,11-3 0 0,14 4 0 15,11 3 0-15,13 3 0 16,15-1 0-16,4-1 0 0,12-2 0 15,2-5 0-15,4-5 0 0,7-7 0 16,-22 13-1249-16,7-7-2501 0</inkml:trace>
  <inkml:trace contextRef="#ctx0" brushRef="#br0" timeOffset="27389.95">25589 7038 5438 0,'0'0'1417'0,"0"0"-80"16,0 0-1337-16,0 0 0 0,-15-46 0 15,5 19 0-15,-6-5 0 0,-7-5 0 16,-4-7 0-16,-8-8 0 0,-13-8 0 15,-8-6 0-15,-14-6 0 0,-13-5 0 16,-14-5 0-16,-16 5 0 16,-16 2 0-16,-5 12 0 0,0 15 0 15,8 17 0-15,10 14 0 0,17 15 0 16,18 8 0-16,21 10 0 0,23 6 0 16,20 3 0-16,13-5 0 0,8-3-1585 15</inkml:trace>
  <inkml:trace contextRef="#ctx0" brushRef="#br0" timeOffset="28162.13">22697 4810 2341 0,'0'0'1496'0,"0"0"-739"16,0 0 95-16,0 0 393 0,0 0-789 15,19 35 0-15,-17 8 133 0,0 10-589 16,0 5 0-16,0 4 0 0,-2 7 0 16,2 3 0-16,-2 3 0 0,0-2 0 15,-6 0 0-15,-3-10 0 0,-3-7 0 16,0-9 0-16,1-13 0 16,5-12 0-16,2-12 0 0,4-7 0 15,0-6 0-15,4-15 0 0,11-16 0 16,7-13 0-16,5-13 0 0,10-2 0 15,-1 7 0-15,-1 9 0 0,-8 15 0 16,-7 14 0-16,-9 14 0 0,-5 7 0 16,-4 14 0-16,0 10 0 0,-2 7 0 15,-4 2 0-15,0-3 0 16,-1-1 0-16,3 0 0 0,2-5 0 16,2-1 0-16,7-2 0 0,-1-3-101 15,2-5-1468-15,-1-8-91 0,-3-5-685 16</inkml:trace>
  <inkml:trace contextRef="#ctx0" brushRef="#br0" timeOffset="28428.21">23133 5419 2725 0,'0'0'2129'0,"4"-51"-1101"0,-4 29-584 16,0 7 65-16,-6 7 239 16,2 2-320-16,0 5-247 0,-2 1-181 15,-5 7 0-15,-3 6 0 0,-3 7 0 16,-3 5 0-16,9 3 0 0,1-1 0 15,4 2 0-15,4 0 0 0,4-2 0 16,6-3 0-16,4-5 0 0,5-4 0 16,8-5 0-16,-3-7 0 15,3-3 0-15,0-7 0 0,-6-6 0 16,-3-7 0-16,-5-6 0 0,-5-4 0 16,-4 2 0-16,-2-1 0 0,-8 3 0 15,-3 4 0-15,-1 1 0 16,-3 6-653-16,7 5-736 0,0 4 233 15,6 3-25-15,2 2-2468 0</inkml:trace>
  <inkml:trace contextRef="#ctx0" brushRef="#br0" timeOffset="28668.24">23272 5316 3933 0,'0'0'1833'0,"0"0"-852"0,0 0 11 15,-19 39-672-15,15-10-187 0,4 3-133 16,0-1 0-16,10-3 0 0,9-6 0 15,4-1 0-15,3-6 0 0,5-5 0 16,0-2 0-16,-4-7 0 0,-2-1 0 16,-8-10 0-16,-5-3 0 15,-8-3 0-15,0-3 0 0,-4-4 0 16,0-3 0-16,-6-1 0 0,0-5 0 16,-2-2 0-16,1 3 0 0,3 2 0 15,4 9 0-15,2 7 0 16,7 5 0-16,1 4 0 0,-2 4-569 15,-2 0-528-15,-3 3-1420 0,3 1-856 0</inkml:trace>
  <inkml:trace contextRef="#ctx0" brushRef="#br0" timeOffset="28997.93">23737 5250 8192 0,'0'0'0'0,"-27"-41"0"0,8 22 0 15,3 4 0-15,-3-1 0 0,1 6 0 16,5 4 0-16,1 2 0 0,3 4 0 16,1 5 0-16,6 6 0 0,0 4 0 15,2 3 0-15,12 1 0 16,5 0 0-16,4 0 0 0,6 0 0 16,-3 1 0-16,5-1 0 0,-2 2 0 15,-4 1 0-15,-2-1 0 16,-7-2 0-16,-6-2 0 0,-4-1 0 15,-6-1 0-15,-10 1 0 0,-7-1 0 16,-5 0 0-16,-7-3 0 0,-5-2 0 16,3-4 0-16,-2-3 0 0,8-2 0 15,0-1 0-15,11-3 0 0,8-4 0 16,8-2-285-16,10-5-951 16,13-4 315-16,-1 2-59 0,5-4-1121 0</inkml:trace>
  <inkml:trace contextRef="#ctx0" brushRef="#br0" timeOffset="29143.06">23894 5232 3893 0,'0'0'1305'0,"0"0"-153"16,-15 60-551-16,11-24-153 0,0 4 12 15,-2-1-328-15,0 0-36 16,2-4-24-16,-1-3-72 0,3-5-4 16,2-7-516-16,0-5-380 0,2-8-505 0</inkml:trace>
  <inkml:trace contextRef="#ctx0" brushRef="#br0" timeOffset="29264.98">24005 4837 6783 0,'0'0'256'0,"0"0"-244"0,0 0 16 16,0 0-16-16,25 36-24 0,-19 0-352 15,-1 7-541-15,-1-6-67 0,-2-2-1273 0</inkml:trace>
  <inkml:trace contextRef="#ctx0" brushRef="#br0" timeOffset="29840.25">24001 5485 5002 0,'0'0'704'0,"0"0"-244"15,0 0 473-15,0 0-365 0,0 0-43 16,38-28-525-16,-24-6 0 0,0-8 0 16,-1 1 0-16,-1 5 0 0,-3 6 0 15,-5 9 0-15,0 11 0 0,-4 5 0 16,0 4 0-16,0 1 0 15,-4 3 0-15,-7 10 0 0,3 10 0 16,2 3 0-16,4 0 0 0,2-3 0 16,6-2 0-16,4-5 0 0,5-1 0 15,-1-4 0-15,1-5 0 0,1-2 0 16,-1-4 0-16,-3-5 0 16,-1-3 0-16,-3-5 0 0,0 0 0 15,-4 0 0-15,0 2 0 0,-2 5 0 16,-2 3 0-16,0 3 0 0,-6 2 0 15,-2 11 0-15,-4 7 0 0,1 5 0 16,3 0 0-16,8-4 0 0,10-5 0 16,7-4 0-16,8-5 0 15,1-6 0-15,5-2 0 0,-4-10 0 16,-2-2 0-16,-4-4 0 0,-9 0 0 16,-6 5 0-16,-1 2 0 0,-3 6 0 15,-2 2 0-15,0 2 0 0,-5 13 0 16,1 15 0-16,-2 9 0 15,4 7 0-15,0 1 0 0,2-3 0 16,0-1 0-16,-4 1 0 0,-6 0 0 16,-7-1 0-16,-6-2 0 0,-10-2 0 15,-6-4 0-15,-7-7 0 0,-5-3 0 16,-5-6 0-16,0-6 0 16,-2-4 0-16,5-7 0 0,5-9 0 15,2-9 0-15,11-8 0 0,8-4 0 16,11 2 0-16,14 2 0 0,10 6 0 15,17 4 0-15,12 5 0 0,17 1 0 16,12 1 0-16,13 0 0 0,7-1 0 16,3-2 0-16,0-4 0 15,-4 0 0-15,-25 1 0 0,-6-1-1810 0</inkml:trace>
  <inkml:trace contextRef="#ctx0" brushRef="#br0" timeOffset="37480.21">21767 14385 1576 0,'0'0'48'0,"0"0"1273"0,0 0-913 16,0 0-228-16,0 0 116 0,0 0 329 15,0 0-293-15,0 0-36 16,0 0 148-16,4 1-200 0,-2 2-28 16,4-1 116-16,2 4-176 0,7 1-11 15,8 3 135-15,4-1-80 0,6 0-88 16,2-2 12-16,8-3-76 0,3 0 20 15,9-2 76-15,3 1-40 16,6-3 48-16,7 2 108 0,5-2-179 16,1 0-81-16,5 0 0 0,5 0 0 15,0 0 0-15,6 0 0 0,2 0 0 16,0-2 0-16,6-2 0 16,5 3 0-16,1-5 0 0,5 3 0 15,4-1 0-15,4 0 0 0,0 3 0 16,2-2 0-16,-1 1 0 0,1 1 0 15,0 0 0-15,-2 1 0 0,-2-2 0 16,0-1 0-16,0 2 0 0,2 0 0 16,2-2 0-16,2 2 0 0,4 1 0 15,2 0 0-15,0 0 0 16,0 3 0-16,3-1 0 0,-3 0 0 16,2 1 0-16,1-2 0 0,1 0 0 15,0 0 0-15,7-1 0 0,-1 0 0 16,5 0 0-16,2-1 0 0,6 1 0 15,2 0 0-15,-2 4 0 16,2 1 0-16,0 1 0 0,-2 1 0 16,2 0 0-16,-2 2 0 0,0-1 0 15,0 0 0-15,0 1 0 0,4-1 0 16,0 2 0-16,4-2 0 16,7-1 0-16,3-1 0 0,7 0 0 15,0 0 0-15,4 1 0 0,-5-1 0 16,1-1 0-16,-4-3 0 0,-9 2 0 15,-3-1 0-15,-18 2 0 0,-9-1 0 16,-13-1 0-16,-19 0 0 0,-10-2-257 16,-10 0 1-16,-17-1 44 0,-15 0-60 15,-13 0-52-15,-20-4-61 16,-20-3-899-16,-8 2-433 0,-17-5-1708 0</inkml:trace>
  <inkml:trace contextRef="#ctx0" brushRef="#br0" timeOffset="37965.16">24258 14523 5782 0,'-46'16'284'0,"-3"9"233"16,-18 7-477-16,-1 6-28 0,-12 7 8 15,1 4-20-15,-6 1 0 0,7 1-4 16,3-3 16-16,11-3-24 0,15-7 12 16,7-7-193-16,15-10-143 0,11-10-644 15,12-7-105-15,8-8-579 0</inkml:trace>
  <inkml:trace contextRef="#ctx0" brushRef="#br0" timeOffset="38190.87">25740 14305 6571 0,'-46'34'44'0,"-12"10"184"15,-16 8-228-15,-5 1-8 0,-11 3-16 16,-14 0-184-16,-3 1 47 0,-1-3-199 15,-1 2 44-15,5-4 24 0,7-4-288 16,12-7 43-16,21-9-175 0,21-12-1013 16</inkml:trace>
  <inkml:trace contextRef="#ctx0" brushRef="#br0" timeOffset="38422.18">27193 14343 5486 0,'0'0'300'0,"-2"52"-232"0,-21-13-64 16,-20 3 20-16,-19 7 44 16,-19 2-68-16,-14 1 0 0,-10 3-8 15,-7-3-96-15,-2-1 76 0,3-2 12 16,5-4-24-16,9-6-96 0,14-7-524 15,15-8-53-15,23-9-279 0,18-10-2149 0</inkml:trace>
  <inkml:trace contextRef="#ctx0" brushRef="#br0" timeOffset="38670.96">29080 14497 5874 0,'-31'38'372'0,"-22"3"-276"15,-22 8-56-15,-18-2-12 16,-14 3-28-16,-15 2 0 0,-9 0-12 16,1-2-12-16,8 0 24 0,19-7 0 15,22-7 0-15,25-5-16 0,30-13-248 16,11-9-564-16,19-7-601 0</inkml:trace>
  <inkml:trace contextRef="#ctx0" brushRef="#br0" timeOffset="38870.16">30432 14719 5970 0,'46'19'88'16,"-15"5"284"-16,-7 6-364 15,-19-2 4-15,-20 7 173 0,-20 3-65 16,-23 1 52-16,-16 1-56 0,-11 2-112 16,-2-4 12-16,6-8-16 0,9-4-44 15,14-9-288-15,21-10-1229 16,12-7-876-16</inkml:trace>
  <inkml:trace contextRef="#ctx0" brushRef="#br0" timeOffset="39448.07">31488 13215 4726 0,'0'0'300'0,"-28"47"68"15,13-6 212-15,5 12 365 0,3 10-393 16,5 8-120-16,2 11-143 0,7 8-289 16,-1 9 0-16,6 2 0 15,1-1 0-15,-1-7 0 0,7-9 0 16,-1-11 0-16,3-7 0 0,2-11 0 15,-5-7 0-15,-1-10 0 0,-5-11 0 16,-6-9-377-16,-1-10-387 0,-5-8-961 16,-3-6-80-16,-1-13-1312 0</inkml:trace>
  <inkml:trace contextRef="#ctx0" brushRef="#br0" timeOffset="39698.12">31480 13315 5090 0,'0'0'148'0,"0"0"376"0,0 0-92 16,0 0 17-16,0 0 35 0,0 0-400 16,0 0-40-16,-39 7 16 15,18 21-4-15,-6 9 88 0,-2 2 32 16,-4 1-100-16,-4 0 60 0,-6-3 36 15,-3-1-168-15,5-5 16 0,8-8-20 16,10-7-116-16,13-8-156 0,8-8-792 16,2-1-381-16,10-19-692 0</inkml:trace>
  <inkml:trace contextRef="#ctx0" brushRef="#br0" timeOffset="39904.25">31443 13150 5466 0,'0'0'768'16,"29"42"-35"-16,2-20 492 0,6 0-1225 15,4 0 0-15,5 2 0 0,-3-3 0 16,-1 2 0-16,-1-3 0 0,-2-1 0 16,-1-1 0-16,-10-3 0 15,-9-3-661-15,-9-5-1236 0</inkml:trace>
  <inkml:trace contextRef="#ctx0" brushRef="#br0" timeOffset="40643.37">31360 12000 1496 0,'0'0'4'0,"0"0"2449"0,-2-35-1520 0,2 21-361 16,0-2 24-16,0-2 173 0,0 2-297 15,-2-1 72-15,0 4-191 16,-2 6-353-16,-4 6 0 0,-11 9 0 15,-6 14 0-15,-14 12 0 0,-4 12 0 16,-1 5 0-16,7 5 0 0,6-2 0 16,10-3 0-16,13-2 0 0,8-10 0 15,6-6 0-15,13-8 0 0,6-12 0 16,2-7 0-16,1-8 0 16,3-11 0-16,-4-5 0 0,-4-5 0 15,-4 0 0-15,-5-2 0 0,-1 2 0 16,-3 5 0-16,-4 4 0 0,0 7 0 15,-2 3 0-15,1 3 0 0,1 1 0 16,4 11 0-16,2 9 0 0,-1 9 0 16,-1 3 0-16,-6 0 0 15,2-6 0-15,3-3 0 0,1-1 0 16,5-6 0-16,1-3 0 0,7-2 0 16,0-6-93-16,-5-3-1640 0,-1-2-548 15</inkml:trace>
  <inkml:trace contextRef="#ctx0" brushRef="#br0" timeOffset="41104.24">31716 12079 6378 0,'0'0'737'0,"0"0"-81"0,0 0-235 0,0 0-421 16,0 0 0-16,-6 33 0 15,-5 5 0-15,-1 8 0 0,-1 6 0 16,3-1 0-16,2 4 0 0,2-1 0 16,2-2 0-16,1-2 0 0,3-7 0 15,7-5 0-15,5-8 0 0,3-8 0 16,3-10 0-16,3-9 0 16,2-7 0-16,-3-13 0 0,-1-8 0 15,-5-7 0-15,-3 0 0 0,-7-2 0 16,-4-1 0-16,-8 6 0 15,-7 4 0-15,-6 10 0 0,-1 10 0 16,-5 7 0-16,0 10 0 0,2 1 0 16,4 1 0-16,9-1 0 0,4-1-201 15,6-5-939-15,4 0-2082 0</inkml:trace>
  <inkml:trace contextRef="#ctx0" brushRef="#br0" timeOffset="41445.87">31933 12496 3453 0,'0'0'2833'0,"0"0"-1944"15,6-52-417-15,-6 35-44 0,0 4-311 16,-2 4-117-16,-4 3 0 0,-7 5 0 16,-3 2 0-16,-5 7 0 15,-2 7 0-15,1 7 0 0,-1 0 0 16,2 3 0-16,9 0 0 0,6-5 0 15,6-2 0-15,12-4 0 0,5-4 0 16,5-7 0-16,5-3 0 0,0-2 0 16,2-9 0-16,-4-2 0 15,-2 0 0-15,-7 0 0 0,-3 5 0 16,-7 2 0-16,-4 1 0 0,0 4 0 16,-2 1 0-16,0 0 0 0,-2 1 0 15,-2 10 0-15,2 3 0 16,2 4 0-16,0 0 0 0,10-3-273 15,2-6-523-15,5-1-41 0,-5-5-1248 16,3-3-252-16</inkml:trace>
  <inkml:trace contextRef="#ctx0" brushRef="#br0" timeOffset="41787.91">32268 12445 6899 0,'0'0'652'0,"0"0"-180"16,0 0-303-16,0 0-169 0,-9-34 0 16,-1 28 0-16,-8 1 0 15,-3 1 0-15,2 3 0 0,3 1 0 16,3 3 0-16,5 4 0 0,2 2 0 16,4 4 0-16,4 1 0 0,6 3 0 15,7-2 0-15,3 3 0 16,1-1 0-16,-1 0 0 0,-3-1 0 15,-1 1 0-15,-3-2 0 0,-7-3 0 16,-2-4 0-16,-2 0 0 0,-4-1 0 16,-2 2 0-16,-7-1 0 0,1-1 0 15,-7-1 0-15,-2-5 0 0,5-1 0 16,-3-6 0-16,5-2 0 16,4-1 0-16,-1-3 0 0,9-1 0 15,2 2-773-15,8-1-224 0,3 5-263 16,3 1-1962-16</inkml:trace>
  <inkml:trace contextRef="#ctx0" brushRef="#br0" timeOffset="42018.13">32375 12547 6943 0,'0'0'968'16,"40"-22"-687"-16,-24 7-281 0,-6-1 0 16,-1 0 0-16,-3-2 0 0,-2 2 0 15,-4-2 0-15,0 4 0 16,-2 2 0-16,-2 5 0 0,-4 4 0 15,-5 6 0-15,-1 9 0 0,-7 9 0 16,-2 6 0-16,7 3 0 0,1 3 0 16,5-1 0-16,4 2 0 0,6-3 0 15,4-4 0-15,8-3 0 0,11-6 0 16,8-4 0-16,4-6 0 16,11-5 0-16,1-3 0 0,7-5 0 15,-13-1-405-15,1-7-1828 0</inkml:trace>
  <inkml:trace contextRef="#ctx0" brushRef="#br0" timeOffset="73149.3">12857 10830 5870 0,'0'0'548'0,"0"0"469"15,0 0-473-15,0 0-331 16,0 0-213-16,-16 43 0 0,16-9 0 15,4 6 0-15,-2 2 0 0,2-1 0 16,2 2 0-16,-6 1 0 0,0-3 0 16,0-5 0-16,-2-3 0 0,-2-6 0 15,0-5 0-15,4-3 0 0,0-6 0 16,0-6 0-16,0-3 0 16,0-2-849-16,0-1-1688 0,4-4-1333 0</inkml:trace>
  <inkml:trace contextRef="#ctx0" brushRef="#br0" timeOffset="74066.13">12926 11269 4273 0,'0'0'1225'0,"0"0"-297"0,0 0 273 16,0 0-745-16,0 0-347 0,0 0-109 15,0 0 0-15,-38 27 0 0,7-13 0 16,-6 1 0-16,6-3 0 15,0 1 0-15,2 1 0 0,0-2 0 16,3 1 0-16,5-2 0 0,4 0 0 16,3-3 0-16,4-1 0 0,3-2 0 15,5 0 0-15,-2-2 0 0,4 2 0 16,0 1 0-16,0 3 0 16,6 0 0-16,15-2 0 0,4 0 0 15,4-2 0-15,10-5 0 0,-2 0 0 16,0 0 0-16,5 0 0 0,-9 3 0 15,-2 2 0-15,-6 1 0 16,-13 4 0-16,-6-2 0 0,-2 3 0 16,-4-1 0-16,-10 1 0 0,0 2 0 15,-7-1 0-15,-4 2 0 0,1-1 0 16,-7-1 0-16,0 1 0 0,-4-3 0 16,4 0 0-16,0-3 0 0,3 0 0 15,-1-2 0-15,8-2 0 16,5-1 0-16,4-2 0 0,1 0 0 15,7 0 0-15,0 0 0 0,0 0 0 16,7 0 0-16,3 0 0 0,6 0 0 16,5 1 0-16,0 4 0 0,-3 0 0 15,-1 1 0-15,-1 2 0 0,5-1 0 16,0 0 0-16,1 3 0 16,3-1 0-16,2-1 0 0,4 2 0 15,0-2 0-15,0-1 0 0,-2 0 0 16,0-1 0-16,-8-2 0 15,-9-2 0-15,-6 0 0 0,-2-1 0 16,-4-1 0-16,0 2 0 0,-14 4 0 16,-9 1 0-16,-8 1 0 0,-2 2 0 15,-2 0 0-15,2 1 0 0,-6 3 0 16,1-1 0-16,1 3 0 0,4-1 0 16,2-1 0-16,6-2 0 0,9 0 0 15,10-6 0-15,2 0 0 0,4-5 0 16,6 3 0-16,8-3 0 15,13-1-85-15,0 0-691 0,-2 0-225 16,-5 0-1972-16</inkml:trace>
  <inkml:trace contextRef="#ctx0" brushRef="#br0" timeOffset="74637.96">12705 11983 4854 0,'0'0'888'0,"0"0"1"0,0 0 303 0,0 0-823 0,0 0-369 16,0 0 0-16,0 0 0 0,0 0 0 16,57 21 0-16,-26-11 0 0,2 0 0 15,-2-2 0-15,0 1 0 16,-4-1 0-16,-2-1 0 0,-8 0 0 16,-7-1 0-16,-4 0 0 0,-2-1-53 15,-4-3-991-15,0 2-1726 0</inkml:trace>
  <inkml:trace contextRef="#ctx0" brushRef="#br0" timeOffset="74903.95">12963 12083 4253 0,'0'0'1293'0,"0"0"-681"0,0 0-95 16,0 0 91-16,-48 8-364 0,21-2-72 15,1 2 136-15,-5 0-160 16,0-1-111-16,8 1-37 0,4-1 0 16,3-2 0-16,10 1 0 0,6-5 0 15,0 3-297-15,10-2-807 0,6-2 151 16,1 0-103-16,4 0-1902 0</inkml:trace>
  <inkml:trace contextRef="#ctx0" brushRef="#br0" timeOffset="75153.91">12804 12150 3997 0,'0'0'1437'16,"0"0"-509"-16,-21 33 285 0,15-11-673 0,2 6-463 16,0 1-77-16,2 7 0 0,2 3 0 15,2 6 0-15,6 1 0 16,-2 3 0-16,0-3 0 0,5 3 0 16,-7-5 0-16,2-4 0 0,0-7 0 15,-6-5 0-15,4-11 0 16,-4-4 0-16,4-8-621 0,-4-6-2833 0</inkml:trace>
  <inkml:trace contextRef="#ctx0" brushRef="#br0" timeOffset="77005.45">13447 11725 5150 0,'0'0'1449'15,"0"0"-941"-15,0 0 68 0,0 0-67 16,55-27-509-16,-7 1 0 0,20-7 0 16,7-2 0-16,3 2 0 0,1 6 0 15,-5 8 0-15,-12 7 0 0,-8 7 0 16,-13 4-341-16,-16 1-996 0,-13 0-4129 0</inkml:trace>
  <inkml:trace contextRef="#ctx0" brushRef="#br0" timeOffset="77840.89">14397 11291 3865 0,'0'0'2621'0,"0"0"-2084"0,-16 57-133 15,6-15-132-15,8 3-48 0,-3-2-32 16,5 0-192-16,0-2 8 0,7-3 8 16,-3-3-12-16,2-3-4 0,0-7 0 15,2-4 0-15,-6-7 0 0,3-7-4 16,-1-4 16-16,-2-3-12 15,-2-7 41-15,0-10-41 0,4-12 0 16,0-9 0-16,-2-7 0 0,2-1 0 16,3 6 0-16,7 3 0 0,3 8 0 15,3 9 0-15,-3 9 0 0,3 10 0 16,1 4 0-16,-4 7 0 16,1 7 0-16,-1 3 0 0,-5 0 0 15,-2 1 0-15,-1 3 0 0,-3-2 0 16,0 1 0-16,-2 0 0 0,0-4 0 15,-4-1 0-15,2-4 0 16,-2-5 0-16,0-5 0 0,5-3 0 16,-3-1 0-16,2-1 0 0,6-11 0 15,5-13 0-15,1-9 0 0,-3-2 0 16,1-4 0-16,1 5 0 0,-9 2 0 16,4 3 0-16,-4 6 0 0,-2 8 0 15,-4 6 0-15,5 8 0 16,-5 2 0-16,0 7 0 0,0 12 0 15,0 15 0-15,2 10 0 0,-2 4 0 16,4-2 0-16,2-5 0 0,4-5 0 16,7-2 0-16,-3-5 0 0,9-5 0 15,-9-9-2630-15,1-6-2636 0</inkml:trace>
  <inkml:trace contextRef="#ctx0" brushRef="#br0" timeOffset="78374">15111 11411 2753 0,'0'0'2365'0,"0"0"-828"0,6-42-753 16,-6 39-128-16,0 3-559 0,-6 0-97 15,-1 0 0-15,-1 3 0 16,-2 7 0-16,-3 7 0 0,3 10 0 16,-4 8 0-16,3 6 0 0,1 2 0 15,4 1 0-15,4 1 0 0,2-4 0 16,6-8 0-16,0-8 0 0,11-7 0 16,-3-9 0-16,3-9 0 0,-1-2 0 15,5-9 0-15,-7-7 0 0,3-4 0 16,-3-6 0-16,-7-4 0 15,-1 0 0-15,-2-2 0 0,-4 0 0 16,0 0 0-16,-6-1 0 0,-3 0 0 16,3 7 0-16,2 5 0 15,4 7 0-15,0 8 0 0,4 0-361 16,7 4-331-16,3 1-721 0,-8 1-152 16,5 2-75-16</inkml:trace>
  <inkml:trace contextRef="#ctx0" brushRef="#br0" timeOffset="78885.75">15237 11458 2713 0,'0'0'2757'16,"0"53"-2037"-16,0-25-31 0,4 1 135 16,-4 0-452-16,2 2-255 0,6-4-117 15,-2-3 0-15,7-4 0 0,-3-5 0 16,5-4 0-16,1-3 0 0,-1-5 0 16,-3-3 0-16,-2-6 0 0,5-5 0 15,-5-4 0-15,1-6 0 16,-5-3 0-16,0-3 0 0,-6-2 0 15,0-2 0-15,0 2 0 0,-6 3 0 16,4 3 0-16,-2 11 0 0,-1 5 0 16,5 4 0-16,0 3 0 0,0 0 0 15,5 4 0-15,-5 2 0 0,6 2 0 16,2 1-285-16,-2-1 1 16,0-2-44-16,1 0-188 0,1-2 127 15,-2-2 361-15,0-1 28 0,3 2 168 16,-3 2 29-16,-2 9 223 0,-4 11-164 15,0 6-20-15,-4 3 152 16,0 0-252-16,4-8-107 0,0-3-29 16,4-7 0-16,2-3 0 0,0-8 0 15,-2-4 0-15,0-2 0 0,3-10 0 16,3-12 0-16,-4-9 0 0,-2-5 0 16,0-5 0-16,-2 3 0 0,-2 0 0 15,5 4 0-15,-1 6 0 16,-2 9 0-16,2 8 0 0,-2 6 0 15,-2 6 0-15,4 5 0 0,2 9 0 16,5 12 0-16,-1 7 0 0,0 4 0 16,1 1 0-16,-3-6 0 0,0 0 0 15,3-4 0-15,-3-5 0 0,2-6 0 16,-4-9-609-16,1-6-1328 16,-7-6-860-16</inkml:trace>
  <inkml:trace contextRef="#ctx0" brushRef="#br0" timeOffset="79045.74">15768 11038 7103 0,'0'0'728'0,"0"0"-367"0,0 0-361 15,0 0 0-15,-33 30 0 0,16 3 0 16,3 9 0-16,4 3 0 0,5 2 0 16,5 4 0-16,5 3 0 0,1 4 0 15,-2 3 0-15,-4-1 0 16,4-1 0-16,-4-2 0 0,0-7 0 15,0-11 0-15,-4-11-1069 0,4-11-1048 0</inkml:trace>
  <inkml:trace contextRef="#ctx0" brushRef="#br0" timeOffset="79208.27">15663 11523 6775 0,'0'0'604'16,"31"-42"32"-16,-9 23-459 0,-1 5-177 15,4 2 0-15,-5-1 0 0,3 0 0 16,-2-1 0-16,0 1 0 0,-1 2 0 15,-3 3 0-15,-1 2 0 16,-5 6 0-16,-3 3-1005 0,-2 2-1961 16,-2 4-143-16</inkml:trace>
  <inkml:trace contextRef="#ctx0" brushRef="#br0" timeOffset="79324.49">15946 11515 3377 0,'0'0'1493'0,"6"49"384"16,-2-21-897-16,-4 1-515 0,-6-2-465 15,-2 3 0-15,-3-3 0 0,1-6 0 16,4-4 0-16,2-8 0 15,2-6 0-15,2-3 0 0,2-6 0 16,6-15-13-16,2-10-507 0,7-9-400 16,-7 5-1554-16,-4-1-51 0</inkml:trace>
  <inkml:trace contextRef="#ctx0" brushRef="#br0" timeOffset="79424.64">15979 11273 3617 0,'4'-34'1033'16,"2"14"-461"-16,-2 2-96 0,-4 15-468 15,0 3-8-15,-4 5-48 0,4 7-180 16,4 9-220-16,7 4-393 0,3-3-159 15,-1-1-381-15</inkml:trace>
  <inkml:trace contextRef="#ctx0" brushRef="#br0" timeOffset="79935.62">16119 11497 2237 0,'0'0'1300'0,"-20"38"53"16,7-15-233-16,-1-2-239 0,-3 1 163 16,1-2-787-16,5-5-257 15,3-4 0-15,2-4 0 0,6-4 0 16,0 0 0-16,12-3 0 0,7-6 0 0,8-8 0 15,4-8 0-15,-4-3 0 16,0-2 0-16,-11 0 0 0,3 0 0 16,-13-1 0-16,0 0 0 15,-6 5 0-15,0 8 0 0,0 6 0 16,-6 6 0-16,2 6 0 0,-7 12 0 16,1 13 0-16,-2 9 0 0,1 4 0 15,7-3 0-15,8-8 0 0,9-3 0 16,7-5 0-16,1-5-209 0,4-5 33 15,-8-5 32-15,-3-4 68 16,-4-3 48-16,-3-5 28 0,-7-7 172 16,0-4-20-16,0-5-28 0,-5 1 61 15,5 3-185-15,-2 5 0 0,2 6 0 16,0 3 0-16,0 3 0 0,2 11 0 16,5 12 0-16,1 6 0 0,-2 9 0 15,4 4 0-15,-3-5 0 16,-3 2 0-16,2 0 0 0,-6 1 0 15,-2 4 0-15,-8 6 0 0,-9 3 0 16,-10 3 0-16,-6 2 0 0,-9-4 0 16,-1-5 0-16,-5-5 0 0,1-12 0 15,1-11 0-15,5-10 0 16,1-9 0-16,5-9 0 0,0-13 0 16,10-11 0-16,2-9 0 0,13-5 0 15,8-1 0-15,18 1 0 0,15 4 0 16,13 3 0-16,11 3 0 15,7 2 0-15,0-3 0 0,-8 11-1549 16,-15-3-2333-16</inkml:trace>
  <inkml:trace contextRef="#ctx0" brushRef="#br0" timeOffset="80678.39">16886 11450 3197 0,'0'0'1717'16,"0"0"-1129"-16,0 0 537 0,42 45-537 0,-36-14-172 16,-2 1-92-16,-4 1-204 0,-4-1-3 15,2-1-117-15,-2-5 0 16,0-2 0-16,-1-7 0 0,3-5 0 16,-2-5 0-16,4-4 0 0,0-3 0 15,0-10 0-15,8-12 0 0,1-9 0 16,1-7 0-16,5-1 0 0,-1 3 0 15,3 2 0-15,-1 9 0 16,-1 10 0-16,-3 8 0 0,-4 7 0 16,0 6 0-16,-3 9 0 0,5 6 0 15,-4 4 0-15,2 2 0 0,-1-3 0 16,-1 0 0-16,-2-5 0 0,2-2 0 16,0-6 0-16,-2-5 0 0,-4-1 0 15,5-5 0-15,-3 1 0 16,-2-1 0-16,2-4 0 0,0-8 0 15,4-9 0-15,8-4 0 0,3 1 0 16,0 3 0-16,1 5 0 0,-5 5 0 16,-3 3 0-16,-2 5 0 0,-2 3 0 15,-1 2 0-15,1 12 0 0,-2 10 0 16,-2 5 0-16,-2 2 0 16,0-2 0-16,0-7 0 0,0-1 0 15,0-4 0-15,6-5 0 0,2-3 0 16,-1-5-189-16,3-3-1740 0,2-1-664 15</inkml:trace>
  <inkml:trace contextRef="#ctx0" brushRef="#br0" timeOffset="80986.02">17469 11618 6759 0,'0'0'1108'0,"-25"-38"-783"16,5 16-325-16,1 3 0 0,-2 3 0 15,5 6 0-15,1 7 0 0,1 6 0 16,2 10 0-16,-3 6 0 15,5 7 0-15,-1 6 0 0,1 0 0 16,4 0 0-16,6-1 0 0,6-6 0 16,4-8 0-16,11-6 0 0,4-6 0 15,2-6 0-15,0-10 0 16,4-4 0-16,-9-4 0 0,-3-5 0 16,-7 3 0-16,-1 0 0 0,-5 5 0 15,-2 3 0-15,-4 6 0 0,0 3 0 16,0 4 0-16,0 2 0 0,0 11 0 15,-2 10 0-15,0 8 0 16,0 4 0-16,2-1 0 0,2-7 0 16,6-4 0-16,-2-7 0 0,11-7-1401 15,-9-6-676-15,3-3-1577 0</inkml:trace>
  <inkml:trace contextRef="#ctx0" brushRef="#br0" timeOffset="81169.84">17701 10996 7735 0,'0'0'457'0,"0"0"-457"16,0 0 0-16,0 0 0 0,-17 36 0 15,7 5 0-15,-5 9 0 16,9 2 0-16,-4-1 0 0,6 5 0 16,-2 2 0-16,1 3 0 0,-1 0 0 15,2 0 0-15,-2-4 0 0,4-6 0 16,0-8 0-16,2-7 0 0,0-13-213 15,0-10-1039-15,0-7-2770 0</inkml:trace>
  <inkml:trace contextRef="#ctx0" brushRef="#br0" timeOffset="81355.64">17473 11549 6102 0,'0'0'448'0,"0"0"617"15,0 0-537-15,58-16-479 16,-27 14-49-16,-4-2 0 0,2 0 0 15,-4 0 0-15,2-1 0 0,0 1 0 16,-7 2 0-16,1 1 0 0,-2 1 0 16,-7 0 0-16,-2 0-901 0,-3 0-296 15,-7 0-2368-15</inkml:trace>
  <inkml:trace contextRef="#ctx0" brushRef="#br0" timeOffset="81686.78">17848 11703 1712 0,'0'0'2421'0,"0"0"-1212"16,47-21-605-16,-30 6-148 0,-7-1 41 15,0-2-257-15,-1 0-76 0,-7-2 64 16,-2 0-204-16,0 4 8 0,-7 5 16 16,-3 7-40-16,-4 6 96 0,-7 9 108 15,4 5-208-15,-3 5 4 16,3 0-4-16,7 1-4 0,4 1 0 15,6-4-4-15,2 0-28 0,8-3 28 16,9-3 4-16,1-2-20 0,3 0 20 16,0-3 4-16,-3-1-4 0,-1-2 0 15,-7-2-104-15,-3-1-116 16,-7-2 56-16,2 0 84 0,-4-5 80 16,0-6 40-16,-4-9 152 0,4-4-112 15,0-4 40-15,4 0-16 0,6 2-88 16,5 2-16-16,3 0 0 0,7 5-20 15,0 6 8-15,-2 6-312 16,4 5-360-16,-11 2-445 0,-1 1-3037 0</inkml:trace>
  <inkml:trace contextRef="#ctx0" brushRef="#br0" timeOffset="81975.13">18261 11577 5494 0,'0'0'1417'0,"0"0"-777"0,0 0 1 15,0 0-641-15,-50-6 0 16,30 7 0-16,-1 10 0 0,2 6 0 15,3 4 0-15,1 0 0 0,7 3 0 16,2-4 0-16,4-1 0 0,2-3 0 16,0-7 0-16,8-2 0 0,2-7 0 15,5-1 0-15,6-8 0 0,3-5 0 16,-1-1 0-16,-6-1 0 16,1 1 0-16,-5 2 0 0,-5 6 0 15,-2 2 0-15,-4 5 0 0,-2 1 0 16,4 10 0-16,3 8 0 0,1 7 0 15,0 4 0-15,0-1 0 16,3-5 0-16,-1-3 0 0,2-4 0 16,3-4 0-16,-5-4 0 0,-4-5-1413 15,1-2 96-15,-3-4-460 0</inkml:trace>
  <inkml:trace contextRef="#ctx0" brushRef="#br0" timeOffset="82177.5">18478 11130 8192 0,'0'0'0'0,"0"0"0"16,-10 42 0-16,6-8 0 0,-3 10 0 15,5 3 0-15,2 7 0 0,2 6 0 16,9 4 0-16,3 0 0 16,3 1 0-16,-3-3 0 0,-1-6 0 15,-7-8 0-15,4-6 0 0,-4-10 0 16,-2-7 0-16,1-11-1846 15,-5-8-1543-15</inkml:trace>
  <inkml:trace contextRef="#ctx0" brushRef="#br0" timeOffset="83857.77">15059 12380 4846 0,'0'0'1789'15,"0"0"-1365"-15,0 0-4 0,0 0-24 16,0 0-204-16,0 0-67 0,41 9-125 16,-30 2 0-16,-1 0 0 0,-4-1 0 15,-2-2 0-15,0-2 0 16,-1 2 0-16,-3 0 0 0,-11 0 0 15,-5-2 0-15,-9 0 0 0,-2-5 0 16,0-1 0-16,11-6 0 0,1 0 0 16,5-7 0-16,10 1 0 15,4-2 0-15,6 0 0 0,13 2 0 16,2-1-541-16,-5 6-1848 0,3-4-684 0</inkml:trace>
  <inkml:trace contextRef="#ctx0" brushRef="#br0" timeOffset="84511.93">15532 12286 4057 0,'0'0'1945'0,"0"0"-956"0,0 0 3 16,0 0-783-16,0 0-209 0,-2 40 0 16,2-8 0-16,2 6 0 0,7-1 0 15,-3-4 0-15,4-2 0 0,-4-1 0 16,5-4 0-16,-1-5 0 0,0-4 0 16,5-4 0-16,1-7 0 0,-1-6 0 15,3-6 0-15,1-7 0 16,-2-5 0-16,5-5 0 0,-3 0 0 15,-3-1 0-15,1 3 0 0,-7 4 0 16,1 4 0-16,-5 5 0 0,-2 4 0 16,-4 4 0-16,0 0-29 15,0 8-31-15,0 9 52 0,0 7-12 16,0 1 20-16,6-3 0 0,2-1 4 16,5-5-4-16,3-4 0 0,5-5-28 15,0-6 28-15,-1-2 8 16,1-5 20-16,-4-5-24 0,-3-2 97 15,3-1-101-15,-11-1 0 0,2-3 0 16,-6-1 0-16,-2 1 0 0,0-3 0 16,-2-2 0-16,-2 1 0 0,-6-2 0 15,3 0 0-15,-3 2 0 0,10 5 0 16,-4 8 0-16,4 4 0 0,0 5 0 16,0 0 0-16,4 4 0 0,11 6-1013 15,-7 0-396-15,6 3-368 0</inkml:trace>
  <inkml:trace contextRef="#ctx0" brushRef="#br0" timeOffset="84886.47">16256 12380 6611 0,'0'0'1388'0,"-23"-55"-1195"0,11 20-193 0,-1 0 0 0,3 4 0 15,0 7 0-15,5 9 0 0,3 8 0 16,2 7 0-16,-4 4 0 15,4 15 0-15,-6 17 0 0,-2 13 0 16,2 4 0-16,1 0 0 0,5-12 0 16,5-5 0-16,9-8 0 0,9-9 0 15,2-7 0-15,2-10 0 0,-1-3 0 16,-5-7 0-16,0-6 0 0,-7-4 0 16,-1-4 0-16,-5 1 0 0,-2 2 0 15,-2 2 0-15,-2 2 0 16,-2 4 0-16,0 5 0 0,0 3 0 15,0 3 0-15,0 0 0 0,4 4 0 16,-2 5 0-16,7 4 0 0,-3 4 0 16,4-2 0-16,-4 0 0 15,1 0 0-15,3-1 0 0,-2-1 0 16,5 0 0-16,1 0 0 0,-4-1-645 16,1-4-640-16,-5-2-1912 0</inkml:trace>
  <inkml:trace contextRef="#ctx0" brushRef="#br0" timeOffset="85107.83">16477 12179 7023 0,'0'0'180'0,"0"0"809"16,0 0-989-16,0 0 0 0,0 0 0 16,0 0 0-16,41 19 0 0,-14 4 0 15,8-3 0-15,-2 3 0 16,5-2 0-16,-1-1 0 0,4 3 0 15,-4-4 0-15,1 1 0 0,-7-5 0 16,-11 1 0-16,1-2 0 0,-15-5 0 16,-2-2-553-16,-4-5-936 15,-4-2-63-15,-6-4-2506 0</inkml:trace>
  <inkml:trace contextRef="#ctx0" brushRef="#br0" timeOffset="85261.79">16587 12452 2625 0,'0'0'5122'16,"0"0"-4677"-16,0 0-445 0,24-33 0 15,9 2 0-15,5-7 0 0,7-2 0 16,-6 3 0-16,-1 4 0 0,1 1 0 16,-6 3 0-16,-2 6 0 0,-6 4 0 15,-13 7-1609-15,-1 0-1997 0</inkml:trace>
  <inkml:trace contextRef="#ctx0" brushRef="#br0" timeOffset="85944.19">15057 13111 4462 0,'0'0'1432'0,"0"0"-351"15,0 0 136-15,0 0-1217 0,0 0 0 16,0 0 0-16,0 0 0 0,0 0 0 15,0 0 0-15,10 30 0 0,-18-24 0 16,6-3 0-16,-6 0 0 0,1-3 0 16,3 0 0-16,-6-5 0 15,4-7 0-15,6-8 0 0,0-2 0 16,10-2 0-16,7 3 0 0,-3 5 0 16,3 4 0-16,3 3 0 15,-3 5 0-15,-3 4 0 0,-3 3 0 16,-1 7 0-16,-8 5 0 0,2 2 0 15,-4-3 0-15,0 1 0 0,0-6 0 16,0-3-1141-16,0-6-1008 0</inkml:trace>
  <inkml:trace contextRef="#ctx0" brushRef="#br0" timeOffset="86953.84">15741 13026 4834 0,'0'0'852'0,"0"0"-260"16,-21-49 137-16,5 34-453 0,-1 0-48 16,-1 4 52-16,-3 4-248 15,-2 7 36-15,3 5-20 0,-1 8-40 16,9 4-8-16,-3 9 0 0,5 1-16 16,6 5 16-16,-3 0 0 15,7-2-28-15,5-2 28 0,5-5 0 16,2-5-36-16,7-8 36 0,0-4-12 15,5-6-8-15,1-3 20 0,-2-8 0 16,-2-4-12-16,-5-2 12 0,-1 0 8 16,-9 0 0-16,0-1-8 0,-2 6 48 15,-4 4-28-15,4 1 104 0,-4 2 37 16,0 3-161-16,2-2 0 0,-2 4 0 16,4 2 0-16,7 13 0 0,3 6 0 15,3 9 0-15,-1 3 0 16,-1 2 0-16,-3 3 0 0,-1 3 0 15,-1 4 0-15,-4 1 0 0,-2 3 0 16,-4-2 0-16,-6 0 0 0,-4-1 0 16,-7-5 0-16,-1-5 0 15,1-6 0-15,-4-8 0 0,5-6 0 16,-5-9 0-16,0-7 0 0,1-7 0 16,3-12 0-16,3-10 0 15,3-11 0-15,3-8 0 0,0-9 0 16,2 0 0-16,2 4 0 0,1 9 0 15,3 12 0-15,3 11 0 0,1 8 0 16,2 4 0-16,4 2 0 0,1 0 0 16,-1-2-513-16,4 0-752 0,-1 0-2736 0</inkml:trace>
  <inkml:trace contextRef="#ctx0" brushRef="#br0" timeOffset="87307.7">15950 12657 4618 0,'0'0'728'15,"0"0"-196"-15,0 0 104 0,0 0 221 16,0 0-365-16,0 0-163 0,0 0-329 16,0 0 0-16,0 0 0 0,-15 71 0 15,20-17 0-15,-3 0 0 0,2-3 0 16,2 1 0-16,-2-1 0 0,2-2 0 16,-2-2 0-16,1 1 0 15,-3-4 0-15,-2-4 0 0,0-5 0 16,0-6 0-16,0-10-405 0,0-9-779 15,0-6-1666-15</inkml:trace>
  <inkml:trace contextRef="#ctx0" brushRef="#br0" timeOffset="87576.2">16109 12976 5578 0,'0'0'1237'0,"0"0"140"16,0 0-1377-16,0 0 0 0,0 0 0 15,0 0 0-15,-37 54 0 0,31-22 0 16,2 3 0-16,10-3 0 0,4-1 0 16,5-3 0-16,1-2 0 0,5-4 0 15,4-7 0-15,-3-5 0 0,3-6 0 16,-2-4 0-16,-2-10 0 0,-1-6 0 16,-5-7 0-16,-3-5 0 15,-2-4 0-15,1-2 0 0,-5-2 0 16,4 3 0-16,-6 1 0 0,3 4 0 15,-1 6 0-15,-4 8 0 0,0 4 0 16,-2 6 0-16,4 1 0 0,0 3-701 16,-2 0-1600-16,4 3 80 0</inkml:trace>
  <inkml:trace contextRef="#ctx0" brushRef="#br0" timeOffset="87865.92">16446 13197 5706 0,'0'0'1065'0,"41"-8"167"16,-16-6-1043-16,-4-5-189 0,-5-4 0 16,1-3 0-16,-7-2 0 0,1-1 0 15,-7 0 0-15,-2 0 0 0,-4 3 0 16,-7 5 0-16,-1 4 0 0,0 7 0 16,-3 4 0-16,3 6 0 0,-4 11 0 15,3 8 0-15,1 7 0 16,-3 7 0-16,3 6 0 0,4 1 0 15,4 2 0-15,2 0 0 0,8-3 0 16,9-6 0-16,7-5 0 0,10-8 0 16,11-8 0-16,9-5 0 15,4-7 0-15,6-1-429 0,-19-3-1272 16,-5-4-1112-16</inkml:trace>
  <inkml:trace contextRef="#ctx0" brushRef="#br0" timeOffset="88625.4">15090 13936 3009 0,'0'0'1737'0,"0"0"-1069"0,0 0 416 16,0 0-475-16,0 0-145 0,0 0-24 15,27 40-308-15,-27-29-83 0,0 0-49 16,-6 0 0-16,-9 1 0 0,3-2 0 16,-9-2 0-16,0-2 0 15,1-5 0-15,3-1 0 0,7-2 0 16,0-7 0-16,3-4 0 0,3-3 0 15,4-3 0-15,6 1 0 0,9 3 0 16,1 1 0-16,9-1 0 16,2 4 0-16,-2 2 0 0,-2 5 0 15,-7 4 0-15,-1 3 0 0,-9 8 0 16,0 0 0-16,-6-1-537 0,0-6-1396 16,0-4-1360-16</inkml:trace>
  <inkml:trace contextRef="#ctx0" brushRef="#br0" timeOffset="90233.26">15479 13584 2505 0,'0'0'68'0,"0"0"1849"0,0 0-753 15,0 0-604-15,0 0 17 0,0 0 255 16,0 0-512-16,0 0-71 0,-31 21-249 16,31 16 0-16,4 11 0 15,6 6 0-15,-4 2 0 0,0 3 0 16,3 5 0-16,-3-2 0 0,-2-2 0 15,2-8 0-15,-2-3 0 16,-2-8 0-16,3-8 0 0,1-6 0 16,-2-11 0-16,-2-7 0 0,0-6 0 15,0-3 0-15,4-13 0 0,9-13 0 16,1-15 0-16,9-10 0 16,-2-3 0-16,2 6 0 0,-9 6 0 15,1 13 0-15,-7 12 0 0,-6 9 0 16,0 6 0-16,-2 2 0 0,-2 4 0 15,5 6 0-15,1 9 0 0,-2 5 0 16,0 4 0-16,-2 0 0 0,4-2 0 16,-4-2 0-16,0-1 0 0,5-2 0 15,-3-5 0-15,2-4 0 0,-2-5-941 16,0-2-172-16,-2-5-487 0</inkml:trace>
  <inkml:trace contextRef="#ctx0" brushRef="#br0" timeOffset="90638.34">15884 14030 6002 0,'0'0'1441'0,"0"0"-917"15,-37-28-299-15,26 26-225 0,1 2 0 16,0 7 0-16,-1 5 0 0,5 5 0 16,0 2 0-16,2 4 0 15,2 1 0-15,2 0 0 0,2-2 0 16,4 0 0-16,8-1 0 0,-3-5 0 15,5-3 0-15,1-4 0 0,1-6 0 16,3 0 0-16,0-3 0 0,-3-4 0 16,3-2-13-16,0-3-127 0,-5-1 52 15,-1 1 24-15,-5-2 60 0,4 1 0 16,-3 3-72-16,-5 3 36 16,0 1 24-16,-2 3-188 0,-2 0 64 15,7 0 112-15,-3 4 12 0,0-1 16 16,2 1 100-16,-6 0 56 0,5-1 64 15,-3-2 137-15,-4-1-357 16,0 0 0-16,0-6 0 0,-4-8 0 16,-3-5 0-16,1-4 0 0,0-3 0 15,2 1 0-15,4 4 0 0,6 0 0 16,4 2 0-16,1 3 0 0,3 0 0 16,-1 3 0-16,1 4 0 15,3 0 0-15,-1 5-957 0,-1 0-1921 0</inkml:trace>
  <inkml:trace contextRef="#ctx0" brushRef="#br0" timeOffset="90933.55">16405 14032 2605 0,'0'0'1152'0,"0"0"181"0,0 0-377 0,-23-39-155 16,6 21 303-16,1 4-863 0,-3 3-241 15,3 7 0-15,-1 4 0 0,3 2 0 16,-3 6 0-16,3 5 0 16,3 7 0-16,3 3 0 0,4 1 0 15,0 1 0-15,8-3 0 0,6-3 0 16,7 0 0-16,-1-5 0 16,9-2 0-16,-2-4 0 0,2-2 0 15,-5-3 0-15,3-3 0 0,-4-4 0 16,-3-6 0-16,-3-5 0 0,-3 1-1902 15,-2-3-1087-15</inkml:trace>
  <inkml:trace contextRef="#ctx0" brushRef="#br0" timeOffset="91211.51">16460 13636 6482 0,'0'0'1613'15,"0"0"-1516"-15,-14 61-97 0,14-18 0 16,0 13 0-16,0 5 0 0,4 4 0 15,6 0 0-15,-3-4 0 0,7-7 0 16,3-6 0-16,-1-6 0 0,3-7 0 16,-7-11-1589-16,5-6-1745 0</inkml:trace>
  <inkml:trace contextRef="#ctx0" brushRef="#br0" timeOffset="92122.43">16992 13915 4386 0,'0'0'2169'0,"0"0"-1245"16,0 0-211-16,0 0-713 0,-15 46 0 15,9-10 0-15,0 6 0 0,6-4 0 16,0-4 0-16,0-3 0 16,0-3 0-16,0-3 0 0,6-7 0 15,-6-4 0-15,4-7 0 0,-2-4 0 16,0-3 0-16,0-1 0 16,7-11 0-16,3-13 0 0,3-8 0 15,3-4 0-15,-3-2 0 0,5 3 0 16,-3 4 0-16,-3 7 0 0,-3 8 0 15,-5 9 0-15,0 5 0 0,-6 4 0 16,8 8 0-16,-6 6 0 0,2 5 0 16,3 4 0-16,-7-3 0 0,4-3 0 15,-4-4 0-15,0-3 0 0,4-5 0 16,-2-2 0-16,-2-3 0 16,4 0 0-16,-2-1 0 0,2-3 0 15,5-6 0-15,3-8 0 0,3-3 0 16,-3 1 0-16,-2 4 0 0,-1 5 0 15,-3 5 0-15,-4 4 0 0,2 2 0 16,0 10 0-16,0 11 0 16,-2 8 0-16,4 5 0 0,-6-1 0 15,5-3 0-15,1-5 0 0,4-4 0 16,0-6 0-16,5-4 0 16,-3-8-573-16,-1-4-892 0,-1-3-3869 0</inkml:trace>
  <inkml:trace contextRef="#ctx0" brushRef="#br0" timeOffset="92438.29">17482 14016 7159 0,'0'0'764'0,"0"0"-495"0,-38-35-269 0,32 30 0 0,2 4 0 0,-2 1 0 16,0 2 0-16,-9 10 0 15,5 9 0-15,-3 8 0 0,3 1 0 16,6 3 0-16,4-3 0 0,8-3 0 15,5-2 0-15,3-5 0 16,3-6 0-16,-1-5 0 0,7-6 0 16,-4-4 0-16,-5-10 0 0,1-2 0 15,-7-5 0-15,-1-3 0 0,-7-1 0 16,2-3 0-16,-4 0 0 16,0-1 0-16,-4 2 0 0,2-1 0 15,0 6 0-15,2 6 0 0,-3 4 0 16,3 6 0-16,0 0-477 0,7 1-1240 15,-3 0 301-15,2-1-149 0</inkml:trace>
  <inkml:trace contextRef="#ctx0" brushRef="#br0" timeOffset="92638.2">17602 14026 4361 0,'0'0'793'0,"-17"59"-401"0,13-28 396 16,2-3-395-16,2-3 15 15,6-1 312-15,4-6-440 0,3-5-223 16,1-7-57-16,1-6 0 0,-3-4 0 15,-2-9 0-15,1-3 0 16,-5-8 0-16,-2-2 0 0,0-4 0 16,-2-1 0-16,2-3 0 0,-4 3 0 15,7 1 0-15,-3 7 0 0,0 4 0 16,-2 7 0-16,2 4 0 0,-4 4 0 16,0 4 0-16,0 0 0 15,4 3-369-15,-4 2-1040 0,2 4-2300 0</inkml:trace>
  <inkml:trace contextRef="#ctx0" brushRef="#br0" timeOffset="92965.66">17779 14127 5630 0,'0'0'1341'0,"0"0"-493"16,-6 43-475-16,2-34-373 0,4-4 0 15,0-2 0-15,0-1 0 0,0-1 0 16,0-1 0-16,6-4 0 0,2-6 0 15,1-7 0-15,-1-3 0 16,-2-4 0-16,5-1 0 0,-3 2 0 16,0-1 0-16,2 0 0 0,-1 2 0 15,-3 5 0-15,-2 6 0 0,-2 5 0 16,2 4 0-16,-2 0 0 0,0 2 0 16,5 3 0-16,-1 8 0 15,0 10 0-15,4 3 0 0,-6 4 0 16,3-2 0-16,-7-1 0 0,0-3 0 15,0-3 0-15,4-6 0 0,-4-5 0 16,0-5 0-16,2-3 0 0,0-2-481 16,0-3-1004-16,8-16-183 0</inkml:trace>
  <inkml:trace contextRef="#ctx0" brushRef="#br0" timeOffset="93156.64">18058 13498 6927 0,'0'0'1116'16,"4"-52"-967"-16,-1 38-149 0,-1 11 0 15,-2 4 0-15,-2 8 0 0,-1 12 0 16,3 19 0-16,-4 14 0 16,4 11 0-16,0 8 0 0,0 1 0 15,7 4 0-15,-5-1 0 0,0-3 0 16,2-5 0-16,-2-8 0 16,0-7 0-16,-2-10 0 0,0-10-213 15,-2-11-1636-15,-6-14-748 0</inkml:trace>
  <inkml:trace contextRef="#ctx0" brushRef="#br0" timeOffset="93248.14">18005 14033 7615 0,'0'0'577'0,"43"-40"-577"0,-12 23 0 15,-4 9 0-15,-6 2 0 0,-5 5 0 16,-1 1 0-16,-3 0 0 0,-4 0 0 16,-4 0-153-16,-2-4-2344 0</inkml:trace>
  <inkml:trace contextRef="#ctx0" brushRef="#br0" timeOffset="95763.34">11103 12721 2917 0,'0'0'1396'16,"0"0"-731"-16,-42 5-165 0,36-3-64 16,2 0 188-16,4 0-367 15,4-1-53-15,12 4-84 0,30 1-16 16,12-1 184-16,27-1 172 0,10-3-284 16,4-1-131-16,10-1-45 0,7 1 0 15,0-2 0-15,16 2 0 16,5 0 0-16,5 0 0 0,15 0 0 15,7 0 0-15,3 0 0 0,-4 0 0 16,1 0 0-16,-9 1 0 0,-10 1 0 16,-11 6 0-16,-16 1 0 0,-9 3 0 15,-14 2 0-15,-8-1 0 0,-12-1 0 16,-13-2 0-16,-15-1-73 0,-18-5-1832 16,-10-4-652-16</inkml:trace>
  <inkml:trace contextRef="#ctx0" brushRef="#br0" timeOffset="96336.73">10939 12808 3921 0,'0'0'845'0,"0"0"-321"0,0 0 68 16,-6 40-80-16,2-2-51 0,4 7 167 15,0 7-364-15,6 2-52 0,-2 6 21 16,2 7-233-16,-1 8 0 0,1 6 0 16,-6 2 0-16,0 3 0 0,-6 1 0 15,-5-1 0-15,-3-3 0 16,1-7 0-16,5-8 0 0,2-13 0 15,6-13 0-15,0-12 0 0,4-12-273 16,-2-11-1039-16,2-4-297 16,-4-8-808-16</inkml:trace>
  <inkml:trace contextRef="#ctx0" brushRef="#br0" timeOffset="96639.42">10908 13889 5858 0,'0'0'164'0,"0"0"140"0,0 0-232 16,52 4-24-16,-15-4 89 0,15-4 127 16,8-5-92-16,22 1-4 15,13-3 192-15,21 1-172 0,10-1 0 16,15-2 81-16,8 4-269 0,8 0 0 15,4 3 0-15,-2 3 0 0,-2 3 0 16,0-1 0-16,-4 0 0 16,0-1 0-16,-10-4 0 0,-7 2 0 15,-12 1 0-15,-18 3 0 0,-15 0 0 16,-23 3 0-16,-10 4 0 0,-13 0 0 16,-12 1 0-16,-4 0 0 15,-6-3 0-15,-8-2-457 0,-9-3-2576 0</inkml:trace>
  <inkml:trace contextRef="#ctx0" brushRef="#br0" timeOffset="97116.78">14034 12812 2048 0,'0'0'2410'0,"0"0"-1674"0,0 0 168 16,0 0-319-16,0 0-113 0,0 0 204 16,-7 67-315-16,-1-14-361 0,2 13 0 15,0 6 0-15,2-1 0 16,4 4 0-16,6 2 0 0,4 2 0 15,-6-5 0-15,3-4 0 0,-7-7 0 16,0-12 0-16,0-5 0 16,-7-9 0-16,-3-8 0 0,-7-5 0 15,-7-7 0-15,-7-5 0 0,8-7-585 16,-4-5-988-16</inkml:trace>
  <inkml:trace contextRef="#ctx0" brushRef="#br0" timeOffset="97769.98">11191 12883 1620 0,'0'0'3650'0,"0"0"-2746"0,27-39-219 16,-23 25 171-16,-8-1-379 0,-6-3-477 16,-7-6 0-16,-7-2 0 0,-3-5 0 15,-17-5 0-15,-7-5 0 16,-11 0 0-16,-19-3 0 0,-12 0 0 15,-19-2 0-15,-3 1 0 0,-16 2 0 16,-7 0 0-16,-9 3 0 0,-4 8 0 16,-6 6 0-16,-2 7 0 0,-4 10 0 15,-5 5 0-15,1 5 0 0,10 11 0 16,4 8 0-16,10 5-549 0,17 6-191 16,12-5-9-16,40-7-339 15,16-6-1773-15</inkml:trace>
  <inkml:trace contextRef="#ctx0" brushRef="#br0" timeOffset="98736.76">4374 11878 5274 0,'0'0'712'0,"0"0"-43"0,-39-38 491 15,18 31-783-15,-4 6-377 0,-2 1 0 16,1 8 0-16,-1 8 0 15,6 6 0-15,2 6 0 0,9 7 0 16,8 7 0-16,2 2 0 0,6 4 0 16,9 1 0-16,5-3 0 0,1-4 0 15,6-6 0-15,6-11 0 16,2-11 0-16,4-14 0 0,3-8 0 16,-3-16 0-16,-6-5 0 0,-8-7 0 15,-9-3 0-15,-9-4 0 0,-3 3 0 16,-8 2 0-16,-7 4 0 15,-5 3 0-15,-5 1 0 0,-6 4 0 16,0 0 0-16,2 6 0 0,1 5 0 16,7 6 0-16,7 6 0 0,6 3-393 15,4 2-1212-15,0 1-940 0</inkml:trace>
  <inkml:trace contextRef="#ctx0" brushRef="#br0" timeOffset="99406.83">4537 11330 4550 0,'0'0'620'0,"0"0"-32"0,0 0 485 0,0 0-517 15,0 0-116-15,0 0-75 16,0 0-365-16,-2 55 0 0,2-6 0 16,4 12 0-16,3 8 0 0,-1-1 0 15,2 3 0-15,4-5 0 0,5-2 0 16,4-6 0-16,3-6 0 0,5-8 0 16,2-8 0-16,0-9 0 0,0-15 0 15,0-7 0-15,-8-10 0 16,-4-13 0-16,-3-8 0 0,-9-8 0 15,-3-4 0-15,-4-2 0 0,-4 3 0 16,-9 6 0-16,-5 7 0 0,-3 10 0 16,-2 9 0-16,-4 7 0 0,2 9 0 15,5 7 0-15,-1 2 0 16,2 5 0-16,7 0 0 0,6-4-101 16,4-3-487-16,10-9-737 0,4-4-59 15,5-5-433-15</inkml:trace>
  <inkml:trace contextRef="#ctx0" brushRef="#br0" timeOffset="99809.94">4945 11786 4542 0,'0'0'552'16,"0"0"568"-16,0 0-459 0,-31-34-213 15,26 32 220-15,5 0-467 0,0 0-201 16,0 0 0-16,0 2 0 0,5 0 0 16,-1 6 0-16,8 5 0 0,9 8 0 15,4 8 0-15,3 5 0 16,1 6 0-16,2 2 0 0,3 5 0 16,-3 4 0-16,-3 3 0 0,1 3 0 15,-8 2 0-15,-4-2 0 0,-13 0 0 16,-4-3 0-16,-9-2 0 15,-7-3 0-15,-11-3 0 0,-4-7 0 16,-12-9 0-16,1-8 0 0,-3-10 0 16,6-10 0-16,1-12 0 0,5-14 0 15,4-15 0-15,2-10 0 0,7-9 0 16,5 0-9-16,9-2-15 0,8 6 16 16,13 7-12-16,12 5 20 0,4 8 61 15,2 6-61-15,-2 5 0 0,-2 8 0 16,-1 0 0-16,-1 3-569 15,2 3-1496-15,-8 3-24 0,-4 1-1052 0</inkml:trace>
  <inkml:trace contextRef="#ctx0" brushRef="#br0" timeOffset="100030.93">5224 11935 2233 0,'0'0'2413'15,"0"0"-985"-15,47-21-499 16,-32 11-137-16,3-3-395 0,1-2-397 16,2-4 0-16,-5-5 0 0,1-1 0 15,-3-1 0-15,-4 0 0 0,-3 0 0 16,-7 2 0-16,0 1 0 0,-11 0 0 15,1 4 0-15,-5 6 0 16,3 4 0-16,-2 7 0 0,1 6 0 16,-3 7 0-16,3 8 0 0,3 4 0 15,2 4 0-15,3 2 0 0,5-2 0 16,0 1 0-16,7-2 0 0,7-4 0 16,-1 1 0-16,5-7 0 0,3-4 0 15,6-6 0-15,0-6-197 16,4-6-1183-16,-11-2-153 0,7-4-316 0</inkml:trace>
  <inkml:trace contextRef="#ctx0" brushRef="#br0" timeOffset="100281.09">5759 11590 1584 0,'0'0'5403'0,"-35"-22"-4911"16,12 12-32-16,-4 5-207 0,2 4-253 15,5 2 0-15,3 10 0 0,1 5 0 16,1 7 0-16,1 3 0 0,8 6 0 15,1 2 0-15,5-2 0 16,9-3 0-16,1-3 0 0,7-7 0 16,3-6 0-16,7-6 0 0,0-5 0 15,2-2 0-15,4-9 0 0,-2-4 0 16,0-3 0-16,-2-5 0 0,-4 0 0 16,-3 0 0-16,-3-3 0 15,-9 6-1621-15,1-2-1101 0</inkml:trace>
  <inkml:trace contextRef="#ctx0" brushRef="#br0" timeOffset="100470.71">5827 10986 6967 0,'0'0'756'16,"0"0"-287"-16,0 0-469 0,0 0 0 15,17 35 0-15,3 4 0 0,1 11 0 16,10 7 0-16,-4 5 0 0,4 4 0 15,-4 5 0-15,-4 3 0 16,-5 2 0-16,-12-2 0 0,-1-2 0 16,-5-7 0-16,-9-10 0 0,-1-19-1625 15,-2-12-1149-15</inkml:trace>
  <inkml:trace contextRef="#ctx0" brushRef="#br0" timeOffset="100609.63">5902 11611 4169 0,'0'0'3322'0,"0"-47"-2634"0,6 29-675 0,8 10-13 15,3-1 0-15,4 3 0 16,-1-1 0-16,5-1 0 0,2 0 0 16,4-3 0-16,6-3 0 0,-8 1 0 15,0-5-3310-15</inkml:trace>
  <inkml:trace contextRef="#ctx0" brushRef="#br0" timeOffset="101123.89">6635 11300 3733 0,'0'0'2073'0,"0"0"-1333"0,0 0-111 0,0 0 215 15,-24 37-671-15,17-4-173 0,14 8 0 16,3 2 0-16,11-1 0 0,6-2 0 16,-3-4 0-16,5-5 0 0,0-8 0 15,-2-7 0-15,-4-8 0 16,-3-8 0-16,-3-6 0 0,-2-7 0 0,-11-8 0 15,2-6 0-15,-6-6 0 16,0-5 0-16,0-3 0 0,0-2 0 16,0 0 0-16,0 2 0 15,0 2 0-15,0 4-629 0,4 0-87 16,6 4-121-16,9 6-523 0,0 8 439 16,-3 6 69-16</inkml:trace>
  <inkml:trace contextRef="#ctx0" brushRef="#br0" timeOffset="101372.99">7036 11508 4205 0,'0'40'877'0,"-4"-6"239"16,4-1-507-16,0-15-253 0,0-9 356 15,0-4-395-15,0-5-317 0,0-7 0 16,4-16 0-16,7-17 0 0,-5-12 0 16,4-8 0-16,1 1 0 0,-1 12 0 15,0 7 0-15,1 10 0 0,-7 11 0 16,2 9 0-16,0 8 0 0,5 8 0 15,3 8 0-15,3 7 0 16,-3 8 0-16,3-1 0 0,-1 3 0 16,5 0 0-16,4-1 0 0,-3-3 0 15,3-3 0-15,-4-2 0 0,-5-6-753 16,-5-4-2561-16</inkml:trace>
  <inkml:trace contextRef="#ctx0" brushRef="#br0" timeOffset="101591.27">7421 11255 7243 0,'-17'-38'412'0,"1"6"125"0,-1 2-537 15,3 16 0-15,-1 7 0 0,-1 7 0 16,-1 8 0-16,1 9 0 0,1 11 0 16,5 10 0-16,8 7 0 0,2 3 0 15,8 1 0-15,7-2 0 16,1-6 0-16,9-6 0 0,2-10 0 0,4-14 0 15,6-11 0-15,-4-14 0 16,-2-16-381-16,-2-9-503 0,-10 7-369 16,-5-7-2176-16</inkml:trace>
  <inkml:trace contextRef="#ctx0" brushRef="#br0" timeOffset="101747.02">7435 10668 6619 0,'0'0'796'0,"0"0"-19"0,0 0-777 15,11 45 0-15,-5-1 0 16,0 13 0-16,-2 8 0 0,0 5 0 16,-1 5 0-16,5 5 0 0,2-2 0 15,0-3 0-15,7-4 0 0,0-10 0 16,3-7 0-16,1-9 0 0,0-13-1121 16,-5-12-636-16,-6-12-1493 0</inkml:trace>
  <inkml:trace contextRef="#ctx0" brushRef="#br0" timeOffset="102226.02">7739 11360 2769 0,'0'0'3421'0,"0"0"-2644"16,0 0-277-16,0 0 225 0,0 0-725 15,0 0 0-15,44-48 0 0,-34 23 0 16,0-4 0-16,-5 6 0 0,-5-2 0 15,-5 3 0-15,-5 2 0 16,-6 4 0-16,-5 5 0 0,0 7 0 16,5 7 0-16,-5 12 0 0,6 9 0 15,3 5 0-15,4 8 0 0,6 5 0 16,2 3 0-16,2 1 0 0,12-5 0 16,7-6-345-16,10-9-87 0,2-7 140 15,8-7 116-15,-3-7 112 16,-1-4 56-16,-2-1 4 0,-4-5 4 15,-8 0 48-15,1-2 16 0,-3 2-8 16,2 3-36-16,-7 2-20 0,3 0 0 16,-2 0 0-16,-1 1 0 0,-6-1 0 15,-3 2 0-15,1-2 20 0,-8 0 0 16,2-2 468-16,2-8-60 16,-4-9-251-16,-4-6-177 0,-2-6 0 15,-5-4 0-15,1 0 0 0,0-2 0 16,6-1 0-16,4 0 0 0,4-1 0 15,10 0 0-15,3 2 0 16,3 1 0-16,7 1 0 0,4 3 0 16,0 5 0-16,2 3 0 0,-8 6-673 15,-8 5-1352-15,-7 5-1341 0</inkml:trace>
  <inkml:trace contextRef="#ctx0" brushRef="#br0" timeOffset="102715.19">4651 12578 5778 0,'0'0'620'0,"-6"40"293"0,6-7-32 0,0 6-881 15,0 10 0-15,6 6 0 16,4 0 0-16,1 1 0 0,1-3 0 15,7 0 0-15,1-3 0 0,3 0 0 16,2-1 0-16,-6-3 0 0,-5-5 0 16,0-4 0-16,-3-6 0 0,-5-10-177 15,-6-9-1420-15,0-5-752 0</inkml:trace>
  <inkml:trace contextRef="#ctx0" brushRef="#br0" timeOffset="102895.02">4645 13156 5766 0,'0'0'572'16,"0"0"445"-16,0 0-521 0,0 0-155 16,33-38-341-16,-8 25 0 15,4 2 0-15,0 3 0 0,0 1 0 16,2 1 0-16,4 0 0 0,-4-1-281 16,2-2-767-16,-8-1-1397 15,-5 3-657-15</inkml:trace>
  <inkml:trace contextRef="#ctx0" brushRef="#br0" timeOffset="103138.28">5054 13205 3661 0,'0'0'749'0,"37"-37"-145"0,-10 10 656 16,-10-1-551-16,3 0-245 0,-9-1 16 16,-1 5-296-16,-10 1-103 0,0 4-81 15,-14 4 0-15,1 2 0 16,-12 4 0-16,1 6 0 0,1 3 0 15,-2 11 0-15,4 7 0 0,3 9 0 16,-1 4 0-16,7 3 0 0,1 0 0 16,5-2 0-16,6-3 0 15,6-2 0-15,7-7 0 0,12-3 0 16,6-8 0-16,10-5 0 0,0-4-61 16,5-9-411-16,3-7-745 15,1-6 493-15,-13 5 244 0,-2-7-3546 0</inkml:trace>
  <inkml:trace contextRef="#ctx0" brushRef="#br0" timeOffset="103454.85">5550 12917 5598 0,'0'0'784'0,"0"0"313"16,-47 0-441-16,30-1-599 0,1 1-57 15,-9 0 0-15,0 0 0 16,2 3 0-16,-2 1 0 0,7-1 0 15,3 3 0-15,9 1 0 0,2 4 0 16,4 3 0-16,6 7 0 0,9 0 0 16,1 0 0-16,11-1 0 15,8-2 0-15,2-2 0 0,5 0 0 16,1-3 0-16,3-2 0 0,-7-2 0 16,-2 0 0-16,-12 0 0 15,-8 1 0-15,-9 3 0 0,-12 2 0 16,-13 3 0-16,-4 3 0 0,-10 0 0 15,-6 2 0-15,-4-2 0 0,0-2 0 16,1-2 0-16,5-7 0 0,0-10-81 16,6-8-1067-16,10-5-249 0,7-9-2213 0</inkml:trace>
  <inkml:trace contextRef="#ctx0" brushRef="#br0" timeOffset="103653.78">5738 12464 5394 0,'0'0'1365'0,"2"75"-777"15,3-17-48-15,5 6-235 0,6 3-305 16,3 2 0-16,0-5 0 0,5-3 0 16,-3-6 0-16,2-6 0 15,-3-3 0-15,-1-6 0 0,-9-5 0 16,-3-8-361-16,-5-11-827 0,-2-7-2698 0</inkml:trace>
  <inkml:trace contextRef="#ctx0" brushRef="#br0" timeOffset="103817.03">5730 12898 7379 0,'0'0'552'0,"35"-35"-291"16,-4 22-261-16,2 3 0 0,2 0 0 15,3 2 0-15,-1-2 0 16,4 2 0-16,-4 1 0 0,-1 1 0 15,-10 2 0-15,-9 2-2754 0</inkml:trace>
  <inkml:trace contextRef="#ctx0" brushRef="#br0" timeOffset="105982.79">11359 13443 3137 0,'0'0'2261'0,"0"0"-1473"16,0 0-143-16,37-2 435 0,-6 0-799 15,12-2-281-15,5-1 0 16,0 1 0-16,-3 3 0 0,3 1 0 15,-1 2 0-15,-3 3 0 0,-7 1 0 16,-2-2 0-16,-4 0 0 0,-8 0 0 16,-3-3-153-16,-3 1-843 0,-9-1-1153 15,-2-1 252-15</inkml:trace>
  <inkml:trace contextRef="#ctx0" brushRef="#br0" timeOffset="106340.25">11675 12994 1428 0,'0'0'4882'0,"0"0"-4253"0,0 0 143 16,0 0-468-16,0 0-156 0,-33 61-119 16,29-25-29-16,4 1 0 0,0-1 0 15,6 1 0-15,-2 1 0 16,2-2 0-16,1-4 0 0,-3-2 0 15,0-5 0-15,-2-3 0 0,-2-8 0 16,0-6 0-16,0-4-841 0,0-4-328 16,0-8-2336-16</inkml:trace>
  <inkml:trace contextRef="#ctx0" brushRef="#br0" timeOffset="106557.23">11729 12953 4750 0,'0'0'264'0,"0"0"248"0,-44 3 220 15,28 2-456-15,1 3 33 0,-5 2 179 16,-1 2-300-16,-2 4-88 0,3 1-52 16,-7 0-36-16,6 1-12 0,0-4 0 15,7-1 0-15,2-5-4 16,3-4-192-16,7-3-216 0,2-1-245 15,0 0-1179-15,11-8-433 0</inkml:trace>
  <inkml:trace contextRef="#ctx0" brushRef="#br0" timeOffset="106713.2">11611 13012 5626 0,'0'0'1241'0,"0"0"-333"15,0 0-491-15,0 0-417 0,0 0 0 16,54 14 0-16,-13-14 0 15,13 0 0-15,-9-3 0 0,3-1 0 16,-7 0 0-16,-2-2 0 0,-14 0-1750 16,-4 3-1811-16</inkml:trace>
  <inkml:trace contextRef="#ctx0" brushRef="#br0" timeOffset="107387.84">12316 13058 2573 0,'0'0'1036'0,"-4"-39"-348"0,-2 18 329 0,-5 5-377 15,-1 2-128-15,-3 1 161 16,1 5-305-16,1 5-64 0,-1 3 77 15,2 10-381-15,-3 7 0 0,1 10 0 16,-3 7 0-16,1 5 0 0,5 3 0 16,7 0 0-16,2-1 0 0,4-5 0 15,2-6 0-15,13-8 0 0,-1-9 0 16,5-7 0-16,6-6 0 0,2-9 0 16,-2-8 0-16,0-5 0 0,-7-3 0 15,1 0 0-15,-9 4 0 16,-3 4 0-16,-3 5 0 0,0 6 0 15,-6 3 0-15,0 3 0 0,0 0 0 16,4 9 0-16,0 11 0 0,-2 13 0 16,9 8 0-16,-1 0 0 15,4-3 0-15,-1-11 0 0,5-4 0 16,-1-7 0-16,4-3 0 0,1-2 0 16,-3-6 0-16,-7-2-1958 0,-1-3-1139 15</inkml:trace>
  <inkml:trace contextRef="#ctx0" brushRef="#br0" timeOffset="109880.36">12680 13090 1452 0,'0'0'176'0,"0"0"1613"0,0 0-897 16,0 0-255-16,0 0 363 15,0 0-476-15,0 0-103 0,0 0 211 16,0 0-228-16,0 0-139 0,10-15-265 15,-10 19 0-15,0 7 0 0,-2 14 0 16,-6 9 0-16,2 9 0 0,-5 3 0 16,1-1 0-16,4 0 0 0,2-2 0 15,4-2 0-15,0-4 0 0,4-5 0 16,2-6 0-16,8-8 0 0,-1-8 0 16,1-6 0-16,7-4 0 15,0-6 0-15,-1-7 0 0,-3-5 0 16,-3-1 0-16,-6 0 0 0,1-2 0 15,-7 3 0-15,-2 3 0 0,-6 5 0 16,-7 3 0-16,-5 4 0 0,-3 3 0 16,2 0 0-16,1 4 0 15,5 2-145-15,3-3-539 0,6 1-165 16,0-3-307-16,4 2-2834 0</inkml:trace>
  <inkml:trace contextRef="#ctx0" brushRef="#br0" timeOffset="110217.27">12994 13482 5770 0,'0'0'728'0,"-12"-35"381"16,3 11-533-16,3 1-567 0,-4 2-9 16,-1 2 0-16,5 6 0 0,-2 6 0 15,6 5 0-15,-2 2 0 16,-7 9 0-16,-1 10 0 0,-3 6 0 15,-1 5 0-15,6-3 0 0,5-4 0 16,5-5 0-16,5-5 0 0,5-3 0 16,6-6 0-16,1-4 0 15,4-3 0-15,-1-6 0 0,-3-2 0 16,-3 0 0-16,-1-1 0 0,-5 4 0 16,-2 3 0-16,-2 3 0 0,-4 2 0 15,0 3 0-15,0 7 0 16,0 8 0-16,0 3 0 0,0 2 0 15,2-2 0-15,3-6 0 0,5-2 0 16,6-6-73-16,-1-5-311 0,1-2-656 16,1-4-121-16,-3-4-436 0</inkml:trace>
  <inkml:trace contextRef="#ctx0" brushRef="#br0" timeOffset="110530.65">13302 13307 748 0,'0'0'3798'0,"0"0"-2506"16,0 0 113-16,0 0-801 0,0 0-284 16,-46-1-295-16,26 12-25 15,-1 4 0-15,5-1 0 0,-1 2 0 16,-4-1 0-16,7-1 0 0,8-4 0 16,2-1 0-16,4-4 0 0,0 1 0 15,10 0 0-15,11-1 0 16,5-1 0-16,-1-4 0 0,-2 0 0 15,-4 0 0-15,-7 0 0 0,-2 0 0 16,-6 0 0-16,1 1 0 0,-5 2 0 16,0 2 0-16,-5 5 0 0,-9 6 0 15,2 0 0-15,-7 1 0 0,0-3 0 16,1-2 0-16,1-3 0 0,1-1 0 16,1-1 0-16,3-3 0 15,4-3 0-15,-3 0 0 0,9-1-249 16,2 0-899-16,0-1-17 0,0-4-236 0</inkml:trace>
  <inkml:trace contextRef="#ctx0" brushRef="#br0" timeOffset="110748.93">13362 13482 2621 0,'0'0'2321'0,"0"0"-184"0,0 0-1269 16,37-45-623-16,-29 30-245 0,-6-1 0 15,3 1 0-15,1 0 0 16,-6 3 0-16,0 1 0 0,0 5 0 15,0 4 0-15,-6 2 0 0,-5 8 0 16,-3 13 0-16,-3 9 0 0,5 8 0 16,1 3 0-16,3-5 0 0,6-1 0 15,2-3 0-15,6-2 0 0,5-6 0 16,5-3 0-16,1-3 0 0,8-7 0 16,-9-4-129-16,5-4-1496 0</inkml:trace>
  <inkml:trace contextRef="#ctx0" brushRef="#br0" timeOffset="114950.96">11727 8545 1324 0,'0'0'276'0,"0"0"553"15,0 0 239-15,0 0-628 0,0 0-56 16,0 0 129-16,-4-37-305 0,-3 32 28 16,-3 3 256-16,-6 2-176 0,-5 5-40 15,2 4 201-15,3 1-249 16,-1 0-28-16,3 1 104 0,3 0-240 15,5-3-40-15,4-1-24 0,2-4-4 16,0-2-52-16,6 1-568 0,5-2-133 16,-1 0-123-16,7-6-1657 0</inkml:trace>
  <inkml:trace contextRef="#ctx0" brushRef="#br0" timeOffset="115189.88">11743 8463 4149 0,'0'0'697'0,"0"0"-105"15,0 0-172-15,0 0-284 16,42 8 16-16,-11-8-40 0,2 0-108 15,-2 0-8-15,-6 0-628 0,-9 0-737 16,1-1-864-16</inkml:trace>
  <inkml:trace contextRef="#ctx0" brushRef="#br0" timeOffset="116401.96">11787 8525 1388 0,'0'0'2053'0,"0"0"-1145"0,-17 42-515 16,17-20-89-16,-2 4 4 0,2 3-232 15,0 6 24-15,2 5 172 0,2 3-96 16,3 5-4-16,-3 3 152 0,-2 2-231 16,2 1-25-16,0 3-48 0,-2 1-4 15,2-1-16-15,2 1 0 16,5 0 0-16,-1-2-28 0,0-1-229 16,1-1 45-16,3-4 112 0,-1-2 80 15,-3 2 8-15,-2 1 12 0,-6 0 8 16,2 2 4-16,-4-3 8 0,0 0 108 15,-4-3-80-15,-2-4-4 16,2-6 28-16,-2-3-68 0,2-7 0 0,-3-3 0 16,3-4-4-16,2-2 0 15,-2-6 0-15,4-5 4 0,0-1-4 16,0-5 4-16,-4 0 12 0,4-1-16 16,-2 0 44-16,-2-6-44 15,0-4-4-15,-3-8-32 0,1-3 12 16,0-1 24-16,-2 2 0 0,-3 1-72 15,1 1 28-15,4 2 16 0,-4-1 4 16,-1 4 24-16,5 4 8 0,2 4 4 16,2 1-12-16,-2 3 40 15,4 0-4-15,0 1 28 0,-4 4-24 16,4 5-32-16,0 5-8 0,4 9 0 16,2 3-4-16,4 1 4 0,1-2 0 15,-1-2-12-15,0-2 12 0,-4-2 0 16,5-3 0-16,-7 0 0 0,2-7 4 15,-6-2 0-15,0-3-4 0,4-2 12 16,-4-2-4-16,0 0 56 0,0-7 261 16,0-8-157-16,-4-16 72 15,4-6 68-15,8-5-256 0,1-1-20 16,9 5 8-16,5 1-40 0,-2 8 0 16,3 4 0-16,-11 8-356 0,1 3-765 15</inkml:trace>
  <inkml:trace contextRef="#ctx0" brushRef="#br0" timeOffset="117412.91">11739 8497 1992 0,'0'0'1905'0,"0"0"-1112"0,0 0 307 16,0 0-464-16,0 0-119 0,0 0 235 15,0 0-400-15,0 0-207 0,0 0-145 16,-20 9 0-16,7 0 0 16,-3 10 0-16,-9 7 0 0,-2 4 0 15,0 4 0-15,2-3 0 0,5-4 0 16,7-5 0-16,5-8 0 0,6-7 0 16,2-6 0-16,12-1-401 0,13-13-91 15,6-11-497-15,0 1-139 16,-4-5-585-16</inkml:trace>
  <inkml:trace contextRef="#ctx0" brushRef="#br0" timeOffset="117550.91">11702 8457 4382 0,'0'0'1028'0,"0"0"-276"0,0 0-23 16,0 0-453-16,0 0 212 0,58 59 49 15,-23-25-537-15,2 4 0 0,-6 1 0 16,2 2 0-16,2 0 0 0,-8-1 0 15,0-3 0-15,-10-9 0 0,-9-5-2166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52:07.65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1089 4996 1460 0,'0'0'324'0,"0"0"1117"0,0 0-457 16,0 0-395-16,0 0-53 0,0 0 136 16,0 0-492-16,0 0-112 15,0 0 156-15,-6-4 5 0,6 8-17 16,2 1 60-16,0-2-104 0,2 3 24 15,-1-2 84-15,1-2-132 0,2 0 24 16,0 1-115-16,4-2-53 16,3-1 0-16,5 1 0 0,1-1 0 15,10 3 0-15,-6-1 0 0,6-1 0 16,2 2 0-16,2-2 0 0,4-1 0 16,6-3 0-16,3 0 0 0,3-3 0 15,-3 1 0-15,-3 0 0 0,-8 4 0 16,-2-1 0-16,-4 1 0 0,-2 1 0 15,2 0 0-15,2 0 0 16,0 1 0-16,4 1 0 0,3-2 0 16,-3 1 0-16,4 2 0 0,2-3 0 15,1 0 0-15,-3 0 0 0,0 0 0 16,1 0 0-16,-3 1 0 0,-4 0 0 16,-4-1 0-16,2 1 0 15,0-1 0-15,-4 0 0 0,2 0 0 16,0 0 0-16,2 0 0 0,0 0 0 15,0-1 0-15,-3 0 0 0,1-1 0 16,-10 0 0-16,0 1 0 16,-5 1 0-16,-6 0 0 0,1 0 0 15,-7 0 0-15,0 0 0 0,0 0 0 16,0 1 0-16,2-1 0 0,0 3 0 16,2-2 0-16,1 0 0 0,1 0-185 15,2 2-599-15,-6-2-1149 16,7-1-464-16</inkml:trace>
  <inkml:trace contextRef="#ctx0" brushRef="#br0" timeOffset="2113.07">14712 4965 784 0,'0'0'24'0,"0"0"-24"15,0 0 124-15,0 0 1377 0,0 0-1013 16,0 0 104-16,-38 3-200 0,34-4-84 15,-2 0 153-15,2 1-209 0,2 0-32 16,-2 0 216-16,4 0-148 16,0 0-48-16,0 0 92 0,0 0-203 15,0 0-9-15,0 0 60 0,4 1-84 16,2 1 56-16,4-2 176 0,11 0-156 16,6 0 4-16,4 0 56 0,10-2-180 15,-1 2-4-15,1 3-8 16,4-1-36-16,-5 3-4 0,1 0 0 0,-4-2 4 15,-8 3-4-15,-6-1 0 16,-6-2-68-16,-9 0 36 0,-6-2-8 16,-2 0-24-16,0 0 48 0,0 1 0 15,-6 0 12-15,2-1 4 0,-3-1 20 16,1 0-4-16,0 0-16 0,2-2 0 16,0-3-300-16,4 2-260 15,0 0-1125-15,10-2-488 0</inkml:trace>
  <inkml:trace contextRef="#ctx0" brushRef="#br0" timeOffset="3459.81">15400 4990 892 0,'0'0'756'0,"0"0"837"15,0 0-933-15,0 0-268 0,0 0 537 16,0 0-425-16,0 0-120 0,0 0 97 16,0 0-225-16,0 0 0 15,27-2 84-15,-2 0-216 0,2 2-8 16,14 0 60-16,2 2-104 0,9 1-12 15,16 0 0-15,7 0-44 0,11 0 109 16,1-1-125-16,2-2 0 16,-10 0 0-16,-11 0 0 0,-12-1 0 15,-13-1 0-15,-10 1 0 0,-2 1-125 16,-6 0-167-16,-8 2-648 0,-11 0-181 16,-2-1-344-16</inkml:trace>
  <inkml:trace contextRef="#ctx0" brushRef="#br0" timeOffset="5299.02">15367 5004 2617 0,'0'0'668'0,"0"0"-176"16,0 0 173-16,0 0 43 0,0 0-328 16,0 0-88-16,0 0-12 0,54-6-168 15,-19 11 32-15,8 1 93 0,5-1-117 16,10 1-24-16,10 0 12 15,6-2 40-15,5 1 36 0,-1 1-80 16,-3-1-100-16,-3-2-8 0,-14 2 0 16,-4 0-332-16,-13-3-145 0,-10-1-875 15,-10-1-437-15</inkml:trace>
  <inkml:trace contextRef="#ctx0" brushRef="#br0" timeOffset="7146.78">14689 4979 1580 0,'0'0'825'0,"0"0"-261"16,0 0-204-16,0 0 52 15,0 0 204-15,43-14-447 0,-22 14-133 16,2 1-36-16,-3 3 0 0,-1-3-257 15,0 1-1779-15</inkml:trace>
  <inkml:trace contextRef="#ctx0" brushRef="#br0" timeOffset="9221.54">10166 4954 1948 0,'0'0'601'0,"0"0"159"15,0 0-384-15,0 0 40 0,0 0 373 16,0 0-357-16,0 0-72 0,0 0 56 16,0 0-256-16,-4 2-36 15,4-1-12-15,0-1-76 0,4 2 33 16,-4-1 83-16,2 2-96 0,2-2 12 15,0 1 92-15,-1-1-60 0,1 0 32 16,2-1 140-16,-2 0-120 16,2-1 4-16,5-1 52 0,-7 0-152 15,2-1-8-15,0 2-15 0,-2 1-33 16,2 0 0-16,-1-1 0 0,1 1 0 16,8 0 0-16,-1 0 0 0,5 0 0 15,3 1 0-15,-5-1 0 16,1 1 0-16,-1 2 0 0,-1-2 0 0,1 1 0 15,-5-1 0-15,5 0 0 16,3 1 0-16,-3-1 0 0,5-1 0 16,2 1 0-16,-2 0 0 0,3-1 0 15,3 0 0-15,4 0 0 0,2 2 0 16,2-2 0-16,-1 1 0 0,3-1 0 16,-2 0 0-16,2 0 0 15,0 0 0-15,1 0 0 0,-1 0 0 16,4 0 0-16,0 0 0 0,7 0 0 15,-5 0 0-15,9 0 0 0,0 0 0 16,-1-1 0-16,-1-2 0 16,2 1 0-16,-1-3 0 0,3 0 0 15,-6 3 0-15,-7-3 0 0,-4 4 0 16,-12 0 0-16,-4 0 0 0,-11 1 0 16,-4 0 0-16,-4 0 0 0,-2 2-649 15,0 2-472-15,-2-1-1956 0</inkml:trace>
  <inkml:trace contextRef="#ctx0" brushRef="#br0" timeOffset="13250.33">13403 5157 1712 0,'0'0'1577'15,"0"0"-705"-15,0 0-539 0,0 0 179 16,0 0 260-16,33 6-460 16,-12-5-52-16,0-1 93 0,3 1-161 15,3-1-48-15,4 2-44 0,-4-2-92 16,4 0-8-16,-4 1 0 0,0 0-8 16,0-1-88-16,-2 1-469 0,-9-1-179 15,-1 0-244-15,-5 0-757 0,-4 0 240 16</inkml:trace>
  <inkml:trace contextRef="#ctx0" brushRef="#br0" timeOffset="13470.44">13730 5112 3541 0,'0'0'548'15,"0"0"353"-15,0 0-341 0,0 0-180 16,35-1-56-16,-19 8-284 0,-1 3-8 15,1 0-28-15,-3 1-4 0,1 1 0 16,1 0-8-16,-3-2-92 16,-3 0 64-16,-3-3 36 0,-4-4-60 15,2 2-284-15,-4 0 0 0,-6 3 88 16,-9 2-96-16,5-3-1037 0,-7 0-1244 0</inkml:trace>
  <inkml:trace contextRef="#ctx0" brushRef="#br0" timeOffset="15846.29">13335 5623 3265 0,'0'0'44'16,"0"0"-40"-16,0 0 120 0,0 0-4 16,0 0-120-16,0 0-28 15,0 0-824-15,0 0-1545 0</inkml:trace>
  <inkml:trace contextRef="#ctx0" brushRef="#br0" timeOffset="16207.05">13407 6028 5566 0,'0'0'536'0,"0"0"-468"15,0 0 28-15,0 0-4 0,0 0-92 16,0 0-4-16,0 0-100 0,0 0-776 16,-18 41-701-16</inkml:trace>
  <inkml:trace contextRef="#ctx0" brushRef="#br0" timeOffset="17493.84">13304 5611 1036 0,'0'0'1385'0,"0"0"-621"0,0 0-496 16,0 0 156-16,0 0 253 0,0 0-341 16,0 0-220-16,0 0-116 0,35-12-12 15,-33 12-212-15,2 0-705 16,-4 3-315-16</inkml:trace>
  <inkml:trace contextRef="#ctx0" brushRef="#br0" timeOffset="17757.3">13430 6014 3505 0,'0'0'0'0,"0"0"-2149"0</inkml:trace>
  <inkml:trace contextRef="#ctx0" brushRef="#br0" timeOffset="20691.97">1164 6676 4558 0,'0'0'388'0,"0"0"284"0,0 0-84 15,0 0-260-15,0 0 217 0,0 0-237 16,0 0-100-16,0 0 36 0,0 0-156 16,-8-20 40-16,5 19 9 15,3 0-137-15,0 1 0 0,0 0 0 16,0 0 0-16,0 0 0 0,0 0 0 15,0 0 0-15,0 0 0 0,0 0 0 16,0-1 0-16,0 1 0 0,3 0 0 16,-1-2 0-16,4 0 0 0,0 0 0 15,4-3 0-15,3 0 0 0,3 2 0 16,-3-2 0-16,3 4 0 0,3 1 0 16,-7 0 0-16,3 0 0 15,1 3 0-15,-1 0 0 0,1-1 0 16,1 0 0-16,-1 0 0 0,3-2 0 15,-5 0 0-15,3 0 0 16,2 0 0-16,-1-3 0 0,1 0 0 16,1 0 0-16,-1 0 0 0,-2-1 0 15,-1 2 0-15,-1 1 0 0,1 1 0 16,-1 0 0-16,-5 0 0 0,2 2 0 16,3 2 0-16,1-2 0 15,3 2 0-15,-3 0 0 0,7-1 0 16,-2-2 0-16,0 0 0 0,-1-1 0 15,1 0 0-15,0 0 0 0,-5 0 0 16,5 0 0-16,-5 0 0 0,5 0 0 16,-5 0 0-16,5 0 0 0,0-1 0 15,-1 1 0-15,1 0 0 16,2 1 0-16,2 1 0 0,-5 1 0 16,7 0 0-16,-6 0 0 0,0-2 0 15,-1 2 0-15,1 0 0 0,2-3 0 16,-7 1 0-16,3 1 0 0,-1-2 0 15,7 0 0-15,-2 0 0 16,2 0 0-16,-5 0 0 0,3 0 0 16,-4 0 0-16,1 0 0 0,1 0 0 15,-2 0 0-15,-1 2 0 0,-1 0 0 16,4-1 0-16,-5 0 0 0,5 0 0 16,-5-1 0-16,5 0 0 15,0 0 0-15,3 0 0 0,1 0 0 16,4 0 0-16,-6 0 0 0,2 0 0 15,-3 0 0-15,3 0 0 0,-4 2 0 16,0 0 0-16,-3 2 0 0,5-3 0 16,0 1 0-16,-3-1 0 0,1-1 0 15,2 0 0-15,2-3 0 0,-3 1 0 16,3-3 0-16,0 3 0 16,2-1 0-16,0 1 0 0,-3 2 0 15,3-1 0-15,0 1 0 0,-2 0 0 16,0 1 0-16,4 1 0 0,-6 2 0 15,3-1 0-15,3 0 0 0,-2-1 0 16,4-2 0-16,-4 0 0 16,0 0 0-16,0 0 0 0,-2-1 0 15,-1-2 0-15,-1 0 0 0,0 0 0 16,2 0 0-16,-3 1 0 0,7-1 0 16,-2 2 0-16,4 0 0 15,2 1 0-15,2 0 0 0,5 0 0 16,-1 0 0-16,-2 0 0 0,0 0 0 15,-6 0 0-15,3 0 0 0,-8 0 0 16,1 0 0-16,2 0 0 0,-8 0 0 16,2-3 0-16,1 1 0 0,-3-1 0 15,-2 0 0-15,1 1 0 0,-1-2 0 16,-2 2 0-16,3 1 0 16,-7 0 0-16,1 0 0 0,-4 1 0 15,1 0 0-15,-7 0 0 0,2 0 0 16,-6 1 0-16,2-1 0 0,0 2 0 15,-2-2 0-15,0 0 0 0,0 0 0 16,0 2 0-16,-2 0 0 16,0 1 0-16,-6 0 0 0,-5 0-149 15,3-1-1003-15,-4-2-2510 0</inkml:trace>
  <inkml:trace contextRef="#ctx0" brushRef="#br0" timeOffset="23786.2">14180 6661 1872 0,'0'0'260'16,"0"0"285"-16,0 0-105 0,0 0-104 0,0 0 252 16,0 0-195-16,0 0-101 15,0 0 328-15,0 0-208 0,-6-4-28 16,6 4 133-16,0-2-261 0,0 1-16 15,0 1 44-15,0-1-248 0,0 1 4 16,0 0 20-16,0 0-56 16,0 0 8-16,2 0-4 0,-2 0-8 15,0 0 0-15,4 0 24 0,3 1-20 16,-3 2 20-16,2-1 64 0,4 0-32 16,5 2 4-16,1 1 52 15,5-1-96-15,-4 0 40 0,3-1 48 16,-3 0-55-16,-1-2-49 0,3-1 0 15,-3 0 0-15,5 0 0 0,-4-3 0 16,3 3 0-16,1-2 0 0,2 2 0 16,2 0 0-16,1 3 0 0,-1 1 0 15,2 2 0-15,0 0 0 0,4 1 0 16,2 0 0-16,-2 1 0 16,6-1 0-16,-2 0 0 0,3-2 0 15,5-1 0-15,-2-1 0 0,5-3 0 16,1 0 0-16,-3-1 0 0,1-2 0 15,-1-2 0-15,3 1 0 0,7 0 0 16,-2 1 0-16,3 0 0 16,3 1 0-16,-4 1 0 0,4 1 0 15,-4 0 0-15,-3 1 0 0,1 2 0 16,-4 1 0-16,3 1 0 0,-1-1 0 16,-5 2 0-16,-1-1 0 15,-7-2 0-15,-6-1 0 0,-4 0 0 16,-9-2 0-16,-7 1 0 0,-5 1 0 15,-6-2 0-15,0 1 0 0,-4-1-2542 16,-6-3-2128-16</inkml:trace>
  <inkml:trace contextRef="#ctx0" brushRef="#br0" timeOffset="27644.4">13097 8276 5030 0,'0'0'612'0,"0"0"280"15,0 0-327-15,0 0-145 0,0 0 16 16,0 0-376-16,0 0 4 0,-8 60 49 15,6-22-113-15,2 8 0 0,2 5 0 16,-2 9 0-16,4 7 0 0,-4 6 0 16,0 2 0-16,0 0 0 0,0-4 0 15,-4-5 0-15,-6-8 0 16,-1-7 0-16,1-6 0 0,2-7 0 16,-3-9 0-16,3-7 0 0,2-7 0 15,2-7 0-15,4-7 0 0,0-4-273 16,0-15-1292-16,0 3-327 15,0-18-1602-15</inkml:trace>
  <inkml:trace contextRef="#ctx0" brushRef="#br0" timeOffset="27957.71">13099 8204 5254 0,'0'0'156'0,"0"0"656"16,-20-33 245-16,20 25-541 0,0 1-119 15,0 4-397-15,4-2 0 0,6 0 0 16,11-2 0-16,20 1 0 0,17 0 0 15,12 5 0-15,9 1 0 16,4 1 0-16,-3 2 0 0,7 2 0 16,-11 0 0-16,-3 1 0 0,-15 2 0 15,-7 0 0-15,-13 0 0 0,-12 1 0 16,-11 1-497-16,-13 1-968 16,-2-1 177-16,0-4 83 0,-6 1-812 0</inkml:trace>
  <inkml:trace contextRef="#ctx0" brushRef="#br0" timeOffset="28231.41">13986 8163 2453 0,'0'0'1712'0,"0"0"-1063"0,0 0 71 16,0 0-80-16,0 0-143 16,0 0 91-16,0 48-348 0,0-19-24 15,0 8 156-15,0 5-267 0,4 3-105 16,-2 9 0-16,-2 9 0 15,0 7 0-15,-2 3 0 0,-2 1 0 16,0-2 0-16,4-9 0 0,0 0 0 16,8-8 0-16,-2-5 0 15,5-5 0-15,-1-5 0 0,-4-8 0 16,-2-6 0-16,-1-5 0 0,-3-8 0 16,0-6 0-16,0-6-313 0,0-2-763 15,0-3-65-15,0-6-324 0</inkml:trace>
  <inkml:trace contextRef="#ctx0" brushRef="#br0" timeOffset="28411.37">13996 9140 7315 0,'-35'2'116'0,"-8"4"16"15,-5 3 488-15,-10 0-611 0,-6 4-9 16,-2 2 0-16,-2-1 0 15,0 2 0-15,8-4 0 0,4-2 0 16,4 0 0-16,13-4-241 0,4-3-199 16,12-1-272-16,5-2-2226 0</inkml:trace>
  <inkml:trace contextRef="#ctx0" brushRef="#br0" timeOffset="28855.04">13612 9311 4486 0,'0'0'588'0,"0"0"168"0,0 0 193 15,0 0-593-15,0 0-8 0,2 40 212 16,2-8-411-16,2 2-149 0,-1 1 0 16,-5-5 0-16,0 1 0 15,-5-2 0-15,3-2 0 0,-6 0 0 16,2-1 0-16,-4-2 0 0,5-4-757 16,-1-7-1216-16,2-3-392 0</inkml:trace>
  <inkml:trace contextRef="#ctx0" brushRef="#br0" timeOffset="29461.7">13680 9658 3437 0,'0'0'2361'16,"0"0"-1721"-16,0 0-155 0,0 0 187 15,0 0-428-15,-39-19-76 0,22 19-96 16,-3 1-60-16,3 8-4 0,-8 0 12 15,7 3 0-15,-3 1-20 0,-4 1 53 16,9-1-53-16,-1 0 0 0,7-3 0 16,2-3 0-16,6-1 0 15,2-2 0-15,2 1-17 0,8 2 13 16,15-1 0-16,2 0-28 0,4-3 24 16,2-1-56-16,-8-1-104 0,-1 1 84 15,-7 1 32-15,-7-2 12 16,-4 0 40-16,-6 3 0 0,0-2 20 15,0 2 16-15,-4-1 192 0,-6 3-100 16,0-1-67-16,1 0-61 0,-5-1 0 16,4 1 0-16,-7 3 0 15,-2 2 0-15,7-2 0 0,2 1 0 16,-1-4 0-16,7 0 0 0,-2 0 0 16,2-2 0-16,-2 1 0 0,1 1 0 15,3 0 0-15,2-2 0 0,0-1 0 16,0 1 0-16,7-2 0 0,7 1 0 15,-1 2 0-15,5-3 0 0,-1 2 0 16,-5-2 0-16,7 1 0 0,-3 2 0 16,-5-1 0-16,-1-2 0 15,-4 3-225-15,0-2 57 0,-2 2 88 16,1-1 32-16,-3 2 20 0,-2-1 28 16,0-2 8-16,0 3 4 0,-2 1-12 15,-7 0 4-15,3 1-4 16,2 1-4-16,-2-1-120 0,0-1-316 15,-1 0 0-15,3 0-317 0,0-1 269 16,2-1 136-16,2 1-60 0,0-4 119 16,0 2 117-16,0-2 108 15,0-1 0-15,0 0-52 0,0 0-428 16,-4 0-84-16,4 0-597 0</inkml:trace>
  <inkml:trace contextRef="#ctx0" brushRef="#br0" timeOffset="29786.52">13618 10055 1940 0,'0'0'681'0,"0"0"319"0,0 0-456 0,0 0-75 0,0 0 155 16,0 0-460-16,0 0-72 15,0 0 96-15,0 0-96 0,0 0 12 16,-16-22 236-16,12 20-132 0,-1 0-11 16,-1 1 163-16,6-3-148 15,-4 3-16-15,4-1 76 0,-2-1-212 16,-2 1-20-16,4 1-24 0,0-2-16 15,0 2-4-15,0 1-20 0,0 0-60 16,-4 0 48-16,4 0 20 0,0 0-8 16,0 0 24-16,0 1 56 15,-2 4-28-15,2 6 72 0,0 3 228 16,2 4-259-16,2 3-69 0,2-1 0 16,-2 6 0-16,2 3 0 0,-1 4 0 15,-1-1 0-15,-4 0 0 0,0 0 0 16,0-6 0-16,-4-1 0 0,-1-3 0 15,5-2 0-15,-2-5 0 0,2-3 0 16,0-5 0-16,0-3-189 0,0-4-5605 16</inkml:trace>
  <inkml:trace contextRef="#ctx0" brushRef="#br0" timeOffset="30453.65">12752 10501 4590 0,'0'0'76'0,"-37"-12"732"0,22 9-296 0,5 1-68 16,4 1 289-16,2 1-213 0,4 0-72 16,4 2-387-16,17 3-61 15,20 0 0-15,29-3 0 0,23-2 0 16,27-3 0-16,8-4 0 0,7 1 0 15,3 0 0-15,-12 0 0 0,-2 1 0 16,-18 2 0-16,-22 0 0 16,-13 3 0-16,-20 0 0 0,-20 3 0 15,-14 0 0-15,-17 2 0 0,-23 2-1345 16,-2 0-20-16,-12 0-656 0</inkml:trace>
  <inkml:trace contextRef="#ctx0" brushRef="#br0" timeOffset="30816.82">13004 10579 4574 0,'0'0'1084'0,"0"0"-340"0,0 0-107 0,-41-7 187 16,20 11-495-16,-6 7-329 0,-4 8 0 15,-2 4 0-15,2 6 0 0,-2 4 0 16,-2 2 0-16,4 3 0 16,4-2 0-16,7-4 0 0,9-6 0 15,11-5 0-15,11-3 0 0,5-9-397 16,5-4-1436-16,4-7-364 0</inkml:trace>
  <inkml:trace contextRef="#ctx0" brushRef="#br0" timeOffset="30994.8">13504 10638 5662 0,'0'0'736'0,"0"0"-107"0,0 0 95 15,-37 22-412-15,4-7-183 0,-2 6-129 16,-2 0 0-16,4-3 0 0,-2 1 0 16,8-2 0-16,2-1 0 0,13-2 0 15,1-4 0-15,7-3 0 0,4-3-781 16,4-2-120-16,2-1-155 0,11-3-1489 0</inkml:trace>
  <inkml:trace contextRef="#ctx0" brushRef="#br0" timeOffset="31160.55">13914 10589 5350 0,'0'0'128'16,"0"0"100"-16,0 0 316 15,-6 40-183-15,-21-14 139 0,-15 4-348 16,-9 3-48-16,3-2 96 0,5-1-152 15,1 2 4-15,16-3-52 16,1-3-4-16,8-1-100 0,11-6-884 16,2-6-97-16,0-6 69 0,12-7-1782 0</inkml:trace>
  <inkml:trace contextRef="#ctx0" brushRef="#br0" timeOffset="31301.02">14180 10677 8192 0,'0'0'0'0,"-24"52"0"0,1-20 0 16,-2-3 0-16,-6 0 0 16,-6-1-29-16,6-7-2548 0</inkml:trace>
  <inkml:trace contextRef="#ctx0" brushRef="#br0" timeOffset="34474.67">14139 9415 5098 0,'0'0'720'15,"0"0"357"-15,0 0-513 0,0 0-212 16,0 0 29-16,-4 52-381 15,8-15 0-15,-4 4 0 0,0 2 0 16,-4-3 0-16,2 3 0 0,-2 1 0 16,4 2 0-16,-6 0 0 15,6-3 0-15,0-4 0 0,0-7 0 16,0-6 0-16,0-4 0 0,4-8-685 16,-2-6-312-16,-2-3-11 0,4-5-1437 0</inkml:trace>
  <inkml:trace contextRef="#ctx0" brushRef="#br0" timeOffset="35531.87">14166 9778 4045 0,'0'0'673'0,"0"0"-45"0,0-35 464 16,4 20-551-16,2-2-121 15,5 3 60-15,-1-1-256 0,4-1-135 16,3 5-89-16,0 2 0 0,-1 2 0 16,5 6 0-16,-1 1 0 0,1 0 0 15,-4 2 0-15,-3 3 0 16,-4 0 0-16,-3-2 0 0,-3 0 0 15,-4-1 0-15,0 2 0 0,0-1 0 16,0 3 0-16,-4 1 0 0,-7 0 0 16,-9 5 0-16,3-1 0 15,-4-2 0-15,5 3 0 0,1 0 0 16,3 1 0-16,8 4 0 0,-2 2 0 16,6 1 0-16,0 1 0 0,0 2 0 15,6-1 0-15,4 1 0 0,7-4 0 16,-3-3 0-16,7-3 0 0,2-3 0 15,6-4 0-15,-1-3 0 0,4-3 0 16,-6 0-829-16,-5-3-1712 0</inkml:trace>
  <inkml:trace contextRef="#ctx0" brushRef="#br0" timeOffset="36372.64">15032 9665 5574 0,'0'0'900'0,"0"0"-343"0,0 0 95 15,0 0-496-15,-37-12-68 0,20 25-20 16,-1 6-40-16,1 5 52 0,5 1 9 16,-3 2-89-16,9 5 0 15,-2-3 0-15,8-1 0 0,0-2 0 16,8-6 0-16,-2-2 0 0,9-6 0 16,-3-5 0-16,5-2 0 0,3-5 0 15,1-5-721-15,0-6-171 16,-5 3-209-16,-1-4-1512 0</inkml:trace>
  <inkml:trace contextRef="#ctx0" brushRef="#br0" timeOffset="36581.96">15148 9901 3089 0,'0'0'880'0,"0"0"-211"0,0 0 339 16,0 0-644-16,0 0-68 0,0 0 133 15,0 0-173-15,0 0 28 0,0 0 32 16,0 0-160-16,-17 13 120 0,17-19-107 15,-4-7-169-15,4-7 0 0,0-5 0 16,0 0 0-16,11 3 0 0,-3 3 0 16,0 4 0-16,2 5 0 15,1 1 0-15,-1 2 0 0,5 0 0 16,-1 2 0-16,-2 1 0 0,3 1-81 16,-5 1-1620-16,-4 1-688 0</inkml:trace>
  <inkml:trace contextRef="#ctx0" brushRef="#br0" timeOffset="37099.92">15353 9767 6406 0,'0'0'329'15,"0"0"219"-15,0 0-208 0,0 0-264 16,0 0-72-16,-34 37 0 0,34-19-4 16,7-1 0-16,5-2-16 0,3-5 8 15,5-3 4-15,3-2-24 16,2-4 28-16,0-2 32 0,-3-5-16 15,3-2-16-15,-13-3 48 0,3 2-28 16,-9-1-12-16,-2 3 48 0,-2 4-44 16,-2-1 48-16,0 3 116 15,0 1-108-15,0 0-23 0,-2 9-45 16,-4 12 0-16,2 3 0 0,-2 8 0 16,-3 2 0-16,7 0 0 0,-6 0 0 15,6 1 0-15,-6 0-9 0,-3-3-139 16,1 1-8-16,-8-2 152 0,-7-1-12 15,0 0 24-15,-8-5-8 0,0-3 40 16,-2-6-16-16,4-6 64 0,0-4 60 16,8-6-123-16,6-9-25 15,7-7 0-15,2-5 0 0,8-4 0 16,10 1 0-16,9 5-81 0,8 2 5 16,4-1-76-16,6 0-348 15,4-1-349-15,-8 2-1488 0,4 1-500 0</inkml:trace>
  <inkml:trace contextRef="#ctx0" brushRef="#br0" timeOffset="37423.12">15836 9818 6687 0,'0'0'820'0,"-43"-33"-528"16,16 17 16-16,-2 7-223 0,8 1-85 15,-1 2 0-15,7 1 0 0,5 0 0 16,4 4 0-16,1 1 0 0,-1-1 0 15,4 1 0-15,0 0 0 0,2 5 0 16,4 5 0-16,7 6 0 0,5 4 0 16,5 1 0-16,4-2 0 15,-3-1 0-15,5-3 0 0,2 2 0 16,-2-2 0-16,-4 0 0 0,-3-2 0 16,-9 0 0-16,-7 0 0 0,-4 0 0 15,-10-1 0-15,-11 1 0 16,-2-1 0-16,-6-3 0 0,-4-4 0 15,-2-3 0-15,2-2 0 0,6-7 0 16,2-7 0-16,13-11-605 0,4 4-752 16,8-8-303-16</inkml:trace>
  <inkml:trace contextRef="#ctx0" brushRef="#br0" timeOffset="37606.69">16045 9436 5638 0,'0'0'1093'0,"-41"23"-265"15,20-3-352-15,0 9-319 0,5 6-157 16,5 3 0-16,5 2 0 0,2 4 0 16,4 2 0-16,4 3 0 15,2 1 0-15,-1-3 0 0,-3-2 0 16,-2-3 0-16,0-4 0 0,-2-6 0 16,-7-7-709-16,7-9-616 15,-8-5-588-15</inkml:trace>
  <inkml:trace contextRef="#ctx0" brushRef="#br0" timeOffset="37737.73">15935 9750 4754 0,'0'0'1792'15,"42"-34"-1195"-15,-19 22 183 0,-5 9-511 16,-1 3-269-16,-1 2 0 0,-1 6 0 16,-3 3 0-16,3 2 0 0,-5 2 0 15,0 2-641-15,1 3-263 0,1 0-1109 16,-8-3 292-16,2-2-572 0</inkml:trace>
  <inkml:trace contextRef="#ctx0" brushRef="#br0" timeOffset="37976.76">16181 9887 4582 0,'0'0'1392'0,"-35"-23"-659"15,8 15 279-15,5 3-680 0,-3 5-191 16,0 5-141-16,2 3 0 0,3 4 0 16,5 1 0-16,9-1 0 0,6 1 0 15,6-3 0-15,5-1 0 16,9-3 0-16,7-5 0 0,-2-1 0 15,8-2 0-15,-4-7 0 0,-6 0 0 16,-3-2 0-16,-3 3 0 0,-3 1 0 16,-8 3 0-16,1 3 0 15,-7 1 0-15,0 6 0 0,2 5 0 16,4 4 0-16,0 4 0 0,5 0 0 16,3 0 0-16,-4-2 0 0,-1-2-325 15,-1-4-391-15,-6-4-157 0,-2-4-2080 0</inkml:trace>
  <inkml:trace contextRef="#ctx0" brushRef="#br0" timeOffset="38195.96">16487 9530 7619 0,'0'0'573'0,"0"0"-573"15,0 0 0-15,0 0 0 16,-16 56 0-16,1-9 0 0,5 9 0 15,0 5 0-15,8 0 0 0,2-1 0 16,0 2 0-16,0-4 0 0,0-3 0 16,2-8 0-16,-2-7 0 15,0-5 0-15,0-7 0 0,0-9 0 16,-2-6 0-16,-3-6-1329 0,-1-7-3061 0</inkml:trace>
  <inkml:trace contextRef="#ctx0" brushRef="#br0" timeOffset="39024.06">13856 8586 5918 0,'0'0'969'0,"0"0"-377"15,0 0 24-15,-33-35-519 16,35 31-97-16,12-2 0 0,24-3 0 16,13-2 0-16,17-2 0 0,1 0 0 15,-1 3 0-15,0 1 0 0,-4 3 0 16,-6 2 0-16,-6 1 0 0,-11 1-793 15,-14-1-1120-15,-10-1-1236 0</inkml:trace>
  <inkml:trace contextRef="#ctx0" brushRef="#br0" timeOffset="39398.01">14648 8500 6643 0,'-15'39'528'0,"5"1"-100"0,-1 8 40 0,1-4-343 0,0-2-125 15,10-4 0-15,-2-2 0 0,2-4 0 16,2-5 0-16,2-4 0 15,2-4-129-15,-6-10-1235 0,4-4-445 16,-4-5-1573-16</inkml:trace>
  <inkml:trace contextRef="#ctx0" brushRef="#br0" timeOffset="39693.08">14586 8371 6258 0,'0'0'629'0,"-5"-33"-201"0,14 19 176 16,3 3-456-16,7 1-72 0,1 5-40 15,3 3-23-15,4 2-13 0,0 7 0 16,-2 4-29-16,-5 3 9 16,-3 4-140-16,-11 2 24 0,-6 2 68 15,-6 3 48-15,-11 0 20 0,-7 0 16 16,-3-2 308-16,-4-1-231 15,0-3-93-15,2-6 0 0,0-4 0 16,12-7 0-16,5-2 0 0,4-5-21 16,8-1-395-16,4-3-660 0,6 2-37 15,2-2-288-15</inkml:trace>
  <inkml:trace contextRef="#ctx0" brushRef="#br0" timeOffset="39894.28">14834 8588 4265 0,'0'0'949'0,"0"0"-489"0,0 0 441 16,-23-45-625-16,17 26-28 16,6 0 136-16,0 0-216 0,2 0 12 15,6 2 28-15,4 4-164 0,5 2-4 16,-3 5-16-16,3 0-16 15,-3 3-16-15,3-1-8 0,0 1-464 16,-3 0-384-16,0 0-1914 0</inkml:trace>
  <inkml:trace contextRef="#ctx0" brushRef="#br0" timeOffset="40254.31">15146 8439 3129 0,'0'0'1429'0,"0"0"-497"0,-35-15 197 16,18 12-525-16,-4 2-160 0,5 1 81 15,1 4-525-15,-1 6 0 16,1 1 0-16,5 4 0 0,0 1 0 16,8-2 0-16,2 3 0 0,6-2 0 15,4 1 0-15,11-1 0 0,0-4 0 16,1-3 0-16,-1-4 0 15,4-2 0-15,-2-2 0 0,-7-4 0 16,3-3 0-16,-9-4 0 0,-4-3 0 16,-6 0 0-16,-4-2 0 0,-2 0 0 15,-4 0 0-15,-1 1 0 16,-1 0 0-16,-3 2 0 0,5 4 0 16,4 2 0-16,2 4-341 0,4 3-619 15,0 2 51-15,10 6-79 0,-4-1-737 16,5 5-116-16</inkml:trace>
  <inkml:trace contextRef="#ctx0" brushRef="#br0" timeOffset="40584.46">15338 8489 2869 0,'0'0'5194'0,"-17"-39"-5065"0,7 15-129 15,-6 3 0-15,1 3 0 0,-1 3 0 16,3 4 0-16,-1 5 0 15,3 5 0-15,-1 1 0 0,-2 8 0 16,-1 7 0-16,5 5 0 0,-3 6 0 16,5 4 0-16,6 0 0 0,4 1 0 15,8-3 0-15,15-5 0 16,2-6 0-16,10-5 0 0,0-6 0 16,5-6 0-16,-1-2 0 0,-4-7 0 15,-10-1 0-15,-6-4 0 0,-11 2 0 16,-10-5 0-16,-4 1 0 0,-12 0 0 15,-5 0 0-15,0-2 0 0,-1-2 0 16,1-1 0-16,-2 0 0 0,4-1-177 16,7 4-443-16,8 2 20 0,8 3-241 15,13 1-39-15,5 0 196 0,-1 4-977 16,8-2-812-16</inkml:trace>
  <inkml:trace contextRef="#ctx0" brushRef="#br0" timeOffset="40831.19">15642 8057 4634 0,'0'0'776'16,"-50"-50"-208"-16,25 28 233 0,5 6-373 15,5 5-140-15,5 8 104 0,4 0-220 16,4 2-39-16,-2 1-133 16,-1 6 0-16,-1 7 0 0,6 13 0 15,0 11 0-15,6 9 0 0,-1 7 0 16,1 3 0-16,2 3 0 0,-2-3 0 15,5-3 0-15,-1-6 0 0,2-7 0 16,-1-2-97-16,-1-5-51 0,-2-5-424 16,-2-3 16-16,-3-4 99 0,-3-7-207 15,0-6 48-15,0-4-277 0,-3-4-2580 16</inkml:trace>
  <inkml:trace contextRef="#ctx0" brushRef="#br0" timeOffset="40955.35">15353 8482 7471 0,'0'0'648'16,"0"0"-575"-16,0 0-73 0,64-8 0 16,-13 2 0-16,13 2 0 0,-2 1 0 15,-4 2 0-15,0-2 0 16,-17 0-1393-16,-3-1-392 0</inkml:trace>
  <inkml:trace contextRef="#ctx0" brushRef="#br0" timeOffset="41551.18">15921 8473 5382 0,'0'0'1181'0,"0"0"-189"15,-8 41-516-15,6-30-315 0,2-2-161 16,0-3 0-16,0-1 0 0,0-2 0 16,2 2 0-16,-2-4 0 0,0 2 0 15,2-3 0-15,-2 0 0 0,4-4 0 16,2-9 0-16,4-6 0 16,5-3 0-16,1-1 0 0,1 5 0 15,0 6 0-15,-7 8 0 0,0 3 0 16,-2 1 0-16,-1 7 0 15,-1 6 0-15,0 2 0 0,2 3 0 16,-1-1 0-16,-3-2 0 0,-2-2 0 16,2-2 0-16,2-3 0 0,-2-2 0 15,2-4 0-15,-1-2 0 16,-1 0 0-16,2-3 0 0,0-6 0 16,4-5 0-16,1-2 0 0,-5 0 0 15,2 3 0-15,-6 4 0 0,-2 3 0 16,0 2 0-16,0 3 0 0,4 1 0 15,-2 1 0-15,1 10 0 0,-1 7 0 16,4 2 0-16,-2 1 0 0,0-3 0 16,2-4 0-16,5-3 0 0,-1-4-849 15,-4-2-432-15,4-3-239 0</inkml:trace>
  <inkml:trace contextRef="#ctx0" brushRef="#br0" timeOffset="41874.08">16357 8477 6138 0,'0'0'1753'0,"-27"-43"-1452"16,15 23-301-16,-7 6 0 0,7 8 0 16,-3 5 0-16,-1 6 0 0,6 7 0 15,-5 4 0-15,5 5 0 16,-3 2 0-16,7-1 0 0,2 1 0 16,4 0 0-16,6-3 0 0,2-3 0 15,5-4 0-15,3-5 0 0,5-3 0 16,-4-5 0-16,1-3 0 0,-5-4 0 15,1-1 0-15,-4 1 0 0,-3 2 0 16,-1 1 0-16,-6 2 0 0,2 1 0 16,0 1 0-16,-2 3 0 0,0 7 0 15,0 7 0-15,0 3 0 0,6-1 0 16,4-3 0-16,1-5 0 16,7-5 0-16,1-2-213 0,0-4-579 15,1-2-929-15,-7-3 40 0,3-3-656 0</inkml:trace>
  <inkml:trace contextRef="#ctx0" brushRef="#br0" timeOffset="42201.06">16682 8515 5718 0,'0'0'692'0,"0"0"-139"0,-15-40 191 16,3 29-460-16,-3 1-83 0,-1 5-201 15,-1 3 0-15,-3 2 0 0,3 2 0 16,3 5 0-16,-3 3 0 0,3 3 0 15,3 1 0-15,1 1 0 0,4 1 0 16,6 0 0-16,0-2 0 0,10-1 0 16,0-2 0-16,11-3 0 0,0 1 0 15,1-3 0-15,7-1 0 0,-6-1-73 16,4-3-195-16,-6 2 88 16,-5-2-64-16,-5 1 124 0,-7 1 120 15,-4 0 36-15,0 2 128 0,-15 4 176 16,-12 4 5-16,-4 2-345 15,-6 0 0-15,0-2 0 0,4-5 0 16,4-2 0-16,6-1 0 0,9-4 0 16,7 0 0-16,3-1-197 0,8 0-583 15,11-5-229-15,-3 0-1260 16,15-4-320-16</inkml:trace>
  <inkml:trace contextRef="#ctx0" brushRef="#br0" timeOffset="42476.77">16913 8518 6278 0,'0'0'565'0,"0"0"423"16,-37-1-627-16,23 5-361 0,1 0 0 15,-1 2 0-15,1 1 0 0,-1 1 0 16,1 2 0-16,5-1 0 16,2-1 0-16,2 2 0 0,4 0 0 15,6 1 0-15,8 2 0 0,13 1 0 16,2 4 0-16,4-2 0 15,5 1 0-15,-7 2 0 0,0-1 0 16,-11-2 0-16,-3 0 0 0,-7-2 0 16,-10 2 0-16,-6-2 0 0,-13 0 0 15,-1-1 0-15,-9 0 0 16,-2-4 0-16,-4-2 0 0,4-4 0 16,-3-1 0-16,3-1 0 0,0 0 0 15,2 0 0-15,5-1-949 0,3 0-1696 0</inkml:trace>
  <inkml:trace contextRef="#ctx0" brushRef="#br0" timeOffset="64508.04">31619 3316 3225 0,'0'0'1921'16,"0"0"-1089"-16,0 0-300 15,0 0 337-15,0 0-449 0,0 0-208 16,0 0-112-16,0 0-68 0,-9 79 17 16,5-16-49-16,-2 7 0 0,6 5 0 15,-2 2 0-15,-2 3 0 16,-4 0 0-16,-3-8 0 0,-1-4 0 16,-1-10 0-16,5-10 0 0,0-11 0 15,4-11 0-15,2-10 0 0,2-9-461 16,4-7-527-16,0-6-1434 0,6-15-1403 15</inkml:trace>
  <inkml:trace contextRef="#ctx0" brushRef="#br0" timeOffset="64789.9">31569 3259 5414 0,'0'0'972'16,"0"0"-247"-16,0 0 227 0,0 0-823 16,0 0-129-16,35 3 0 0,7 4 0 15,9-3 0-15,7-2 0 0,0-2 0 16,2 0 0-16,0 0 0 0,-4-2 0 15,-3 2 0-15,-7 0 0 0,-5 0 0 16,-6 2 0-16,-8 1 0 0,-10 1-737 16,-5-2-280-16,-6 1-2080 0</inkml:trace>
  <inkml:trace contextRef="#ctx0" brushRef="#br0" timeOffset="65053.4">32278 3263 6887 0,'0'0'788'0,"0"0"-271"15,-29 58-517-15,19-30 0 0,2 8 0 16,1 11 0-16,5 8 0 16,4 11 0-16,7 8 0 0,3 3 0 15,2 1 0-15,-1-3 0 0,-1-5 0 16,3-6 0-16,-1-7 0 0,-1-6 0 15,-3-9 0-15,0-8 0 0,-6-10 0 16,-1-10 0-16,-3-9-561 16,0-5-1232-16,-5-8-604 0</inkml:trace>
  <inkml:trace contextRef="#ctx0" brushRef="#br0" timeOffset="65286.67">31412 4188 6266 0,'0'0'585'16,"0"0"7"-16,48-3 157 0,-3 11-749 15,17 5 0-15,10 4 0 0,7 2 0 16,6 0 0-16,4 2 0 0,4 0 0 15,-2-3 0-15,-5-4 0 16,-22-4 0-16,-8-6-2102 0</inkml:trace>
  <inkml:trace contextRef="#ctx0" brushRef="#br0" timeOffset="65706.53">31838 4311 4454 0,'0'0'388'0,"25"35"4"15,-5-10 684-15,-1 3-583 0,-1 3-57 16,-3 5 164-16,-5 0-512 0,-1 1-52 16,-7 1-32-16,-2-2-4 0,-7-4-36 15,-3-2-692-15,-2-6-193 16,-1-7-411-16,3-5-3098 0</inkml:trace>
  <inkml:trace contextRef="#ctx0" brushRef="#br0" timeOffset="66257.6">31904 4755 2313 0,'0'0'2193'0,"0"0"-1089"15,0 0-432-15,0 0-175 16,0 0 27-16,-35 3-256 0,27 0-88 15,-5 3 8-15,-3 4-148 0,-3 1 36 16,-6 0 36-16,5-2-96 0,3-1-16 16,5-1 0-16,5-3 0 0,3 0 0 15,4 2-20-15,11 0-184 16,7 3 100-16,7 0-36 0,4-1-64 16,0-2 16-16,-4 2-16 0,-1-2 100 15,-3 1 104-15,-8-1-8 0,-3-1-16 16,-6-1 24-16,-4-1 0 0,0 3 8 15,-8 0 128-15,-9 2 308 16,-3-1-180-16,-5 0-48 0,0-2-75 16,4 0-141-16,1 0 0 0,-1 0 0 15,4 0 0-15,3 3 0 0,2-1 0 16,1-1 0-16,7 0 0 0,0-2 0 16,2 2 0-16,2 1 0 0,2 4 0 15,6-3 0-15,9-1 0 16,5-2 0-16,1-1 0 0,2-4 0 15,-6 0-101-15,1 0-63 0,-1 1 88 16,-7 0 0-16,-1 1-4 0,-7 1-12 16,-2-1-84-16,0 1 72 0,-2 0 96 15,-2 3 8-15,-4-1 4 0,-1-1 28 16,-1 0 36-16,0 0-64 16,2-2-4-16,-1 0 0 0,1 2-12 15,0-2 4-15,2 1-20 0,0-2-80 16,0 1-108-16,0 1-713 0,-1 0-39 15,3-1 59-15,-2 2-1212 0</inkml:trace>
  <inkml:trace contextRef="#ctx0" brushRef="#br0" timeOffset="66740.16">31892 5157 436 0,'0'0'2421'0,"0"0"-1897"16,0 0 112-16,0 0 173 0,0 0-629 15,0 0-68-15,0 0 8 0,0 0-44 16,0 0 0-16,-15-33 72 0,15 27-88 15,0 5 28-15,-2-2 220 16,0 2 4-16,0 0-19 0,-4 1 75 16,-1 0-152-16,-1 4-12 0,0-2 76 15,0 3-200-15,1-3 24 0,1 0 80 16,2 0-136-16,2-2 4 0,2 1 5 16,0 0-57-16,0-1 0 0,0 0 0 15,0 1 0-15,2 2 0 16,-2-2 0-16,0 1 0 0,0 1 0 15,0 0 0-15,0 1 0 0,0 0 0 16,0 1 0-16,0 1 0 0,0 6 0 16,0 6 0-16,0 8 0 0,0 5 0 15,0 5 0-15,2 6 0 16,2 1 0-16,0 0 0 0,1-1 0 16,1-6 0-16,-2-3 0 0,2-3 0 15,-2-6 0-15,0-7-1005 0,1-6-1921 16</inkml:trace>
  <inkml:trace contextRef="#ctx0" brushRef="#br0" timeOffset="67291.61">31149 5608 4313 0,'0'0'1157'0,"0"0"-273"16,0 0-135-16,0 0 111 0,0 0-631 16,62-20-229-16,11 17 0 0,22 3 0 15,12 0 0-15,7 1 0 0,6 5 0 16,2 2 0-16,-6 1 0 15,-9 2 0-15,-12 1 0 0,-14 1 0 16,-17-1 0-16,-19 0 0 0,-18 1-421 16,-16 1-343-16,-11-4-257 0,-9-3-1840 0</inkml:trace>
  <inkml:trace contextRef="#ctx0" brushRef="#br0" timeOffset="67599.17">31156 5607 4349 0,'0'0'1161'15,"0"0"-397"-15,0 0-247 0,0 0-165 16,35 43-140-16,-27 1 88 0,-4 11 132 16,-2 3-327-16,0 1-105 0,0 2 0 15,0 0 0-15,5-3 0 0,-3-5 0 16,-4-7 0-16,2-7 0 0,0-6 0 16,0-5 0-16,2-5-53 0,0-9-903 15,-4-4-257-15,0-7-367 0</inkml:trace>
  <inkml:trace contextRef="#ctx0" brushRef="#br0" timeOffset="67815.7">31100 6168 5214 0,'0'0'648'16,"0"0"-52"-16,0 0 41 0,0 0-93 15,72 11-8-15,-12-13-519 16,12-5-17-16,5-4 0 0,-5 0 0 15,3-1 0-15,-5 0 0 0,0-1 0 16,-1 2 0-16,5-1 0 0,2 1 0 16,1 0 0-16,-9 2 0 0,-10-3-253 15,-19 5-1208-15,-10-3-740 0</inkml:trace>
  <inkml:trace contextRef="#ctx0" brushRef="#br0" timeOffset="68030.73">32355 5717 6330 0,'0'0'513'16,"0"0"263"-16,0 0-203 0,0 0-573 16,0 0 0-16,-7 42 0 0,3 3 0 15,0 14 0-15,2 6 0 0,2 0 0 16,2 2 0-16,4-3 0 15,1-3 0-15,1-3 0 0,-2-9 0 16,0-15 0-16,-2-9-1738 0</inkml:trace>
  <inkml:trace contextRef="#ctx0" brushRef="#br0" timeOffset="69988.23">32022 5834 3393 0,'0'0'1793'0,"45"-19"-1121"16,-14 6 81-16,4-1 239 0,5-4-504 0,-1-3-387 15,2-3-101-15,1-1 0 16,-3-1 0-16,-2 2 0 0,-4 2 0 16,-6 2-501-16,-8 4-1448 0,-1 3-292 0</inkml:trace>
  <inkml:trace contextRef="#ctx0" brushRef="#br0" timeOffset="70354.86">32692 5199 6979 0,'0'0'328'0,"0"0"244"15,0 0-259-15,0 0-313 0,-17 54 0 16,0-19 0-16,3 5 0 0,-1-3 0 16,7-4 0-16,2-2 0 0,4-4 0 15,0-5 0-15,-2-3 0 16,4-3 0-16,-2-8 0 0,2-2 0 16,0-5 0-16,0-1 0 0,6-7 0 15,6-8 0-15,11-14 0 0,0-5 0 16,4-2 0-16,-5 3 0 0,-3 7 0 15,0 7 0-15,-7 7 0 16,-6 9 0-16,-2 3 0 0,-4 4 0 16,2 12 0-16,-2 9 0 0,-2 5 0 15,-2 4 0-15,0-4 0 0,2-3 0 16,2-4 0-16,2-1 0 0,4-4 0 16,3-1 0-16,5-3 0 0,0-4-1477 15,1-5-164-15,-3-5-516 0</inkml:trace>
  <inkml:trace contextRef="#ctx0" brushRef="#br0" timeOffset="70610.25">33004 5477 5642 0,'0'0'1317'0,"0"0"-597"16,0 0-207-16,-35-38-513 0,20 36 0 16,1 2 0-16,-1 1 0 0,-1 6 0 15,-1 5 0-15,3 5 0 0,-1 2 0 16,7 4 0-16,4 0 0 15,4 2 0-15,4-4 0 0,8-2 0 16,5-1 0-16,3-6 0 0,3-4 0 16,2-4 0-16,-2-4 0 0,-3-7 0 15,-3-5 0-15,-5-5 0 0,-3-2 0 16,-5-4 0-16,-4 1 0 0,-2-2 0 16,-9 4 0-16,3 6-897 0,2 3-2169 15</inkml:trace>
  <inkml:trace contextRef="#ctx0" brushRef="#br0" timeOffset="70849.63">33097 5477 6018 0,'0'0'1949'0,"0"0"-1724"16,-29 33-225-16,6-14 0 0,2 4 0 16,7-2 0-16,8 2 0 0,4-1 0 15,6 0 0-15,6-3 0 0,7-4 0 16,1-3 0-16,5-5 0 15,2-7 0-15,-3-1 0 0,1-10 0 16,-2-3 0-16,-5-4 0 0,-3-3 0 16,-5-3 0-16,-4-2 0 0,-2 2 0 15,-2 3 0-15,0 4 0 0,-2 7 0 16,2 4 0-16,0 2 0 0,0 4-533 16,0 0-163-16,0 0-45 0,2 1-667 15,0 1 243-15,9 6 121 0</inkml:trace>
  <inkml:trace contextRef="#ctx0" brushRef="#br0" timeOffset="71141.91">33303 5543 2269 0,'0'0'2076'0,"0"0"-959"16,0 0 84-16,0 0-681 0,0 0-96 15,0 0 84-15,0 0-431 16,0 0-77-16,7-41 0 0,-16 32 0 16,-5 0 0-16,-5 5 0 0,-3 4 0 15,-1 2 0-15,4 5 0 0,5 3 0 16,7 1 0-16,5 0 0 15,7 2 0-15,7 1 0 0,7 1 0 16,3-1 0-16,3-2 0 0,0-1 0 16,2-1 0-16,-4 0 0 0,-7-4 0 15,-8-1 0-15,-4-1 0 0,-6-3 0 16,-10 4 0-16,-13-1 0 0,-6-1 0 16,-6-3 0-16,0 0 0 0,6-6 0 15,6 0 0-15,8-1 0 16,11-1-557-16,8-3-495 0,7 4-261 15,7-2-1885-15</inkml:trace>
  <inkml:trace contextRef="#ctx0" brushRef="#br0" timeOffset="71274.78">33429 5557 5862 0,'0'0'813'0,"-41"32"147"0,18-12-484 15,3-4-395-15,1 0-81 0,5-3 0 16,5-3 0-16,5-4 0 15,2-2-161-15,2-3-223 0,0-1-452 16,6 0-161-16,-4-1-243 0,17-12-3238 0</inkml:trace>
  <inkml:trace contextRef="#ctx0" brushRef="#br0" timeOffset="71798.42">33504 5334 3193 0,'0'0'1681'0,"0"0"-1001"15,0 0-280-15,0 0-192 0,0 0-196 16,-13 54-12-16,7-19-300 15,2-1-436-15,-2 4-73 0,2-4 81 16,-2 3 156-16,-3-1 572 0,3-3 32 16,2-4 528-16,0-3 285 0,4-5-141 15,0-7 264-15,0-4-511 16,0-7-73-16,2-3 104 0,0 0-284 16,4-6-56-16,0-8 132 0,3-6-187 15,-1-4-93-15,-2 3 0 0,0 3 0 16,-4 10 0-16,-2 4 0 15,0 1 0-15,-10 3 0 0,-4 1 0 16,-3 7 0-16,-2 4 0 0,5 0 0 16,10-4 0-16,2-1 0 0,6 0 0 15,6-1 0-15,9 0 0 0,6-1 0 16,2-4 0-16,-5-1 0 0,-1 0 0 16,-4-1 0-16,-5 0 0 0,-4-1 0 15,-4 1 0-15,-4 1 0 16,0 0 0-16,0 0 0 0,-4 0 0 15,-6 5 0-15,-3-2 0 0,5 2 0 16,2 0 0-16,2-1 0 0,4 1 0 16,6 1 0-16,13-2 0 0,10-3 0 15,-3-1 0-15,-3-1 0 16,-8-1 0-16,-11 0 0 0,0 0 0 16,-4 1 0-16,2 1 0 0,-2 0 0 15,0 5 0-15,-6 6 0 0,-2 8 0 16,-3 10 0-16,3 8 0 15,6 3 0-15,6-2 0 0,6-4 0 16,-1-6 0-16,-5-6 0 0,-4-7-1882 16,-15-1-1331-16</inkml:trace>
  <inkml:trace contextRef="#ctx0" brushRef="#br0" timeOffset="75565.31">31861 6124 1176 0,'0'0'632'0,"0"0"817"0,0 0-68 15,0 0-753-15,0 0 20 0,0 0 237 16,0 0-409-16,0 0-68 15,14-28 101-15,-14 28-509 0,0 0 0 16,0 0 0-16,0 0 0 0,0 0 0 16,-2 2 0-16,2 9 0 15,-2 9 0-15,2 9 0 0,-2 7 0 16,2 8 0-16,-2 2 0 0,0 7 0 16,0 5 0-16,-3 2 0 0,3-1 0 15,-2-2 0-15,0-6 0 16,2-3 0-16,0-6 0 0,2-4 0 15,0-4 0-15,0-7 0 0,0-9 0 16,0-7 0-16,0-6 0 0,2-5 0 16,0 0 0-16,6-7 0 0,-1 0-2094 15,1-4-1051-15</inkml:trace>
  <inkml:trace contextRef="#ctx0" brushRef="#br0" timeOffset="76113.91">31892 6929 4422 0,'0'0'384'0,"0"0"984"0,0 0-459 16,0 0-385-16,0 0-84 15,0 0-324-15,-52 18-87 0,25 5-29 16,-2 4 0-16,0 2 0 0,0 1 0 15,-4 0 0-15,-2-1 0 0,-4 2 0 16,-1-2 0-16,3-5 0 0,2-1 0 16,2-4 0-16,6-1 0 0,6-4 0 15,5-4 0-15,8-5 0 0,3-1 0 16,3-4-57-16,2 0-483 0,0-5-613 16,11-2 189-16,-1 1 44 15,7-1-1810-15</inkml:trace>
  <inkml:trace contextRef="#ctx0" brushRef="#br0" timeOffset="76330.47">31470 7313 5066 0,'0'0'1605'0,"0"0"-813"16,0 0-124-16,8 43-607 15,19-17-61-15,12 5 0 0,11 2 0 16,8 4 0-16,4 3 0 0,-2 5 0 15,-2 2 0-15,-7-1 0 0,-7-4 0 16,-7-3 0-16,-8-6 0 0,-6-5 0 16,-9-7 0-16,-8-5 0 0,-2-7 0 15,-6-4 0-15,-8-5 0 0,0-3-2274 16,-3-6-1275-16</inkml:trace>
  <inkml:trace contextRef="#ctx0" brushRef="#br0" timeOffset="76596.42">31947 7791 5330 0,'0'0'896'0,"0"0"-395"0,0 0 7 15,0 0-192-15,-37 1-100 16,10 11-76-16,-10 5 145 0,-4 7-285 15,-7 1 0-15,-1 5 0 0,-3 0 0 16,-2 0 0-16,5-1 0 0,1-2 0 16,7-3 0-16,5-1 0 0,12-7 0 15,5-6 0-15,9-6 0 0,6-2 0 16,4-2-421-16,0-2-840 16,10-6-2108-16</inkml:trace>
  <inkml:trace contextRef="#ctx0" brushRef="#br0" timeOffset="76844.08">31412 8147 6587 0,'0'0'764'0,"48"20"77"16,-5-6-841-16,4 3 0 0,7 2 0 15,0 2 0-15,-4 2 0 0,-5-1 0 16,-6-1 0-16,-6-1 0 0,-6-1 0 16,-8 0 0-16,-9 0 0 0,-4-1 0 15,-4 0 0-15,-2-3 0 0,-4-4 0 16,-4-1 0-16,0-3-281 16,2-4-1224-16,1-3-836 0</inkml:trace>
  <inkml:trace contextRef="#ctx0" brushRef="#br0" timeOffset="77369.53">31811 8472 6442 0,'0'0'673'0,"0"0"-321"0,0 0 373 15,0 0-725-15,0 0 0 0,-15 35 0 16,-13-8 0-16,-10 8 0 0,-7 2 0 16,-1-3 0-16,1 1 0 0,1-3 0 15,3-1 0-15,4-6 0 0,6-5 0 16,6-2 0-16,9-6 0 16,7-4 0-16,5-4 0 0,2-3 0 15,2-1-2038-15,2-2-459 0</inkml:trace>
  <inkml:trace contextRef="#ctx0" brushRef="#br0" timeOffset="77570.5">31416 8805 5522 0,'0'0'872'0,"0"0"105"15,19 38-217-15,6-16-699 0,6 3-61 16,4-3 0-16,8 0 0 0,0 0 0 15,1 0 0-15,-3 0 0 0,-1 0 0 16,-7-2 0-16,-4-4 0 0,-13-3 0 16,-4-4 0-16,-5-4 0 0,-5-2 0 15,0-1-229-15,-2 0-235 16,-4-1-480-16,0 0-301 0,-9-1-868 0</inkml:trace>
  <inkml:trace contextRef="#ctx0" brushRef="#br0" timeOffset="77820.41">31790 9114 1044 0,'0'0'4102'15,"0"0"-3222"-15,0 0-131 0,-35-13-13 16,12 13-568-16,-6 4 20 0,-4 6 137 15,-2 2-325-15,-4 1 0 0,2 1 0 16,0-1 0-16,6 0 0 0,10-4 0 16,6-2 0-16,9-4 0 0,4 1 0 15,2-1 0-15,2 2-73 16,13 1-995-16,-1-2-25 0,9 0-540 0</inkml:trace>
  <inkml:trace contextRef="#ctx0" brushRef="#br0" timeOffset="78079.24">31575 9212 6354 0,'0'0'1213'0,"0"0"-733"0,-14 50-335 16,8-15-145-16,1 7 0 0,3 2 0 15,2 8 0-15,0 2 0 0,0 0 0 16,0 0 0-16,-4 0 0 0,-2-7 0 16,0-3 0-16,0-6 0 15,-1-8 0-15,1-8 0 0,0-6-209 16,4-10-3485-16</inkml:trace>
  <inkml:trace contextRef="#ctx0" brushRef="#br0" timeOffset="78570.41">30730 9794 5674 0,'0'0'1209'0,"0"0"-561"0,0 0 13 16,0 0-661-16,43 32 0 0,17-9 0 15,21-3 0-15,16-3 0 0,12-10 0 16,11-4 0-16,9 0 0 0,7-3 0 15,0 0 0-15,1 0 0 0,-5 0 0 16,-6 0 0-16,-10 0 0 0,-19 0 0 16,-10 0 0-16,-19 0 0 15,-18 0 0-15,-17 0 0 0,-19 0 0 16,-10 0-1313-16,-12-3-1345 0</inkml:trace>
  <inkml:trace contextRef="#ctx0" brushRef="#br0" timeOffset="79458.45">30668 9835 3645 0,'0'0'1081'0,"0"0"-169"0,0 0 49 16,0 0 43-16,0 0-600 0,-23 52-219 15,23-13-185-15,0 12 0 16,4 9 0-16,7 8 0 0,-3 2 0 15,0 8 0-15,-2 6 0 0,-2 3 0 16,-4-4 0-16,-6-12 0 0,0-9 0 16,0-13 0-16,4-9 0 0,0-7 0 15,2-9-541-15,0-9-2312 16,2-10-733-16</inkml:trace>
  <inkml:trace contextRef="#ctx0" brushRef="#br0" timeOffset="79680.82">30585 10672 7063 0,'0'0'492'0,"0"0"80"16,0 0-507-16,0 0-65 0,0 0 0 16,75 13 0-16,-9 2 0 0,18 2 0 15,14-2 0-15,1-2 0 16,12-1 0-16,9-1 0 0,13-1 0 15,11 2 0-15,11 1 0 0,7 1 0 16,1 1 0-16,-10-1 0 16,-15-6 0-16,-22-4 0 0,-33-4 0 0,-23-9 0 15,-27 1-809-15,-17-7-4093 0</inkml:trace>
  <inkml:trace contextRef="#ctx0" brushRef="#br0" timeOffset="79980.73">32611 9729 6534 0,'0'0'317'15,"-17"57"51"-15,3-6 548 0,-7 13-859 16,-2 7-57-16,5 4 0 16,-3 3 0-16,5 1 0 0,1 5 0 0,3 3 0 15,-1 2 0-15,5-4 0 0,4-6 0 16,4-11 0-16,0-13 0 16,6-6 0-16,0-12 0 0,1-10 0 15,-1-10-69-15,-2-8-1215 0,2-9-3395 0</inkml:trace>
  <inkml:trace contextRef="#ctx0" brushRef="#br0" timeOffset="81354.47">32764 6389 5698 0,'0'0'52'0,"0"0"632"16,0 0-159-16,0 0-149 0,-41 21-288 15,1 5-80-15,-5 8 0 0,1 2 4 16,11-3-8-16,6-1-4 0,7-2 0 16,7-4-24-16,3-4-152 0,8-4-645 15,0-5-155-15,4-4-361 0</inkml:trace>
  <inkml:trace contextRef="#ctx0" brushRef="#br0" timeOffset="81549.56">32681 6402 6302 0,'0'0'421'15,"0"0"-109"-15,39 7 440 16,-10 6-464-16,2 6-171 0,2 3-117 15,3 3 0-15,-1 1 0 0,2-2 0 16,-2-1 0-16,-6-2 0 0,-8-6-501 16,-7-3-752-16,-10-3-603 0</inkml:trace>
  <inkml:trace contextRef="#ctx0" brushRef="#br0" timeOffset="82405.36">32756 6384 5606 0,'0'0'900'0,"0"0"-447"16,0 0-113-16,0 0-240 0,-5 38-84 15,3-5 84-15,0 6 164 16,0 3-184-16,0-2-12 0,0 3 48 15,0 3-84-15,0 4 12 0,-2 6 12 16,0 5-39-16,-5 4-17 0,1 3 0 16,-2 2 0-16,-5-3 0 0,1-1 0 15,-5-1 0-15,1-4 0 0,-1 3 0 16,-2 6 0-16,5 3 0 0,-3 1 0 16,5 3 0-16,1-5 0 15,5-1 0-15,0-5 0 0,2 0 0 16,2 0 0-16,-1-1 0 0,5-3 0 15,-2-1 0-15,2 0 0 16,-2-7 0-16,-2 0 0 0,0-3 0 16,2-3 0-16,-4-2 0 0,-5-1 0 15,3-2 0-15,-4 0 0 0,-1-1 0 16,1 1 0-16,-3 0 0 16,3 1 0-16,2 1 0 0,-1 0 0 15,3-2 0-15,2 1 0 0,2 0 0 16,-2 1 0-16,-1 1 0 0,1-1 0 15,-4-1 0-15,2 0 0 0,-3-2 0 16,3-1 0-16,-2-2 0 0,1-2 0 16,1-4 0-16,-2-4 0 0,4-5 0 15,-3-4 0-15,3-3 0 16,2 0 0-16,0-2 0 0,0 1 0 16,2-6 0-16,0-2 0 0,2-4 0 15,0-2 0-15,0 1 0 16,0-3 0-16,0-5 0 0,-3-8-25 15,-5-12-383-15,0-8-324 0,-7-12 432 16,-1-3 184-16,-1 0 51 0,-1 4 13 16,3 6 52-16,5 13 77 0,6 10 59 15,0 4 216-15,4 1 332 0,-4-3-324 16,-1-3-271-16,1 4-89 16,-2 5 0-16,4 1 0 0,-2 4 0 15,0-1 0-15,-2 1 0 0,1 2 0 16,1 0 0-16,0 13 0 0,4 12 0 15,4 11 0-15,7 6 0 0,1 5 0 16,3-6 0-16,1 1 0 0,-1-7 0 16,-1-6 0-16,3-8 0 0,-3-9 0 15,0-5 0-15,-3-7 0 16,-5-2 0-16,4-11 0 0,-1-10 0 16,1-7 0-16,2-8 0 0,1 1 0 15,3 1 0-15,1-3 0 0,3 0 0 16,3 0 0-16,2 1 0 15,2 0 0-15,-2 2 0 0,-7 9-933 16,-1 0-632-16</inkml:trace>
  <inkml:trace contextRef="#ctx0" brushRef="#br0" timeOffset="99737.47">28473 6455 2465 0,'0'0'60'0,"0"0"1468"16,0 0-883-16,0 0-325 0,0 0 420 15,0 0-304-15,0 0-96 0,0 0 101 16,0 0-93-16,28 0 56 15,16-2 61-15,12 1-465 0,12-1 0 16,13 2 0-16,14 2 0 0,12 2 0 16,11 0 0-16,2 2 0 15,-2 2 0-15,-13-2 0 0,-12 0 0 16,-19-3 0-16,-20 1 0 0,-23-3 0 16,-14 0 0-16,-13 0-1413 0,-8-1-952 0</inkml:trace>
  <inkml:trace contextRef="#ctx0" brushRef="#br0" timeOffset="104294.91">28514 9039 1996 0,'0'0'217'0,"0"0"1023"0,0 0-560 16,0 0-215-16,0 0 351 15,6 36-328-15,-6-21-168 0,0 1 45 16,0 1-197-16,2 0-44 0,-2-1 20 15,0 3-144-15,0 3 8 0,2 2-8 16,0 4-84-16,0 4-212 0,0 5-565 16,0 3-111-16,1-8-213 0,-1 3-1752 0</inkml:trace>
  <inkml:trace contextRef="#ctx0" brushRef="#br0" timeOffset="104502.13">28553 10075 2893 0,'0'0'988'0,"-10"49"-71"16,4-23-809-16,4 0-108 0,-1-1-396 15,1 1-121-15,0-2-31 0,2-2-392 16,0-6-209-16</inkml:trace>
  <inkml:trace contextRef="#ctx0" brushRef="#br0" timeOffset="104747.75">28487 10872 1528 0,'0'0'2317'0,"-2"49"-1480"0,2-22-557 16,0-5-184-16,4 0-96 0,-2-2-196 15,2 0-32-15,-2-2-385 16,0-1 29-16,-2 1 120 0,0-2-172 16,-2-3 636-16,0 1 248 0,2-1-92 15,-2 1-156-15,0 2-296 0,0-4-549 16,0 0-199-16</inkml:trace>
  <inkml:trace contextRef="#ctx0" brushRef="#br0" timeOffset="104856.88">28460 11414 4097 0,'-6'33'2229'16,"0"-4"-1392"-16,2 2-109 0,2-9-427 15,-1-5-301-15,1-5 0 16,2-6 0-16,0-4 0 0,0-2-409 16,0-1-1772-16,0-9-1513 0</inkml:trace>
  <inkml:trace contextRef="#ctx0" brushRef="#br0" timeOffset="110374">26290 6445 2925 0,'0'0'1360'0,"0"0"-939"0,0 0 155 16,0 0-260-16,0 0 16 0,0 0 232 16,0 0-235-16,41 0-9 0,-2-3 240 15,13 1-300-15,6-1-31 0,12 2-229 16,11-1 0-16,14 0 0 0,12 0 0 16,3 1 0-16,-3-1 0 0,-3 2 0 15,-9 0 0-15,-6 0 0 0,-3 2-1361 16,-21-2-504-16,-3 0-316 0</inkml:trace>
  <inkml:trace contextRef="#ctx0" brushRef="#br0" timeOffset="132172">26290 7683 2489 0,'0'0'3857'16,"0"0"-3276"-16,0 0-181 0,0 0 204 15,0 0-472-15,0 0-3 0,0 0-129 16,0 0 0-16,0 0 0 0,6-22 0 16,-6 17 0-16,0-2 0 0,-6-6 0 15,-3-4 0-15,-5-3 0 0,-7-8 0 16,-8-4 0-16,-8-10 0 0,-8-3 0 16,-5-7 0-16,-4-3 0 15,1 1 0-15,3 2 0 0,11 3 0 16,8 12 0-16,10 8 0 0,9 9 0 15,5 10 0-15,5 4 0 0,0 5 0 16,2 2 0-16,2 2-1141 0,4 7-300 0</inkml:trace>
  <inkml:trace contextRef="#ctx0" brushRef="#br0" timeOffset="132857.28">24582 6653 5594 0,'0'0'1265'0,"0"0"-669"0,0 0-4 0,0 0-447 16,0 0-145-16,-12 51 0 0,1-13 0 16,1 1 0-16,2 2 0 0,6-4 0 15,0 0 0-15,2-4 0 0,6-5 0 16,0-6 0-16,4-5 0 0,1-8 0 16,1-5 0-16,1-5 0 0,3-10 0 15,1-7 0-15,-3-6 0 16,3-3 0-16,-3-4 0 0,-1 2 0 15,-1 3 0-15,-6 5 0 0,2 8 0 16,-3 7 0-16,-3 4 0 0,-2 4 0 16,2 11 0-16,0 12 0 15,2 6 0-15,0 4 0 0,4-1 0 16,3-7 0-16,3-6 0 0,5-5 0 16,1-6 0-16,5-6 0 0,0-4 0 15,-2-4 0-15,-3-10 0 16,-3-2 0-16,-3-7 0 0,-3-2 0 15,-3-2 0-15,-2-4 0 0,-4-2 0 16,-2-5 0-16,-2-1 0 0,-4 5 0 16,0 3 0-16,0 5 0 0,-1 9 0 15,3 4 0-15,0 6 0 0,4 7 0 16,0 0 0-16,0 2 0 0,0 9-613 16,4-3-816-16,2 5-251 0</inkml:trace>
  <inkml:trace contextRef="#ctx0" brushRef="#br0" timeOffset="132979.39">25248 6685 2485 0,'0'0'1556'0,"0"0"-1500"0,0 0-56 15,0 0-324-15,0 0-500 0,0 0-2125 0</inkml:trace>
  <inkml:trace contextRef="#ctx0" brushRef="#br0" timeOffset="133262.67">25266 6638 3381 0,'-8'-5'2265'16,"-4"-1"-1248"-16,-5 0-289 0,1 3 36 15,-3 3-727-15,3 9-37 0,-1 2 0 16,3 5 0-16,-1 3 0 0,5 3 0 16,4 0 0-16,3 0 0 0,3 1 0 15,7-4 0-15,1-1 0 16,-2-5 0-16,4-2 0 0,1-3 0 15,1-5 0-15,-1-1 0 0,-1-4 0 16,0-5 0-16,-2-2 0 0,3-3 0 16,-3-1 0-16,-2 0 0 15,3 1 0-15,-5 3 0 0,0 3 0 16,-2 3 0-16,0 3 0 0,2 1 0 16,0 9 0-16,4 7 0 0,1 7 0 15,3 5 0-15,-2-1 0 0,3-3 0 16,1-5 0-16,3-2 0 0,4-5-313 15,-7-6-799-15,-2-3-2886 0</inkml:trace>
  <inkml:trace contextRef="#ctx0" brushRef="#br0" timeOffset="133476.29">25461 6559 5262 0,'0'0'2821'15,"0"0"-2712"-15,0 0-109 0,0 0 0 16,0 0 0-16,0 0 0 15,0 0 0-15,41 24 0 0,-22 0 0 16,1-2 0-16,-3 1 0 0,1-2 0 16,1 1 0-16,2 0 0 15,-5-3 0-15,1 1 0 0,-5-1 0 16,-1-4-553-16,-5-5-2184 0,0-4-449 0</inkml:trace>
  <inkml:trace contextRef="#ctx0" brushRef="#br0" timeOffset="133588.23">25756 6518 7231 0,'0'0'961'0,"0"0"-961"0,-62 20 0 15,23 6 0-15,-9 5 0 0,-1 2 0 16,-3 0 0-16,5-1 0 0,1-7 0 16,17-7-633-16,7-6-2641 0</inkml:trace>
  <inkml:trace contextRef="#ctx0" brushRef="#br0" timeOffset="149441.98">26277 6415 2513 0,'0'0'1476'0,"0"0"-1027"15,0 0-77-15,48-2 184 0,-13 6 280 16,6 2-399-16,9 0-65 0,8 1 168 16,12 0-288-16,17 0-20 0,8 0-75 15,10-1-157-15,5 1 0 0,-5-1 0 16,1 0 0-16,-9 0 0 15,-10-1 0-15,-13-1 0 0,-14-1 0 16,-14 0 0-16,-13-2-141 0,-15 1-223 16,-12-2-740-16,-1 0-445 15,-10-3-512-15</inkml:trace>
  <inkml:trace contextRef="#ctx0" brushRef="#br0" timeOffset="157344.42">21645 10419 2201 0,'0'0'1804'0,"0"0"-915"0,0 0-429 15,0 0-96-15,0 0 124 0,0 0-244 16,0 0-75-16,33 9 119 16,23-12-136-16,14-2 0 0,19 1 16 15,10-1-132-15,17-2 0 0,16 3-8 16,15 0-20-16,6 1-8 0,6 3 0 15,0 0-32-15,0 0-140 0,-2 0-76 16,-6 0 120-16,-6 0 72 0,-13 0 56 16,-14-4-12-16,-21 0 12 0,-26-1 0 15,-24-1 4-15,-24 1-8 0,-15 3-168 16,-8-4-369-16,-6 2-135 16,-6-4-2041-16</inkml:trace>
  <inkml:trace contextRef="#ctx0" brushRef="#br0" timeOffset="157611.45">23960 10228 3665 0,'0'0'1105'0,"0"0"-1069"16,0 0 244-16,0 0 444 16,0 0-428-16,4-32-44 0,-4 32-68 15,2 2-184-15,11 8 0 0,18 4 4 16,8 4-4-16,8 2 17 0,5-2-1 15,-4-4-8-15,-3 1-4 0,-4-1 0 16,-5-2-4-16,-14-1 0 0,-11 0-20 16,-9 1-81-16,-8 0 57 0,-15 6 36 15,-6 4 8-15,-4 6 8 0,2 3-8 16,0 1-4-16,2 1 0 16,2-1-328-16,3-3-440 0,7-9-229 15,5-5-2768-15</inkml:trace>
  <inkml:trace contextRef="#ctx0" brushRef="#br0" timeOffset="158117.93">21618 10176 4101 0,'0'0'44'0,"50"-18"128"0,-19 11 333 0,0 5-109 15,0-2-92-15,2 3 148 0,8 1-228 16,0 2-56-16,3 3-52 16,1 3-116-16,-1 2 12 0,-7 0-12 15,-10 0-4-15,-11-3-264 0,-12 1-436 16,-10 2 260-16,-21 2 200 0,-12 2 244 15,-15 0 4-15,1 3 32 0,-1-4 176 16,-2 2-12-16,6 6-8 0,-3 1 48 16,3 4-132-16,7 3-24 0,7-1-20 15,12 2-60-15,15 3-4 0,16 1 0 16,15 4-32-16,16-1 32 16,7-1-16-16,5-3-12 0,-9-12-368 15,0-3-4662-15</inkml:trace>
  <inkml:trace contextRef="#ctx0" brushRef="#br0" timeOffset="170060.7">18730 6420 5178 0,'-37'0'720'0,"12"0"-264"0,9 0-207 15,16 0-5-15,20 0 152 0,22-2-152 16,26-1-104-16,31-1 336 0,19 2-387 15,25 0-89-15,3 1 0 0,1 1 0 16,-17 3 0-16,-24-1 0 16,-36 0-505-16,-16-2-904 0</inkml:trace>
  <inkml:trace contextRef="#ctx0" brushRef="#br0" timeOffset="173250.58">20254 10017 1316 0,'0'0'208'0,"0"0"1429"16,0 0-1253-16,0 0 68 16,0 0-51-16,0 0-37 0,0 0 316 15,0 0-256-15,0 0-88 0,0-5 137 16,-4 5-245-16,4 0-40 0,-3 0 96 15,1 0-168-15,-2 0 8 0,0 0 72 16,0 0-124-16,4 0 12 0,-2 2 40 16,2-2-124-16,0 0 28 0,0 1 16 15,0-1-32-15,0 0 5 0,0 0-17 16,0 1 0-16,2 0 0 16,-2-1 0-16,0 0 0 0,0 1 0 15,0 2 0-15,-2-1 0 0,0-1 0 16,0 4 0-16,-2-3 0 0,4 1 0 15,0-1 0-15,0-1 0 16,0 2 0-16,6-1 0 0,-2-1 0 16,2 2 0-16,-2-2 0 0,-2 1 0 15,0-2 0-15,-2 1 0 0,0 1 0 16,0 0 0-16,-2 0 0 16,0 1 0-16,0-1 0 0,0 2-353 15,4-2-359-15,7 0 180 0,9 2-417 16,5-2 125-16,-7 1-217 0,5-2-1252 0</inkml:trace>
  <inkml:trace contextRef="#ctx0" brushRef="#br0" timeOffset="173820.61">19288 10058 1512 0,'0'0'2057'15,"40"-12"-1613"-15,-22 8 61 0,3 3 263 16,-3 1-416-16,1 1 0 0,0 5 44 16,-3 0-372-16,1 1-24 0,-1-1-104 15,-5-2-488-15,5-1-452 0</inkml:trace>
  <inkml:trace contextRef="#ctx0" brushRef="#br0" timeOffset="175153.32">20221 10053 1084 0,'0'0'8'0,"0"0"-8"0,0 0-84 16,0 0 20-16,0 0 64 16,0 0 604-16,0 0-384 0,0 0 104 15,0 0 141-15,-25-19-185 0,19 18 0 16,-3 1 312-16,3 0-160 0,4 0-95 15,-6 0 147-15,8 0-264 16,-2 0-32-16,0 0 128 0,2 0-144 16,0 0-8-16,0 0 96 0,2 0-168 15,0 0 0-15,4 1 53 0,-2 0-89 16,6 0 20-16,1 0 92 16,1 4-60-16,3-1-12 0,-1-2 104 15,3 0-76-15,-3 0 20 0,3-1 52 16,-1 0-132-16,1-1 12 0,3 0 20 15,-1 0-80-15,0 0 12 0,-3 0-20 16,-1 0 4-16,-1 0-12 0,1 0 0 16,-1 0-8-16,0 0 8 0,3 0 16 15,0 0 4-15,-3 0-20 0,3 0 76 16,-3 0-67-16,3 0-9 16,-1 0 0-16,-1 0 0 0,1 1 0 15,-1 0 0-15,-1 2 0 0,-2-1 0 16,-1-2 0-16,5 1 0 0,-1-1 0 15,1 0 0-15,1 0 0 16,1-1 0-16,-1-2 0 0,0 0 0 16,3 1 0-16,-5-2 0 0,-3 3 0 15,3 0 0-15,-5 0 0 0,0 1 0 16,1 0 0-16,1-2 0 16,-2 2 0-16,5 0 0 0,-3-1 0 15,3 1 0-15,-1-1 0 0,3 0 0 16,-3 0 0-16,-1 0 0 0,3 1 0 15,-1 0 0-15,-1 0 0 0,-2 0 0 16,-1 0 0-16,1 1 0 0,1 1 0 16,-3-2 0-16,-4 1 0 0,4 0 0 15,1 1 0-15,3-1 0 0,3 1 0 16,-5-1 0-16,3 2 0 16,-1-1 0-16,-1 0 0 0,-3 1 0 15,-4-2 0-15,4 0 0 0,1 2 0 16,3-1 0-16,-1-1 0 0,3 0 0 15,-3-1 0-15,-1 0 0 16,-2 0 0-16,1 0 0 0,-5 0 0 16,2 0 0-16,-6 0 0 0,4 0 0 15,-2 3 0-15,3-1 0 0,-3 2 0 16,4-2 0-16,0 2 0 16,-1-1 0-16,3-1 0 0,4 1 0 15,1-2 0-15,-1-1 0 0,1 0 0 16,-3-1 0-16,1-2 0 0,-5 1 0 15,-2 2 0-15,-2 0 0 0,-2 0 0 16,2 0 0-16,1 0 0 0,1 0 0 16,-4 0 0-16,6 0 0 0,-2-1 0 15,0 1 0-15,9 0 0 0,-3 0 0 16,1 1 0-16,-1 0 0 16,-6 1 0-16,5 0 0 0,3-2 0 15,-4 0 0-15,1 0 0 0,1 0 0 16,-1 0 0-16,5 0-109 0,-4-2-947 15,1-7-2238-15</inkml:trace>
  <inkml:trace contextRef="#ctx0" brushRef="#br0" timeOffset="177374.37">21490 10089 3949 0,'0'0'304'15,"0"0"601"-15,0 0-309 16,0 0-180-16,0 0 113 0,0 0-337 16,0 0-60-16,0 0 68 0,0 0-96 15,8-29 16-15,-6 28 44 0,0 1-152 16,2-1 40-16,3-1 120 16,1 2-52-16,2 0 16 0,5 0-47 15,-5 0-89-15,-4 0 0 0,7 0 0 16,-1 0 0-16,0 0 0 0,7 0 0 15,-7 0 0-15,3 0 0 0,-3-1 0 16,-1 0 0-16,-1 0 0 0,0 1 0 16,1-1 0-16,-1-1 0 0,4 2 0 15,3-1 0-15,2 0 0 0,1-1 0 16,3-1 0-16,0 0 0 16,-1-1 0-16,-1-1 0 0,2 3 0 15,-7-3 0-15,3 3 0 0,-5 0 0 16,3 0 0-16,-3 1 0 0,-3 1 0 15,1 0 0-15,1 1 0 16,-1 2 0-16,0-2 0 0,3 1 0 16,3-1 0-16,1 2 0 0,2-3 0 15,-1 1 0-15,5-1 0 0,-4 1 0 16,0 0 0-16,-3 1 0 16,-3-1 0-16,1 0 0 0,-6 0 0 15,1-1 0-15,-3 1 0 0,-2 2 0 16,-2-3 0-16,3 2 0 0,-1-2 0 15,0 1 0-15,4 0 0 0,5 1 0 16,1 0 0-16,1-1 0 0,2 0 0 16,-1 1 0-16,-3-2 0 0,1 0 0 15,-1 0 0-15,-3 0 0 0,-2-2 0 16,1 1 0-16,-5 1 0 16,-2-1 0-16,2 1 0 0,-2-1 0 15,5 1 0-15,-1 0 0 0,2-1 0 16,5-1 0-16,-1 1 0 0,-1 0 0 15,3-1 0-15,-1-1 0 16,-1 2 0-16,-2 0 0 0,5 1 0 16,-7 0 0-16,1 0 0 0,-7 0 0 15,0 0 0-15,2 0 0 0,-2 0 0 16,2 1 0-16,1-1 0 16,1 3 0-16,2-2 0 0,5 1 0 15,-1-2 0-15,3 1 0 0,-3-1 0 16,-1 0 0-16,-1 0 0 0,-2 0 0 15,-1 1 0-15,-5 1 0 0,4-1 0 16,-2 1 0-16,0-2 0 0,-1 1 0 16,1 2 0-16,0-2 0 0,2 0 0 15,0 0 0-15,5 0 0 0,1 0 0 16,5-1 0-16,-5 0 0 16,-1 0 0-16,-3 0 0 0,1-2 0 15,-3 2 0-15,0-1 0 0,-2 1 0 16,3 0 0-16,-3 0 0 0,4 0 0 15,2 1 0-15,1 0 0 16,-3-1 0-16,1 0 0 0,-3 0 0 16,0 0 0-16,4-1 0 0,3 0 0 15,1 0 0-15,3 0 0 0,0-2 0 16,-3 3 0-16,-1-1 0 16,-5 1 0-16,-4 0 0 0,-2 0 0 15,-2 0 0-15,3 0 0 0,-3 0 0 16,0 0 0-16,-2 0 0 0,2 0 0 15,0 0 0-15,0 0 0 0,2 0 0 16,0 0 0-16,0 0 0 0,5 1 0 16,-3-1 0-16,2 2 0 0,-2-1 0 15,3-1 0-15,-3 0 0 0,0 1 0 16,-2-1 0-16,0 1 0 16,-2-1 0-16,0 0 0 0,2 0 0 15,-1 0 0-15,1 0 0 0,0 0 0 16,0 0 0-16,2-1 0 0,2-3 0 15,3 1 0-15,1-1 0 16,-2 1 0-16,1 0 0 0,1 1 0 16,-1 0 0-16,1 0 0 0,0 0 0 15,-3 2 0-15,-1 0 0 0,-2 0 0 16,2 1 0-16,-1 0 0 16,-1 1 0-16,-2 0 0 0,0-2 0 15,0 0 0-15,2 0 0 0,1 0 0 16,-1 0 0-16,4 0 0 0,5 0 0 15,-3-1 0-15,0-2 0 0,-1 3 0 16,1 0 0-16,3 0 0 0,-5 0 0 16,-2 2 0-16,-4-2 0 0,0 0 0 15,1 1 0-15,-1 0 0 0,0-1 0 16,-4 1 0-16,4-1 0 16,-2 0 0-16,-2 0 0 0,2 0 0 15,0 0 0-15,2 0 0 0,3 0 0 16,1 0 0-16,4 0 0 0,3 0 0 15,1-1 0-15,1 1 0 16,-5-1 0-16,3 1 0 0,-3-1 0 16,0 1 0-16,-5-2 0 0,3 1 0 15,-6 1 0-15,2 0 0 0,0 0 0 16,3 0 0-16,1 0 0 16,2 0 0-16,3 0 0 0,-1 0 0 15,-1 0 0-15,1-1 0 0,-1 0 0 16,3-3 0-16,1 3 0 0,-3-2 0 15,3 0 0-15,-3 1 0 0,-1 1 0 16,-5-2 0-16,0 2 0 0,-4 1 0 16,0 0 0-16,3 0 0 0,-3 0 0 15,4 0 0-15,2 0 0 0,3-1 0 16,3 0 0-16,1-3 0 16,4 1 0-16,-5-2 0 0,7-2 0 15,-5 0-2138-15,1-6-1711 0</inkml:trace>
  <inkml:trace contextRef="#ctx0" brushRef="#br0" timeOffset="179146.54">24028 9921 2657 0,'0'0'404'0,"0"0"128"0,0 0 445 15,8-40-389-15,-3 33-168 0,-3 1-116 16,0 2-212-16,-2 1 76 0,2-1 148 15,-2 3-203-15,0 1 35 0,0 0 116 16,-2 4-232-16,-2 5-8 0,4 0 100 16,0 1-32-16,0-2 4 0,4-1 4 15,4 2-92-15,2-1 32 0,9-1 72 16,2-1-68-16,-5-2 24 0,1-2 56 16,-5-1-124-16,-2-1 40 15,-1 2-4-15,-3 0-28 0,2 0-8 16,-4 2 0-16,7-1 8 0,3 4-8 15,5 0 8-15,1-1 8 0,3 0-4 16,0 0 48-16,2-1-24 16,-1-1 64-16,-1-1-79 0,-2-1-21 15,-5 0 0-15,-1 0 0 0,-1-1 0 16,-5-1 0-16,-3 0 0 16,-2 0 0-16,0 0 0 0,0 0 0 15,0 0 0-15,3-1 0 0,-1-4 0 16,2 1 0-16,-2 0 0 0,5 0 0 15,-3 2 0-15,0 1 0 0,2 0 0 16,-1-1 0-16,-1 2 0 0,0-1 0 16,1 1 0-16,-1 0 0 0,0-1 0 15,2 1 0-15,3-2 0 0,-5-2 0 16,0 3 0-16,1-3 0 0,-3 2 0 16,-2-1 0-16,6 0 0 15,-1 2 0-15,1-3 0 0,2 3 0 16,-1-1 0-16,-3-1 0 0,-2 2 0 15,-4 1 0-15,6 0 0 0,1 0 0 16,1 0 0-16,2 0 0 16,5 1 0-16,-5 2 0 0,5 0 0 15,-5 1 0-15,3-2 0 0,-3 2 0 16,1-2 0-16,1 1 0 16,-2-1 0-16,-1-2 0 0,1 0 0 15,-4 0 0-15,3-2 0 0,-1-2 0 16,3-2 0-16,-3 1 0 0,-2 1 0 15,-2 0 0-15,1 3 0 0,-3-1 0 16,0 0 0-16,2 1 0 0,-2 0 0 16,2 0 0-16,-2 0 0 0,3-1 0 15,-3 1 0-15,2 0 0 0,-2 0 0 16,0-3 0-16,2 2 0 0,-3-3 0 16,5-2 0-16,-2 1 0 15,0-1 0-15,-2 0 0 0,1 0 0 16,-1-1 0-16,0 0 0 0,-2 1 0 15,0 1 0-15,2-1 0 0,-2 0 0 16,2 0 0-16,0 0 0 16,-2-1 0-16,7-2 0 0,-5 2 0 15,0 0 0-15,2-3 0 0,0 0 0 16,-1 2 0-16,1 0 0 16,-4 1 0-16,2 2 0 0,-2 0 0 15,2-1 0-15,0 0 0 0,-2 1 0 16,2 0 0-16,1-1 0 0,-3 1 0 15,4-1 0-15,-2 0 0 0,-2 1 0 16,2 0 0-16,0-1 0 0,0 0 0 16,1 0 0-16,-1-3 0 0,2 3 0 15,-2 0 0-15,2 1 0 0,-2-1 0 16,1 0 0-16,1 0 0 0,-2-1 0 16,2 2 0-16,-4-2 0 15,2 0 0-15,0 0 0 0,1 0 0 16,1-2 0-16,-2 3 0 0,0-2 0 15,2 0 0-15,0 2 0 0,-1 0 0 16,1-2 0-16,2 1 0 16,-4 0 0-16,0 1 0 0,0 0 0 15,3-2 0-15,-5 0 0 0,4 0 0 16,0-1 0-16,2-3 0 0,3 1 0 16,-1 0 0-16,0 3 0 15,-1-1 0-15,-1 3 0 0,0-2 0 16,3 1 0-16,-3 0 0 0,-2 1 0 15,0 2 0-15,-4 2 0 0,4-3 0 16,-1 1 0-16,1-1 0 0,-2 2 0 16,2 0 0-16,0-2 0 0,-2 3 0 15,3 0 0-15,-1 0 0 0,0-1 0 16,0 1 0-16,0 0 0 0,1 2 0 16,-1 1 0-16,0 0 0 0,-2 0 0 15,0 0 0-15,-2 4 0 16,-2 0-49-16,0 2-483 0,-4 0-312 15,-6-3-1962-15</inkml:trace>
  <inkml:trace contextRef="#ctx0" brushRef="#br0" timeOffset="180464.61">25368 9326 368 0,'0'0'2373'0,"0"0"-1173"16,0 0-563-16,0 0-109 0,0 0 296 15,0 0-368-15,18-37-187 0,-9 29-53 16,-3-1-96-16,0 0 76 0,0 3 44 16,5 0-228-16,-1 2 4 0,6 0 4 15,-1 1-4-15,-1 1-16 0,1 1 16 16,-1 0-8-16,-1 0-8 0,3-1 16 16,-1 1-4-16,-3 0-12 0,-2 1 4 15,-3 0 0-15,-1 0-4 16,-4 1 12-16,2 2 12 0,0 0 16 15,0 3 172-15,2 0-120 0,-1 1 44 16,-1 0-11-16,0 1-125 16,2-1 0-16,-2 1 0 0,2-1 0 15,-1-1 0-15,-1 2 0 0,0 1 0 16,0-1 0-16,0-1 0 0,0 3 0 16,0 1 0-16,3 6 0 15,-3-1 0-15,-2 0 0 0,0-1 0 16,0-2 0-16,0 0 0 0,0 1 0 15,0-2 0-15,0 0 0 0,0-1 0 16,0 2 0-16,0-1 0 0,3-1 0 16,-1 1 0-16,0-1 0 0,0 2 0 15,0 1 0-15,0-1 0 0,0 2 0 16,0-2 0-16,-4 1 0 0,3 0 0 16,-3 2 0-16,0-2 0 15,0 0 0-15,0 1 0 0,2 0 0 16,0-2 0-16,0 0 0 0,2-1 0 15,0 0 0-15,0-2 0 0,2 3 0 16,-2 2 0-16,1 0 0 16,1 2 0-16,0-1 0 0,0 3 0 15,0 0 0-15,1 0 0 0,-1 0 0 16,0-1 0-16,0-2 0 16,0 1 0-16,1-3 0 0,-1-1 0 15,2 0 0-15,0-1 0 0,1 1 0 16,-1 0 0-16,0 3 0 0,0-2 0 15,-1 0 0-15,1 3 0 0,0-3 0 16,2 2 0-16,1 0 0 0,-1 0 0 16,0 0 0-16,5 1 0 0,-1-1 0 15,-1 0 0-15,3 0 0 0,-1 1 0 16,-1 1 0-16,1 1 0 16,-1-3 0-16,-1 3 0 0,-3 0 0 15,2-1 0-15,1 2 0 0,-1 0 0 16,3 0 0-16,-3 3 0 0,3-3 0 15,-1 1 0-15,0 2 0 16,3 0 0-16,-5 0 0 0,3-3 0 16,-3-2 0-16,-1-2 0 0,-1-2 0 15,-4-6 0-15,0-2 0 16,-1-4-1365-16,1-2-1457 0</inkml:trace>
  <inkml:trace contextRef="#ctx0" brushRef="#br0" timeOffset="185165.79">26182 10436 2373 0,'0'0'16'0,"0"0"1376"0,17 34-775 16,-11-22-349-16,0-4 12 0,0-1-76 15,0 3-180-15,-1-3-8 0,1 0-16 16,2 0-16-16,-2-1 0 16,3 2 4-16,1 3-4 0,-2-4 16 15,3 3 8-15,1 0 0 0,0 4-8 16,3 4 24-16,-3 2-20 0,1-1 0 15,-1-2-4-15,-4-2-156 16,5-1-208-16,-3 0-461 0,2 0 309 16,1-2 232-16,-1 1 68 0,-1-3 216 15,3 1 28-15,-2 0 496 0,-1 1-124 16,-3-2-48-16,0 0-31 16,1 0-293-16,-1 1-16 0,0 0 0 15,0 1 0-15,3 1-12 0,-3 0 32 16,2-1-20-16,-1 0 28 0,1-1 96 15,-2-1-40-15,-2-1-24 0,5 1-72 16,-1-1-68-16,0 1-244 0,5-1-345 16,-5-1 453-16,1 0 204 0,-1-1 32 15,0-1 56-15,-4 1 112 0,1 0 405 16,-1 2-205-16,0 0 24 16,-2 4 204-16,2 1-376 0,1-1-120 15,-3 0-72-15,-2-5-60 0,0 1-8 16,2-5-236-16,-2 2-192 15,0-3-136-15,2 2-701 0,0-2 89 16,0-1-825-16</inkml:trace>
  <inkml:trace contextRef="#ctx0" brushRef="#br0" timeOffset="185886.72">26848 11244 1948 0,'0'0'2233'0,"0"0"-1560"0,20 36 147 16,-15-30-548-16,-1-2-144 0,-2 0 48 15,2 0-172-15,0 0-4 0,4 2 0 16,-1 0-116-16,5 1 24 0,0 1 60 16,3 3 20-16,-1-1 12 0,-5-2 0 15,-1-1 4-15,-4-3-8 16,0 0-340-16,0 1-172 0,0 0-8 16,3 2-633-16,-3 1 413 0,4 4 15 15,2 3-507-15,3 3 1200 16,-1 0 36-16,-2-4 1164 0,1-1-547 15,-3-1-169-15,2-1 256 0,-1-1-260 16,-1 0-135-16,-2 1 35 0,2 2-124 16,1 3-60-16,-1 0-44 0,2 3-72 15,1 0 128-15,-1 0 284 16,0 0-212-16,3-3-60 0,-1 0 81 16,0-3-129-16,5 2-20 0,-3 1-48 15,3 1-64-15,2 3-4 0,-1 4 0 16,-1-3 8-16,-3 4-8 0,1-2 8 15,-1 1-8-15,-1-2 0 0,1-1 4 16,0 1 4-16,-1-1-8 0,1 1 0 16,1-1 4-16,-1 0-4 15,3-1 0-15,-1 0-56 0,1-1-80 16,2-1-205-16,-3-1 9 0,3-2 40 16,-3-1-328-16,1 4 156 0,-1-2-85 15,-1 1-303-15,1 4 552 16,1 1 300-16,-5 2 8 0,5-1 220 15,-1 1 104-15,1 2 328 0,3-2-255 16,-1-2-117-16,2 3 32 0,-1-2-192 16,1 1-52-16,2-2-60 0,-2 2-16 15,-3-2-84-15,3 1-100 0,-1-1 76 16,1 2 108-16,-2-1 56 16,-1 1 184-16,1 3 180 0,0 2 381 15,-1 3-417-15,1 1 0 0,-1 4 120 16,5 1-392-16,-2 3 12 0,2 0-63 15,-1 1-61-15,3 1 0 0,-2 0 0 16,0-4-29-16,1-2-115 0,-1-5-100 16,0 0 116-16,0-3 128 0,1 2 12 15,1 2 32-15,2 2 100 16,0 4 72-16,2 1-144 0,0 3-15 16,0 0-57-16,0-1 0 0,-2 1 0 15,4-3 0-15,-5-1-121 16,5 2-127-16,0-2-380 0,0 2-33 15,-8-11-223-15,2 3-1609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55:49.97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1046 4041 2465 0,'0'0'148'16,"0"0"28"-16,0 0 1340 0,0 0-999 15,0 0 107-15,0 0-140 0,0 0-40 16,0 0 173-16,0 0-393 0,-10 9-28 16,10-11 36-16,2 0-156 15,0 0 36-15,2 0 44 0,4-1-132 16,-4 2 8-16,5-2 0 0,-1 2-32 0,-2-1 0 15,2 2 0-15,3 0 0 16,1 0 0-16,3 4 8 0,5-1-4 16,3 2-4-16,0-3 12 15,1 1 8-15,-3-2-20 0,0-1 73 0,-5 0-73 16,1 0 0-16,1 0 0 16,-1 0 0-16,2 0 0 0,-1 0 0 15,-1 1 0-15,-1 0 0 0,1 2 0 16,1-1 0-16,-1-1 0 0,4 1 0 15,1 1 0-15,7-3 0 0,-4 1 0 16,4-1 0-16,2 0 0 16,0 0 0-16,0 0 0 0,2-1 0 15,-2 1 0-15,0 0 0 0,-4 0 0 16,0 1 0-16,-2 2 0 0,-5 0 0 16,3 1 0-16,-2 0 0 15,2 0 0-15,1 1 0 0,1-3 0 16,4 2 0-16,2-2 0 0,4 1 0 15,0 1 0-15,3-3 0 0,5 1 0 16,-2 0 0-16,-1 0 0 0,-1-1 0 16,-2 1 0-16,0 0 0 0,-4-2 0 15,-2 1 0-15,5 0 0 16,-10 1 0-16,5-1 0 0,0 1 0 16,3-2 0-16,1 1 0 0,2-1 0 15,4 0 0-15,3 0 0 0,-3 0 0 16,0 0 0-16,3 0 0 0,-1-1 0 15,-2-2 0-15,1 2 0 0,-1-2 0 16,-2 1 0-16,1 0 0 16,-1 0 0-16,-2 1 0 0,-4 1 0 15,0 0 0-15,0 0 0 0,-2 0 0 16,5 1 0-16,1-1 0 0,0 1 0 16,0-1 0-16,5 0 0 0,-5 0 0 15,0 0 0-15,0 0 0 16,0 0 0-16,-2 0 0 0,-4 1 0 15,-8-1 0-15,2 0 0 0,-4 0-101 16,-5 0-139-16,-3 0-292 0,-5-2 120 16,2 0-61-16,-10-1-823 0,0 2-249 15,-8-8-2008-15</inkml:trace>
  <inkml:trace contextRef="#ctx0" brushRef="#br0" timeOffset="1466.68">3626 4093 1836 0,'0'0'48'0,"0"0"112"0,0 0 269 16,0 0-117-16,0 0 316 16,10-34-120-16,-10 32 5 0,0 1 211 15,0 0-408-15,0 1-76 0,0-1 40 16,6-1-152-16,-6 0 24 0,11 0 116 15,1-1-195-15,9 2-29 0,3 1-8 16,7 0-28-16,-4 2-8 0,6 2 0 16,5-1 12-16,7 1-12 15,13 2 148-15,0-3-76 0,10 0-8 16,11-2 12-16,-1 0-72 0,11-1 4 16,2 3 8-16,4-2-12 0,2 1-4 15,5 1 4-15,-3-1 12 16,6-2-16-16,5 0 0 0,-1 0 4 15,3 0-4-15,6 0 8 0,0 0 0 16,4 0-8-16,0 0 0 0,-3 0 12 16,8 0-12-16,-8 0 0 0,3 0 4 15,2-2-4-15,-2-1 0 16,4 0 0-16,1-1 0 0,-1 0 0 16,6 1 8-16,4-2-8 0,1 2 0 15,-1-1 20-15,5 1-20 0,-3 0 116 16,3 1-52-16,-3 1 24 0,3 1 56 15,-5-1-120-15,3 1 0 0,-3-1 24 16,5 0-36-16,-1 0-4 16,-1 1 4-16,8 0 0 0,-7 0-12 15,3 0 28-15,-1-1-16 0,-5-1 16 16,-3 0 72-16,-8 1-96 0,-8 1 44 16,-14-1 32-16,-3 1-64 15,-16 0-16-15,-13-1 0 0,-10 0-48 16,-19 1-56-16,-7 0-344 0,-14 2-88 15,-11 2-185-15,-7-1-915 0,-2 1 387 16,-13 0-552-16</inkml:trace>
  <inkml:trace contextRef="#ctx0" brushRef="#br0" timeOffset="5076.45">1373 5221 2913 0,'0'0'1012'15,"57"-8"-600"-15,-26 5-135 16,0 0 135-16,3 2-196 0,7-3-56 16,2 1 152-16,15-1-36 0,15-3 60 15,5-1 89-15,11-2-257 0,6-2-32 16,13 2 60-16,9-1-148 0,1-1-12 16,8-1-16-16,5 0-12 0,7-2-8 15,7-2 8-15,1-1 8 16,12 1-16-16,-1-1 84 0,6 1-44 15,2 2 16-15,-1-1 4 0,1 3-44 16,-6 3-16-16,2 1 16 0,-3 2-4 16,-3 0-12-16,0 4 4 15,-2-1 4-15,2 0-8 0,0 2 0 16,-2 1-8-16,-3-2 8 0,-1 2-4 16,-8 0 8-16,-3 0-8 0,-7-1-28 15,-5 0-164-15,-11 2-80 0,1-1-541 16,-10 1 25-16,-7 0 76 0,-8 0-413 15,-25 0 113-15</inkml:trace>
  <inkml:trace contextRef="#ctx0" brushRef="#br0" timeOffset="6492.86">9827 5203 5394 0,'0'0'200'15,"0"0"40"-15,0 0-152 0,0 0-36 16,0 0-20-16,41-12 32 0,-14 9 116 16,8-1-144-16,3 2 20 0,3-1-12 15,13 1-36-15,8 0-4 0,8 0 36 16,9 0-24-16,9 1 20 0,5-2 69 15,7-1-65-15,5-2 12 0,7 1-4 16,8-1-44-16,2 1-4 16,8-1 8-16,6-2-4 0,7 1-4 15,4 0 0-15,2 0-4 0,8 0 4 16,0 0 4-16,10 1-4 0,7 2 0 16,-1 2 0-16,9 2 4 0,2 0-4 15,0 2 8-15,2 2 12 0,-2 3-4 16,0-1 24-16,0 1-28 15,-2-1-12-15,-8 0 16 0,4 0-12 16,-9-1-4-16,-2-2 0 0,-14 0 4 16,-12-3-8-16,-13 0-32 15,-14-4-433-15,-34 0-411 0,-7-5-1961 0</inkml:trace>
  <inkml:trace contextRef="#ctx0" brushRef="#br0" timeOffset="150764.42">12936 6559 3033 0,'0'0'2081'0,"-33"-30"-1689"15,8 11-112-15,2-2 216 0,-8-2-336 16,-6-3-15-16,-4-2 143 16,-11 0-120-16,-2-2 20 0,-12 0 100 15,-2-1-176-15,-10 2 16 0,-3 3 84 16,-8 1-172-16,-6 5 8 0,-8 1-32 15,-3 3-4-15,-10 1-12 0,1 4 0 16,-7 1-4-16,-2 3 0 0,-5 3-28 16,-1 4-36-16,4 5 68 15,-4 6 0-15,8 4-12 0,0 6 12 0,2 6 0 16,4 5-4-16,1 6 4 16,5 6-4-16,-2 8-16 0,7 8 20 15,6 6-8-15,6 9-24 0,8 5 24 16,6 6 8-16,1 4-72 15,14 7-24-15,2 6-24 0,14 2 32 16,5 1 88-16,14 2-8 0,12 3-8 16,15 1 16-16,9 1 0 15,19-1-20-15,12 3 20 0,17-2 0 16,16 3 24-16,18-2-24 0,14-5 40 16,9-2-40-16,18-4 0 0,8-4 0 15,9-3 16-15,6-8-12 0,10-10-4 16,9-9 8-16,2-12-8 15,10-14 0-15,4-14-12 0,2-16 12 16,-2-20 28-16,6-19-16 0,-8-17 68 16,2-16 260-16,-4-10-159 0,-16-14-181 15,-5-14 0-15,-10-10 0 0,-8-9 0 16,-11-5 0-16,-4-4 0 0,-16 0 0 16,-23 4 0-16,-12 2 0 0,-22 7 0 15,-13 2 0-15,-15 2 0 16,-17 3 0-16,-12 3 0 0,-12 1 0 15,-17 0 0-15,-15 4 0 0,-9 1 0 16,-16 3 0-16,-13 7 0 0,-13 3 0 16,-15 6 0-16,-6 5 0 0,-10 4 0 15,-6 6 0-15,-4 9-613 0,-7 7-191 16,29 15-221-16,-6 7-2136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7:56:48.59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21802 1349 3353 0,'0'0'2365'15,"0"0"-1685"-15,0 0-255 0,0 0 403 16,0 0-416-16,0 0-283 0,0 0-129 15,0 0 0-15,0 0 0 0,50 22 0 16,-15-22 0-16,8-5 0 0,9-3 0 16,2-4 0-16,12-3 0 0,-6-1 0 15,-3 0 0-15,-5 2 0 16,-15 3 0-16,-6 4 0 0,-14 2 0 16,-9 3 0-16,-6 2 0 0,-2 0 0 15,0 7 0-15,-10 8 0 0,-5 8 0 16,-9 7 0-16,-7 6 0 0,0 1 0 15,0-2 0-15,2 4 0 16,-4 2 0-16,4 1 0 0,0 3 0 0,2 1 0 16,-4-1 0-16,8-1 0 15,-2-1 0-15,3-3 0 0,3-1 0 16,7-4 0-16,1-3 0 0,11-3 0 16,2-3 0-16,7-4 0 15,9-3 0-15,7-6 0 0,10-2 0 16,9-5 0-16,3-4 0 0,9-2 0 15,2-6 0-15,0-1 0 0,-7-4 0 16,-1 0 0-16,-13-2 0 0,-4 2 0 16,-8-1 0-16,-11 3-525 0,-7 3-1512 15,-7 3 168-15,-2 0-1096 0</inkml:trace>
  <inkml:trace contextRef="#ctx0" brushRef="#br0" timeOffset="224.57">21870 1704 6739 0,'0'0'936'0,"0"0"-419"0,33 6-517 16,0-6 0-16,9-6 0 0,3-1 0 16,5-2 0-16,-3 0 0 15,3 1 0-15,-1-2 0 0,3 1 0 16,2-3 0-16,-2 2 0 0,-7-3 0 15,-12 4-357-15,-8-5-2096 0</inkml:trace>
  <inkml:trace contextRef="#ctx0" brushRef="#br0" timeOffset="537.42">21800 1085 7067 0,'0'0'932'0,"0"0"-739"15,0 0-193-15,62-16 0 0,-21 10 0 16,7 1 0-16,5 0 0 0,3 3 0 16,-2-1 0-16,4 1 0 0,0 1 0 15,0 0 0-15,0 0 0 16,-17 0-2094-16,-4-2-2176 0</inkml:trace>
  <inkml:trace contextRef="#ctx0" brushRef="#br0" timeOffset="1189.97">22860 1852 5322 0,'0'0'1413'0,"0"0"-853"0,0 0 12 0,0 0-247 16,0 0-325-16,0 0 0 0,0 0 0 16,0 0 0-16,-35-4 0 0,12 13 0 15,1 2 0-15,-3 4 0 0,0-3 0 16,2 2 0-16,3-2 0 16,-1 2 0-16,11-1 0 0,1-1 0 15,5-3 0-15,4-1 0 0,6 0 0 16,9 1 0-16,8 2 0 0,8 0 0 15,6-3 0-15,-2-2 0 16,0 1 0-16,-6-1 0 0,-6 0 0 0,-11 1 0 16,-8-1 0-16,-2-1 0 15,-6 2 0-15,-6 3 0 0,-13 4 0 16,-6 1 0-16,-2-2 0 0,2-2 0 16,9-6 0-16,3-2 0 15,7-3 0-15,6 0 0 0,2-2 0 16,4-4-1209-16,0 0-388 0,12-5-3345 0</inkml:trace>
  <inkml:trace contextRef="#ctx0" brushRef="#br0" timeOffset="1504.75">23055 1930 6575 0,'0'0'648'15,"0"0"188"-15,0 0-703 0,0 0-133 16,-33-8 0-16,26 14 0 0,-1 7 0 15,2 9 0-15,0 5 0 0,6 0 0 16,0-1 0-16,2-4 0 16,8-1 0-16,2-5 0 0,3-1 0 15,-1-4 0-15,3-4 0 0,2-3 0 16,-5-4 0-16,0-2 0 0,1-5 0 16,-5-5 0-16,-1-4 0 15,-3-4 0-15,-2-1 0 0,0-3 0 16,-4 0 0-16,-2 1 0 0,-2-1 0 15,-4 0 0-15,1 5 0 0,1 5 0 16,4 5 0-16,2 5-173 0,0 2-1055 16,0 0-73-16,2 1-364 0</inkml:trace>
  <inkml:trace contextRef="#ctx0" brushRef="#br0" timeOffset="1739.26">23197 1933 3605 0,'0'0'2537'0,"0"0"-1748"15,-16 49 235-15,16-28-787 0,0 0-237 16,0 1 0-16,6-2 0 0,6-1 0 16,3-2 0-16,3-1 0 15,3-2 0-15,2-4 0 0,-3-2 0 16,1-5 0-16,-2 0 0 0,-7-3 0 16,-2-4 0-16,1-9 0 15,1-7 0-15,1-7 0 0,-5-4 0 16,-2 0 0-16,0-3 0 0,-4-2 0 15,2-1 0-15,1 4 0 0,1 6 0 16,-4 9 0-16,4 10 0 0,-2 4-553 16,-4 3-347-16,6 1-317 0,-1 0-2709 0</inkml:trace>
  <inkml:trace contextRef="#ctx0" brushRef="#br0" timeOffset="1990.17">23538 2170 2973 0,'0'0'1717'16,"0"0"-865"-16,0 0-248 15,0 0-276-15,-8-36 1 0,8 9-181 16,0-2 76-16,4-1 384 0,4 1-368 16,1 6-71-16,-1 0-169 15,9 4 0-15,-5 4 0 0,-4 1 0 16,-2 5 0-16,1 2 0 0,5 0 0 15,5 0 0-15,3-2 0 0,3 3-813 16,-9 3-1164-16,7 0-1044 0</inkml:trace>
  <inkml:trace contextRef="#ctx0" brushRef="#br0" timeOffset="2284.63">23840 1895 5730 0,'0'0'1113'0,"0"0"-473"0,0 0 69 16,0 0-709-16,0 0 0 0,0 0 0 15,-41-2 0-15,24 23 0 0,-1 9 0 16,5 5 0-16,7-2 0 0,6-3 0 16,8-3 0-16,7-5 0 0,5-1 0 15,7-7 0-15,4-2 0 0,0-6 0 16,0-5 0-16,-2-1 0 16,-4-6-157-16,-8 0-1031 0,-7-3-577 0</inkml:trace>
  <inkml:trace contextRef="#ctx0" brushRef="#br0" timeOffset="2577.98">24057 2067 2657 0,'0'0'4614'0,"0"0"-3974"16,0 0-359-16,44-11-281 15,-28-1 0-15,3-1 0 0,-3-2 0 16,1-3 0-16,-3-3 0 0,-1-2 0 15,-3 2 0-15,-6-2 0 0,-4 3 0 16,0 3 0-16,-4 6 0 0,-6 5 0 16,-5 6 0-16,-5 3 0 0,-9 11 0 15,2 9 0-15,-4 4 0 16,4 9 0-16,4 3 0 0,9 2 0 16,9 1 0-16,12-3 0 0,9-1 0 15,9-6 0-15,4-3 0 0,6-6 0 16,4-5 0-16,5-5 0 0,-3-5-577 15,-8-3-1456-15,-6-4-2389 0</inkml:trace>
  <inkml:trace contextRef="#ctx0" brushRef="#br0" timeOffset="7626.36">28489 2434 996 0,'0'0'0'0</inkml:trace>
  <inkml:trace contextRef="#ctx0" brushRef="#br0" timeOffset="11168.65">26666 5879 1556 0,'0'0'16'16,"0"0"236"-16,0 0-164 0,0 0 1017 15,0 0-821-15,0 0-52 0,0 0 248 16,14-34-228-16,-10 30 49 0,-1-1 283 16,-1 1-164-16,0 1 40 15,-2 2 273-15,0 1-385 0,0 0-104 16,0 0 4-16,0 5-160 0,-4 3 40 16,1 4 245-16,1 5-373 0,2-1 0 15,0 4 0-15,2 1 0 16,1 5 0-16,-1 3 0 0,2 2 0 15,-4 3 0-15,2 0 0 0,-2-2 0 16,-2 0 0-16,0-2 0 0,-2-2 0 16,-3-3 0-16,3-4 0 15,2-2 0-15,0-5 0 0,0-6 0 16,2-2 0-16,0-4 0 0,4-2-609 16,0-3-1476-16,7-11-1793 0</inkml:trace>
  <inkml:trace contextRef="#ctx0" brushRef="#br0" timeOffset="11716.61">26664 6235 2701 0,'0'0'1336'0,"0"0"-31"0,0 0-513 15,0 0-147-15,0 0 243 0,0 0-460 16,0 0-331-16,45 1-97 0,-8-1 0 16,7-1 0-16,-1 0 0 15,-1-1 0-15,-1 2 0 0,-4 0 0 16,-2 0 0-16,-2 0 0 0,-2 2 0 16,2-1 0-16,-2-1 0 0,0 0 0 15,-2-3 0-15,-2-1 0 0,-4-6-277 16,-6-2-859-16,-9 3-321 0,-4-2-3417 0</inkml:trace>
  <inkml:trace contextRef="#ctx0" brushRef="#br0" timeOffset="12248.35">27193 5828 4898 0,'0'0'872'16,"0"0"-128"-16,0 0 445 0,0 0-733 0,0 0-423 0,0 0-33 16,4 39 0-16,4-2 0 0,1 8 0 15,-3 4 0-15,0-4 0 0,-4 0 0 16,0-3 0-16,-2-1 0 0,0-6 0 15,2-6 0-15,0-4 0 0,0-8 0 16,0-5 0-16,1-7-849 16,-3-4-1932-16</inkml:trace>
  <inkml:trace contextRef="#ctx0" brushRef="#br0" timeOffset="12926.68">26945 5834 4081 0,'0'0'561'0,"52"-32"471"16,-26 19-384-16,-11 2-235 0,-5 5 195 16,-4 4-204-16,-6 0-152 15,0 2-59-15,-6 2-193 0,-10 10 0 16,-17 11 0-16,-11 7 0 0,-3 3 0 16,-1 2 0-16,11-6 0 0,4-1 0 15,6-2 0-15,8-6 0 16,9-4 0-16,8-4 0 0,8-5 0 15,13-4 0-15,10-4 0 0,10-8 0 16,11-7 0-16,8-4 0 0,1-3 0 16,-1 1 0-16,-6 1 0 15,-9 5 0-15,-14 4 0 0,-10 6 0 16,-11 3 0-16,-6 3 0 0,-4 0 0 16,-6 5 0-16,-9 6 0 0,-14 9 0 15,-8 3 0-15,-2 4 0 0,4-4 0 16,8-3 0-16,4-1 0 0,6-4 0 15,9-2 0-15,4-1 0 0,4-4 0 16,2-3 0-16,0 1 0 16,4-4 0-16,4 0 0 0,7-2 0 15,7-3 0-15,5-5 0 0,2-5 0 16,2 0 0-16,0 2 0 0,0 0 0 16,-4 4 0-16,-6 1 0 15,-7 3 0-15,-8 2 0 0,-4 1 0 16,-2 0 0-16,0 2 0 0,-8 4 0 15,-6 6 0-15,-11 4 0 0,-6 3 0 16,-2 1 0-16,2 0 0 16,2-3 0-16,2 1 0 0,4-3 0 15,7-2 0-15,5-3 0 0,9-4 0 16,2-1 0-16,4-4 0 0,13-1-381 16,2 0-715-16,7-11-649 0</inkml:trace>
  <inkml:trace contextRef="#ctx0" brushRef="#br0" timeOffset="14235.25">27021 6395 2541 0,'0'0'2133'0,"0"0"-597"0,0 0-859 0,0 0-129 16,0 0-104-16,0 0-276 0,-33 41-23 16,23-13-145-16,2 6 0 15,4 3 0-15,-1 4 0 0,3 3 0 16,2 3 0-16,0 4 0 0,0 3 0 15,0-1 0-15,0-1 0 0,0-2 0 16,2-6 0-16,-2-4 0 0,0-6 0 16,0-5 0-16,3-7 0 15,-3-4 0-15,0-5 0 0,2-7 0 16,-2-3 0-16,0-3 0 0,0 0 0 16,0-9 0-16,-2-6-393 0,-5-8-443 15,3-3 279-15,-2 0 101 0,2 3-156 16,-2 5 144-16,2 5 32 0,-1 6 195 15,3 4 241-15,-2 3 60 0,0 0 125 16,-2 1-129-16,0 1 4 16,2 1 44-16,-1 0-56 0,1 1 24 15,0-2 120-15,4 2-28 0,-2 3 80 16,2 3 192-16,0 6-228 16,0 7 20-16,0 1 28 0,-2 1-216 15,0-1 69-15,0-1 143 0,0-3-168 16,0-1-16-16,0-7-4 0,2-4-60 15,0-4 48-15,0-4 196 0,0 0-48 16,0 0 20-16,0-11 125 0,-5-8-345 16,3-8 0-16,-2-8 0 15,2-5 0-15,2-3 0 0,0-2 0 16,8 1 0-16,9 4 0 0,0 7 0 16,3 7 0-16,-1 7 0 0,-1 7 0 15,1 6 0-15,0 6 0 0,-1 6 0 16,3 6 0-16,2 2 0 0,1 4 0 15,3-4 0-15,2-2-381 0,-6-5-1876 16,2-2-936-16</inkml:trace>
  <inkml:trace contextRef="#ctx0" brushRef="#br0" timeOffset="15452.68">26893 7191 4754 0,'0'0'960'0,"0"0"-71"16,0 0 83-16,-37-28-620 0,25 5-108 16,1-6-223-16,-1-4-21 0,-1 0 0 15,-1 1 0-15,0 3 0 0,-1 2 0 16,1 5 0-16,5 6 0 16,1 6 0-16,6 4 0 0,-2 4 0 15,2-2 0-15,0 3 0 0,2 1 0 16,0 1 0-16,0 11 0 0,4 7 0 15,6 7 0-15,3 4 0 0,5 0 0 16,-1 0 0-16,3 1 0 0,-1-1 0 16,0-1 0-16,1-3 0 15,-1-1 0-15,0-6 0 0,-1-2 0 16,1-4 0-16,-3-6 0 0,1-2 0 16,-5-4 0-16,-4-1 0 0,-1 0 0 15,-3-5 0-15,-4-3 0 0,0-4 0 16,0-5 0-16,0-1 0 0,2-5 0 15,4-4 0-15,6-4 0 0,5 0 0 16,2 1 0-16,1 3 0 16,-1 7 0-16,-5 3 0 0,-1 4 0 15,-7 6 0-15,0 2 0 0,-4 2 0 16,-2 2 0-16,2-1 0 16,-2 0 0-16,0 1 0 0,0 0 0 15,0-1 0-15,0 0 0 0,0 1 0 16,0 1 0-16,0 0 0 0,0 0 0 15,0 0 0-15,0 0 0 0,0 0 0 16,0 0 0-16,0 0 0 0,0 0 0 16,0 0 0-16,-4 0 0 15,-10-1 0-15,-13 0 0 0,-8-2 0 16,-11 1 0-16,-5-4 0 0,-1-1 0 16,2 0 0-16,9 0 0 0,12 3 0 15,14 3 0-15,9 1 0 0,6 0 0 16,0 0 0-16,15 2 0 0,14 0-205 15,-2-2-1476-15,8 0-1172 0</inkml:trace>
  <inkml:trace contextRef="#ctx0" brushRef="#br0" timeOffset="16071.57">27809 6431 5358 0,'0'0'656'0,"0"0"129"0,-33-6-293 16,8 21-208-16,-2 10-28 15,0 4-172-15,3 5 16 0,1 1 52 16,6-3-136-16,7 0-7 0,6-6-9 16,6-2 0-16,4-5 0 0,9-6 0 15,-1-5 0-15,5-5 0 0,3-5 0 16,3-5 0-16,4-7 0 0,0-4 0 15,-2-2 0-15,-2-2 0 0,-5 4 0 16,-5 5 0-16,-7 6 0 16,-4 5 0-16,0 2 0 0,-2 4 0 15,-2 3 0-15,3 6 0 0,-1 7 0 16,-2 5 0-16,4-2 0 16,0-1 0-16,6-4 0 0,5-4 0 15,1-1-313-15,5-4-763 0,-7-4 7 16,3-3-536-16</inkml:trace>
  <inkml:trace contextRef="#ctx0" brushRef="#br0" timeOffset="16306.35">28231 6439 6575 0,'0'0'1264'15,"0"0"-911"-15,0 0-353 0,-42-15 0 16,24 15 0-16,-5 8 0 0,2 4 0 15,1 5 0-15,1 0 0 0,5 5 0 16,-1 3 0-16,5 1 0 16,6 0 0-16,4 0 0 0,4-1 0 15,8-5 0-15,9-3 0 0,6-5 0 16,4-7 0-16,4-5 0 16,0-4 0-16,0-9-529 0,-8 1-972 15,-2-7-648-15</inkml:trace>
  <inkml:trace contextRef="#ctx0" brushRef="#br0" timeOffset="16525.12">28408 6378 6114 0,'0'0'913'0,"0"0"243"16,0 0-1147-16,0 0-9 0,-41 11 0 16,18 4 0-16,-1 4 0 0,1 3 0 15,2 1 0-15,3 2 0 0,5 2 0 16,5-1 0-16,8 1 0 0,6-4 0 15,9-1 0-15,9-3 0 0,5-3 0 16,6-3 0-16,1-5 0 16,1-3 0-16,-4-1 0 0,0-4 0 15,-2-1-1181-15,-12-3-892 0,-3-4-664 0</inkml:trace>
  <inkml:trace contextRef="#ctx0" brushRef="#br0" timeOffset="16832.96">28537 6641 6102 0,'0'0'1053'0,"0"0"-165"16,0 0-739-16,39-33-149 0,-16 8 0 15,-5-4 0-15,-3 0 0 0,-5-3 0 16,-2-2 0-16,-2-2 0 0,-1 4 0 15,-3 7 0-15,-2 8 0 0,0 10 0 16,0 5 0-16,-7 2 0 16,-3 9 0-16,-11 13 0 0,-1 8 0 15,-3 11 0-15,4 5 0 0,7 1 0 16,6 1 0-16,3-3 0 16,12-7 0-16,11-7 0 0,9-5 0 15,8-7 0-15,7-7 0 0,-1-9 0 16,0-4 0-16,-4-18-1133 0,-12 3-116 15,-2-7-568-15</inkml:trace>
  <inkml:trace contextRef="#ctx0" brushRef="#br0" timeOffset="16986.34">28919 6011 6502 0,'0'0'829'0,"-6"38"-105"0,-7-4-587 15,-1 6-137-15,-7 7 0 0,3 6 0 16,-3 3 0-16,2 0 0 0,9-2 0 15,8-4 0-15,4-3 0 0,10-6 0 16,3-1 0-16,1-5 0 16,1-9-365-16,-5-7-1464 0,3-7-924 0</inkml:trace>
  <inkml:trace contextRef="#ctx0" brushRef="#br0" timeOffset="17614.16">28907 6558 4602 0,'0'0'1412'16,"0"0"-311"-16,0 0-513 0,41 12-164 16,-16-11-359-16,4-1-65 15,2-7 0-15,0-4 0 0,2-4 0 16,-4-4 0-16,-7-2 0 0,-5 1 0 15,-7-1 0-15,-6 0 0 0,-4 2 0 16,-4 2 0-16,-6 2 0 0,-4 2 0 16,-3 4 0-16,-6 6 0 15,3 7 0-15,-3 10 0 0,-2 7 0 16,0 7 0-16,5 2 0 0,5 2 0 16,9 0 0-16,8-1 0 0,8-2 0 15,11-5 0-15,6-5 0 0,4-5 0 16,2-3 0-16,2-3 0 0,2-4 0 15,-4 0-73-15,-2-1-111 0,-6-1-396 16,-6 0 148-16,-9-2 76 16,-2 0 43-16,-6 0 265 0,-2 0 48 15,0 0 292-15,3-5 101 0,-3-3-29 16,0-9 368-16,0-4-527 16,2-5-205-16,2-5 0 0,0-1 0 15,8 0 0-15,3 6 0 0,3 1 0 16,-1 7 0-16,-3 7 0 0,-5 4 0 15,-1 5 0-15,-6 1 0 0,4 1-77 16,-4 4-819-16,2 0-1577 0,-2 7-1529 16</inkml:trace>
  <inkml:trace contextRef="#ctx0" brushRef="#br0" timeOffset="17876.4">29591 6474 4542 0,'0'0'1600'0,"0"0"-131"0,-19-38-888 0,5 29-581 0,-7 6 0 15,0 6 0-15,-1 10 0 0,-3 7 0 16,4 2 0-16,3 5 0 16,5 0 0-16,7 0 0 0,6-2 0 15,6-2 0-15,9-3 0 0,1-3 0 16,3-4 0-16,1-4 0 16,-1-4 0-16,0-5 0 0,-3-1 0 15,-5-4 0-15,-1-7 0 0,-2-5 0 16,-2-2 0-16,1-6 0 0,-1 3 0 15,-2-4 0-15,2 1 0 0,2 2 0 16,3 1-385-16,1 7-1236 16,-2 5 205-16,1 5 179 0</inkml:trace>
  <inkml:trace contextRef="#ctx0" brushRef="#br0" timeOffset="18263.29">29696 6540 4229 0,'0'0'741'0,"-27"49"335"16,15-23-399-16,2-5-269 0,1-2 60 15,5-4-316-15,4-4 28 0,2-4 81 16,7-3-261-16,7-4 0 16,5-7 0-16,8-6 0 0,-2-6 0 15,-1-2 0-15,-3-2 0 0,-4-2 0 16,-7 4 0-16,-4 3 0 0,-3 8 0 16,-3 6 0-16,-2 2 0 15,0 2 0-15,-4 0 0 0,-5 7 0 16,-3 6 0-16,-3 6 0 0,3 2 0 15,2-4 0-15,6-6 0 16,4-5 0-16,4-1 0 0,4 1 0 16,6-5 0-16,3-1 0 0,-1-1 0 15,1-10 0-15,-3-2 0 0,-1-1 0 16,-3 1 0-16,-4 2 0 0,1 4 0 16,-5 3 0-16,0 2 0 0,-2 2 0 15,0 0 0-15,0 11 0 0,0 8 0 16,0 6 0-16,0 1 0 0,2 0 0 15,0-7 0-15,4 0 0 0,0-5 0 16,5-2 0-16,1-6 0 16,0-4 0-16,3-2-69 0,-5-4-915 15,1-3-1898-15</inkml:trace>
  <inkml:trace contextRef="#ctx0" brushRef="#br0" timeOffset="18588.55">30035 6647 5794 0,'0'0'1629'0,"0"0"-1265"16,0 0-88-16,0 0-147 15,0 0-129-15,0 0 0 0,52 13 0 16,-27-13 0-16,2-7 0 0,-3-3 0 16,-3 1 0-16,0-4 0 0,-9 2 0 15,-1-3 0-15,-5 0 0 0,-2-4 0 16,-4-4 0-16,0-1 0 0,0-2 0 15,-2 6 0-15,-2 5 0 0,2 9 0 16,-5 5 0-16,-3 16 0 16,-7 10 0-16,-1 11 0 0,1 6 0 15,3 0 0-15,8-3 0 0,4-2 0 16,8-6 0-16,10-4 0 16,11-8 0-16,8-6 0 0,7-8-89 15,3-6 41-15,3-10 28 0,-7-7-304 16,-4-3-404-16,-14 3-1117 0,-4-3-532 0</inkml:trace>
  <inkml:trace contextRef="#ctx0" brushRef="#br0" timeOffset="18798.05">30538 6126 5814 0,'0'0'773'0,"0"0"-41"0,0 0 141 16,0 0-873-16,0 0 0 0,0 0 0 15,-7 38 0-15,-1-6 0 0,0 8 0 16,4 7 0-16,2 5 0 16,2 5 0-16,4 3 0 0,0 0 0 15,-2-7 0-15,-2-3 0 0,0-6 0 16,-6-6 0-16,-5-5 0 16,-1-2 0-16,-5-6 0 0,-3-4 0 15,-3-7-285-15,4-4-2576 0,5-10-769 0</inkml:trace>
  <inkml:trace contextRef="#ctx0" brushRef="#br0" timeOffset="18962.89">30372 6572 6927 0,'0'0'984'15,"44"-22"-703"-15,-11 12-281 0,-4 6 0 16,0 2 0-16,-3-1 0 0,-3 0 0 16,-4 1 0-16,-3-1 0 0,-1 1 0 15,-5 1 0-15,-2 0 0 0,-1 1 0 16,-5 1-893-16,-2 1-268 0,0 8-1852 0</inkml:trace>
  <inkml:trace contextRef="#ctx0" brushRef="#br0" timeOffset="19286.86">30649 6686 4398 0,'0'0'1108'16,"0"0"317"-16,44-12-621 16,-30-1-436-16,1-1-279 0,-3-6-89 15,-6-6 0-15,0-4 0 0,-6 0 0 16,0 6 0-16,-2 7 0 0,-4 9 0 15,-4 7 0-15,-3 3 0 0,-5 11 0 16,-1 7 0-16,1 8 0 0,3 2 0 16,7 4 0-16,2 0-93 15,6-3-347-15,2-2 80 0,8-4 208 16,2-1 136-16,5-7 16 0,-1-1 20 16,3-4-16-16,-4-5 48 0,-3-2 84 15,-6-3-68-15,0-2 64 0,-4 0 176 16,3-2-64-16,-1-2-147 0,2-1-97 15,2-4 0-15,2-5 0 0,5-4 0 16,-1-1 0-16,5-2 0 16,-2-1 0-16,1 1 0 0,1 2 0 15,1 3 0-15,-1 0 0 0,2 3 0 16,-1-1-385-16,-3 3-968 16,-1-1-900-16</inkml:trace>
  <inkml:trace contextRef="#ctx0" brushRef="#br0" timeOffset="24453.12">30866 5874 1348 0,'0'0'2273'0,"0"0"-1545"16,0 0 585-16,0 0-477 0,0 0-267 15,0 0 279-15,15-33-571 16,-13 31-277-16,-2 1 0 0,2 1 0 15,-2 3 0-15,2 8 0 0,-2 9 0 16,0 11 0-16,0 5 0 16,-2 2 0-16,0-2 0 0,-2 0 0 15,2-4 0-15,0-5 0 0,-1-3 0 16,3-3 0-16,0-4 0 0,0-6 0 16,0-2 0-16,0-5 0 0,0-2 0 15,3-1-149-15,1-1-795 0,0 0-1585 16,4-9-1901-16</inkml:trace>
  <inkml:trace contextRef="#ctx0" brushRef="#br0" timeOffset="24732.93">30839 6179 5466 0,'0'0'1245'16,"0"0"-389"-16,0 0-231 16,0 0-625-16,0 0 0 0,38 10 0 15,-5-8 0-15,6-2 0 0,4 0 0 16,1 0 0-16,-1-1 0 0,-2 1 0 16,1 2 0-16,-5 2 0 0,-2 2 0 15,-2 1 0-15,-6 2 0 0,-2 0 0 16,-2-1 0-16,-5 1 0 0,-1-3 0 15,-7-2-797-15,-2-2-736 0,-1-2-4229 16</inkml:trace>
  <inkml:trace contextRef="#ctx0" brushRef="#br0" timeOffset="25032.79">31400 5832 6306 0,'0'0'909'0,"-13"42"-177"0,9-12-487 16,-2 0-245-16,2 0 0 0,-3 0 0 16,5-1 0-16,0-5 0 15,2-1 0-15,0-4 0 0,4-1 0 16,-1 0 0-16,1-1 0 0,-4-3 0 16,0-4-1810-16,0-2-399 0</inkml:trace>
  <inkml:trace contextRef="#ctx0" brushRef="#br0" timeOffset="25679.01">31007 5898 3745 0,'0'0'921'0,"39"-22"31"0,-20 12-180 16,-7 4 49-16,-4 3-549 0,-4 2-124 15,-1 1 80-15,-1 0-136 16,-2 1-16-16,0 6 89 0,-2 6-165 15,-9 8 0-15,-1 3 0 0,-5 3 0 16,3-2 0-16,-1-4 0 16,7-1 0-16,2-3 0 0,2-4 0 15,4-5 0-15,4-4 0 0,10-4 0 16,7-2 0-16,8-9 0 0,4-7 0 16,0-3 0-16,0-3 0 0,0 0 0 15,-2 1 0-15,-4 2 0 0,-10 6 0 16,-3 6 0-16,-10 4 0 0,0 2 0 15,-4 3 0-15,0 0 0 0,-2 9 0 16,-8 6 0-16,-4 5 0 0,-3 3 0 16,-2-1 0-16,1-1 0 15,1-2 0-15,3-1 0 0,3-5 0 16,5-4 0-16,4-4 0 0,2-3 0 16,2 1 0-16,11 0 0 15,7-3 0-15,5-3 0 0,4-3 0 16,-4 1 0-16,-7 2 0 0,-1 2 0 15,-7 1 0-15,-1 2 0 0,-5 5 0 16,0 5 0-16,-4 4 0 16,0 3 0-16,0-2 0 0,-6-2 0 15,2-2 0-15,-3-2 0 0,3-2 0 16,0-4 0-16,2-2 0 0,2-3 0 16,0 0 0-16,0-7-1698 0</inkml:trace>
  <inkml:trace contextRef="#ctx0" brushRef="#br0" timeOffset="43983.11">20066 5749 4253 0,'0'0'1289'0,"0"0"-537"15,0 0 281-15,0 0-437 16,0 0-327-16,0 0-269 0,24-48 0 15,-1 19 0-15,6-7 0 0,4 2 0 16,11-8 0-16,5 0 0 0,7-2 0 16,4-5 0-16,0 3 0 0,4 0 0 15,2 2 0-15,2 7 0 0,0 3 0 16,1 3 0-16,-5 3 0 16,-6 4 0-16,-3-1 0 0,-7 5 0 15,-9-2 0-15,-8 6 0 0,-6-1 0 16,-8 0 0-16,-5 3 0 0,-4 1 0 15,-6 0 0-15,-2 4-533 0,-2-1-1968 0</inkml:trace>
  <inkml:trace contextRef="#ctx0" brushRef="#br0" timeOffset="49207.8">21062 3435 1956 0,'0'0'4214'0,"0"0"-3465"16,0 0-113-16,0 0 1 0,0 0-637 15,0 0 0-15,0 0 0 0,-4 70 0 16,14-23 0-16,0 8 0 0,-3 0 0 16,1 2 0-16,-6 0 0 15,-2-5 0-15,-2-3 0 0,-6-9-217 16,-3-7-547-16,3-9-1 0,0-10-983 15,8-6 359-15,0-8-804 0</inkml:trace>
  <inkml:trace contextRef="#ctx0" brushRef="#br0" timeOffset="49490.97">21078 3398 6134 0,'0'0'364'15,"0"0"725"-15,0 0-557 0,0 0-459 16,0 0-73-16,0 0 0 0,44-32 0 15,-23 31 0-15,7 1 0 0,1 5 0 16,7 5 0-16,-3 7 0 16,6 5 0-16,-6 4 0 0,-6 5 0 15,0 4 0-15,-17 4 0 0,-2 3 0 16,-8 3 0-16,-10 3 0 0,-7-2 0 16,-5 0 0-16,-5 1 0 15,-4-1 0-15,-6-1 0 0,-1-4 0 16,5-5 0-16,4-10 0 0,9-9 0 15,5-8 0-15,5-9 0 0,2-9-349 16,8-9-723-16,-4 1-89 0,4-4-1616 0</inkml:trace>
  <inkml:trace contextRef="#ctx0" brushRef="#br0" timeOffset="49925.89">21531 3745 3509 0,'0'0'2833'0,"0"0"-2200"16,0 0-313-16,0 0 16 0,-47 39-288 15,34-9 44-15,1 3 72 0,6-4-120 16,6-2 16-16,4-6-28 16,6-3-28-16,2-8-4 0,7-4 12 15,0-5 8-15,3-4-20 0,1-7 44 16,-4-4-20-16,-1-2-16 0,-3-1 1 15,-3 3-9-15,-4 0 0 0,-1 6-29 16,-5 2-67-16,-2 3 96 0,2 3-12 16,0 0-52-16,-2 3 16 0,6 6 36 15,-2 10-48-15,0 4 60 0,-2 4-4 16,-2 1-4-16,0 1 8 16,0 2 0-16,-6 4 12 0,2 2-12 15,-8 0 32-15,-9 1-28 0,0-3 36 16,-6-2 48-16,1-3-44 0,-3-5 36 15,0-7-47-15,0-6-33 16,2-8 0-16,0-6 0 0,8-9 0 16,1-8 0-16,7-8 0 0,9-10-277 15,2-5-19-15,11-3-248 0,7 1 116 16,11 5 7-16,11 1-651 16,-11 11-329-16,-1 1-2352 0</inkml:trace>
  <inkml:trace contextRef="#ctx0" brushRef="#br0" timeOffset="50219.21">21767 3793 6971 0,'0'0'908'0,"0"0"-668"15,-11 55-167-15,5-25-73 0,2-2 0 16,4-4 0-16,0-2 0 16,0-3 0-16,0-5 0 0,4-5 0 15,-2-4 0-15,0-4 0 0,0-1 0 16,3-4 0-16,3-11 0 0,2-14 0 15,3-7 0-15,-1-5 0 16,7 5 0-16,-5 6 0 0,1 9 0 16,-5 7 0-16,-4 7 0 0,-2 5 0 15,2 2 0-15,1 5 0 0,3 9 0 16,4 9 0-16,-3 4 0 0,3 3 0 16,-3-2 0-16,-3-3 0 15,-2-3 0-15,2-1 0 0,1-3 0 16,-1-4 0-16,0-3 0 0,-2-4 0 15,0-1-1029-15,1-6-584 0</inkml:trace>
  <inkml:trace contextRef="#ctx0" brushRef="#br0" timeOffset="50942.62">22153 3816 6659 0,'0'0'912'0,"0"-40"-556"15,-2 24-91-15,-2 6-265 0,0 4 0 16,-4 1 0-16,-3 5 0 0,-3 5 0 15,-7 8 0-15,3 6 0 16,1 5 0-16,3 3 0 0,3-1 0 16,3-1 0-16,6-3 0 0,2-4 0 15,6-4 0-15,9-4 0 0,1-3 0 16,3-7 0-16,-1 0 0 16,1-7 0-16,2-6 0 0,-5-2 0 15,-3-1 0-15,3-4 0 0,-3 2 0 16,-5 2 0-16,0 3 0 0,-4 6 0 15,-2 3 0-15,-2 4 0 0,0 1 0 16,4 6 0-16,-2 6 0 0,5 5 0 16,-3 1 0-16,2 1 0 0,-2-5 0 15,4-1 0-15,-6-4 0 0,7-3 0 16,-5-2-385-16,-2-2-179 16,2 0-329-16,-2-3 433 0,2 0 156 15,0-3-192-15,3-7-72 0,3-4-121 16,0-2 373-16,1 4 316 0,-5 3 160 15,-2 5 428-15,0 2-39 16,-2-1 143-16,0 3 377 0,-2 0-649 16,2 5-104-16,-2 3 140 0,2 3-296 15,0 0-24-15,-2-3-7 0,3-1-129 16,-3-2 0-16,2 0 0 0,-2-1 0 16,0-1 0-16,4-2 0 15,-2-1 0-15,2-4 0 0,2-6 0 16,4-6 0-16,-1-2 0 0,-1-3 0 15,2 2 0-15,-3 3 0 0,1 0 0 16,-4 4 0-16,0 4 0 0,-2 4 0 16,-2 3 0-16,4 1 0 0,0 0 0 15,-2 4 0-15,5 4 0 0,-1 4 0 16,2 2 0-16,-2-2 0 16,-2-4 0-16,1-5 0 0,-3 0 0 15,2-2 0-15,2-1 0 0,0 0 0 16,-2-6 0-16,5-4 0 0,-3-2 0 15,0-1 0-15,-4 5 0 16,0 1 0-16,0 5 0 0,-2-1 0 16,0 2 0-16,0 0 0 0,0 1 0 15,2 4 0-15,2 6 0 0,3 9 0 16,-1 4 0-16,-4 2 0 0,4-1 0 16,-4-2 0-16,-2-3 0 15,0-1 0-15,-2-4 0 0,0-4 0 16,2-3-601-16,-4-3-728 0,4-4-2837 0</inkml:trace>
  <inkml:trace contextRef="#ctx0" brushRef="#br0" timeOffset="51118.46">22676 3846 7831 0,'0'0'361'0,"0"0"-361"0,0 0 0 15,0 0 0-15,0 34 0 0,0-15 0 16,0 2 0-16,4-4 0 0,3-2 0 15,3-4 0-15,-4-2 0 16,0-3-573-16,-1-4-2388 0</inkml:trace>
  <inkml:trace contextRef="#ctx0" brushRef="#br0" timeOffset="51239.96">22933 3532 6715 0,'0'0'984'15,"0"0"-976"-15,0 0-8 0,0 0-652 16,0 0-441-16,0 0-331 0</inkml:trace>
  <inkml:trace contextRef="#ctx0" brushRef="#br0" timeOffset="51470.55">22997 3777 7283 0,'0'0'636'15,"-48"30"-363"-15,21-8-273 0,5 2 0 16,3 1 0-16,9 0 0 16,8-3 0-16,4 1 0 0,12-3 0 15,9 1 0-15,6-3 0 0,6-2 0 16,6 1 0-16,11 0 0 0,12 6 0 15,8-1 0-15,1-3 0 0,-5-9-397 16,-25-7-1400-16,-1-8-2016 0</inkml:trace>
  <inkml:trace contextRef="#ctx0" brushRef="#br0" timeOffset="52207.65">23884 3557 3401 0,'6'-33'344'0,"2"-3"833"0,-6-3-417 0,-2 7-224 0,-10 3 209 16,-7 3-329-16,-6 3-144 0,-6 5 52 16,-2 4-200-16,0 3-31 15,-2 8-93-15,2 2 0 0,5 1 0 16,1 8 0-16,4 6 0 0,2 3 0 15,3 5 0-15,4 4 0 0,3 6 0 16,7 5 0-16,4 3 0 16,9 4 0-16,5 5 0 0,5 0 0 15,2 1 0-15,1-2 0 0,-1-3 0 16,2-5 0-16,-7-3 0 16,1-4 0-16,-2-5 0 0,-5-3-149 15,-4-5-279-15,-2-5-152 0,-6-5-745 16,0-3 317-16,-2-4 63 0,-8 1-1412 0</inkml:trace>
  <inkml:trace contextRef="#ctx0" brushRef="#br0" timeOffset="52375.92">23580 3835 4666 0,'0'0'464'0,"35"11"300"15,-12-8 709-15,8-2-949 0,0-1-223 16,2 0-301-16,-2-2 0 0,4-2 0 15,-2 0 0-15,2-1-65 16,-2 1-483-16,0 1-1073 0,-8 2-192 16,-4 1-135-16</inkml:trace>
  <inkml:trace contextRef="#ctx0" brushRef="#br0" timeOffset="52640.6">24034 3840 3121 0,'0'0'1777'0,"0"0"-1097"0,-49-13 52 15,30 15-455-15,1 8-81 0,3 4 292 16,1 5-304-16,1 4-44 0,7 3 116 16,6 1-228-16,2-1-8 0,13-2 8 15,5-3-16-15,5-2-12 0,4-7 24 16,4-4-12-16,-2-4-12 16,-6-5 12-16,-2-8 0 0,-9-5-12 15,-6-6 28-15,-1-3-12 0,-7-2-12 16,0-3 24-16,-9-2-8 0,1-2-12 15,-4 4-8-15,1 3-32 16,3 7-132-16,4 9-356 0,2 5-100 16,2 3-13-16,0 1-1212 0,4 4-444 0</inkml:trace>
  <inkml:trace contextRef="#ctx0" brushRef="#br0" timeOffset="52810.76">24167 4089 4570 0,'0'0'1772'16,"0"0"-1295"-16,-4-58 91 0,8 31-188 16,6 1-272-16,2 0 20 0,-1 4-32 15,7 4-88-15,1 6-8 0,2 3 0 16,6 3-108-16,-3 3-272 16,5-1-1005-16,-6 3-455 0,-2-2-974 0</inkml:trace>
  <inkml:trace contextRef="#ctx0" brushRef="#br0" timeOffset="52996.87">24440 3846 5774 0,'0'0'913'0,"-36"14"-541"16,16 1-28-16,7 2-120 16,3 3-84-16,2 3 0 0,4-2 32 15,4 1-148-15,8-2 12 0,8-2 17 16,5-2-53-16,4-4 0 0,2-5 0 15,2-2 0-15,-2-4 0 0,2-1 0 16,-7 0 0-16,-1-2-269 0,-7-1-779 16,-3 1-93-16,-5 0-448 0</inkml:trace>
  <inkml:trace contextRef="#ctx0" brushRef="#br0" timeOffset="53229.72">24599 4063 4898 0,'0'0'1056'15,"0"0"61"-15,0 0-445 16,0 0-223-16,41-25-449 0,-24 9 0 16,-3-1 0-16,-4-3 0 0,1-2 0 15,-5 1 0-15,-2 2 0 0,-2 3 0 16,-2 7 0-16,0 4 0 0,0 4 0 16,0 2 0-16,-2 10 0 15,0 9 0-15,2 5 0 0,4 4 0 16,9-3 0-16,3-5 0 0,7-1 0 15,10-1-61-15,8-1-379 0,5-1-428 16,-13-7-61-16,-2-1-411 0</inkml:trace>
  <inkml:trace contextRef="#ctx0" brushRef="#br0" timeOffset="54081.1">22195 4524 6018 0,'0'0'376'0,"-33"-39"21"0,10 20 247 16,-4 3-504-16,-2 4-84 0,0 8 80 15,0 4-76-15,2 4 16 16,5 11-36-16,1 5-20 0,2 6-16 16,7 6 52-16,4 3-52 0,6-2 4 15,6-3-4-15,8-6-4 0,9-6 0 16,10-7 20-16,4-9-12 0,2-2-8 15,-2-7 0-15,-4-4-12 16,-6-2-36-16,-8-2 36 0,-7-2-4 16,-4 5 16-16,-4 2 48 0,0 2-44 15,-2 5 4-15,0 3 60 0,0 0-68 16,0 1-16-16,6 13-28 16,5 9 8-16,-1 7 36 0,0 6 36 15,1 0-12-15,-5 3-24 0,-2 0 12 16,-4 1-4-16,0 2-8 0,-10-3 4 15,-3-1 16-15,-7 0-20 0,-7-6 36 16,-4-3-36-16,0-7 24 0,0-5-7 16,-4-9-17-16,4-7 0 0,4-6 0 15,2-9 0-15,6-11 0 16,9-9 0-16,10-10 0 0,0-6 0 16,6-1 0-16,7 5 0 0,3 6 0 15,7 7 0-15,10 9 0 0,-2 5 0 16,4 5-409-16,-4 2-271 15,-2 1-37-15,-6 5-1171 0,-5-3-1026 0</inkml:trace>
  <inkml:trace contextRef="#ctx0" brushRef="#br0" timeOffset="54423.12">22414 4529 5822 0,'0'0'989'0,"-15"-37"-289"0,3 18-132 0,0 5-455 15,-3 1-113-15,1 7 0 0,-3 6 0 16,-4 5 0-16,7 10 0 0,-3 4 0 16,5 5 0-16,4 1 0 0,1 0 0 15,5-1 0-15,2-1 0 16,2-3 0-16,11-2 0 0,1-5 0 16,1-5 0-16,1-3 0 0,5-5 0 15,0-1 0-15,-5-6 0 0,-5-3 0 16,3 0 0-16,-4 1 0 0,-5 2 0 15,-1 3 0-15,-2 1 0 16,-2 1 0-16,2 1 0 0,-2 1 0 16,0 0 0-16,0 7 0 0,0 3 0 15,10 5 0-15,0 0 0 16,3-2-169-16,3-6-483 0,-1-1-1057 16,-5-4-68-16,1 1-656 0</inkml:trace>
  <inkml:trace contextRef="#ctx0" brushRef="#br0" timeOffset="54689.24">22550 4538 4858 0,'0'0'1576'16,"0"0"-823"-16,0 0-205 0,0 0-112 15,0 0-415-15,0 0-21 0,-10 37 0 16,6-12 0-16,2 1 0 16,4-3 0-16,8-2 0 0,5-3 0 15,7-3 0-15,3-3 0 0,2-4 0 16,0-3 0-16,-2-2 0 0,-1-3 0 15,-3-4 0-15,-2-6 0 16,-7-3 0-16,-2-2 0 0,-3-4 0 16,-3-2 0-16,-2-3 0 0,-2-1 0 15,-2 0 0-15,-6 0 0 0,-1 4 0 16,-3 2 0-16,2 6-729 0,-1 4-11 16,3 6-101-16,6 3-1080 15,0 0 545-15,10 3-157 0</inkml:trace>
  <inkml:trace contextRef="#ctx0" brushRef="#br0" timeOffset="55344.28">23007 4589 4990 0,'0'0'516'15,"-23"-33"308"-15,11 17-423 0,0 6-201 16,1 5 28-16,1 4-96 15,4 2-72-15,-9 9-56 0,5 1 0 16,-5 5-4-16,3 2 0 0,8-1-12 16,-2-1 12-16,6 1 0 0,8-3-40 15,2-3 40-15,3-3-8 16,-1-3 12-16,3-3-4 0,1-2 8 16,-1-4 0-16,1-3-8 0,1-2 12 15,-5-2-8-15,-2 0-4 0,-1 3 8 16,-5 3-4-16,0 3-4 0,-2 2 0 15,2 2-32-15,0 11 4 0,4 12 24 16,1 8-8-16,-3 8 12 0,4 3 36 16,-6-2-28-16,1 2 24 0,-5 0 128 15,-3 0-100-15,-5-4-4 16,-4-1-16-16,-5-2-36 0,3-5 0 16,-5-2 24-16,-6-9-12 0,3-4-16 15,-3-9 40-15,-2-7-36 16,4-6 4-16,3-9 16 0,3-6-12 15,5-11-12-15,1-5 0 0,5-7-76 16,4-3-28-16,2 3 36 0,4 7 20 16,9 10 48-16,5 11 0 0,7 3-12 15,6 5 12-15,2 1 100 0,-2 2-92 16,0 2 8-16,6-1 0 16,5-1 4-16,1-3-20 0,2-4 196 15,-1-1-44-15,-5-2 28 0,-10-4-171 16,-8-1-9-16,-1 0 0 0,-9-2 0 15,-7-4 0-15,-4-1 0 0,-10-1 0 16,-5-3 0-16,-3 5 0 0,-1 5 0 16,-2 8 0-16,1 11 0 0,1 6 0 15,-2 9 0-15,3 7 0 0,5 6 0 16,5 2 0-16,6 5 0 16,6 4 0-16,8 0 0 0,5 1 0 15,8-2 0-15,4-3 0 0,4-5 0 16,2-5 0-16,6-5 0 15,-10-9-1285-15,4 1-5514 0</inkml:trace>
  <inkml:trace contextRef="#ctx0" brushRef="#br0" timeOffset="83848.71">22833 2477 4474 0,'0'0'532'16,"0"0"-32"-16,0 0 320 15,0 0-263-15,0 0-93 0,0 0 36 16,0 0-260-16,33-7-135 0,-30 16-105 15,-3 9 0-15,0 7 0 0,-9 7 0 16,-5 5 0-16,-1 3 0 0,-7 7 0 16,-5 8 0-16,-4 8 0 0,-6 5 0 15,-3 4 0-15,-1-1 0 0,2 0 0 16,-5-1 0-16,7-2 0 0,2-5 0 16,4-3 0-16,6-7 0 15,2-7 0-15,5-8 0 0,3-8 0 16,5-11 0-16,4-7 0 0,2-8 0 15,-1-6 0-15,1-13 0 0,4-20 0 16,2 3-1257-16,5-15-1441 0</inkml:trace>
  <inkml:trace contextRef="#ctx0" brushRef="#br0" timeOffset="84161.4">22856 2451 5898 0,'0'0'484'0,"0"0"113"0,0 0-21 0,0 0-184 15,37 52-147-15,-18-18-245 0,-7 3 0 16,-1 1 0-16,-3-1 0 16,0-2 0-16,1 1 0 0,-1-4 0 15,0-6 0-15,-4-2 0 0,2-7 0 16,1-3 0-16,-5-4 0 0,-2-4-737 16,0-2-456-16,-4-4-1856 0</inkml:trace>
  <inkml:trace contextRef="#ctx0" brushRef="#br0" timeOffset="84343.89">22844 2464 6266 0,'-56'24'877'0,"-8"0"-349"0,-17 6-7 16,-1 0-521-16,7-3 0 0,9-3 0 15,12-8 0-15,25-5 0 16,15-9 0-16,12-2-733 0,25-17-1936 0</inkml:trace>
  <inkml:trace contextRef="#ctx0" brushRef="#br0" timeOffset="85755.59">24824 2810 3761 0,'0'0'576'0,"0"0"217"16,0 0-353-16,0 0-24 0,0 0 205 15,0 0-349-15,0 0-52 0,0 0 88 16,0 0-152-16,-23 4 0 0,32 11 112 16,5 12-63-16,7 9-205 0,8 8 0 15,6 2 0-15,0 3 0 0,4 3 0 16,-2 2 0-16,1 5 0 0,-3 3 0 16,2 5 0-16,-2 3 0 15,2 5 0-15,-2 1 0 0,5 1 0 16,-1-2 0-16,2-5 0 0,3-1 0 15,-1-4 0-15,3-1 0 16,1-2 0-16,-3 0 0 0,1 0 0 16,1-1 0-16,-3 0 0 0,0-2 0 15,1 3 0-15,-1 1 0 0,3 3 0 16,-1 1 0-16,1 5 0 16,-3 0 0-16,0 2 0 0,-3-1 0 15,-1-2 0-15,-2-1 0 0,-4-1 0 16,-4-3 0-16,0-2 0 0,0-8 0 15,-4-7 0-15,-2-9 0 0,-7-14 0 16,-3-8 0-16,-7-9 0 0,-6-9 0 16,-4-3 0-16,-17-18 0 0,-18-22 0 15,2 1-1457-15,-7-12-1041 0</inkml:trace>
  <inkml:trace contextRef="#ctx0" brushRef="#br0" timeOffset="86392.02">24733 2669 5150 0,'0'0'1312'0,"0"0"-675"0,0 0-85 0,0 0-11 16,0 0-541-16,0 0 0 0,0 0 0 16,-10 54 0-16,1-14 0 0,-1 7 0 15,6 3 0-15,-4-3 0 16,2 2 0-16,-1-3 0 0,3-3 0 15,2-7 0-15,2-8 0 0,0-7 0 16,0-7 0-16,2-6 0 16,2-5-57-16,3-3-1684 0,-3-3-155 15,2-13-1498-15</inkml:trace>
  <inkml:trace contextRef="#ctx0" brushRef="#br0" timeOffset="86535.57">24621 2626 7339 0,'0'0'853'16,"0"0"-853"-16,54-34 0 0,-10 18 0 16,5 0 0-16,1-1 0 0,4 1 0 15,1-2 0-15,1 0 0 0,-2 0 0 16,-4 3 0-16,-11 2 0 0,-14 5 0 16,-7 3-209-16,-14 1-2628 0</inkml:trace>
  <inkml:trace contextRef="#ctx0" brushRef="#br0" timeOffset="104771.54">7231 14721 2633 0,'0'0'1893'0,"0"0"-909"0,0 0 457 15,0 0-713-15,0 0-215 0,0 0-513 16,0 0 0-16,0 0 0 16,-4 1 0-16,8 13 0 0,0 12 0 15,-2 12 0-15,2 6 0 0,-4 7 0 16,-4 4 0-16,2-2 0 0,-2 0 0 15,-2-4 0-15,6-9 0 16,0-4 0-16,0-14 0 0,6-5 0 16,-2-10 0-16,2-5-1005 0,-6-2-476 15,4-13-1028-15</inkml:trace>
  <inkml:trace contextRef="#ctx0" brushRef="#br0" timeOffset="105113.34">7194 14748 3409 0,'0'0'2525'0,"0"0"-1704"16,0 0-125-16,0 0 45 16,0 0-741-16,47-14 0 0,-16 12 0 15,2 0 0-15,9 1 0 0,-5-1 0 16,8-1 0-16,-1 1 0 0,-3 0 0 15,-4 0 0-15,-6 1 0 0,-10 0 0 16,-5 1 0-16,-5 0 0 0,-7 1-541 16,-4 0-628-16,0 1-479 0</inkml:trace>
  <inkml:trace contextRef="#ctx0" brushRef="#br0" timeOffset="105405.36">7588 14722 4622 0,'0'0'1272'15,"0"38"-555"-15,0-14-29 0,0 3-16 16,0 3-484-16,0 0-155 0,0 6-33 15,5-2 0-15,-3 2 0 0,6-2 0 16,2 0 0-16,1-4 0 0,-1-2 0 16,-2-5 0-16,0-5 0 0,-1-5-461 15,-7-5-383-15,4-3-85 0,-4-5-1696 0</inkml:trace>
  <inkml:trace contextRef="#ctx0" brushRef="#br0" timeOffset="105755.64">7657 15143 2409 0,'0'0'2777'0,"0"0"-2005"0,0 0-55 16,0 0-349-16,0 0-180 16,0 0 196-16,-38-14-212 0,18 14 4 15,-7 0 53-15,0 2-229 0,-4-1 0 16,-6 3 0-16,-9 0 0 0,3 1 0 15,2 2 0-15,3 2 0 16,11-2 0-16,7-1 0 0,9-4 0 16,5-1 0-16,6-1 0 0,6 0-1013 15,5-2-504-15,5-10-3825 0</inkml:trace>
  <inkml:trace contextRef="#ctx0" brushRef="#br0" timeOffset="106604.49">7411 15190 5438 0,'0'0'740'0,"0"0"73"0,0 0-153 0,0 0-176 16,0 0-427-16,0 0-57 0,0 0 0 15,0 0 0-15,-23 47 0 16,23-18 0-16,0 4 0 0,6 4 0 16,4 5 0-16,1 5 0 0,-5 4 0 15,-2 3 0-15,-4 6 0 16,0 3 0-16,-6 0 0 0,2-2 0 16,-2-3 0-16,1-3 0 0,5-8 0 15,0-7 0-15,0-4 0 0,5-7 0 16,1-7 0-16,-6-7 0 0,0-6 0 15,0-5 0-15,-4-4 0 0,-3-4-457 16,-7-11-331-16,-3-5 143 0,1-8-679 16,-1-2 343-16,-1 0 213 15,5 3-168-15,3 4 819 0,4 5 117 16,-5 4 1017-16,7 4-65 0,-2 5-95 16,6 2 335-16,-4 0-655 0,4 2-109 15,-4 0 148-15,2 1-476 16,-2 2-24-16,-3 9 28 0,3 6-88 15,2 2 72-15,2 5-15 0,6 1-73 16,5 1 0-16,-1 1 0 0,7 3 0 16,-3 0 0-16,3 0 0 0,3-1 0 15,-3-6 0-15,4-6 0 0,-7-3 0 16,-2-7 0-16,-1-5 0 0,-1-7 0 16,-4-10 0-16,3-12 0 15,-3-8 0-15,-2-6 0 0,2-4 0 16,0-1 0-16,5-2 0 0,3 3 0 15,3 0 0-15,5-1 0 0,7 2 0 16,9-1 0-16,-12 10-397 0,5 1-3357 0</inkml:trace>
  <inkml:trace contextRef="#ctx0" brushRef="#br0" timeOffset="107175.71">8186 15372 2277 0,'0'0'1792'0,"-15"-34"-1139"0,9 19 383 0,2 3-492 0,-2 5-199 16,0 1 251-16,-3 6-184 0,-1 0-88 15,-2 13-111-15,-3 10-213 16,3 7 0-16,-3 6 0 0,5 2 0 16,-5 1 0-16,9 1 0 0,0-3 0 15,2-2 0-15,4-7 0 0,6-8 0 16,4-7 0-16,5-9 0 0,6-6 0 16,-1-13 0-16,7-9 0 15,0-6 0-15,0-5 0 0,0 2 0 16,-2 1 0-16,-9 7 0 0,-1 10 0 15,-9 5 0-15,-2 9 0 0,2 1 0 16,-2 10 0-16,2 9 0 0,1 5 0 16,-3 4 0-16,0-3 0 0,2-5 0 15,4-3 0-15,1-4 0 16,-1-3-665-16,7-3-103 0,-7-3-157 16,0-4-1936-16</inkml:trace>
  <inkml:trace contextRef="#ctx0" brushRef="#br0" timeOffset="107412.25">8570 15304 6931 0,'0'0'736'0,"0"0"-211"0,0 0-525 0,-47-22 0 16,32 25 0-16,3 10 0 15,-3 5 0-15,5 3 0 0,-2 5 0 16,1 4 0-16,7 2 0 0,4 2 0 15,0 2 0-15,0-1 0 0,4-3 0 16,7-2 0-16,5-4 0 0,1-7 0 16,3-3 0-16,7-7 0 0,-2-7 0 15,4-4 0-15,0-7 0 16,-8-2-1774-16,-5-5-1111 0</inkml:trace>
  <inkml:trace contextRef="#ctx0" brushRef="#br0" timeOffset="107708.74">8818 15295 5130 0,'0'0'1032'0,"0"0"249"15,-33-13-569-15,23 14-675 0,-5 8-37 16,-1 7 0-16,1 3 0 0,-1 7 0 16,6 1 0-16,3 2 0 0,1 2 0 15,6-1 0-15,2-2 0 16,7 0 0-16,1-4 0 0,2-3 0 16,5-6 0-16,-3-3 0 0,7-3 0 15,0-6 0-15,-1-3 0 0,1-2 0 16,-2-5 0-16,-1-3 0 15,-8-2 0-15,-3 4-2078 0,-3-4-567 0</inkml:trace>
  <inkml:trace contextRef="#ctx0" brushRef="#br0" timeOffset="108321.41">9000 15530 3397 0,'0'0'844'0,"0"0"125"16,0 0-197-16,0 0-195 0,0 0 283 15,0 0-316-15,0 0-315 16,33-3-229-16,-18-2 0 0,1-3 0 16,5-4 0-16,0-1 0 0,-5-4 0 15,-1-2 0-15,-5-2 0 0,0 0 0 16,-10 0 0-16,0 0 0 15,-8 2 0-15,-4 3 0 0,-3 2 0 16,-5 2 0-16,-7 6 0 0,0 6 0 16,2 3 0-16,-2 15 0 0,4 5 0 15,-1 6 0-15,7 5 0 0,7 2 0 16,6-1 0-16,8 0 0 0,12-3 0 16,11-1 0-16,4-6 0 15,6-6 0-15,5-5 0 0,5-7 0 16,5-5 0-16,-15-2-849 0,4-2-2541 0</inkml:trace>
  <inkml:trace contextRef="#ctx0" brushRef="#br0" timeOffset="109682.36">9275 14983 5078 0,'0'0'1549'16,"0"0"-705"-16,0 0-272 0,-2 47-423 15,2-6-149-15,-4 8 0 0,4 6 0 16,0-7 0-16,4 2 0 0,-2 0 0 16,6 0 0-16,-1-3 0 0,-1 1 0 15,0-5 0-15,2 0 0 16,-1-6 0-16,-1-4 0 0,2-4-185 16,-2-12-1476-16,-2-6-23 0,-2-8-709 0</inkml:trace>
  <inkml:trace contextRef="#ctx0" brushRef="#br0" timeOffset="110127.85">9416 15547 5262 0,'0'0'1212'15,"0"0"-411"-15,53-30 116 0,-36 13-917 16,2-1 0-16,-3-2 0 0,-1-2 0 16,-3 2 0-16,-2 0 0 15,-3 1 0-15,-3 2 0 0,0 1 0 16,-4 1 0-16,-8 4 0 0,-3 3 0 15,-1 5 0-15,-5 9 0 0,3 9 0 16,-7 8 0-16,9 8 0 0,-3 2 0 16,1 3 0-16,8-3 0 0,1-1 0 15,5-4 0-15,11-3 0 16,7-4 0-16,1-4 0 0,10-4-49 16,2-7-267-16,2-6 128 0,0 0 60 15,2-2-136-15,-4-3-52 0,0-1-285 16,-4 0-891-16,-6 2 563 15,-5 1 589-15,-5 1 324 0,-7 2 16 16,-2 0 272-16,2 3 737 0,-4 2-277 16,4 0-144-16,-2-2 105 0,-2 1-393 15,0-3-56-15,0-1 76 0,0-1-172 16,0-6 28-16,0-4-19 0,0-5-157 16,0-1 0-16,0-3 0 15,-2-2 0-15,-2 0 0 0,4-2 0 16,0 5 0-16,4 1 0 0,2 4 0 15,5 0 0-15,-1 0 0 0,0 1 0 16,3-1 0-16,1-1 0 0,7 0 0 16,-11 3-1157-16,3 0-736 0</inkml:trace>
  <inkml:trace contextRef="#ctx0" brushRef="#br0" timeOffset="111021.12">10094 15367 6382 0,'0'0'709'0,"0"0"-9"0,-44-27-299 15,24 21-401-15,-1 6 0 16,0 3 0-16,1 10 0 0,5 6 0 16,-1 6 0-16,9 5 0 0,3 1 0 15,4-1 0-15,4-1 0 0,7-6 0 16,5-4 0-16,1-4 0 0,4-6 0 15,-1-3 0-15,1-6 0 0,-5-7 0 16,5-6 0-16,-6-5 0 0,-5-2 0 16,-4-4 0-16,-2-1 0 0,-4-4 0 15,-8-1 0-15,6 4 0 16,-6 9 0-16,6 6 0 0,2 7 0 16,0 3 0-16,0 1-169 0,0 9-683 15,6 7-569-15,0 3 353 0,4 5 299 16,-6-2-471-16,3-2-5 15,-1-1 1245-15,-2-1 1393 0,-4-2-57 16,4-1-319-16,-4-3 368 0,0-4-757 16,0-2-128-16,0-5 5 0,0 2-505 15,2-3 0-15,6-1 0 16,3-10 0-16,5-11 0 0,1-2 0 0,4-4 0 16,-1 3 0-16,-3 5 0 15,-1 5 0-15,-1 4 0 0,-9 6 0 16,2 3 0-16,-6 4 0 0,2 8 0 15,-4 7 0-15,0 6 0 0,0 2 0 16,0-1 0-16,0-5 0 0,0-3 0 16,0 0 0-16,0-7 0 0,0-2 0 15,5-3 0-15,-3-2 0 16,-2-2 0-16,4 0 0 0,2-9 0 16,4-9 0-16,1-2 0 0,-1-4 0 15,4 1 0-15,-1 3 0 0,-3 0 0 16,-4 7 0-16,3 1 0 15,-7 9 0-15,2 2 0 0,-4 2 0 16,4 8 0-16,-2 9 0 0,-2 6 0 16,0 1 0-16,0 2 0 0,0-6 0 15,4 3 0-15,0-4 0 16,-2-2 0-16,9-3 0 0,-3-4-409 0,0-3-579 16,3-2-21-16,3-4-860 15,-4-2 753-15,1 0 39 0,-1 0 1077 16,-4-2 1221-16,-2 1-181 0,-4-1 973 15,7-1-860-15,-3 0-205 0,2-6-855 16,8-5-93-16,9-10 0 0,2-6 0 16,2-7 0-16,0-4 0 0,0-2 0 15,-3-5 0-15,-1 0 0 16,-2 6 0-16,-7 9 0 0,-1 13 0 16,-9 11 0-16,-4 7 0 0,0 3 0 15,-11 14 0-15,-9 15 0 0,-3 13 0 16,-4 9 0-16,2 3 0 15,9-6 0-15,8-6 0 0,8-5 0 16,8-6 0-16,12-7 0 0,3-7 0 16,4-6 0-16,4-9 0 0,0-6 0 15,0-12 0-15,-8-9-121 16,2-9-907-16,-9 5-241 0,-1-4-2048 0</inkml:trace>
  <inkml:trace contextRef="#ctx0" brushRef="#br0" timeOffset="111208.64">10970 14835 5806 0,'0'0'773'0,"0"0"447"16,0 0-827-16,0 0-393 0,0 0 0 16,0 0 0-16,0 0 0 0,-31 74 0 15,17-20 0-15,3 5 0 0,9 4 0 16,2 3 0-16,0 4 0 16,0 2 0-16,2-1 0 0,3-2 0 15,-1-4 0-15,-4-5 0 0,0-7 0 16,-4-9 0-16,-3-8 0 15,-3-10 0-15,0-12-1041 0,-1-11-1556 0</inkml:trace>
  <inkml:trace contextRef="#ctx0" brushRef="#br0" timeOffset="111357.48">10768 15394 6310 0,'0'0'1149'0,"0"0"-416"0,41-30-733 16,-16 24 0-16,2 0 0 15,4 0 0-15,0-3 0 0,-2 2 0 16,2 0 0-16,0 1 0 0,-7 0 0 15,3 4 0-15,-4 2 0 0,-4 7-1453 16,-7 0-632-16,-8 4-909 0</inkml:trace>
  <inkml:trace contextRef="#ctx0" brushRef="#br0" timeOffset="111693.46">11107 15438 5522 0,'0'0'840'0,"0"0"-215"16,0 0 191-16,0 0-620 0,0 0-3 15,37-2-193-15,-16-11 0 0,1-3 0 16,-1 0 0-16,-7 0 0 0,-7 0 0 15,-3-1 0-15,-4 0 0 16,-9 3 0-16,-1 3 0 0,-2 6 0 16,-5 4 0-16,-1 5 0 0,1 12 0 15,1 7 0-15,-1 8 0 16,3 6 0-16,3 3 0 0,7 1 0 0,4-2 0 16,8-4 0-16,9-4 0 15,4-4 0-15,1-4 0 0,7-6 0 16,-6-5 0-16,2-3 0 0,-3-3 0 15,-5-2 0-15,-7 0 0 0,1-3 0 16,-7 3 0-16,0-2 0 0,2 0 0 16,-6 0 0-16,4 0 0 0,-2-2 0 15,-2 0 0-15,9 0 0 16,3-7 0-16,9-12 0 0,6-7 0 16,-1-6 0-16,5-4 0 0,-4 2 0 15,4-3 0-15,-6-8 0 0,2-7 0 16,-6 9-493-16,-1-9-3041 0</inkml:trace>
  <inkml:trace contextRef="#ctx0" brushRef="#br0" timeOffset="112411.76">7167 11666 2217 0,'0'0'2249'0,"0"0"-1893"16,6-34 308-16,-2 31-312 0,-4 2 92 15,0 1 297-15,0 0-297 0,0 0-56 16,-4 0-51-16,4 7-337 16,0 11 0-16,0 15 0 0,0 13 0 15,0 14 0-15,0 8 0 0,0 4 0 16,0 8 0-16,0 8 0 15,0 3 0-15,4 3 0 0,-2-3 0 16,2-2 0-16,2-7 0 0,1-9 0 16,1-6 0-16,-2-13 0 0,4-11 0 15,-3-11 0-15,-3-12 0 0,2-7 0 16,-2-7 0-16,0-6-149 0,-2-10-1167 16,2-1-61-16,-4-9-544 0</inkml:trace>
  <inkml:trace contextRef="#ctx0" brushRef="#br0" timeOffset="112834.87">7225 12882 3853 0,'0'0'897'0,"0"0"-213"0,0 0-176 15,0 0-152-15,0 0 97 16,0 0-169-16,0 0-8 0,0 0 292 15,0 0-255-15,0 0-313 0,16 25 0 16,-32-34 0-16,-9-3 0 0,-2-5 0 16,0-2 0-16,-4-5 0 0,0-5 0 15,0-7 0-15,4-3 0 0,6 0 0 16,9 4 0-16,2 5 0 0,6 6 0 16,4 10 0-16,0 7 0 0,0 3 0 15,0 4 0-15,0 3 0 0,10 9 0 16,0 11 0-16,1 9 0 15,5 9 0-15,9 1 0 0,-2 0 0 16,8-2 0-16,-4-1 0 0,4-6 0 16,0-4 0-16,-5-8 0 0,5-8 0 15,-4-10 0-15,0-5 0 16,-2-10 0-16,-8-8 0 0,-1-7 0 16,-1-8 0-16,-5-8 0 0,0-3 0 15,7-7 0-15,-3-1 0 16,-3 11-301-16,-3-3-1672 0</inkml:trace>
  <inkml:trace contextRef="#ctx0" brushRef="#br0" timeOffset="113368.81">7839 11197 6414 0,'0'0'773'16,"0"0"-149"-16,0 0-243 0,-9 52-381 0,7-14 0 0,2 8 0 0,0 6 0 15,0 0 0-15,2 6 0 0,2 5 0 16,-4 1 0-16,0 0 0 0,0-2 0 15,-6-7 0-15,-2-9 0 16,6-10 0-16,-2-11 0 0,4-13-189 16,-4-12-911-16,4-7-305 0,0-12-3277 0</inkml:trace>
  <inkml:trace contextRef="#ctx0" brushRef="#br0" timeOffset="113521.56">7797 11240 7083 0,'0'0'1032'0,"0"0"-955"0,54-29-77 16,-27 22 0-16,4 0 0 0,6 3 0 16,-2-2 0-16,2 3 0 0,1 0 0 15,-7 0 0-15,0 0 0 0,-5 0 0 16,-9-1 0-16,-3-3-2410 0</inkml:trace>
  <inkml:trace contextRef="#ctx0" brushRef="#br0" timeOffset="114041.87">7841 11644 5290 0,'0'0'1056'0,"0"0"253"0,41-5-897 0,0-4-287 16,3 1-125-16,1 1 0 0,3 1 0 15,-9 3 0-15,0 3 0 0,-10 0 0 16,-4 0-2902-16</inkml:trace>
  <inkml:trace contextRef="#ctx0" brushRef="#br0" timeOffset="115369.85">9211 11105 2693 0,'0'0'564'0,"0"0"-8"16,0 0 293-16,0 0-237 0,0 0-76 15,0 0 188-15,0 0-379 16,0 0-17-16,-31 53 352 0,19-8-375 16,-3 13-305-16,5 7 0 0,0 1 0 15,3 6 0-15,-1 2 0 0,6 0 0 16,2-1 0-16,0-6 0 15,10-5 0-15,3-7 0 0,1-9 0 16,3-7 0-16,3-10 0 0,-3-9-525 16,2-8-363-16,-7-6-201 0,-6-6-2789 0</inkml:trace>
  <inkml:trace contextRef="#ctx0" brushRef="#br0" timeOffset="115711.02">9436 11143 6522 0,'0'0'465'0,"0"0"215"0,0 0-155 16,0 0-525-16,-10 52 0 0,10-10 0 15,0 8 0-15,2 3 0 0,2 0 0 16,-4 7 0-16,0 2 0 0,0 2 0 16,0-1 0-16,-4-1 0 0,-2-10 0 15,0-5 0-15,-5-9 0 0,5-8 0 16,-2-11-581-16,2-6-135 15,2-10-921-15,2-2-212 0,-3-5-1256 0</inkml:trace>
  <inkml:trace contextRef="#ctx0" brushRef="#br0" timeOffset="116101.64">9447 11603 4690 0,'0'0'1532'15,"0"0"-771"-15,39-46-141 0,-25 28-31 16,1 0-589-16,1 1 0 0,-5 4 0 16,-1 3 0-16,-4 4 0 0,-6 4 0 15,4 0 0-15,3 2 0 0,-3 1 0 16,2 9 0-16,-2 7 0 15,2 3 0-15,-1 3 0 0,-3-3 0 16,2-4 0-16,-4 1 0 0,-4-1 0 16,-7 0 0-16,1-1 0 0,-7 0 0 15,1-1 0-15,-1-1 0 16,-1 0 0-16,5 0 0 0,3-1 0 16,6 2 0-16,2 3 0 0,4 2 0 15,4 2 0-15,8-4 0 0,3-2 0 16,4-4 0-16,3-1 0 15,3-7 0-15,4-3 0 0,0-6 0 16,2-9-949-16,-6 2-516 0,-2-4-2717 0</inkml:trace>
  <inkml:trace contextRef="#ctx0" brushRef="#br0" timeOffset="116415.82">9806 11654 5150 0,'0'0'1092'0,"0"0"-159"16,-16 38-405-16,14-26-244 15,-2 0-79-15,0-2-205 0,1 1 0 16,-1-4 0-16,0 0 0 0,2-3 0 16,2-2 0-16,-4 1 0 0,4-2 0 15,0-1 0-15,0-4 0 16,10-9 0-16,7-8 0 0,4-4 0 16,-1-1 0-16,1 3 0 0,0 6 0 15,-9 6 0-15,-2 2 0 0,-1 6 0 16,-7 3 0-16,2 1 0 0,-4 10 0 15,4 8 0-15,-4 4 0 16,2 3 0-16,-2-1 0 0,4-3 0 16,0-1 0-16,-2-2 0 0,2-3 0 15,-1-6 0-15,1-2 0 0,2-4-573 16,2-1-1140-16,2-3-716 0</inkml:trace>
  <inkml:trace contextRef="#ctx0" brushRef="#br0" timeOffset="116651.01">10156 11646 6422 0,'0'0'961'16,"-4"-43"-152"-16,-3 27-809 0,-3 6 0 16,0 4 0-16,-1 2 0 0,-3 2 0 15,2 5 0-15,-3 7 0 0,-1 6 0 16,1 7 0-16,5 4 0 16,8 4 0-16,2 1 0 0,10-2 0 15,9-3 0-15,5-6 0 0,7-5 0 16,2-7 0-16,3-5 0 15,-3-4 0-15,-2-7 0 0,-11-7 0 16,-3-7 0-16,-3-3 0 0,-9-3 0 16,-5-2 0-16,-5-2 0 0,-1-1 0 15,-4 0 0-15,6 6-113 0,0 4-915 16,4 6 107-16,0 8-163 0,4 1-1321 0</inkml:trace>
  <inkml:trace contextRef="#ctx0" brushRef="#br0" timeOffset="117129.27">10387 11530 5126 0,'0'0'1216'0,"-14"61"-527"16,8-24 472-16,1-2-1161 0,3 0 0 15,2-3 0-15,2-2 0 0,-2-5 0 16,11-5 0-16,-5-5 0 16,4-6 0-16,5-5 0 0,-1-4 0 15,3-8 0-15,-1-9 0 0,5-5 0 16,0-3 0-16,-5-4 0 0,1 5 0 15,-3 1 0-15,-3 4 0 16,-1 6 0-16,-6 4 0 0,-4 6 0 16,2 3 0-16,-2 1 0 0,0 10 0 15,4 4 0-15,-4 6 0 0,0 1 0 16,2-3 0-16,2-3 0 0,1-2 0 16,-5-5 0-16,2-2-93 15,2-1-267-15,-4-3 180 0,4-1 124 0,-2 0 36 16,2 0 12-16,-4-2 8 15,4-1 168-15,2-4-76 0,1-5-16 16,7-3 52-16,-4-1-84 0,3-1 48 16,1 3 25-16,-3 1-117 0,-5-1 0 15,2 0 0-15,-6-1 0 16,2 5 0-16,-2 3 0 0,-2 0 0 16,0 5 0-16,0-1 0 0,-2 1 0 15,2 0 0-15,-6 6 0 0,2 1 0 16,0-1 0-16,2 1 0 0,2-2 0 15,0 1 0-15,2-1-621 16,2-3 13-16,2 0 51 0,5-2-515 16,-7-2 176-16,2-7-269 0</inkml:trace>
  <inkml:trace contextRef="#ctx0" brushRef="#br0" timeOffset="117469.71">10817 11521 5690 0,'0'0'1297'0,"0"0"-605"16,0 0-179-16,-4 34-513 0,0-11 0 16,4 7 0-16,0 0 0 0,0 2 0 15,4 0 0-15,0-1 0 0,-4-2 0 16,0-6 0-16,0-1 0 16,-8-8 0-16,6-2 0 0,-6-5 0 15,1-4 0-15,3-3 0 0,2-4 0 16,-2-9 0-16,8-8 0 15,2-8 0-15,11-4 0 0,4 1 0 16,-7 3 0-16,3 4 0 0,-1 5 0 16,-5 6 0-16,-1 7 0 0,-6 4 0 15,-2 2 0-15,2 1 0 0,2 1 0 16,3 8 0-16,-3 8 0 0,4 11 0 16,-4 7 0-16,1 0 0 0,-3 0 0 15,-4-6 0-15,0-3 0 0,0-5 0 16,6-7 0-16,8-8 0 15,3-4-157-15,4-7-3464 0</inkml:trace>
  <inkml:trace contextRef="#ctx0" brushRef="#br0" timeOffset="118041.87">11549 11347 2309 0,'0'0'16'0,"31"-39"40"16,-14 22 204-16,-3 2-64 0,-2-2-44 15,-1 0 1112-15,-1 0-447 0,-4-2-341 16,3 3 96-16,-7 0 369 0,-2-1-385 15,-11 0-92-15,-1-2-351 0,-9-1-113 16,1-1 0-16,-7 1 0 16,-4 3 0-16,4 2 0 0,0 5 0 15,0 5 0-15,-4 5 0 0,6 5 0 16,2 5 0-16,-1 5 0 0,7 2 0 16,3 2 0-16,3 3 0 0,-1 3 0 15,8 4 0-15,4 4 0 0,4 6 0 16,8 4 0-16,7 5 0 15,0 6 0-15,5 4 0 0,-1 2 0 16,2 3 0-16,-9 1 0 0,-1-1 0 16,-11-3 0-16,-4-6 0 0,-4-6 0 15,0-8 0-15,-7-7 0 16,1-7 0-16,4-10-25 0,0-7-1167 16,2-9-581-16</inkml:trace>
  <inkml:trace contextRef="#ctx0" brushRef="#br0" timeOffset="118383.79">11375 11695 6518 0,'0'0'797'0,"0"0"-453"0,42 0 189 15,-15 3-533-15,4-2 0 0,-5 2 0 16,1 0 0-16,4 2 0 0,2-3 0 16,3 3 0-16,1-3 0 0,-6 0-357 15,-8-2-131-15,-5 0 140 16,-5 0 248-16,-9 0 96 0,0-3 4 15,-4-3 284-15,0-1-28 0,-8-2 0 16,-5-1 120-16,-8 4-251 0,5 5-125 16,-5 3 0-16,7 8 0 0,-3 4 0 15,3 4 0-15,1 3 0 16,3 2 0-16,10 0 0 0,0-1 0 16,12-3 0-16,3-2 0 0,6-3 0 15,-1-5 0-15,7-2 0 0,0-6 0 16,-6-1 0-16,-1-7 0 15,-3-4 0-15,-7-3 0 0,-6-4 0 16,3 0-25-16,-7 0-147 0,0-4-392 16,-5 1 40-16,3-3-125 0,-2 6-999 15,4 1-365-15</inkml:trace>
  <inkml:trace contextRef="#ctx0" brushRef="#br0" timeOffset="118616.01">11853 11846 6555 0,'0'0'604'0,"0"0"108"16,0 0-391-16,-35 25-321 0,35-25 0 15,0 0 0-15,0-5 0 16,4-6 0-16,6-11 0 0,3-3 0 16,5-3 0-16,3 1 0 0,-5 4 0 15,1 3 0-15,4 2 0 0,-5 4 0 16,5 2 0-16,0 1 0 0,-1 3 0 15,7 1 0-15,-6-1-9 16,-1 4-1463-16,-7-2-629 0</inkml:trace>
  <inkml:trace contextRef="#ctx0" brushRef="#br0" timeOffset="118818.13">12223 11641 6695 0,'0'0'1372'0,"0"0"-1247"0,0 0-125 15,-48 0 0-15,36 3 0 0,-5 6 0 16,3 4 0-16,-1 1 0 0,5 6 0 16,4 3 0-16,2 2 0 0,4 0 0 15,4 0 0-15,6-2 0 16,7 0 0-16,3-6 0 0,5 0 0 16,-2-5 0-16,2-5 0 0,8-4 0 15,-2-3 0-15,0-9 0 0,0-4-445 16,-10 0-727-16,-5-1-2518 0</inkml:trace>
  <inkml:trace contextRef="#ctx0" brushRef="#br0" timeOffset="119069.32">12405 11886 4690 0,'0'0'1588'16,"37"3"-871"-16,-16-12-9 0,-5-2-219 15,1-4-489-15,-3-1 0 0,-8-3 0 16,-1 0 0-16,-5-2 0 15,-11 1 0-15,1 1 0 0,-11 3 0 16,5 9 0-16,-9 6 0 0,2 6 0 16,-4 11 0-16,-2 8 0 0,2 4 0 15,7 5 0-15,9 2 0 16,9-2 0-16,13 2 0 0,11-3 0 16,9-4 0-16,15-10 0 0,4-7 0 15,12-7 0-15,0-8 0 0,-2-9 0 16,-19 1-1205-16,-4-8-3962 0</inkml:trace>
  <inkml:trace contextRef="#ctx0" brushRef="#br0" timeOffset="119585.78">12705 10982 4109 0,'0'0'1029'15,"0"0"11"-15,0 0-760 0,0 0-179 16,0 0 227-16,62 65 4 0,-19-5-80 16,11 11 188-16,2 5-220 0,-5 5-159 15,-7 8-61-15,-7 8 0 0,-10 4 0 16,-13 2 0-16,-8-2 0 16,-6-4 0-16,-16-2 0 0,-11-4 0 15,-8-5 0-15,-13-9 0 0,1-11 0 16,-5-11 0-16,4-20 0 15,1-16 0-15,14-10 0 0,-2-17-2222 0</inkml:trace>
  <inkml:trace contextRef="#ctx0" brushRef="#br0" timeOffset="120932.16">8612 11001 5298 0,'0'0'1088'16,"0"0"-363"-16,0 0 339 0,0 0-1047 15,-48 12-17-15,27 14 0 0,1 10 0 16,-5 12 0-16,2 7 0 0,-4 9 0 15,-2 6 0-15,3 10 0 16,3 7 0-16,4 5 0 0,3 3 0 16,3-3 0-16,9-5 0 0,-2-10 0 15,6-6 0-15,6-9 0 0,0-10 0 16,5-11 0-16,5-11 0 0,-5-12-1654 16,3-11-579-16</inkml:trace>
  <inkml:trace contextRef="#ctx0" brushRef="#br0" timeOffset="121385.38">8556 11540 5366 0,'0'0'1353'0,"0"0"-845"16,0 0 92-16,0 0-235 15,-44 25-365-15,28 6 0 0,1 9 0 16,5 4 0-16,4 4 0 0,0-2 0 16,6-3 0-16,2-5 0 0,8-6 0 15,5-7 0-15,-3-7 0 0,7-8 0 16,-1-9 0-16,3-4 0 0,-3-12 0 16,-1-5 0-16,-1-3 0 0,-5 0 0 15,-1 0 0-15,-4 5 0 0,-2 4 0 16,1 6 0-16,-5 2 0 15,0 5 0-15,2 1 0 0,-2 5 0 16,4 5 0-16,6 7 0 0,1 2 0 16,-1-3 0-16,2-3 0 0,3-4 0 15,-5-5 0-15,7-2 0 16,-7-2 0-16,0-4 0 0,5-5 0 16,-5-3 0-16,2-5 0 0,-1-2 0 15,-5-1 0-15,2-1 0 0,-6-1 0 16,2 0 0-16,-4 0 0 0,0 0 0 15,0-2 0-15,-4 3 0 16,4-1 0-16,0 1 0 0,9-4-1217 16,-7 5-452-16,6-3-608 0</inkml:trace>
  <inkml:trace contextRef="#ctx0" brushRef="#br0" timeOffset="121588.3">8880 11076 2088 0,'0'0'3562'0,"0"0"-2417"0,0 0-465 0,0 0-104 16,0 0-435-16,0 0-141 0,0 0 0 15,38 33 0-15,-28 20 0 16,6 16 0-16,5 9 0 0,4 5 0 16,-2 7 0-16,1 3 0 0,-3-1 0 15,-11-2 0-15,-10-1 0 0,-14-4 0 16,-19 0 0-16,-13-6 0 15,9-21-545-15,-14-8-1680 0</inkml:trace>
  <inkml:trace contextRef="#ctx0" brushRef="#br0" timeOffset="151407.99">25901 13298 3285 0,'0'0'2529'0,"0"0"-1901"0,0 0 509 15,0 0-524-15,0 0-613 0,0 0 0 16,0 0 0-16,0 0 0 0,-21 32 0 16,19-1 0-16,-2 8 0 0,4 4 0 15,0 3 0-15,2 4 0 0,0 8 0 16,-2 9 0-16,2 8 0 0,0 9 0 16,-2 7 0-16,0-1 0 15,-2 1 0-15,0-4 0 0,-4-1 0 16,0-2 0-16,2-3 0 0,-2-3 0 15,1-9 0-15,3-8 0 0,0-7 0 16,2-12 0-16,0-5 0 16,0-11 0-16,0-9 0 0,0-8 0 15,0-6 0-15,0-3-41 0,0-1-439 16,0-4 0-16,0-1-545 0,0 0-39 16,0 2-121-16,0 2-844 15,0 2 953-15,-4 1 1076 0,0 3 864 16,-2 1 257-16,2-1-505 0,-3 1 280 15,1-3-467-15,2 1-17 0,2-3 408 16,2 0-380-16,0 0-159 0,0 0 115 16,0-1-248-16,0-1 8 0,0 1 172 15,0-1-140-15,0-2 36 0,-2 2-163 16,-2-3-61-16,-2-6 0 16,-7-6 0-16,-3-6 0 0,-7-6 0 15,0-6 0-15,-4-5 0 0,1-3 0 16,7 0 0-16,4 8 0 0,9 5 0 15,4 10 0-15,0 7 0 0,2 6 0 16,0 2 0-16,0 3 0 16,0-2 0-16,0 4 0 0,2 6 0 15,6 9 0-15,7 12 0 0,1 7 0 16,5 4 0-16,2-5 0 0,0-4 0 16,-1-4 0-16,3-4 0 0,0-4 0 15,-2-3 0-15,-3-5 0 16,-3-3 0-16,-3-5 0 0,1-2 0 15,-3-8 0-15,3-6 0 0,-3-6 0 16,3-4 0-16,-3-4 0 0,2-6 0 16,-1-2 0-16,3-3 0 0,1-3 0 15,2-3 0-15,-5-4 0 0,-4 11-697 16,-1-6-2288-16</inkml:trace>
  <inkml:trace contextRef="#ctx0" brushRef="#br0" timeOffset="151937.31">24808 11838 4706 0,'0'0'716'0,"18"-34"777"0,-14 26-709 16,-4 6-291-16,0 2-493 15,0 9 0-15,-4 13 0 0,0 18 0 16,0 12 0-16,2 11 0 0,2 5 0 16,2-4 0-16,4 6 0 0,0-5 0 15,5-2 0-15,-3-6 0 0,0-10 0 16,0-8 0-16,-1-9 0 0,-1-12 0 16,-4-9-509-16,0-7-688 0,-2-6-2552 0</inkml:trace>
  <inkml:trace contextRef="#ctx0" brushRef="#br0" timeOffset="152093.25">24791 11897 5990 0,'0'0'921'16,"56"-44"-153"-16,-21 23-255 0,-4 3-513 16,4 1 0-16,0-2 0 0,0 3 0 15,-2-2 0-15,-2 2 0 0,-2 1 0 16,-2 5 0-16,-10 4-261 0,-5 1-1568 15,-8 5-1484-15</inkml:trace>
  <inkml:trace contextRef="#ctx0" brushRef="#br0" timeOffset="152279.54">24874 12165 6591 0,'0'0'752'0,"37"11"12"0,-6-9-679 15,-4-2-85-15,4 0 0 16,2 0 0-16,-2-2 0 0,4-3 0 16,0-1 0-16,2-2 0 0,1-5 0 15,-10 2-725-15,-5-7-1856 0</inkml:trace>
  <inkml:trace contextRef="#ctx0" brushRef="#br0" timeOffset="152527.91">25448 11548 5882 0,'0'0'817'0,"0"0"-129"0,0 0 100 16,-20 42-771-16,5-4-17 0,-3 14 0 15,-5 6 0-15,0 5 0 0,0 5 0 16,1 6 0-16,1 2 0 0,4 0 0 15,9-5 0-15,6-4 0 16,4-10 0-16,8-10 0 0,7-7 0 16,8-10 0-16,2-9 0 0,8-10 0 15,2-11-597-15,-10-4-796 16,0-9-988-16</inkml:trace>
  <inkml:trace contextRef="#ctx0" brushRef="#br0" timeOffset="152962.26">25508 11986 5802 0,'0'0'813'0,"-27"37"143"15,19-14-520-15,2 3-320 0,4 3-112 16,0 2 12-16,4-1-16 0,4-2 0 15,4-2-28-15,5-5 28 16,1-5-8-16,3-7 12 0,2-5-4 16,-1-5 16-16,-1-9 12 0,-3-3-20 15,-1-5 21-15,-5-3-29 16,-1 0 0-16,-3-3 0 0,-2 3-9 16,-2 5-15-16,-2 7-8 0,0 4-36 15,-4 5 68-15,0 0 0 0,-3 8-64 16,5 7 48-16,2 5 16 15,2 0-44-15,9 1 44 0,1-1-4 16,3-2-8-16,1-1 12 0,5-8 0 16,4-3 0-16,0-3 0 0,-3-3 36 15,-1-7-20-15,-2-4 32 0,-7-6 125 16,-4-2-173-16,-2-1 0 0,-6-5 0 16,-2-3 0-16,-4-4 0 0,-2-3 0 15,-2 2 0-15,1 3 0 0,5 7 0 16,2 3 0-16,2 3 0 0,0 1 0 15,4 5-601-15,0-3-1336 0</inkml:trace>
  <inkml:trace contextRef="#ctx0" brushRef="#br0" timeOffset="153223.93">25889 11536 6863 0,'0'0'740'0,"0"0"-288"0,0 0-315 0,0 0-137 16,37-7 0-16,-8 26 0 0,6 12 0 15,0 11 0-15,0 5 0 0,-2 8 0 16,0 4 0-16,-8 3 0 0,-10 0 0 16,-11 0 0-16,-8 0 0 0,-15-5 0 15,-8-4 0-15,-2-4 0 0,-4-9 0 16,4-8 0-16,9-13 0 0,3-9-2498 15</inkml:trace>
  <inkml:trace contextRef="#ctx0" brushRef="#br0" timeOffset="154263.14">26441 14422 2573 0,'0'0'2833'0,"0"0"-1717"0,0 0 249 15,12-35-1060-15,-10 32-305 0,-2 1 0 16,2 2 0-16,-2 9 0 0,0 16 0 16,2 7 0-16,-2 10 0 15,0 1 0-15,0-3 0 0,0-1 0 16,-2-5 0-16,0-3 0 0,0-4 0 15,2-4 0-15,-2-4 0 0,2-6 0 16,0-7 0-16,0-3-573 0,0-3-944 16,2-7-2605-16</inkml:trace>
  <inkml:trace contextRef="#ctx0" brushRef="#br0" timeOffset="154726.18">26447 14370 4586 0,'0'0'1088'0,"0"0"-127"0,0 0 347 16,0 0-1059-16,0 0-249 0,0 0 0 16,0 0 0-16,56 6 0 15,-28-5 0-15,6-1 0 0,-5-3 0 16,-3 0 0-16,1 0 0 0,-4 0 0 15,-6 2 0-15,-3-2 0 16,-6 1 0-16,-2 2 0 0,-1-1 0 0,-3 0 0 16,2-1 0-16,-2 1 0 15,0 0 0-15,0 1 0 0,-2 0 0 16,0 0 0-16,0-1 0 0,0 1 0 16,0 0 0-16,0-1 0 0,0-1-81 15,-2 0-151-15,0 0-48 0,0-2 124 16,0 1 156-16,0-2 36 15,2-1 72-15,-2 2 76 0,2 1 168 16,-2 0-283-16,2 3-69 0,-3 2 0 16,1 6 0-16,0 10 0 0,-2 5 0 15,2 3 0-15,0 2 0 0,2 2 0 16,0 3 0-16,2 0 0 0,0 4 0 16,0-2 0-16,-2 1 0 15,0-3 0-15,0-2 0 0,-2-2 0 16,-2-5 0-16,2-2 0 0,0-8 0 15,0-6 0-15,0-2 0 0,2-6 0 16,-2 0-1101-16,0-13-1364 0</inkml:trace>
  <inkml:trace contextRef="#ctx0" brushRef="#br0" timeOffset="155496.17">26546 14403 6194 0,'0'0'569'0,"0"0"547"16,0 0-803-16,0 0-313 0,0 0 0 15,0 0 0-15,-35 45 0 0,18-11 0 16,-3 7 0-16,1 0 0 0,5-4 0 16,1-5 0-16,5-6 0 15,6-6 0-15,4-7 0 0,6-3 0 16,9-8 0-16,3-2 0 0,7-13 0 15,4-5 0-15,2-7 0 0,2-4 0 16,-1-1 0-16,-6 2 0 0,-5 4 0 16,-6 10 0-16,-9 5 0 15,-6 6 0-15,-2 3 0 0,-6 0 0 16,-2 5 0-16,-9 8 0 0,-4 5 0 16,1 3 0-16,-3 0 0 0,4-2 0 15,3 0 0-15,1-2 0 16,1-1 0-16,6-2 0 0,1-4 0 15,5-3 0-15,2-2 0 0,0-4 0 16,9-1 0-16,9-5 0 0,9-5 0 16,6-6 0-16,4 0 0 0,-6 0 0 15,-6 7 0-15,-2 3 0 0,-9 5 0 16,-3 2 0-16,-7 6 0 0,-4 6 0 16,-6 0 0-16,-5 4 0 15,-1-2 0-15,-5 1 0 0,1-1 0 16,3-4 0-16,3-3 0 0,4-3 0 15,4-2 0-15,0-1 0 0,2 0-585 16,0-2-3501-16</inkml:trace>
  <inkml:trace contextRef="#ctx0" brushRef="#br0" timeOffset="156432.49">26550 14558 5494 0,'0'0'1069'0,"0"0"-193"15,0 0-123-15,0 0-753 0,0 0 0 16,0 0 0-16,-16 48 0 16,11-14 0-16,3 10 0 0,2 6 0 15,0 3 0-15,0 7 0 0,0 6 0 16,2 5 0-16,-2 4 0 0,2 1 0 16,1-4 0-16,1-3 0 15,0-5 0-15,0-6 0 0,2-4 0 16,-2-2 0-16,0-5 0 0,3-8 0 15,-3-5 0-15,-2-5 0 0,2-9 0 16,-2-6 0-16,-2-7 0 0,2-3 0 16,-2-2 0-16,0-2 0 0,0-2 0 15,0-8 0-15,-4-5 0 0,-2-6 0 16,2-1 0-16,-3 2 0 16,1 1 0-16,0 1 0 0,0 0 0 15,-2 3 0-15,-1 1 0 0,1 3 0 16,-4 0 0-16,-3 3 0 0,1 2 0 15,-1 0 0-15,3 1 0 0,1 1 0 16,5-1 0-16,0 3 0 16,2-2 0-16,2-2 0 0,-4-2 0 15,2 1 0-15,-1-2 0 0,1 2 0 16,2 3 0-16,0 1 0 0,2 3 0 16,0 12 0-16,2 18 0 15,6 8 0-15,5 9 0 0,3 0 0 16,3-5 0-16,2-5 0 0,1-6 0 15,-1-7 0-15,-2-7 0 0,-1-5 0 16,-3-7 0-16,-7-5 0 0,0-8 0 16,-1-12 0-16,-3-8 0 0,4-11 0 15,-2-4 0-15,7-3 0 0,5 0 0 16,3 2 0-16,4 3 0 16,6 6 0-16,2 3 0 0,2 3 0 15,0 5 0-15,-10 7-1189 0,-7 2-2409 0</inkml:trace>
  <inkml:trace contextRef="#ctx0" brushRef="#br0" timeOffset="159495.97">27410 15285 5646 0,'0'0'1445'0,"-25"-38"-841"15,11 18-107-15,-3 8-497 0,3 6 0 16,-3 6 0-16,-1 14 0 0,-7 10 0 16,-2 8 0-16,0 7 0 15,2 3 0-15,5-1 0 0,5 1 0 16,7-8 0-16,8-4 0 0,2-7 0 15,10-6 0-15,5-6 0 0,6-10 0 16,3-6 0-16,3-9 0 0,2-8 0 16,-2-5 0-16,-4 1 0 0,-2 1 0 15,-7 4 0-15,-3 2 0 0,-5 9 0 16,-2 3 0-16,-4 5 0 16,-2 2 0-16,0 6 0 0,4 7 0 15,5 5 0-15,3 1 0 0,3 0 0 16,3-4 0-16,-1-3 0 0,1-2 0 15,3-3 0-15,-4 0 0 0,-1-3 0 16,-6-2 0-16,-1 0-933 16,-7-2-840-16</inkml:trace>
  <inkml:trace contextRef="#ctx0" brushRef="#br0" timeOffset="160356.95">27910 15016 1572 0,'0'0'152'0,"0"0"2141"0,0 0-1056 16,0 0-301-16,0 0 381 0,0 0-745 15,0 0-459-15,0 0-113 0,-41 12 0 16,22 22 0-16,-3 12 0 0,1 8 0 16,2-1 0-16,5 5 0 15,-1 2 0-15,7 1 0 0,2 0 0 16,4-3 0-16,2-6 0 0,6-10 0 15,4-7 0-15,7-10 0 0,6-12 0 16,1-8-469-16,-5-5-615 0,2-8-2098 0</inkml:trace>
  <inkml:trace contextRef="#ctx0" brushRef="#br0" timeOffset="160777.79">27983 15244 3633 0,'0'0'2837'16,"0"0"-1552"-16,-27 49-848 0,16-21-437 16,1 0 0-16,4 2 0 15,4-2 0-15,2-1 0 0,4-1 0 16,2-3 0-16,7-4 0 0,1-2 0 16,0-6 0-16,5-4 0 15,0-5 0-15,-3-2 0 0,1-7 0 16,-5-5 0-16,1-1 0 0,-5-4 0 15,-2 2 0-15,-2-1 0 0,-2 5 0 16,0 5 0-16,-2 2 0 0,0 4 0 16,0 0 0-16,0 0 0 0,2 7 0 15,3 4 0-15,1 3 0 0,4 3 0 16,5-2 0-16,1-3 0 16,5-6 0-16,4-4 0 0,1-2 0 15,1-5 0-15,-2-3 0 0,-6-1 0 16,-3-3 0-16,-3-1 0 0,-3-3 0 15,-4-1 0-15,-4-2 0 0,-2-3 0 16,-4 1 0-16,-4-4 0 16,-5 2 0-16,3 0 0 0,0 4 0 15,4 0-85-15,3 0-1632 0,3 7 397 16,5-2-529-16</inkml:trace>
  <inkml:trace contextRef="#ctx0" brushRef="#br0" timeOffset="161026.22">28408 15043 2549 0,'0'0'4806'0,"0"0"-3969"0,0 0-837 0,0 0 0 16,50-25 0-16,-31 33 0 0,3 8 0 15,3 9 0-15,0 8 0 0,2 11 0 16,-2 9 0-16,-3 3 0 0,-9 7 0 15,-11 2 0-15,-10 1 0 0,-13 2 0 16,-6-5 0-16,-2-5 0 16,-2-6 0-16,-2-6 0 0,0-10 0 15,2-8 0-15,0-15 0 0,10-9-1621 16,3-7-2689-16</inkml:trace>
  <inkml:trace contextRef="#ctx0" brushRef="#br0" timeOffset="165354.46">28747 11899 5678 0,'0'0'848'15,"0"0"-107"-15,0 0 184 0,-33-1-925 16,29 0 0-16,4 1 0 15,0 0 0-15,11-1 0 0,9-2 0 16,13-1 0-16,9-5 0 0,11-1 0 16,7-3 0-16,4-1 0 0,5 1 0 15,-1 3 0-15,-6 2 0 0,-13 4 0 16,-11 4 0-16,-18 0 0 0,-11 5 0 16,-7 4 0-16,-8 9 0 0,-9 8 0 15,-8 9 0-15,-10 4 0 0,-2 0 0 16,-4 6 0-16,0 4 0 0,-1 3 0 15,3 1 0-15,2 2 0 16,0-2 0-16,4-1 0 0,2-2 0 16,8-5 0-16,5-2 0 0,7-4 0 15,9-4 0-15,4-5 0 16,9-1 0-16,8-6 0 0,5-5 0 16,10-4 0-16,9-5 0 0,7-6 0 15,6-3 0-15,4-5 0 16,-2-4 0-16,-3-3 0 0,-9-3 0 15,-11-1 0-15,-10 2 0 0,-10-2 0 16,-9 0-205-16,-8 4-863 0,-2-3-1798 0</inkml:trace>
  <inkml:trace contextRef="#ctx0" brushRef="#br0" timeOffset="165553.76">28768 12288 7215 0,'0'0'536'0,"0"0"-95"0,0 0-441 0,56 17 0 16,-11-15 0-16,9-2 0 0,0-2 0 15,0-6 0-15,-1-2 0 16,1 1 0-16,2-2 0 0,-6-1 0 16,-5 0 0-16,-10-2-1045 0,-10 1-1316 15</inkml:trace>
  <inkml:trace contextRef="#ctx0" brushRef="#br0" timeOffset="165847.67">28793 11546 4490 0,'52'15'2201'0,"-5"-4"-1241"0,11 0-419 16,-4 0-541-16,-3-2 0 16,-1-1 0-16,-2-2 0 0,-3-1 0 15,-2 1 0-15,-1 0 0 0,-5 0 0 16,2-2 0-16,-12 0-2450 0,0-2-1388 0</inkml:trace>
  <inkml:trace contextRef="#ctx0" brushRef="#br0" timeOffset="166223.07">29711 12352 2785 0,'0'0'3938'0,"0"0"-3178"0,0 0-51 15,0 0-709-15,-13 56 0 0,13-14 0 16,0 6 0-16,4 4 0 0,1-1 0 16,-1 2 0-16,-2-1 0 0,0-3 0 15,-2 0 0-15,-2-5 0 0,-2-5 0 16,-3-7 0-16,3-8-233 15,2-13-2092-15,0-8-52 0</inkml:trace>
  <inkml:trace contextRef="#ctx0" brushRef="#br0" timeOffset="166408.41">29719 12351 7115 0,'0'0'1077'0,"0"0"-1077"15,0 0 0-15,0 0 0 16,0 0 0-16,58-25 0 0,-17 17 0 16,5-1 0-16,-5 3 0 0,-2 2 0 15,-4 4 0-15,-1 0 0 0,-10 6-545 16,-7-1-1144-16,-5 1-680 0</inkml:trace>
  <inkml:trace contextRef="#ctx0" brushRef="#br0" timeOffset="166541.32">29800 12612 6338 0,'0'0'601'15,"68"11"652"-15,-27-9-1253 16,-6-1 0-16,0 2 0 0,-1-1 0 16,-3 4 0-16,-11-2-1293 0,-5-1-1537 0</inkml:trace>
  <inkml:trace contextRef="#ctx0" brushRef="#br0" timeOffset="169899.71">10325 14104 3269 0,'0'0'2241'0,"0"0"-1833"0,0 0-200 0,42-11-108 16,5-10 80-16,26-7 169 15,17-8-297-15,14-4-16 0,18-5 28 16,4 1-56-16,4 5-8 0,-4 2 0 16,-10 5 0-16,-4 4 0 0,-34 7-885 15,-14 2-1480-15</inkml:trace>
  <inkml:trace contextRef="#ctx0" brushRef="#br0" timeOffset="170676.5">12206 13107 1652 0,'0'0'2289'16,"-37"-10"-1472"-16,25 9-193 0,-3 1-40 0,9 1 221 16,-2 2-421-16,8 1-40 0,-2-1 112 15,2 2-296-15,6 5-83 0,15-2-77 16,12 1 0-16,12-5 0 0,7-4 0 16,2-4 0-16,3-1 0 0,-3 0 0 15,2 2 0-15,-13 3 0 16,-1 0 0-16,-9 4 0 0,-8 2 0 15,-9 1 0-15,-5 6 0 0,-7 6 0 16,-4 7 0-16,-11 11 0 0,-9 5 0 16,-5 5 0-16,-4 3 0 15,-10 2 0-15,1-4 0 0,-1-1 0 16,4-5 0-16,8-6 0 0,2-4 0 16,13-3 0-16,2-5 0 15,5-3 0-15,5-4 0 0,5-2 0 0,5-3 0 16,2 0 0-16,13-3 0 15,2-2 0-15,4-1 0 0,6-5 0 16,7-1 0-16,1 0 0 0,-1-3 0 16,-3 1 0-16,-4-3 0 0,-10 1 0 15,-2 1 0-15,-11 0 0 0,-8 1 0 16,1 1-849-16,-7 1-224 0,4-1-1416 16,-4-3-152-16</inkml:trace>
  <inkml:trace contextRef="#ctx0" brushRef="#br0" timeOffset="170951.64">12275 13490 7791 0,'0'0'401'0,"0"0"-401"0,0 0 0 15,47-18 0-15,-12 10 0 0,2 2 0 16,7 1 0-16,-9 1 0 0,8 0 0 16,5-1 0-16,-3 0 0 0,3-1 0 15,-5-1 0-15,-7 3 0 16,-3-3-2606-16</inkml:trace>
  <inkml:trace contextRef="#ctx0" brushRef="#br0" timeOffset="171259.87">12186 12859 6394 0,'0'0'465'0,"35"12"95"15,6-8-56-15,9-1-235 0,18-4-269 16,15-7 0-16,6-2 0 15,6-2 0-15,-4-1 0 0,2 3 0 16,-11 3 0-16,-7 0-209 0,-22 1-1003 16,-15-1-4635-16</inkml:trace>
  <inkml:trace contextRef="#ctx0" brushRef="#br0" timeOffset="171681.21">12951 13605 6963 0,'0'0'1140'0,"0"0"-1051"0,0 0-89 0,0 0 0 0,0 0 0 0,57 29 0 15,-26-22 0-15,2-2 0 0,5-1 0 16,-1-1 0-16,-2 0 0 0,-2 0 0 16,-12-1 0-16,-5 0 0 15,-5 1-109-15,-7-1-1347 0,-4 2-489 0</inkml:trace>
  <inkml:trace contextRef="#ctx0" brushRef="#br0" timeOffset="171945.02">13089 13684 1440 0,'0'0'5191'0,"0"0"-4551"0,8 45 281 16,-6-19-921-16,2 8 0 0,1 0 0 15,-3 7 0-15,2 1 0 0,-2 1 0 16,2-1 0-16,-4 0 0 0,0-4 0 16,0-2 0-16,-4-5 0 15,2-5 0-15,-2-4 0 0,-3-9-713 16,3-5-1764-16,-6-8-917 0</inkml:trace>
  <inkml:trace contextRef="#ctx0" brushRef="#br0" timeOffset="172105.77">12961 14132 6647 0,'0'0'1348'15,"54"34"-1151"-15,-13-21-197 0,0-6 0 16,9 0 0-16,6-2 0 0,8-2 0 15,4-1 0-15,6-2 0 0,9-6 0 16,-4-6 0-16,-21 0 0 0,-7-7-5743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00:10.52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14974 1235 3861 0,'0'0'3542'0,"0"0"-2753"0,0 0-789 16,0 0 0-16,62-11 0 16,-18 4 0-16,18-2 0 0,12-2 0 15,11-1 0-15,4 4 0 0,-5 0 0 16,-1-1 0-16,-21 2 0 16,-4-4-1577-16</inkml:trace>
  <inkml:trace contextRef="#ctx0" brushRef="#br0" timeOffset="557.91">16787 1086 5606 0,'0'0'472'0,"-10"-40"337"16,-1 18-189-16,-5-2-144 0,-1-2-267 15,-3 5-209-15,3 3 0 0,3 6 0 16,3 8 0-16,1 7 0 0,-7 20 0 16,3 12 0-16,-5 11 0 0,1 6 0 15,7-3 0-15,1-2 0 0,4-2 0 16,6-8 0-16,4-6 0 0,2-10 0 15,11-10 0-15,8-9 0 0,1-8 0 16,1-10 0-16,4-7 0 16,2-4 0-16,-4 1 0 0,-2-1 0 15,-4 4 0-15,-9 6 0 0,-3 8 0 16,-5 7 0-16,-2 2 0 16,2 2 0-16,1 7 0 0,3 8 0 15,0 6 0-15,1 5 0 0,3-1 0 16,-2-1 0-16,3-4 0 0,1-5-97 15,5-5-615-15,-4-5-1385 16,-3-7-708-16</inkml:trace>
  <inkml:trace contextRef="#ctx0" brushRef="#br0" timeOffset="881.85">17265 995 6911 0,'0'0'724'0,"0"0"-167"15,-52-12-557-15,31 12 0 0,5 0 0 16,-5 0 0-16,0-2 0 16,9 2 0-16,2 0 0 0,3 0 0 15,-1 2 0-15,2 7 0 0,-4 5 0 16,5 4 0-16,3 2 0 16,2-2 0-16,11 0 0 0,1-1 0 15,9 1 0-15,4-1 0 0,4-3 0 16,-5 2 0-16,7-2 0 0,-8-2 0 15,-2 1 0-15,-5-1-21 16,-3 0-127-16,-7 0 148 0,-2-1 0 16,-4-1 24-16,-2 2 12 0,-8 1 73 15,-7 0-109-15,-6 3 0 0,-8-2 0 16,-4-3 0-16,-2-2 0 0,0-3 0 16,6-5 0-16,8-1-261 0,9-7-1368 15,3 0-259-15,11-5-1326 0</inkml:trace>
  <inkml:trace contextRef="#ctx0" brushRef="#br0" timeOffset="1253.63">17554 1021 5886 0,'0'0'588'0,"-41"0"241"0,24 0-293 16,3 0-272-16,-3 1-175 0,5 2-89 15,-7-2 0-15,3 4 0 16,-1 1 0-16,0 2 0 0,3 3 0 16,2 2 0-16,3 1 0 0,9-1 0 15,0 0 0-15,11-1 0 0,7 1 0 16,5-1 0-16,8 0 0 0,2 0 0 16,2-2 0-16,-2 0 0 0,-2 1 0 15,-4 1 0-15,-6 2 0 0,-7 2 0 16,-7 1 0-16,-7-1 0 0,-7 2 0 15,-7-1 0-15,-3-1 0 0,1-2 0 16,-5 1 0-16,-4-5 0 16,5-1 0-16,-1-4 0 0,-2-4 0 15,13-1 0-15,0-1 0 0,5-2 0 16,5-4-1253-16,0 2-332 16,5-9-464-16</inkml:trace>
  <inkml:trace contextRef="#ctx0" brushRef="#br0" timeOffset="1516.18">17734 1083 7463 0,'0'0'400'0,"0"0"-196"0,-19 35-79 16,9-7-125-16,2 4 0 0,6 0 0 16,2 1 0-16,6 1 0 0,10-3 0 15,3-2 0-15,4-6 0 0,4-5 0 16,4-5 0-16,-5-6 0 0,1-7 0 15,-2-1 0-15,-4-11 0 0,-5-6 0 16,-1-5 0-16,-5-6 0 16,-4-4 0-16,0-6 0 0,-1-3 0 15,-5 2 0-15,0 5 0 0,0 4 0 16,0 9 0-16,0 5 0 16,6 5-89-16,4 2-1291 0,-2 6-409 15,-1 0-1229-15</inkml:trace>
  <inkml:trace contextRef="#ctx0" brushRef="#br0" timeOffset="1960.17">18042 1276 6430 0,'0'0'413'0,"0"0"-25"0,6 42 320 16,-6-39-528-16,6-2-107 0,-2-1-73 15,3-1 0-15,1-9 0 0,-2-10 0 16,4-4 0-16,-3-5 0 0,1 0 0 15,-2 3 0-15,0 1 0 0,0 3 0 16,-1 4 0-16,-1 5 0 16,0 6 0-16,-2 3 0 0,-2 1 0 15,0 3 0-15,4 0 0 0,-2 7 0 16,2 9 0-16,-4 8 0 16,4 9 0-16,-4 1-85 0,0-2-63 15,2-5 108-15,-2-9 12 0,5-5 0 16,1-6 28-16,-2-4-4 0,-2-2 32 15,2-1-20-15,6-9 184 16,-1-7-87-16,3-7-105 0,-2-5 0 16,1 1 0-16,1 2 0 0,1 0 0 15,-1 6 0-15,-6 5 0 0,2 5 0 16,-1 5 0-16,5 2 0 0,0 2 0 16,1 2 0-16,-3 5 0 0,1 3 0 15,-5 3 0-15,-2 3 0 0,0 3 0 16,-4 1 0-16,-4 1 0 0,4 1 0 15,-4 2 0-15,-2-1 0 0,6-2 0 16,-5 0 0-16,5-6 0 16,0-3 0-16,5-4 0 0,5-5 0 15,4-4-685-15,-1-2-776 0,1-8-612 0</inkml:trace>
  <inkml:trace contextRef="#ctx0" brushRef="#br0" timeOffset="2275.21">18399 1296 5846 0,'0'0'989'0,"0"0"-453"0,0 0 285 16,0 0-821-16,0 0 0 0,0 0 0 15,0 0 0-15,54-15 0 0,-39 4 0 16,-5-1 0-16,4-1 0 0,-5 1 0 16,-5-2 0-16,4-4 0 0,-6-2 0 15,2-1 0-15,-4 4 0 0,0 5 0 16,-4 5 0-16,4 4 0 0,0 2 0 15,0 1 0-15,-2 0 0 0,0 1 0 16,-4 6 0-16,-4 6 0 16,3 6 0-16,-3 8 0 0,6 5 0 15,4 0 0-15,4-4 0 0,8-5 0 16,9-6 0-16,4-6 0 16,6-4 0-16,6-7 0 0,9-5 0 15,3-9 0-15,3-8 0 0,-15 4-2158 16,4-5-3644-16</inkml:trace>
  <inkml:trace contextRef="#ctx0" brushRef="#br0" timeOffset="3647.56">19786 1078 4778 0,'0'0'1548'0,"0"0"-391"0,0 0-709 16,0 0-187-16,0 0-261 0,0 0 0 15,-10 40 0-15,6 3 0 16,-2 5 0-16,6-4 0 0,0-5 0 16,0-6 0-16,0-6 0 0,0-4 0 15,0-9 0-15,0-6 0 0,0-4 0 16,0-3 0-16,4-1 0 0,-4-3 0 16,4-10 0-16,2-14 0 0,0-11 0 15,5-10 0-15,3-6 0 0,-1 2 0 16,1 3 0-16,3 9 0 0,-1 15 0 15,-1 11 0-15,-5 12 0 0,0 3 0 16,1 12 0-16,-1 6 0 16,-4 7 0-16,-2 4 0 0,-2-1 0 15,5 1 0-15,-3-2 0 0,2-4 0 16,-2-5 0-16,2-4 0 16,-2-6 0-16,1-5 0 0,-3-1 0 15,2-3 0-15,2-1 0 0,4-9 0 16,5-12 0-16,1-4 0 0,3-4 0 15,-3 1 0-15,-3 5 0 16,-3 5 0-16,-2 7 0 0,-5 6 0 16,-3 6 0-16,0 1 0 0,4 10 0 15,-2 9 0-15,-2 13 0 0,0 4 0 16,0 2 0-16,0-5 0 0,4-7 0 16,6-4 0-16,3-4 0 0,1-4 0 15,7-4-697-15,2-6-99 0,-1-5-1033 16,-5-2 444-16,1-5 109 0</inkml:trace>
  <inkml:trace contextRef="#ctx0" brushRef="#br0" timeOffset="3950.3">20338 1213 3893 0,'0'-32'1053'0,"0"6"479"0,-6 1-803 0,-2 4-173 16,-2 7-127-16,-3 4-429 16,3 4 0-16,4 5 0 0,-3 1 0 15,-3 5 0-15,-2 8 0 0,1 7 0 16,-3 9 0-16,3 3 0 0,3 2 0 15,2 3 0-15,8-2 0 16,2-4 0-16,8-7 0 0,9-6 0 16,3-7 0-16,5-6 0 0,2-6 0 15,-2-7 0-15,-4-7 0 0,4-3 0 16,-11-4 0-16,-3-4 0 0,-7-2 0 16,-6-2 0-16,-4-3 0 0,-7 0 0 15,1 2 0-15,0 3 0 0,1 7 0 16,1 8 0-16,4 6 0 0,4 2 0 15,0 5 0-15,2 0-361 0,6 0-1200 16,1 0 501-16,3 5-129 0</inkml:trace>
  <inkml:trace contextRef="#ctx0" brushRef="#br0" timeOffset="4463.35">20485 1086 3017 0,'0'0'1985'15,"0"0"-1097"-15,-6 48 13 0,-2-18-509 16,-1 2-48-16,1-1 100 0,6 0-260 15,0-1-147-15,4-4-37 16,6-5 0-16,7-4 0 0,1-3 0 16,1-6 0-16,2-4 0 0,-3-4 0 15,3-2 0-15,-3-8 0 0,-3-8 0 16,1-3 0-16,-4-8 0 0,-1-2 0 16,-5-6 0-16,0 0 0 0,0 0 0 15,-4 2 0-15,2 6 0 0,2 10 0 16,-2 6 0-16,0 9 0 0,0 4 0 15,3 0 0-15,-3 0 0 0,2 1 0 16,2 2 0-16,4 5-209 16,3 3-615-16,-1 5 139 0,-2 5-27 15,-3 8-825-15,-3 2 493 0,-4-1 336 16,0 0 343-16,-4-6 365 16,4-3 885-16,0-6 520 0,0-5-557 15,4-4-108-15,-2-4 165 0,-2 0-441 16,4-1-24-16,-4-2-43 0,10-12-397 15,1-8 0-15,-1-9 0 16,0-5 0-16,1 1 0 0,-7 2 0 16,4 2 0-16,-4 6 0 0,0 8 0 15,-2 7 0-15,1 5 0 0,-3 4 0 16,2 1 0-16,-2 8 0 0,8 8 0 16,0 8 0-16,2 4 0 0,1 3 0 15,3-2 0-15,-8 0 0 0,7-1 0 16,-9-1 0-16,2-3 0 0,-2-4 0 15,0-5 0-15,1-4 0 0,-3-6 0 16,-2-3 0-16,0-4-825 16,4-3-1516-16,0-16-761 0</inkml:trace>
  <inkml:trace contextRef="#ctx0" brushRef="#br0" timeOffset="4647.95">21037 609 6991 0,'0'0'1201'0,"0"0"-1201"15,0 0 0-15,0 0 0 16,0 0 0-16,-14 70 0 0,7-21 0 16,3 8 0-16,6 4 0 0,5 1 0 15,-3 5 0-15,2 5 0 0,-4-1 0 16,0-1 0-16,0-6 0 0,8-10 0 16,-1-10 0-16,-3-14-573 0,-2-15-1620 15,-2-8 344-15</inkml:trace>
  <inkml:trace contextRef="#ctx0" brushRef="#br0" timeOffset="4756.47">20942 1141 6563 0,'0'0'348'0,"48"-10"-64"15,-11 2 600-15,4 0-771 0,7-1-113 16,-1 1 0-16,-1 1 0 16,-1 4 0-16,-4-1-429 0,-10 3-788 15,-2 0-495-15</inkml:trace>
  <inkml:trace contextRef="#ctx0" brushRef="#br0" timeOffset="5007.58">21461 1055 5454 0,'0'0'1325'0,"-46"-7"88"16,22 6-1413-16,1 1 0 0,-2 3 0 15,6 1 0-15,3 2 0 0,3 4 0 16,3 0 0-16,8 0 0 0,2 2 0 16,6 1 0-16,11 2 0 0,1 0 0 15,5-2 0-15,4-1 0 0,0-1 0 16,-2 0 0-16,2 2 0 0,-1-1 0 15,-5 1 0-15,-4 0 0 16,-7 1 0-16,-6 2 0 0,-4-2 0 16,-6 4 0-16,-9 0 0 0,-5 0 0 15,-7 0 0-15,0-6 0 0,0-4 0 16,0-5 0-16,2-3 0 16,1-4 0-16,7-3-1754 0,5-4-1167 0</inkml:trace>
  <inkml:trace contextRef="#ctx0" brushRef="#br0" timeOffset="5648.2">22410 1114 5962 0,'0'0'697'0,"-15"-49"-185"0,1 34 388 16,-1 5-779-16,-1 4-121 0,-3 6 0 15,-4 3 0-15,3 8 0 0,1 7 0 16,0 6 0-16,-1 3 0 0,5 5 0 16,3 2 0-16,6 2 0 0,2 1 0 15,4 0 0-15,6-3 0 0,8-8 0 16,7-4 0-16,6-9 0 0,4-6 0 15,0-7 0-15,2-4 0 16,-2-8 0-16,-4-2 0 0,-2-5-141 16,-3 1-431-16,-1 4 316 0,0 2 4 15,-5 8-217-15,1 4 125 0,-3 3 28 16,-3 8 136-16,-1 0 160 16,0 3 20-16,-4 0 208 0,1-1 32 15,-1-4 8-15,0-1 125 0,2-3-189 16,3-3-16-16,-3-2 72 0,0 0-148 15,-2-3 44-15,-1-3 248 16,-1-4-132-16,-2-7-227 0,-2-3-25 16,-4-3 0-16,-5-3 0 0,1-2 0 15,0-1 0-15,-3 0 0 0,11 3 0 16,-2 4 0-16,4 3 0 0,5 2 0 16,3 2 0-16,4 2 0 0,3 3 0 15,4 0 0-15,3 5 0 0,-3 3-1021 16,-8 0-760-16,-3 2-1244 0</inkml:trace>
  <inkml:trace contextRef="#ctx0" brushRef="#br0" timeOffset="5928.37">22782 1314 5862 0,'0'0'448'0,"31"2"537"0,-2-10-205 15,0-5-663-15,0-6-117 0,-3-6 0 16,-3-2 0-16,-4-5 0 0,-9-2 0 15,-6-3 0-15,-6-1 0 16,-8 5 0-16,-7 5 0 0,-7 12 0 16,-1 10 0-16,-8 8 0 0,2 13 0 15,-7 10 0-15,12 8 0 0,-1 5 0 16,8 4 0-16,9-1 0 0,12-2 0 16,10-3 0-16,19-2 0 0,6-6 0 15,15-8 0-15,4-4 0 0,6-12 0 16,0-4 0-16,-12-3 0 0,-3-8-2014 0</inkml:trace>
  <inkml:trace contextRef="#ctx0" brushRef="#br0" timeOffset="6577.78">23819 1168 2917 0,'0'0'2433'15,"0"0"-1188"-15,0 0-809 0,0 0-128 16,0 0 196-16,9 48-220 16,-3-11-219-16,0 5-65 0,-2-2 0 15,-2-5 0-15,0-3 0 0,-2-3 0 16,0-3 0-16,0-5 0 0,-4-7 0 15,2-5 0-15,2-6 0 16,0-3 0-16,0-2 0 0,4-13 0 16,5-17 0-16,5-12 0 0,1-7 0 15,1-3 0-15,-1 7 0 0,-1 5 0 16,0 8 0-16,-1 11 0 0,-5 14 0 16,0 10 0-16,1 14 0 0,-1 12 0 15,0 8 0-15,0 5 0 0,-1-3 0 16,-3-1 0-16,6-4 0 0,0-5 0 15,1-7 0-15,-3-6 0 16,0-7 0-16,-4-4 0 0,-1-3 0 16,1-4 0-16,6-13 0 0,0-15 0 15,3-7 0-15,1-3 0 0,-3 1 0 16,-1 10 0-16,2 5 0 16,-3 8 0-16,-5 8 0 0,0 7 0 15,-2 5 0-15,4 11 0 0,-2 16 0 16,0 9 0-16,1 6 0 0,-3 0 0 15,2-5 0-15,4-7 0 16,2-6 0-16,7-4 0 0,6-9-213 16,-5-7-1336-16,3-6-712 0</inkml:trace>
  <inkml:trace contextRef="#ctx0" brushRef="#br0" timeOffset="6884.09">24450 1127 7235 0,'0'0'957'0,"-17"-38"-957"0,7 27 0 0,-2 13 0 15,-7 8 0-15,-2 8 0 16,-1 8 0-16,-1 4 0 0,0 2 0 16,7 0 0-16,1-3 0 0,5-1 0 15,4-4 0-15,6-2 0 0,2-3 0 16,8-6 0-16,7-5 0 16,5-6 0-16,3-4 0 0,2-6 0 15,-2-4 0-15,0-2 0 0,-7 1 0 16,-5 2 0-16,-5 0 0 0,-4 6 0 15,-4 3 0-15,0 2 0 16,0 0 0-16,0 8 0 0,-4 9 0 16,0 5 0-16,4 2 0 0,0-2 0 15,0-7 0-15,6-3 0 0,2-4 0 16,5-3 0-16,1-4 0 0,5-3-725 16,-7-2-272-16,3-5-671 0</inkml:trace>
  <inkml:trace contextRef="#ctx0" brushRef="#br0" timeOffset="7191.59">24731 1179 5826 0,'0'0'1041'0,"2"-38"-557"15,-10 20 357-15,-3 4-841 0,-3 2 0 16,-3 5 0-16,-3 3 0 16,-1 4 0-16,0 5 0 0,3 5 0 15,-1 3 0-15,5 3 0 0,3 0 0 16,3 3 0-16,6 0 0 0,2 0 0 15,6-2 0-15,9 0 0 16,3-3 0-16,3 0 0 0,4-2 0 16,-2-1 0-16,-1-2 0 0,1-1 0 15,-6-1 0-15,-5-4 0 0,-6 1 0 16,-4-2 0-16,-2 2 0 0,-4 1 0 16,-6 3 0-16,-11 1 0 0,-2 0 0 15,-1-2 0-15,3-5 0 0,9-2 0 16,3 0 0-16,3 0 0 0,4-2 0 15,2-2 0-15,8-2 0 0,13-4-1457 16,-2 1 92-16,3-1-552 0</inkml:trace>
  <inkml:trace contextRef="#ctx0" brushRef="#br0" timeOffset="7502.43">25039 1068 7131 0,'0'0'884'0,"0"0"-707"0,-45-31-177 15,26 26 0-15,0 3 0 16,3 2 0-16,1 2 0 0,3 2 0 16,4-1 0-16,1 2 0 0,3 2 0 15,-2 5 0-15,2 8 0 0,4 6 0 16,6 1 0-16,7 0 0 0,3-3 0 16,3-1 0-16,-1-3 0 0,5-1 0 15,-2-4 0-15,-5-1 0 0,1-3 0 16,-7-2 0-16,-4-4 0 0,-4 0 0 15,-2 1 0-15,0-1 0 16,-10 4 0-16,-6 1 0 0,-7-2 0 16,-2-3 0-16,-2-4 0 0,4-2 0 15,3-7 0-15,3-7 0 0,7-8 0 16,6-8-1177-16,4 2-128 16,2-5-196-16</inkml:trace>
  <inkml:trace contextRef="#ctx0" brushRef="#br0" timeOffset="7691.5">25237 632 2657 0,'0'0'3881'16,"0"0"-3148"-16,0 0-221 0,-12 42-103 15,0-1-409-15,-3 12 0 0,3 6 0 16,6 4 0-16,-3 2 0 0,7 4 0 16,0-1 0-16,0-4 0 0,2-3 0 15,4-2 0-15,-2-8 0 0,5-5 0 16,-3-8 0-16,2-10 0 0,0-10 0 15,-2-9-517-15,-2-7-860 16,0-7-2540-16</inkml:trace>
  <inkml:trace contextRef="#ctx0" brushRef="#br0" timeOffset="7940.66">25229 1360 6859 0,'0'0'1096'16,"0"0"-859"-16,0 0-237 0,52-25 0 15,-15 6 0-15,7-3 0 0,-1-2 0 16,-10 3 0-16,-4 4 0 0,-10 1 0 15,-9-1 0-15,-6 2 0 16,-4 0 0-16,-10-1 0 0,-7 6 0 16,-4 6 0-16,-5 4 0 0,-1 13 0 15,-4 9 0-15,-2 9 0 0,2 9 0 16,2 4 0-16,4 2 0 0,8 1 0 16,9-5 0-16,8-4 0 0,12-8 0 15,9-7 0-15,14-9 0 0,7-8 0 16,7-6 0-16,3-11 0 0,2-7 0 15,-5-9-813-15,-14 6-328 16,-4-6-3697-16</inkml:trace>
  <inkml:trace contextRef="#ctx0" brushRef="#br0" timeOffset="8267.45">25804 1169 6114 0,'0'0'973'15,"0"0"-473"-15,-41-29 105 0,22 26-605 16,-4 3 0-16,0 0 0 0,-1 4 0 15,-1 4 0-15,0 3 0 16,0 3 0-16,5 0 0 0,1 1 0 16,7 1 0-16,3-2 0 0,7 1 0 15,2-1 0-15,11 1 0 0,7-1 0 16,5-2 0-16,8 0 0 0,0-2 0 16,0-1 0-16,0-2 0 0,-2 2 0 15,-6 0 0-15,-5-3 0 0,-7-1 0 16,-5 0 0-16,-4 0 0 0,-2 6 0 15,-8 1 0-15,-9 6 0 0,-6-3 0 16,-4-2 0-16,5-3 0 16,-1-5 0-16,4 0 0 0,3-4 0 15,1 0 0-15,7-1 0 0,0 0 0 16,4 0 0-16,4-1 0 16,6-3-585-16,0-1-1904 0,8-8-164 0</inkml:trace>
  <inkml:trace contextRef="#ctx0" brushRef="#br0" timeOffset="8585.16">26159 1077 3529 0,'0'0'3746'0,"0"0"-2970"0,-35-34-635 16,21 28-141-16,-5 2 0 0,-4 3 0 15,1 1 0-15,1 5 0 0,2 2 0 16,5 2 0-16,4 3 0 0,3 2 0 15,5 2 0-15,4 1 0 0,9 2 0 16,3-1 0-16,3 2 0 16,6-2 0-16,-3 0 0 0,-1 0 0 15,1-2 0-15,-1 1 0 0,0 0 0 16,-3 1 0-16,3 0 0 16,-3 1 0-16,1 4 0 0,1-1 0 15,-5-1 0-15,-5-2 0 0,-8-2 0 16,-10-5 0-16,-13 1 0 0,-8-4 0 15,-8-1 0-15,-9-3 0 16,-1-3 0-16,-3-2 0 0,0-2 0 16,7-2 0-16,3 1 0 0,9 1 0 15,9 0-1045-15,3-1-1184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01:22.54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4742 1717 4285 0,'0'0'841'0,"0"0"-117"0,0 0 349 16,0 0-505-16,0 0-140 0,0 0-155 15,0 0-273-15,0 0 0 0,-10-3 0 16,12 30 0-16,0 6 0 0,2 12 0 16,-4 5 0-16,2 1 0 0,0 6 0 15,-2 2 0-15,0 4 0 0,2 4 0 16,2 5 0-16,0 3 0 0,5 1 0 15,-1 1 0-15,4-2 0 0,3-4 0 16,-3-6 0-16,3-3 0 16,-1-5 0-16,3-5 0 0,-7-8 0 15,2-8 0-15,-3-6 0 0,-3-6 0 16,-6-10 0-16,4-3 0 16,-4-8 0-16,0-1 0 0,0-2 0 15,-8-10 0-15,-3-7 0 0,-5-11 0 16,-1-9 0-16,-7-4 0 0,1-3 0 15,-8-2 0-15,4 3 0 0,0 6 0 16,2 9 0-16,9 9 0 16,-1 5 0-16,7 7 0 0,6 4 0 15,-3 3 0-15,3 0 0 0,-2 4 0 16,2 6 0-16,-2 7 0 0,6 7 0 16,0 3 0-16,0 5 0 0,10 0 0 15,0 3 0-15,3 1 0 0,3 1 0 16,5-4 0-16,0-1 0 0,-1-4 0 15,1-6 0-15,0-8 0 16,-1-4 0-16,1-9 0 0,-4-6 0 16,3-12 0-16,-3-6 0 0,1-8 0 15,1-7 0-15,0-2 0 0,-1-2 0 16,3 2 0-16,-2-2 0 16,-3 2 0-16,-1 1 0 0,-7 10 0 15,0-1-657-15</inkml:trace>
  <inkml:trace contextRef="#ctx0" brushRef="#br0" timeOffset="450.3">5470 1965 7147 0,'0'0'200'0,"0"0"-52"0,-11 41 196 16,1-8 9-16,0 6-353 0,5 3 0 15,1 4 0-15,4 7 0 0,0 6 0 16,2 4 0-16,0 3 0 0,-2 3 0 15,0-6 0-15,-4-3 0 0,2-9 0 16,-2-6 0-16,0-12 0 16,4-9 0-16,0-12 0 0,0-8-1065 15,0-8-2165-15</inkml:trace>
  <inkml:trace contextRef="#ctx0" brushRef="#br0" timeOffset="609.27">5352 2068 7135 0,'0'0'296'0,"49"0"296"0,-18 0-423 16,2-1-169-16,-2-3 0 0,3 3 0 15,-3-4 0-15,0 2 0 0,0-2 0 16,-5 2 0-16,-1 0 0 0,2 1 0 16,-10 1 0-16,-5 0-1553 0,-4 1-4350 0</inkml:trace>
  <inkml:trace contextRef="#ctx0" brushRef="#br0" timeOffset="797.18">5428 2370 6450 0,'0'0'1357'0,"48"19"-972"15,-17-14-385-15,0-3 0 0,-4-2 0 16,0 0 0-16,4 0 0 0,6-2 0 15,0-5 0-15,6-4 0 0,-12 1-1726 16,0-6-2195-16</inkml:trace>
  <inkml:trace contextRef="#ctx0" brushRef="#br0" timeOffset="1173.32">6092 1831 4854 0,'0'0'616'16,"0"0"-244"-16,0 0 120 0,0 0 17 0,-44 40-281 15,20 1 20-15,1 9 180 16,2 4-212-16,5 6 13 0,-3 3-229 16,7 6 0-16,-5 4 0 0,7 2 0 15,-1 6 0-15,1-1 0 0,6 0 0 16,2-8 0-16,2-8 0 0,12-11 0 15,-1-10 0-15,3-10 0 16,3-8 0-16,3-12 0 0,7-6 0 16,0-8 0-16,-6-6-1265 0,-1-8-512 0</inkml:trace>
  <inkml:trace contextRef="#ctx0" brushRef="#br0" timeOffset="1597.74">6168 2341 6290 0,'0'0'849'0,"0"0"-241"15,-31 35-324-15,17-16-192 0,1 6-23 16,9 1-69-16,-2 5 0 0,6 3 0 16,0-2 0-16,6-1 0 0,5-4 0 15,1-4 0-15,7-8 0 0,-3-4 0 16,-1-5 0-16,1-6 0 0,-3-1 0 15,1-10 0-15,1-3 0 16,-5-4 0-16,0-4 0 0,-2-1 0 16,1 2 0-16,-3 5 0 0,-2 7-145 15,-4 5-7-15,0 3 116 0,0 1 36 16,0 4 0-16,0 3-44 16,0 5 44-16,6 4 32 0,0 0-24 15,5-1 12-15,3-2 32 0,3-6-40 16,3-1 16-16,1-6 104 0,0 0-104 15,-1-3 37-15,-3-5-65 0,-3-3 0 16,-1-3 0-16,-9-2 0 16,2-3 0-16,-6 0 0 0,-6-2 0 15,-2-3 0-15,-3-1 0 0,-1 1 0 16,2 3 0-16,3 3 0 0,7 5 0 16,0-1 0-16,0 2-605 0,7-1-2617 0</inkml:trace>
  <inkml:trace contextRef="#ctx0" brushRef="#br0" timeOffset="1847.65">6553 1938 7135 0,'0'0'400'0,"0"0"-120"0,0 0 97 0,0 0-377 16,0 0 0-16,41 8 0 0,-20 17 0 15,6 10 0-15,4 13 0 0,2 5 0 16,8 14 0-16,-4 7 0 16,-2 8 0-16,-8 6 0 0,-10-1 0 15,-17 0 0-15,-15-4 0 0,-16-6 0 16,-12-6 0-16,-9-6 0 0,-1-9 0 16,-5-11 0-16,16-18-917 0,1-12-3977 0</inkml:trace>
  <inkml:trace contextRef="#ctx0" brushRef="#br0" timeOffset="24875.93">26639 14272 3549 0,'0'0'3098'15,"0"0"-2746"-15,0 0-108 0,0 0 556 16,-45-17-651-16,24 12-149 0,0 3 0 16,-4 2 0-16,-4 0 0 0,-6 7 0 15,-8 6 0-15,-5 3 0 0,-10 8 0 16,-2 7 0-16,-6 5 0 15,-4 5 0-15,-4 5 0 0,-5 4 0 16,1 2 0-16,-3 0 0 0,4 2 0 16,3-3 0-16,4-1 0 15,10-2 0-15,6-5 0 0,13-3 0 16,8-4 0-16,14-8 0 0,5-3 0 16,7-7 0-16,7-5 0 0,0-5-589 15,2-4-1188-15</inkml:trace>
  <inkml:trace contextRef="#ctx0" brushRef="#br0" timeOffset="27808.49">21581 14769 3569 0,'0'0'1937'0,"0"0"-756"15,0 0-721-15,0 0-156 0,-9 64 148 16,-1-17-244-16,0 7-127 0,-1 0-81 16,5-5 0-16,2 2 0 0,4-1 0 15,0 0 0-15,0-4 0 0,4-7 0 16,0-2 0-16,-2-6 0 15,3-6 0-15,1-5 0 0,0-7-461 16,-2-7-1044-16,2-4-11 0,5-4-365 0</inkml:trace>
  <inkml:trace contextRef="#ctx0" brushRef="#br0" timeOffset="27949.34">21736 15163 6454 0,'0'0'853'0,"-13"50"-217"0,1-18-387 0,0 0-249 15,1-1 0-15,1-2 0 16,0 1 0-16,5-5 0 0,-1-4 0 16,6-3 0-16,0-6 0 0,4-5 0 15,0-4-1329-15,5-6-664 0</inkml:trace>
  <inkml:trace contextRef="#ctx0" brushRef="#br0" timeOffset="28066.04">21856 14672 5134 0,'0'0'236'16,"0"0"264"-16,0 0-292 15,0 0-208-15,0 0-872 0,0 0-861 0</inkml:trace>
  <inkml:trace contextRef="#ctx0" brushRef="#br0" timeOffset="28290.5">21909 14832 5786 0,'-6'36'464'0,"2"-4"89"0,2 8 311 16,0-1-392-16,2 5-419 0,0 1-53 16,0 3 0-16,0 0 0 0,-2 1 0 15,-2-1 0-15,-2-1 0 16,-5-4 0-16,7-1 0 0,-2-8 0 15,4-6 0-15,-2-6-345 0,0-8-483 16,4-5-1173-16,0-9-268 0</inkml:trace>
  <inkml:trace contextRef="#ctx0" brushRef="#br0" timeOffset="28613.5">21845 15286 5938 0,'0'0'901'0,"0"0"-201"0,0 0-47 16,0 0-653-16,17-42 0 0,4 31 0 15,5-1 0-15,-1 6 0 0,-2 0 0 16,-2 5 0-16,-1 1 0 0,-5 2 0 16,-5 3 0-16,-2 0 0 0,-3 0 0 15,-5-1 0-15,0 1 0 16,-3 4 0-16,-5 1 0 0,-6 5 0 15,-3 2 0-15,1 0 0 0,1 1 0 16,3-1 0-16,1 1 0 0,5 2 0 16,0-1 0-16,4 0 0 15,2 0 0-15,4-3 0 0,6-1 0 16,1-4 0-16,5-3 0 0,5-4-565 16,0-3-315-16,-5-1-1261 0,-1-4-240 15</inkml:trace>
  <inkml:trace contextRef="#ctx0" brushRef="#br0" timeOffset="28846.15">22153 15451 4734 0,'0'0'1676'0,"40"-8"-1031"0,-16-5 371 16,-1-4-895-16,0-2-121 0,-5-1 0 16,-3-3 0-16,-9 1 0 0,-4-3 0 15,-8 3 0-15,-4 3 0 16,-7 8 0-16,-4 6 0 0,-1 9 0 15,-5 10 0-15,-2 6 0 0,4 7 0 16,2 5 0-16,3 3 0 0,9-1 0 16,11-2 0-16,11-1 0 15,16-7 0-15,8-5 0 0,10-8 0 16,15-3 0-16,10-8-305 0,-12 0-1548 16,4-4-1408-16</inkml:trace>
  <inkml:trace contextRef="#ctx0" brushRef="#br0" timeOffset="29349.6">23003 15315 3681 0,'0'0'2701'0,"-17"-55"-2096"0,11 31-37 0,-2 11 69 15,2 5-637-15,-5 7 0 0,-5 9 0 16,-1 10 0-16,-8 11 0 0,-1 5 0 16,9 0 0-16,1 1 0 0,5-5 0 15,7-3 0-15,4-6 0 0,6-5 0 16,7-6 0-16,3-4 0 0,3-6 0 16,4-7 0-16,1-4 0 0,1-4 0 15,-2-1 0-15,0 2 0 16,-3-1 0-16,-3 4 0 0,-5 3 0 15,5 5 0-15,-7 3 0 0,3 8 0 16,-1 2 0-16,-2 3 0 0,1 0 0 16,-1 1 0-16,2-1 0 15,1-1 0-15,3-3 0 0,1-6 0 16,3-3 0-16,1-2-781 0,-8-3-1284 16,3-1-1773-16</inkml:trace>
  <inkml:trace contextRef="#ctx0" brushRef="#br0" timeOffset="29972.32">23644 14930 5786 0,'0'0'680'0,"-31"65"329"0,16-24-577 16,5 3-147-16,2 1-285 15,1-1 0-15,3 1 0 0,4 0 0 16,0 0 0-16,0-2 0 0,0-2 0 16,4-3 0-16,3-3 0 0,3-8-361 15,0-6-759-15,-1-8-313 0,-1-7-2729 0</inkml:trace>
  <inkml:trace contextRef="#ctx0" brushRef="#br0" timeOffset="30227.51">23879 15293 5394 0,'0'0'1080'15,"0"0"-531"-15,0 0 303 0,-37-15-624 16,21 22-139-16,1 6-89 0,-1 6 0 16,1 1 0-16,3 3 0 0,1 0 0 15,1 1 0-15,6 1 0 0,4-1 0 16,0-3 0-16,8-3 0 15,5-4 0-15,3-3 0 0,3-6 0 16,3-5 0-16,-1-5 0 0,0-7 0 16,-7-4 0-16,-1-3 0 0,-9-3 0 15,0-1 0-15,-4-1 0 0,0 1 0 16,0 1 0-16,-4 0 0 0,0 1-269 16,0 1-587-16,-3 3-61 0,7 6-1576 15</inkml:trace>
  <inkml:trace contextRef="#ctx0" brushRef="#br0" timeOffset="30502.5">23927 15265 4357 0,'0'0'1621'0,"0"0"-1016"16,-25 51-57-16,23-32-16 0,2 1-352 16,0 3 28-16,2-3-67 0,4 1-141 15,3-3 0-15,1-4 0 0,0 0 0 16,7-3 0-16,-3-4 0 15,3-3 0-15,-3-3 0 0,3-3 0 16,-1-7 0-16,-3-2 0 0,1-5 0 16,-3-4 0-16,-3-3 0 0,-2-2 0 15,-2 1 0-15,-2 2 0 0,0 3 0 16,-2 6 0-16,0 6 0 0,0 4 0 16,-2 3-929-16,0 2-188 0,2 7-2076 0</inkml:trace>
  <inkml:trace contextRef="#ctx0" brushRef="#br0" timeOffset="30737.82">24229 15348 5706 0,'0'0'1201'0,"0"-36"84"0,-4 19-1285 16,-1 5 0-16,-1 2 0 0,2 4 0 15,0 4 0-15,-2 0 0 0,-2 2 0 16,-3 12 0-16,-7 11 0 0,1 10 0 15,-2 8 0-15,7-2 0 16,6-5 0-16,2 0 0 0,6-5 0 16,8-5 0-16,5-5 0 0,5-6 0 15,3-7 0-15,2-6 0 0,4-10 0 16,0-7 0-16,-2-10 0 0,-7 3-2026 16,-3-3-403-16</inkml:trace>
  <inkml:trace contextRef="#ctx0" brushRef="#br0" timeOffset="30875.99">24342 14948 5646 0,'0'0'1221'0,"0"0"-593"15,-16 47-100-15,8-17-359 0,-3 7-169 16,3 4 0-16,0 4 0 0,-1 1 0 16,1 1 0-16,2 1 0 0,4-2 0 15,2-1 0-15,2-3 0 16,6-5-1017-16,1-11-340 0,3-8-3013 0</inkml:trace>
  <inkml:trace contextRef="#ctx0" brushRef="#br0" timeOffset="31263.16">24659 15316 4430 0,'0'0'892'0,"0"0"-204"16,0 0 329-16,0 0-497 0,0 0-220 16,-40-16 45-16,16 21-345 15,-5 6 0-15,2 0 0 0,6-1 0 16,0 2 0-16,9 0 0 0,2 1 0 16,6 0 0-16,2 0 0 15,4 0 0-15,4 0 0 0,8 0 0 0,5-1 0 16,2 1 0-16,-1-1 0 15,3-1 0-15,-4-2 0 0,-3 2 0 16,-1-5 0-16,-7 1-245 0,-4 1-171 16,-4 2 244-16,0 3 172 0,-6 3 56 15,-5 1 16-15,-1 1 92 0,-2-2 40 16,-1-1-184-16,3-1 24 0,-3-1-40 16,3-1-4-16,-7-3-64 0,3 0-280 15,-3-5-212-15,0-2-137 16,5-2-1332-16,2-2-352 0</inkml:trace>
  <inkml:trace contextRef="#ctx0" brushRef="#br0" timeOffset="31650.83">24568 16048 5090 0,'0'0'668'16,"-9"35"-520"-16,9-23 176 0,0-7-4 15,0-4-283-15,3-4 19 0,-1-10 108 16,4-11-88-16,2-10 8 0,2-7 96 16,1-9-36-16,-3-7 20 15,2-13 236-15,3-8-128 0,1-3-207 16,5 6-65-16,4 15 0 0,1 18 0 15,-1 14 0-15,-4 8 0 0,-9 6 0 16,-2 3 0-16,-6 5 0 0,-2 4 0 16,0 0 0-16,5 0 0 15,-5 2 0-15,2 4 0 0,-2 8 0 16,2 9 0-16,-2 5 0 0,0 4 0 16,-9 1 0-16,5-3 0 0,-4-2 0 15,2-2 0-15,-2-3 0 0,3-2 0 16,1-5-249-16,0-3-951 15,2-4-53-15,-2-6-372 0</inkml:trace>
  <inkml:trace contextRef="#ctx0" brushRef="#br0" timeOffset="32214.64">24818 15597 3117 0,'0'0'964'0,"45"-13"-163"0,-24 6 323 16,-7 0-748-16,1 1-147 0,-3-3 147 15,1 1-64-15,-3-1 4 16,2-2 240-16,1-1-535 0,-1-1-21 15,3-1 0-15,-1-1 0 0,-3-2 0 16,5-1 0-16,-3 3 0 0,-5 0 0 16,-2 5 0-16,-6 0 0 15,0 5 0-15,-10 2 0 0,-7 1 0 16,-6 2 0-16,1 3 0 0,-3 8 0 16,2 4 0-16,-2 5 0 15,0 4 0-15,7 4 0 0,-1 1 0 0,9-3 0 16,8-1 0-16,6-5-297 15,8-1-203-15,11-6 64 0,6-5-173 16,4-3 101-16,4-5-56 0,1-1-545 16,3-6 789-16,-6-2 316 0,-2-5 0 15,-6 0 8-15,-4-3 168 0,-7-2 381 16,-7 3-169-16,-9-2 212 0,0-1 509 16,-3-1-553-16,-3 1-80 0,-4 2 41 15,2 5-513-15,-1 4 0 16,3 6 0-16,-2 2 0 0,-4 3 0 15,-5 8 0-15,-2 5 0 0,3 3 0 16,3 2 0-16,1-1 0 0,4 4 0 16,2-3 0-16,6-3 0 15,0-4 0-15,8-2 0 0,0-5 0 16,2 0 0-16,3-5 0 0,-1-2 0 16,3-2 0-16,-5-5 0 0,2-1 0 15,1 1 0-15,-3-1 0 0,-4 3 0 16,1 1 0-16,-5 4 0 15,0 0 0-15,0 9 0 0,2 8 0 16,-2 4 0-16,2 2 0 0,2-3 0 16,1-6 0-16,3-3 0 0,0-4-349 15,3-7-663-15,-3 0-169 0,-4-4-1864 0</inkml:trace>
  <inkml:trace contextRef="#ctx0" brushRef="#br0" timeOffset="32402.46">25374 15108 7023 0,'0'0'544'0,"0"0"81"0,0 0-625 15,0 0 0-15,-19 47 0 0,15-9 0 16,0 8 0-16,2 6 0 0,0 4 0 16,-2 5 0-16,2 3 0 0,0-3 0 15,0-6 0-15,-1-6 0 0,3-6 0 16,0-8 0-16,0-6-1177 15,0-11-600-15,-2-7-664 0</inkml:trace>
  <inkml:trace contextRef="#ctx0" brushRef="#br0" timeOffset="33063.67">25349 15598 6506 0,'0'0'841'0,"0"0"-193"16,0 0-451-16,25-38-197 0,-15 25 0 15,3 1 0-15,-1 0 0 0,7 3 0 16,1 1 0-16,3 2 0 0,6 1 0 16,-2 4 0-16,2 1 0 15,-6 0 0-15,-5 4 0 0,-3 0 0 16,-9 2 0-16,-2-3 0 0,-6 3 0 16,-8 4 0-16,-11 8 0 0,-6 3 0 15,-8 3 0-15,0-3 0 0,4-2 0 16,6-2 0-16,6-3 0 0,9-2 0 15,6 1 0-15,4 1 0 16,6 1 0-16,6 0 0 0,7 0 0 16,4-2 0-16,4-2 0 0,0-4 0 15,1-2 0-15,1-2 0 0,-6-3 0 16,0 0-525-16,-9-4-19 0,-7 0-465 16,-5-1 241-16,-2 3 512 0,-2-3 256 15,-3-1 256-15,-3 2 40 16,2-1 188-16,0 0-184 0,-3 2-67 15,5 1 79-15,0 1-184 0,2 1 0 16,2 0 96-16,0 0-172 0,2 1 4 16,6 1 112-16,5 1-24 15,1 0 32-15,1-3-31 0,-3 0-145 0,1-4 0 16,-5-1 0-16,0-3 0 16,-2-1 0-16,-1-1 0 0,-5-2 0 15,0 3 0-15,-3 2 0 0,-3 3 0 16,-2 2 0-16,-4 2 0 0,-3 3 0 15,1 3 0-15,3 4 0 16,3 3 0-16,2 4-93 0,6 2-455 16,0 2 376-16,4 1 172 0,4 1 12 15,3 0-8-15,-1 1 60 0,2-2 176 16,1-1-64-16,3-3 12 0,-1-1-59 16,-1-4-129-16,-3-4 0 0,-3-4 0 15,-4-3 0-15,-4-1 0 16,2-1 0-16,-2 0 0 0,2-8 0 15,2-8 0-15,4-8 0 0,3-3 0 16,7 0 0-16,3 6 0 0,2 3 0 16,2 1 0-16,1-5 0 0,-1-6 0 15,-6 4 0-15,-7-7-3230 0</inkml:trace>
  <inkml:trace contextRef="#ctx0" brushRef="#br0" timeOffset="56206.75">26296 3052 2225 0,'0'0'2645'0,"0"0"-1337"0,0 0-627 16,0 0-45-16,0 0 61 0,0 0-697 16,0 0 0-16,0 0 0 0,14 43 0 15,-3-10 0-15,-3 7 0 16,0 4 0-16,0 8 0 0,3 6 0 16,1 9 0-16,1 6 0 0,-1 3 0 15,0 2 0-15,1-3 0 0,-1-5 0 16,3-6 0-16,-1-4 0 0,-1-9 0 15,-1-5 0-15,0-8 0 0,1-6 0 16,-5-8 0-16,0-11 0 0,-2-9 0 16,-1-8 0-16,-5-21 0 15,0 0-1593-15,0-11-1649 0</inkml:trace>
  <inkml:trace contextRef="#ctx0" brushRef="#br0" timeOffset="56583.04">26217 3052 4201 0,'0'0'3030'0,"0"0"-2406"0,0 0-287 15,0 0-337-15,0 0 0 0,33-4 0 16,5-4 0-16,7-1 0 15,9-6 0-15,0 3 0 0,5 2 0 16,6-3 0-16,-3 2 0 0,4-2 0 16,-2 1 0-16,-10 3 0 0,-9 0 0 15,-12 6 0-15,-10 3 0 16,-9 0 0-16,-10 1-925 0,-1 5-2713 0</inkml:trace>
  <inkml:trace contextRef="#ctx0" brushRef="#br0" timeOffset="56892.53">26839 2901 5546 0,'0'0'784'16,"0"0"53"-16,0 0-365 15,5 34-32-15,1 2-327 0,0 13-113 16,4 8 0-16,3 2 0 0,1 0 0 16,5 4 0-16,-1 7 0 15,-1 6 0-15,0 3 0 0,-5 2 0 16,-2-3 0-16,-1-8 0 0,-1-8 0 16,2-9 0-16,-4-10 0 0,1-5 0 15,-1-7 0-15,-4-8 0 0,-2-9 0 16,0-6 0-16,0-7 0 0,0-4-961 15,-2-1-1060-15,-2-12-736 0</inkml:trace>
  <inkml:trace contextRef="#ctx0" brushRef="#br0" timeOffset="57228.59">26434 4140 6687 0,'0'0'956'0,"0"0"-407"0,60 19-549 15,-12-12 0-15,10-4 0 0,4-6 0 16,6-4 0-16,2-6 0 16,-2 0 0-16,-1-1 0 0,-5 4 0 15,-15 2 0-15,-6 3 0 0,-12 4 0 16,-10-1 0-16,-7 1 0 0,-5 0-681 16,-7-6-6414-16</inkml:trace>
  <inkml:trace contextRef="#ctx0" brushRef="#br0" timeOffset="58191.91">26554 2973 4361 0,'0'0'441'0,"0"0"459"0,0 0-208 0,0 0-187 16,0 0 131-16,0 0-308 0,6 36 1 16,-18 3-329-16,-7 8 0 0,-1 0 0 15,1-2 0-15,1-2 0 0,3-5 0 16,5-6 0-16,4-5 0 15,3-8 0-15,6-8 0 0,5-8 0 16,10-7 0-16,5-15 0 0,10-11-177 16,6-7-271-16,7-8-581 15,-1 0 89-15,1 1 208 0,-7 6 7 16,-6 7 689-16,-12 14 36 0,-11 8 489 16,-6 8 15-16,-4 1 204 0,-4 6 613 15,-4 7-657-15,-6 6-263 0,-7 8-401 16,-2 5 0-16,-2 3 0 0,5-1 0 15,-1 4 0-15,0 1 0 0,3 3 0 16,1-1 0-16,1 0 0 0,5-5 0 16,1 0 0-16,4-8 0 15,2-8 0-15,4-7 0 0,4-8 0 16,12-12 0-16,7-11 0 0,8-11 0 16,8-9 0-16,-1-1 0 0,1 1 0 15,-2 6 0-15,-4 7 0 16,-6 7 0-16,-6 8 0 0,-3 6 0 15,-7 4 0-15,-3 1 0 0,-4 3 0 16,-2 4 0-16,-2 5 0 0,-4 8 0 16,-8 7 0-16,-9 8 0 15,-4 8 0-15,-2 3 0 0,-4 3 0 16,4 3 0-16,-2 2 0 0,7-2 0 16,-3-1 0-16,8-4 0 0,5-7 0 15,4-9 0-15,8-7 0 0,0-9 0 16,8-4 0-16,2-4 0 0,3-5 0 15,-1-2 0-15,2-2 0 0,-3-7 0 16,-1-7 0-16,-4-8 0 0,-4 2-2286 16,-4-6-2496-16</inkml:trace>
  <inkml:trace contextRef="#ctx0" brushRef="#br0" timeOffset="58688.53">26575 3053 5922 0,'0'0'1053'0,"0"0"-305"0,0 0-279 16,0 0-469-16,4-59 0 0,8 6 0 16,7-13 0-16,2-6 0 0,4-4 0 15,6-2 0-15,8-8 0 0,6 0 0 16,3 1 0-16,3 9 0 0,-1 13 0 15,-6 16 0-15,-9 13 0 0,-4 9 0 16,-9 7-377-16,-5 4-675 0,-7 5-1522 16</inkml:trace>
  <inkml:trace contextRef="#ctx0" brushRef="#br0" timeOffset="59174.76">27385 1378 5318 0,'0'0'476'0,"-20"-44"313"16,5 23 363-16,-1 3-695 15,-1 1-457-15,-2 5 0 0,-1 2 0 16,-1 3 0-16,0 6 0 0,-1 1 0 16,1 8 0-16,2 9 0 0,-1 6 0 15,3 8 0-15,1 8 0 16,5 3 0-16,3 3 0 0,6 3 0 16,4 0 0-16,6 2 0 0,9 2 0 15,3-1 0-15,3-1 0 0,4-1 0 16,2 1 0-16,-2-4 0 0,-2-2 0 15,-3-3 0-15,-1-6 0 0,-4-3 0 16,-5-6 0-16,-2-4 0 16,-8-6-581-16,1-3-632 0,-3-7-451 0</inkml:trace>
  <inkml:trace contextRef="#ctx0" brushRef="#br0" timeOffset="59353.99">27193 1939 6667 0,'0'0'984'0,"0"0"-532"16,0 0-363-16,52-18-89 0,-28 15 0 16,1 1 0-16,4 0 0 0,0 0 0 15,4 0 0-15,2 1 0 16,-2 1-261-16,3 0-727 0,-12 0-1393 16,-5 0-1465-16</inkml:trace>
  <inkml:trace contextRef="#ctx0" brushRef="#br0" timeOffset="59633.8">27565 1855 5742 0,'0'0'552'0,"0"0"-83"16,0 0 211-16,-35-13-520 0,31 13 20 15,-4 0 152-15,-1 4-255 0,-1 9-77 16,2 8 0-16,-1 7 0 0,3 3 0 16,6-3 0-16,2 0 0 0,9-5 0 15,3-3 0-15,7-3 0 0,4-7 0 16,1-6 0-16,3-3 0 15,-2-3 0-15,-4-9 0 0,0-2 0 16,-7-4 0-16,-3-4 0 16,-5 0 0-16,-6-5 0 0,-2 1 0 0,-4 0 0 15,-4 1 0-15,-3 2 0 16,-3 1 0-16,-1 0 0 0,-1 3-425 16,-1 2-367-16,3 3 55 0,5 7-859 15,7 2 495-15,2 4-688 0</inkml:trace>
  <inkml:trace contextRef="#ctx0" brushRef="#br0" timeOffset="59803.82">27780 2001 5206 0,'0'0'1004'0,"0"0"-251"16,0 0 175-16,0 0-627 0,-21-41-301 15,19 10 0-15,2-5 0 0,11-2 0 16,1 3 0-16,7 4 0 15,-1 4 0-15,-3 9 0 0,-1 5 0 16,1 6 0-16,-3 2-597 0,-2 2-920 16,1-1-564-16</inkml:trace>
  <inkml:trace contextRef="#ctx0" brushRef="#br0" timeOffset="60116.32">28005 1693 4606 0,'0'0'1172'0,"0"0"-504"0,0 0-95 16,0 0 311-16,0 0-595 0,0 0-289 15,-41 8 0-15,22 9 0 0,3 5 0 16,3 1 0-16,9-2 0 15,4 0 0-15,4-1 0 0,11-1 0 16,1-4 0-16,7-4 0 0,4-1 0 16,2-5 0-16,0-5 0 0,0-1 0 15,0-6 0-15,-4-4 0 16,-1-2 0-16,-3-1 0 0,-8 1-1521 16,-5 3-532-16,-4 2-1301 0</inkml:trace>
  <inkml:trace contextRef="#ctx0" brushRef="#br0" timeOffset="60368.65">28216 1832 6615 0,'0'0'1040'0,"0"0"-503"16,0 0-537-16,0 0 0 0,39-38 0 15,-28 18 0-15,-3-1 0 0,-2-1 0 16,-4 2 0-16,-2 2 0 15,-8 1 0-15,-4 4 0 0,-5 4 0 16,-4 6 0-16,1 7 0 0,-1 12 0 16,3 11 0-16,-3 6 0 0,6 5 0 15,7-1 0-15,8-4 0 16,8-7 0-16,13-4 0 0,12-9 0 16,6-9 0-16,13-7 0 0,10-14 0 15,-12 2 0-15,3-8-1065 0</inkml:trace>
  <inkml:trace contextRef="#ctx0" brushRef="#br0" timeOffset="60911.03">28919 1330 6350 0,'0'0'381'0,"-43"-4"343"0,16 4 13 0,0 2-737 0,2 5 0 0,0 0 0 16,0 1 0-16,5 0 0 15,1-1 0-15,5 1 0 0,1 1 0 16,1 1 0-16,2 5 0 0,5-1 0 16,3 3 0-16,2 0 0 0,9-1 0 15,3-2 0-15,7-2 0 0,5-2 0 16,3-4 0-16,4 0 0 15,0-3 0-15,0 0 0 0,-4 0 0 16,-6 2 0-16,-7 0 0 0,-7 1 0 16,-3 1 0-16,-6 5 0 0,-9 2 0 15,-1 2 0-15,-5 0 0 16,-3-4 0-16,-1 1 0 0,0-2 0 16,1-2 0-16,-3-1 0 0,4-1 0 15,5-4 0-15,4-1 0 0,3-1 0 16,5-1 0-16,2 0-609 0,0-3-1544 15,0 1-64-15</inkml:trace>
  <inkml:trace contextRef="#ctx0" brushRef="#br0" timeOffset="61393.62">28977 1513 4942 0,'0'0'1296'0,"0"0"-171"16,0 0-296-16,31-40-829 0,-27 26 0 15,0-2 0-15,0 0 0 0,-2-1 0 16,0-1 0-16,-2 2 0 15,0 0 0-15,0 2 0 0,-2 2 0 16,0 4 0-16,-4 2 0 0,2 5 0 16,0 1 0-16,-6 12 0 0,-5 16 0 15,-2 11 0-15,3 7 0 16,2 3 0-16,7-10 0 0,8-4 0 16,7-5 0-16,8-8 0 0,9-7 0 15,4-9 0-15,7-6 0 0,-3-5 0 16,0-5 0-16,-2-5 0 0,-6-3 0 15,-4-1 0-15,-7 0 0 0,-4 0 0 16,-3 4 0-16,-5 5 0 16,0 4 0-16,-4 5 0 0,0 1 0 15,0 7 0-15,-4 8 0 0,2 6 0 16,0 3 0-16,0-2 0 0,2-4 0 16,0-8 0-16,0-4 0 0,2-4 0 15,0-2 0-15,0 0 0 16,2-8 0-16,2-10 0 0,0-7 0 15,3-3 0-15,-1-2 0 0,-2 4 0 16,5 2 0-16,-3 3 0 0,-2 6 0 16,-2 5 0-16,0 4 0 0,0 6 0 15,3 6 0-15,1 7 0 16,0 7 0-16,0 3 0 0,1 1 0 16,-3-3 0-16,-2 0 0 0,2 1 0 15,-2-2 0-15,3-1-353 0,-3-6-2348 16,0-5-1349-16</inkml:trace>
  <inkml:trace contextRef="#ctx0" brushRef="#br0" timeOffset="61734.83">29659 1378 6891 0,'0'0'140'0,"0"0"180"0,-47-25 356 0,30 24-520 0,0 1-147 16,3 3-9-16,-1 3 0 15,3 0 0-15,4 0 0 0,0 2 0 16,1 2 0-16,3 2 0 0,0 3 0 16,4 0 0-16,4-2 0 0,4 0 0 15,9-2 0-15,4 0 0 16,3-1 0-16,5 2 0 0,-2 0 0 16,2-1 0-16,-4 1 0 0,-2 0 0 15,-5-3 0-15,-3-1 0 0,-7-1 0 16,-2-2 0-16,-4-1 0 0,-2 1 0 15,-10 3 0-15,-9 4 0 0,-7 1 0 16,-10-1 0-16,1-4 0 0,8-2 0 16,1-1 0-16,11-4 0 15,5 1 0-15,6-2 0 0,6 0-329 16,10-2-1428-16,-2-2 285 0,15-4 243 0</inkml:trace>
  <inkml:trace contextRef="#ctx0" brushRef="#br0" timeOffset="62031.74">29915 1481 5698 0,'0'0'1089'0,"0"0"-453"0,0 0 133 0,0 0-769 15,0 0 0-15,-37-18 0 16,21 19 0-16,-5 9 0 0,2 7 0 16,3 4 0-16,3 2 0 0,9 1 0 15,4 0 0-15,6-1 0 0,7-4 0 16,3-3 0-16,5-3 0 0,2-4 0 15,0-6 0-15,-1-2 0 0,-1-2-205 16,-4-6-75-16,-3-2 88 0,-4-6-16 16,-1 1 60-16,-3-2 36 15,-4-2 80-15,0 1 20 0,-2-1 12 16,-2 2 8-16,-4 5 4 0,2 3-12 16,-1 3 4-16,-1 2-4 0,4 0-64 15,-2 2-208-15,2 1-205 0,2 0-203 16,6 5-885-16,0 1 637 15,11-1-297-15</inkml:trace>
  <inkml:trace contextRef="#ctx0" brushRef="#br0" timeOffset="62148.98">30099 1551 856 0,'0'0'4006'0,"0"0"-2714"15,0 0-147-15,0 0-252 16,0 0-893-16,0 0 0 0,0 0 0 16,-22-35 0-16,30 12 0 0,10-3 0 15,7 0 0-15,4 1 0 0,4 1 0 16,-2 5 0-16,-2 5 0 0,-2 4 0 15,-4 2 0-15,-9 2 0 0,-1 0-3430 0</inkml:trace>
  <inkml:trace contextRef="#ctx0" brushRef="#br0" timeOffset="115967.22">14408 13379 2325 0,'0'0'1864'16,"0"0"-923"-16,0 0-181 0,0 0 141 15,0 0-417-15,0 0-144 0,0 0 44 16,0 0-272-16,0 0-31 0,-11 9-81 15,11-7 0-15,0-1 0 0,0 2 0 16,0 0 0-16,5 0 0 16,1 1 0-16,4 0 0 0,5 0 0 15,12 0 0-15,4-1 0 0,2-3 0 16,8 0 0-16,-4 0 0 0,4 2 0 16,5 0 0-16,2 0 0 0,1 2 0 15,9-1 0-15,0 1 0 0,4 0 0 16,6 1 0-16,4 1 0 15,7 1 0-15,6 0 0 0,4 1 0 16,6-1 0-16,0 1 0 0,8-2 0 16,-2 1 0-16,9 1 0 15,2 0 0-15,1 0 0 0,5-1 0 16,2 0 0-16,0 1 0 0,2-1 0 16,0-1 0-16,2 0 0 0,2 0 0 15,2-1 0-15,2 0 0 0,3 0 0 16,1 0 0-16,-2-1 0 0,7 0 0 15,-5 0 0-15,3-1 0 0,-5 1 0 16,0-1 0-16,-6-2 0 16,0 0 0-16,-6-1 0 0,4 0 0 15,-6-2 0-15,2-3 0 0,-4 0 0 16,2-1 0-16,-5 1 0 0,3-1 0 16,-2-1 0-16,-3-1 0 0,-1 1 0 15,-5-1 0-15,-3 0 0 16,1 0 0-16,-4 4 0 0,-4 0 0 15,-4 1 0-15,-2 3 0 0,4 0 0 16,-6 3 0-16,-4 2 0 0,-5 1 0 16,-7 0 0-16,-9 1 0 15,-15-4-121-15,-12 0-591 0,-18-2-1401 16,-7-2-768-16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03:49.15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7404 2330 2621 0,'-43'-18'188'0,"-2"-3"1000"0,-9-3-928 15,0 3-127-15,-6-4-49 16,-4-2 40-16,-8-3-56 0,-9 0 0 16,-4-2-24-16,-14 0-36 0,-10 0-8 15,-7 1 4-15,-10 4-4 0,-11 1 0 16,-3 6 36-16,-5 6 0 15,-6 8-28-15,0 7-8 0,6 12-12 16,5 8 12-16,3 10 16 0,5 6-8 16,8 12 4-16,6 8 64 0,5 7-24 15,11 8 12-15,13 6 36 0,9 6-40 16,14 5 12-16,18 6-16 16,17 2-40-16,17 4-12 0,16 3-4 15,20 3-16-15,20 0 16 0,16 3 0 16,12 4-4-16,17 4 4 0,18 1-4 15,11-2-16-15,14-4-16 0,13-9-56 16,16-6 60-16,13-8 32 0,12-12 16 16,10-12 36-16,17-20 184 15,4-17 376-15,6-19-228 0,4-15-111 16,-4-23 267-16,1-15-136 0,-7-19-60 16,-11-17-203-16,-14-13-141 0,-12-12 0 15,-10-8 0-15,-15-11 0 16,-13-5 0-16,-18-4 0 0,-17 2 0 15,-22 3 0-15,-25 5 0 0,-21 1 0 16,-26 3 0-16,-22 2 0 0,-26 0 0 16,-25 6 0-16,-33 8-637 0,-25 7 49 15,-27 11 192-15,-22 12 19 16,-15 8 325-16,-19 8 40 0,-14 5-24 16,48 14-752-16,-9 0-609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04:24.70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13781 5259 2441 0,'0'0'2197'0,"0"0"-1701"16,0 0-220-16,0 0 12 0,0 0 120 15,0 0-124-15,0 0-31 0,0 0 147 16,25-2-204-16,-2 4 16 0,8 2 88 16,6 0-204-16,0 0 4 15,11 3 8-15,0-1-76 0,9 1 32 16,5 0-23-16,11 1-41 0,5 1 0 16,7-1 0-16,6-2 0 0,8 0 0 15,11-2 0-15,10-2 0 16,6-2 0-16,10 0 0 0,9-5 0 15,6-2 0-15,8 1 0 0,2 0 0 16,9 0 0-16,-3 5 0 0,7 0 0 16,-1 1 0-16,-5 0 0 0,6 0 0 15,-3 0 0-15,3 1 0 16,-1-1 0-16,1 0 0 0,4-1 0 16,-3-6 0-16,1-2 0 0,-6-2 0 15,-1-1 0-15,-8-2 0 0,-14-1 0 16,-8 1 0-16,-15 0 0 0,-19 2 0 15,-14 2 0-15,-23 3 0 0,-22 0-421 16,-17 3-984-16,-17-2-1020 0</inkml:trace>
  <inkml:trace contextRef="#ctx0" brushRef="#br0" timeOffset="3704.31">20998 15098 2649 0,'0'0'1708'16,"0"0"-1563"-16,-56 2-69 0,31-1 116 15,-4 3 4-15,-6-2-32 0,4 3 72 16,4 2-116-16,-8 0 16 0,2 0 28 15,-4-2-124-15,-9 1 0 0,1 0 192 16,-5-2-36-16,-6-1 8 16,-4 1 85-16,-6-2-173 0,-10 3-28 15,-7-1-8-15,-6 0-80 0,-12 0 0 16,2-1 0-16,-7 2 0 0,-3 0 0 16,-5 2 0-16,-4-1-12 15,-4 1 4-15,-6 1-28 0,-6 0-40 16,-7 1 48-16,-6-1-12 0,-6-1-8 15,-10 1 48-15,0 1-8 0,-7 0 4 16,-7 1 4-16,-3 1 0 0,-6 0 0 16,-4 2 0-16,1-1 0 15,-3 0 8-15,0 1-8 0,4-1 0 16,-9-2 8-16,3 0-8 0,0-2 0 16,-5-1-12-16,-1 0 12 0,1 1 0 15,-1-4 8-15,-1 1-8 0,3 0 4 16,-7-2 8-16,1 1-12 0,-3-1 32 15,2-3-32-15,1 0 32 0,-1-2-8 16,0-2-24-16,5 1 0 16,1 2 0-16,3 1 4 0,2 1-4 15,6 4 4-15,0 1 0 0,2 2-4 16,8 4 4-16,4 1-4 16,11 0 0-16,6 1-4 0,6 1-28 15,8-3-240-15,40-3-1477 0,8-7-1149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05:32.35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12568 10149 2465 0,'0'0'3405'0,"44"15"-3153"0,-5-10 80 16,4-4 189-16,9-1-217 0,8 0 8 15,18-1 124-15,9-1-271 16,21-1-165-16,12-2 0 0,20 0 0 16,13 0 0-16,10 0 0 0,7 0 0 15,1 2 0-15,-1-1 0 0,-13-1 0 16,-10 1 0-16,-25-1 0 15,-13 1 0-15,-30 2 0 0,-25 2 0 16,-25 0-89-16,-27 0-691 0,-2 0-1473 16,-23-1-160-16</inkml:trace>
  <inkml:trace contextRef="#ctx0" brushRef="#br0" timeOffset="995.78">2224 4721 3141 0,'0'0'2233'0,"0"0"-1481"0,0 0 197 16,0 0-337-16,0 0-144 0,-27 42-431 16,27-7-37-16,0 7 0 0,11 4 0 15,-1 2 0-15,0 7 0 0,1 8 0 16,5 10 0-16,-3 12 0 16,1 12 0-16,-4 7 0 0,1 6 0 15,-9 1 0-15,0 2 0 16,0-5 0-16,2-3 0 0,2-6 0 15,-2-9 0-15,-1-7 0 0,-3-7 0 16,-3-9 0-16,-7-10 0 0,0-11 0 16,2-16 0-16,-1-9-2430 0</inkml:trace>
  <inkml:trace contextRef="#ctx0" brushRef="#br0" timeOffset="4465.56">5780 2415 1820 0,'0'0'268'16,"0"0"1781"-16,0 0-1400 0,0 0-21 16,0 0 316-16,0 0-511 15,0 0-125-15,0 0 4 0,0 0-228 16,-29-17 0-16,20 21 52 0,-3 3-92 16,0 3 28-16,-5 8 32 0,-4 5-100 15,1 8 36-15,-1 8 16 0,-2 4-44 16,3 6-12-16,-1 6 0 15,-4 6 0-15,5 4 0 0,-1 6 12 16,-2-1-4-16,2-1-8 0,1-4 4 16,-1-3 0-16,-2-6-4 0,5-7 0 15,-3-2-4-15,5-7 4 0,3-6-4 16,-1-6 8-16,7-6-4 0,-1-9 0 16,6-5-56-16,2-5 36 15,-4-3 20-15,4 0-36 0,0-9 36 16,-2-5 4-16,-2-6 4 0,0-4-8 15,0 2 4-15,1 1 8 0,-3-2-12 16,-2 1 0-16,6-1 8 16,-2-1-8-16,0 0 0 0,2 2-12 15,2-2 12-15,0 2-4 0,0 3 4 16,6 2 0-16,-6 5 0 0,4 5-4 16,-4 5 4-16,0 1 24 15,0 0-20-15,0 1 52 0,-4 5-44 16,0 12-12-16,2 10 0 0,-3 11 0 15,5 4-32-15,0 0 32 0,5-1-4 16,-5-1 4-16,6-4 0 0,-2-3 0 16,-2-5-4-16,2-4 4 0,2-7 0 15,-2-6-4-15,3-4 4 0,-1-2 12 16,6-5 4-16,5-2 20 0,6-10 65 16,6-7-101-16,8-6 0 15,2-2 0-15,6-3 0 0,5 2 0 16,-11 5 0-16,-12 6-829 0,-6 5-1668 0</inkml:trace>
  <inkml:trace contextRef="#ctx0" brushRef="#br0" timeOffset="8093.27">11927 17917 5886 0,'0'0'168'0,"0"0"-24"16,0 0 265-16,0 0-125 0,0 0-80 15,0 0 184-15,0 0-188 16,0 0-80-16,-4 9 12 0,4-9-96 15,0 0 52-15,0 0 45 0,8 0-133 16,3 0 0-16,5-2 0 0,5-2 0 16,6-2 0-16,4 0 0 0,2 2 0 15,-6 1 0-15,2 3 0 16,-7 0 0-16,5 1 0 0,2 2 0 16,-2-1 0-16,6 2 0 0,2-3 0 15,-2 0 0-15,3 0 0 0,1 2 0 16,-4-2 0-16,6 1 0 0,-6 0 0 15,4 0 0-15,5-1 0 0,1 0 0 16,-1-1 0-16,3 0 0 0,-2-1 0 16,1-1 0-16,5-1 0 15,1 2 0-15,-2-1 0 0,7-2 0 16,-5 3 0-16,6-3 0 0,2 2 0 16,4 0 0-16,-4-1 0 0,2 0 0 15,-3-1 0-15,5 2 0 0,3-2 0 16,3 2 0-16,-2-1 0 15,2 1 0-15,-4 2 0 0,0 0 0 16,-2 0 0-16,0 0 0 0,-2 0 0 16,-2 0 0-16,0 0 0 15,0-1 0-15,4 0 0 0,-4-3 0 16,6 1 0-16,-2-2 0 0,0 1 0 16,2 0 0-16,0 0 0 0,2-2 0 15,-6 3 0-15,12-2 0 0,-3 1 0 16,-5 4 0-16,-6 0 0 0,-13 0 0 15,-1 0 0-15,-3 3 0 0,6 0 0 16,-3 2 0-16,-5-2 0 0,-2 2 0 16,-4 1 0-16,-2-2 0 15,0-1 0-15,0 0 0 0,-4-2 0 16,-4-1 0-16,-2 0 0 0,-7-4 0 16,-4 1 0-16,1-3 0 0,-5-4 0 15,-6-3-613-15,0-1-440 16,-10 2-339-16,-7 2-3454 0</inkml:trace>
  <inkml:trace contextRef="#ctx0" brushRef="#br0" timeOffset="13660.59">19518 11303 3913 0,'0'0'761'0,"0"0"-509"0,0 0-80 16,0 0 20-16,0 0-136 15,41-9 52-15,-8 9 100 0,13 3-88 16,3 4-40-16,5 1 12 0,2 2-80 16,6 1-12-16,2 1 0 0,2 0-4 15,6 2-24-15,5 0 16 16,8 2-16-16,6 0 28 0,6 1 4 15,8 1 0-15,3 2-4 0,3 1 0 16,5 3 0-16,2 3 0 0,2 2 32 16,-2 4-32-16,-5 3 48 0,-7 4 8 15,-3 2-52-15,-8 1-4 0,-6 1 4 16,-8-2-4-16,-3 2 0 0,-5-1-4 16,-1 0 4-16,-4-2 0 15,-4 2 0-15,0-3 4 0,-6-1-4 16,-4-2 0-16,-4-4-8 0,-7-3 4 15,-6-4-36-15,-6-5-72 0,-6-3 56 16,-9-5-68-16,-3-6-28 0,-5-3-8 16,-6-3-512-16,2-1-81 15,0 0 33-15,3-7-1261 0</inkml:trace>
  <inkml:trace contextRef="#ctx0" brushRef="#br0" timeOffset="13922.96">22424 12003 4374 0,'0'0'264'0,"0"0"248"0,0 0 28 15,0 0-424-15,0 0-32 0,44-16 108 16,-26 20-44-16,-1 3-8 0,5 5-40 16,1 3-92-16,2 6-8 15,2 4 4-15,0 4-4 0,0 0-8 16,-5 1-24-16,5 1-56 0,-4-2 28 15,-4-5 32-15,-9-2-4 0,-4-8 24 16,-12-3 0-16,-15-3-4 16,-10-2 12-16,-10-3 208 0,-3 1-88 15,3 0 5-15,-4 0-81 0,-1 2-44 16,5-2-457-16,8-3-1652 0,8-1-1868 16</inkml:trace>
  <inkml:trace contextRef="#ctx0" brushRef="#br0" timeOffset="23110.85">18900 4288 2649 0,'0'0'1921'0,"0"0"-1097"16,-19 36-344-16,19-30 28 0,0-4 37 16,0 3-337-16,0-3-28 0,2 1 88 15,-2-2-124-15,6-1 32 0,3-7 113 16,1-9-289-16,2-11 0 0,9-10 0 16,0-9 0-16,1-7 0 15,-1-2 0-15,4-8 0 0,2-5 0 16,2-5 0-16,0-4 0 0,2-3 0 15,-4-2 0-15,1-1 0 0,-5 2 0 16,-2 6 0-16,0 3 0 16,-7 6 0-16,-2 5 0 0,3 2 0 15,-3 5 0-15,-1 5 0 0,-1 3 0 16,-2 3 0-16,1 4 0 0,-3 1 0 16,2 4 0-16,-2 4 0 15,5 6 0-15,-3 8 0 0,-6 5-9 16,2 5-87-16,-2 5 12 0,-2 0-28 15,2 1-20-15,-2 1-48 0,0 9-308 16,0 4-113-16,-2-1-179 0,-4-2-1785 0</inkml:trace>
  <inkml:trace contextRef="#ctx0" brushRef="#br0" timeOffset="23402.56">19220 2675 5198 0,'0'0'424'0,"0"0"112"16,0 0 129-16,0 0-257 15,0 0-124-15,0 0-56 0,29-33-196 16,-6 29 8-16,-3 3-24 0,1 1-16 16,2 1 0-16,2 3 0 15,-5 2-20-15,1 2-32 0,-4-1-96 16,-3 1-8-16,-6 1 56 0,1-2 64 15,-5 2 32-15,2 2 4 0,-4 5 52 16,-2 3-12-16,-6 4 144 0,0 8 252 16,-5 2-271-16,1 4-165 0,4-3 0 15,2-3 0-15,4-8 0 0,6-13-357 16,0-4-1208-16,2-6-1652 0</inkml:trace>
  <inkml:trace contextRef="#ctx0" brushRef="#br0" timeOffset="24664.61">20696 2670 2669 0,'0'0'1264'0,"0"0"-767"16,0 0 187-16,0 0-396 15,0 33 80-15,4-1 128 0,2 11-300 16,3 6-15-16,3 4 107 0,-2 5-136 16,11 10 4-16,-4 3 128 15,1 2-112-15,3 7-4 0,-3-1 92 16,3 2-191-16,0 2-69 0,-1-3 0 15,-3 0 0-15,4-4 0 0,-5-5 0 16,5-4 0-16,0-4 0 0,-3-7 0 16,-1-8 0-16,-1-5 0 0,-1-7 0 15,-3-6 0-15,-6-7 0 0,0-6 0 16,-3-7 0-16,-3-5 0 0,-3-3 0 16,-5-2 0-16,-8-7 0 15,-9-10 0-15,-2-9-37 0,-4-9 37 16,0-5 16-16,4 1-8 0,2 3-8 15,11 8 0-15,1 7 0 16,11 8 0-16,0 7 13 0,2 5-13 16,-2 1 0-16,2 6 0 0,0 10 0 15,0 6 0-15,0 5 0 0,2 1 0 16,2 0 0-16,7-3 0 0,1 3 0 16,3 2 0-16,5 2 0 15,1-2 0-15,2-2 0 0,2-1 0 16,-5-4 0-16,-3-4 0 0,3-8 0 15,-9-3 0-15,1-6 0 0,-8-2 0 16,5-9 0-16,-7-15 0 0,4-10 0 16,-2-14 0-16,4-7 0 0,3 1 0 15,1 1 0-15,2 8 0 0,-1 9 0 16,-5 14-573-16,-6 7-1256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06:06.73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20128 4810 2697 0,'0'0'900'16,"0"0"-632"-16,41-26-32 0,-14 0 321 15,4-9 507-15,2-3-404 0,6-7-167 16,7-4 103-16,3-7-400 15,9-4-64-15,10-1 64 0,7-7-152 16,7-4 20-16,9-4 25 0,4-7-89 16,11-2 0-16,-1-3 0 0,-1-1 0 15,-7-2 0-15,-4 4 0 0,-4 1 0 16,-7 6 0-16,-5 8 0 0,-1 6 0 16,-7 10 0-16,-9 10 0 15,-13 7 0-15,-10 7 0 0,-14 8-97 16,-11 5-11-16,-1 6 80 0,-5 6-28 15,-4 2-64-15,0 4 8 0,0 0-196 16,2 0-64-16,-4 1 68 0,4 1-305 16,-4 2-155-16,0 1 24 0,0 2-2362 0</inkml:trace>
  <inkml:trace contextRef="#ctx0" brushRef="#br0" timeOffset="306.29">21823 3032 5626 0,'0'0'424'16,"0"0"-144"-16,0 0 345 0,0 0-245 16,37-18-92-16,-19 18-100 15,7 0-184-15,2 2 20 0,8 8-4 16,-2 3-20-16,-2 7 0 0,-6 5 0 15,-6 2-108-15,-9 5-68 0,-10 3-236 16,-4-1 180-16,-8 1 232 0,-5 0 136 16,-2-1 60-16,-1-3 160 0,1 0 217 15,0-1-573-15,1-4 0 0,3-3 0 16,5-6 0-16,6-8 0 0,4-5-1053 16,4-10-1781-16</inkml:trace>
  <inkml:trace contextRef="#ctx0" brushRef="#br0" timeOffset="923.48">22778 2541 5086 0,'0'0'608'0,"0"0"-104"0,-56-18 313 16,25 15-637-16,0 0-72 0,-6 3 100 15,6 6-172-15,0 3 108 0,6 5 357 16,2 0-501-16,2 5 0 0,1 1 0 16,7 3 0-16,1 3 0 0,4 0 0 15,3 0 0-15,5 0 0 0,15-2 0 16,8-3 0-16,8-1 0 0,12-5 0 16,5-1 0-16,3-3 0 0,-1 0 0 15,-11 1-197-15,-4 0-147 16,-14 0-308-16,-13 1 171 0,-8-2 365 15,-12 4 116-15,-5 0 108 0,-7 1 133 16,-10-1 171-16,-1-3-164 0,-6-2-68 16,2-3-64-16,4-5-108 15,6-3-16-15,8-8-92 0,9-5-344 16,5-2-116-16,18-3-909 0,9 0 532 16,-3 5-119-16</inkml:trace>
  <inkml:trace contextRef="#ctx0" brushRef="#br0" timeOffset="1200.11">22986 2682 5906 0,'0'0'584'0,"-37"-8"313"16,17 8-301-16,1 6-387 0,0 9-209 16,-1 4 0-16,7 6 0 0,1 7 0 15,6 2 0-15,4 3 0 16,6-1 0-16,8-2 0 0,9-4 0 15,6-9 0-15,6-4 0 0,0-9 0 16,-4-7 0-16,4-2 0 0,-8-10 0 16,-3-5 0-16,-7-7 0 15,-7-3 0-15,-6-1 0 0,-2-3 0 16,-6 2 0-16,-6 0 0 0,-3 1 0 16,-1 5 0-16,1 5 0 15,7 5-37-15,4 7-447 0,2 3-272 16,2 0-9-16,0-1-51 0,6 1-1393 0</inkml:trace>
  <inkml:trace contextRef="#ctx0" brushRef="#br0" timeOffset="1671.12">23416 2399 5134 0,'0'0'588'0,"-6"-54"-92"0,-2 28 285 15,-9 3-417-15,3 0-132 0,-7 2 68 16,-2 0-196-16,-1 4 16 0,1 2-47 16,0 5-73-16,0 3 0 0,5 3 0 15,3 4 0-15,3 1 0 0,2 7 0 16,3 3 0-16,3 8 0 0,6 5 0 16,7 3 0-16,3 6 0 0,5 7 0 15,1 1 0-15,3 8 0 16,0 0 0-16,-3 1 0 0,-1-1 0 15,-3-3 0-15,-4-2 0 0,-1 0 0 16,-7-5 0-16,-2 0 0 0,-4-6 0 16,-5-1 0-16,-1-2 0 15,-2-5 0-15,-1-5-137 0,1-3-583 16,-3-9-161-16,5-4-1143 0,-4-5-374 0</inkml:trace>
  <inkml:trace contextRef="#ctx0" brushRef="#br0" timeOffset="1809.84">23150 2765 5982 0,'0'0'560'0,"0"0"-55"0,35 10 571 16,-4-7-1007-16,2-3-69 0,0-8 0 15,2-3 0-15,-2-4 0 0,2-7 0 16,5-1 0-16,-3-5-781 0,-8 6-1388 16,-9-3-696-16</inkml:trace>
  <inkml:trace contextRef="#ctx0" brushRef="#br0" timeOffset="1984.34">23607 2268 6735 0,'0'0'864'16,"0"0"-271"-16,-27 56-593 15,16-26 0-15,1 5 0 0,6 6 0 16,0 5 0-16,2 2 0 0,-2 6 0 16,-1 0 0-16,-1 3 0 15,-2 0 0-15,-2-1 0 0,-5-5 0 16,5-5 0-16,1-7 0 0,1-10-209 15,4-9-1215-15,-4-12-834 0</inkml:trace>
  <inkml:trace contextRef="#ctx0" brushRef="#br0" timeOffset="2155.76">23416 2762 5618 0,'0'0'1137'15,"48"-3"-569"-15,-21-1 72 16,-2 1-411-16,-1-2-229 0,-5 0 0 15,2-2 0-15,-1 0 0 0,1 0 0 16,-4 0 0-16,3 0 0 0,-1 1 0 16,-11 4-769-16,2-1-35 15,-10 3-309-15,7 1-1796 0</inkml:trace>
  <inkml:trace contextRef="#ctx0" brushRef="#br0" timeOffset="2557.1">23720 2805 3629 0,'0'0'1385'0,"0"0"-597"0,0 0 437 16,0 0-625-16,0 0-224 0,0 0-187 15,0 0-189-15,0 0 0 0,42 4 0 16,-28-16 0-16,5-3 0 0,-3-2 0 16,-6-1 0-16,3 2 0 0,-9-2 0 15,-4 0 0-15,0 1 0 16,-8 3 0-16,-1 7 0 0,-3 6 0 15,-2 1 0-15,-3 8 0 0,-2 8 0 16,-1 3 0-16,3 2-69 0,5 5-15 16,4-1-32-16,8 2 44 15,4-2 28-15,10-2-8 0,3-2-28 16,3-1 80-16,-1-1-8 0,2-4 16 16,-7 0-8-16,7-6 4 15,-3 1 4-15,-3-3-8 0,-5-3 0 16,-1-1-124-16,-7-2-124 0,0-1 184 15,-2 0 64-15,0 0 64 0,0-2 464 16,0-6-220-16,0-4-267 0,2-10-41 16,4-1 0-16,4-2 0 0,5 2 0 15,1 3 0-15,5 1 0 0,0 1 0 16,1 0 0-16,1 1 0 0,0-1 0 16,-7 4-1045-16,3-3-924 0</inkml:trace>
  <inkml:trace contextRef="#ctx0" brushRef="#br0" timeOffset="3100.87">24702 2329 4161 0,'0'0'2233'0,"0"0"-1432"0,0 0 183 16,0 0-971-16,0 0-13 0,-14 44 0 15,5-4 0-15,3 7 0 0,2 7 0 16,2-2 0-16,2 4 0 0,0 4 0 16,0 2 0-16,-2 0 0 0,-4-1 0 15,-1-5 0-15,1-8 0 16,0-7 0-16,0-13 0 0,2-9-693 15,0-11-1812-15,-5-7-1041 0</inkml:trace>
  <inkml:trace contextRef="#ctx0" brushRef="#br0" timeOffset="3256.73">24469 2784 6326 0,'0'0'597'0,"64"-13"-5"0,-23 5 85 16,2-2-677-16,-3 3 0 0,-1-2 0 15,-6 0 0-15,-4 3 0 0,-4 0 0 16,2 0 0-16,-7 2 0 0,-5-1-2038 16,-7 3-783-16</inkml:trace>
  <inkml:trace contextRef="#ctx0" brushRef="#br0" timeOffset="3381.13">24830 2869 5290 0,'0'0'1289'0,"-12"57"-609"16,4-26 253-16,1-3-933 0,1-6 0 15,2-6 0-15,4-4 0 0,0-6 0 16,0-6-153-16,6-1-795 0,-4-5-193 16,9-13-3329-16</inkml:trace>
  <inkml:trace contextRef="#ctx0" brushRef="#br0" timeOffset="3485.09">24998 2415 6358 0,'0'0'381'0,"0"0"-45"0,0 0 92 15,0 0-212-15,0 0-216 0,0 0-236 16,0 0-721-16,0 0-323 0,0 0-3838 0</inkml:trace>
  <inkml:trace contextRef="#ctx0" brushRef="#br0" timeOffset="3883.83">24830 3573 5166 0,'0'0'1785'0,"0"0"-1461"16,-20-51 164-16,13 9-92 15,7-14-363-15,2-8-33 0,7-12 0 16,7-8 0-16,9-1 0 0,10 4 0 15,7 7 0-15,5 13 0 0,-1 14 0 16,-5 11 0-16,-8 10 0 0,-10 9 0 16,-3 6 0-16,-1 4 0 0,-5 5 0 15,3 2 0-15,-5 0 0 0,-7 3 0 16,5 4 0-16,-4 3 0 0,-2 8 0 16,-4 1 0-16,-4 0 0 0,-12 2 0 15,-13 2 0-15,-7-2 0 16,-7 2 0-16,0-2 0 0,1-2 0 15,9-3 0-15,6-3 0 0,13-4-557 16,6-2-1176-16,6-4-148 0,10-1-1100 16</inkml:trace>
  <inkml:trace contextRef="#ctx0" brushRef="#br0" timeOffset="18354.93">18211 14012 2549 0,'0'0'2045'15,"0"0"-921"-15,0 0-620 0,0 0-103 16,0 0 87-16,0 0-260 16,0 0 56-16,0 0 164 0,0 0-327 15,19 7-121-15,-7 9 0 0,5 3 0 16,1 0 0-16,1 3 0 0,-4-4 0 16,1 2 0-16,3 1 0 15,-3 1 0-15,1 0 0 0,3 4 0 16,-3 0 0-16,4 5 0 0,-1 0 0 15,-3 2 0-15,1 3 0 0,1-1 0 16,-4 1 0-16,5 0 0 0,-3 0 0 16,1-3 0-16,1-1 0 0,-3-2 0 15,3-3 0-15,-2-2 0 0,3-2 0 16,-3-1 0-16,1 1 0 16,-5-1 0-16,3-2 0 0,-5 4 0 15,3-3 0-15,-3 4 0 0,-5 0 0 16,4 1 0-16,-4-2 0 0,0 0 0 15,-1-5 0-15,-1-3 0 16,-4-3 0-16,2-2 0 0,-2-4 0 16,0-1 0-16,0-1 0 0,0-2 0 15,0 1 0-15,0-2 0 0,-2 2 0 16,-2-1 0-16,2-1 0 16,-1 0 0-16,-3-2 0 0,4 0 0 15,-2 0 0-15,-2 0 0 0,0-5 0 16,-5-3 0-16,-3-8 0 0,-7-4 0 15,-2-5 0-15,-5 0 0 0,-4-2 0 16,-5 0 0-16,-2-2 0 0,0 3 0 16,12 6 0-16,4 4 0 0,9 4 0 15,3 4 0-15,5 3 0 0,2 2 0 16,2 3 0-16,2 0 0 16,2 0 0-16,6 5 0 0,5 8 0 15,11 5 0-15,3 4 0 0,2 3 0 16,-4 0 0-16,6-1 0 0,-4-1 0 15,4 0 0-15,-4-4 0 16,-2 0 0-16,-5-6 0 0,-3-2 0 16,-5-4 0-16,-3-5 0 0,-3-2 0 15,-6-1 0-15,4-6 0 0,-4-7 0 16,0-11 0-16,-4-4 0 16,2-1 0-16,0 1 0 0,4 4 0 15,0 4 0-15,8 1 0 0,-4 3 0 16,3 4 0-16,-3 1 0 0,-4 0 0 15,0 4-1421-15,-2-1-1185 0</inkml:trace>
  <inkml:trace contextRef="#ctx0" brushRef="#br0" timeOffset="23403.39">23191 14977 1424 0,'0'0'272'0,"0"0"-180"16,0 0 1553-16,0 0-1001 0,0 0 141 16,0 0-289-16,0 0-208 0,0 0 112 15,0 0-212-15,21 2-56 0,-21-2 44 16,0 0-71-16,0 0-1 16,0 0 32-16,0 0-88 0,0 0 16 15,2 0 44-15,-2 0-68 0,4-2 64 16,0 0 176-16,2-4-136 0,5-5-32 15,3-4-48-15,3-6-40 16,1-2-24-16,1-6 4 0,-1 0 8 16,7-5-12-16,0 0 116 0,2-1-52 15,2 5 0-15,-2-1-7 0,-3 4-57 16,3 3 0-16,-6 0 0 16,-2 4 0-16,-3 1 0 0,1 1 0 15,-5 3 0-15,1 1 0 0,-3 2 0 16,-2 1 0-16,-2 2 0 0,1 1 0 15,-7 4 0-15,0 0 0 0,0 4 0 16,0-1 0-16,0-1 0 0,0 1-349 16,0-2-275-16,0 1-109 0,-3 1-1175 15,1-3-157-15</inkml:trace>
  <inkml:trace contextRef="#ctx0" brushRef="#br0" timeOffset="23809.24">23487 14299 4185 0,'0'0'1121'0,"0"0"-393"0,0 0 165 0,0 0-417 0,0 0-188 0,0 0 40 16,41-26-164-16,-16 26-155 0,2 6-9 16,0 2 0-16,-1 1 0 15,1 2 0-15,2 2 0 0,-2-1 0 16,-2-2 0-16,-2 1 0 0,-1 1 0 15,-5-4 0-15,-3-1 0 0,-5-2 0 16,-3 0 0-16,-4-4 0 16,0 1 0-16,-2 2 0 0,0 5 0 15,-6 8 0-15,-13 14 0 0,-2 8 0 16,-5 5 0-16,5-1 0 16,4-7 0-16,7-2 0 0,8-5 0 15,4-2 0-15,4-9-373 0,3-2-2416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07:28.16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4645 14187 4706 0,'0'0'184'0,"0"0"-184"0,0 0 620 0,0 0-332 15,0 0 44-15,0 0 265 16,33-14-257-16,-8 7-24 0,2 2 212 15,4 1-247-15,2 1-281 0,4 3 0 16,8 0 0-16,3 1 0 0,1 4 0 16,7-1 0-16,6 0 0 0,2 1 0 15,5-3 0-15,9-1 0 0,-3-1 0 16,13 0 0-16,1-3 0 0,6 0 0 16,5-1 0-16,-1 3 0 15,0 0 0-15,2 1 0 0,9 0 0 16,-9 0 0-16,9 0 0 0,-1 0 0 15,-1 0 0-15,6 2 0 0,1 0 0 16,-5 3 0-16,1-2 0 0,1 0 0 16,2-2 0-16,-114-1 0 15,242-1 0-15,-120-5 0 0,8-2 0 16,2-2 0-16,5 2 0 0,3 0 0 16,-3 1 0-16,5 1 0 0,-1 1 0 15,1 0 0-15,-3 3 0 0,1 0 0 16,3 1 0-16,-2-1 0 15,-5-3 0-15,-4 1 0 0,-1-3 0 16,-5-2 0-16,0 0 0 0,-4-2 0 16,-2-2 0-16,-9-1 0 0,-5 0 0 15,-7 4 0-15,-14 1 0 0,-7 1 0 16,-5 3 0-16,-16 2 0 0,-9 1-781 16,-13 0-1008-16,-12-1-1260 0</inkml:trace>
  <inkml:trace contextRef="#ctx0" brushRef="#br0" timeOffset="13437.1">17397 1646 5866 0,'0'0'472'0,"0"0"-243"0,62-1-221 15,-19-2 20-15,5 3 24 16,8-1-16-16,16-1 124 0,15 0 168 16,22-1-212-16,22-1-44 0,11 0 88 15,15 0-80-15,13 2 12 0,8-2 68 16,14 3-68-16,4 0 24 0,11 1 9 16,6 6-125-16,4 1 0 0,8-2 0 15,3-2 0-15,7-1 0 0,-5-2 0 16,1-4 0-16,-10-4 0 0,-8-3 0 15,-10 0 0-15,-15-3 0 16,-27-1-333-16,-20 0-387 0,-27-2-89 16,-40 6-1640-16,-14-3-1280 0</inkml:trace>
  <inkml:trace contextRef="#ctx0" brushRef="#br0" timeOffset="16008.11">22534 5714 1580 0,'0'0'136'0,"-2"37"1321"16,6-24-1029-16,0-6 397 0,-4-1 719 15,0-2-743-15,0-3-53 0,0-1-75 16,0-1-673-16,4-10 0 0,2-14 0 16,2-14 0-16,7-13 0 0,1-11 0 15,3-3 0-15,0-13 0 0,1-10 0 16,3-5 0-16,2-5 0 0,2 10 0 16,4 13 0-16,2 22 0 0,-6 15 0 15,2 15 0-15,-13 12 0 0,-8 6 0 16,1 10 0-16,-3 15 0 15,4 8 0-15,-1 12 0 0,-1 10 0 16,-2 2 0-16,-2 8 0 0,4 7 0 16,-1 6 0-16,-5 2 0 15,2 1 0-15,-4-6 0 0,6-5 0 16,-4-7 0-16,2-7 0 0,-2-6 0 16,2-9 0-16,-1-9-1305 15,-1-11 64-15,-2-6-704 0</inkml:trace>
  <inkml:trace contextRef="#ctx0" brushRef="#br0" timeOffset="16163.46">22685 5496 6410 0,'0'0'321'0,"0"0"523"0,0 0-227 16,49-32-617-16,-20 18 0 0,0 2 0 16,2-2 0-16,0 2 0 0,4-1 0 15,-2 1 0-15,0 0 0 16,-2-1-373-16,-6 4-1736 0,-2-1-1096 0</inkml:trace>
  <inkml:trace contextRef="#ctx0" brushRef="#br0" timeOffset="16394.86">23098 5424 5926 0,'-8'39'600'0,"4"0"201"15,4 4-321-15,8-5-328 0,4-4 81 16,5-4-233-16,3-6 0 0,3-5 0 15,-2-4 0-15,-5-8 0 0,1-6 0 16,-7-3 0-16,3-10 0 0,-3-8 0 16,0-6 0-16,-1-9 0 0,-1-4 0 15,2-2 0-15,-1-3 0 0,-1 2 0 16,2 6 0-16,5 5 0 0,-5 7 0 16,4 5 0-16,1 6 0 0,-1 7-2026 15,5-1-527-15</inkml:trace>
  <inkml:trace contextRef="#ctx0" brushRef="#br0" timeOffset="16674.43">23573 5360 6851 0,'0'0'1164'16,"0"0"-987"-16,0 0-177 0,-39-8 0 16,16 8 0-16,3 3 0 15,-3 9 0-15,2 6 0 0,1 7 0 16,1 3 0-16,5 5 0 0,1 3 0 15,7-1 0-15,2 0 0 0,8-3 0 16,6-7 0-16,13-5 0 0,6-7 0 16,2-7 0-16,2-6 0 0,2-5 0 15,-4-7 0-15,-4-3 0 0,-4-5 0 16,-5-3 0-16,-7-3 0 0,-7 1 0 16,-4 1 0-16,-8 3 0 15,-7 4 0-15,-1 3 0 0,-5 4 0 16,0-1 0-16,7 5-1001 0,6 3-448 15,6-2-2513-15</inkml:trace>
  <inkml:trace contextRef="#ctx0" brushRef="#br0" timeOffset="16831.03">23731 5399 3625 0,'0'0'3310'0,"-23"43"-2053"15,8-15-1257-15,5 0 0 0,4 2 0 16,0 2 0-16,6-1 0 0,6-5 0 15,2-2 0-15,9-5 0 0,-1-7 0 16,1-5 0-16,1-7-21 0,-1-4-2400 16,-5-9-688-16</inkml:trace>
  <inkml:trace contextRef="#ctx0" brushRef="#br0" timeOffset="16941.57">23782 4969 7115 0,'0'0'688'0,"0"0"-468"15,0 0-51-15,0 0-169 0,-4 35-249 16,12-4-971-16,-1-5-237 0,5 0-668 0</inkml:trace>
  <inkml:trace contextRef="#ctx0" brushRef="#br0" timeOffset="17159.47">23999 5498 3817 0,'0'0'2778'0,"0"0"-1690"15,-47-41-579-15,32 23-509 0,1 7 0 16,1 6 0-16,7 5 0 0,2 4 0 16,-6 15 0-16,-1 16 0 0,3 7 0 15,2 5 0-15,6-7 0 0,8-9 0 16,7-8 0-16,1-8 0 0,3-8 0 16,-1-7 0-16,3-5 0 15,-4-12 0-15,1-8-289 0,-3 3-675 16,-5-9-2390-16</inkml:trace>
  <inkml:trace contextRef="#ctx0" brushRef="#br0" timeOffset="17285.3">24039 4945 8171 0,'0'0'21'0,"-13"71"-21"0,3-13 0 16,6 6 0-16,-3 4 0 15,7 2 0-15,5-3 0 0,1-3 0 16,6-4 0-16,1-7 0 0,3-6 0 15,1-4 0-15,1-14-61 0,-1-6-4121 0</inkml:trace>
  <inkml:trace contextRef="#ctx0" brushRef="#br0" timeOffset="17735.87">25229 5417 6058 0,'0'0'737'0,"0"0"-93"0,-37-36 12 16,18 38-559-16,-3 10-97 0,3 9 0 15,-2 6 0-15,-1 6 0 0,5 4 0 16,5 2 0-16,3 1 0 16,5 0 0-16,4-3 0 0,7-2 0 15,7-7 0-15,5-3 0 0,5-10 0 16,5-9 0-16,9-9 0 0,1-19-593 16,-6 0-512-16,-6-10-4177 0</inkml:trace>
  <inkml:trace contextRef="#ctx0" brushRef="#br0" timeOffset="17970.16">25351 4913 6222 0,'0'0'497'0,"0"0"-5"0,-10 47 64 16,10-15-164-16,-2 8-359 0,-2 3-33 16,-5 8 0-16,1 7 0 0,-2 8 0 15,1 7 0-15,-1 1 0 16,4-1 0-16,0-3 0 0,6-7 0 15,0-10 0-15,12-5 0 0,3-12 0 16,5-12 0-16,5-9-529 16,8-13-295-16,4-10-801 0,5-11 440 15,-13 1 93-15</inkml:trace>
  <inkml:trace contextRef="#ctx0" brushRef="#br0" timeOffset="18232.47">25610 5568 3621 0,'0'0'1657'0,"0"0"-244"0,-42-47 88 16,22 39-1501-16,1 3 0 0,0 5 0 15,5 1 0-15,-1 5 0 0,1 6 0 16,-1 2 0-16,3 4 0 0,4 2 0 16,4 5 0-16,4 3 0 0,4 3 0 15,6-1 0-15,9-4 0 0,3-4 0 16,5-6 0-16,6-9 0 0,3-3 0 16,-3-5 0-16,0-9 0 15,-6-4 0-15,-9-6 0 0,-5-4 0 16,-9-5 0-16,-2 0 0 0,-4-3 0 15,-4-1 0-15,-7 2 0 0,-1 1 0 16,-3 7-17-16,5 8-143 16,-1 6 36-16,7 5-248 0,6 4-88 15,0 0-105-15,4 6-1115 0,2-2 383 16,7 3-852-16</inkml:trace>
  <inkml:trace contextRef="#ctx0" brushRef="#br0" timeOffset="18439.3">25763 5566 5182 0,'0'0'1072'0,"-15"43"253"16,5-17-712-16,1 3-613 0,3 0 0 16,4 0 0-16,2-1 0 0,6-3 0 15,5-4 0-15,3-3 0 0,5-6 0 16,1-4 0-16,1-4 0 0,2-5 0 16,-2-8 0-16,-1-5 0 15,-1-7 0-15,-3-4 0 0,-5-5 0 16,-1-2 0-16,-6-6 0 0,-4-2 0 15,0-7 0-15,-4-1 0 0,0-1 0 16,2 4 0-16,0 5 0 0,2 5-661 16,0 10-1344-16,8 2-248 0</inkml:trace>
  <inkml:trace contextRef="#ctx0" brushRef="#br0" timeOffset="18770.84">26058 5054 8055 0,'0'0'137'0,"-6"41"-137"0,2-3 0 15,-2 11 0-15,-1 4 0 0,3 1 0 16,4 4 0-16,0 4 0 0,0 0 0 16,2 2 0-16,5 0 0 15,-1-4 0-15,2-6 0 0,2-4 0 16,3-12 0-16,1-10 0 0,3-10 0 15,3-10 0-15,-3-8 0 0,2-13 0 16,-5-11 0-16,-2-9 0 16,-3-7 0-16,-9-5 0 0,0-2 0 15,-11 4 0-15,1 11 0 0,-7 18 0 16,1 9 0-16,-7 12 0 0,-2 5 0 16,-1 3 0-16,-1 1 0 15,6-4 0-15,4-4 0 0,9-3-813 16,8-5-1612-16</inkml:trace>
  <inkml:trace contextRef="#ctx0" brushRef="#br0" timeOffset="19017.12">26354 5059 4950 0,'0'0'972'0,"-9"48"-420"16,5-7 405-16,0 3-557 0,0 9-208 16,2 5-23-16,0 5-169 15,0 1 0-15,0 0 0 0,-2 0 0 16,0-5 0-16,1-5 0 0,3-8 0 16,0-10 0-16,5-12 0 15,5-8 0-15,2-13 0 0,3-7-861 16,3-15-56-16,-1 2-359 0,-3-7-2914 0</inkml:trace>
  <inkml:trace contextRef="#ctx0" brushRef="#br0" timeOffset="19267.12">26467 5664 5806 0,'0'0'1257'0,"0"0"-493"0,0 0-399 16,0 0-365-16,0 0 0 0,0 0 0 16,52-18 0-16,-33 1 0 15,-1-2 0-15,-5-1 0 0,-3-2 0 16,-6-2 0-16,-2-1 0 0,-4-1 0 15,-6 3 0-15,-2 8 0 0,-5 6 0 16,1 12 0-16,-3 12 0 0,-4 10 0 16,3 11 0-16,1 4 0 15,3 4 0-15,10 0 0 0,4-1 0 16,8-5 0-16,11-6 0 0,7-6 0 16,12-10 0-16,11-7 0 15,7-6 0-15,8-3 0 0,6-9-313 16,3-5-467-16,-15 1-317 0,-5-4-3141 0</inkml:trace>
  <inkml:trace contextRef="#ctx0" brushRef="#br0" timeOffset="19871.58">27621 4887 6274 0,'0'0'321'0,"0"0"-157"0,-23 57-8 0,13-13-24 0,-1 9 88 16,3 5 192-16,2 6-196 0,2 7-20 15,2 9-95-15,0-1-101 0,0 2 0 16,-2-6 0-16,1-7 0 16,1-7 0-16,0-12 0 0,-2-10 0 15,4-11 0-15,0-13 0 0,0-7 0 16,0-6 0-16,0-4 0 0,8-8 0 16,5-16 0-16,8-18 0 15,3-8 0-15,7-2 0 0,-4 9 0 16,-4 18 0-16,-4 9 0 0,-7 11 0 15,-2 7 0-15,-1 6 0 0,-3 9 0 16,0 7 0-16,-6 6 0 0,0 7 0 16,-2-1 0-16,-2 1 0 0,4-4 0 15,0-5 0-15,2-4 0 0,4-6 0 16,2-5-961-16,1-5-124 0,3-4-1932 16</inkml:trace>
  <inkml:trace contextRef="#ctx0" brushRef="#br0" timeOffset="20002.54">27993 5576 6502 0,'0'0'1690'0,"0"0"-1690"16,0 0 0-16,0 0 0 0,-21 45 0 15,13-10 0-15,-2 8 0 0,1-2 0 16,5-9 0-16,4-2 0 0,0-6 0 16,2-7 0-16,5-7 0 15,3-6 0-15,-4-4-389 0,2-5-2560 0</inkml:trace>
  <inkml:trace contextRef="#ctx0" brushRef="#br0" timeOffset="20310.28">28220 4844 8192 0,'0'0'0'0,"0"0"0"16,0 0 0-16,0 0 0 0,0 0 0 15,0 0 0-15,0 0 0 0,-4 37 0 16,2-11 0-16,0 1 0 15,2 3 0-15,0 7 0 0,0 5-93 16,-2 10-983-16,-4 3 263 0,-5 4 173 16,1-1 244-16,0-4 396 15,4-7 120-15,1-5 480 0,3-7 4 16,4 1-67-16,5-2 235 0,1 5-520 16,0 5-119-16,3 3-133 15,-3 2 0-15,0 3 0 0,0-2 0 16,1-5 0-16,-3-4 0 0,-2-8 0 15,-2-6-13-15,-2-10-315 0,-4-8-588 16,-2-5-297-16,-1-5-876 0</inkml:trace>
  <inkml:trace contextRef="#ctx0" brushRef="#br0" timeOffset="20450.54">28080 5579 1652 0,'0'0'5147'0,"37"-8"-4615"16,-6 3 329-16,8-1-861 0,-2 2 0 15,-1 1 0-15,-1 1 0 0,2 1-329 16,-2 1-1016-16,-10 0 5 16,0 0-381-16</inkml:trace>
  <inkml:trace contextRef="#ctx0" brushRef="#br0" timeOffset="20731.18">28700 5499 6699 0,'-35'-7'796'0,"0"2"-99"15,-7 3-697-15,3 4 0 0,8 4 0 16,6 3 0-16,7 0 0 0,3 1 0 16,7 1 0-16,2-1 0 0,8 3 0 15,6 0 0-15,11 0 0 0,7 2 0 16,8 0 0-16,3 3 0 0,6 1 0 16,1-1 0-16,-3 0 0 15,-4 1 0-15,-6-1 0 0,-6 1 0 16,-9-1 0-16,-5 1 0 0,-5 0 0 15,-6 0 0-15,-4 0 0 0,-9 0 0 16,-5-2 0-16,-3-2 0 16,-8-1 0-16,-2-2 0 0,-2-2 0 15,-10-1-25-15,-7-3-1523 0,11-1-349 16,-5-5-1061-16</inkml:trace>
  <inkml:trace contextRef="#ctx0" brushRef="#br0" timeOffset="21230.24">22172 6281 6398 0,'87'5'313'0,"20"-2"-17"0,30 2 104 0,14-3-32 15,14-1-256-15,27-1 100 0,25-2-119 16,27-3-93-16,27 1 0 16,25 1 0-16,18 2 0 0,19 2 0 15,16 5 0-15,13 0 0 0,12 2 0 16,0-1 0-16,4-1 0 0,-4-1 0 15,-12-4 0-15,-4 2 0 16,-23 0 0-16,-23 1 0 0,-31-1 0 16,-29 1 0-16,-33-3 0 0,-31-1 0 15,-26 0-25-15,-38-4-1143 0,-42 0 3 16,-26-3-772-16</inkml:trace>
  <inkml:trace contextRef="#ctx0" brushRef="#br0" timeOffset="21865.1">22802 7073 6611 0,'0'0'1076'0,"0"0"-571"0,0 0-505 0,0 0 0 15,0 0 0-15,0 0 0 0,0 0 0 16,0 0 0-16,38 4 0 0,-28 7 0 16,-2 1 0-16,-6 3 0 15,-2 4 0-15,-8 0 0 0,-11 1 0 16,-3-1 0-16,-7-1 0 0,2-5 0 15,2-4 0-15,9-6 0 0,5-3 0 16,5-6 0-16,6-6 0 0,6-8 0 16,7-2 0-16,5-1 0 0,9 5 0 15,-4 4 0-15,-5 3 0 0,-1 4 0 16,-9 4-905-16,-4-4-1500 0</inkml:trace>
  <inkml:trace contextRef="#ctx0" brushRef="#br0" timeOffset="22297.31">23398 7002 7111 0,'0'0'172'0,"-23"40"512"0,13-5-459 0,1 8-225 0,1 7 0 16,6 2 0-16,2 4 0 0,2 1 0 15,4-2 0-15,1-1 0 0,-3-6 0 16,4-3 0-16,-6-5 0 0,-2-11-421 15,4-12-996-15,-2-9-988 0</inkml:trace>
  <inkml:trace contextRef="#ctx0" brushRef="#br0" timeOffset="22560.16">23282 6864 6983 0,'0'0'368'15,"35"-44"128"-15,2 21-151 0,-2 7-345 16,5 2 0-16,-1 4 0 0,-6 4 0 16,0 5 0-16,-8 4 0 0,4 11 0 15,-8 7 0-15,-5 8 0 0,-3 6 0 16,-3 4 0-16,-6 5 0 16,-4 0 0-16,-8 0 0 0,-9-2 0 15,1-1 0-15,-9-7 0 0,-2-3 0 16,2-10 0-16,-4-6 0 0,4-8 0 15,1-7 0-15,5-5 0 0,9-2-1361 16,1-5-1237-16</inkml:trace>
  <inkml:trace contextRef="#ctx0" brushRef="#br0" timeOffset="23010.66">23749 7606 5134 0,'0'0'752'16,"0"0"109"-16,0 0-337 0,0 0-176 15,0 0 84-15,0 0-291 0,0 0-141 16,0 0 0-16,0 0 0 15,-2-54 0-15,0 23 0 0,0-5 0 0,2-4 0 16,0-3 0-16,4 4 0 16,6 2 0-16,5 10 0 0,1 5 0 15,1 5 0-15,-1 4 0 16,7 5 0-16,2 2 0 0,2 2 0 16,0 3 0-16,-2 1-653 0,-11 4-1800 15,-4-1-1181-15</inkml:trace>
  <inkml:trace contextRef="#ctx0" brushRef="#br0" timeOffset="23474.27">24173 7311 6254 0,'0'0'717'0,"4"-50"111"15,-6 25-435-15,-4 4-393 0,-2 7 0 16,-3 3 0-16,-1 6 0 0,1 9 0 15,-1 8 0-15,-2 9 0 0,-1 9 0 16,-1 4 0-16,-1 7 0 0,3 1 0 16,3 0 0-16,7-4 0 0,4-5 0 15,6-8 0-15,9-8 0 16,3-9 0-16,7-7 0 0,2-6 0 16,0-12 0-16,0-3 0 0,-4-1 0 15,-5-3 0-15,-3 6 0 0,-5 5 0 16,-6 5 0-16,-2 4 0 15,-2 3 0-15,0 1 0 0,0 2 0 0,0 8 0 16,0 8 0-16,2 2 0 16,2 3 0-16,5-8 0 0,-1-1 0 15,6-4 0-15,3-4-493 0,-3-4-768 16,3-2-663-16</inkml:trace>
  <inkml:trace contextRef="#ctx0" brushRef="#br0" timeOffset="23689.06">24562 7259 7379 0,'0'0'813'16,"0"0"-813"-16,-44-26 0 0,30 29 0 15,1 9 0-15,-5 8 0 16,1 5 0-16,1 9 0 0,1 6 0 16,5 1 0-16,6 3 0 0,4-6 0 15,10-5 0-15,7-4 0 0,3-9 0 16,7-10 0-16,4-6 0 15,2-7 0-15,2-13 0 0,0-9 0 16,-8 3-249-16,-2-8-2644 0</inkml:trace>
  <inkml:trace contextRef="#ctx0" brushRef="#br0" timeOffset="23861.63">24803 6738 7423 0,'0'0'769'15,"0"0"-769"-15,-22 59 0 0,13-23 0 16,5 9 0-16,2 5 0 0,2 9 0 16,0 6 0-16,0 4 0 0,0 2 0 15,0 0 0-15,-2-1 0 16,-4-2 0-16,2-4 0 0,-2-7 0 16,-1-11 0-16,3-13-645 0,2-11-1616 0</inkml:trace>
  <inkml:trace contextRef="#ctx0" brushRef="#br0" timeOffset="24004.49">24605 7335 7827 0,'0'0'365'0,"41"-22"-365"15,-4 8 0-15,1 1 0 16,1 0 0-16,0 1 0 0,-2 3 0 0,-1-1 0 16,-5 3 0-16,-7 0 0 15,-1-1 0-15,-8 2-213 0,-7-4-5858 0</inkml:trace>
  <inkml:trace contextRef="#ctx0" brushRef="#br0" timeOffset="24329.56">25070 7267 6735 0,'0'0'840'0,"4"70"-223"0,-14-18-617 15,0 2 0-15,-5-1 0 0,1-7 0 16,9-7 0-16,3-7 0 0,2-9 0 16,7-7 0-16,3-10 0 0,2-8-633 15,-3-6-1452-15,-1-11-1393 0</inkml:trace>
  <inkml:trace contextRef="#ctx0" brushRef="#br0" timeOffset="24470.45">25240 6936 8192 0,'0'0'0'0,"0"0"0"16,0 0 0-16,0 0 0 0,-15 43 0 15,15-23 0-15,6-1-141 0,7 3-895 16,-3-6-169-16,4 1-1880 0</inkml:trace>
  <inkml:trace contextRef="#ctx0" brushRef="#br0" timeOffset="24716.44">25446 7268 4450 0,'0'0'1028'0,"0"0"77"15,-43-26-401-15,24 27-228 16,1 10-47-16,-3 6-429 0,0 5 0 16,3 9 0-16,-3 6 0 0,4 2 0 15,7 0 0-15,8-1 0 0,4-5 0 16,13-3 0-16,5-5 0 0,5-5 0 15,4-8 0-15,2-3 0 16,-2-6 0-16,0-3 0 0,-2-9 0 16,-4-3 0-16,-3-5-25 0,-5 0-983 15,-5-2-577-15</inkml:trace>
  <inkml:trace contextRef="#ctx0" brushRef="#br0" timeOffset="25091.69">25595 7447 5386 0,'0'0'1377'0,"0"0"-481"0,50-3-363 15,-34-2-533-15,-1-1 0 0,1-1 0 16,1 0 0-16,-1-1 0 15,3-3 0-15,0-1 0 0,5-2 0 16,-1-4 0-16,-2-2 0 0,-3 1 0 16,-5-4 0-16,-7 2 0 0,-6 0 0 15,-8-3 0-15,-9 3 0 0,-8 2 0 16,-6 3 0-16,-6 8 0 16,0 8 0-16,-4 7 0 0,1 12 0 15,1 11 0-15,0 6 0 0,6 7 0 16,8 1 0-16,12-1 0 0,13-2 0 15,15-5 0-15,16-4 0 0,19-7 0 16,9-9 0-16,16-6 0 0,6-9 0 16,1-1 0-16,1-7 0 0,-23 0-297 15,-6-3-3124-15</inkml:trace>
  <inkml:trace contextRef="#ctx0" brushRef="#br0" timeOffset="40204.58">22616 8735 2413 0,'0'0'1848'0,"0"0"-1111"0,0 0 455 16,0 0-663-16,0 0-109 0,0 0 340 15,36 0-467-15,-28 10-293 0,2-1 0 16,-4 0 0-16,1-2 0 0,-5-1 0 15,0 1 0-15,-2 3 0 0,0-2 0 16,-7 1 0-16,-3 0 0 0,-2 0 0 16,-5-2 0-16,3-2 0 0,1-4 0 15,3-1 0-15,0-3 0 16,1-5 0-16,1-1 0 0,2-5 0 16,4-1 0-16,2-1 0 0,4-1 0 15,8 4 0-15,3 0 0 16,3 5 0-16,3 0 0 0,0 4 0 0,-5 1 0 15,1 3 0-15,-7 0 0 16,-4 3 0-16,-1 2 0 0,-1 3 0 16,0 4 0-16,-2 0 0 0,-2-4 0 15,0-3-893-15,-4-5-3537 0</inkml:trace>
  <inkml:trace contextRef="#ctx0" brushRef="#br0" timeOffset="40938.74">23189 8445 3465 0,'0'0'2105'16,"0"0"-1333"-16,2-35-191 0,-2 32 359 16,0 1-611-16,0 2-329 0,0 2 0 15,-4 14 0-15,-6 15 0 0,-1 11 0 16,3 10 0-16,4 6 0 0,6-2 0 15,6 4 0-15,2-1 0 0,5-2 0 16,4-7 0-16,3-6 0 0,3-10 0 16,2-7 0-16,4-11 0 15,2-11 0-15,0-6 0 0,2-15 0 16,-6-10 0-16,2-6 0 0,-4-10 0 16,-6-2 0-16,-3-6 0 0,-7-1 0 15,-5-1 0-15,-4-5 0 0,-2 2 0 16,-2 5 0-16,-2 7 0 0,-2 9 0 15,1 12 0-15,3 8 0 16,0 8 0-16,2 6 0 0,2 1-213 16,0 3-1240-16,5 7-2572 0</inkml:trace>
  <inkml:trace contextRef="#ctx0" brushRef="#br0" timeOffset="41282.33">23894 8720 6474 0,'0'0'325'16,"0"0"523"-16,-37-48-416 0,20 37-319 15,-2 0-113-15,5 4 0 0,0 3 0 16,1 2 0-16,5 2 0 0,0 1 0 16,6 4 0-16,-7 5 0 0,1 4 0 15,4 3 0-15,2 2 0 0,4-1 0 16,8 0 0-16,3 1 0 15,7 1 0-15,5-2 0 0,0 0 0 16,2-3 0-16,-2 0 0 0,-9-2 0 16,-6-3 0-16,-3-2 0 0,-7 2 0 15,-7 2 0-15,-5 1 0 16,-9 4 0-16,-5-1 0 0,-10-1 0 16,-3-1 0-16,-2-1 0 0,4-4 0 15,1-2 0-15,10-2 0 0,13-5-65 16,5 0-819-16,8-6 71 0,14-4-679 15,13-3 315-15,-4 1 253 0</inkml:trace>
  <inkml:trace contextRef="#ctx0" brushRef="#br0" timeOffset="41521.83">23900 8928 100 0,'0'0'4558'0,"0"0"-3362"0,43-1-179 16,-20-5 51-16,0-3-815 0,-2-2-253 15,-1-2 0-15,-3-3 0 0,-5 0 0 16,-4-1 0-16,-1-1 0 15,-3-2 0-15,-4 0 0 0,-4 0 0 16,-3 3 0-16,-5 2 0 0,-2 8 0 16,-5 7 0-16,-2 5 0 0,-1 11 0 15,1 5 0-15,0 5 0 16,7 3 0-16,1 0 0 0,13-1 0 16,2 0 0-16,15-2 0 0,6-3 0 15,6-5 0-15,10-7 0 0,4-4 0 16,9-6 0-16,-13-1 0 0,-1-6-2174 0</inkml:trace>
  <inkml:trace contextRef="#ctx0" brushRef="#br0" timeOffset="42120.49">25113 8730 5086 0,'0'0'744'0,"0"0"369"0,0 0-453 0,-14-33-200 16,2 23-331-16,-7-1-129 0,-2 3 0 15,-1 5 0-15,-5 0 0 16,2 3 0-16,0 1 0 0,2 7 0 15,7 1 0-15,1 1 0 0,5 1 0 16,4 1 0-16,6 0 0 0,2 1 0 16,8 3 0-16,9 1 0 0,8-2 0 15,6 0 0-15,4-1 0 0,2-1 0 16,-2 1 0-16,-3 0 0 16,-8-1 0-16,-11 0 0 0,-9 2 0 15,-6-1 0-15,-4-1 0 0,-8 1 0 16,-7-2 0-16,-4 1 0 0,-6-2 0 15,-4-1 0-15,-2-4 0 0,2-3 0 16,2-2 0-16,6-1 0 0,4-2 0 16,7-3 0-16,6 0 0 15,6 3-793-15,2-4-27 0,8 0-41 16,0-1-1400-16,9-4-652 0</inkml:trace>
  <inkml:trace contextRef="#ctx0" brushRef="#br0" timeOffset="42754.66">25345 8768 5982 0,'0'0'1101'0,"0"0"-661"0,0 0-28 16,-2 38-155-16,2-13-257 0,0 4 0 16,0 0 0-16,0-7 0 0,-2 0 0 15,0-4 0-15,2-3 0 0,-2-5 0 16,2-2 0-16,0-5 0 15,0-2 0-15,0-1 0 0,0 0 0 16,2-5 0-16,2-9 0 0,2-9 0 16,7-7 0-16,-1-4 0 0,4 0 0 15,1 4 0-15,0 1 0 16,-3 3 0-16,3 5 0 0,-5 5 0 16,-4 7 0-16,-2 5 0 0,-1 4 0 15,-1 0 0-15,2 1 0 0,2 12 0 16,-2 11 0-16,-2 7 0 0,-1 6 0 15,-1 2 0-15,0-4 0 0,2-1 0 16,0 0 0-16,0-4 0 0,2-4 0 16,0-4 0-16,-1-8 0 15,-3-6 0-15,0-5 0 0,2-3 0 16,2-11 0-16,2-10 0 0,1-10 0 16,-1-6 0-16,0-3 0 0,0 2 0 15,1 3 0-15,-1 6 0 16,-2 10 0-16,-2 9 0 0,0 6 0 0,-4 4 0 15,0 2 0-15,2 9 0 16,5 8 0-16,-1 7 0 0,0 3 0 16,0-1 0-16,1-1 0 0,-3 1 0 15,0 0 0-15,0-1 0 16,2-2 0-16,2-2 0 0,3-7-113 16,-5-4-1211-16,4-6-373 0</inkml:trace>
  <inkml:trace contextRef="#ctx0" brushRef="#br0" timeOffset="43080.82">25998 8942 2997 0,'0'0'3974'0,"-4"-42"-3266"0,-4 15-195 15,-3 4-513-15,-5 1 0 0,-3 5 0 16,1 7 0-16,-1 8 0 0,-2 3 0 16,1 10 0-16,-1 5 0 0,0 6 0 15,1 2 0-15,5 2 0 0,3-1 0 16,8-1 0-16,4-4 0 15,6-2 0-15,10-5 0 0,3-5 0 16,8-3 0-16,2-5 0 0,2-8 0 16,0-5 0-16,0-3 0 0,-4 0 0 15,-4 0 0-15,-7 5 0 16,-6 3 0-16,-3 4 0 0,-7 3 0 16,2 1 0-16,-2 4 0 0,0 9 0 15,0 10 0-15,0 6 0 0,0 2 0 16,2-2 0-16,2-6 0 0,2-3 0 15,4-3 0-15,3-7 0 0,3-4 0 16,1-6-513-16,-5-4-704 16,-1-8-2036-16</inkml:trace>
  <inkml:trace contextRef="#ctx0" brushRef="#br0" timeOffset="43266.76">26168 8456 6871 0,'0'0'1012'0,"0"0"-703"0,0 0-309 15,0 0 0-15,0 0 0 16,0 0 0-16,12 61 0 0,-10-11 0 16,0 9 0-16,-2 2 0 0,0 8 0 15,0 2 0-15,-6-1 0 16,2-4 0-16,2-8 0 0,2-10 0 16,4-9 0-16,4-12 0 0,5-13 0 15,-5-9-1461-15,2-8-460 0</inkml:trace>
  <inkml:trace contextRef="#ctx0" brushRef="#br0" timeOffset="43438.72">26335 8480 6867 0,'0'0'856'16,"0"0"-387"-16,0 0-469 0,0 41 0 16,0 0 0-16,0 10 0 0,0 6 0 15,0 0 0-15,0 5 0 0,2-1 0 16,0-1 0-16,0-7 0 15,0-4 0-15,-2-7 0 0,5-7 0 16,1-9 0-16,-2-9-341 0,2-12-2420 16</inkml:trace>
  <inkml:trace contextRef="#ctx0" brushRef="#br0" timeOffset="44026.71">26525 8947 3525 0,'0'0'2429'0,"0"0"-1736"0,0 0 291 0,0 0-423 15,0 0-561-15,0 0 0 16,0 0 0-16,37-11 0 0,-14-7 0 16,4-5 0-16,4-5 0 0,-4 1 0 15,-6 0 0-15,-7 3 0 0,-4 3 0 16,-7 2 0-16,-6 2 0 0,-9 4 0 15,-9 2 0-15,1 9 0 0,-7 3 0 16,0 13 0-16,-2 9 0 0,2 7 0 16,0 4 0-16,5 4 0 0,5 1 0 15,9-4 0-15,8 0 0 16,14-4 0-16,11-4 0 0,10-4 0 16,7-5 0-16,3-2 0 0,0-4 0 15,3-5 0-15,-9-2 0 16,-2-4 0-16,-6-1 0 0,-10 0-129 15,-11-2-39-15,-3 0 52 0,-5 1 116 16,0 0 8-16,-2-5 397 0,-2-5-405 16,-4-4 0-16,-3-6 0 0,-1-5 0 15,0-3 0-15,3-2 0 16,5-1 0-16,4 3 0 0,9 3 0 16,-1 3 0-16,2 4 0 0,5 4 0 15,0 2 0-15,3 0 0 0,3-2 0 16,-4 5-1309-16,1-3-1381 0</inkml:trace>
  <inkml:trace contextRef="#ctx0" brushRef="#br0" timeOffset="44524.07">27515 8341 4726 0,'0'0'1072'0,"0"0"-380"0,0 0-127 0,0 0-37 15,-4 44-272-15,0-5 88 0,4 11-335 16,0 5-9-16,-2 2 0 0,0 4 0 16,0 0 0-16,-2 1 0 15,-2-3 0-15,-5-2 0 0,-1-3 0 16,2-6 0-16,-5-6 0 0,5-8 0 16,1-9 0-16,5-11 0 0,0-8 0 15,4-5 0-15,2-3 0 0,7-13 0 16,7-15 0-16,7-8 0 15,6-4 0-15,-2 8 0 0,-7 11 0 16,-5 11 0-16,-5 8 0 0,-6 2 0 16,0 4 0-16,-2 5 0 0,1 5 0 15,-1 12 0-15,-2 4 0 16,0 2 0-16,0-2 0 0,4-6 0 16,4-5 0-16,4-2 0 0,5-6-1489 15,-3-3 68-15,3-5-432 0</inkml:trace>
  <inkml:trace contextRef="#ctx0" brushRef="#br0" timeOffset="44814.5">27840 8910 6715 0,'0'0'760'16,"-45"-42"-43"-16,24 30-717 0,4 10 0 16,3 5 0-16,-1 9 0 0,3 8 0 15,-3 4 0-15,5 5 0 0,2 0 0 16,4 0 0-16,4-1 0 15,4-2 0-15,6-4 0 0,7-3 0 16,-1-8 0-16,5-5 0 0,0-6 0 16,-3-5 0-16,-1-6 0 0,-3-6 0 15,-3 0 0-15,-3-2 0 16,0 1 0-16,-4 2 0 0,0 4 0 16,-2 5 0-16,-2 2 0 0,0 4 0 15,0 1 0-15,0 1 0 0,0 7 0 16,3 5 0-16,1 3 0 0,2 3 0 15,2-2 0-15,0 0 0 0,3-3 0 16,1-2-53-16,-2-3-555 0,3-4-733 16,-7-1-99-16,2-4-517 0</inkml:trace>
  <inkml:trace contextRef="#ctx0" brushRef="#br0" timeOffset="45376.39">28032 8903 1628 0,'0'0'4198'0,"0"0"-2997"15,0 0-629-15,-6 47-108 0,4-21-335 16,2 1-129-16,0-3 0 0,0-7 0 15,2 0 0-15,0-6 0 0,-2-3 0 16,2-5 0-16,-2-1 0 0,2-2 0 16,2-4 0-16,3-10 0 15,1-10 0-15,0-7 0 0,0-4 0 16,-1 0 0-16,-1-2 0 0,0 2 0 16,2 5 0-16,1 4 0 0,-3 12 0 15,-4 9 0-15,0 4 0 0,-2 4 0 16,2 10 0-16,-2 9 0 0,2 6 0 15,-2 3 0-15,0-1 0 16,2-2 0-16,0-3 0 0,0-1 0 16,2-4 0-16,3-3 0 0,-3-7 0 15,2-4 0-15,-2-3 0 16,-2-3 0-16,2-1 0 0,0-8 0 16,5-10 0-16,-3-3 0 0,2-3 0 15,0 0 0-15,-1 1 0 0,1 3 0 16,0 4 0-16,-2 4 0 0,-2 7 0 15,-2 5 0-15,3 0 0 0,1 3 0 16,2 6 0-16,0 8 0 0,-1 2 0 16,-1 2 0-16,-4-2 0 0,2-1 0 15,-4 1 0-15,2-2 0 16,-2 0 0-16,0-2 0 0,0-1 0 16,0-2 0-16,0-3-21 0,2-2-1031 15,-2-3-1625-15,0 0-1037 0</inkml:trace>
  <inkml:trace contextRef="#ctx0" brushRef="#br0" timeOffset="46047.32">28495 8831 2381 0,'0'0'2393'0,"0"0"-1457"0,0 0-264 16,0 0-139-16,0 0 67 0,0 0-288 15,-12 49 44-15,10-15-347 16,-2 1-9-16,0-4 0 0,-1-5 0 16,1-4 0-16,0-3 0 0,0-3 0 15,0-5 0-15,2-4 0 0,0-5 0 16,0-1 0-16,2-1 0 0,0-6 0 15,2-9 0-15,8-10 0 0,2-7 0 16,5 0 0-16,2 4 0 0,-3 8 0 16,-1 4 0-16,-7 6 0 0,-2 6 0 15,-2 2 0-15,-2 2 0 0,-2 5 0 16,2 4 0-16,-2 6 0 16,0 2 0-16,0 0 0 0,-2 0 0 15,0-4 0-15,2 0 0 0,0-5 0 16,0-2 0-16,0-2 0 15,2-3 0-15,2-1 0 0,5-2 0 16,3-9 0-16,7-8 0 0,1-4 0 16,1-1 0-16,-2 1 0 0,-5 5 0 15,-4 5 0-15,-3 5 0 0,-5 5 0 16,-2 2 0-16,2 1 0 16,-2 5 0-16,4 8 0 0,2 6 0 15,-2 5 0-15,5-1 0 0,-3 0 0 16,2-4 0-16,-2 0 0 0,0 1 0 15,1-2 0-15,-3 0 0 0,-2-4-997 16,0-6-568-16,-2-1-844 0</inkml:trace>
  <inkml:trace contextRef="#ctx0" brushRef="#br0" timeOffset="46424.86">28900 9114 5342 0,'0'0'1589'0,"21"-49"-328"0,-15 16-1261 0,-4-1 0 16,-2-3 0-16,-8 1 0 15,-2 3 0-15,-3 4 0 0,3 9 0 16,-2 8 0-16,1 10 0 0,-3 4 0 16,-3 13 0-16,-1 6 0 0,-1 6 0 15,0 3 0-15,7 2 0 16,4-1 0-16,8-1 0 0,6-2 0 16,8-3 0-16,7-2 0 0,4-5 0 15,6-1 0-15,0-5 0 0,4-4 0 16,-4 0 0-16,-2-1 0 0,0 1 0 15,-8 0 0-15,-5 0-253 0,-3 0-227 16,-7-2 252-16,-4-3 228 0,-2 1 28 16,0-1 160-16,0-2 204 0,0-1-39 15,-2-2-353-15,-2-10 0 16,4-12 0-16,0-7 0 0,0-4 0 16,8 2 0-16,2 3 0 0,5 4 0 15,-1 3 0-15,1 1 0 0,-1 4 0 16,7 1 0-16,10-2 0 15,-4 7-137-15,8-3-2664 0</inkml:trace>
  <inkml:trace contextRef="#ctx0" brushRef="#br0" timeOffset="46920.44">30085 8924 5574 0,'0'0'664'16,"0"0"-15"-16,-8-33 423 0,-1 17-839 15,-1 3-233-15,-4 5 0 0,-3 3 0 16,-2 5 0-16,1 7 0 16,-1 9 0-16,1 9 0 0,3 6 0 15,3 6 0-15,8 2 0 0,4 3 0 16,10 1 0-16,11-4 0 0,5-8 0 15,5-5 0-15,5-11 0 0,-1-7 0 16,0-5 0-16,-4-6 0 0,-4-8 0 16,-7-7 0-16,-7-4 0 0,-5-6 0 15,-4 0 0-15,-4-3 0 16,-2 0 0-16,-4 0 0 0,-6 1 0 16,-3 2 0-16,-4 2 0 0,3 4 0 15,1 5 0-15,3 4-161 0,6 5-303 16,4 4-448-16,2 3 47 0,2 1-267 15,8 0-2066-15</inkml:trace>
  <inkml:trace contextRef="#ctx0" brushRef="#br0" timeOffset="47091.79">30275 9163 5286 0,'0'0'1176'0,"0"0"-283"0,0 0-56 15,0 0-837-15,0 0 0 0,0 0 0 16,0 0 0-16,23-61 0 0,0 16 0 15,5 2 0-15,1 10 0 0,0 3 0 16,0 6 0-16,-2 4 0 0,-4 2 0 16,0-2 0-16,-1-1 0 0,-3 5-685 15,-2-3-2805-15</inkml:trace>
  <inkml:trace contextRef="#ctx0" brushRef="#br0" timeOffset="47966.78">23859 9594 6474 0,'0'0'821'0,"-38"-27"-205"0,14 14-335 16,-9 3-281-16,0 5 0 0,-5 4 0 15,3 2 0-15,0 9 0 0,6 2 0 16,4 2 0-16,15 2 0 0,4 0 0 15,6 1 0-15,2 0 0 0,8 2 0 16,9 2 0-16,4 0 0 0,3-2 0 16,7 0 0-16,1-3 0 0,1 0 0 15,-6-3 0-15,0-1 0 16,-13-2 0-16,-6 1 0 0,-8-3 0 16,-2-1 0-16,0-2 0 0,-2 1 0 15,-10 0 0-15,-9 2 0 0,-6 2 0 16,-4-5 0-16,-2-3 0 15,7-2 0-15,1-6 0 0,6 0 0 16,5-1 0-16,5 1 0 0,7 0-45 16,4 1-475-16,13-3-773 15,-5 2 69-15,17-3-149 0</inkml:trace>
  <inkml:trace contextRef="#ctx0" brushRef="#br0" timeOffset="48275.24">24150 9712 7723 0,'0'0'469'16,"0"0"-469"-16,-39-40 0 15,24 31 0-15,-3 3 0 0,-1 4 0 16,-4 4 0-16,3 10 0 0,-1 4 0 16,5 7 0-16,5 0 0 0,7 4 0 15,4-4 0-15,10 2 0 0,7-2 0 16,8-3 0-16,6-7 0 15,2-5 0-15,0-3 0 0,-4-5 0 16,2-6 0-16,-6-3 0 0,-7-4 0 16,-5-3 0-16,-9-4 0 0,-2-4 0 15,-2 2 0-15,-8-3 0 16,-3 3 0-16,-5 0 0 0,5-2 0 16,-1-1 0-16,-2-1 0 0,3-1 0 15,5 0-429-15,6 0-479 0,4 4-413 16,4 6 273-16,7 2 67 0</inkml:trace>
  <inkml:trace contextRef="#ctx0" brushRef="#br0" timeOffset="48580.96">24562 9239 5798 0,'0'0'712'16,"-11"-56"181"-16,3 24-493 15,-4 6-196-15,-5 2-19 0,-6 3-185 16,-2 5 0-16,-1 3 0 0,-1 5 0 16,-2 5 0-16,8 3 0 0,-2 8 0 15,3 5 0-15,-1 4 0 16,4 4 0-16,3 1 0 0,4 3 0 16,6 1 0-16,4 4 0 0,4 4 0 15,12 5 0-15,3 4 0 0,6 3 0 16,1 4 0-16,3-1 0 0,-2 2 0 15,-4-1 0-15,-6 1 0 0,-9-1 0 16,-4-4 0-16,-4-3 0 0,-6-4 0 16,-5-7 0-16,-1-5 0 0,-5-10-53 15,5-6-1071-15,0-11-517 0</inkml:trace>
  <inkml:trace contextRef="#ctx0" brushRef="#br0" timeOffset="48739.8">24264 9663 6907 0,'0'0'916'15,"0"0"-547"-15,0 0-369 0,39-23 0 16,-2 11 0-16,7-3 0 0,3-4 0 16,-3 0 0-16,1-3 0 15,5-3 0-15,-1-4 0 0,-1-3-781 16,-13 6-760-16,-8-2-976 0</inkml:trace>
  <inkml:trace contextRef="#ctx0" brushRef="#br0" timeOffset="48893.05">24764 9132 6170 0,'0'0'1049'0,"0"0"-76"16,-39 60-973-16,26-22 0 0,3 7 0 16,4 6 0-16,4 1 0 0,2 2 0 15,0-1 0-15,2-1 0 0,0-3 0 16,0-2 0-16,-2-2 0 16,-2-1 0-16,-4-4 0 0,0-11-1133 15,-5-9-2417-15</inkml:trace>
  <inkml:trace contextRef="#ctx0" brushRef="#br0" timeOffset="49022.07">24564 9639 3345 0,'0'0'2653'0,"0"0"-1708"0,0 0-513 15,24-36-52-15,3 29-56 16,2 3-211-16,0-1-113 0,-2 4 0 16,-4 1 0-16,0 0 0 0,-3 0 0 15,-1 2 0-15,-1 1 0 0,-5 0-613 16,-3 0-211-16,-6 0-225 0,0-1-1968 0</inkml:trace>
  <inkml:trace contextRef="#ctx0" brushRef="#br0" timeOffset="49392.96">24892 9695 900 0,'0'0'3514'0,"0"0"-2290"16,0 0 325-16,0 0-697 0,33-37-699 15,-24 14-153-15,-5-1 0 0,-2-4 0 16,-2 3 0-16,-4 2 0 15,0 5 0-15,-1 6 0 0,1 6 0 16,-2 6 0-16,-2 6 0 0,-7 10 0 16,-1 11 0-16,-1 8 0 15,3 8 0-15,8 0 0 0,6-4 0 16,6-1 0-16,8-5 0 0,7-5 0 16,2-5 0-16,1-4 0 0,3-7 0 15,2-2 0-15,-2-5 0 0,-4-2 0 16,-2-3 0-16,-5-3 0 0,-6-2 0 15,-1-3 0-15,-7-4 0 0,-2-1 0 16,-2-3 0-16,-2 0 0 0,-1-3 0 16,5 1 0-16,0 1 0 0,0-2 0 15,5 3 0-15,3 0 0 16,2-1 0-16,5 2 0 0,-3-1 0 16,5 1 0-16,1 1 0 0,-1-2 0 15,3 1 0-15,-5 3-133 0,1-2-1652 0</inkml:trace>
  <inkml:trace contextRef="#ctx0" brushRef="#br0" timeOffset="49798.66">25936 9262 5814 0,'0'0'512'0,"0"0"269"0,0 0 283 16,0 0-1043-16,-23 52-21 0,13-5 0 16,-2 7 0-16,3 4 0 0,3-3 0 15,0-1 0-15,0 3 0 0,0 0 0 16,-3-2 0-16,-3-1 0 0,0-5 0 15,-5-3 0-15,-2-7 0 0,-3-9-529 16,7-9-1360-16,-1-10-748 0</inkml:trace>
  <inkml:trace contextRef="#ctx0" brushRef="#br0" timeOffset="49940.9">25711 9740 3441 0,'0'0'3238'0,"43"-30"-2434"0,-10 17-176 16,0 3-547-16,0 2-81 15,-2 3 0-15,-4 2 0 0,-2-1 0 16,0 2 0-16,0 1 0 0,-5-2 0 16,-3 1-1217-16,-5 0-2785 0</inkml:trace>
  <inkml:trace contextRef="#ctx0" brushRef="#br0" timeOffset="50092.55">26170 9748 6214 0,'0'0'1029'0,"-21"55"-289"0,9-26-531 15,-1 2-209-15,-1-4 0 0,6-3 0 16,3-5 0-16,5-5 0 0,0-7 0 16,7-4-29-16,-1-3-1051 0,4-7-1846 0</inkml:trace>
  <inkml:trace contextRef="#ctx0" brushRef="#br0" timeOffset="50201.9">26257 9357 5966 0,'0'0'136'0,"0"0"-120"16,0 0-32-16,0 0-36 0,0 0-728 16,0 0-637-16</inkml:trace>
  <inkml:trace contextRef="#ctx0" brushRef="#br0" timeOffset="50525.97">26168 10515 2541 0,'0'0'2445'15,"0"0"-1213"-15,6-64-563 0,2 23-97 16,2-12 40-16,1-8-491 0,1-11-121 16,3-9 0-16,-1-9 0 0,5-3 0 15,4 8 0-15,3 14 0 0,5 18 0 16,5 16 0-16,-3 9 0 15,-2 7 0-15,-2 6 0 0,2 4 0 16,-7 7 0-16,-1 5 0 0,-2 7 0 16,-5 4 0-16,-5 1 0 15,-3 2 0-15,-8 3 0 0,0 2 0 16,-8 4 0-16,-5 1 0 0,-5 1 0 16,-5-3 0-16,-6 1 0 0,-2-1 0 15,-2-3 0-15,2-6 0 0,8-4-1265 16,0-10-1337-16</inkml:trace>
  <inkml:trace contextRef="#ctx0" brushRef="#br0" timeOffset="52694.97">22513 10924 1448 0,'0'0'1733'0,"0"0"-452"0,0 0-101 16,0 0-460-16,0 0-179 0,0 0 223 15,45-24-364-15,-28 24-275 0,-3 0-125 16,1 2 0-16,-5 1 0 16,-6 2 0-16,5 2 0 0,-9 2 0 15,-2 5 0-15,-11 2 0 0,-5 1 0 16,-5-3 0-16,0-3 0 0,2-5 0 16,9-3 0-16,0-3 0 15,8-3 0-15,-3-8 0 0,7-7 0 16,0-2 0-16,0-5 0 0,11 4 0 15,-3-1 0-15,2 2 0 0,1 4 0 16,-3 4 0-16,0-1-317 16,-6 4-1280-16,-2-2-1788 0</inkml:trace>
  <inkml:trace contextRef="#ctx0" brushRef="#br0" timeOffset="55132.12">23044 10630 4814 0,'0'0'480'0,"0"0"444"0,0 0 321 16,0 0-745-16,0 0-271 0,0 0-229 15,0 0 0-15,0 0 0 0,58 0 0 16,-10 2 0-16,3-2 0 0,3 0 0 16,-4 0 0-16,-5 0 0 15,-6 1 0-15,-8-1 0 0,-2 0 0 16,-4-1 0-16,-4-3 0 0,-5-2-465 16,-3 1-1532-16,-5 0-124 15,-6 1-1304-15</inkml:trace>
  <inkml:trace contextRef="#ctx0" brushRef="#br0" timeOffset="55334.13">23340 10655 3713 0,'0'0'2209'0,"0"0"-1372"0,-33 50 371 16,29-25-983-16,4 6-225 0,0 6 0 15,0 5 0-15,4 1 0 0,2 4 0 16,-2 1 0-16,4 0 0 0,-1 1 0 15,-1-3 0-15,-4-3 0 0,-2-6 0 16,0-2 0-16,-2-7-217 16,0-8-2192-16,-2-6-164 0</inkml:trace>
  <inkml:trace contextRef="#ctx0" brushRef="#br0" timeOffset="55505.82">23158 11236 6386 0,'0'0'789'0,"0"0"-29"0,37-15-503 16,-6 8-257-16,6 3 0 16,-1 1 0-16,-3 2 0 0,0 1 0 15,0 1 0-15,2 0 0 0,6 0 0 16,3-1 0-16,-3-6 0 0,0-7-629 16,-14 1-1376-16,2-8-1393 0</inkml:trace>
  <inkml:trace contextRef="#ctx0" brushRef="#br0" timeOffset="56314.99">23826 11017 5998 0,'0'0'733'0,"-38"-31"-117"0,18 15 108 0,1 7-603 0,3 5-121 0,-1 4 0 16,1 9 0-16,-1 7 0 0,0 6 0 15,1 5 0-15,4 3 0 0,7 0 0 16,3-4 0-16,4-3 0 16,9-5 0-16,1-5 0 0,7-6 0 15,1-6 0-15,3-4 0 0,2-8 0 16,-4-5 0-16,3-2 0 0,-7-3 0 16,-3 1 0-16,-1 1 0 0,-5 2 0 15,-4 6 0-15,0 3 0 16,-2 3 0-16,-2 2 0 0,3 1 0 15,-3 2 0-15,4 3 0 0,2 12 0 16,4 11 0-16,1 8 0 16,-1 4 0-16,-4 0 0 0,-2 0 0 15,-4 3 0-15,-6 3 0 0,-13 2 0 16,-1 3 0-16,-9-3 0 0,-4-1 0 16,-2-4 0-16,1-7 0 0,1-10 0 15,9-6 0-15,1-8 0 0,6-9 0 16,7-6 0-16,6-10 0 0,4-10 0 15,4-11 0-15,8-9 0 0,5-7 0 16,6-3 0-16,4 0 0 16,4 2-337-16,-9 14-659 0,7 3-441 0</inkml:trace>
  <inkml:trace contextRef="#ctx0" brushRef="#br0" timeOffset="56640.74">23985 11037 3917 0,'0'0'2786'0,"0"40"-1786"0,0-18-540 16,0 2-431-16,0 0-29 0,-2-2 0 16,0-2 0-16,0-3 0 0,0-4 0 15,-1-3 0-15,1-4 0 16,0-3 0-16,2-3 0 0,0 0 0 16,0-5 0-16,7-8 0 0,3-13 0 15,2-5 0-15,3-2 0 0,-1 3 0 16,-1 7 0-16,-1 3 0 0,-4 7 0 15,-2 5 0-15,-1 4 0 0,-3 4 0 16,6 1 0-16,4 10 0 16,1 9 0-16,3 5 0 0,-3 3 0 15,-3-1 0-15,-4-3 0 0,-2-3 0 16,1-2 0-16,-1-2 0 16,-2-4 0-16,2-4 0 0,-2-3-521 15,2-4-1052-15,2-2-4233 0</inkml:trace>
  <inkml:trace contextRef="#ctx0" brushRef="#br0" timeOffset="57728.52">24419 11068 1116 0,'0'0'1245'0,"0"0"1592"15,0 0-1797-15,0 0-191 0,0 0 256 16,0-39-1105-16,-4 29 0 0,0 2 0 15,-1 2 0-15,-1 5 0 0,-6 2 0 16,-3 13 0-16,-3 11 0 0,-1 10 0 16,7 4 0-16,4-1 0 15,8-2 0-15,2-3 0 0,12-7 0 16,5-4 0-16,5-6 0 16,3-8 0-16,2-5 0 0,-4-4 0 15,-2-8 0-15,-5-5 0 0,-5-2 0 16,-5-2 0-16,-6-4 0 0,-2-2 0 15,-4-3 0-15,-4 0 0 0,0-1 0 16,-5 0 0-16,5 1 0 16,0 1 0-16,3 5-61 0,5 3-1011 15,0 6 343-15,9 3-395 0,-3 5-1257 16,2 4-380-16</inkml:trace>
  <inkml:trace contextRef="#ctx0" brushRef="#br0" timeOffset="57915.37">24605 11129 3157 0,'0'0'624'0,"-2"33"629"15,-2-16-653-15,0-8-192 0,2-3 201 16,-1-3-201-16,1-2-40 16,2-1 212-16,0-4-395 0,0-8-185 15,5-10 0-15,3-5 0 0,4-5 0 16,5 3 0-16,-1 2 0 0,5 3 0 16,-2 6 0-16,-3 3 0 15,-1 3 0-15,-1 4 0 0,-2 2-629 16,-3 4-263-16,-5 0-1033 0,2 2 36 0</inkml:trace>
  <inkml:trace contextRef="#ctx0" brushRef="#br0" timeOffset="58130.54">24799 11013 4205 0,'0'0'825'0,"0"0"-149"0,0 0 361 16,54 25-649-16,-29-25 52 0,-5-8 112 16,7-1-483-16,-6-2-69 0,-7 1 0 15,-5-2 0-15,-7 1 0 0,-8 2 0 16,-9-1 0-16,-6 4 0 0,-10 6 0 15,3 4 0-15,-8 11 0 0,-3 10 0 16,2 9 0-16,2 4 0 16,6 2 0-16,10-1 0 0,13-4 0 15,14-6 0-15,17-3 0 0,12-5 0 16,17-6 0-16,12-6 0 0,13-8 0 16,8-3 0-16,-19-3-109 15,2-2-1644-15</inkml:trace>
  <inkml:trace contextRef="#ctx0" brushRef="#br0" timeOffset="58534.64">26027 11082 4309 0,'0'0'1413'0,"0"0"-629"16,-23-33-115-16,7 23 183 0,-5 2-687 15,3 2-165-15,-3 3 0 0,2 2 0 16,3 1 0-16,1 4 0 16,1 7 0-16,1 7 0 0,3 11 0 0,0 6 0 15,1 7 0-15,7 4 0 16,2-1 0-16,7-2 0 0,7-6 0 16,7-7 0-16,6-9 0 0,6-11 0 15,4-10 0-15,2-9 0 0,0-14-293 16,-8 2-1060-16,-4-10-579 0</inkml:trace>
  <inkml:trace contextRef="#ctx0" brushRef="#br0" timeOffset="58734.92">26172 10613 6559 0,'0'0'408'16,"0"0"620"-16,0 0-831 15,-33 41-197-15,18-3 0 0,-1 9 0 16,1 9 0-16,1 1 0 0,-1 2 0 15,3 4 0-15,-3 2 0 0,5-3 0 16,6-5 0-16,4-8 0 0,8-9 0 16,9-10 0-16,6-10-225 15,8-8-643-15,4-7-133 0,-6-5-1500 16,2-7-748-16</inkml:trace>
  <inkml:trace contextRef="#ctx0" brushRef="#br0" timeOffset="58982.19">26366 11185 5010 0,'0'0'1909'15,"0"0"-993"-15,-31-45-559 0,17 34-357 16,-3 4 0-16,1 4 0 0,-3 6 0 16,2 6 0-16,1 6 0 15,-1 6 0-15,1 0 0 0,3 3 0 16,3 0 0-16,4-1 0 16,6 1 0-16,2-3 0 0,6-2 0 15,9-4 0-15,5-6 0 0,3-3 0 16,4-6 0-16,2-6 0 0,-2-4 0 15,-2-4 0-15,-4-4 0 0,-9-4 0 16,-3-2 0-16,-7-2 0 16,-2-1 0-16,-4 0 0 0,-7 2 0 15,-3 1 0-15,-2 4 0 0,-7 7-101 16,4 3-1163-16,3 6-357 0</inkml:trace>
  <inkml:trace contextRef="#ctx0" brushRef="#br0" timeOffset="59259.99">26492 11150 5106 0,'0'0'984'15,"-20"37"141"-15,7-15-529 0,3 1-272 16,2 2-267-16,3 4-57 16,3 2 0-16,2-1 0 0,7 1 0 15,3-5 0-15,4-4 0 0,5-5 0 16,0-5 0-16,1-6 0 0,1-6 0 15,4-4 0-15,-5-10 0 16,3-4 0-16,-4-6 0 0,-3-4 0 0,-3 0 0 16,-5-2 0-16,-2-2 0 15,-6-3 0-15,0-1 0 0,-2-2 0 16,-2 0 0-16,2-1-61 0,2 6-831 16,4 8 292-16,2 4 155 0,5 4-687 15,-5 6-181-15,2-2-728 0</inkml:trace>
  <inkml:trace contextRef="#ctx0" brushRef="#br0" timeOffset="59565.83">26823 10765 6599 0,'0'0'880'0,"-27"63"-508"16,15-18-31-16,-1 4-341 0,3 6 0 15,-2 5 0-15,1 1 0 0,3 0 0 16,2-3 0-16,4-3 0 0,2-5 0 16,6-4 0-16,4-9 0 15,3-6 0-15,3-10 0 0,1-9 0 16,1-8 0-16,1-8 0 0,-5-10 0 16,1-8 0-16,-5-6 0 0,-6-4 0 15,-4-1 0-15,-6 1 0 0,-8 4 0 16,-5 5 0-16,0 9 0 0,-1 7 0 15,-1 6 0-15,2 2 0 0,3 5 0 16,6-1 0-16,3 0 0 16,5-2-497-16,2-1-908 0,11-2-495 0</inkml:trace>
  <inkml:trace contextRef="#ctx0" brushRef="#br0" timeOffset="59798.77">27019 10892 7443 0,'0'0'749'16,"0"0"-749"-16,0 0 0 0,-22 45 0 15,13-4 0-15,1 9 0 0,0 4 0 16,0-3 0-16,-1 0 0 0,-1-3 0 16,4-2 0-16,2-3 0 0,2-4 0 15,2-7 0-15,6-6 0 0,6-8 0 16,5-7 0-16,1-10 0 0,5-6-489 15,0-9-319-15,-1-3-73 0,-5 3-1236 16,-3 1-240-16</inkml:trace>
  <inkml:trace contextRef="#ctx0" brushRef="#br0" timeOffset="60032.29">27114 11336 4013 0,'0'0'1533'0,"0"0"-512"16,0 0 291-16,0 0-999 16,46-18-313-16,-15 8 0 0,4-3 0 15,2-2 0-15,-4-1 0 0,-4 1 0 16,-4-1 0-16,-8 0 0 0,-9-3 0 15,-8-1 0-15,-6 0 0 0,-9 4 0 16,-8 6 0-16,-3 9 0 16,-5 6 0-16,-2 11 0 0,-1 7 0 15,6 5 0-15,5 5 0 0,10 2 0 16,9 1 0-16,8 1 0 0,11-2 0 16,10-3 0-16,6-4 0 0,4-5 0 15,2-4 0-15,0-7 0 0,0-4 0 16,-4-4 0-16,-4-4 0 0,0-6-61 15,-10-1-1323-15,0-4-889 0</inkml:trace>
  <inkml:trace contextRef="#ctx0" brushRef="#br0" timeOffset="60751.04">28154 10719 3173 0,'0'0'2097'0,"0"0"-897"16,0 0-463-16,0 0-137 0,0 0-215 16,0 0-385-16,-16 62 0 0,12-20 0 15,-3 7 0-15,-1 1 0 0,4 3 0 16,-2 5 0-16,0 1 0 0,1-2 0 15,-1-2 0-15,2-4 0 0,0-7 0 16,0-4 0-16,4-8 0 16,0-11 0-16,0-9 0 0,4-5 0 15,2-7 0-15,4-6 0 0,9-11 0 16,2-10 0-16,4-7 0 0,-3-3 0 16,-3 5 0-16,-1 6 0 15,-1 2 0-15,-5 8 0 0,-3 6 0 16,-5 6 0-16,0 4 0 0,-2 4 0 15,0 12 0-15,0 9 0 0,0 6 0 16,0 2 0-16,0-2 0 16,2-7 0-16,3 0 0 0,-1-5 0 15,0-2 0-15,2-4 0 0,3-4 0 16,-1-3 0-16,0-5-373 0,5-2-1344 16,-5-4 229-16,0-3-301 0</inkml:trace>
  <inkml:trace contextRef="#ctx0" brushRef="#br0" timeOffset="60891.43">28506 11239 6639 0,'0'0'1260'0,"0"0"-967"16,0 0-293-16,0 0 0 0,-27 41 0 15,14-9 0-15,1 0 0 0,4-3 0 16,4-8 0-16,1-3 0 0,3-7 0 16,5-5 0-16,-3-5-1005 15,4-8-704-15</inkml:trace>
  <inkml:trace contextRef="#ctx0" brushRef="#br0" timeOffset="61024.51">28716 10666 7635 0,'0'0'548'0,"0"0"-539"0,-14-37-9 16,10 34 0-16,2 1 0 0,-2 2 0 15,2 0 0-15,2 4 0 0,6 1-865 16,8 2-140-16,-1-3-327 0,1 1-2670 0</inkml:trace>
  <inkml:trace contextRef="#ctx0" brushRef="#br0" timeOffset="61233.24">28795 10723 6851 0,'0'0'996'16,"-8"59"-651"-16,4-15-345 15,-3 5 0-15,1 6 0 0,0 7 0 16,0-1 0-16,2 3 0 0,0-4 0 15,1-2 0-15,3-3 0 0,-2-4 0 16,2-3 0-16,-2-5 0 16,0-6 0-16,-2-6 0 0,0-10 0 15,0-9 0-15,0-7 0 0,2-5-1862 16,-7-12-1795-16</inkml:trace>
  <inkml:trace contextRef="#ctx0" brushRef="#br0" timeOffset="61333.07">28613 11258 4622 0,'0'0'2813'0,"0"0"-2056"15,62-29-757-15,-16 22 0 0,11 1 0 16,1 3 0-16,-2 1 0 16,-8 1 0-16,-9-3 0 0,-8-2 0 15,-2-4 0-15,-8-1-429 0,-5-5-2788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09:11.90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17860 12676 1572 0,'0'0'452'0,"-37"7"2122"15,18-6-1838-15,5 2-240 0,3-2 633 16,5 0-565-16,2-1-144 0,4 0-171 15,0 0-249-15,6 0 0 0,13-2 0 16,14-3 0-16,12-2 0 0,9 0 0 16,4 1 0-16,0 1 0 15,0 0 0-15,12 3 0 0,2 0 0 16,11 2 0-16,8 0 0 0,8 5 0 16,15 4 0-16,8 0 0 0,6 2 0 15,2 1 0-15,7 2 0 16,-7 0 0-16,-2 2 0 0,-8-1 0 15,-15-1 0-15,-16-2 0 0,-12-1 0 16,-24-4 0-16,-19-5 0 16,-14 1 0-16,-16-3 0 0,-4 1 0 15,-4-1 0-15,-8 1 0 0,-13 0-1890 16,2 1-2-16,-6-2-766 0</inkml:trace>
  <inkml:trace contextRef="#ctx0" brushRef="#br0" timeOffset="2696.35">10067 7095 1688 0,'0'0'344'0,"0"0"1329"16,0 0 36-16,0 0-693 0,0 0-203 16,0 0 136-16,0 0-949 15,0 0 0-15,0 0 0 0,0 0 0 16,0 0 0-16,6-12 0 0,-6 12 0 16,0 0 0-16,0 0 0 0,0 1 0 15,0 3 0-15,4 1 0 16,-4 4 0-16,6 3 0 0,-6 2 0 15,5 3 0-15,-3-2 0 0,-2 2 0 16,0-3 0-16,0 2 0 0,-2-1 0 16,2 2 0-16,-5-2 0 0,5 4 0 15,-4-1 0-15,2-2 0 0,2 2 0 16,0 0 0-16,0 2 0 0,0-1 0 16,0-1 0-16,0 2 0 0,0-1 0 15,0 2 0-15,0 1 0 16,0 3 0-16,0-1 0 0,0 3 0 15,0 0 0-15,-4-1 0 0,4 1 0 16,0-1 0-16,0 0 0 16,0 0 0-16,4-1 0 0,-4-2 0 15,2-1 0-15,2 1 0 0,-4 0 0 16,0 0 0-16,0 0 0 0,0 1 0 16,0-1 0-16,0 2 0 15,-4 0 0-15,4 0 0 0,0 0 0 16,0 2 0-16,0 0 0 0,0 4 0 15,0 0 0-15,4 2 0 0,-4-1 0 16,0 1 0-16,-4-1 0 0,2-1 0 16,2-1 0-16,0-4 0 0,-4 1 0 15,4-1 0-15,0-1 0 0,0 2 0 16,4-1 0-16,2 1 0 16,-1 2 0-16,-3 1 0 0,2 3 0 15,0 1 0-15,-2 4 0 0,2 0 0 16,0 2 0-16,-2 1 0 0,-2 0 0 15,4 1 0-15,-4-1 0 16,5 0 0-16,-3-2 0 0,-2 0 0 16,0 2 0-16,4-1 0 0,-4 0 0 15,2-1 0-15,-2-3 0 0,0 0 0 16,0-3 0-16,-2-1 0 0,-2-2 0 16,-3-2 0-16,3 0 0 15,-2-2 0-15,2-1 0 0,2-2 0 16,-2 0 0-16,4-1 0 0,0 3 0 15,0-1 0-15,4-2 0 0,-4-3 0 16,2 0 0-16,2-3 0 0,-4-4 0 16,0-3 0-16,0-2 0 0,0-2 0 15,0-1 0-15,0 1 0 16,4 0 0-16,-2 0 0 0,-2-2 0 16,0 2 0-16,4 1 0 0,-4 1 0 15,0 1 0-15,0 0 0 0,0-1 0 16,0-1 0-16,0-3 0 15,0-2 0-15,0-1 0 0,0 0-693 16,-4-4-1204-16</inkml:trace>
  <inkml:trace contextRef="#ctx0" brushRef="#br0" timeOffset="12339.52">17666 11328 1440 0,'0'0'216'16,"0"0"-196"-16,0 0 1089 0,0 0-629 15,0 0-84-15,0 0 308 0,0 0-223 16,0 0-17-16,-7 4 268 0,7-4-340 16,0 0-31-16,0 0 103 0,0 0-220 15,0 2-48-15,0 0 120 16,0 1-196-16,0-1-63 0,5-1-57 16,-1-1 0-16,4-2 0 0,6-7 0 15,7-4 0-15,0-4 0 0,4-2 0 16,-3 0 0-16,3-2 0 0,-2 0 0 15,2-2 0-15,-3-1 0 0,-1-2 0 16,6-1 0-16,-2-1 0 16,2-2 0-16,-1-1 0 0,1-1 0 15,4-1 0-15,0 1 0 0,-4 0 0 16,0-2 0-16,4 0 0 0,-2 0 0 16,-2-2 0-16,4 1 0 0,-2-2 0 15,6-1 0-15,-2-4 0 16,6-2 0-16,1-3 0 0,-3 0 0 15,10-3 0-15,-1 0 0 0,8-3 0 16,1 0 0-16,1-3 0 0,0 1 0 16,-2 1 0-16,-3-3 0 0,1 1 0 15,-2-1 0-15,-5-1 0 16,-1 4 0-16,1-3 0 0,-1 1 0 0,-3 0 0 16,2 2 0-16,-1-2 0 15,3-1 0-15,-1 0 0 0,-1-1 0 16,2-5 0-16,1 4 0 0,-1-3 0 15,3 0 0-15,-3-4 0 0,7 1 0 16,-2 0 0-16,1-3 0 0,-3 2 0 16,-1-3 0-16,1 1 0 0,-7 1 0 15,1-2 0-15,5 3 0 0,-5-1 0 16,-1-1 0-16,0-2 0 16,-1 2 0-16,5-2 0 0,-4 1 0 15,5-1 0-15,-1 0 0 0,3 0 0 16,-1 0 0-16,1-1 0 0,2-3 0 15,-3 1 0-15,3-1 0 0,-5 1 0 16,5 2 0-16,-3-1 0 16,1 1 0-16,1 1 0 0,-1 0 0 15,0-1 0-15,-5 3 0 0,-2 1 0 16,1 0 0-16,-3 3 0 0,0 2 0 16,-6-1 0-16,2 4 0 0,-6 2 0 15,-4 1 0-15,0 7 0 0,-8 5 0 16,-3 5 0-16,-6 9 0 15,-6 7 0-15,0 7 0 0,-2 8 0 16,0 4-101-16,-2 4-663 0,2 0-1217 16,-2 4-528-16</inkml:trace>
  <inkml:trace contextRef="#ctx0" brushRef="#br0" timeOffset="12915.09">21372 6276 1996 0,'0'0'2554'0,"0"0"-1310"16,0 0-648-16,0 0-143 0,21 45 67 15,-19-16-240-15,4 3-36 0,-2 3 61 16,-4-3-305-16,8 4 0 0,1 1 0 16,1 2 0-16,4 2 0 0,7 1 0 15,0 3 0-15,1 0 0 16,5 2 0-16,4 1 0 0,0 1 0 15,7 1 0-15,-1-1 0 0,2-2 0 16,4 0 0-16,-1 0 0 0,5-6 0 16,-1-1 0-16,3-3 0 15,5-2 0-15,4-6 0 0,4 1 0 16,4-6 0-16,4-1 0 0,7-1 0 16,2-4 0-16,1-2 0 15,5-2 0-15,0-3 0 0,4-3 0 16,6-3 0-16,0-5 0 0,2 0 0 15,0-7 0-15,0-4 0 0,-2-3 0 16,0-1 0-16,-10-6 0 0,0 0 0 16,-9-4 0-16,-7-1 0 0,-7-4 0 15,-11 1 0-15,-9-2 0 0,-9-1 0 16,-6 1 0-16,-11-1 0 0,-6 3-641 16,-5 0-67-16,-5-2-61 0,0 11-1100 15,-5-2-756-15</inkml:trace>
  <inkml:trace contextRef="#ctx0" brushRef="#br0" timeOffset="13422.72">23706 7389 3245 0,'0'0'1697'0,"0"0"-1049"0,0 0-496 16,0 0 0-16,0 0 320 0,0 0-163 16,0 0-57-16,39-58 104 15,-20 25-252-15,1-3-12 0,5 3 0 16,2-3-92-16,4 1 20 0,-2 2-20 15,-2 1-28-15,-2 4 28 0,-5 6-144 16,1 2-16-16,-5 2 88 0,1 0 28 16,-5 1-8-16,1 0-16 0,-1-2-56 15,-1 0 52-15,-1 0 72 0,-4 0-12 16,-2 2-24-16,-2 1-72 0,-2 1-233 16,-2 4-131-16,-2 4-128 0,0 3-413 15,0 0 209-15,0 2-16 16,0 0-1701-16</inkml:trace>
  <inkml:trace contextRef="#ctx0" brushRef="#br0" timeOffset="13962.45">24045 6743 4730 0,'0'0'644'0,"0"0"64"0,0 0-31 15,0 0-397-15,0 0 28 16,0 0 192-16,0 0-256 0,0 0-143 15,-19 43-101-15,19-23 0 0,6 3 0 16,1 5 0-16,1 3 0 0,0 2 0 16,0 3 0-16,3 3 0 15,1 1 0-15,3 0 0 0,-3 2 0 16,-2 0 0-16,3 1 0 0,-1 1 0 16,1 2 0-16,-3 4 0 15,4 2 0-15,-1 3 0 0,1 2 0 16,-1 1 0-16,1 2 0 0,1 1 0 15,-1-2 0-15,3 0 0 0,1 0 0 16,3 1 0-16,2 0 0 0,5 1 0 16,3-1 0-16,5-1 0 0,1-1 0 15,2-3 0-15,5-4 0 0,1-6 0 16,-2-3 0-16,3-6 0 0,-5-7 0 16,3-4 0-16,-1-5 0 15,0-7 0-15,3-1 0 0,1-2 0 16,1-2 0-16,2-1 0 0,1-2 0 15,-5-2 0-15,-1-3 0 16,-5-4 0-16,-7-8-729 0,-11 2-400 16,-7-6-611-16</inkml:trace>
  <inkml:trace contextRef="#ctx0" brushRef="#br0" timeOffset="14853.35">25080 8711 2377 0,'0'0'2521'0,"0"0"-2309"0,0 0-188 15,0 0 64-15,0 0-44 16,0 0 92-16,0 0 208 0,-12-46-140 16,22 13-16-16,3-3 196 0,1-1-135 15,3-4-29-15,-5-6 208 0,3-7-276 16,-3-5-104-16,0-5-48 16,-1-4-12-16,-3 3-40 0,0 4 8 15,1 7-20-15,-1 6 52 0,-2 8-112 16,2 7 32-16,-2 5 52 0,1 4 12 15,-1 5-44-15,0 7 20 0,-2 5-40 16,-2 1 4-16,0 5 44 0,0 0-108 16,0 1 19-16,3 0 97 0,-1 1 28 15,-4 5 16-15,6 5-8 0,-2 5 8 16,2 5 0-16,0 4-8 0,3 6 36 16,1 1 9-16,5 5 59 15,1 3 228-15,3 3 56 0,-1 3 116 16,-3 1-219-16,-1 3-285 0,1 2 0 15,-3 2 0-15,3-1 0 0,-5 0 0 16,2 0 0-16,-1-1 0 16,-1-3 0-16,4-5 0 0,1-2 0 15,4-7 0-15,1-7 0 0,3-9 0 16,2-10 0-16,-3-11 0 16,1-12 0-16,2-14 0 0,-2-9 0 15,-3-9 0-15,-3-8 0 0,-3-1 0 16,-3-2 0-16,-1 3 0 0,0 1 0 15,-1 3 0-15,1-1 0 0,2 1 0 16,3 0 0-16,-1-2 0 0,3 1 0 16,2 1 0-16,-3 3 0 0,1 1 0 15,-1 1 0-15,-1 0 0 0,-1-1 0 16,3 3 0-16,-1 0 0 0,1 4 0 16,1 4 0-16,1 8-169 0,-5 7-223 15,-3 9 208-15,-5 7 120 16,0 4 4-16,-4 1 56 0,2 11 4 15,0 10 36-15,-1 7-24 0,-1 7 32 16,-2 7 84-16,0 3-76 16,2 5 12-16,0 6 52 0,2 6-72 15,-2 3 36-15,-2 5 92 0,2 3-100 16,-2 4-19-16,4 0-53 0,2 3 0 16,5 0 0-16,3-1 0 15,5-2 0-15,1-2 0 0,5-5 0 16,0-7 0-16,4-5 0 0,0-11 0 15,2-3 0-15,0-9 0 0,2-3 0 16,-2-2 0-16,4-2-69 0,-2 1-1632 16,-6-6 37-16,-2 2-729 0</inkml:trace>
  <inkml:trace contextRef="#ctx0" brushRef="#br0" timeOffset="31518.54">23456 12018 924 0,'0'0'228'0,"0"0"-188"0,0 0 1777 15,-40 18-1425-15,30-15 484 0,6-1-351 16,0-1-109-16,2 0 128 0,-2-1-244 16,1 1 0-16,-1-1 237 15,4 1-209-15,0-1 60 0,0 0 24 16,0 0-340-16,0 0-32 0,0 1-36 16,0 1-4-16,15 0 0 0,14 1 4 15,14-1-4-15,13-1 0 0,12 0 0 16,-2 0-80-16,3 0-56 0,-7 1-132 15,-11-1-164-15,-9 1-124 0,-13 0-917 16,-11-1 636-16,-10 0 197 16,-8-1 56-16,-4 0 584 0,-4 0 328 0,-15-2 428 15,-6-1-327-15,-6 2-197 16,-6 0 20-16,-1 0-116 0,-3 0-4 16,0 1 36-16,-3 0-156 0,0 0 32 15,5 0 88-15,2 0 8 16,6 0 40-16,10 0 64 0,4 0-152 15,11 1-16-15,8-1 53 0,2 1-125 16,8 1-4-16,19 4-12 0,24 1 4 16,18 4 8-16,15-1 40 15,5 0-36-15,-8-3 16 0,-7 1 16 16,-10-1-36-16,-8-1-249 0,-14-5-1131 16,-16-1-21-16,-9-5-1908 0</inkml:trace>
  <inkml:trace contextRef="#ctx0" brushRef="#br0" timeOffset="35725.87">22104 6685 1680 0,'0'0'1337'0,"0"0"-1049"16,35 4 332-16,-6-9-220 0,10-2-19 15,9-3 167-15,12 2-168 0,8-3 0 16,14 3 249-16,7 5-213 0,4 3-52 16,-2 5-152-16,0 6-212 15,-27 0-416-15,0-3-2093 0</inkml:trace>
  <inkml:trace contextRef="#ctx0" brushRef="#br0" timeOffset="41604.21">14923 10133 2753 0,'0'0'2249'0,"0"0"-1125"16,0 0-623-16,0 0-177 0,37-7 404 15,8 5-268-15,17-1-407 0,13 1-53 16,3 0 0-16,7-1 0 0,0 2 0 16,-1 0 0-16,-26 1-589 0,4-2-4289 15</inkml:trace>
  <inkml:trace contextRef="#ctx0" brushRef="#br0" timeOffset="44656.2">9327 12169 3673 0,'0'0'692'0,"0"0"-487"16,58 16-33-16,-11-11 148 0,15-4 260 15,13-1-280-15,14-3-44 0,16-5 12 16,11 0-212-16,10-3-7 0,4 2 3 15,2 0-48-15,-6 0-4 0,-10 3 0 16,-2-1 4-16,-9 1-4 0,-10 1 4 16,-6 0-4-16,-8 0-4 15,-23 1-85-15,-11 2-167 0,-11-1-32 16,-16-1-268-16,-7 0 316 0,-9-3 156 16,-10-5-564-16,-5 2-421 0,-3-5-960 15</inkml:trace>
  <inkml:trace contextRef="#ctx0" brushRef="#br0" timeOffset="45264.05">9108 12126 4806 0,'0'0'760'0,"0"0"-288"0,0 0-144 0,0 0-15 15,0 0-241-15,0 0-8 0,45-29 24 16,-1 14-84-16,7 0 28 0,7-1 8 16,-4 3-32-16,2 0 4 15,-5 2 40-15,-3 2-44 0,-9 4 0 16,-10 3-8-16,-16 1 4 0,-5 1-4 16,-12 1 0-16,-17 6-52 0,-16 6 44 15,-11 3-40-15,-14 3-68 16,-2 2 52-16,-4 4-16 0,0 2 56 15,-5 3 24-15,13 2 24 0,9 1-24 16,9-3 68-16,16-2 72 0,21-3-124 16,10-1-12-16,26-3-4 15,22-1-12-15,20 0-4 0,18-2-8 16,12 2-44-16,-2 0-60 0,-22-3-657 16,-11-3-1080-16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24T18:10:29.058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19108 8894 1460 0,'0'0'124'0,"0"0"-76"0,0 0 0 15,0 0 605-15,0 0-497 0,0 0-100 16,0 0-56-16,0 0-28 0,-20 29-313 16,20-26-7-16,0-2-52 15,0 0-240-15,0-1 432 0,0 0-92 0</inkml:trace>
  <inkml:trace contextRef="#ctx0" brushRef="#br0" timeOffset="519.85">19104 8846 1048 0,'0'-6'1713'0,"4"1"-1181"15,-4 1 28-15,0-2 565 16,-4 0-389-16,2 1-148 0,-2 1 149 15,2 0-301-15,-6 1-96 0,8 1 37 16,-4 1-377-16,2 1 0 0,-3 0 0 16,5 3 0-16,-2 4 0 0,-2 2 0 15,0 5 0-15,4 4 0 0,-2 3 0 16,-2 0 0-16,0 3 0 16,2 1 0-16,0 2 0 0,-5 4 0 15,5 1 0-15,-2 0 0 0,4 1 0 16,0-1 0-16,0-1 0 0,6 1 0 15,-1-3 0-15,1 1 0 0,4 0 0 16,5-1 0-16,1-2 0 0,1-3 0 16,12-2 0-16,0-1 0 15,6-2 0-15,2-4 0 0,6-2 0 16,9-4 0-16,6-3 0 0,10-5 0 16,6-1 0-16,5-3 0 0,10-4 0 15,6 0 0-15,2 3 0 16,4 0 0-16,1 4 0 0,-3 5 0 15,-6 8 0-15,-2 1 0 0,-4 4 0 16,-2 5 0-16,-5 0 0 0,-1 3 0 16,-1 3 0-16,1-1 0 0,-7 2 0 15,-4-2 0-15,-8 1 0 0,-8-2 0 16,-7-1 0-16,-5-2 0 0,-9-4 0 16,-6-5 0-16,-9-4 0 15,-10-4 0-15,3-3 0 0,-7-4-1109 16,-2-5-4070-16</inkml:trace>
  <inkml:trace contextRef="#ctx0" brushRef="#br0" timeOffset="1254.16">21876 9846 3645 0,'0'0'2241'0,"0"0"-1476"0,0 0-157 0,0 0 24 16,-35-28-331-16,19 14-301 0,-5 2 0 15,-2-1 0-15,1 5 0 0,-1 2 0 16,-2 3 0-16,2 3 0 0,0 5 0 15,1 2 0-15,-1 4 0 16,6 2 0-16,3 0 0 0,4-1 0 16,3 0 0-16,7 1 0 0,5-1 0 15,11 2 0-15,7-1 0 0,8 1 0 16,8 3 0-16,0-2 0 0,3-1 0 16,-5 3 0-16,-6-1 0 15,-8 1 0-15,-11 2 0 0,-10-1 0 16,-2-2 0-16,-10 2 0 0,-7-1 0 15,-10-2 0-15,-8-3 0 0,-4 1 0 16,-2-2 0-16,1-4 0 0,3-1 0 16,4-5 0-16,8-2 0 0,5-5 0 15,9-4 0-15,5-2 0 0,6-1 0 16,4 2 0-16,9-1 0 0,1-1-1085 16,1 3-324-16,1 3-452 0</inkml:trace>
  <inkml:trace contextRef="#ctx0" brushRef="#br0" timeOffset="1596.21">22205 9363 6639 0,'0'0'1248'0,"0"0"-943"0,0 0-305 16,0 0 0-16,0 0 0 0,0 0 0 0,-17 59 0 15,11-14 0-15,6 9 0 16,0 3 0-16,4 3 0 0,-2 5 0 15,-2 6 0-15,-6 3 0 0,0-1 0 16,-8-2 0-16,3-5 0 16,-3-7 0-16,1-12 0 0,3-8 0 15,0-10 0-15,8-14-1193 0,-7-9-1276 0</inkml:trace>
  <inkml:trace contextRef="#ctx0" brushRef="#br0" timeOffset="1726.09">21973 9850 8019 0,'0'0'173'0,"0"0"-173"0,42-8 0 16,-11 3 0-16,6-1 0 0,-6 0 0 15,6 0 0-15,-6 0 0 0,6 0 0 16,-1 3 0-16,-3 0 0 16,0 2 0-16,-10 1-65 0,-3 0-1612 0</inkml:trace>
  <inkml:trace contextRef="#ctx0" brushRef="#br0" timeOffset="1909.17">22385 9971 5746 0,'0'0'1041'0,"-2"51"287"0,0-20-1251 16,-7-5-77-16,1-1 0 16,-2-2 0-16,0 0 0 0,-1-5 0 15,3-3 0-15,2-5 0 0,4-7 0 16,2-2 0-16,0-2 0 0,2-13-705 15,0-1-704-15,4-15-536 0</inkml:trace>
  <inkml:trace contextRef="#ctx0" brushRef="#br0" timeOffset="2016.69">22482 9587 4906 0,'0'0'1132'16,"0"0"-547"-16,0 0-289 16,0 0-236-16,0 0-60 0,41-12-92 15,-30 31-733-15,-5 1-119 0,2 3-601 0</inkml:trace>
  <inkml:trace contextRef="#ctx0" brushRef="#br0" timeOffset="2244.92">22482 10176 4522 0,'0'0'1628'16,"0"0"-667"-16,0 0 120 16,0 0-1081-16,0 0 0 0,-6-33 0 15,22-3 0-15,13-8 0 0,8-2 0 16,9 2 0-16,-1 6 0 0,-1 8 0 15,-11 7 0-15,-8 12 0 0,-11 7 0 16,-6 4 0-16,-5 2 0 0,-3 11 0 16,-7 8 0-16,-1 7 0 0,-2 4 0 15,-1 1 0-15,1 1 0 0,6 3 0 16,0 0 0-16,2 1 0 16,2-1 0-16,2-1 0 0,4-4-213 15,6-7-1055-15,-1-6-129 0,-1-7-228 16</inkml:trace>
  <inkml:trace contextRef="#ctx0" brushRef="#br0" timeOffset="3054.12">22924 10086 4037 0,'0'0'1205'15,"5"-38"-285"-15,-5 23 461 0,-7 4-885 16,-3 3-343-16,-5 6-153 0,-1 2 0 16,1 8 0-16,-1 5 0 15,-1 2 0-15,3 4 0 0,2 1 0 16,3 3 0-16,3-1 0 0,6-1-85 15,10 0-347-15,1-5 68 0,7 0-20 16,-3-7 52-16,-1-2 123 0,3-7 125 16,-3-3 84-16,1-9 92 0,-3-6 345 15,5-2-165-15,-3-1 72 0,-3-1 256 16,1 3-455-16,-4 6-145 0,-2 6 0 16,-1 5 0-16,-1 2 0 15,-2 2 0-15,6 11 0 0,0 12 0 16,1 9 0-16,-1 10 0 0,-2 6 0 15,-2 5 0-15,0 2 0 0,-4 3 0 16,-2 2 0-16,-12-2 0 16,-7-3 0-16,-8-6 0 0,-10-4 0 15,-7-6 0-15,3-8 0 16,0-7 0-16,3-11 0 0,5-8 0 16,2-7 0-16,4-13 0 0,6-11 0 15,5-10 0-15,7-12 0 0,7-5 0 16,8 0 0-16,15 6 0 0,10 9 0 15,6 8 0-15,6 8 0 0,5 6 0 16,4 3 0-16,-1 4 0 0,3-1 0 16,0-2 0-16,-3 1 0 0,-1-3 0 15,-7-1 0-15,-4-3 0 0,-6 0 0 16,-4-2 0-16,-2-3 0 0,-2-2 0 16,-3-3 0-16,1-4 0 15,-2 0 0-15,-5 0 0 0,-4 3 0 16,-5 4 0-16,-5 2 0 0,-9 3 0 15,-3 6 0-15,-5 5 0 0,-1 6 0 16,-3 3 0-16,-4 5 0 16,0 5 0-16,-1 6 0 0,-1 2 0 15,6 4 0-15,2 2 0 0,7 1 0 16,6 2 0-16,6-3 0 16,8 0 0-16,11-5 0 0,8 1 0 15,6-6 0-15,2-3 0 0,0-2 0 16,0-4 0-16,0-2 0 0,-4-4 0 15,2 1 0-15,-6 0 0 0,-6 0 0 16,-7-1 0-16,-5 0 0 0,-5 1 0 16,-2-1 0-16,-2-1 0 0,6 0 0 15,-2-5 0-15,6-7 0 0,-1-6 0 16,3-8 0-16,-2-6 0 16,3 0 0-16,-1 4 0 0,3-1 0 15,3 6 0-15,7 0 0 0,2 3 0 16,6 4 0-16,4 1 0 0,0 3 0 15,1 0 0-15,-5 0 0 0,-8 2 0 16,-7-2-4523-16</inkml:trace>
  <inkml:trace contextRef="#ctx0" brushRef="#br1" timeOffset="6202.99">21920 9831 2713 0,'0'0'3053'15,"0"0"-2220"-15,0 0-77 0,-2-33 81 16,-9 25-837-16,-5-2 0 16,-7 1 0-16,-4 0 0 0,0 5 0 15,-4 0 0-15,7 3 0 0,-5 0 0 16,6 1 0-16,2 2 0 0,3 5 0 15,1 6 0-15,-2 4 0 0,5 2 0 16,4 2 0-16,8 3 0 16,4-2 0-16,14 2 0 0,7 0 0 15,14-3 0-15,11-2 0 0,3-1 0 16,7-4 0-16,-2-1 0 0,-8 1 0 16,-9-2 0-16,-14 1 0 15,-9-6 0-15,-12 4 0 0,-10 1 0 16,-13 2 0-16,-9 3 0 0,-18-1 0 15,-4-2 0-15,-7-1 0 0,-3-2 0 16,4-6 0-16,6-4 0 0,17-7 0 16,12-7 0-16,11-1-921 0,10-5-2613 15</inkml:trace>
  <inkml:trace contextRef="#ctx0" brushRef="#br1" timeOffset="6402.5">22234 9346 5014 0,'0'0'1993'0,"0"0"-1473"16,0 0-28-16,0 0-319 0,-25 60-173 15,17-24 0-15,0 8 0 0,3 2 0 16,-1 5 0-16,6 10 0 0,0 5 0 16,-4 5 0-16,-2 4 0 15,0-3 0-15,-3-4 0 0,-1-10 0 16,-2-8 0-16,-1-11 0 0,1-12 0 15,0-8 0-15,3-12-977 0,1-7-2057 0</inkml:trace>
  <inkml:trace contextRef="#ctx0" brushRef="#br1" timeOffset="6560.15">22069 9848 7979 0,'0'0'213'0,"43"-12"-213"15,-16 7 0-15,0 3 0 0,-5 2 0 16,1 0 0-16,0 1 0 0,0 0 0 15,1-1 0-15,-1-1 0 0,-6-3 0 16,1-2-2758-16</inkml:trace>
  <inkml:trace contextRef="#ctx0" brushRef="#br1" timeOffset="6948.2">22432 9958 7619 0,'0'0'573'16,"0"0"-573"-16,0 0 0 15,0 0 0-15,2 46 0 0,-12-17 0 16,4 1 0-16,-4 0 0 0,3-7 0 15,5-2 0-15,0-2 0 0,2-7 0 16,0-4 0-16,0-3 0 0,0-5-1862 16,0-10-1843-16</inkml:trace>
  <inkml:trace contextRef="#ctx0" brushRef="#br1" timeOffset="7087.11">22592 9531 7899 0,'0'0'293'0,"0"0"-293"0,0 0 0 16,0 0 0-16,-34 11 0 16,24-3 0-16,8 2 0 0,2 4-957 15,4-2-460-15,2 2-2809 0</inkml:trace>
  <inkml:trace contextRef="#ctx0" brushRef="#br1" timeOffset="7414.45">22492 10201 4626 0,'0'0'692'16,"0"0"561"-16,-22 42-525 0,20-38-172 15,2-4-219-15,0-1-337 0,2-11 0 16,10-14 0-16,9-8 0 0,1-14 0 15,3-6 0-15,8-1 0 0,-2 0 0 16,2 5 0-16,-4 9 0 16,-6 13 0-16,-8 14 0 0,-9 8 0 15,-4 7 0-15,-4 13 0 0,-2 10 0 16,-5 9 0-16,-3 7 0 0,2 5 0 16,-3 0 0-16,5-1 0 15,4-1 0-15,2-6 0 0,4-4 0 16,4-4 0-16,4-6 0 0,5-8-525 15,-3-6-527-15,5-9-461 0</inkml:trace>
  <inkml:trace contextRef="#ctx0" brushRef="#br1" timeOffset="7935.22">22986 10049 5074 0,'0'0'1348'0,"-10"-45"-703"16,2 26-125-16,-5 8-36 0,-3 8-363 15,-1 3-121-15,-3 11 0 0,-3 4 0 16,2 8 0-16,5 1 0 16,1 0 0-16,9 1 0 0,6-2 0 15,6-3 0-15,9-4 0 0,3-3 0 16,3-3 0-16,6-6 0 0,-6-4 0 15,3 0 0-15,-7-5 0 0,-1-5 0 16,-1 2 0-16,-5-3 0 0,-4 3 0 16,-1 3 0-16,-3 3 0 0,-2 2 0 15,0 2 0-15,-7 10 0 0,-3 12 0 16,0 10 0-16,-1 7 0 0,7 6 0 16,4 0 0-16,0 4 0 15,2 5 0-15,-2 3 0 0,-6 0 0 16,-12 0 0-16,-5-5 0 0,-12-3 0 15,-7-4 0-15,3-6 0 16,-4-8 0-16,-1-9 0 0,3-9 0 16,0-14 0-16,3-9 0 0,7-11 0 15,9-13 0-15,9-10 0 16,11-11 0-16,4-5 0 0,11 0 0 16,5 5 0-16,11 11 0 0,10 10 0 15,9 11 0-15,2 3 0 0,5 3 0 16,-3-2 0-16,-2 2 0 0,-5-2 0 15,-1 3 0-15,-9-2 0 0,-8 3-253 16,-9 4-1312-16,-3 1-383 0</inkml:trace>
  <inkml:trace contextRef="#ctx0" brushRef="#br1" timeOffset="8382.53">23108 10320 4858 0,'0'0'1969'0,"0"0"-1073"0,0 0-427 15,0 0-469-15,0 0 0 0,0 0 0 16,0 0 0-16,48 22 0 0,-15-31 0 15,0-6 0-15,-6 0 0 0,2-3 0 16,-8-3 0-16,-7-1 0 16,-10 2 0-16,0 0 0 0,-8 1 0 15,-6 4 0-15,-7 3 0 0,-1 6 0 16,-5 5 0-16,-2 6 0 16,0 9 0-16,-2 6 0 0,5 3 0 15,1 2 0-15,9-1 0 0,5 2 0 16,7-1 0-16,9-1 0 0,9-4 0 15,5 0 0-15,4-3 0 0,2-4 0 16,2 0 0-16,0-5 0 0,-2 2 0 16,-2 0 0-16,-3 1-169 0,-1 1-775 15,-2-2 115-15,-7 0 121 0,-5-2-469 16,-3-1 269-16,-4-3 708 16,-2 0 200-16,6-1 720 0,-4-2-55 15,0 1 323-15,-2-1-420 0,4-1 1 16,-4 0 663-16,0 0-1039 0,0-4-193 15,2-7 0-15,0-9 0 0,7-6 0 16,1-7 0-16,2 0 0 16,7 1 0-16,6 1 0 0,4 5 0 15,6 2 0-15,6 2 0 0,5 0 0 16,1 2 0-16,1 4 0 16,-3-1 0-16,-3-1 0 0,-11-2 0 15,-4 3 0-15,-11-4-1970 0</inkml:trace>
  <inkml:trace contextRef="#ctx0" brushRef="#br1" timeOffset="9920.5">20781 6742 5310 0,'0'0'572'0,"-23"-45"-172"16,6 24 265-16,3 5-409 0,2 5 72 15,-1 2 76-15,1 5-216 0,-1 3-119 16,-1 1-69-16,-3 6 0 0,-3 6 0 16,-5 5 0-16,-2 3 0 15,-6 4 0-15,-6 4 0 0,-1 1 0 16,-5 2 0-16,2 4 0 0,-3-1 0 16,-1 4 0-16,5 2 0 0,5 3 0 15,8 2 0-15,4 1 0 16,5 3 0-16,-1 0 0 0,0 2 0 15,1 2 0-15,1 0 0 0,-2 4 0 16,-1 1 0-16,-1 3 0 0,-4-1 0 16,0 1 0-16,0-1 0 0,-2-2 0 15,2-1 0-15,0 1 0 0,3 0 0 16,3 3 0-16,2-3 0 0,7-3 0 16,0-1 0-16,1-5 0 15,1-5 0-15,0-2 0 0,3-5 0 16,-1-6 0-16,0-3 0 0,2-5 0 15,-3-3 0-15,-1-5 0 0,4 0 0 16,0-6 0-16,-3-4 0 0,7-3 0 16,0-2 0-16,0 0 0 15,-2-1 0-15,2-2 0 0,0-3 0 16,2 2 0-16,0-2 0 0,0 2 0 16,0 1 0-16,0 1 0 0,0 0 0 15,0 2 0-15,-2-1 0 16,2 1 0-16,0 0 0 0,0-1 0 15,0-1 0-15,0 1 0 0,0-1 0 16,-4-1 0-16,4 0 0 0,-2-1 0 16,-2-1 0-16,4 0 0 0,-5-2 0 15,-1-2 0-15,0-3 0 0,-2-4 0 16,-3-3 0-16,1-3 0 16,-2-3 0-16,7 1 0 0,-1 1 0 15,6 7 0-15,-2 5 0 0,2 5 0 16,0 4 0-16,0-2 0 0,0 4 0 15,2 0 0-15,-2 9 0 0,4 9 0 16,3 7 0-16,-3 4 0 0,-2-1 0 16,4-1 0-16,-2 0 0 15,4 1 0-15,-1-2 0 0,-3 0 0 16,2-6 0-16,0-4 0 0,2-4 0 16,5-5 0-16,-1-5 0 0,7-2 0 15,-3-7 0-15,9-5 0 16,2-1 0-16,-4-3 0 0,6 0 0 15,-2 2 0-15,-1 0 0 0,1 1 0 16,-4 2-1213-16,0-3-2401 0</inkml:trace>
  <inkml:trace contextRef="#ctx0" brushRef="#br1" timeOffset="11089.84">20394 4794 5674 0,'0'0'760'0,"0"0"293"16,0 0-473-16,0 0-455 0,0 0-125 15,-14 65 0-15,14-10 0 0,0 9 0 16,0 5 0-16,0-4 0 0,4 4 0 15,-2-3 0-15,4-2 0 0,-4-6 0 16,0-8 0-16,-2-8 0 16,0-14 0-16,4-8 0 0,-4-9 0 15,2-9-1690-15,3-5-663 0</inkml:trace>
  <inkml:trace contextRef="#ctx0" brushRef="#br1" timeOffset="11273.48">20367 4813 7023 0,'0'0'144'0,"0"0"368"0,0 0 1 15,0 0-513-15,48-34 0 0,-9 16 0 16,13 1 0-16,2 1 0 0,-3 3 0 16,-3 2 0-16,-1 4 0 0,-12 5 0 15,-6 2 0-15,-6 2 0 0,-10 4-1642 16,-7 0-803-16</inkml:trace>
  <inkml:trace contextRef="#ctx0" brushRef="#br1" timeOffset="11476.6">20427 5190 6559 0,'0'0'384'16,"0"0"116"-16,0 0 208 0,46 21-667 15,-9-19-41-15,4-2 0 16,3-5 0-16,-7-1 0 0,-2-3 0 16,0 0 0-16,-2 0 0 0,-4-3 0 15,2 1 0-15,-4-3-457 0,-10 5-1996 16,-3-3-1157-16</inkml:trace>
  <inkml:trace contextRef="#ctx0" brushRef="#br1" timeOffset="11777.66">20952 5174 6282 0,'0'0'725'0,"0"0"-313"16,0 0 228-16,-43-37-507 16,31 37-133-16,-5 5 0 0,0 7 0 15,1 9 0-15,1 6 0 0,3 5 0 16,4 6 0-16,8-1 0 0,4-3 0 15,6 1 0-15,7-9 0 16,1-2 0-16,5-9 0 0,-2-3 0 16,-1-6 0-16,-1-6 0 0,-4-3 0 15,1-9 0-15,-6-5 0 0,1-7 0 16,-5-3 0-16,0-4 0 0,-4-2 0 16,0-2 0-16,-2 2 0 0,-2 3 0 15,-2 3 0-15,0 3 0 0,4 5 0 16,2 3 0-16,10 2-433 0,5 2-735 15,-3 4 407-15,7 3-659 0</inkml:trace>
  <inkml:trace contextRef="#ctx0" brushRef="#br1" timeOffset="12005.8">21078 5412 5318 0,'0'0'1505'0,"0"0"-677"15,0 0-287-15,0 0-541 16,17-56 0-16,-3 23 0 0,1-5 0 16,1-1 0-16,1 3 0 0,0 7 0 15,-1 4 0-15,-1 6 0 0,-3 5 0 16,-2 1 0-16,3 3 0 0,-1 4 0 16,5 2 0-16,-1-1-325 0,-1 0-2028 15,-5 2-989-15</inkml:trace>
  <inkml:trace contextRef="#ctx0" brushRef="#br1" timeOffset="12514.53">21579 5099 4149 0,'0'0'2077'0,"0"0"-872"0,0 0-605 16,0 0-439-16,-50-26-161 0,15 37 0 15,-6 8 0-15,3 7 0 16,5 5 0-16,2 4 0 0,13 2 0 16,5 1 0-16,9-1 0 0,4-2 0 15,8-3 0-15,11-6 0 0,6-5 0 16,6-6 0-16,4-6 0 0,2-7 0 16,-2-2 0-16,0-8 0 0,-4-6-1093 15,-8 3-932-15,-8-3-1317 0</inkml:trace>
  <inkml:trace contextRef="#ctx0" brushRef="#br1" timeOffset="12775.21">21630 5355 6446 0,'0'0'797'0,"0"0"-297"16,35 6-51-16,-14-13-449 0,2-6 0 15,-2-4 0-15,-5-4 0 0,-3-3 0 16,-7-1 0-16,-6-2 0 0,-2-1 0 15,-11-1 0-15,-5 4 0 16,-5 7 0-16,2 5 0 0,1 11 0 16,-1 6 0-16,-6 15 0 0,6 9 0 15,-3 10 0-15,5 9 0 0,4 3 0 16,15 1 0-16,5-6 0 0,17-6 0 16,9-7 0-16,13-9 0 0,14-11 0 15,12-6 0-15,8-10 0 0,7-13-141 16,-21 2-1676-16,-6-11-1760 0</inkml:trace>
  <inkml:trace contextRef="#ctx0" brushRef="#br1" timeOffset="13288.31">22662 5027 4898 0,'0'0'384'0,"0"0"280"0,-27-33 393 0,0 30-465 0,-4 3-192 16,-8 6-203-16,0 6-197 0,-3 1 0 15,7 1 0-15,0 3 0 0,4-2 0 16,12 1 0-16,3-2 0 16,3-1 0-16,13 1 0 0,0 0 0 15,11 1 0-15,5 0 0 0,9 0 0 16,4 0 0-16,6 0 0 0,6 2 0 15,1-3 0-15,-3-1 0 16,-4 0 0-16,-8-1 0 0,-10 1 0 16,-9-1 0-16,-8 1 0 0,-8 0 0 15,-9-1 0-15,-4 1 0 0,-8-3 0 16,-4 0 0-16,-4-2 0 0,0-2 0 16,0-5 0-16,0-1 0 0,12-1 0 15,4-5-137-15,9-3-371 0,8-1-693 16,4-3 73-16,4 5-93 0,6 0-1788 15</inkml:trace>
  <inkml:trace contextRef="#ctx0" brushRef="#br1" timeOffset="13749.96">22608 5308 4610 0,'0'0'1356'0,"44"-4"-531"16,-24 3 355-16,-1-4-959 16,-3-1-221-16,3-2 0 0,0-4 0 15,-1-1 0-15,-1-3 0 0,-5-2 0 16,7-1 0-16,-7-3 0 0,-4 1 0 15,-1 2 0-15,-5 0 0 16,-2 1 0-16,-2 4 0 0,-9 6 0 16,-3 4 0-16,-1 7 0 0,-3 8 0 15,-1 7 0-15,0 7 0 0,3 4 0 16,1 0 0-16,7 3 0 0,6-2 0 16,8-3 0-16,11-2 0 0,4-4 0 15,7-4 0-15,1-4 0 0,2-3 0 16,-4-3 0-16,0-4 0 0,-4 0 0 15,-4-2 0-15,-5 1 0 0,-4 2 0 16,-3 3-253-16,-5 2-111 16,-2 4 184-16,-2 1 152 0,2-1 28 15,-5-3 40-15,5-3-32 0,0-3 76 16,0-2 144-16,0-2-84 16,5 0 84-16,3-11-135 0,4-10-93 15,3-4 0-15,-3-5 0 0,3-3 0 16,-3 2 0-16,-2-2 0 0,1 6 0 15,-1 3 0-15,-2 10 0 16,-6 5 0-16,0 5 0 0,-2 4 0 16,2 3 0-16,0 7 0 0,5 10 0 15,-3 5 0-15,2 5 0 0,-2 2 0 16,0-3 0-16,0 1 0 0,3-2 0 16,-1-4-97-16,4-6-939 0,-4-5-1890 0</inkml:trace>
  <inkml:trace contextRef="#ctx0" brushRef="#br1" timeOffset="14126.32">23627 5135 6563 0,'0'0'624'0,"0"0"-60"0,0 0-123 15,-35-39-441-15,23 31 0 0,-1 4 0 16,1-1 0-16,-3 4 0 0,-3 1 0 15,1 2 0-15,-1 4 0 16,1 4 0-16,1 1 0 0,3 7 0 16,3-1 0-16,4 2 0 0,4 2 0 15,2 0 0-15,8 3 0 0,4-3 0 16,5 1 0-16,1-3 0 0,5-2 0 16,6 0 0-16,-2-4 0 0,-4 0 0 15,-3-1 0-15,-5 0 0 0,-7-4 0 16,-4-2 0-16,-6 2 0 0,-12 1 0 15,-7 0 0-15,-10-1 0 0,-4-3 0 16,-7-2 0-16,1-3 0 16,0 0 0-16,2-4 0 0,5 0 0 15,6 1 0-15,7-1 0 0,6 3 0 16,11-1 0-16,4 1-265 16,19 0-395-16,10-4-889 0,0 1 497 15,6-2-205-15</inkml:trace>
  <inkml:trace contextRef="#ctx0" brushRef="#br1" timeOffset="14436.66">23828 5232 6490 0,'0'0'649'0,"0"0"271"16,-11-37-787-16,9 31-133 0,-2 5 0 16,4 1 0-16,-4 0 0 0,-8 9 0 15,-5 13 0-15,-4 7 0 0,3 9 0 16,5 5 0-16,9 0 0 0,4-4 0 15,2-4 0-15,9-4 0 0,3-8 0 16,1-5 0-16,3-7 0 16,-1-6 0-16,-1-5 0 0,-1-6 0 15,1-6 0-15,-3-4 0 0,-1-4 0 16,-4-5 0-16,1-5 0 16,-7-3 0-16,-2-6 0 0,-4-3 0 15,-5 0 0-15,1 1 0 0,0 9 0 16,2 11 0-16,4 9 0 0,2 6 0 15,0 6 0-15,0 0 0 16,0 2-133-16,2 9-723 0,4 5-937 16,-2 0-180-16,2 0-1348 0</inkml:trace>
  <inkml:trace contextRef="#ctx0" brushRef="#br1" timeOffset="14586.68">23917 5456 6835 0,'0'0'1084'0,"0"0"-811"0,-2-37-273 15,10 9 0-15,6-8 0 0,7 4 0 16,6 0 0-16,4 4 0 16,4 5 0-16,0 4 0 0,0 6 0 15,-6 4 0-15,-6 4 0 0,-4 0 0 16,-7 4-1005-16,-4-3-2197 0</inkml:trace>
  <inkml:trace contextRef="#ctx0" brushRef="#br1" timeOffset="16648.58">19877 5925 2801 0,'0'0'2557'16,"0"0"-1336"-16,5-40-553 0,-8 29-32 16,-1 1-327-16,-4-1-309 0,-4 1 0 15,-3-1 0-15,-1 0 0 0,-5 3 0 16,-2 1 0-16,-4 4 0 16,1 4 0-16,-3 10 0 0,-2 6 0 15,-2 5 0-15,2 5 0 0,4 2 0 16,2 2 0-16,8-4 0 15,7 3 0-15,10-3 0 0,0-3 0 16,10-4 0-16,7-4 0 0,10-5 0 16,4-3 0-16,8-4 0 0,0-4 0 15,-2-2 0-15,-1-4 0 0,-10-4 0 16,1 2 0-16,-8-3 0 0,-7 3-65 16,-5 1 33-16,-3 2 32 0,-4 1 52 15,0 1-40-15,-4-2 21 0,-5-2-33 16,-5 3 0-16,-3 2 0 15,-8 2 0-15,5 6 0 0,-5 7 0 16,2 2 0-16,-4 4 0 0,3 2 0 16,-3 2 0-16,4 3 0 0,2 2 0 15,7-2 0-15,3 2 0 16,11-3 0-16,0-2 0 0,11-2 0 16,7-4 0-16,7-4 0 0,4-3 0 15,4-4 0-15,7-3 0 16,-1-3 0-16,-4-2 0 0,-2-5 0 0,-6-5-129 15,-6 2-1107-15,-11-5-2794 0</inkml:trace>
  <inkml:trace contextRef="#ctx0" brushRef="#br1" timeOffset="16900.43">19784 5606 6659 0,'0'0'464'0,"0"0"-276"0,-18 67 632 0,1-17-759 0,-10 11-61 15,3 7 0-15,-3 3 0 16,12 0 0-16,9-1 0 0,10-6 0 16,9-5 0-16,7-7 0 0,11-7 0 15,2-12 0-15,-8-12-2054 0,2-12-3852 16</inkml:trace>
  <inkml:trace contextRef="#ctx0" brushRef="#br1" timeOffset="18063.59">20322 6404 2633 0,'0'0'3357'0,"0"0"-2480"16,0 0-349-16,0 0 120 0,0 0-499 16,0 0-149-16,0 0 0 0,16-34 0 15,3-2 0-15,4-9 0 0,2-6 0 16,-3-6 0-16,1-6 0 15,0-9 0-15,-3-4 0 0,-1-1 0 16,2 5 0-16,-1 8 0 0,1 14 0 16,-6 14 0-16,-5 14 0 0,-8 12 0 15,2 6 0-15,-4 6 0 0,0 15 0 16,0 14 0-16,-4 13 0 0,4 11 0 16,-2 7 0-16,0 0 0 0,2 2 0 15,2 0 0-15,4-3 0 0,0-3 0 16,5-4 0-16,-1-7 0 15,0-4 0-15,1-7 0 0,-1-5 0 16,-4-12-609-16,0-7-928 0,-2-11-560 0</inkml:trace>
  <inkml:trace contextRef="#ctx0" brushRef="#br1" timeOffset="18199.46">20502 6197 3453 0,'0'0'3854'0,"0"0"-3046"0,0 0-731 15,14-35-77-15,11 19 0 0,8-1 0 16,-2 3 0-16,-2 5 0 0,-4 1 0 16,4 1 0-16,-4 1 0 0,-1-2 0 15,1-3 0-15,-6 2-1313 0,-5-3-3894 0</inkml:trace>
  <inkml:trace contextRef="#ctx0" brushRef="#br1" timeOffset="18588.8">21054 5991 3413 0,'0'0'1425'0,"0"0"-317"15,-19-35-447-15,0 31 15 0,-1 2 96 16,-7 5-635-16,2 6-137 0,-2 9 0 16,0 4 0-16,0 4 0 0,11 3 0 15,-1 3 0-15,5 1 0 0,6 2 0 16,4 0 0-16,4-3 0 15,8-4 0-15,7-4 0 0,1-5 0 16,11-5 0-16,0-7 0 0,4-5 0 16,4-6 0-16,-1-8-33 0,-10 2-1043 15,-1-5-1802-15</inkml:trace>
  <inkml:trace contextRef="#ctx0" brushRef="#br1" timeOffset="18804.5">21236 6020 1408 0,'0'0'5383'16,"0"0"-4595"-16,-40-27-196 0,26 27-571 15,-1 2-21-15,-1 7 0 0,1 4 0 16,-1 7 0-16,1 3 0 0,5 6 0 16,0 3 0-16,8 0 0 0,2 0 0 15,2-3 0-15,8-1 0 0,9-6 0 16,1-4 0-16,5-5 0 15,4-6 0-15,4-7 0 0,0-3 0 16,-4-9 0-16,-6 1-741 0,-7-7-1096 0</inkml:trace>
  <inkml:trace contextRef="#ctx0" brushRef="#br1" timeOffset="19144.75">21337 6225 3077 0,'0'0'2777'16,"0"0"-1916"-16,0 0-313 0,0 0 328 15,0 0-823-15,37 9-53 0,-12-18 0 16,-2-5 0-16,-1-4 0 0,-3-1 0 16,-3-2 0-16,-5 1 0 0,-7-2 0 15,0 2 0-15,-4 0 0 0,-10 2 0 16,-5 1 0-16,1 2 0 15,-3 5 0-15,1 7 0 0,-1 6 0 16,1 10 0-16,1 8 0 0,-1 9 0 16,1 2 0-16,11 3 0 0,2 4 0 15,6-1 0-15,6-1 0 16,7-4 0-16,6-3 0 0,4-8 0 16,2-6 0-16,2-7 0 0,0-9 0 15,-5-4 0-15,-5-5-1762 0,-2-6-839 16</inkml:trace>
  <inkml:trace contextRef="#ctx0" brushRef="#br1" timeOffset="19964.66">21725 5651 5862 0,'0'0'1089'0,"0"0"-361"0,0 0-215 16,0 0-513-16,0 0 0 16,-10 69 0-16,4-17 0 0,0 5 0 15,4 3 0-15,0 3 0 0,2 3 0 16,-3 1 0-16,-5 2 0 15,4-1 0-15,-4-5 0 0,0-6 0 16,8-8 0-16,0-11 0 0,0-11 0 16,10-11-65-16,0-13-919 0,1-4-1521 15,1-12-1465-15</inkml:trace>
  <inkml:trace contextRef="#ctx0" brushRef="#br1" timeOffset="20490.23">21810 6345 2937 0,'0'0'2541'0,"0"0"-1937"15,0 0-256-15,0 0 401 16,50-5-177-16,-21-7-131 0,2-5-441 16,0-2 0-16,-4-3 0 0,2-2 0 15,-7 0 0-15,-5-1 0 0,-1 2 0 16,-11 1 0-16,-5 0 0 0,-5 3 0 16,-11 4 0-16,-1 4 0 0,-5 8 0 15,-3 3 0-15,0 9 0 0,-2 7 0 16,4 5 0-16,-1 5 0 15,3 4 0-15,6 0 0 0,5 3 0 16,8-2 0-16,8-2 0 0,11-2 0 16,8-4 0-16,10-4 0 0,4-4 0 15,2-7 0-15,5 0 0 16,-5-3-225-16,-8 0-303 0,-4-2 196 16,-8 0-16-16,-7-2-65 0,-8 0 189 15,-3 0 224-15,-3-1 244 0,0 0 305 16,-9-2-61-16,5-5 140 0,-4-9-467 15,0-5-161-15,1-5 0 16,7-2 0-16,0 1 0 0,7 3 0 16,3 1 0-16,0 6 0 0,1 1 0 15,1 1 0-15,0 4 0 0,1 2 0 16,7 0-581-16,-1 1-119 0,-4 2-1141 16,-1-1-412-16</inkml:trace>
  <inkml:trace contextRef="#ctx0" brushRef="#br1" timeOffset="21115.47">22434 6113 5710 0,'0'0'1193'0,"0"0"-509"16,-47 7-79-16,26 1-605 0,-1 6 0 15,-3 3 0-15,2 4 0 16,0 5 0-16,7 0 0 0,3 3 0 16,7-1 0-16,6 2 0 0,8-3 0 15,11-2 0-15,4-5 0 0,12-5 0 16,4-6 0-16,2-7 0 15,1-5 0-15,-5-7 0 0,-2-6 0 16,-12-2 0-16,-2-6 0 0,-9-3 0 16,-6-2 0-16,-6-2 0 0,-4-2 0 15,-4-1 0-15,-5 0 0 0,3 4-25 16,2 6-687-16,2 9-104 0,3 8-201 16,3 4 585-16,5 3 140 0,1 6-437 15,6 8 293-15,-1 5 204 0,3 6 76 16,-8 2 156-16,-4-2 52 15,-2 0 244-15,2-3 180 0,0-3 137 16,3-4 427-16,-1-5-492 0,0-4-103 16,2-3 227-16,4-3-376 0,3-6-20 15,1-7-143-15,3-5-133 16,-5-2 0-16,3-3 0 0,-5-1 0 16,-2 0 0-16,1 6 0 0,-3 5 0 15,-4 9 0-15,-2 4 0 0,0 2 0 16,-4 13 0-16,-3 14 0 0,-1 5 0 15,0 4 0-15,0-3 0 16,8-7 0-16,0-5 0 0,0-5 0 16,6-5 0-16,-2-5 0 0,2-5 0 15,-2-3 0-15,7-2 0 0,1-11 0 16,3-5 0-16,-1-6 0 0,-2-4 0 16,-3 1 0-16,-1-1 0 0,0 4 0 15,-2 7 0-15,-6 6 0 0,7 6 0 16,-5 3 0-16,0 1 0 15,-2 1 0-15,10 5 0 0,0 8 0 16,1 8 0-16,-1 1 0 0,0 3 0 16,-3-6 0-16,1-3 0 0,-6-6 0 15,4-1 0-15,-4-5 0 16,-2 0 0-16,0-1 0 0,0-1-485 16,0-1-643-16,0-2-2266 0</inkml:trace>
  <inkml:trace contextRef="#ctx0" brushRef="#br1" timeOffset="21581.68">23034 6245 2529 0,'0'0'3913'0,"0"0"-3076"16,0 0-273-16,0 0-215 0,0 0-349 15,0 0 0-15,0 0 0 0,35-41 0 16,-14 25 0-16,-1 0 0 15,1-3 0-15,-6 3 0 0,-5 0 0 16,-2-1 0-16,-8 2 0 0,0 2 0 16,-10 1 0-16,-3 6 0 0,-5 5 0 15,1 3 0-15,-3 10 0 0,-7 6 0 16,4 6 0-16,-2 5 0 0,7 3 0 16,1 3 0-16,7 1 0 0,8-1 0 15,8-3 0-15,10-4 0 0,5-4 0 16,10-6 0-16,0-5 0 15,2-6 0-15,-2-5 0 0,6-2 0 16,-6-8 0-16,-4-6 0 0,-2-4 0 16,0-7-205-16,-9 5-855 0,-3-5-477 0</inkml:trace>
  <inkml:trace contextRef="#ctx0" brushRef="#br1" timeOffset="21774.82">23478 5636 7363 0,'0'0'656'0,"0"0"-483"0,0 0-173 16,0 0 0-16,0 0 0 0,0 0 0 15,-6 64 0-15,-4-14 0 0,-1 9 0 16,3 2 0-16,6 5 0 0,0 1 0 16,-4-1 0-16,2-2 0 0,0-6 0 15,-3-5 0-15,3-7 0 0,-2-6 0 16,2-7 0-16,-4-8 0 15,1-11 0-15,3-6-1321 0,-6-9-532 0</inkml:trace>
  <inkml:trace contextRef="#ctx0" brushRef="#br1" timeOffset="21899.73">23292 6206 5102 0,'0'0'1260'0,"15"-40"133"0,8 22-956 16,8 5-437-16,10 0 0 0,6 0 0 15,3 0 0-15,0 2 0 0,-7 3 0 16,-4 0 0-16,-8 3 0 15,-2 4 0-15,-10 1-721 0,-3 0-2292 0</inkml:trace>
  <inkml:trace contextRef="#ctx0" brushRef="#br1" timeOffset="22319">23656 6212 5986 0,'0'0'665'0,"39"23"-253"0,-6-19 400 15,-2-4-576-15,-2-5-155 0,-2-6-81 16,-6-3 0-16,-4-2 0 15,-5-5 0-15,-6-1 0 0,-2-3 0 16,-6-2 0-16,-6 4 0 0,-4 4 0 16,-5 8 0-16,-2 6 0 0,-3 5 0 15,-3 7 0-15,-2 6 0 16,0 8 0-16,4 1 0 0,7 3 0 16,8 1 0-16,8 1 0 0,6-2 0 15,10-3 0-15,5-3 0 0,2-1 0 16,-1-3 0-16,3-1 0 15,-2 0 0-15,-2-1 0 0,-3-2 0 16,-3 3 0-16,-3 0 0 0,-4 1 0 16,3-2-105-16,1-1 45 0,-2-2 48 15,-3-5-20-15,1-3 32 0,-4-2 16 16,2-2-12-16,3-8 128 0,1-4-75 16,4-6-57-16,1-4 0 0,1-4 0 15,-1-2 0-15,5-2 0 0,-1 1 0 16,0 2 0-16,3 6 0 15,-1-1 0-15,4 3 0 0,-2 1 0 16,1 3 0-16,-1-3-45 0,-4 7-867 16,-5-1-3358-16</inkml:trace>
  <inkml:trace contextRef="#ctx0" brushRef="#br1" timeOffset="23683.58">19677 6524 2449 0,'0'0'1576'0,"0"0"-959"15,0 0-217-15,0 0-4 0,0 0 44 16,0 0-280-16,0 0 100 0,-6 61 201 16,16-25-285-16,7 2-68 0,3-2 32 15,5 3-76-15,8 2 44 16,4-1 64-16,11 1-128 0,4-2 12 15,14-5 36-15,4 0-88 0,9-5 32 16,3-4 32-16,5-5-52 0,2-7-16 16,6-3 64-16,2-6-52 15,0-4 8-15,0-1 4 0,5-6-8 16,-7-5-16-16,4-1 0 0,-6-5 4 16,-4-2-4-16,-6-2 0 0,-3-2-20 15,-3 1 4-15,-5 3-8 16,7 5-40-16,-5 3 60 0,-8 6-8 15,-6 6-28-15,-4 0 24 0,-13 7-168 16,1 4-12-16,-7 0 136 0,-2 3 48 16,2 0 0-16,-1 4 12 0,-3-1 0 15,-2 1 4-15,-5 0-4 0,3 0 0 16,-4 0 8-16,-2-3-8 0,-2-2 0 16,-3 1 4-16,1-2-4 0,-3 0 0 15,1-5 0-15,4-1 0 16,-1-6 0-16,3 0-8 0,2-9 4 15,2-5-176-15,8-2-20 0,4-5 88 16,7-2 108-16,5-2-12 0,9 0 16 16,15 4 108-16,5 3 28 15,9 9 0-15,6 4 92 0,4 5-140 16,1 8-16-16,-1 3-44 0,0 1-20 16,-2-1-8-16,2-2 28 0,-1-2 40 15,7-5 104-15,5-4 80 0,1-10-240 16,-1-5-4-16,-3-5-8 0,-8-4-280 15,-10-2-16-15,-14 0-753 16,-21 7-427-16,-17 2-941 0</inkml:trace>
  <inkml:trace contextRef="#ctx0" brushRef="#br1" timeOffset="24626.04">21064 7690 5094 0,'0'0'1685'0,"4"37"-1277"0,-4-5 160 16,0 11-131-16,-2 3-437 15,-6-2 0-15,4-2 0 0,-3-4 0 16,7-3 0-16,0-8 0 0,0-7 0 16,5-8 0-16,1-12-1393 0,2-3-460 15,-2-13-1737-15</inkml:trace>
  <inkml:trace contextRef="#ctx0" brushRef="#br1" timeOffset="24759.98">21138 7336 6290 0,'0'0'601'0,"0"0"355"16,0 0-684-16,0 0-199 0,0 0-73 15,0 0-49-15,0 0-387 16,0 0-925-16,0 0-279 0,19 0-645 0</inkml:trace>
  <inkml:trace contextRef="#ctx0" brushRef="#br1" timeOffset="25222.83">21227 8064 5154 0,'0'0'1224'0,"0"0"-567"0,0 0 47 15,0 0-296-15,0 0-363 0,35-39-45 16,-18 3 0-16,-1-3 0 0,-1 0 0 16,-5 3 0-16,1 3 0 0,-5 3 0 15,4 8 0-15,0 5 0 0,-3 10 0 16,-3 6 0-16,-4 1 0 0,0 9 0 16,0 10 0-16,0 5 0 15,-6 5 0-15,-1 0 0 0,-1 0 0 16,8-3 0-16,0-2 0 0,0-6 0 15,0-4 0-15,8-5 0 0,-6-7 0 16,5-1 0-16,-3-3 0 0,10-10 0 16,3-9 0-16,-1-6 0 15,1-3 0-15,-3 3 0 0,1 3 0 16,-3 2 0-16,-1 5 0 0,-1 5 0 16,-4 7 0-16,-4 5 0 0,0 3 0 15,2 9 0-15,-2 6 0 16,3 5 0-16,-1 3 0 0,2 3 0 15,0-2 0-15,0 2 0 0,3 1 0 16,-3-1 0-16,0-2 0 0,-2-3 0 16,2-4 0-16,1-3 0 0,-3-1 0 15,0-2 0-15,0-1 0 0,-4-5-1477 16,2-1-816-16</inkml:trace>
  <inkml:trace contextRef="#ctx0" brushRef="#br1" timeOffset="25762.59">21616 8537 5922 0,'0'0'889'0,"0"0"115"0,0 0-627 0,0 0-377 16,0 0 0-16,0 0 0 16,0 0 0-16,-6-67 0 0,6 25 0 15,4-8 0-15,2-6 0 0,4-8 0 16,3-6 0-16,-1-8 0 0,1 1 0 16,7 2 0-16,3 10 0 0,2 10 0 15,12 12 0-15,-6 9 0 0,2 10 0 16,-10 7 0-16,-11 7 0 15,-1 7 0-15,-9 3 0 0,-2 1 0 16,0 10 0-16,-7 4 0 0,-1 7 0 16,-4 0 0-16,-1 3 0 0,-1-1 0 15,-3 2 0-15,5 0 0 0,-3 0 0 16,1-2 0-16,8-2 0 0,0-7 0 16,4-4 0-16,2-5 0 15,2-1 0-15,4-4-245 0,0 0-595 16,0-1-1217-16,2-2-492 0</inkml:trace>
  <inkml:trace contextRef="#ctx0" brushRef="#br1" timeOffset="26119.76">22013 7943 6494 0,'0'0'1001'0,"0"0"-304"16,0 0-697-16,0 0 0 0,39 3 0 15,-10-7 0-15,2-6 0 0,0-4 0 16,-4-3 0-16,-4-3 0 0,-5 0 0 16,-3-1 0-16,-7 1 0 15,-8 2 0-15,-6 1 0 0,-7 1 0 16,-7 1 0-16,-5 3 0 0,-6 5 0 15,-4 7 0-15,8 11 0 0,-4 8 0 16,4 8 0-16,2 4 0 0,9 6 0 16,5 0 0-16,11-1 0 15,19-1 0-15,12-4 0 0,8-6 0 16,13-6 0-16,2-9 0 0,-1-4 0 16,1-5-653-16,-19-1-1316 0,0 0-212 15</inkml:trace>
  <inkml:trace contextRef="#ctx0" brushRef="#br1" timeOffset="26321.72">22472 7841 6771 0,'0'0'988'0,"-9"-45"-555"0,-3 24-433 16,0 9 0-16,-3 3 0 0,-3 9 0 16,-1 7 0-16,-2 11 0 15,5 11 0-15,-3 5 0 0,5 9 0 16,5-2 0-16,5 3 0 0,6-5 0 15,9-4 0-15,3-7 0 0,5-8 0 16,3-9 0-16,5-11 0 0,-2-11 0 16,0-13-541-16,-6 3-812 15,-5-6-443-15</inkml:trace>
  <inkml:trace contextRef="#ctx0" brushRef="#br1" timeOffset="26492.54">22519 7413 7355 0,'0'0'837'15,"0"0"-837"-15,-2 33 0 16,-2 13 0-16,-6 16 0 0,-3 9 0 16,-1 1 0-16,8-10 0 0,6-7 0 15,2-7 0-15,8-5 0 0,9-6 0 16,-3-8 0-16,5-4 0 0,-5-8-2334 16,7-9-675-16</inkml:trace>
  <inkml:trace contextRef="#ctx0" brushRef="#br1" timeOffset="27284.07">22856 7904 4594 0,'0'0'1308'0,"-6"-48"-439"0,-4 21 3 15,-3 7-568-15,-3 1-59 0,-3 6-245 16,5 6 0-16,-1 6 0 15,-3 4 0-15,3 11 0 0,1 9 0 16,-1 7 0-16,1 4 0 16,7 3 0-16,3 0 0 0,4-3 0 15,4-5 0-15,7-4 0 0,3-5 0 16,3-7 0-16,1-5 0 0,1-8 0 16,-2-4 0-16,-3-8 0 0,-2-5 0 15,7-5 0-15,-5 0 0 0,3-2 0 16,-3 1 0-16,1 5 0 15,1 2-21-15,-3 6-59 0,-7 7 56 16,-4 3-36-16,4 8 52 0,-4 4-16 16,1 8 40-16,-3-2-16 0,0 2 20 15,0-1-12-15,0-1-8 0,0 1 0 16,4-3-12-16,-2-1-8 0,0-4-40 16,0-3-144-16,-2-4-4 0,0 0-84 15,4-1 188-15,-4-1 52 16,0-1-16-16,0-1 4 0,2 0 64 15,-2-4 56-15,2-1-52 0,2 0 44 16,0-3 44-16,3 3-76 0,1-3 36 16,-2 0 156-16,0 2-112 0,3-1-28 15,-3 0 56-15,-2 2-56 16,0 0 48-16,-2 0 52 0,-2 1-152 16,4-2 20-16,-2 3 44 0,0-2-71 15,0 0-9-15,0-1 0 0,3-4 0 16,3-6 0-16,2-9 0 15,3-4 0-15,1-2 0 0,-2 0 0 16,-1 6 0-16,-5 4 0 0,0 9 0 16,-4 2 0-16,-2 8 0 0,0 2 0 15,0 0 0-15,0 5 0 0,2 10 0 16,0 14 0-16,5 7 0 0,3 8 0 16,4-1 0-16,3-7 0 0,2-3 0 15,1-4 0-15,1-5 0 0,-2-7 0 16,3-9-525-16,-7-5-820 15,-1-5-2212-15</inkml:trace>
  <inkml:trace contextRef="#ctx0" brushRef="#br1" timeOffset="27492.89">23416 7830 6619 0,'0'0'932'0,"0"0"-464"0,-35-9-295 15,17 9-173-15,-3 3 0 0,2 8 0 16,-1 6 0-16,-1 3 0 0,-2 5 0 16,11 3 0-16,2 1 0 0,7 2 0 15,6-2 0-15,7-3 0 0,8-1 0 16,3-5 0-16,4-5 0 0,0-7 0 16,0-6 0-16,-1-3 0 0,-1-8-669 15,-6 1-848-15,-5-5-504 0</inkml:trace>
  <inkml:trace contextRef="#ctx0" brushRef="#br1" timeOffset="27747.08">23538 8033 6046 0,'0'0'997'0,"60"-15"152"0,-27-1-1149 16,-4-4 0-16,-4-6 0 0,-2-4 0 15,-11-3 0-15,-8-5 0 0,-6 1 0 16,-6 4 0-16,-11 11 0 0,3 9 0 15,-7 9 0-15,-6 9 0 16,2 9 0-16,-4 12 0 0,4 10 0 16,5 3 0-16,7 5 0 0,11-2 0 15,4 1 0-15,19-7 0 0,8-6 0 16,8-6 0-16,8-10 0 0,9-9 0 16,2-5-93-16,-9-1-895 0,-2-10-2606 15</inkml:trace>
  <inkml:trace contextRef="#ctx0" brushRef="#br1" timeOffset="28308.15">24005 7458 7047 0,'0'0'568'0,"0"0"-388"0,0 0 120 0,9 44-203 0,-7-7-97 16,2 7 0-16,0 5 0 16,0 0 0-16,-2-2 0 0,-2 3 0 15,0-1 0-15,-4-4 0 0,-2 0 0 16,-2-5 0-16,-1-8 0 15,3-7 0-15,4-11 0 0,2-7 0 16,0-4 0-16,2-6 0 0,11-11 0 16,7-13 0-16,5-10 0 0,2-3 0 15,-2 2 0-15,-5 8 0 0,-5 8 0 16,-1 9 0-16,-7 8 0 0,-3 7 0 16,-4 14 0-16,0 6 0 0,0 7 0 15,0 0 0-15,0 1 0 0,0-4 0 16,0-1 0-16,6-5 0 15,6-6 0-15,1-2 0 0,5-4 0 16,3-6-1862-16,-7-2-299 16,1-4-1368-16</inkml:trace>
  <inkml:trace contextRef="#ctx0" brushRef="#br1" timeOffset="28852.94">24361 7962 5982 0,'0'0'1165'16,"10"-36"-393"-16,-3 12-499 15,-5-3-273-15,-2-1 0 0,0-4 0 16,-5 2 0-16,3 4 0 0,-4 7 0 16,4 10 0-16,0 4 0 0,-2 4 0 15,-2 1 0-15,-7 13 0 0,-7 14 0 16,-3 12 0-16,0 11 0 0,5 1 0 16,7-4 0-16,7-1 0 0,6-5 0 15,9-4 0-15,3-9 0 0,13-4 0 16,4-9-117-16,2-8-459 15,0-7-469-15,-2-7 201 0,-2-6-4 16,-6-7-821-16,-5-4 452 16,-5-1 137-16,-3-1 1080 0,-6 0 584 0,4 3 44 15,-3 0 45-15,-1 4-309 16,0 0-52-16,-2 6 212 0,2 1-108 16,-2 3 57-16,0 2 547 0,-2 1-268 15,0 2-87-15,0-2 320 0,-8-1-985 16,-7 2 0-16,-3 5 0 15,-7 7 0-15,2 7 0 0,1 4 0 16,1 1 0-16,4 4 0 0,7-2 0 16,2 1 0-16,8-2 0 0,0-4 0 15,8 1 0-15,4-4 0 0,3-3 0 16,1-3 0-16,1-4 0 0,0-2 0 16,-3-2 0-16,-2-5 0 0,-1-2 0 15,-3-3 0-15,-2 0 0 0,-6 1 0 16,4 3 0-16,-2 2 0 0,0 4 0 15,-2 1 0-15,5 7 0 16,1 11 0-16,0 3 0 16,4 5 0-16,3-3 0 0,-3-6 0 0,9-3 0 15,-5-4 0-15,1-4-49 16,-1-4-503-16,1-2-741 0,-5-4 177 16,0-3-285-16</inkml:trace>
  <inkml:trace contextRef="#ctx0" brushRef="#br1" timeOffset="29055.75">24727 7993 3853 0,'0'0'3874'0,"0"0"-3409"0,-23-36-465 0,11 32 0 15,-1 3 0-15,-3 2 0 0,-1 12 0 16,3 9 0-16,1 5 0 0,3 9 0 16,4 2 0-16,4-1 0 0,4-4 0 15,6-4 0-15,7-9 0 0,-1-4 0 16,3-10 0-16,1-6-401 15,3-12-900-15,-3-9 425 0,-5 1 20 16,-1-6-2078-16</inkml:trace>
  <inkml:trace contextRef="#ctx0" brushRef="#br1" timeOffset="29209.99">24781 7497 7503 0,'0'0'689'15,"0"0"-689"-15,0 0 0 0,0 0 0 16,-2 61 0-16,2 0 0 0,-7 15 0 15,3 6 0-15,-2-5 0 16,4-2 0-16,2-2 0 0,4-7 0 16,2-5 0-16,3-9 0 0,1-7 0 15,-2-15-197-15,0-7-1776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A3BA6-4B22-4D69-91C4-B87C21B5C3D7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46E657-D090-47BC-894B-7F7404E1AFDB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F462FA-5168-4DFC-A8AA-E1636F6F1807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28D0C9-320A-4AE1-85D8-ED11977E8C12}" type="datetime1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2456FE-1047-4D97-88F7-9D840A87DE2B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B26AF-43C9-4A52-AF06-A2AC06E43B1C}" type="datetime1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582E4D-5E9F-4458-938C-864B706F95FF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5A1BD-EBEB-4A8E-B449-2911DE41084B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2FFE65-DFA4-43A3-A834-4788946F3021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FC2D8-0CF3-496F-8CED-E9AD4C92185B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 dirty="0"/>
              <a:t>Waves in ducts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customXml" Target="../ink/ink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microsoft.com/office/2007/relationships/hdphoto" Target="../media/hdphoto1.wdp"/><Relationship Id="rId7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microsoft.com/office/2007/relationships/hdphoto" Target="../media/hdphoto2.wdp"/><Relationship Id="rId10" Type="http://schemas.openxmlformats.org/officeDocument/2006/relationships/customXml" Target="../ink/ink23.xml"/><Relationship Id="rId4" Type="http://schemas.openxmlformats.org/officeDocument/2006/relationships/image" Target="../media/image41.png"/><Relationship Id="rId9" Type="http://schemas.microsoft.com/office/2007/relationships/hdphoto" Target="../media/hdphoto3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emf"/><Relationship Id="rId7" Type="http://schemas.openxmlformats.org/officeDocument/2006/relationships/customXml" Target="../ink/ink24.xml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customXml" Target="../ink/ink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customXml" Target="../ink/ink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61.png"/><Relationship Id="rId5" Type="http://schemas.openxmlformats.org/officeDocument/2006/relationships/customXml" Target="../ink/ink27.xml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tm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customXml" Target="../ink/ink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750ACE-E715-96BC-8081-7B355891E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300" r="1300"/>
          <a:stretch/>
        </p:blipFill>
        <p:spPr>
          <a:xfrm>
            <a:off x="-26328" y="0"/>
            <a:ext cx="12244656" cy="688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Vibration isolation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Practical considerations and measurements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D4E0C1-ECC1-DC9D-3CC2-02566550726D}"/>
                  </a:ext>
                </a:extLst>
              </p14:cNvPr>
              <p14:cNvContentPartPr/>
              <p14:nvPr/>
            </p14:nvContentPartPr>
            <p14:xfrm>
              <a:off x="1018080" y="235800"/>
              <a:ext cx="11010960" cy="586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D4E0C1-ECC1-DC9D-3CC2-0256655072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720" y="226440"/>
                <a:ext cx="11029680" cy="588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D667-D6FB-D149-C4F1-FDCE6D7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1BF50-A687-2A00-77F8-7B3DFB413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elements often specified with maximum load and deflection.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E1E5D-CA7A-CE51-A857-83CFCD28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81A52-6FF1-9B3E-AC8C-2B368C29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DD586-098E-1565-3065-6B8378B382C5}"/>
              </a:ext>
            </a:extLst>
          </p:cNvPr>
          <p:cNvSpPr txBox="1"/>
          <p:nvPr/>
        </p:nvSpPr>
        <p:spPr>
          <a:xfrm>
            <a:off x="8610600" y="5618805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686F71-DCE3-7B3E-94B9-42A014D7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9332"/>
            <a:ext cx="5628877" cy="31469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327D1F-E287-011A-8272-E6233990C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81" y="1872396"/>
            <a:ext cx="4890976" cy="35536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B5EF36A-3E98-FA83-F005-9E6A6A8B0B08}"/>
                  </a:ext>
                </a:extLst>
              </p14:cNvPr>
              <p14:cNvContentPartPr/>
              <p14:nvPr/>
            </p14:nvContentPartPr>
            <p14:xfrm>
              <a:off x="575280" y="2765520"/>
              <a:ext cx="1194840" cy="2192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B5EF36A-3E98-FA83-F005-9E6A6A8B0B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920" y="2756160"/>
                <a:ext cx="1213560" cy="221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759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2D594-C850-B0DC-9B53-60EC6A00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6D24-4F4F-ABB3-264F-EB54158B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911F7-24C3-778F-F2C7-54E21E6A1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elements often specified with maximum load and deflection.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08DA-DF6A-C1DF-C0F0-CF260A1C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61BC9-D35E-6B85-6B60-B8499804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BD235-7F6F-4A78-175B-458E919C96F8}"/>
              </a:ext>
            </a:extLst>
          </p:cNvPr>
          <p:cNvSpPr txBox="1"/>
          <p:nvPr/>
        </p:nvSpPr>
        <p:spPr>
          <a:xfrm>
            <a:off x="1006946" y="6356350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27D5A4-1569-9CBA-AD9C-1251282CB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07" y="1990256"/>
            <a:ext cx="4114800" cy="39517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10FBC6-9CE5-9C40-A59A-FAAD1DF3AB35}"/>
                  </a:ext>
                </a:extLst>
              </p14:cNvPr>
              <p14:cNvContentPartPr/>
              <p14:nvPr/>
            </p14:nvContentPartPr>
            <p14:xfrm>
              <a:off x="2086560" y="1439280"/>
              <a:ext cx="6459840" cy="2772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C10FBC6-9CE5-9C40-A59A-FAAD1DF3AB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7200" y="1429920"/>
                <a:ext cx="6478560" cy="279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747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F87E-C37E-FA03-9515-9DD81C85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C667-706D-439B-46A0-7255FAAF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14BC-1337-36BB-DE31-FD156883B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Actual response of a given material depends on geometry, configuration, machine’s mass, etc.</a:t>
            </a:r>
          </a:p>
          <a:p>
            <a:r>
              <a:rPr lang="en-US" dirty="0"/>
              <a:t>But different types of isolators tend to be used more often in different frequency ranges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FF171-EA89-FCDB-8594-7EBDF907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64ABB-08AC-F268-238B-4D02F44D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C6935B-31A4-ECDD-4486-3EE155CC1FA0}"/>
              </a:ext>
            </a:extLst>
          </p:cNvPr>
          <p:cNvCxnSpPr>
            <a:cxnSpLocks/>
          </p:cNvCxnSpPr>
          <p:nvPr/>
        </p:nvCxnSpPr>
        <p:spPr>
          <a:xfrm>
            <a:off x="3546390" y="4579296"/>
            <a:ext cx="696921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8831C2-B1D3-0DEA-56E2-0AD48B9990D4}"/>
              </a:ext>
            </a:extLst>
          </p:cNvPr>
          <p:cNvSpPr txBox="1"/>
          <p:nvPr/>
        </p:nvSpPr>
        <p:spPr>
          <a:xfrm>
            <a:off x="3604056" y="4752292"/>
            <a:ext cx="708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Hz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59F62-93CD-32DE-5285-1AE5900D7E93}"/>
              </a:ext>
            </a:extLst>
          </p:cNvPr>
          <p:cNvSpPr txBox="1"/>
          <p:nvPr/>
        </p:nvSpPr>
        <p:spPr>
          <a:xfrm>
            <a:off x="6544964" y="4745442"/>
            <a:ext cx="708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Hz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1920F2-209C-17D1-9FD9-7818CB925ACD}"/>
              </a:ext>
            </a:extLst>
          </p:cNvPr>
          <p:cNvSpPr txBox="1"/>
          <p:nvPr/>
        </p:nvSpPr>
        <p:spPr>
          <a:xfrm>
            <a:off x="9209904" y="4749552"/>
            <a:ext cx="889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Hz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C284E7-7D96-FC50-3D71-0C4ABA2A8FCC}"/>
              </a:ext>
            </a:extLst>
          </p:cNvPr>
          <p:cNvSpPr txBox="1"/>
          <p:nvPr/>
        </p:nvSpPr>
        <p:spPr>
          <a:xfrm>
            <a:off x="3414585" y="5387973"/>
            <a:ext cx="1087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250 mm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9D5B1-5A05-79B4-52E2-382D194EDF05}"/>
              </a:ext>
            </a:extLst>
          </p:cNvPr>
          <p:cNvSpPr txBox="1"/>
          <p:nvPr/>
        </p:nvSpPr>
        <p:spPr>
          <a:xfrm>
            <a:off x="6487297" y="5387973"/>
            <a:ext cx="1087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 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68DE8-C61D-601C-00A5-C6172F609582}"/>
              </a:ext>
            </a:extLst>
          </p:cNvPr>
          <p:cNvSpPr txBox="1"/>
          <p:nvPr/>
        </p:nvSpPr>
        <p:spPr>
          <a:xfrm>
            <a:off x="9209903" y="5371082"/>
            <a:ext cx="1305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0.025 mm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82FB30-5715-51D4-92DB-37CC5BE511AC}"/>
              </a:ext>
            </a:extLst>
          </p:cNvPr>
          <p:cNvSpPr txBox="1"/>
          <p:nvPr/>
        </p:nvSpPr>
        <p:spPr>
          <a:xfrm>
            <a:off x="784650" y="5387973"/>
            <a:ext cx="21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Maximum deflection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CFD714-113E-844F-4179-83EF64491F55}"/>
              </a:ext>
            </a:extLst>
          </p:cNvPr>
          <p:cNvSpPr txBox="1"/>
          <p:nvPr/>
        </p:nvSpPr>
        <p:spPr>
          <a:xfrm>
            <a:off x="784650" y="4745442"/>
            <a:ext cx="220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frequency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C89609-92E3-76C5-C019-52221B88C351}"/>
              </a:ext>
            </a:extLst>
          </p:cNvPr>
          <p:cNvCxnSpPr>
            <a:cxnSpLocks/>
          </p:cNvCxnSpPr>
          <p:nvPr/>
        </p:nvCxnSpPr>
        <p:spPr>
          <a:xfrm>
            <a:off x="2914136" y="4234021"/>
            <a:ext cx="2018269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2DAB7A-63D7-E5E0-AD2A-9D1220D7B9B5}"/>
              </a:ext>
            </a:extLst>
          </p:cNvPr>
          <p:cNvCxnSpPr>
            <a:cxnSpLocks/>
          </p:cNvCxnSpPr>
          <p:nvPr/>
        </p:nvCxnSpPr>
        <p:spPr>
          <a:xfrm>
            <a:off x="3894438" y="4028076"/>
            <a:ext cx="2975919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FEFE79-6119-AADB-26AD-3D1B8E5D9E67}"/>
              </a:ext>
            </a:extLst>
          </p:cNvPr>
          <p:cNvCxnSpPr>
            <a:cxnSpLocks/>
          </p:cNvCxnSpPr>
          <p:nvPr/>
        </p:nvCxnSpPr>
        <p:spPr>
          <a:xfrm>
            <a:off x="5286633" y="4234021"/>
            <a:ext cx="314067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8A97B7-7CE2-4AF8-7DB1-41E6AF15B50E}"/>
              </a:ext>
            </a:extLst>
          </p:cNvPr>
          <p:cNvCxnSpPr>
            <a:cxnSpLocks/>
          </p:cNvCxnSpPr>
          <p:nvPr/>
        </p:nvCxnSpPr>
        <p:spPr>
          <a:xfrm>
            <a:off x="7716795" y="4028076"/>
            <a:ext cx="1608437" cy="0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ADD1EE0-8FF8-DDBC-DFB5-A7682A8577B2}"/>
              </a:ext>
            </a:extLst>
          </p:cNvPr>
          <p:cNvSpPr txBox="1"/>
          <p:nvPr/>
        </p:nvSpPr>
        <p:spPr>
          <a:xfrm>
            <a:off x="2444578" y="3669471"/>
            <a:ext cx="1159478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Air springs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89A3BF-00AF-D060-2DBB-CEA579BEBA01}"/>
              </a:ext>
            </a:extLst>
          </p:cNvPr>
          <p:cNvSpPr txBox="1"/>
          <p:nvPr/>
        </p:nvSpPr>
        <p:spPr>
          <a:xfrm>
            <a:off x="4484473" y="3546849"/>
            <a:ext cx="1546654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Metal springs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C7661F-9B4E-B661-2608-A0F16CD8618C}"/>
              </a:ext>
            </a:extLst>
          </p:cNvPr>
          <p:cNvSpPr txBox="1"/>
          <p:nvPr/>
        </p:nvSpPr>
        <p:spPr>
          <a:xfrm>
            <a:off x="6544964" y="3147992"/>
            <a:ext cx="1416909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Rubber and elastomers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C8FE3C-AF0C-E3A5-6B4A-3DE2B40FBAB3}"/>
              </a:ext>
            </a:extLst>
          </p:cNvPr>
          <p:cNvSpPr txBox="1"/>
          <p:nvPr/>
        </p:nvSpPr>
        <p:spPr>
          <a:xfrm>
            <a:off x="8268215" y="3390113"/>
            <a:ext cx="1941042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Cork and felt pads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DF8234-553F-020E-9D69-2587E8508F8E}"/>
                  </a:ext>
                </a:extLst>
              </p14:cNvPr>
              <p14:cNvContentPartPr/>
              <p14:nvPr/>
            </p14:nvContentPartPr>
            <p14:xfrm>
              <a:off x="6601320" y="5132880"/>
              <a:ext cx="3567240" cy="29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DF8234-553F-020E-9D69-2587E8508F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91960" y="5123520"/>
                <a:ext cx="358596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855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1812A-8A06-DE25-61C5-90C44AC9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6AC6-0632-9D35-8024-F880188D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springs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08CB-8FE6-C5CE-EBB5-CDE121876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5123774" cy="5036494"/>
          </a:xfrm>
        </p:spPr>
        <p:txBody>
          <a:bodyPr/>
          <a:lstStyle/>
          <a:p>
            <a:r>
              <a:rPr lang="en-US" dirty="0"/>
              <a:t>Air springs can be used at very low frequencies, down to 1 Hz or less.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E5B6F-50F1-BCF8-B467-E47D6A80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2C808-021E-E052-1D9F-6C13B5D7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03811-014A-330B-3B05-9804CB731D0B}"/>
              </a:ext>
            </a:extLst>
          </p:cNvPr>
          <p:cNvSpPr txBox="1"/>
          <p:nvPr/>
        </p:nvSpPr>
        <p:spPr>
          <a:xfrm>
            <a:off x="878165" y="6037411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Firestone </a:t>
            </a:r>
            <a:r>
              <a:rPr lang="en-US" sz="1200" dirty="0" err="1">
                <a:latin typeface="Atkinson Hyperlegible" pitchFamily="50" charset="0"/>
              </a:rPr>
              <a:t>Airride</a:t>
            </a:r>
            <a:endParaRPr lang="en-US" sz="1200" dirty="0">
              <a:latin typeface="Atkinson Hyperlegible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57D911-8856-7BAF-F5B5-0BFDBE97B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1" y="2306595"/>
            <a:ext cx="4552890" cy="28398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01B82F-6BE5-C19E-E9F6-53C125533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774" y="314918"/>
            <a:ext cx="5923167" cy="58222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E421AC-27E7-96C2-43EB-32686813F2D7}"/>
                  </a:ext>
                </a:extLst>
              </p14:cNvPr>
              <p14:cNvContentPartPr/>
              <p14:nvPr/>
            </p14:nvContentPartPr>
            <p14:xfrm>
              <a:off x="535680" y="261360"/>
              <a:ext cx="11049120" cy="5729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E421AC-27E7-96C2-43EB-32686813F2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320" y="252000"/>
                <a:ext cx="11067840" cy="574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704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47A8A-1878-1453-42D2-CF4BC450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0C0CD-BED4-AC1B-2007-62E17C75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 springs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C92FD-4A04-F38E-8D0E-00191947B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Metal springs have very low internal damping, so either avoid resonance or include a damping element in parallel.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51FD8-63D2-7B16-1ABD-27034C64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9D1C6-3243-AFB0-A885-3D4558C97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F2E8A-CDD8-FC7F-4F3B-52E5F2612AA9}"/>
              </a:ext>
            </a:extLst>
          </p:cNvPr>
          <p:cNvSpPr txBox="1"/>
          <p:nvPr/>
        </p:nvSpPr>
        <p:spPr>
          <a:xfrm>
            <a:off x="878165" y="6037411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C4D9B-8FAF-2870-6644-43670B2E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86" y="2861061"/>
            <a:ext cx="3618082" cy="31986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E85CCD-CF56-2307-FB6D-F5272E2016D5}"/>
                  </a:ext>
                </a:extLst>
              </p14:cNvPr>
              <p14:cNvContentPartPr/>
              <p14:nvPr/>
            </p14:nvContentPartPr>
            <p14:xfrm>
              <a:off x="1059840" y="101880"/>
              <a:ext cx="7252200" cy="5369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E85CCD-CF56-2307-FB6D-F5272E2016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0480" y="92520"/>
                <a:ext cx="7270920" cy="538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872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886A-FDF3-67CB-B113-17658CBB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6836-3377-37C5-3810-3F50D834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Surging in springs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014DC5-CD4A-4938-428A-761162ED9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“Surging” occurs where longitudinal resonances form in the spring coil. Isolation is much less effective above these frequencies.</a:t>
                </a:r>
              </a:p>
              <a:p>
                <a:r>
                  <a:rPr lang="en-US" dirty="0"/>
                  <a:t>Surging frequencies occur 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014DC5-CD4A-4938-428A-761162ED9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66057-14D4-E3C4-342D-B4E98548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E74AA-53CB-9BBB-0ABB-A44E10FF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E8B8E7-85E9-6A5C-D4DF-4A18A3CE6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5644"/>
            <a:ext cx="3395589" cy="30019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540A19-FD7A-E8EC-DB78-C8C3F4F0FCE4}"/>
              </a:ext>
            </a:extLst>
          </p:cNvPr>
          <p:cNvSpPr txBox="1"/>
          <p:nvPr/>
        </p:nvSpPr>
        <p:spPr>
          <a:xfrm>
            <a:off x="466273" y="6538912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6EF8B7-54E6-F291-14DD-C2DD2E354699}"/>
                  </a:ext>
                </a:extLst>
              </p14:cNvPr>
              <p14:cNvContentPartPr/>
              <p14:nvPr/>
            </p14:nvContentPartPr>
            <p14:xfrm>
              <a:off x="161640" y="356040"/>
              <a:ext cx="11274120" cy="6044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6EF8B7-54E6-F291-14DD-C2DD2E3546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280" y="346680"/>
                <a:ext cx="11292840" cy="606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848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677E-68A1-8722-4E48-0BAC86ED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E4BB-FE2C-8201-6127-8FC54569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 rope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75B66-FE71-3822-B355-08C424699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Coiled wire ropes act as springs and also provide damping due to friction between strands.</a:t>
            </a:r>
          </a:p>
          <a:p>
            <a:r>
              <a:rPr lang="en-US" dirty="0"/>
              <a:t>Nonlinear effects can occur, so make sure to test after installation.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F8CC8-0373-FF87-A475-C72CED1D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51092-2100-E420-8001-B2EA27C2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E5E36-DDF5-CC80-18EF-C2816CDA6270}"/>
              </a:ext>
            </a:extLst>
          </p:cNvPr>
          <p:cNvSpPr txBox="1"/>
          <p:nvPr/>
        </p:nvSpPr>
        <p:spPr>
          <a:xfrm>
            <a:off x="466273" y="6538912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Isolation Dynamics Corp.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91DFF0-8295-2A23-0A47-C1B712419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3" t="30599" r="18112" b="29369"/>
          <a:stretch/>
        </p:blipFill>
        <p:spPr>
          <a:xfrm>
            <a:off x="271849" y="3155972"/>
            <a:ext cx="5881816" cy="27453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E32892B-583C-97BE-F23B-DD8A12BE3263}"/>
                  </a:ext>
                </a:extLst>
              </p14:cNvPr>
              <p14:cNvContentPartPr/>
              <p14:nvPr/>
            </p14:nvContentPartPr>
            <p14:xfrm>
              <a:off x="350640" y="2342160"/>
              <a:ext cx="4398840" cy="3169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E32892B-583C-97BE-F23B-DD8A12BE32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280" y="2332800"/>
                <a:ext cx="4417560" cy="318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1947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F919-9692-7288-7A3A-FB9FCBE6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223B-9A28-EB24-D610-25CA85C3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Rubber isolators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7479-06A4-B649-B593-D82BAD59B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905103" cy="5036494"/>
          </a:xfrm>
        </p:spPr>
        <p:txBody>
          <a:bodyPr/>
          <a:lstStyle/>
          <a:p>
            <a:r>
              <a:rPr lang="en-US" dirty="0"/>
              <a:t>Dynamic stiffness can be 1.3–1.8 times static stiffness, so dynamic data is needed for isolation predictions.</a:t>
            </a:r>
          </a:p>
          <a:p>
            <a:r>
              <a:rPr lang="en-US" dirty="0"/>
              <a:t>Damping depends on specific type of rubber and chemistry.</a:t>
            </a:r>
          </a:p>
          <a:p>
            <a:r>
              <a:rPr lang="en-US" dirty="0"/>
              <a:t>Different stiffness in shear vs. compression</a:t>
            </a:r>
          </a:p>
          <a:p>
            <a:r>
              <a:rPr lang="en-US" dirty="0"/>
              <a:t>Generally not used in tension due to fatigue damage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7DAB7-FCD5-6CCD-93D9-A7386B719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0E353-3E61-27D7-D7E8-A15E6BC2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DF351-FD10-44B5-F1D8-9E82CEB6B2DE}"/>
              </a:ext>
            </a:extLst>
          </p:cNvPr>
          <p:cNvSpPr txBox="1"/>
          <p:nvPr/>
        </p:nvSpPr>
        <p:spPr>
          <a:xfrm>
            <a:off x="688694" y="6444476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1ED224-E7CB-8D50-2443-A08AFC9C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5" y="4201297"/>
            <a:ext cx="2465453" cy="21880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9736BF-30A6-1CAE-0AE5-2E2C792D8BD1}"/>
                  </a:ext>
                </a:extLst>
              </p14:cNvPr>
              <p14:cNvContentPartPr/>
              <p14:nvPr/>
            </p14:nvContentPartPr>
            <p14:xfrm>
              <a:off x="3635280" y="194400"/>
              <a:ext cx="7547040" cy="5931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9736BF-30A6-1CAE-0AE5-2E2C792D8B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25920" y="185040"/>
                <a:ext cx="7565760" cy="595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7063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53D04-E032-D828-E987-4B13663A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E14D-D6F5-BC9C-4B15-88BDEE6B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9D150-E53F-6CFC-E861-0A835EF02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905103" cy="5036494"/>
          </a:xfrm>
        </p:spPr>
        <p:txBody>
          <a:bodyPr/>
          <a:lstStyle/>
          <a:p>
            <a:r>
              <a:rPr lang="en-US" dirty="0"/>
              <a:t>Isolation pads are easy to install.</a:t>
            </a:r>
          </a:p>
          <a:p>
            <a:r>
              <a:rPr lang="en-US" dirty="0"/>
              <a:t>Stiffness depends on material, thickness, and geometry.</a:t>
            </a:r>
          </a:p>
          <a:p>
            <a:r>
              <a:rPr lang="en-US" dirty="0"/>
              <a:t>Cork and felt can have stiffness dependent on frequency and preload.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B0557-584F-5B30-E4FA-FCA3D53A0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55F68-3DFF-1D5A-4E7A-32F46468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B3D28-5614-07D1-733C-369FBC66A957}"/>
              </a:ext>
            </a:extLst>
          </p:cNvPr>
          <p:cNvSpPr txBox="1"/>
          <p:nvPr/>
        </p:nvSpPr>
        <p:spPr>
          <a:xfrm>
            <a:off x="688694" y="6444476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E7D48D-1316-63F3-7D4A-1930E25B9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4" y="3908044"/>
            <a:ext cx="3345602" cy="2433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AE8A0B-8354-5AA0-0402-17CB67F6B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068608"/>
            <a:ext cx="4137933" cy="21781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421C32-53A6-CEC4-A3D0-35BEE997105D}"/>
              </a:ext>
            </a:extLst>
          </p:cNvPr>
          <p:cNvSpPr txBox="1"/>
          <p:nvPr/>
        </p:nvSpPr>
        <p:spPr>
          <a:xfrm>
            <a:off x="4791137" y="6011608"/>
            <a:ext cx="2421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tkinson Hyperlegible" pitchFamily="50" charset="0"/>
              </a:rPr>
              <a:t>From Kinetics Noise Control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B046E9A-94C4-E192-0CC9-CD273CC27D85}"/>
                  </a:ext>
                </a:extLst>
              </p14:cNvPr>
              <p14:cNvContentPartPr/>
              <p14:nvPr/>
            </p14:nvContentPartPr>
            <p14:xfrm>
              <a:off x="2379960" y="298800"/>
              <a:ext cx="9140040" cy="5346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B046E9A-94C4-E192-0CC9-CD273CC27D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0600" y="289440"/>
                <a:ext cx="9158760" cy="536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2397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7878-37FE-3A66-8CCA-908E8555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7A11-3215-3292-89B1-420A8052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Four-isolator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976E-374D-46DF-57E2-9FBBEF34D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751805" cy="5036494"/>
          </a:xfrm>
        </p:spPr>
        <p:txBody>
          <a:bodyPr/>
          <a:lstStyle/>
          <a:p>
            <a:r>
              <a:rPr lang="en-US" dirty="0"/>
              <a:t>6 DOF motion is possible for rigid body</a:t>
            </a:r>
          </a:p>
          <a:p>
            <a:r>
              <a:rPr lang="en-US" dirty="0"/>
              <a:t>Imbalanced mass load will force horizontal and vertical directions equally.</a:t>
            </a:r>
          </a:p>
          <a:p>
            <a:r>
              <a:rPr lang="en-US" dirty="0"/>
              <a:t>Need to consider lateral stiffness of isolators.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33D62-E07B-E234-EB23-AEB5077B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C1851-0CCC-0586-CE02-31BA311E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BD2917E3-7D36-4EC8-AB28-0B87CD4B04AD}"/>
              </a:ext>
            </a:extLst>
          </p:cNvPr>
          <p:cNvSpPr/>
          <p:nvPr/>
        </p:nvSpPr>
        <p:spPr>
          <a:xfrm>
            <a:off x="823784" y="3429000"/>
            <a:ext cx="3912974" cy="2235869"/>
          </a:xfrm>
          <a:prstGeom prst="cube">
            <a:avLst>
              <a:gd name="adj" fmla="val 3734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FEC272D-E8E2-D741-2B40-9826E7AA8CDF}"/>
                  </a:ext>
                </a:extLst>
              </p14:cNvPr>
              <p14:cNvContentPartPr/>
              <p14:nvPr/>
            </p14:nvContentPartPr>
            <p14:xfrm>
              <a:off x="751680" y="139320"/>
              <a:ext cx="10381320" cy="6249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FEC272D-E8E2-D741-2B40-9826E7AA8C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320" y="129960"/>
                <a:ext cx="10400040" cy="626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531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6A7EE-EA05-F515-1BFD-773E3C40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FE99-FCA9-EC6F-31D5-BC03481B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High-frequency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46EA4-A8CA-50E6-30E5-AB8997E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751805" cy="5036494"/>
          </a:xfrm>
        </p:spPr>
        <p:txBody>
          <a:bodyPr/>
          <a:lstStyle/>
          <a:p>
            <a:r>
              <a:rPr lang="en-US" dirty="0"/>
              <a:t>At high frequencies, the resonances of the structure being isolated will start to matter.</a:t>
            </a:r>
          </a:p>
          <a:p>
            <a:r>
              <a:rPr lang="en-US" dirty="0"/>
              <a:t>The vibrating structure will generate sound, even though force is not being transmitted to the foundation.</a:t>
            </a:r>
          </a:p>
          <a:p>
            <a:r>
              <a:rPr lang="en-US" dirty="0"/>
              <a:t>Isolation is generally ineffective at reducing audible frequencies.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238EE-8852-6725-6EAD-72885068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6985C-51E8-4596-3AE6-5E8B80BC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67E1079-B931-21C2-5F3C-D9BE62A7BEEB}"/>
                  </a:ext>
                </a:extLst>
              </p14:cNvPr>
              <p14:cNvContentPartPr/>
              <p14:nvPr/>
            </p14:nvContentPartPr>
            <p14:xfrm>
              <a:off x="8170920" y="752040"/>
              <a:ext cx="1616760" cy="1647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67E1079-B931-21C2-5F3C-D9BE62A7B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61560" y="742680"/>
                <a:ext cx="1635480" cy="166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917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8E56-7443-40A5-B21B-363221DB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mounting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69F3-CE09-4E59-9E5A-2EFE66122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10" y="1075981"/>
            <a:ext cx="7498493" cy="5497814"/>
          </a:xfrm>
        </p:spPr>
        <p:txBody>
          <a:bodyPr/>
          <a:lstStyle/>
          <a:p>
            <a:r>
              <a:rPr lang="en-US" dirty="0"/>
              <a:t>A machine in a factory is shaking the floor and disrupting other work. Design an isolation mount to reduce the vibration of the floor.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0C012F-6243-48D8-952C-FBE09FC50957}"/>
              </a:ext>
            </a:extLst>
          </p:cNvPr>
          <p:cNvCxnSpPr/>
          <p:nvPr/>
        </p:nvCxnSpPr>
        <p:spPr>
          <a:xfrm>
            <a:off x="3795685" y="3964160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6E4EEA-9D61-42CA-8178-D8C2012A03C8}"/>
              </a:ext>
            </a:extLst>
          </p:cNvPr>
          <p:cNvSpPr txBox="1"/>
          <p:nvPr/>
        </p:nvSpPr>
        <p:spPr>
          <a:xfrm>
            <a:off x="4325138" y="2336083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77D22B-1780-49EF-883B-C43BD1705959}"/>
              </a:ext>
            </a:extLst>
          </p:cNvPr>
          <p:cNvCxnSpPr/>
          <p:nvPr/>
        </p:nvCxnSpPr>
        <p:spPr>
          <a:xfrm>
            <a:off x="459531" y="3964160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A224EE-B8D5-47F4-853F-E88793999EAF}"/>
              </a:ext>
            </a:extLst>
          </p:cNvPr>
          <p:cNvSpPr txBox="1"/>
          <p:nvPr/>
        </p:nvSpPr>
        <p:spPr>
          <a:xfrm>
            <a:off x="988983" y="2920858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BC0172-19BE-4C37-87F3-5C8B1C6B5DA3}"/>
              </a:ext>
            </a:extLst>
          </p:cNvPr>
          <p:cNvSpPr txBox="1"/>
          <p:nvPr/>
        </p:nvSpPr>
        <p:spPr>
          <a:xfrm>
            <a:off x="4653106" y="3341923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1B39A-265B-C0DE-3123-1EB690F6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BABC64E-9E9E-57D9-A707-F954E4866E30}"/>
                  </a:ext>
                </a:extLst>
              </p14:cNvPr>
              <p14:cNvContentPartPr/>
              <p14:nvPr/>
            </p14:nvContentPartPr>
            <p14:xfrm>
              <a:off x="140040" y="3379680"/>
              <a:ext cx="3569400" cy="623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BABC64E-9E9E-57D9-A707-F954E4866E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680" y="3370320"/>
                <a:ext cx="3588120" cy="6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986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2B966-A017-46EB-DA41-124BF1DA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2019-47AE-10AF-8466-8FF96B16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isolation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EC8AC-A7B8-E53A-D8CA-9FF6DF4D29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8501449" cy="5036494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Insertion loss: change in level with and without mounts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Transmission loss: change in level above and below mounts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Modified transmission loss: change in level compared to free vibration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EC8AC-A7B8-E53A-D8CA-9FF6DF4D2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8501449" cy="5036494"/>
              </a:xfrm>
              <a:blipFill>
                <a:blip r:embed="rId2"/>
                <a:stretch>
                  <a:fillRect l="-1075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C371D-65DF-02A9-16A5-4EC3D511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7B9F2-544F-9179-B36E-5B0A1CA0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0CD9D9-E662-BC30-27F6-5CA5533DBD59}"/>
              </a:ext>
            </a:extLst>
          </p:cNvPr>
          <p:cNvCxnSpPr/>
          <p:nvPr/>
        </p:nvCxnSpPr>
        <p:spPr>
          <a:xfrm>
            <a:off x="8501449" y="4435193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1726214-2614-8A93-64F0-98DD5EC38F4F}"/>
              </a:ext>
            </a:extLst>
          </p:cNvPr>
          <p:cNvSpPr txBox="1"/>
          <p:nvPr/>
        </p:nvSpPr>
        <p:spPr>
          <a:xfrm>
            <a:off x="9030902" y="2807116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0F8AD4-1052-75F3-FCA1-65274E3CAE3B}"/>
              </a:ext>
            </a:extLst>
          </p:cNvPr>
          <p:cNvSpPr txBox="1"/>
          <p:nvPr/>
        </p:nvSpPr>
        <p:spPr>
          <a:xfrm>
            <a:off x="9358870" y="3812956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F391BB0-4460-76A3-3660-D47B8DFD575D}"/>
                  </a:ext>
                </a:extLst>
              </p14:cNvPr>
              <p14:cNvContentPartPr/>
              <p14:nvPr/>
            </p14:nvContentPartPr>
            <p14:xfrm>
              <a:off x="5412960" y="1416240"/>
              <a:ext cx="3943080" cy="4240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F391BB0-4460-76A3-3660-D47B8DFD57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3600" y="1406880"/>
                <a:ext cx="3961800" cy="425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4401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52BC-213C-768E-84B5-0C3C33EF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6C40-2FA1-474C-B0E2-DF9A77EC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Accelerometers output voltage proportional to acceleration.</a:t>
            </a:r>
          </a:p>
          <a:p>
            <a:r>
              <a:rPr lang="en-US" dirty="0"/>
              <a:t>Piezoelectric accelerometers are the most common for industrial and scientific applications.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9E7EB-E0FE-72F5-25E8-AF3C9D7B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5F623-16BE-7699-669F-C392E201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2F0C0-E117-ECC5-AD22-B0AD7E75F2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3" t="-3352" r="25084" b="1"/>
          <a:stretch/>
        </p:blipFill>
        <p:spPr>
          <a:xfrm>
            <a:off x="1128718" y="2933700"/>
            <a:ext cx="6293437" cy="2747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EAEB86-5436-4BDD-7954-A4C8C389DB5B}"/>
              </a:ext>
            </a:extLst>
          </p:cNvPr>
          <p:cNvSpPr txBox="1"/>
          <p:nvPr/>
        </p:nvSpPr>
        <p:spPr>
          <a:xfrm>
            <a:off x="2301856" y="5686426"/>
            <a:ext cx="3947160" cy="38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Accelerometers from PCB Piezotronics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1957869-1542-E84D-322C-ACCF7FB77B44}"/>
                  </a:ext>
                </a:extLst>
              </p14:cNvPr>
              <p14:cNvContentPartPr/>
              <p14:nvPr/>
            </p14:nvContentPartPr>
            <p14:xfrm>
              <a:off x="387000" y="1410120"/>
              <a:ext cx="9181800" cy="4648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1957869-1542-E84D-322C-ACCF7FB77B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640" y="1400760"/>
                <a:ext cx="9200520" cy="466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0819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62B6-C208-56B1-0B54-D3A0D37BA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536F-4F1E-7DA8-680A-EA70D9B6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FE1C7-001F-6AD5-14D3-AA805998D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768281" cy="4748585"/>
          </a:xfrm>
        </p:spPr>
        <p:txBody>
          <a:bodyPr/>
          <a:lstStyle/>
          <a:p>
            <a:r>
              <a:rPr lang="en-US" dirty="0"/>
              <a:t>Piezoelectric crystals produce a small electrical charge proportional to pressure.</a:t>
            </a:r>
          </a:p>
          <a:p>
            <a:r>
              <a:rPr lang="en-US" dirty="0"/>
              <a:t>Integrated circuitry amplifies the signal and converts it to a voltage usable by the data acquisition system.</a:t>
            </a:r>
          </a:p>
          <a:p>
            <a:r>
              <a:rPr lang="en-US" dirty="0"/>
              <a:t>The DC component (constant acceleration) is usually (but not always) filtered out.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91132-FF26-2739-EFCE-94107535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FEB74-DD1F-6619-0868-C6165713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847726-D99D-1579-2570-3E1863925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427" y="97636"/>
            <a:ext cx="4428649" cy="31372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1A6025-029A-6667-BF68-820AD1AEAA1A}"/>
              </a:ext>
            </a:extLst>
          </p:cNvPr>
          <p:cNvSpPr/>
          <p:nvPr/>
        </p:nvSpPr>
        <p:spPr>
          <a:xfrm>
            <a:off x="8841182" y="3969970"/>
            <a:ext cx="2072640" cy="264627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A7D396-65A4-BF65-A5F8-62B4907B9FF1}"/>
              </a:ext>
            </a:extLst>
          </p:cNvPr>
          <p:cNvSpPr/>
          <p:nvPr/>
        </p:nvSpPr>
        <p:spPr>
          <a:xfrm>
            <a:off x="8104861" y="6167275"/>
            <a:ext cx="736321" cy="4010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8AF8DF-9902-68EC-8525-8CF53C36CDEF}"/>
              </a:ext>
            </a:extLst>
          </p:cNvPr>
          <p:cNvCxnSpPr/>
          <p:nvPr/>
        </p:nvCxnSpPr>
        <p:spPr>
          <a:xfrm flipV="1">
            <a:off x="8104861" y="6167275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DEBD52-1585-95C1-0DBB-802A5AD6DCFD}"/>
              </a:ext>
            </a:extLst>
          </p:cNvPr>
          <p:cNvCxnSpPr/>
          <p:nvPr/>
        </p:nvCxnSpPr>
        <p:spPr>
          <a:xfrm flipV="1">
            <a:off x="8272998" y="6187641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10A08A-7D27-00CC-4432-2E07A1C47378}"/>
              </a:ext>
            </a:extLst>
          </p:cNvPr>
          <p:cNvCxnSpPr/>
          <p:nvPr/>
        </p:nvCxnSpPr>
        <p:spPr>
          <a:xfrm flipV="1">
            <a:off x="8470423" y="6172401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DA1C1E-DD53-AC34-DB0D-D34B9AD06748}"/>
              </a:ext>
            </a:extLst>
          </p:cNvPr>
          <p:cNvCxnSpPr/>
          <p:nvPr/>
        </p:nvCxnSpPr>
        <p:spPr>
          <a:xfrm flipV="1">
            <a:off x="8642151" y="6167275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12E11F2-D507-B391-445D-D32A8C853D65}"/>
              </a:ext>
            </a:extLst>
          </p:cNvPr>
          <p:cNvSpPr/>
          <p:nvPr/>
        </p:nvSpPr>
        <p:spPr>
          <a:xfrm>
            <a:off x="9489953" y="4358590"/>
            <a:ext cx="1318260" cy="12964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59D9AF-16AD-8A17-D6D8-CCDFE37241F5}"/>
              </a:ext>
            </a:extLst>
          </p:cNvPr>
          <p:cNvSpPr/>
          <p:nvPr/>
        </p:nvSpPr>
        <p:spPr>
          <a:xfrm>
            <a:off x="9577503" y="5655057"/>
            <a:ext cx="1139270" cy="91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Crystal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7DA51FE-2A96-9997-D174-4940FBD8AC48}"/>
              </a:ext>
            </a:extLst>
          </p:cNvPr>
          <p:cNvSpPr/>
          <p:nvPr/>
        </p:nvSpPr>
        <p:spPr>
          <a:xfrm>
            <a:off x="9199322" y="5620658"/>
            <a:ext cx="762000" cy="538232"/>
          </a:xfrm>
          <a:custGeom>
            <a:avLst/>
            <a:gdLst>
              <a:gd name="connsiteX0" fmla="*/ 762000 w 762000"/>
              <a:gd name="connsiteY0" fmla="*/ 33332 h 538232"/>
              <a:gd name="connsiteX1" fmla="*/ 472440 w 762000"/>
              <a:gd name="connsiteY1" fmla="*/ 48572 h 538232"/>
              <a:gd name="connsiteX2" fmla="*/ 152400 w 762000"/>
              <a:gd name="connsiteY2" fmla="*/ 25712 h 538232"/>
              <a:gd name="connsiteX3" fmla="*/ 198120 w 762000"/>
              <a:gd name="connsiteY3" fmla="*/ 460052 h 538232"/>
              <a:gd name="connsiteX4" fmla="*/ 0 w 762000"/>
              <a:gd name="connsiteY4" fmla="*/ 536252 h 53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0" h="538232">
                <a:moveTo>
                  <a:pt x="762000" y="33332"/>
                </a:moveTo>
                <a:cubicBezTo>
                  <a:pt x="668020" y="41587"/>
                  <a:pt x="574040" y="49842"/>
                  <a:pt x="472440" y="48572"/>
                </a:cubicBezTo>
                <a:cubicBezTo>
                  <a:pt x="370840" y="47302"/>
                  <a:pt x="198120" y="-42868"/>
                  <a:pt x="152400" y="25712"/>
                </a:cubicBezTo>
                <a:cubicBezTo>
                  <a:pt x="106680" y="94292"/>
                  <a:pt x="223520" y="374962"/>
                  <a:pt x="198120" y="460052"/>
                </a:cubicBezTo>
                <a:cubicBezTo>
                  <a:pt x="172720" y="545142"/>
                  <a:pt x="86360" y="540697"/>
                  <a:pt x="0" y="53625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C42A89C-B3B6-A67C-66AB-40AA5AF53B03}"/>
              </a:ext>
            </a:extLst>
          </p:cNvPr>
          <p:cNvSpPr/>
          <p:nvPr/>
        </p:nvSpPr>
        <p:spPr>
          <a:xfrm>
            <a:off x="9185651" y="6390250"/>
            <a:ext cx="684231" cy="163103"/>
          </a:xfrm>
          <a:custGeom>
            <a:avLst/>
            <a:gdLst>
              <a:gd name="connsiteX0" fmla="*/ 684231 w 684231"/>
              <a:gd name="connsiteY0" fmla="*/ 162900 h 163103"/>
              <a:gd name="connsiteX1" fmla="*/ 326091 w 684231"/>
              <a:gd name="connsiteY1" fmla="*/ 140040 h 163103"/>
              <a:gd name="connsiteX2" fmla="*/ 36531 w 684231"/>
              <a:gd name="connsiteY2" fmla="*/ 18120 h 163103"/>
              <a:gd name="connsiteX3" fmla="*/ 13671 w 684231"/>
              <a:gd name="connsiteY3" fmla="*/ 2880 h 16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231" h="163103">
                <a:moveTo>
                  <a:pt x="684231" y="162900"/>
                </a:moveTo>
                <a:cubicBezTo>
                  <a:pt x="559136" y="163535"/>
                  <a:pt x="434041" y="164170"/>
                  <a:pt x="326091" y="140040"/>
                </a:cubicBezTo>
                <a:cubicBezTo>
                  <a:pt x="218141" y="115910"/>
                  <a:pt x="36531" y="18120"/>
                  <a:pt x="36531" y="18120"/>
                </a:cubicBezTo>
                <a:cubicBezTo>
                  <a:pt x="-15539" y="-4740"/>
                  <a:pt x="-934" y="-930"/>
                  <a:pt x="13671" y="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6D3243-5794-2571-6C7F-DC9F17B61C86}"/>
              </a:ext>
            </a:extLst>
          </p:cNvPr>
          <p:cNvSpPr/>
          <p:nvPr/>
        </p:nvSpPr>
        <p:spPr>
          <a:xfrm flipV="1">
            <a:off x="7506427" y="6270896"/>
            <a:ext cx="1480788" cy="80238"/>
          </a:xfrm>
          <a:custGeom>
            <a:avLst/>
            <a:gdLst>
              <a:gd name="connsiteX0" fmla="*/ 684231 w 684231"/>
              <a:gd name="connsiteY0" fmla="*/ 162900 h 163103"/>
              <a:gd name="connsiteX1" fmla="*/ 326091 w 684231"/>
              <a:gd name="connsiteY1" fmla="*/ 140040 h 163103"/>
              <a:gd name="connsiteX2" fmla="*/ 36531 w 684231"/>
              <a:gd name="connsiteY2" fmla="*/ 18120 h 163103"/>
              <a:gd name="connsiteX3" fmla="*/ 13671 w 684231"/>
              <a:gd name="connsiteY3" fmla="*/ 2880 h 16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231" h="163103">
                <a:moveTo>
                  <a:pt x="684231" y="162900"/>
                </a:moveTo>
                <a:cubicBezTo>
                  <a:pt x="559136" y="163535"/>
                  <a:pt x="434041" y="164170"/>
                  <a:pt x="326091" y="140040"/>
                </a:cubicBezTo>
                <a:cubicBezTo>
                  <a:pt x="218141" y="115910"/>
                  <a:pt x="36531" y="18120"/>
                  <a:pt x="36531" y="18120"/>
                </a:cubicBezTo>
                <a:cubicBezTo>
                  <a:pt x="-15539" y="-4740"/>
                  <a:pt x="-934" y="-930"/>
                  <a:pt x="13671" y="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Merge 19">
            <a:extLst>
              <a:ext uri="{FF2B5EF4-FFF2-40B4-BE49-F238E27FC236}">
                <a16:creationId xmlns:a16="http://schemas.microsoft.com/office/drawing/2014/main" id="{B4D697E1-6EE9-7E09-E873-3E6CAA1128AF}"/>
              </a:ext>
            </a:extLst>
          </p:cNvPr>
          <p:cNvSpPr/>
          <p:nvPr/>
        </p:nvSpPr>
        <p:spPr>
          <a:xfrm rot="5400000">
            <a:off x="8856419" y="6057400"/>
            <a:ext cx="541024" cy="434341"/>
          </a:xfrm>
          <a:prstGeom prst="flowChartMerg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90BDAE-5BE6-3D6D-BAC2-6DDB3FEBBD20}"/>
              </a:ext>
            </a:extLst>
          </p:cNvPr>
          <p:cNvSpPr txBox="1"/>
          <p:nvPr/>
        </p:nvSpPr>
        <p:spPr>
          <a:xfrm>
            <a:off x="8970839" y="6086230"/>
            <a:ext cx="87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57B65F-28B2-E88F-2768-151DE0269B0E}"/>
              </a:ext>
            </a:extLst>
          </p:cNvPr>
          <p:cNvSpPr txBox="1"/>
          <p:nvPr/>
        </p:nvSpPr>
        <p:spPr>
          <a:xfrm>
            <a:off x="8104861" y="3237863"/>
            <a:ext cx="3947160" cy="38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Diagram from PCB Piezotronics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32BB5C9-A88F-13A1-C218-E5FF137E5962}"/>
                  </a:ext>
                </a:extLst>
              </p14:cNvPr>
              <p14:cNvContentPartPr/>
              <p14:nvPr/>
            </p14:nvContentPartPr>
            <p14:xfrm>
              <a:off x="977760" y="845280"/>
              <a:ext cx="10821240" cy="5793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32BB5C9-A88F-13A1-C218-E5FF137E59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8400" y="835920"/>
                <a:ext cx="10839960" cy="581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6466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4AC2-72B9-F535-025B-BC38E2A0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9CA3-17CC-42AA-D743-C0BED2A8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Accelerometer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DEE84-E382-6B0E-BEB6-8E48D8081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00695"/>
            <a:ext cx="7430068" cy="4748585"/>
          </a:xfrm>
        </p:spPr>
        <p:txBody>
          <a:bodyPr/>
          <a:lstStyle/>
          <a:p>
            <a:r>
              <a:rPr lang="en-US" dirty="0"/>
              <a:t>The accelerometer system acts as a multi-DOF oscillator. The output is related to the compression of the crystal.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F50E3-6683-F15C-A122-E6D871DA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3F256-73E3-0856-23B0-79D29C70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A6061B-838F-0898-E6A9-6E3D9C33230F}"/>
              </a:ext>
            </a:extLst>
          </p:cNvPr>
          <p:cNvSpPr/>
          <p:nvPr/>
        </p:nvSpPr>
        <p:spPr>
          <a:xfrm>
            <a:off x="8764824" y="2528348"/>
            <a:ext cx="2072640" cy="264627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EB1F47-E85F-C3E3-AC40-6801A1DC4BDF}"/>
              </a:ext>
            </a:extLst>
          </p:cNvPr>
          <p:cNvSpPr/>
          <p:nvPr/>
        </p:nvSpPr>
        <p:spPr>
          <a:xfrm>
            <a:off x="8028503" y="4725653"/>
            <a:ext cx="736321" cy="4010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3850EF-F3A4-ED40-8429-F39EBCBB26A7}"/>
              </a:ext>
            </a:extLst>
          </p:cNvPr>
          <p:cNvCxnSpPr/>
          <p:nvPr/>
        </p:nvCxnSpPr>
        <p:spPr>
          <a:xfrm flipV="1">
            <a:off x="8028503" y="4725653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0BAA5B-C463-991D-4F3B-BB0CFEB9A289}"/>
              </a:ext>
            </a:extLst>
          </p:cNvPr>
          <p:cNvCxnSpPr/>
          <p:nvPr/>
        </p:nvCxnSpPr>
        <p:spPr>
          <a:xfrm flipV="1">
            <a:off x="8196640" y="4746019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3A5AA2-8F26-1114-1F8D-7253D674E266}"/>
              </a:ext>
            </a:extLst>
          </p:cNvPr>
          <p:cNvCxnSpPr/>
          <p:nvPr/>
        </p:nvCxnSpPr>
        <p:spPr>
          <a:xfrm flipV="1">
            <a:off x="8394065" y="4730779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AAC378-8C6F-C2AC-E2F8-32244C9F314C}"/>
              </a:ext>
            </a:extLst>
          </p:cNvPr>
          <p:cNvCxnSpPr/>
          <p:nvPr/>
        </p:nvCxnSpPr>
        <p:spPr>
          <a:xfrm flipV="1">
            <a:off x="8565793" y="4725653"/>
            <a:ext cx="111481" cy="40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6C29A15-9E7B-DB61-89A8-F4EFD20B95F8}"/>
              </a:ext>
            </a:extLst>
          </p:cNvPr>
          <p:cNvSpPr/>
          <p:nvPr/>
        </p:nvSpPr>
        <p:spPr>
          <a:xfrm>
            <a:off x="9413595" y="2916968"/>
            <a:ext cx="1318260" cy="12964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58C6C2-CD5A-DFE2-620B-330977FB3001}"/>
              </a:ext>
            </a:extLst>
          </p:cNvPr>
          <p:cNvSpPr/>
          <p:nvPr/>
        </p:nvSpPr>
        <p:spPr>
          <a:xfrm>
            <a:off x="9501145" y="4213435"/>
            <a:ext cx="1139270" cy="91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Crystal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C11B66C-8C09-0CA9-7894-433AD2D535D9}"/>
              </a:ext>
            </a:extLst>
          </p:cNvPr>
          <p:cNvSpPr/>
          <p:nvPr/>
        </p:nvSpPr>
        <p:spPr>
          <a:xfrm>
            <a:off x="9122964" y="4179036"/>
            <a:ext cx="762000" cy="538232"/>
          </a:xfrm>
          <a:custGeom>
            <a:avLst/>
            <a:gdLst>
              <a:gd name="connsiteX0" fmla="*/ 762000 w 762000"/>
              <a:gd name="connsiteY0" fmla="*/ 33332 h 538232"/>
              <a:gd name="connsiteX1" fmla="*/ 472440 w 762000"/>
              <a:gd name="connsiteY1" fmla="*/ 48572 h 538232"/>
              <a:gd name="connsiteX2" fmla="*/ 152400 w 762000"/>
              <a:gd name="connsiteY2" fmla="*/ 25712 h 538232"/>
              <a:gd name="connsiteX3" fmla="*/ 198120 w 762000"/>
              <a:gd name="connsiteY3" fmla="*/ 460052 h 538232"/>
              <a:gd name="connsiteX4" fmla="*/ 0 w 762000"/>
              <a:gd name="connsiteY4" fmla="*/ 536252 h 53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0" h="538232">
                <a:moveTo>
                  <a:pt x="762000" y="33332"/>
                </a:moveTo>
                <a:cubicBezTo>
                  <a:pt x="668020" y="41587"/>
                  <a:pt x="574040" y="49842"/>
                  <a:pt x="472440" y="48572"/>
                </a:cubicBezTo>
                <a:cubicBezTo>
                  <a:pt x="370840" y="47302"/>
                  <a:pt x="198120" y="-42868"/>
                  <a:pt x="152400" y="25712"/>
                </a:cubicBezTo>
                <a:cubicBezTo>
                  <a:pt x="106680" y="94292"/>
                  <a:pt x="223520" y="374962"/>
                  <a:pt x="198120" y="460052"/>
                </a:cubicBezTo>
                <a:cubicBezTo>
                  <a:pt x="172720" y="545142"/>
                  <a:pt x="86360" y="540697"/>
                  <a:pt x="0" y="53625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B3FA08-9EE8-1373-6A5A-A598AAB6333B}"/>
              </a:ext>
            </a:extLst>
          </p:cNvPr>
          <p:cNvSpPr/>
          <p:nvPr/>
        </p:nvSpPr>
        <p:spPr>
          <a:xfrm>
            <a:off x="9109293" y="4948628"/>
            <a:ext cx="684231" cy="163103"/>
          </a:xfrm>
          <a:custGeom>
            <a:avLst/>
            <a:gdLst>
              <a:gd name="connsiteX0" fmla="*/ 684231 w 684231"/>
              <a:gd name="connsiteY0" fmla="*/ 162900 h 163103"/>
              <a:gd name="connsiteX1" fmla="*/ 326091 w 684231"/>
              <a:gd name="connsiteY1" fmla="*/ 140040 h 163103"/>
              <a:gd name="connsiteX2" fmla="*/ 36531 w 684231"/>
              <a:gd name="connsiteY2" fmla="*/ 18120 h 163103"/>
              <a:gd name="connsiteX3" fmla="*/ 13671 w 684231"/>
              <a:gd name="connsiteY3" fmla="*/ 2880 h 16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231" h="163103">
                <a:moveTo>
                  <a:pt x="684231" y="162900"/>
                </a:moveTo>
                <a:cubicBezTo>
                  <a:pt x="559136" y="163535"/>
                  <a:pt x="434041" y="164170"/>
                  <a:pt x="326091" y="140040"/>
                </a:cubicBezTo>
                <a:cubicBezTo>
                  <a:pt x="218141" y="115910"/>
                  <a:pt x="36531" y="18120"/>
                  <a:pt x="36531" y="18120"/>
                </a:cubicBezTo>
                <a:cubicBezTo>
                  <a:pt x="-15539" y="-4740"/>
                  <a:pt x="-934" y="-930"/>
                  <a:pt x="13671" y="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B2862A1-CF54-BE64-9768-1970C65F8728}"/>
              </a:ext>
            </a:extLst>
          </p:cNvPr>
          <p:cNvSpPr/>
          <p:nvPr/>
        </p:nvSpPr>
        <p:spPr>
          <a:xfrm flipV="1">
            <a:off x="7430069" y="4829274"/>
            <a:ext cx="1480788" cy="80238"/>
          </a:xfrm>
          <a:custGeom>
            <a:avLst/>
            <a:gdLst>
              <a:gd name="connsiteX0" fmla="*/ 684231 w 684231"/>
              <a:gd name="connsiteY0" fmla="*/ 162900 h 163103"/>
              <a:gd name="connsiteX1" fmla="*/ 326091 w 684231"/>
              <a:gd name="connsiteY1" fmla="*/ 140040 h 163103"/>
              <a:gd name="connsiteX2" fmla="*/ 36531 w 684231"/>
              <a:gd name="connsiteY2" fmla="*/ 18120 h 163103"/>
              <a:gd name="connsiteX3" fmla="*/ 13671 w 684231"/>
              <a:gd name="connsiteY3" fmla="*/ 2880 h 163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231" h="163103">
                <a:moveTo>
                  <a:pt x="684231" y="162900"/>
                </a:moveTo>
                <a:cubicBezTo>
                  <a:pt x="559136" y="163535"/>
                  <a:pt x="434041" y="164170"/>
                  <a:pt x="326091" y="140040"/>
                </a:cubicBezTo>
                <a:cubicBezTo>
                  <a:pt x="218141" y="115910"/>
                  <a:pt x="36531" y="18120"/>
                  <a:pt x="36531" y="18120"/>
                </a:cubicBezTo>
                <a:cubicBezTo>
                  <a:pt x="-15539" y="-4740"/>
                  <a:pt x="-934" y="-930"/>
                  <a:pt x="13671" y="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Merge 19">
            <a:extLst>
              <a:ext uri="{FF2B5EF4-FFF2-40B4-BE49-F238E27FC236}">
                <a16:creationId xmlns:a16="http://schemas.microsoft.com/office/drawing/2014/main" id="{9072E844-DDEF-407C-C649-BC1C056E7485}"/>
              </a:ext>
            </a:extLst>
          </p:cNvPr>
          <p:cNvSpPr/>
          <p:nvPr/>
        </p:nvSpPr>
        <p:spPr>
          <a:xfrm rot="5400000">
            <a:off x="8780061" y="4615778"/>
            <a:ext cx="541024" cy="434341"/>
          </a:xfrm>
          <a:prstGeom prst="flowChartMerg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78A20A-0C16-2427-0DBE-071CDE23F136}"/>
              </a:ext>
            </a:extLst>
          </p:cNvPr>
          <p:cNvSpPr txBox="1"/>
          <p:nvPr/>
        </p:nvSpPr>
        <p:spPr>
          <a:xfrm>
            <a:off x="8894481" y="4644608"/>
            <a:ext cx="87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C962D3-35F4-D820-0BB2-ED7840645E62}"/>
                  </a:ext>
                </a:extLst>
              </p14:cNvPr>
              <p14:cNvContentPartPr/>
              <p14:nvPr/>
            </p14:nvContentPartPr>
            <p14:xfrm>
              <a:off x="1496520" y="1731600"/>
              <a:ext cx="10262520" cy="3716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C962D3-35F4-D820-0BB2-ED7840645E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7160" y="1722240"/>
                <a:ext cx="10281240" cy="373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7269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0DD4-80CA-5DA2-3885-127ED9D3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D71D-A441-6D4A-9B02-9CD88E15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Accelerometer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A7733-DE8A-915B-6EEB-930DC655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D1EBB-670E-6495-ED9B-21AC12C1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2D4E0B-99AA-7FA1-7631-69466F25C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636" y="228747"/>
            <a:ext cx="4843927" cy="45589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F358A3-95C7-3003-7CB7-1B22AB92E613}"/>
              </a:ext>
            </a:extLst>
          </p:cNvPr>
          <p:cNvSpPr txBox="1"/>
          <p:nvPr/>
        </p:nvSpPr>
        <p:spPr>
          <a:xfrm>
            <a:off x="7506112" y="4787737"/>
            <a:ext cx="3947160" cy="38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Diagram from PCB Piezotronics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866639-3B26-8A1C-E939-A4590E8EC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83" y="764135"/>
            <a:ext cx="5931353" cy="21347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134714-E6B6-6DDA-444B-328901B9160F}"/>
                  </a:ext>
                </a:extLst>
              </p14:cNvPr>
              <p14:cNvContentPartPr/>
              <p14:nvPr/>
            </p14:nvContentPartPr>
            <p14:xfrm>
              <a:off x="389880" y="1173240"/>
              <a:ext cx="11728440" cy="3811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134714-E6B6-6DDA-444B-328901B916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520" y="1163880"/>
                <a:ext cx="11747160" cy="38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4357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29E4-39A1-301A-C91E-C1EDF070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67B1-8B62-D7D5-974D-0CD39F85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Predicting</a:t>
            </a:r>
            <a:r>
              <a:rPr lang="en-US" dirty="0"/>
              <a:t> isolation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B19E2-71F1-13B5-E7B8-5D0FED393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Isolation performance depends on properties of the source, isolation system, and foundation.</a:t>
                </a:r>
              </a:p>
              <a:p>
                <a:r>
                  <a:rPr lang="en-US" dirty="0"/>
                  <a:t>We can measure these components independently:</a:t>
                </a:r>
              </a:p>
              <a:p>
                <a:r>
                  <a:rPr lang="en-US" dirty="0"/>
                  <a:t>Source impedance: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sz="2400" dirty="0"/>
                  <a:t>“Force source”: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 is low, force from machine does not change with foundation</a:t>
                </a:r>
              </a:p>
              <a:p>
                <a:pPr lvl="1"/>
                <a:r>
                  <a:rPr lang="en-US" sz="2400" dirty="0"/>
                  <a:t>“Velocity source”: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 is high, velocity at attachment does not change with foundation</a:t>
                </a:r>
              </a:p>
              <a:p>
                <a:r>
                  <a:rPr lang="en-US" dirty="0"/>
                  <a:t>Mount impedance: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Impedance across mount with one side blocked</a:t>
                </a:r>
              </a:p>
              <a:p>
                <a:r>
                  <a:rPr lang="en-US" dirty="0"/>
                  <a:t>Foundation impedance: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Impedance of foundation with force and velocity at the same point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B19E2-71F1-13B5-E7B8-5D0FED393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06" b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777E9-2E9C-065E-1389-B0ECCA49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9A7A2-D838-4651-A7BC-D5C091A0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D757B44-D41F-599B-F696-A85FE2BAC29F}"/>
                  </a:ext>
                </a:extLst>
              </p14:cNvPr>
              <p14:cNvContentPartPr/>
              <p14:nvPr/>
            </p14:nvContentPartPr>
            <p14:xfrm>
              <a:off x="372960" y="1450440"/>
              <a:ext cx="5169240" cy="1836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D757B44-D41F-599B-F696-A85FE2BAC2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600" y="1441080"/>
                <a:ext cx="5187960" cy="18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088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C0FD-4233-ABEF-8B61-A98CA6BD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75E18A-D63F-F18D-8695-C5E928F5D43C}"/>
              </a:ext>
            </a:extLst>
          </p:cNvPr>
          <p:cNvSpPr/>
          <p:nvPr/>
        </p:nvSpPr>
        <p:spPr>
          <a:xfrm>
            <a:off x="5310905" y="1948094"/>
            <a:ext cx="370702" cy="215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4E639A-D70A-357F-AB51-45C91D461409}"/>
              </a:ext>
            </a:extLst>
          </p:cNvPr>
          <p:cNvSpPr/>
          <p:nvPr/>
        </p:nvSpPr>
        <p:spPr>
          <a:xfrm>
            <a:off x="7054754" y="1962684"/>
            <a:ext cx="370702" cy="215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09D53-0DEF-7CAE-3198-C06F8DC0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Predicting</a:t>
            </a:r>
            <a:r>
              <a:rPr lang="en-US" dirty="0"/>
              <a:t> isolation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6025E-563A-4482-0748-6DBF0549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1F43E-1B9B-ECCD-2798-F3829827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1BA998-FF13-2877-3780-70D2B7DAB166}"/>
              </a:ext>
            </a:extLst>
          </p:cNvPr>
          <p:cNvCxnSpPr/>
          <p:nvPr/>
        </p:nvCxnSpPr>
        <p:spPr>
          <a:xfrm>
            <a:off x="418171" y="2654343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483F41-CC6B-218B-9209-E40D99B7CA22}"/>
              </a:ext>
            </a:extLst>
          </p:cNvPr>
          <p:cNvSpPr txBox="1"/>
          <p:nvPr/>
        </p:nvSpPr>
        <p:spPr>
          <a:xfrm>
            <a:off x="947624" y="1026266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09F3D-695A-993F-5A30-4B2FDAFDAD7F}"/>
              </a:ext>
            </a:extLst>
          </p:cNvPr>
          <p:cNvSpPr txBox="1"/>
          <p:nvPr/>
        </p:nvSpPr>
        <p:spPr>
          <a:xfrm>
            <a:off x="1275592" y="2032106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C14A8B-ABA4-2F7F-3C77-B6B51AB2CFDF}"/>
              </a:ext>
            </a:extLst>
          </p:cNvPr>
          <p:cNvSpPr txBox="1"/>
          <p:nvPr/>
        </p:nvSpPr>
        <p:spPr>
          <a:xfrm>
            <a:off x="5309361" y="960512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F82286-1FF2-16C3-B490-C02DBA74294B}"/>
              </a:ext>
            </a:extLst>
          </p:cNvPr>
          <p:cNvSpPr/>
          <p:nvPr/>
        </p:nvSpPr>
        <p:spPr>
          <a:xfrm>
            <a:off x="4214759" y="2127472"/>
            <a:ext cx="4308389" cy="365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Fixed foundation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963D9B-635B-15BE-40E9-DC51A1C118E9}"/>
              </a:ext>
            </a:extLst>
          </p:cNvPr>
          <p:cNvSpPr txBox="1"/>
          <p:nvPr/>
        </p:nvSpPr>
        <p:spPr>
          <a:xfrm>
            <a:off x="9460318" y="1080865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643E67-24A1-1864-60E5-13A85820CAC1}"/>
              </a:ext>
            </a:extLst>
          </p:cNvPr>
          <p:cNvSpPr txBox="1"/>
          <p:nvPr/>
        </p:nvSpPr>
        <p:spPr>
          <a:xfrm>
            <a:off x="2282410" y="4695976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FBE750-2A59-BED4-5BED-5692C21F173A}"/>
              </a:ext>
            </a:extLst>
          </p:cNvPr>
          <p:cNvCxnSpPr/>
          <p:nvPr/>
        </p:nvCxnSpPr>
        <p:spPr>
          <a:xfrm>
            <a:off x="8113611" y="5349488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65AD493-EDD6-F606-7E24-D6E15C110634}"/>
              </a:ext>
            </a:extLst>
          </p:cNvPr>
          <p:cNvSpPr/>
          <p:nvPr/>
        </p:nvSpPr>
        <p:spPr>
          <a:xfrm>
            <a:off x="7908837" y="3941042"/>
            <a:ext cx="3781167" cy="182681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35FD28-1A77-DFA7-C881-FB835656CE63}"/>
              </a:ext>
            </a:extLst>
          </p:cNvPr>
          <p:cNvSpPr/>
          <p:nvPr/>
        </p:nvSpPr>
        <p:spPr>
          <a:xfrm>
            <a:off x="1996348" y="3545959"/>
            <a:ext cx="1957002" cy="279262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60313A-55A2-C7EC-E731-A805D9FC0A11}"/>
              </a:ext>
            </a:extLst>
          </p:cNvPr>
          <p:cNvSpPr/>
          <p:nvPr/>
        </p:nvSpPr>
        <p:spPr>
          <a:xfrm>
            <a:off x="4087198" y="838970"/>
            <a:ext cx="4791591" cy="184473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EFB4A8-1539-B16E-763F-7E06507DC346}"/>
              </a:ext>
            </a:extLst>
          </p:cNvPr>
          <p:cNvSpPr/>
          <p:nvPr/>
        </p:nvSpPr>
        <p:spPr>
          <a:xfrm>
            <a:off x="9216786" y="902249"/>
            <a:ext cx="2625299" cy="1504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49908C-0979-2BCB-5164-257A053FF0D8}"/>
              </a:ext>
            </a:extLst>
          </p:cNvPr>
          <p:cNvSpPr txBox="1"/>
          <p:nvPr/>
        </p:nvSpPr>
        <p:spPr>
          <a:xfrm>
            <a:off x="9273423" y="556469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1B: Free velocity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A70D51-742D-7895-9CEA-1C90F6813959}"/>
              </a:ext>
            </a:extLst>
          </p:cNvPr>
          <p:cNvSpPr txBox="1"/>
          <p:nvPr/>
        </p:nvSpPr>
        <p:spPr>
          <a:xfrm>
            <a:off x="5280967" y="468778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1A: Blocked force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C6BABB-DFDB-98EE-BCCF-05CBBF8F65C8}"/>
              </a:ext>
            </a:extLst>
          </p:cNvPr>
          <p:cNvSpPr txBox="1"/>
          <p:nvPr/>
        </p:nvSpPr>
        <p:spPr>
          <a:xfrm>
            <a:off x="1698554" y="3151065"/>
            <a:ext cx="262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2: Mount impedance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6150C-BA44-390A-BFC3-82041265CE71}"/>
              </a:ext>
            </a:extLst>
          </p:cNvPr>
          <p:cNvSpPr txBox="1"/>
          <p:nvPr/>
        </p:nvSpPr>
        <p:spPr>
          <a:xfrm>
            <a:off x="8279074" y="3522673"/>
            <a:ext cx="304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3: Foundation impedance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E99A48-997F-31A3-42D1-3C3C5D648276}"/>
                  </a:ext>
                </a:extLst>
              </p14:cNvPr>
              <p14:cNvContentPartPr/>
              <p14:nvPr/>
            </p14:nvContentPartPr>
            <p14:xfrm>
              <a:off x="2512440" y="374040"/>
              <a:ext cx="8792640" cy="5455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E99A48-997F-31A3-42D1-3C3C5D6482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3080" y="364680"/>
                <a:ext cx="8811360" cy="54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7451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F66C-926A-391D-2CAC-968192A3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87E0-1BD1-A6AC-1FF6-33A01C43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Predicting</a:t>
            </a:r>
            <a:r>
              <a:rPr lang="en-US" dirty="0"/>
              <a:t> isolation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66A73-FC49-C69C-254C-098175FB8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Insertion loss: change in level with and without mounts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b="0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Transmission loss: change in level above and below mounts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Modified transmission loss: change in level compared to free vibration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66A73-FC49-C69C-254C-098175FB8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DC960-E6CD-775C-2148-2CAFDCBA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2BB74-6DEA-276E-54EE-43C533A4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6C359C-FC93-5FA5-1794-253F345CA6D9}"/>
                  </a:ext>
                </a:extLst>
              </p14:cNvPr>
              <p14:cNvContentPartPr/>
              <p14:nvPr/>
            </p14:nvContentPartPr>
            <p14:xfrm>
              <a:off x="5390640" y="219240"/>
              <a:ext cx="4057560" cy="333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6C359C-FC93-5FA5-1794-253F345CA6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1280" y="209880"/>
                <a:ext cx="4076280" cy="35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0472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CC3D-0AAD-F1B6-C68C-C383078E8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9C49-E9A1-553C-6AF8-EEC4BAB1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known forces: shakers and instrumented hammers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44BE-0663-20CF-4F65-9115C057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instrumented hammer is more useful when:</a:t>
            </a:r>
          </a:p>
          <a:p>
            <a:pPr lvl="1"/>
            <a:r>
              <a:rPr lang="en-US" dirty="0"/>
              <a:t>You want to learn about the free response of a structure</a:t>
            </a:r>
          </a:p>
          <a:p>
            <a:pPr lvl="1"/>
            <a:r>
              <a:rPr lang="en-US" dirty="0"/>
              <a:t>The structure is expected to have a linear response in the frequency and amplitude range of interest</a:t>
            </a:r>
          </a:p>
          <a:p>
            <a:pPr lvl="1"/>
            <a:r>
              <a:rPr lang="en-US" dirty="0"/>
              <a:t>The structure does not permit easy or fast mounting of a shaker</a:t>
            </a:r>
          </a:p>
          <a:p>
            <a:endParaRPr lang="en-US" dirty="0"/>
          </a:p>
          <a:p>
            <a:r>
              <a:rPr lang="en-US" dirty="0"/>
              <a:t>A shaker is more useful when:</a:t>
            </a:r>
          </a:p>
          <a:p>
            <a:pPr lvl="1"/>
            <a:r>
              <a:rPr lang="en-US" dirty="0"/>
              <a:t>You want to learn about the response due to a particular load</a:t>
            </a:r>
          </a:p>
          <a:p>
            <a:pPr lvl="1"/>
            <a:r>
              <a:rPr lang="en-US" dirty="0"/>
              <a:t>You suspect the structure has a nonlinear response</a:t>
            </a:r>
          </a:p>
          <a:p>
            <a:pPr lvl="1"/>
            <a:r>
              <a:rPr lang="en-US" dirty="0"/>
              <a:t>You want to learn about the change in response over time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61176-E7D0-AB51-32B8-3B0721DC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CD19B-474E-2109-23FF-E2DC7CFD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1F5CE-350A-F7F8-3C81-9F38CE288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101" y="691676"/>
            <a:ext cx="3703396" cy="3703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BF3153-87FA-9DDE-E4DA-EC722DD4F001}"/>
              </a:ext>
            </a:extLst>
          </p:cNvPr>
          <p:cNvSpPr txBox="1"/>
          <p:nvPr/>
        </p:nvSpPr>
        <p:spPr>
          <a:xfrm rot="3968381">
            <a:off x="10484134" y="235870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Kistler.com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79EC55-1A7C-8B26-51C3-175951A1C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664" y="4320496"/>
            <a:ext cx="1891270" cy="18912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318D87-4496-EE69-E38D-F2E7CD257B96}"/>
                  </a:ext>
                </a:extLst>
              </p14:cNvPr>
              <p14:cNvContentPartPr/>
              <p14:nvPr/>
            </p14:nvContentPartPr>
            <p14:xfrm>
              <a:off x="1661040" y="449280"/>
              <a:ext cx="9257040" cy="5347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318D87-4496-EE69-E38D-F2E7CD257B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1680" y="439920"/>
                <a:ext cx="9275760" cy="536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7704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477F-9801-AC8D-522E-93501A5A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0068-1F95-3962-5144-61BB9A06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hammer size and tip material is crucial.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85AD2-FA65-4B39-499B-DE0C1732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BF6D4-A1E3-14B3-5213-192A9FDD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D27ABF-85FD-5A25-EED1-1BA755D93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4286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4405" y="459636"/>
            <a:ext cx="1354257" cy="8705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913D21-4E0F-427F-3839-31A9B0A44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7143" l="2286" r="98286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674644">
            <a:off x="4844487" y="1703415"/>
            <a:ext cx="2735792" cy="6565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FD8ADB-8B26-F8C4-A633-F28739D4E86B}"/>
              </a:ext>
            </a:extLst>
          </p:cNvPr>
          <p:cNvSpPr txBox="1"/>
          <p:nvPr/>
        </p:nvSpPr>
        <p:spPr>
          <a:xfrm>
            <a:off x="1839745" y="118654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PCB.com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46BBD-409F-2ECC-D986-A652D0227964}"/>
              </a:ext>
            </a:extLst>
          </p:cNvPr>
          <p:cNvSpPr txBox="1"/>
          <p:nvPr/>
        </p:nvSpPr>
        <p:spPr>
          <a:xfrm rot="21143732">
            <a:off x="6240815" y="520767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PCB.com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D4C209-4388-B434-A00A-686A539BA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9" y="2127986"/>
            <a:ext cx="2272987" cy="2272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0C8402-53BE-58E0-2C7D-2E49B57C46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917" y="581895"/>
            <a:ext cx="3703396" cy="3703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9F603A-9357-F9EF-788C-A4E1E166F916}"/>
              </a:ext>
            </a:extLst>
          </p:cNvPr>
          <p:cNvSpPr txBox="1"/>
          <p:nvPr/>
        </p:nvSpPr>
        <p:spPr>
          <a:xfrm rot="3997676">
            <a:off x="3217874" y="297809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Kistler.com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306DB3-0A9B-105B-AFA7-4ED4FB9CBB7E}"/>
              </a:ext>
            </a:extLst>
          </p:cNvPr>
          <p:cNvSpPr txBox="1"/>
          <p:nvPr/>
        </p:nvSpPr>
        <p:spPr>
          <a:xfrm rot="3968381">
            <a:off x="7221950" y="224892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Kistler.com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2D0085-5B9A-F73C-1222-471242C5DA9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477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78402">
            <a:off x="3791357" y="1461216"/>
            <a:ext cx="2698500" cy="2698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4B6029-2980-F702-DC30-14648D6D0AB9}"/>
              </a:ext>
            </a:extLst>
          </p:cNvPr>
          <p:cNvSpPr txBox="1"/>
          <p:nvPr/>
        </p:nvSpPr>
        <p:spPr>
          <a:xfrm rot="3680145">
            <a:off x="4907173" y="289001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bksv.com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A814E3-39D9-A87F-2D6D-CA00B3814325}"/>
                  </a:ext>
                </a:extLst>
              </p14:cNvPr>
              <p14:cNvContentPartPr/>
              <p14:nvPr/>
            </p14:nvContentPartPr>
            <p14:xfrm>
              <a:off x="1559880" y="672120"/>
              <a:ext cx="1607040" cy="888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A814E3-39D9-A87F-2D6D-CA00B38143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50520" y="662760"/>
                <a:ext cx="1625760" cy="90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6711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6D95-B338-BC58-7364-D16EC48E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7A10-4D5B-3966-E8B8-0B62CAFD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hammer size and tip material is crucial.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D1C2D-B706-631D-E152-9DA960DF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775D22-26D6-EE75-0B4E-E613EEBF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24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D6BB1-53A8-1753-AC84-8F2D62E8EF8E}"/>
              </a:ext>
            </a:extLst>
          </p:cNvPr>
          <p:cNvGrpSpPr>
            <a:grpSpLocks noChangeAspect="1"/>
          </p:cNvGrpSpPr>
          <p:nvPr/>
        </p:nvGrpSpPr>
        <p:grpSpPr>
          <a:xfrm>
            <a:off x="1485505" y="1892175"/>
            <a:ext cx="8804301" cy="3073650"/>
            <a:chOff x="1255846" y="2574675"/>
            <a:chExt cx="6458939" cy="22548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6DA51B-EAF1-280E-5DA8-7BA3FD561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5846" y="3355006"/>
              <a:ext cx="1143643" cy="520907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DE39912-6595-2031-4B85-A32BB3614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5707" y="3297919"/>
              <a:ext cx="1086461" cy="635079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ABA611-CEE6-B138-E41B-52A3D676D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0514" y="3305056"/>
              <a:ext cx="1086461" cy="627943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1578BD6-984F-B65A-13AB-671C8AC00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96924" y="3287216"/>
              <a:ext cx="1172234" cy="656486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2CBE7C4-1F8E-4E91-AEAE-E0092D6D5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6753826" y="3369275"/>
              <a:ext cx="1429554" cy="492365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sp>
          <p:nvSpPr>
            <p:cNvPr id="21" name="Right Arrow 9">
              <a:extLst>
                <a:ext uri="{FF2B5EF4-FFF2-40B4-BE49-F238E27FC236}">
                  <a16:creationId xmlns:a16="http://schemas.microsoft.com/office/drawing/2014/main" id="{A9E70701-37EC-BB5B-A84D-9D09B5D63B1B}"/>
                </a:ext>
              </a:extLst>
            </p:cNvPr>
            <p:cNvSpPr/>
            <p:nvPr/>
          </p:nvSpPr>
          <p:spPr>
            <a:xfrm>
              <a:off x="1478682" y="2574675"/>
              <a:ext cx="5879833" cy="209366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2" name="Right Arrow 10">
              <a:extLst>
                <a:ext uri="{FF2B5EF4-FFF2-40B4-BE49-F238E27FC236}">
                  <a16:creationId xmlns:a16="http://schemas.microsoft.com/office/drawing/2014/main" id="{6C972623-872D-7227-B060-119BAE9B61A2}"/>
                </a:ext>
              </a:extLst>
            </p:cNvPr>
            <p:cNvSpPr/>
            <p:nvPr/>
          </p:nvSpPr>
          <p:spPr>
            <a:xfrm rot="10800000">
              <a:off x="1462440" y="4620175"/>
              <a:ext cx="5879833" cy="209366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FF13E31-F598-D532-EFE9-BCA7FC300500}"/>
              </a:ext>
            </a:extLst>
          </p:cNvPr>
          <p:cNvSpPr txBox="1"/>
          <p:nvPr/>
        </p:nvSpPr>
        <p:spPr>
          <a:xfrm>
            <a:off x="4840640" y="1479673"/>
            <a:ext cx="256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More energy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0F8A1F-67D5-581C-DC29-AB226DC8A696}"/>
              </a:ext>
            </a:extLst>
          </p:cNvPr>
          <p:cNvSpPr txBox="1"/>
          <p:nvPr/>
        </p:nvSpPr>
        <p:spPr>
          <a:xfrm>
            <a:off x="3912950" y="4965826"/>
            <a:ext cx="3988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Higher frequency range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731A7E3-C801-9A25-32C0-797F2A43DAA2}"/>
                  </a:ext>
                </a:extLst>
              </p14:cNvPr>
              <p14:cNvContentPartPr/>
              <p14:nvPr/>
            </p14:nvContentPartPr>
            <p14:xfrm>
              <a:off x="3933000" y="1860120"/>
              <a:ext cx="3626640" cy="3737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731A7E3-C801-9A25-32C0-797F2A43DA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23640" y="1850760"/>
                <a:ext cx="3645360" cy="375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7473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2DFC-1919-6A17-0CE0-600F5C91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B08C-C97B-7B4C-D74F-9779A593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hammer size and tip material is crucial.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43FF4-2E93-7D4B-5BCE-CB79E346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D15AA-DB98-A80E-E732-DAE17261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326964-209B-D3D3-B90A-DBB0439E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207" y="1337533"/>
            <a:ext cx="4000500" cy="4000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5DA5F8-02E5-A8DC-ED2C-CC43B77B1FBD}"/>
              </a:ext>
            </a:extLst>
          </p:cNvPr>
          <p:cNvSpPr txBox="1"/>
          <p:nvPr/>
        </p:nvSpPr>
        <p:spPr>
          <a:xfrm>
            <a:off x="4558231" y="533803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PCB.com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2D974-0416-74A1-FD4A-BC10D8E8EAB3}"/>
              </a:ext>
            </a:extLst>
          </p:cNvPr>
          <p:cNvSpPr txBox="1"/>
          <p:nvPr/>
        </p:nvSpPr>
        <p:spPr>
          <a:xfrm>
            <a:off x="7486907" y="2826608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Tips of varying hardness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FC1BCF-31A0-3B43-7917-61535A5DDA5F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6353432" y="2112233"/>
            <a:ext cx="1133475" cy="8990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D5D678-75FC-FEF4-34A2-A568810C837B}"/>
              </a:ext>
            </a:extLst>
          </p:cNvPr>
          <p:cNvCxnSpPr>
            <a:stCxn id="11" idx="1"/>
          </p:cNvCxnSpPr>
          <p:nvPr/>
        </p:nvCxnSpPr>
        <p:spPr>
          <a:xfrm flipH="1">
            <a:off x="6858257" y="3011274"/>
            <a:ext cx="628650" cy="344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BC9185-908C-5A4D-8573-0E216322897B}"/>
              </a:ext>
            </a:extLst>
          </p:cNvPr>
          <p:cNvCxnSpPr>
            <a:stCxn id="11" idx="1"/>
          </p:cNvCxnSpPr>
          <p:nvPr/>
        </p:nvCxnSpPr>
        <p:spPr>
          <a:xfrm flipH="1">
            <a:off x="6213732" y="3011274"/>
            <a:ext cx="1273175" cy="9297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AAB842-EF36-9B47-F988-E0F4BF6636F6}"/>
              </a:ext>
            </a:extLst>
          </p:cNvPr>
          <p:cNvCxnSpPr/>
          <p:nvPr/>
        </p:nvCxnSpPr>
        <p:spPr>
          <a:xfrm flipH="1">
            <a:off x="5332669" y="2872903"/>
            <a:ext cx="1273175" cy="9297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34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9D76-773F-EDBA-DE73-761BADCF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601DFD-998B-587E-BFAA-CF76801EC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65" y="677455"/>
            <a:ext cx="9730287" cy="58455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3D2EA31-A3B7-7E91-6843-43C28D83228F}"/>
              </a:ext>
            </a:extLst>
          </p:cNvPr>
          <p:cNvSpPr/>
          <p:nvPr/>
        </p:nvSpPr>
        <p:spPr>
          <a:xfrm>
            <a:off x="5129717" y="3380"/>
            <a:ext cx="3892115" cy="3918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BB9E6-9FC8-8119-9F6D-2FB82822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hammer tip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93079-8783-2723-F9B3-6D9190AE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F20A5-8B44-3ED6-6105-6A381700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4B07F-B73C-6AD7-EA68-761FF8D8A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371" y="0"/>
            <a:ext cx="3892115" cy="3911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85BD98-641D-E744-31B9-467FD9B8788C}"/>
              </a:ext>
            </a:extLst>
          </p:cNvPr>
          <p:cNvSpPr/>
          <p:nvPr/>
        </p:nvSpPr>
        <p:spPr>
          <a:xfrm>
            <a:off x="1647225" y="1262448"/>
            <a:ext cx="495300" cy="132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7117C6-87C8-97EB-576C-30FDF1517324}"/>
              </a:ext>
            </a:extLst>
          </p:cNvPr>
          <p:cNvCxnSpPr/>
          <p:nvPr/>
        </p:nvCxnSpPr>
        <p:spPr>
          <a:xfrm flipV="1">
            <a:off x="2142525" y="1391831"/>
            <a:ext cx="2959538" cy="4802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C45610F-76EC-3464-6303-680E12E3767D}"/>
                  </a:ext>
                </a:extLst>
              </p14:cNvPr>
              <p14:cNvContentPartPr/>
              <p14:nvPr/>
            </p14:nvContentPartPr>
            <p14:xfrm>
              <a:off x="790920" y="863280"/>
              <a:ext cx="7403400" cy="5590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C45610F-76EC-3464-6303-680E12E376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560" y="853920"/>
                <a:ext cx="7422120" cy="560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046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CFE3-E0EF-AD97-19ED-625C9ADD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39C6-6561-2582-285E-C28B21A8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hammer tip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74FEE-0045-4247-C24B-1030CD3A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9A190-32D2-EB4C-2209-E552B1E7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565D8D-FC87-FD20-302E-23D09B87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830" y="1013252"/>
            <a:ext cx="9730287" cy="5845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0F5B73-62FC-2366-ACF2-6195B6D1B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261" y="104775"/>
            <a:ext cx="3657600" cy="3657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52EDB57-93B5-E641-5E88-42A2EB72147F}"/>
              </a:ext>
            </a:extLst>
          </p:cNvPr>
          <p:cNvSpPr/>
          <p:nvPr/>
        </p:nvSpPr>
        <p:spPr>
          <a:xfrm>
            <a:off x="1663700" y="1600200"/>
            <a:ext cx="495300" cy="132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6A0939-504A-1C14-1AD9-8B6BC8426E6F}"/>
              </a:ext>
            </a:extLst>
          </p:cNvPr>
          <p:cNvCxnSpPr/>
          <p:nvPr/>
        </p:nvCxnSpPr>
        <p:spPr>
          <a:xfrm flipV="1">
            <a:off x="2159000" y="1739900"/>
            <a:ext cx="3092883" cy="4699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7DC423-CC47-0507-7874-0E0D545529A9}"/>
              </a:ext>
            </a:extLst>
          </p:cNvPr>
          <p:cNvCxnSpPr/>
          <p:nvPr/>
        </p:nvCxnSpPr>
        <p:spPr>
          <a:xfrm flipV="1">
            <a:off x="6591300" y="4851400"/>
            <a:ext cx="1397000" cy="9017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B883E7-4B26-2405-9746-F21740975414}"/>
              </a:ext>
            </a:extLst>
          </p:cNvPr>
          <p:cNvSpPr txBox="1"/>
          <p:nvPr/>
        </p:nvSpPr>
        <p:spPr>
          <a:xfrm>
            <a:off x="7302500" y="4385017"/>
            <a:ext cx="164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Harder tip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04B6B7-4292-766B-5BAA-3D196D610D6F}"/>
              </a:ext>
            </a:extLst>
          </p:cNvPr>
          <p:cNvSpPr txBox="1"/>
          <p:nvPr/>
        </p:nvSpPr>
        <p:spPr>
          <a:xfrm>
            <a:off x="3012219" y="5282168"/>
            <a:ext cx="164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Harder tip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49C81E-F86D-5106-666B-60C1AF7EB61E}"/>
              </a:ext>
            </a:extLst>
          </p:cNvPr>
          <p:cNvCxnSpPr/>
          <p:nvPr/>
        </p:nvCxnSpPr>
        <p:spPr>
          <a:xfrm flipH="1">
            <a:off x="3835400" y="4212496"/>
            <a:ext cx="155822" cy="10897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79A84E3-4A06-8DAA-9FDD-5A1A0BDBC515}"/>
                  </a:ext>
                </a:extLst>
              </p14:cNvPr>
              <p14:cNvContentPartPr/>
              <p14:nvPr/>
            </p14:nvContentPartPr>
            <p14:xfrm>
              <a:off x="6555960" y="784080"/>
              <a:ext cx="2526840" cy="4633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79A84E3-4A06-8DAA-9FDD-5A1A0BDBC5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6600" y="774720"/>
                <a:ext cx="2545560" cy="465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6701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990C-A0DF-585D-3BAA-12975D0E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A09A-E951-B203-F507-805AC469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hits cause a scalloped appearance in the frequency domain.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69BFD-3896-3E0C-3A6D-3B03E79E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27BDD-7D56-8D86-A0F9-12095470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DBF5A-EF61-12CE-3FBB-E81F964BD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150"/>
            <a:ext cx="9730287" cy="58455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134990-9A20-9112-85AF-A5207EAEF3E7}"/>
                  </a:ext>
                </a:extLst>
              </p:cNvPr>
              <p:cNvSpPr txBox="1"/>
              <p:nvPr/>
            </p:nvSpPr>
            <p:spPr>
              <a:xfrm>
                <a:off x="1735941" y="2536720"/>
                <a:ext cx="9620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134990-9A20-9112-85AF-A5207EAEF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41" y="2536720"/>
                <a:ext cx="9620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8C25B9-EBAB-80E2-EA11-60FE8726BB5B}"/>
                  </a:ext>
                </a:extLst>
              </p:cNvPr>
              <p:cNvSpPr txBox="1"/>
              <p:nvPr/>
            </p:nvSpPr>
            <p:spPr>
              <a:xfrm>
                <a:off x="2579686" y="5198009"/>
                <a:ext cx="962025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8C25B9-EBAB-80E2-EA11-60FE8726B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686" y="5198009"/>
                <a:ext cx="962025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9913F160-4583-5732-5982-A1B3949432BD}"/>
              </a:ext>
            </a:extLst>
          </p:cNvPr>
          <p:cNvSpPr/>
          <p:nvPr/>
        </p:nvSpPr>
        <p:spPr>
          <a:xfrm rot="5400000">
            <a:off x="2104691" y="2257095"/>
            <a:ext cx="232441" cy="38417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CE785A4C-8091-B8C1-2729-7D8D30AC2B04}"/>
              </a:ext>
            </a:extLst>
          </p:cNvPr>
          <p:cNvSpPr/>
          <p:nvPr/>
        </p:nvSpPr>
        <p:spPr>
          <a:xfrm rot="5400000">
            <a:off x="2732814" y="4812440"/>
            <a:ext cx="317632" cy="6238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47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C5B8-4F3B-13FF-A5F8-3605703F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86C8-344F-84AF-915D-EFF7D3EA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hits cause a scalloped appearance in the frequency domain.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11DA3-C515-0D94-9B37-B66C768E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9DBCE-16E0-94F2-2BEC-0E0595B4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29</a:t>
            </a:fld>
            <a:endParaRPr lang="en-US"/>
          </a:p>
        </p:txBody>
      </p:sp>
      <p:pic>
        <p:nvPicPr>
          <p:cNvPr id="7" name="beam_heavily_damped">
            <a:hlinkClick r:id="" action="ppaction://media"/>
            <a:extLst>
              <a:ext uri="{FF2B5EF4-FFF2-40B4-BE49-F238E27FC236}">
                <a16:creationId xmlns:a16="http://schemas.microsoft.com/office/drawing/2014/main" id="{5B77519D-FBA3-CA5B-4DE3-FB851D307B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4812" y="694096"/>
            <a:ext cx="6900863" cy="54698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010093-85F4-E324-7879-E8B2B31DE215}"/>
              </a:ext>
            </a:extLst>
          </p:cNvPr>
          <p:cNvSpPr txBox="1"/>
          <p:nvPr/>
        </p:nvSpPr>
        <p:spPr>
          <a:xfrm>
            <a:off x="715433" y="4404765"/>
            <a:ext cx="345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Moderately damped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D0B31-09B2-A5BF-13BD-63B9BE176EEC}"/>
              </a:ext>
            </a:extLst>
          </p:cNvPr>
          <p:cNvSpPr txBox="1"/>
          <p:nvPr/>
        </p:nvSpPr>
        <p:spPr>
          <a:xfrm>
            <a:off x="5173133" y="1499640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Hammer</a:t>
            </a:r>
          </a:p>
        </p:txBody>
      </p:sp>
    </p:spTree>
    <p:extLst>
      <p:ext uri="{BB962C8B-B14F-4D97-AF65-F5344CB8AC3E}">
        <p14:creationId xmlns:p14="http://schemas.microsoft.com/office/powerpoint/2010/main" val="243171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C5B8-4F3B-13FF-A5F8-3605703F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86C8-344F-84AF-915D-EFF7D3EA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with low damping can make double hits difficult to avoid.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11DA3-C515-0D94-9B37-B66C768E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9DBCE-16E0-94F2-2BEC-0E0595B4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30</a:t>
            </a:fld>
            <a:endParaRPr lang="en-US"/>
          </a:p>
        </p:txBody>
      </p:sp>
      <p:pic>
        <p:nvPicPr>
          <p:cNvPr id="3" name="beam_lightly_damped">
            <a:hlinkClick r:id="" action="ppaction://media"/>
            <a:extLst>
              <a:ext uri="{FF2B5EF4-FFF2-40B4-BE49-F238E27FC236}">
                <a16:creationId xmlns:a16="http://schemas.microsoft.com/office/drawing/2014/main" id="{F1DE047A-3710-8032-690D-1A73090CD4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52538" y="848497"/>
            <a:ext cx="6900862" cy="5469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4DC561-751C-370C-D046-8CB6F69E5971}"/>
              </a:ext>
            </a:extLst>
          </p:cNvPr>
          <p:cNvSpPr txBox="1"/>
          <p:nvPr/>
        </p:nvSpPr>
        <p:spPr>
          <a:xfrm>
            <a:off x="1562100" y="4733925"/>
            <a:ext cx="292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Lightly damped 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6533E-3816-08C9-F60C-84D03D8CB588}"/>
              </a:ext>
            </a:extLst>
          </p:cNvPr>
          <p:cNvSpPr txBox="1"/>
          <p:nvPr/>
        </p:nvSpPr>
        <p:spPr>
          <a:xfrm>
            <a:off x="6019800" y="1828800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Hammer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85BF63-564D-1BC6-3BC0-11F4D42ACFD9}"/>
                  </a:ext>
                </a:extLst>
              </p14:cNvPr>
              <p14:cNvContentPartPr/>
              <p14:nvPr/>
            </p14:nvContentPartPr>
            <p14:xfrm>
              <a:off x="1672200" y="546120"/>
              <a:ext cx="9332280" cy="4561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85BF63-564D-1BC6-3BC0-11F4D42ACF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62840" y="536760"/>
                <a:ext cx="9351000" cy="458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071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C5B8-4F3B-13FF-A5F8-3605703F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86C8-344F-84AF-915D-EFF7D3EA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with low damping can make double hits difficult to avoid.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11DA3-C515-0D94-9B37-B66C768E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9DBCE-16E0-94F2-2BEC-0E0595B4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11A73-E4D8-531A-FFFB-B810F7BE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9410" y="510772"/>
            <a:ext cx="9730287" cy="584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11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82C4-28AC-4B25-65A5-5D9C9650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Shaker selection depends on size and frequency range.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E251F-BA29-C26A-012F-4058FC76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D356D-0B7B-D39D-91AE-8AD6FA2F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694D51-EBF3-942F-4AE0-1C389445A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34331"/>
            <a:ext cx="3162300" cy="2381250"/>
          </a:xfrm>
          <a:prstGeom prst="rect">
            <a:avLst/>
          </a:prstGeom>
        </p:spPr>
      </p:pic>
      <p:pic>
        <p:nvPicPr>
          <p:cNvPr id="7" name="Content Placeholder 3" descr="Screen Clipping">
            <a:extLst>
              <a:ext uri="{FF2B5EF4-FFF2-40B4-BE49-F238E27FC236}">
                <a16:creationId xmlns:a16="http://schemas.microsoft.com/office/drawing/2014/main" id="{72937234-D16C-9240-EC28-28975002B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955" y="1276957"/>
            <a:ext cx="6768845" cy="339664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374F50-548A-A73B-342C-E7F0B85D5736}"/>
              </a:ext>
            </a:extLst>
          </p:cNvPr>
          <p:cNvSpPr txBox="1"/>
          <p:nvPr/>
        </p:nvSpPr>
        <p:spPr>
          <a:xfrm>
            <a:off x="5965697" y="4772360"/>
            <a:ext cx="2432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Wilcoxon F4/F7</a:t>
            </a:r>
          </a:p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wilcoxon.com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446FEE-84C3-03B0-71CE-75730AD98EAB}"/>
                  </a:ext>
                </a:extLst>
              </p14:cNvPr>
              <p14:cNvContentPartPr/>
              <p14:nvPr/>
            </p14:nvContentPartPr>
            <p14:xfrm>
              <a:off x="3231000" y="2231280"/>
              <a:ext cx="6325200" cy="237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446FEE-84C3-03B0-71CE-75730AD98E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1640" y="2221920"/>
                <a:ext cx="6343920" cy="239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2403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8DE1-2260-36CF-BF95-44B4329A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4721-BF53-0B5F-ADA5-BE76105F9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Shaker selection depends on size and frequency range.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82B87-D687-6550-7D9A-E8A5E1CF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7A807-1AC2-485E-A7E0-A15D5B4A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26CEEE-06C9-A827-439D-6997C5112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478" y="1514810"/>
            <a:ext cx="5715000" cy="32575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23693C-5FF1-918F-F771-E9D9AA33E753}"/>
              </a:ext>
            </a:extLst>
          </p:cNvPr>
          <p:cNvSpPr txBox="1"/>
          <p:nvPr/>
        </p:nvSpPr>
        <p:spPr>
          <a:xfrm>
            <a:off x="4998156" y="4772360"/>
            <a:ext cx="309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Brüel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&amp;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Kjær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Type 4810</a:t>
            </a:r>
          </a:p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bksv.com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5D4B6B-6B11-7947-B8BE-82F70642F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6" y="2053749"/>
            <a:ext cx="29464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40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B5C4-B6E5-85B3-8DCE-9F731775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BC91-0C79-BC55-F3DC-0B98E431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Mount shakers with a stinger, and monitor applied force with force gauge or impedance head.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15888-DEE5-BB46-6E5B-324CB0FA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89F9F-49F5-9315-C944-9B18A00C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D4E5EB-DC52-CF8D-F03E-1475215D3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1462086"/>
            <a:ext cx="4585276" cy="3400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1FDA34-2219-5375-19D6-45FBAEDC586C}"/>
              </a:ext>
            </a:extLst>
          </p:cNvPr>
          <p:cNvSpPr txBox="1"/>
          <p:nvPr/>
        </p:nvSpPr>
        <p:spPr>
          <a:xfrm>
            <a:off x="151259" y="4970213"/>
            <a:ext cx="4025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Ward, Frederick, “Comparing steady state and impulse test methods to measure the damping of composites applied to homogeneous substrates”, Proc. INTER-NOISE 2018.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8765A6-5D45-DA44-F950-179F729E4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925" y="1462086"/>
            <a:ext cx="4562475" cy="3400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5BB9CF-CA2C-039E-CCFE-34146BF8B323}"/>
              </a:ext>
            </a:extLst>
          </p:cNvPr>
          <p:cNvSpPr txBox="1"/>
          <p:nvPr/>
        </p:nvSpPr>
        <p:spPr>
          <a:xfrm>
            <a:off x="4876443" y="4970213"/>
            <a:ext cx="4025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Zehme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, John, “Evaluating Damping Treatments using Radiated Sound Power normalized by Input Mechanical Power”, Proc. INTER-NOISE 2018.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F2A3018-2DFF-3577-2758-23AC54AED33B}"/>
                  </a:ext>
                </a:extLst>
              </p14:cNvPr>
              <p14:cNvContentPartPr/>
              <p14:nvPr/>
            </p14:nvContentPartPr>
            <p14:xfrm>
              <a:off x="6854400" y="1690200"/>
              <a:ext cx="2075760" cy="2229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F2A3018-2DFF-3577-2758-23AC54AED3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5040" y="1680840"/>
                <a:ext cx="2094480" cy="224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24424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6B558-0283-4913-09E3-EAB583EA7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8FE7-6ECF-35BE-AA71-EB0F11B4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shaker excitation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140CE-6527-A569-368B-5744124AE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Gaussian random noise</a:t>
            </a:r>
          </a:p>
          <a:p>
            <a:pPr lvl="1"/>
            <a:r>
              <a:rPr lang="en-US" dirty="0"/>
              <a:t>Should be your go-to signal for most measurements.</a:t>
            </a:r>
          </a:p>
          <a:p>
            <a:pPr lvl="1"/>
            <a:r>
              <a:rPr lang="en-US" dirty="0"/>
              <a:t>Easy to get plenty of averages.</a:t>
            </a:r>
          </a:p>
          <a:p>
            <a:pPr lvl="1"/>
            <a:r>
              <a:rPr lang="en-US" dirty="0"/>
              <a:t>Energy input depends on frequency range. Filter to get more energy in a certain band.</a:t>
            </a:r>
          </a:p>
          <a:p>
            <a:pPr lvl="1"/>
            <a:endParaRPr lang="en-US" dirty="0"/>
          </a:p>
          <a:p>
            <a:r>
              <a:rPr lang="en-US" dirty="0"/>
              <a:t>Swept sine wave</a:t>
            </a:r>
          </a:p>
          <a:p>
            <a:pPr lvl="1"/>
            <a:r>
              <a:rPr lang="en-US" dirty="0"/>
              <a:t>Takes longer to get enough averages.</a:t>
            </a:r>
          </a:p>
          <a:p>
            <a:pPr lvl="1"/>
            <a:r>
              <a:rPr lang="en-US" dirty="0"/>
              <a:t>Can get more energy at each frequency.</a:t>
            </a:r>
          </a:p>
          <a:p>
            <a:pPr lvl="1"/>
            <a:r>
              <a:rPr lang="en-US" dirty="0"/>
              <a:t>Easier to detect nonlinearities in the system.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Play-back of previously recorded measurement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AE212-42CD-DF42-6D37-123442E7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Practical considerations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6D7A2-FD95-F27E-F94F-A9949BB9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11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23430</TotalTime>
  <Words>1318</Words>
  <Application>Microsoft Office PowerPoint</Application>
  <PresentationFormat>Widescreen</PresentationFormat>
  <Paragraphs>248</Paragraphs>
  <Slides>35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Calibri</vt:lpstr>
      <vt:lpstr>Cambria Math</vt:lpstr>
      <vt:lpstr>Arial</vt:lpstr>
      <vt:lpstr>Atkinson Hyperlegible</vt:lpstr>
      <vt:lpstr>Verdana</vt:lpstr>
      <vt:lpstr>Office Theme</vt:lpstr>
      <vt:lpstr>Vibration isolation</vt:lpstr>
      <vt:lpstr>Specifying isolators</vt:lpstr>
      <vt:lpstr>Specifying isolators</vt:lpstr>
      <vt:lpstr>Types of isolators</vt:lpstr>
      <vt:lpstr>Air springs</vt:lpstr>
      <vt:lpstr>Metal springs</vt:lpstr>
      <vt:lpstr>Surging in springs</vt:lpstr>
      <vt:lpstr>Wire rope isolators</vt:lpstr>
      <vt:lpstr>Rubber isolators</vt:lpstr>
      <vt:lpstr>Pads</vt:lpstr>
      <vt:lpstr>Four-isolator systems</vt:lpstr>
      <vt:lpstr>High-frequency response</vt:lpstr>
      <vt:lpstr>Designing a mounting system</vt:lpstr>
      <vt:lpstr>Measuring isolation performance</vt:lpstr>
      <vt:lpstr>Measuring vibration</vt:lpstr>
      <vt:lpstr>Measuring vibration</vt:lpstr>
      <vt:lpstr>Accelerometer response</vt:lpstr>
      <vt:lpstr>Accelerometer response</vt:lpstr>
      <vt:lpstr>Predicting isolation performance</vt:lpstr>
      <vt:lpstr>Predicting isolation performance</vt:lpstr>
      <vt:lpstr>Predicting isolation performance</vt:lpstr>
      <vt:lpstr>Applying known forces: shakers and instrumented hammers</vt:lpstr>
      <vt:lpstr>Selecting the hammer size and tip material is crucial.</vt:lpstr>
      <vt:lpstr>Selecting the hammer size and tip material is crucial.</vt:lpstr>
      <vt:lpstr>Selecting the hammer size and tip material is crucial.</vt:lpstr>
      <vt:lpstr>Choosing a hammer tip</vt:lpstr>
      <vt:lpstr>Choosing a hammer tip</vt:lpstr>
      <vt:lpstr>Double hits cause a scalloped appearance in the frequency domain.</vt:lpstr>
      <vt:lpstr>Double hits cause a scalloped appearance in the frequency domain.</vt:lpstr>
      <vt:lpstr>Structures with low damping can make double hits difficult to avoid.</vt:lpstr>
      <vt:lpstr>Structures with low damping can make double hits difficult to avoid.</vt:lpstr>
      <vt:lpstr>Shaker selection depends on size and frequency range.</vt:lpstr>
      <vt:lpstr>Shaker selection depends on size and frequency range.</vt:lpstr>
      <vt:lpstr>Mount shakers with a stinger, and monitor applied force with force gauge or impedance head.</vt:lpstr>
      <vt:lpstr>Choosing shaker excitation signal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Dare, Tyler Patrick</cp:lastModifiedBy>
  <cp:revision>173</cp:revision>
  <dcterms:created xsi:type="dcterms:W3CDTF">2025-01-05T23:36:15Z</dcterms:created>
  <dcterms:modified xsi:type="dcterms:W3CDTF">2025-03-24T18:15:51Z</dcterms:modified>
</cp:coreProperties>
</file>