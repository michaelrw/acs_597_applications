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423" r:id="rId2"/>
    <p:sldId id="431" r:id="rId3"/>
    <p:sldId id="425" r:id="rId4"/>
    <p:sldId id="432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9" r:id="rId21"/>
    <p:sldId id="451" r:id="rId22"/>
    <p:sldId id="450" r:id="rId23"/>
    <p:sldId id="452" r:id="rId24"/>
    <p:sldId id="453" r:id="rId25"/>
    <p:sldId id="45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FF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1949" autoAdjust="0"/>
  </p:normalViewPr>
  <p:slideViewPr>
    <p:cSldViewPr snapToGrid="0">
      <p:cViewPr varScale="1">
        <p:scale>
          <a:sx n="57" d="100"/>
          <a:sy n="57" d="100"/>
        </p:scale>
        <p:origin x="900" y="3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03:48.36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14980 8786 2333 0,'0'0'1496'0,"0"0"-935"0,0 0 155 16,0 0-224-16,0 0-80 0,0 0 225 15,0 0-289-15,0 0-16 0,-37-23 144 16,27 21-264-16,8-1-48 0,-2 2-151 16,4-2-13-16,-4 0 0 0,4 1 0 15,0 0 0-15,4-1 0 16,6-2 0-16,17 1 0 0,4-2 0 15,6 1 0-15,9-2 0 0,3 1 0 16,3-1 0-16,10 2 0 16,-4-2 0-16,0 2 0 0,2-1 0 0,-5 0 0 15,-1 2 0-15,4 1 0 16,-6-1 0-16,6 0 0 0,6 0 0 16,-2 0 0-16,10 1 0 0,-2-3 0 15,5 2 0-15,-3 0 0 0,7 0 0 16,-1 1 0-16,3 1 0 15,-3 0 0-15,5 1 0 0,-4 1 0 16,3 0 0-16,-1 0 0 0,-3 3 0 16,3 0 0-16,-4 1 0 0,-3 0 0 15,0 1 0-15,-1 2 0 0,-9-2 0 16,-2 1 0-16,0 2 0 0,-4-1 0 16,0 0 0-16,-5 1 0 15,5-1 0-15,-4 2 0 0,-2-1 0 0,3 1 0 16,-5 0 0-16,6 1 0 15,-4-1 0-15,1 0 0 0,1 1 0 16,-2-2 0-16,1 0 0 0,-1 2 0 16,0-3 0-16,-1 0 0 0,3-2 0 15,-6 1 0-15,6-3 0 16,1-2 0-16,-1 0 0 0,4-1 0 16,4-1 0-16,-2-3 0 0,2 1 0 15,-4-2 0-15,-2 1 0 0,-7 0 0 16,-1 0 0-16,-7-1 0 15,-4-2 0-15,-6-4-505 0,-12 3-1844 16,-7-5-1009-16</inkml:trace>
  <inkml:trace contextRef="#ctx0" brushRef="#br0" timeOffset="1612.28">25268 8919 2601 0,'0'0'2345'0,"0"0"-953"15,3-52-743-15,-6 30-61 0,-1-2-116 16,-2 2-380-16,-4 1-39 0,-1 5-53 15,-1 4 0-15,2 6 0 16,-3 5 0-16,1 3 0 0,-7 10 0 16,-1 8 0-16,-5 11 0 0,-2 5 0 15,0 6 0-15,0 1 0 16,4 0 0-16,7-3 0 0,6-4 0 16,3-4 0-16,7-7 0 0,5-5 0 15,1-5 0-15,6-6 0 16,1-5 0-16,7-3 0 0,1-5 0 15,6-8 0-15,2-6 0 0,0-6 0 16,4 0 0-16,-2 2 0 0,-6 2 0 16,-5 4 0-16,-7 8 0 0,-5 2 0 15,-4 6 0-15,-2 0 0 0,0 6 0 16,0 9 0-16,-2 12 0 0,-4 5 0 16,-6 3 0-16,6-4 0 15,2-6 0-15,2-4 0 0,0-3 0 16,10-7 0-16,6-4 0 0,3-7-121 15,4-9-1536-15,-5 0-243 0,3-7-1582 16</inkml:trace>
  <inkml:trace contextRef="#ctx0" brushRef="#br0" timeOffset="1796.33">25488 8921 3581 0,'0'0'1297'16,"0"0"-477"-16,-5 40-32 0,5-21 77 15,-2 0-257-15,0-1-375 0,-4 4-233 16,-2 0 0-16,0 2 0 0,-1-2 0 16,3-2 0-16,4-4 0 0,2-5 0 15,0-5 0-15,6-3 0 0,0-3-1966 16,7-9-2011-16</inkml:trace>
  <inkml:trace contextRef="#ctx0" brushRef="#br0" timeOffset="1935.47">25698 8403 6070 0,'0'0'128'15,"0"0"-112"-15,0 0 20 16,0 0-36-16,-35 28-232 0,31-19-388 16,2 0-637-16</inkml:trace>
  <inkml:trace contextRef="#ctx0" brushRef="#br0" timeOffset="2882.29">25647 9121 3509 0,'0'0'1045'16,"0"0"-441"-16,0 44 12 0,0-31 40 15,0-2-335-15,0-3-81 0,-2-2 84 16,2-3-160-16,-2-1 16 0,0 0 112 16,-1-2-128-16,-1-2-87 0,2-7-77 15,-2-8 0-15,2-5 0 0,2-4 0 16,0-4 0-16,6 2 0 0,3-2 0 16,1 4 0-16,4 6 0 15,1 3 0-15,3 3 0 0,3 3 0 0,6 2 0 16,6 0 0-16,2 1 0 15,0 2 0-15,-4 3 0 0,-8 2 0 16,-8 1 0-16,-9 0 0 0,-4 2-1013 16,-2 2-3161-16</inkml:trace>
  <inkml:trace contextRef="#ctx0" brushRef="#br0" timeOffset="3394.65">26403 8723 4305 0,'0'0'1177'0,"9"-42"-161"0,-9 16 229 0,-2-1-917 15,-11-2-236-15,-1 2-63 0,-5 0-29 16,-2 6 0-16,1 5 0 15,-1 3 0-15,0 7 0 0,5 3 0 16,-1 2 0-16,5 1 0 0,-1 1 0 16,5 2 0-16,2 1 0 0,2-1 0 15,0 4 0-15,2 4 0 0,0 6 0 16,0 5 0-16,2 1 0 0,0 6 0 16,0 2 0-16,0 6 0 15,0 6 0-15,0 5 0 0,2 3 0 16,2 3 0-16,2 1 0 0,-4-1 0 0,0-3 0 15,-2-4 0-15,0-2 0 16,-6-6 0-16,0-2 0 0,-1-7 0 16,-1-6-525-16,2-5-263 0,0-8-109 15,4-4-840-15,-2-7 125 0</inkml:trace>
  <inkml:trace contextRef="#ctx0" brushRef="#br0" timeOffset="3569.13">26044 9073 2617 0,'0'0'4178'16,"0"0"-3406"-16,0 0-348 0,0 0-223 16,0 0-201-16,51 28 0 0,-26-18 0 15,2-1 0-15,-4-2 0 0,4-1 0 16,4 0 0-16,0-2 0 0,4 0 0 16,0-1-501-16,-8-2-844 15,-2 0-2736-15</inkml:trace>
  <inkml:trace contextRef="#ctx0" brushRef="#br0" timeOffset="3880.08">26496 9146 2785 0,'0'0'2697'16,"0"0"-1833"-16,0 0 313 0,0 0-541 16,0 0-603-16,0 0-33 0,0 0 0 15,-35 1 0-15,17 12 0 16,-1 6 0-16,-2 6 0 0,3 2 0 15,1 3 0-15,5 0 0 0,4 0 0 16,8-1 0-16,4-2 0 0,8-7 0 16,9-3 0-16,4-8 0 0,3-7 0 15,3-5 0-15,-2-8 0 0,0-6 0 16,-6-3 0-16,-4-7 0 0,-7-1 0 16,-6-2 0-16,-4-2 0 15,-4 3 0-15,-8-2 0 0,-2 2 0 0,-5 5 0 16,3 4 0-16,3 7 0 15,5 6-81-15,2 4-575 0,4 2-100 16,0 0-1321-16,2 1-16 0</inkml:trace>
  <inkml:trace contextRef="#ctx0" brushRef="#br0" timeOffset="4030.17">26703 9263 5058 0,'0'0'1949'0,"-25"44"-764"16,13-20-1185-16,-1-2 0 0,3 4 0 16,2-2 0-16,2-1 0 0,6-5 0 15,4-2 0-15,6-7 0 0,5-5-117 16,-3-3-1219-16,0-3-665 0</inkml:trace>
  <inkml:trace contextRef="#ctx0" brushRef="#br0" timeOffset="4187.71">26813 8989 5850 0,'0'0'2057'0,"0"0"-1772"0,0 0-285 15,-33 12 0-15,24-3 0 16,7-5 0-16,2 1 0 0,0 1 0 16,4 1-73-16,5 0-951 0,3 1 171 15,0-1-175-15,-3-2-1681 0</inkml:trace>
  <inkml:trace contextRef="#ctx0" brushRef="#br0" timeOffset="4453.35">27021 8833 5150 0,'0'0'1388'0,"0"0"-199"16,0 0-724-16,0 0-465 15,-8 43 0-15,0-4 0 0,-2 10 0 16,-1 9 0-16,1 6 0 0,0 7 0 16,-5 10 0-16,-1 4 0 0,-7 0 0 15,0-7 0-15,2-9 0 16,5-15 0-16,8-12 0 0,3-11 0 16,5-13 0-16,2-11 0 0,3-5-1850 15,3-14-2756-15</inkml:trace>
  <inkml:trace contextRef="#ctx0" brushRef="#br0" timeOffset="16605.88">25564 10464 1824 0,'0'0'0'0,"0"0"-88"16,-14 38 28-16,9-18-548 0,-1 8-312 0</inkml:trace>
  <inkml:trace contextRef="#ctx0" brushRef="#br0" timeOffset="17088.28">25510 10403 4862 0,'0'0'1060'0,"0"0"341"15,0 0-673-15,0 0-587 0,0 0-141 16,0 0 0-16,0 0 0 0,2 36 0 16,3 7 0-16,1 7 0 0,4 1 0 15,0-2 0-15,1 1 0 0,-3 3 0 16,-2-1 0-16,-2-3 0 0,0-5 0 16,-1-6 0-16,1-11 0 15,0-11 0-15,0-10-1117 0,-2-5-352 16,2-11-3693-16</inkml:trace>
  <inkml:trace contextRef="#ctx0" brushRef="#br0" timeOffset="17350.79">25574 10311 6603 0,'0'0'716'16,"0"0"-224"-16,0 0-111 15,0 0-381-15,0 0 0 0,-2-40 0 16,13 29 0-16,7-2 0 0,7 0 0 15,4 3 0-15,0 5 0 0,-2 5 0 16,2 6 0-16,-2 9 0 0,-3 8 0 16,-5 7-41-16,-4 7-239 0,-9 5-340 15,-6 0 304-15,-11-1 316 0,-7-1 12 16,-7-2 72-16,-6-3 272 0,0-4 224 16,-2-6-355-16,6-7-225 15,6-7 0-15,7-7 0 0,8-3 0 16,6-5 0-16,12-12-469 0,0 2-495 15,7-6-2350-15</inkml:trace>
  <inkml:trace contextRef="#ctx0" brushRef="#br0" timeOffset="17972.33">25907 10916 5190 0,'0'0'1565'0,"0"0"-885"0,0 0-100 15,0 0-403-15,0 0-177 16,0 0 0-16,-16-42 0 0,16 19 0 16,2-5 0-16,2 0 0 0,2-3 0 15,2-1 0-15,3 5 0 0,1 2 0 16,5 7 0-16,1 3 0 16,1 2 0-16,-3 3 0 0,1 5 0 15,-5 3 0-15,3 1-269 0,-3 1-1059 16,-1 0-557-16,-3 0-1213 0</inkml:trace>
  <inkml:trace contextRef="#ctx0" brushRef="#br0" timeOffset="18312.68">26246 10676 5550 0,'0'0'812'0,"0"0"193"0,-43-2-321 15,30 3-543-15,1 3-141 0,2 3 0 16,-1 3 0-16,3 5 0 16,2 3 0-16,2 3 0 0,4 3 0 15,0 2 0-15,6 0 0 0,6-1 0 16,1-4 0-16,3-1 0 0,3-6 0 15,-1-3 0-15,3-6 0 0,-4-3 0 16,-1-2 0-16,-3-5 0 0,-3-4 0 16,0-5 0-16,1-8 0 0,-1-5 0 15,-4-2 0-15,-2-3 0 0,-2 1 0 16,-4 0 0-16,-8 0 0 0,-4 8 0 16,-5 7 0-16,-4 5-69 15,7 8-2328-15</inkml:trace>
  <inkml:trace contextRef="#ctx0" brushRef="#br0" timeOffset="18721.57">26459 10964 4858 0,'0'0'764'0,"-14"68"128"16,10-26-391-16,4 1-129 0,6 0 124 15,2 0-256-15,2-3-171 0,-1-3-69 16,-3-2 0-16,0-3 0 0,-2-4 0 15,-4-5-537-15,0-7-519 0,0-7-2778 0</inkml:trace>
  <inkml:trace contextRef="#ctx0" brushRef="#br0" timeOffset="19029.36">26424 10744 5494 0,'0'0'920'0,"8"-51"-419"15,3 27-65-15,-1 10-296 0,2 2-140 16,3 3 0-16,-1 3-8 0,7 2-48 16,2 2 0-16,1 2-164 15,1 1-72-15,0 5 100 0,-8 4-101 16,-9 4 81-16,-8 3 184 0,-8 5 28 15,-9 4 292-15,-6 3 205 0,-6 1 351 16,-4 1-444-16,4-3-387 0,3-4-17 16,3-5 0-16,8-5 0 0,9-6 0 15,2-5 0-15,4-3 0 0,6 0-1493 16,0-1 320-16,13-10-264 0</inkml:trace>
  <inkml:trace contextRef="#ctx0" brushRef="#br0" timeOffset="19314.47">26670 10745 4890 0,'0'0'836'0,"-4"42"-52"16,4-17-327-16,0 1-225 0,2-2 180 15,0 3-212-15,0-5-36 0,4-3 53 16,0-2-217-16,3-7 0 0,5-3 0 15,1-4 0-15,1-3 0 0,1-7 0 16,-1-6 0-16,1-8 0 0,-3-2 0 16,1-7 0-16,-5-2 0 0,0-2 0 15,1-2 0-15,-5 1 0 0,-2 3 0 16,-4 3 0-16,0 7 0 0,-4 3 0 16,-2 4 0-16,0 5 0 15,-3-2 0-15,3 5-1521 0,0-3-957 0</inkml:trace>
  <inkml:trace contextRef="#ctx0" brushRef="#br0" timeOffset="19546.93">26988 10310 6054 0,'0'0'581'0,"0"0"355"16,-24 43-456-16,19-18-339 0,5 8-141 15,2 0 0-15,5 4 0 0,1 3 0 16,0 0 0-16,3 2 0 0,-7-2 0 16,-2 2 0-16,0-1 0 0,-2 0 0 15,-4-3 0-15,0-5 0 0,-3-7 0 16,5-11-649-16,0-5 13 0,2-10-569 16,4-2-71-16,3-11-433 0</inkml:trace>
  <inkml:trace contextRef="#ctx0" brushRef="#br0" timeOffset="19921.8">27205 10668 2309 0,'0'0'3813'0,"0"0"-2984"0,0 0-21 15,0 0-472-15,0 0-239 0,-24-39-97 16,17 33 0-16,3 2 0 0,-2 2 0 15,0 0 0-15,-2 2 0 0,-3 0 0 16,1 4 0-16,2 6 0 0,1 3 0 16,5 0 0-16,2 0 0 0,7-1 0 15,1-3 0-15,4 2 0 0,1-2 0 16,1 1 0-16,-1 1 0 0,1 2 0 16,-2-1 0-16,-1 1 0 15,-1 1 0-15,-2 0 0 0,-6 1 0 16,-2 0 0-16,-4 0 0 0,-4-2 0 15,-4 1 0-15,-5-2 0 16,1 0 0-16,-5 0 0 0,-2-4 0 16,0 0 0-16,5-3 0 0,5-1 0 15,3-3 0-15,8 1-449 0,2-2-267 16,2 0-105-16,0 0-1380 16,13-4-68-16</inkml:trace>
  <inkml:trace contextRef="#ctx0" brushRef="#br0" timeOffset="20233.68">27458 10724 6170 0,'0'0'1301'0,"-36"-5"-641"0,16 4-599 16,-3 1-61-16,0 0 0 0,3 1 0 16,-1 6 0-16,6 0 0 15,3 4 0-15,6 2 0 0,4 4 0 16,2 5 0-16,10 0 0 0,5 1 0 15,5-2 0-15,5-4 0 16,2-4 0-16,4-5 0 0,-2-7 0 16,-4-3 0-16,0-8 0 0,-7-5 0 15,-8-2 0-15,-3-5 0 0,-7 0 0 16,0-3 0-16,-9 0 0 16,1 1 0-16,-4-2 0 0,-3 2 0 15,-1 2 0-15,-1-1 0 0,5 8 0 16,1 5 0-16,7 6-693 0,2 4-856 15,2 0-164-15,0 2-1100 0</inkml:trace>
  <inkml:trace contextRef="#ctx0" brushRef="#br0" timeOffset="20481.57">27565 10891 3265 0,'0'0'1105'15,"0"0"-389"-15,0 0 652 0,0 0-759 16,15-56-265-16,-13 26 156 16,0-1-276-16,2 2-163 0,2 1-61 15,4-1 0-15,5 7 0 0,1 3 0 16,1 2 0-16,-3 6 0 0,-1 3 0 15,-7 3 0-15,0-2-709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05:54.31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4095 10355 540 0,'0'0'392'0,"0"0"-132"0,0 0 0 16,0 0-56-16,0 0 2417 0,0 0-1836 15,0 0-153-15,0 0 204 16,0 0-455-16,8-8-37 0,-8 8 104 16,0 0-348-16,0 2-64 0,0 4-36 15,2 10-32-15,7 6 32 0,1 7-8 16,2 0-4-16,-1 1 12 0,-5-7 4 16,0-2-4-16,2-4 0 15,-4-5 8-15,-1-3-4 0,1-5-4 16,-2-1 88-16,0-1-72 0,0-2 32 15,-2 2 52-15,4-2-80 0,-4-2 44 16,2-6-11-16,6-10-53 0,-1-4 0 16,3-7 0-16,11-2 0 0,-5-1 0 15,7-1 0-15,2-1 0 0,-1 2 0 16,3 2 0-16,-6 3 0 16,0 4 0-16,-9 4 0 0,-2 5-493 15,-5 1-1148-15</inkml:trace>
  <inkml:trace contextRef="#ctx0" brushRef="#br0" timeOffset="1168.26">7322 9189 6150 0,'0'0'877'0,"0"0"-321"0,0 0 53 0,0 0-609 15,0 0 0-15,-2 36 0 16,4-17 0-16,6 3 0 0,-2-1 0 16,0-4 0-16,3 0 0 0,-3-5 0 15,-2-3 0-15,-2-5 0 0,2-2 0 16,2-1 0-16,3-2 0 0,1-10 0 16,7-16 0-16,3-11 0 0,3-10 0 15,2-6 0-15,6 1 0 0,-2-2 0 16,6 0 0-16,-2 2 0 15,-2 1 0-15,0 4 0 0,-10 5-753 16,-11 10-1512-16,0 5-2341 0</inkml:trace>
  <inkml:trace contextRef="#ctx0" brushRef="#br0" timeOffset="3049.19">6389 8142 4133 0,'0'0'1449'16,"0"0"-1141"-16,0 0-100 0,0 0 64 15,0 0-148-15,0 0 49 16,0 0 107-16,40 48-224 0,-26-28-28 16,1 1 4-16,-5-5-24 0,0 0-8 15,-3-4 4-15,-1-5 0 0,-2-4-4 16,-2 0 4-16,2-2 4 16,0-1-8-16,-4 0 56 0,4-6 8 15,3-10 128-15,3-13-4 0,2-12-188 16,9-7 4-16,4-5-4 0,2 1-108 15,-3-4-96-15,-1 13-761 16,-2 4-1404-16</inkml:trace>
  <inkml:trace contextRef="#ctx0" brushRef="#br0" timeOffset="3609.02">5612 7005 4950 0,'0'0'816'0,"0"0"-164"0,13 38-375 0,-9-27-57 16,2 3 8-16,2 1-160 0,-2 2-44 16,-1 1-4-16,5-2-20 0,0-1 0 15,1-4 20-15,-3 0-16 16,-4-5 24-16,0-5 92 0,-2-1 12 15,2-1 44-15,3-12 228 0,3-12-351 16,4-10-53-16,1-8 0 16,1-3 0-16,5 1 0 0,0-3 0 15,12-4 0-15,4-3 0 0,11 1-405 16,3 2-119-16,3 2-96 0,2 1-677 16,-17 13 308-16,-4 1-575 0</inkml:trace>
  <inkml:trace contextRef="#ctx0" brushRef="#br0" timeOffset="5185.93">12562 5881 4261 0,'0'0'621'15,"0"0"411"-15,0 0-371 0,0 0-93 16,31 48 264-16,-25-24-615 15,0-2-217-15,-2 0 0 0,-4-2 0 16,0-1 0-16,0-2 0 0,0 0 0 16,0-3 0-16,0-3 0 15,0-3 0-15,0-3 0 0,0-2 0 16,0 0 0-16,0-1 0 0,0-1 0 16,3-1 0-16,1-3 0 0,6-9 0 15,7-13 0-15,7-9 0 0,3-9 0 16,10-7 0-16,15-3 0 0,10-5 0 15,6-2 0-15,-4 3 0 0,-6 9 0 16,-21 8 0-16,-10 6 0 0,-12 11-1101 16,-5-1-1592-16</inkml:trace>
  <inkml:trace contextRef="#ctx0" brushRef="#br0" timeOffset="24402.59">20367 3913 2341 0,'0'0'2229'0,"27"-35"-1665"0,-6 10-40 16,0-3 232-16,3-1-419 16,5-5-85-16,4-2 12 0,13-2-188 15,8 0 0-15,3 1 24 0,14 0-80 16,1 1 8-16,7 4 0 0,7 2-20 16,1 1-8-16,-2 7 0 15,-4 1-8-15,-7 6 0 0,-10 4-128 16,-8 4-280-16,-17 5-201 0,-10 2-979 15,-12-1-225-15</inkml:trace>
  <inkml:trace contextRef="#ctx0" brushRef="#br0" timeOffset="25739.15">19997 3764 1872 0,'0'0'689'16,"0"0"-173"-16,0 0 8 15,0 0-112-15,0 0 69 0,-33 15 319 16,33-15-288-16,2-6-80 0,19-12-15 15,14-12-205-15,17-7 36 0,14-9 180 16,6-4-288-16,13-1-44 0,8-3-24 16,13-2-60-16,5 1-12 0,13 1 32 15,4 3-8-15,3 5 48 0,1 6 36 16,-8 4-100-16,-17 8 16 16,-14 5-24-16,-18 7 0 0,-17 5-76 15,-17 4-676-15,-14 3-225 0,-11 1-487 0</inkml:trace>
  <inkml:trace contextRef="#ctx0" brushRef="#br0" timeOffset="26299.83">19522 3835 3881 0,'0'0'1521'0,"0"0"-1201"0,0 0-220 0,35-29 324 15,-2-2-39-15,11-10-53 0,9-6 128 16,11-7-292-16,9-6-64 0,20-6 84 16,8-4-128-16,9-3 0 0,12-2-36 15,8-1-12-15,10 2-12 0,9 1 0 16,4 5 0-16,4 5 0 16,0 8 20-16,-8 6-8 0,-12 9-12 15,-18 12 12-15,-17 6-12 0,-22 8 0 16,-26 9-68-16,-17 3-236 0,-16 2-124 15,-15 0-613-15,-6 2-243 0,-4-1-205 16</inkml:trace>
  <inkml:trace contextRef="#ctx0" brushRef="#br0" timeOffset="26727.24">19173 3386 3945 0,'0'0'1169'0,"47"-24"-809"16,-10-1-36-16,15-10 172 0,12-6-219 0,15-8-1 0,9-4 144 15,12-3-304-15,9-2-72 0,9 0-24 16,8-2-12-16,4 4-8 0,3 4 4 16,3 4-4-16,1 4 0 0,-3 4 56 15,-6 4 16-15,-8 4 16 0,-17 5-48 16,-12 3-40-16,-14 4-32 16,-21 0-720-16,-19 6-545 0,-12-2-1180 0</inkml:trace>
  <inkml:trace contextRef="#ctx0" brushRef="#br0" timeOffset="46347.4">21221 3913 940 0,'0'0'660'16,"0"0"-484"-16,0 0-8 0,0 0 449 16,0 0-393-16,0 0 8 15,0 0-124-15,0 0 4 0,0 0 108 16,0 0-4-16,25-18 28 0,-25 18 148 15,2 0-195-15,0 0-41 0,0 0 36 16,-2 0-164-16,2 0-12 0,0 3 8 16,-2 0-24-16,0 2 8 0,2 2-4 15,-2 4 0-15,2 2-4 0,0-1 0 16,0-3 0-16,1-4 0 0,-1-2 0 16,-2-1-12-16,6-2 12 0,-4 2-4 15,0-2 16-15,4 0-4 16,-2-2 96-16,-4-3-20 0,6 0-16 15,-3 0-28-15,-1-2-32 0,2 1-8 16,-2-1 40-16,2-2-12 16,0 1 8-16,0 0 12 0,4-1-44 15,3 1 0-15,-3 1-4 0,2 1-4 16,-1 3 4-16,-5 3-4 0,2 0-24 16,-2 3 28-16,2 2 0 15,-2 1 12-15,-1 1-12 0,-1-1 16 16,0 1-12-16,2-2-4 0,-4-1 0 15,2 1-4-15,0-4 4 0,0 2 0 16,-2-3-8-16,4 1 8 0,-2-1 0 16,2 0 0-16,-4 0 0 0,7-2 8 15,-3 0 0-15,2-1-8 0,-2-1 8 16,4 1 4-16,-1-1-12 0,-5 1 24 16,4 0-20-16,-2 1 4 0,-4 2-4 15,4 0 4-15,-4 1-8 16,0 4 36-16,-4 1-28 0,4 0 0 15,-2 1 0-15,2-1-8 0,-2-1 0 16,2-1 0-16,0 0-12 16,0-1 8-16,2-2 0 0,0-1-4 15,2 2 8-15,-2-2 12 0,2 0-12 16,-4 0 8-16,4-2 24 0,-2 1-28 16,1-1 32-16,-1 0 52 15,-2 0-76-15,4 1 0 0,-2-2-4 16,2 1-8-16,0-1 0 0,2-1 0 15,5 1-8-15,1-1 8 0,2 1-4 16,3 0 4-16,-3 3 0 0,1-3 0 16,-3 1 16-16,-1 0-16 0,-1 1 52 15,-4-1-52-15,0 2 8 0,1 0 8 16,-5 0-8-16,2 1-8 0,-2 4 24 16,-2 5-12-16,-4 5 28 0,-2 0 100 15,-1-2-76-15,5-4 4 16,0-3-20-16,2-3-48 0,0 0 0 15,0 0-4-15,4-1 4 0,5-2 0 16,-1-1 68-16,2-3-36 16,5-2 4-16,-9 0-12 0,2 4-12 15,-6 1-12-15,-2 0 12 0,4 1-8 16,-4 0 28-16,0-1 80 0,0 1-47 16,0 0-13-16,0 0-36 0,0-1-16 15,2 1-4-15,0 0 0 16,1 0-28-16,1 0 32 0,0 0-4 15,0 2-12-15,0 1 12 0,2-2 0 16,-2 4-20-16,5-1 24 0,-1 0 0 16,2 1 0-16,3 0 0 0,-1 0 0 15,1-1 0-15,-1 1 0 0,-2 0 0 16,-1-1 0-16,-3 0 0 0,0 1 0 16,-2-2-16-16,0 2-5 0,2 1-7 15,-1 0-8-15,1 0 36 16,-2-1 0-16,4-3-24 0,5-1 24 15,7-2 0-15,5-5 8 0,4-5-8 16,2 0 24-16,4-1-20 16,-4 2 12-16,-2 3-8 0,-8 1 0 15,-1 1-8-15,-3 4 8 0,-5 1-8 16,-3 4 0-16,1 5 0 0,-2 4-24 16,-6 3 20-16,2 0-4 15,-2 1 12-15,3-1-4 0,-3 0 0 16,2-2 4-16,0 1-4 0,4-2 0 15,5-1 0-15,1-1 0 0,3-2 24 16,3-2-12-16,3-3 25 0,4-1 35 16,2-1-68-16,0-2 24 0,0 0 4 15,-7-4-28-15,3 2 0 0,-6-2 12 16,-1 2-8-16,-5 1-8 0,-3 0 0 16,-4 0 8-16,1 1-8 0,-5 0 0 15,4 2-4-15,-2 2 4 16,0 1 16-16,-2 1-8 0,-2 0-8 15,4 0 0-15,-2-1 4 0,0-1-4 16,1-1 0-16,7-2-16 16,4-1 16-16,9-7 8 0,4-2 0 15,4-2-8-15,-2-2 0 0,-2 4-4 16,-4 0 4-16,-1 3 0 0,-3 2 0 16,-7 2 0-16,-1 2 0 15,-3 0-8-15,-4 0 8 0,0 1-4 16,0 2-12-16,0-1 12 0,1 1-8 15,-1 0-36-15,-2 0-24 0,0 0-161 16,0-3-23-16,0 1 60 0,-2-1 40 16,2 0 56-16,-2 0 48 0,2 0-12 15,2 0 8-15,-2-1 44 0,7 1 4 16,-3 0-4-16,0-1 12 0,4 1 4 16,-4 0 8-16,1 0-12 0,1 0 72 15,-2 0-60-15,-2 0 0 16,3 2-12-16,-3 3 4 0,2-1-4 15,0 1 40-15,0-1-24 0,7 0 20 16,7-2 48-16,7-5 36 16,6-5 120-16,7-6 184 0,-1-3-263 15,2 2-69-15,-4-3-56 0,-4 4-28 16,-4 3-8-16,-6 2 12 0,-6 4-4 16,-7 2 60-16,-6 3 136 15,4 0-144-15,-3 0-12 0,1 1-20 16,0 1-24-16,2 3-4 0,-2-3 4 15,3 1 0-15,-5 0-4 0,2-2 0 16,-2 1-4-16,2 0-12 0,-2-1-20 16,5 2-12-16,1-1 48 0,-2-1 0 15,1 0-52-15,-3 1 52 0,0-1 0 16,4 1-4-16,5-2 4 0,1 0 0 16,5-2-28-16,-2-1-20 0,-1 2-60 15,-1 1 12-15,-1 0 84 16,1 4 8-16,-5 3-24 0,-1 1 24 15,-5-2 0-15,2 1-4 0,-4 2 8 16,4 1 0-16,-1-3 0 16,-5 0 0-16,0-2 0 0,0-1 0 15,-2 0 0-15,4 1-497 0,0-2-271 16,4 0-60-16,7-3-209 0,1 0 653 16,3-2-4-16,-7-2-1089 15</inkml:trace>
  <inkml:trace contextRef="#ctx0" brushRef="#br0" timeOffset="47069.5">23542 4180 1876 0,'0'0'729'0,"0"0"-573"16,0 0-116-16,0 0-20 15,0 0-16-15,0 0-4 0,0 0 4 16,0 0 44-16,0 0 176 0,0 0 168 15,0 0-164-15,11-3-68 0,-11 4 96 16,0-1-132-16,0 0-56 0,-2 0-44 16,2 0-20-16,0 0 0 0,0 1-4 15,0-1 0-15,0 1 0 0,0 0 53 16,0 0 39-16,0 0 52 0,0 1 108 16,2-2-124-16,0 0 0 0,2 0-4 15,2 0-100-15,2-1 0 16,7-4 12-16,4-1-28 0,1-2-8 15,3 0 0-15,2 4-4 0,0-1 4 16,-1 3-32-16,1 2-136 16,4-1-48-16,-2 1-360 0,-4 1-201 15,-5 2-155-15</inkml:trace>
  <inkml:trace contextRef="#ctx0" brushRef="#br0" timeOffset="47193.22">23857 4281 2000 0,'0'0'657'0,"-23"39"-381"0,17-21-112 15,4-6-164-15,-3 1-8 0,5-5-156 16,0 0-28-16,5-3-76 0,-3-3-357 16,0 3-227-16</inkml:trace>
  <inkml:trace contextRef="#ctx0" brushRef="#br0" timeOffset="47849.68">23966 4299 1052 0,'0'0'1373'0,"0"0"-745"0,0 0-80 16,0 0 249-16,0 0-641 16,0 0-60-16,0 0 128 0,0 0-92 15,0 0-8-15,-20 44-16 0,11-26-76 16,5 0 112-16,0 2 352 16,-2 0-176-16,0 0-76 0,-1 2 37 15,-1 1-205-15,4-2-4 0,-4-1 52 16,8 1-84-16,-2-3 12 0,2 0-20 15,0 2-28-15,0-1-4 0,2-1 0 16,-2 0 0-16,8-4 0 0,-2-1 0 16,5-1-20-16,3-4 12 0,5-2 4 15,3-3-4-15,7-2 8 0,2-1 4 16,-2 0 8-16,-2 0-12 0,-6 2 8 16,-5 8 0-16,-3 3-8 15,-7 7 64-15,-2 3-28 0,-2 5 52 16,-2 0 128-16,0 1-108 0,2-2 24 15,0-1 88-15,0-3-156 16,5-2-16-16,1-2-24 0,2-4-16 16,-2 0-8-16,3-2 0 0,-1-2-8 15,-2 1 8-15,1 0 0 0,-1 1-24 16,-2-1 24-16,0 0-4 16,3-1-24-16,-5-3 28 0,4-2-4 15,2-3-20-15,7-3 24 0,8 0 0 16,6-3-36-16,2-6 28 0,0 0-88 15,0-2-88-15,-2 2 12 0,0-2-132 16,-4 4 120-16,-2 4 84 0,-3 2 68 16,-1 1 16-16,-2 3 16 0,-1-1 72 15,-1 3 0-15,1-3-8 0,1 2-12 16,-5-2-36-16,3 2-16 16,-3-2 0-16,1 3-20 0,-1-3 20 15,1 2 0-15,-1-2-8 0,3 2 8 16,1 1 4-16,3-1-4 0,-2 1 0 15,1 2 0-15,3-1 4 16,-2 1-4-16,1-2 0 0,1 1-24 16,0-3 20-16,-4-1 0 0,3-2-16 15,-1 0 20-15,0-5 0 16,-1-3-24-16,-1-4-144 0,-5-5-1009 16,-5 4-548-16,-3-5-1732 0</inkml:trace>
  <inkml:trace contextRef="#ctx0" brushRef="#br0" timeOffset="49624.19">24841 5091 1524 0,'0'0'1149'0,"0"0"-649"0,0 0 156 0,0 0-268 16,0 0-99-16,0 0 203 0,0 0-124 16,0 0 36-16,0 0 224 0,53 19-367 15,-24-24-85-15,4 0 12 16,0-1-184-16,3 2 4 0,3-1-8 16,4-2-8-16,5 1-8 0,6-1-44 15,1-2-56-15,7 1 36 0,11-3-36 16,1 2 23-16,5 2 13 0,-1 2-156 15,-5 5-24-15,-9 0 40 0,-9 10 8 16,-11 0 156-16,-11 6 56 0,-10 3 20 16,-9 2-8-16,-8 4 40 0,-2 1 20 15,-4 1-72-15,0 2 8 0,-2-1-4 16,0-2 0-16,0 0-4 16,2-1 0-16,0 0-16 0,0-1-12 15,0 0-4-15,0-2 8 0,2-4 24 16,-2-3-4-16,2-5 16 0,0-3-12 15,7-4 72-15,5-2-28 16,9-1 24-16,6-1 44 0,6-5-76 16,0-1 28-16,0 2 56 0,-2 2-100 15,-8 1-4-15,-8 2 16 16,-7 1-32-16,-4 7 48 0,-6 6 68 16,-4 5-4-16,-4 6 81 0,-5 0 159 15,3-1-236-15,0 2-40 0,-1-1-44 16,1 1-32-16,0 1 0 0,-5 1-48 15,-1 2-32-15,-1 1 28 0,1-1-56 16,1-3 80-16,1-5 28 0,3-1 0 16,3-6 0-16,4-4 0 0,2-5 0 15,2-4-8-15,2 1-16 16,6-2-20-16,9-1 4 0,1-3 40 16,3 0 24-16,-2-1-20 0,-9 2-4 15,-2 2 0-15,-4 0-12 0,-1 2 12 16,-1 5 8-16,-2 8 4 15,-5 4-4-15,-3 4 20 0,-2 1-8 16,-3-1-20-16,5-2 32 0,2-2-28 16,4 1 36-16,0-1 4 0,0 0-40 15,2 1 8-15,0 4 20 16,-4 6-24-16,-5 6 0 0,-5 7 4 16,-7 3-12-16,-4 2 0 0,-1 2-8 15,1-4-20-15,0-3 28 0,6-6 0 16,5-4-4-16,6-7 4 0,-1-6 0 15,5-5-20-15,0-2 20 0,2-4 0 16,2-3-24-16,-2-3 20 0,0 2-16 16,-4 1-36-16,-5 7 36 15,-5 5 16-15,-3 2-4 0,1 5 8 16,3-1 32-16,5-2 20 0,4 0 40 16,-1 0 8-16,3 0-76 0,0 1 24 15,0-1 20-15,0 1-56 16,-2 1 32-16,2 1 12 0,-3 2-48 15,-3 3-8-15,-2 4 12 0,-3 0-8 16,-6 6-4-16,3 1 4 0,-1-2 8 16,1-1-12-16,5-4 4 0,5-4 0 15,0-2-4-15,4-3 0 16,-1-1 0-16,-1 0 0 0,4-3 0 16,-2-2 0-16,2 0-4 0,2-1 4 15,0-4-72-15,0 0 20 0,0-1-88 16,0-1-4-16,2-1 84 0,0-3 48 15,0 3-16-15,0-2 28 0,2-2 20 16,0 2-20-16,1 0 60 0,1 4 20 16,-2 5-76-16,-2 1 8 15,-2 6 24-15,-4 3-28 0,-4 9-8 16,-11 7 0-16,-4 6 12 0,-8 3-12 16,-2 4 12-16,0 1 8 0,4-3 52 15,6-8 128-15,7-8-108 16,8-8-8-16,6-7-24 0,0-5-52 15,2-6-8-15,0-4 0 0,0-4-28 16,2-2 4-16,2-1-96 0,-2 0 12 16,0-1 72-16,0 0 36 0,-2-1-52 15,2 0 0-15,-2 0 8 16,0 0-4-16,2 0 16 0,2-2 16 16,4-4 12-16,1 2 4 0,1 0 64 15,-2 1-44-15,1 3 24 0,-5 8 36 16,2 11-68-16,-2 16 12 0,-4 10 12 15,-6 8-24-15,-4 1-8 16,-7-2 12-16,0-1-8 0,1 2-8 16,-3-2 0-16,5-2-8 0,-1-1 8 15,1-3 0-15,4-4 4 0,3-4-4 16,3-4 0-16,2-5-12 0,2-2 0 16,2-1 12-16,2 0-60 0,3-1 52 15,-1 0-4-15,-2-1-80 16,-2 2-96-16,0-3 36 0,-2 1 128 15,0 0 24-15,0-1 28 0,0 0 0 16,-4 1 36-16,0 0 72 16,0-1-100-16,-1 2-12 0,5-4-24 15,0-4 4-15,3-5-4 0,1-4 0 16,6-3-44-16,0-4 12 0,1 0-116 16,3-6 20-16,-1-6-32 0,-9-3-741 15,-2 1-584-15,-2-2-996 0</inkml:trace>
  <inkml:trace contextRef="#ctx0" brushRef="#br0" timeOffset="50572.07">25169 7196 1764 0,'0'0'2549'15,"0"0"-1856"-15,0 0-205 0,-35 39 112 16,19-15-412-16,-3 5-24 0,-4 7 133 16,1 4-129-16,-7 9-44 15,2 9 80-15,-2 7-116 0,0 11 4 16,-2 8 88-16,0 10-116 0,2 8-8 16,2 7-32-16,6 7 12 0,3 2-36 15,1-6 124-15,7-5-84 16,4-11 12-16,6-10 48 0,6-9-100 15,8-10 12-15,3-13-12 0,1-10-12 16,1-11 8-16,0-9-116 16,-1-9-228-16,-3-7-188 0,-5-4-953 15,-4-4-916-15</inkml:trace>
  <inkml:trace contextRef="#ctx0" brushRef="#br0" timeOffset="51133.13">24917 7079 2205 0,'0'0'2549'0,"0"0"-1645"0,0 0-20 0,0 0-395 16,0 0-217-16,-56 41 16 0,25-12-172 15,-4 10 56-15,-6 10 76 0,-5 11-183 16,1 7-65-16,-1 12 0 0,5 4 0 16,6 6 0-16,4 4 0 0,6 7 0 15,4 2 0-15,3 3 0 16,3 8 0-16,-1-2 0 0,1-1 0 16,3-7 0-16,2-12 0 0,7-12 0 15,6-13 0-15,3-15 0 0,10-12-201 16,-1-13-563-16,-3-14-145 0,-4-10-2428 0</inkml:trace>
  <inkml:trace contextRef="#ctx0" brushRef="#br0" timeOffset="51759.79">24696 6858 2973 0,'0'0'3021'16,"0"0"-2228"-16,0 0-213 0,-50 37-8 16,23-8-468-16,-10 8-16 0,0 8-27 15,-2 3-61-15,-5 7 0 0,1 9 0 16,-3 8 0-16,3 7 0 0,2 11 0 15,3 11 0-15,5 6 0 0,4 6 0 16,1 6 0-16,-1 2 0 0,8 2 0 16,4 3 0-16,5-10 0 15,12-11 0-15,4-15 0 0,13-12 0 16,3-14 0-16,3-9 0 0,4-12 0 16,0-12 0-16,-2-13 0 0,-1-10 0 15,-1-10-501-15,-6-6-868 16,-7-5-752-16</inkml:trace>
  <inkml:trace contextRef="#ctx0" brushRef="#br0" timeOffset="59208.03">2683 15219 2773 0,'0'0'2501'0,"0"0"-1473"16,0 0-471-16,0 0 207 0,0 0-404 15,0 0-151-15,0 0-209 0,0 0 0 16,-35 16 0-16,31-13 0 16,4-1 0-16,0 2 0 0,0-3 0 15,0 1 0-15,2 0 0 0,2 0 0 16,0 0 0-16,2-1 0 0,1 0 0 15,-1 1 0-15,2-2 0 0,-4 0 0 16,2 1 0-16,1 0 0 0,1-1 0 16,4 4 0-16,3 3 0 0,1 0 0 15,5 1 0-15,0 1 0 16,-3-1 0-16,7-1 0 0,4 2 0 16,0-2 0-16,0-1 0 0,0 0 0 15,0 0 0-15,0-1 0 0,-2 0 0 16,-3-2 0-16,-3 1 0 0,2-1 0 15,-5 1 0-15,1-3 0 16,2 1 0-16,3-2 0 0,3 0 0 16,8-1 0-16,3-3 0 0,3-2 0 15,7-2 0-15,-1 0 0 0,5 1 0 16,-3 0 0-16,3 1 0 16,-4 1 0-16,-1 4 0 0,1 0 0 15,-5 1 0-15,1 0 0 0,-5 0 0 16,2 1 0-16,0-1 0 0,7 0 0 15,0 0 0-15,9-3 0 0,1-2 0 16,4-1 0-16,2 0 0 0,0-1 0 16,9-1 0-16,-5 1 0 0,2 0 0 15,-1 1 0-15,-1 2 0 16,-2-1 0-16,-6 1 0 0,6 0 0 16,-6-1 0-16,6 1 0 0,4-1 0 15,-1-1 0-15,3-3 0 0,0 2 0 16,-3 0 0-16,1 1 0 0,2-1 0 15,-4 1 0-15,1 1 0 0,-1 2 0 16,-4-2 0-16,0 3 0 16,-2-3 0-16,0 4 0 0,-4-3 0 15,2 2 0-15,-4-2 0 0,1 2 0 16,1-2 0-16,-4 2 0 0,2 1 0 16,2-3 0-16,-4 2 0 15,1-2 0-15,3 1 0 0,2-2 0 16,2 3 0-16,0-1 0 0,2 3 0 15,-4-1 0-15,0 1 0 0,0 0 0 16,2 0 0-16,-4 0 0 0,4 0 0 16,2 0 0-16,-2 0 0 0,-2 0 0 15,2 1 0-15,0 1 0 0,2 1 0 16,-2 2 0-16,-4 2 0 16,-4 0 0-16,4 4 0 0,-7-2 0 15,-3 3 0-15,-1 0 0 0,-3 1 0 16,-3-1 0-16,1 1 0 0,-1-3 0 15,-4 1 0-15,4 0 0 16,-3-3 0-16,-1-1 0 0,-4-1 0 16,-2-2 0-16,-6-4 0 0,-9-7 0 15,-5-2 0-15,-11-7-3454 0</inkml:trace>
  <inkml:trace contextRef="#ctx0" brushRef="#br0" timeOffset="76444.49">9184 13468 3009 0,'0'0'1537'0,"0"0"51"16,0 0-823-16,0 0-81 0,0 0-75 16,0 0-609-16,0 0 0 15,-35 26 0-15,29 1 0 0,2 7 0 16,2 6 0-16,-2 4 0 0,-1 4 0 15,3 3 0-15,2-2 0 0,0-2 0 16,2-5 0-16,7-7 0 0,-7-4 0 16,6-10 0-16,-2-4-505 15,-2-6-339-15,-2-6-841 0,3-4-436 0</inkml:trace>
  <inkml:trace contextRef="#ctx0" brushRef="#br0" timeOffset="77066.28">9095 13498 3181 0,'0'0'1729'0,"0"0"-697"0,0 0-552 0,0 0-115 15,0 0 143-15,-6-36-296 0,23 27 8 16,10 1 132-16,4 2-239 0,6 3-113 15,0 3 0-15,-6 7 0 16,6 5 0-16,-6 4 0 0,2 3 0 16,-4 6 0-16,-2 3 0 0,-6 5 0 15,-9 1 0-15,-4 2 0 0,-8-1 0 16,0 0 0-16,-8 0 0 0,-2-3 0 16,-3 0 0-16,-3-3 0 0,-5 0 0 15,1-1 0-15,-5-2 0 16,-2-1 0-16,2-5 0 0,2-4 0 15,3-4 0-15,-1-5 0 0,4-5 0 16,1-2 0-16,6 0-541 0,5 0-1212 16,-1 0-140-16,6-2-516 0</inkml:trace>
  <inkml:trace contextRef="#ctx0" brushRef="#br0" timeOffset="77409.5">9678 13814 2589 0,'0'0'3309'0,"0"0"-2304"15,-16-36-109-15,7 27-503 16,-1 3-393-16,-2 4 0 0,1 4 0 15,-3 7 0-15,-3 6 0 0,1 7 0 16,1 5 0-16,5 3 0 0,4 3 0 16,6 0 0-16,0-2 0 0,16-3 0 15,5-6 0-15,6-8 0 0,0-6 0 16,4-7 0-16,-4-5 0 16,-3-6 0-16,-3-3 0 0,-11-2 0 15,1-4 0-15,-9-3 0 0,-2-1 0 16,-2-3 0-16,-2-1 0 0,-7 2 0 15,5 2 0-15,-4 2-361 0,-5 2-779 16,5 5-1398-16,0 0-1099 0</inkml:trace>
  <inkml:trace contextRef="#ctx0" brushRef="#br0" timeOffset="78153.05">9904 13738 6438 0,'0'0'773'0,"0"0"-217"0,0 0-131 15,0 0-425-15,0 0 0 0,0 0 0 16,-15 55 0-16,19-32 0 0,2 2 0 16,1-5 0-16,-3 2 0 0,0-1 0 15,-4 0 0-15,0 1 0 0,-4-4 0 16,0-4 0-16,2-6 0 16,-3-4 0-16,5-4 0 0,0 0 0 15,0-7 0-15,7-11 0 0,7-14 0 16,3-6 0-16,-1-5 0 0,3 5 0 15,-3 10 0-15,-5 8 0 16,-1 8 0-16,-8 6 0 0,2 5 0 0,-4 1 0 16,4 3 0-16,-2 7 0 15,3 6 0-15,-1 7 0 0,2-1 0 16,-2 0 0-16,-4-4 0 0,2-1 0 16,2-5 0-16,0-4 0 0,-2-3 0 15,-2-3 0-15,5-1 0 16,1-1 0-16,0-7 0 0,2-10 0 15,5-6 0-15,-3-3 0 0,4 0 0 16,-3 1 0-16,-1 3 0 0,0 6 0 16,-3 5 0-16,-3 6 0 0,-2 3 0 15,6 1 0-15,-6 1 0 0,9 4 0 16,-5 10 0-16,2 10 0 16,-6 6 0-16,2 4 0 0,-4-2 0 15,-4-5 0-15,4-4 0 0,0-3 0 16,0-7 0-16,4-5 0 0,-4-4-1133 15,6-4-2569-15</inkml:trace>
  <inkml:trace contextRef="#ctx0" brushRef="#br0" timeOffset="78310.78">10352 13802 7015 0,'0'0'960'0,"0"0"-743"0,0 0-217 16,0 0 0-16,-27 41 0 0,23-25 0 15,2-3 0-15,2 1 0 0,0-7 0 16,2 0 0-16,2-3 0 0,0-2-625 16,-4-1-1068-16,2-2-956 0</inkml:trace>
  <inkml:trace contextRef="#ctx0" brushRef="#br0" timeOffset="78434.22">10408 13362 6134 0,'0'0'156'0,"0"0"-144"0,6-35-24 16,-6 35-172-16,0 1-616 0,-4 7-1041 16</inkml:trace>
  <inkml:trace contextRef="#ctx0" brushRef="#br0" timeOffset="78660.62">10482 13921 3841 0,'0'0'3062'0,"0"0"-2090"0,0 0-655 16,0 0-317-16,0 0 0 0,0 0 0 16,11-58 0-16,-5 21 0 0,0 3 0 15,2 6 0-15,3 4 0 0,-5 10 0 16,-2 7 0-16,-2 4 0 16,2 3 0-16,2 6 0 0,5 6 0 15,-3 11 0-15,-2 3 0 0,0 3 0 16,-1-1 0-16,-3-7 0 15,2-2 0-15,0-3 0 0,-2-6 0 0,2-5 0 16,-4-2-965-16,4-6-1840 0</inkml:trace>
  <inkml:trace contextRef="#ctx0" brushRef="#br0" timeOffset="79550.8">10877 13691 2625 0,'0'0'2481'0,"-12"-32"-1625"0,1 18 257 15,-3 5-517-15,4 7-224 0,-7 4-223 16,3 7-149-16,1 7 0 0,-1 7 0 16,3 6 0-16,1 4 0 0,4 1 0 15,2-2 0-15,4-2 0 0,0-4 0 16,4-4 0-16,6-6 0 16,1-5 0-16,1-5 0 0,-2-6 0 15,9-1 0-15,-7-7 0 0,3-7 0 16,1-5 0-16,1-2 0 0,-3-3 0 15,-3 1 0-15,-1 2 0 0,0 3 0 16,-3 6 0-16,-1 5-149 0,-2 6-35 16,2 3-264-16,-2 9 188 15,2 8 152-15,5 5 104 0,-7 0-16 16,-2-1 20-16,2-4 16 0,-4-3-4 16,4-1-12-16,-4-4 24 0,0-4-16 15,0-2-4-15,0-3 24 16,0-1-20-16,0-5 16 0,6-8 12 15,5-11-32-15,3-7-8 0,3-3-84 16,3 3-112-16,1 5 96 0,-9 7 52 16,-1 9 28-16,-7 4 24 0,-2 6 116 15,-2 1-16-15,0 8 88 0,0 9 320 16,-2 5-284-16,-6 0-32 16,1 1-39-16,1-5-153 0,2 0 0 15,4-6 0-15,0-2 0 0,0-5 0 16,0-3 0-16,0 0 0 0,0-2 0 15,4-1 0-15,2-4 0 16,-1-9 0-16,5-6 0 0,2-5 0 16,-1-1 0-16,-1 0 0 0,0 3 0 15,1 3 0-15,-5 3 0 0,-2 7 0 16,0 4 0-16,-4 4 0 0,2 1 0 16,-2 3 0-16,4 9 0 0,1 10 0 15,-5 7 0-15,2 4 0 16,-2-3 0-16,4-3 0 0,-4-5 0 15,4-3 0-15,2-6 0 0,0-6 0 16,-2-4-817-16,3-4-900 0</inkml:trace>
  <inkml:trace contextRef="#ctx0" brushRef="#br0" timeOffset="79753.02">11317 13251 6266 0,'0'0'1133'0,"0"0"-340"0,0 0-793 0,-16 45 0 16,6-9 0-16,-1 6 0 16,3 3 0-16,6 1 0 0,-2 3 0 15,4 2 0-15,0 2 0 0,4 0 0 16,-4 1 0-16,0-3 0 0,0-2 0 16,0-7 0-16,0-11-1850 0,-4-11-995 15</inkml:trace>
  <inkml:trace contextRef="#ctx0" brushRef="#br0" timeOffset="79864.63">11198 13761 7223 0,'0'0'752'0,"35"-17"-535"0,-8 5-217 16,-5 0 0-16,9 2 0 16,0-2 0-16,11-2 0 0,9-1 0 15,-3-3 0-15,-15 4 0 0,-6 0-1706 0</inkml:trace>
  <inkml:trace contextRef="#ctx0" brushRef="#br0" timeOffset="81214.63">12394 13351 6430 0,'0'0'793'0,"-37"-47"-217"15,12 27-183-15,5 8-393 16,-3 3 0-16,-2 4 0 0,2 4 0 15,3 1 0-15,3 4 0 0,-1 6 0 16,1 2 0-16,5 5 0 0,-7 5 0 16,3 3 0-16,1 2 0 0,3-1 0 15,6 0 0-15,1-1 0 0,10 1 0 16,1 0 0-16,10 3 0 0,9 1 0 16,-2 2 0-16,4 4 0 15,-3 3 0-15,-1 2 0 0,-2 1 0 16,-7 2 0-16,-3-3 0 0,-7 1 0 15,-2-5 0-15,-2-3 0 16,0-4 0-16,-6-5 0 0,2-4 0 16,-3-6 0-16,1-5 0 0,2-6-161 15,-2-4-859-15,-2-3-1449 0,1-11-949 0</inkml:trace>
  <inkml:trace contextRef="#ctx0" brushRef="#br0" timeOffset="81322.08">12148 13811 4706 0,'0'0'780'0,"0"0"184"0,0 0 9 15,0 0-465-15,0 0-247 0,52-19-261 16,-29 20 0-16,2 3 0 0,2 1 0 16,-3-2 0-16,9-3 0 0,3 0 0 15,5-4-649-15,-14 0-784 0,0 0-4189 0</inkml:trace>
  <inkml:trace contextRef="#ctx0" brushRef="#br0" timeOffset="81619.67">12543 13777 5646 0,'0'0'868'0,"0"0"-247"16,-37-20 343-16,31 20-871 16,0 1-93-16,-5 9 0 0,1 5 0 15,0 7 0-15,-1 0 0 0,7 4 0 16,4 0 0-16,0 2 0 0,4 1 0 16,7-2 0-16,3-1 0 0,3-3 0 15,3-5 0-15,3-8 0 16,2-4 0-16,-2-5 0 0,-3-2-313 15,1-5 17-15,-7-3 132 0,-7-5 16 16,-1-2 112-16,-6-3 36 0,-6-3 56 16,-1-1-52-16,-3 0 8 0,-8-3-12 15,1-1-48-15,-4-1-88 0,5 3-248 16,5 4 143-16,5 4-7 16,6 5-440-16,11 3-80 0,-5 4 67 15,0 2-1904-15</inkml:trace>
  <inkml:trace contextRef="#ctx0" brushRef="#br0" timeOffset="81804.67">12663 14007 4830 0,'0'0'1616'0,"0"0"-931"16,0 0-97-16,0-45-115 0,0 17-473 15,4-2 0-15,3 3 0 16,-1 5 0-16,8 1 0 0,-3 2 0 15,3 2 0-15,3-1 0 0,-1-2 0 16,1 3-501-16,-3-4-2120 0</inkml:trace>
  <inkml:trace contextRef="#ctx0" brushRef="#br0" timeOffset="82195.25">13372 13707 6382 0,'0'0'1385'0,"0"0"-960"0,0 0-425 15,0 0 0-15,0 0 0 0,4 63 0 16,-4-18 0-16,0 7 0 0,0-1 0 15,2-9 0-15,3-5 0 0,1-8 0 16,2-7 0-16,-2-7-173 0,-2-8-991 16,-2-7-2494-16</inkml:trace>
  <inkml:trace contextRef="#ctx0" brushRef="#br0" timeOffset="82336.38">13476 13359 5598 0,'0'0'1529'16,"0"0"-1337"-16,0 0-8 0,0 0-28 16,-21 41-156-16,13-14-12 0,-3 3-1044 15,9-7-489-15,2-5-792 0</inkml:trace>
  <inkml:trace contextRef="#ctx0" brushRef="#br0" timeOffset="82555.21">13536 14011 5450 0,'0'0'1068'16,"0"0"-435"-16,0 0 408 0,0 0-1041 16,10-36 0-16,0 3 0 0,1-9 0 15,5-2 0-15,-1 6 0 0,-1 3 0 16,-2 7 0-16,-1 12 0 0,-5 9 0 16,-2 5 0-16,0 7 0 0,-2 12 0 15,2 15 0-15,-4 8 0 16,0 2 0-16,0-4 0 0,5-11 0 15,1-3 0-15,4-4 0 0,7-9 0 16,-3-4-513-16,3-7-1464 0</inkml:trace>
  <inkml:trace contextRef="#ctx0" brushRef="#br0" timeOffset="82789.31">14001 13809 6478 0,'0'0'1085'0,"43"-16"-456"0,-16 10-629 15,-6 3 0-15,-1 3 0 16,-3 3 0-16,-1 1 0 0,3 1 0 15,-9-3 0-15,-4-2-1605 0</inkml:trace>
  <inkml:trace contextRef="#ctx0" brushRef="#br0" timeOffset="83270.96">14548 13735 6014 0,'0'0'801'0,"-33"-26"-173"0,15 17 121 16,1 3-749-16,3 5 0 0,1 8 0 16,-3 11 0-16,1 10 0 0,1 7 0 15,3 5 0-15,-1 0 0 0,12 0 0 16,0-5 0-16,0-3 0 16,10-9 0-16,3-7 0 0,1-8 0 15,7-8 0-15,2-7 0 0,-3-10 0 16,5-5 0-16,-4-3 0 15,-5-1 0-15,1 2 0 0,-3 2 0 0,-1 4 0 16,-5 5 0-16,-2 6 0 16,-2 3 0-16,-2 4 0 0,3 5 0 15,-5 10 0-15,6 7 0 0,-2 5 0 16,2 2 0-16,-2-2 0 0,2-4 0 16,1-1 0-16,3-7 0 0,-2-3-101 15,3-2-503-15,-1-6-833 16,-4-1-175-16,0-3-818 0</inkml:trace>
  <inkml:trace contextRef="#ctx0" brushRef="#br0" timeOffset="83410.95">14825 13905 6262 0,'0'0'1005'0,"-18"53"-533"15,12-26-19-15,1-4-453 0,3 1 0 16,2-6 0-16,0-2 0 0,7-2 0 15,-3-4 0-15,2-4 0 0,-2-5-213 16,-2-1-1468-16,-2-3-560 0</inkml:trace>
  <inkml:trace contextRef="#ctx0" brushRef="#br0" timeOffset="83569.17">14832 13428 7123 0,'0'0'372'0,"0"0"-156"0,0 0-40 16,0 0-176-16,0 0-304 0,0 0-1173 16,0 0 249-16,0 0-677 0</inkml:trace>
  <inkml:trace contextRef="#ctx0" brushRef="#br0" timeOffset="83773.33">14916 14069 5510 0,'0'0'1953'0,"0"0"-1224"15,0-55-729-15,0 20 0 0,4-1 0 16,3 1 0-16,3 5 0 0,4 2 0 16,3 5 0-16,0 4 0 0,3 1 0 15,11 0 0-15,2-6-273 16,-2 5-1156-16,0-9-1736 0</inkml:trace>
  <inkml:trace contextRef="#ctx0" brushRef="#br0" timeOffset="84540.49">15915 13811 5942 0,'0'0'1645'0,"0"0"-1133"16,0 0-419-16,0 0-93 0,0 58 0 15,-2-12 0-15,0 8 0 16,0 2 0-16,-3-8 0 0,3 0 0 15,0-5 0-15,2-5 0 0,0-4 0 16,0-9-229-16,0-8-919 0,0-8-2722 0</inkml:trace>
  <inkml:trace contextRef="#ctx0" brushRef="#br0" timeOffset="84829.59">15894 13659 6426 0,'0'0'441'0,"25"-61"639"0,-9 32-835 0,1 10-245 16,0 6 0-16,1 6 0 15,-1 4 0-15,-1 3 0 0,5 6 0 16,0 7 0-16,-1 6 0 0,1 5 0 16,-5 7 0-16,-5 5 0 0,-5 3-45 15,-6 0-115-15,-6 0 156 16,-9-4 8-16,-1-3 100 0,-1-4-3 15,-10-3-101-15,-2-4 0 0,-4-7 0 16,2-5 0-16,4-7 0 0,7-5-165 16,9-11-627-16,7-4-93 0,4 1-1124 15,0-2-248-15</inkml:trace>
  <inkml:trace contextRef="#ctx0" brushRef="#br0" timeOffset="85178.21">16214 13777 2949 0,'0'0'1669'0,"21"-55"-269"15,0 22-627-15,4 3-109 0,-3 3 73 16,3 5-737-16,-4 4 0 15,-5 8 0-15,1 3 0 16,-3 4 0-16,-3 3 0 0,1 0-557 16,-6 3-319-16,5 1-1081 0,-1 2 68 0</inkml:trace>
  <inkml:trace contextRef="#ctx0" brushRef="#br0" timeOffset="85472.4">16566 13671 6799 0,'0'0'940'0,"0"0"-487"0,-44-25-453 16,30 25 0-16,4 6 0 0,-1 11 0 16,-1 7 0-16,-3 8 0 15,9 3 0-15,2 0 0 0,4-3 0 0,4-2 0 16,9-5 0-16,1-6 0 15,3-8 0-15,-1-4 0 16,3-6 0-16,-1-5 0 0,1-8 0 16,-2-10 0-16,-1-2 0 0,-6-5 0 15,-3 0 0-15,-3 0 0 0,-4-1 0 16,-4 2 0-16,2 1 0 0,-7 2-361 16,3 8-631-16,-4 2-2374 0</inkml:trace>
  <inkml:trace contextRef="#ctx0" brushRef="#br0" timeOffset="85905.53">16657 14323 5398 0,'0'0'900'0,"0"0"-323"16,0 0 639-16,0 0-1115 15,0 0-101-15,0-50 0 0,2 8 0 16,0-9 0-16,-2-7 0 0,-4-6 0 16,2-9 0-16,-2-7 0 0,4 0 0 15,6 6 0-15,8 10 0 16,3 14 0-16,1 17 0 0,-5 11 0 15,-5 9 0-15,-2 8 0 0,-4 4 0 16,3 1 0-16,5 5 0 0,0 8 0 16,7 6 0-16,-7 4 0 0,-2 2 0 15,-6 1 0-15,-2 1 0 0,-6-1 0 16,-2 1 0-16,-9-5 0 0,5-1 0 16,-7-2 0-16,-3-3 0 0,1-2 0 15,4-6 0-15,3-3 0 16,4-2-773-16,8-2-560 0,2-1-660 15</inkml:trace>
  <inkml:trace contextRef="#ctx0" brushRef="#br0" timeOffset="86362.37">16913 13777 5730 0,'0'0'853'0,"0"0"-361"15,0 0 368-15,0 0-603 0,0 0-257 16,31 23 0-16,-10-21 0 16,0-2 0-16,-1-6 0 0,1-7 0 15,-3-1 0-15,3-4 0 0,-2-3 0 16,-7 0 0-16,-2 0 0 0,1 1 0 16,-11 1 0-16,0 1 0 0,-6 3 0 15,-9 1 0-15,-1 4 0 16,-1 4 0-16,-8 6 0 0,5 5 0 15,-1 8 0-15,2 6 0 0,-1 5 0 16,1 3 0-16,3 3 0 0,5 1 0 16,7 2 0-16,-2-2 0 0,6-3 0 15,8-4 0-15,5-5 0 0,3-4 0 16,5-4 0-16,4-3 0 0,-3-7 0 16,5-2 0-16,-2-8 0 0,6-8-481 15,-10 2-1336-15,-1-7-936 0</inkml:trace>
  <inkml:trace contextRef="#ctx0" brushRef="#br0" timeOffset="86574.33">17285 13194 8192 0,'0'0'0'15,"0"0"0"-15,-4 34 0 0,8-5 0 16,-2 9 0-16,0 5 0 15,0 6 0-15,-2 5 0 0,0 3 0 16,0 3 0-16,-2-2 0 0,-2-2 0 16,0-2 0-16,-2-7 0 0,2-11-41 15,2-12-1608-15,-2-11-880 0</inkml:trace>
  <inkml:trace contextRef="#ctx0" brushRef="#br0" timeOffset="86763.42">17428 13258 7531 0,'0'0'661'0,"0"0"-661"16,-21 42 0-16,11-12 0 15,8 10 0-15,-2 2 0 0,0 4 0 16,1 3 0-16,-1 0 0 0,4-1 0 16,-2 0 0-16,0-3 0 0,2-4 0 15,0-3 0-15,0-7 0 16,0-11-1710-16,2-7-1483 0</inkml:trace>
  <inkml:trace contextRef="#ctx0" brushRef="#br0" timeOffset="87213.34">17523 13719 6038 0,'0'0'1053'0,"0"0"-789"0,0 0 268 15,0 0-364-15,0 0-116 0,35-38-28 16,-12 14-16-16,-2-3-8 0,3 2 4 16,-7 2-4-16,-1 0 0 0,-5 4 4 15,-7 3-4-15,-4 3 0 0,-6 3 8 16,-9 3 4-16,-1 4-12 0,-5 6 25 16,0 8-25-16,-3 8 0 15,7 6 0-15,-4 4-21 0,5 6 21 16,5 2 0-16,5 1-12 0,6 2 12 15,2-3-8-15,13-4-76 0,1-6-108 16,11-8-132-16,2-8 64 16,0-7 132-16,2-4-256 0,0-5-237 15,-10-1-251-15,-1-1-1369 0</inkml:trace>
  <inkml:trace contextRef="#ctx0" brushRef="#br0" timeOffset="87382.21">17870 13883 3797 0,'0'0'1181'0,"0"0"-125"0,0 0-83 16,0 0-409-16,-2-54-180 0,-2 22-147 16,4-5-237-16,-2-1 0 0,2 1 0 15,0 5 0-15,2 5 0 0,2 8 0 16,0 5 0-16,-2 6 0 0,5 3 0 16,3 0 0-16,9 1 0 0,3-1 0 15,9 4 0-15,-10 1-705 0,0-1-2384 16</inkml:trace>
  <inkml:trace contextRef="#ctx0" brushRef="#br0" timeOffset="87673.37">18222 13506 6258 0,'0'0'1337'0,"0"0"-785"16,0 0-507-16,0 0-45 0,0 0 0 15,0 0 0-15,-44-30 0 0,28 41 0 16,-3 6 0-16,3 5 0 15,1 4 0-15,3-1 0 0,1-1 0 16,7-2 0-16,2-2 0 0,4-1 0 16,9-1 0-16,3-1 0 0,3-2 0 15,3-1 0-15,3-1 0 0,2-1 0 16,0-3 0-16,1-1 0 0,-3-2 0 16,-8 0 0-16,-5-2 0 0,-10 6 0 15,-10 4 0-15,-11 4 0 16,-12 4 0-16,-6 2 0 0,-5-4 0 15,-3-1 0-15,-5-3 0 0,2-1 0 16,11-5-125-16,2-3-2252 0</inkml:trace>
  <inkml:trace contextRef="#ctx0" brushRef="#br0" timeOffset="89832.49">18021 15197 5514 0,'0'0'880'16,"0"0"-251"-16,0 0 491 0,0 0-1071 15,0 0-49-15,-41 16 0 16,30 5 0-16,5 8 0 0,6 10 0 15,0 8 0-15,0 4 0 0,11 7 0 16,-5 6 0-16,0 0 0 0,-2 0 0 16,0-5 0-16,-2-6 0 0,-2-10 0 15,2-7-353-15,-2-14-735 0,0-8-2278 16</inkml:trace>
  <inkml:trace contextRef="#ctx0" brushRef="#br0" timeOffset="90155.38">18015 15144 4309 0,'0'0'1745'0,"0"0"-1020"0,0 0-269 16,0 0 4-16,0 0-172 0,0 0-200 16,37-15 33-16,-12 23-121 15,2 0 0-15,0 4 0 0,0 1 0 16,-1 1 0-16,1 4 0 0,0 6 0 15,-2 4 0-15,-4 9 0 0,-5 7 0 16,-5 7 0-16,-5 4 0 0,-6 5 0 16,-6 0 0-16,-5-1 0 0,-1-4 0 15,-3-5 0-15,-5-8 0 0,-1-6 0 16,-2-7 0-16,-6-7 0 16,0-7 0-16,0-8 0 0,3-7 0 15,9-10-493-15,3-5-319 0,1-4 51 16,5-1-555-16,2 5-89 15,-1 1-1180-15</inkml:trace>
  <inkml:trace contextRef="#ctx0" brushRef="#br0" timeOffset="90644.65">18532 15643 5266 0,'0'0'1669'0,"0"0"-917"15,0 0-247-15,0 0-505 0,0 0 0 16,0 0 0-16,0 0 0 0,-21-33 0 16,9 30 0-16,-3 3 0 15,-1 4 0-15,3 9 0 0,-1 10 0 16,-1 6 0-16,-1 8 0 0,5 4 0 15,5 0 0-15,2-3 0 0,4-5 0 16,10-5 0-16,7-6 0 0,4-9 0 16,6-6 0-16,-1-7 0 0,3-7 0 15,-6-6 0-15,-2-5 0 0,-7-4 0 16,-1-2 0-16,-5-4 0 16,-6-1 0-16,-2-1 0 0,0-1 0 15,-6 1 0-15,2 0 0 0,-5 1 0 16,1 3 0-16,-2 3-721 0,10 4-352 15,0 7-1552-15,0 2-900 0</inkml:trace>
  <inkml:trace contextRef="#ctx0" brushRef="#br0" timeOffset="91085.22">18652 15745 5402 0,'0'0'960'0,"-2"45"-379"0,2-22 227 16,0-6-572-16,-3-2-52 0,3-5-163 15,0-4-21-15,0-4 0 0,3-2 0 16,-1-2 0-16,2-9 0 0,2-10 0 16,4-9 0-16,-3-4 0 0,3-1 0 15,-4 3 0-15,2 1 0 0,-1 5 0 16,3 5 0-16,-4 8 0 0,0 5 0 16,-2 7 0-16,1 1 0 15,-1 9 0-15,2 7 0 0,-2 8 0 16,2 5 0-16,-2 2 0 0,-2-4 0 15,5-3 0-15,-3-5 0 16,2-2 0-16,-2-6 0 0,2-3 0 16,-2-5 0-16,-2-3 0 0,1 0 0 15,3-7 0-15,0-8 0 0,4-8 0 16,1-3 0-16,-1-1 0 16,-4 3 0-16,4 7 0 0,-3 5 0 15,-3 5 0-15,-4 4 0 0,0 2 0 16,4 1 0-16,-4 2 0 0,2 11 0 15,2 8 0-15,-4 5 0 0,6 1 0 16,-4-3 0-16,0-7 0 0,7-3 0 16,-3-3 0-16,0-5 0 0,4-1 0 15,-5-3-701-15,-3 2-1152 0</inkml:trace>
  <inkml:trace contextRef="#ctx0" brushRef="#br0" timeOffset="91379.24">19040 15598 4025 0,'0'0'3046'0,"0"0"-2046"0,0 52-879 0,0-22-121 0,0 3 0 16,0-2 0-16,0-3 0 16,4-3 0-16,-2-6 0 0,3-4 0 15,-3-5 0-15,0-4 0 0,0-5 0 16,-2-1-1690-16,0-7-707 0</inkml:trace>
  <inkml:trace contextRef="#ctx0" brushRef="#br0" timeOffset="91489.95">19046 15336 3397 0,'0'0'1765'0,"0"0"-1469"15,0 0-296-15,0 0-144 0,0 0-2837 0</inkml:trace>
  <inkml:trace contextRef="#ctx0" brushRef="#br0" timeOffset="91725.5">19129 15834 5678 0,'0'0'1473'0,"0"0"-473"16,0 0-959-16,4-57-41 0,-2 28 0 15,9 0 0-15,-5 3 0 0,-2 3 0 16,6 7 0-16,-6 5 0 0,-1 5 0 15,1 5 0-15,2 1 0 16,4 8 0-16,1 12 0 0,-1 8 0 16,0 6 0-16,-6 2 0 0,3-6 0 15,-3-3 0-15,-2-5 0 0,6-4 0 16,-6-5 0-16,6-5-125 16,-6-4-1528-16,5-4-904 0</inkml:trace>
  <inkml:trace contextRef="#ctx0" brushRef="#br0" timeOffset="92455.46">19441 15697 4169 0,'0'0'1217'16,"-10"-46"-749"-16,8 22 116 16,-2 7 85-16,4 3-189 0,-2 6-56 15,-2 6-243-15,4 2-181 0,-7 5 0 16,-1 14 0-16,-8 14 0 0,3 10 0 15,-5 5 0-15,9-2 0 16,1-9 0-16,8-6 0 0,0-7 0 16,8-8 0-16,5-7 0 0,-1-6 0 15,3-3 0-15,-1-10 0 0,0-2 0 16,-5-4 0-16,5 0 0 16,-8 0 0-16,1 1 0 0,-3 2 0 15,-4-3 0-15,4 1 0 0,-4 0 0 16,2 4 0-16,-2 2 0 0,2 4 0 15,-2 4 0-15,0 1 0 0,2 0 0 16,-2 1 0-16,4 4 0 0,2 4 0 16,-1 4 0-16,1 5 0 0,-2 0 0 15,-2-3 0-15,2-3 0 0,-2-4 0 16,0-3 0-16,0 0 0 16,2 1 0-16,1-1 0 0,1 1 0 15,0-2 0-15,2-4 0 0,3-6 0 16,3-11 0-16,0-5 0 15,1-5 0-15,-3 1 0 0,-7 2 0 16,-1 4 0-16,-4 5 0 0,0 5 0 16,-4 4 0-16,4 3 0 0,0 0 0 15,-3 3 0-15,3-1 0 0,-2 1 0 16,2 0 0-16,0 1 0 16,5 5 0-16,-1 6 0 0,2 7 0 15,-4 3 0-15,0 4 0 0,-2-2 0 16,0-1 0-16,-2-3 0 0,0-2 0 15,2-5 0-15,0-5 0 0,0-5 0 16,2-3 0-16,2 0 0 0,4-9 0 16,5-7 0-16,1-5 0 0,1-3 0 15,-3 2 0-15,-6 5 0 0,5 2 0 16,-7 3 0-16,0 6 0 16,-4 2 0-16,2 1 0 0,-2 3 0 15,0 0 0-15,4 9 0 0,0 9 0 16,-2 5 0-16,7 3 0 0,-7 0 0 15,2-2 0-15,-2-3 0 16,-2 0 0-16,4-8 0 0,-2-4 0 16,0-5 0-16,0-4 0 0,2 0-965 15,-2-11-1032-15</inkml:trace>
  <inkml:trace contextRef="#ctx0" brushRef="#br0" timeOffset="92674.56">19929 15184 7659 0,'0'0'533'0,"0"0"-533"15,0 0 0-15,-10 56 0 0,8-19 0 16,-2 9 0-16,4 8 0 16,0 2 0-16,6 6 0 0,-2 3 0 15,-4 1 0-15,4-3 0 0,-4-3 0 16,-4-6 0-16,0-3 0 15,-4-5 0-15,-5-6 0 0,3-12-1113 16,-3-7-756-16</inkml:trace>
  <inkml:trace contextRef="#ctx0" brushRef="#br0" timeOffset="92800.95">19844 15705 6671 0,'0'0'536'0,"0"0"212"0,48-30-511 16,-23 21-237-16,-3 1 0 0,-1 1 0 15,0-1 0-15,-1 0 0 0,-5 1-1782 16,-3-3-1823-16</inkml:trace>
  <inkml:trace contextRef="#ctx0" brushRef="#br0" timeOffset="94144.61">20994 15379 4217 0,'0'-38'2109'15,"0"1"-1636"-15,-4-2 107 0,-1 8-232 16,-3 4-116-16,-4 4 1 0,-5 7-233 16,-3 5 0-16,-7 5 0 15,2 6 0-15,-8 6 0 0,2 7 0 16,0 7 0-16,2 3 0 0,-2 4 0 15,2 3 0-15,0-1 0 0,4 4 0 16,7-1 0-16,5 0 0 0,13 1 0 16,4 1 0-16,13 3 0 0,3 1 0 15,5 3 0-15,-2 4 0 0,-2 1 0 16,-1 4 0-16,-5-4 0 16,-3 1 0-16,-4-4 0 0,-1-3 0 15,-5-6 0-15,-2-6 0 0,0-9 0 16,0-7 0-16,0-8 0 15,0-4-949-15,-2-3-1644 0,-5-12-985 0</inkml:trace>
  <inkml:trace contextRef="#ctx0" brushRef="#br0" timeOffset="94318.51">20642 15801 5586 0,'0'0'1209'16,"0"0"-885"-16,0 0 164 0,35 18 97 15,-8-8-585-15,2 0 0 0,2-4 0 16,0-1 0-16,0-1 0 0,6-3 0 15,1-1 0-15,-1-1 0 0,0-3 0 16,-8-1-533-16,-6 0-652 0,-5 0-1584 16,-7 3-396-16</inkml:trace>
  <inkml:trace contextRef="#ctx0" brushRef="#br0" timeOffset="94489.69">21072 15808 3325 0,'0'0'1501'0,"0"0"-257"16,0 0 205-16,0 0-909 0,-45-22-407 15,32 24-133-15,3 9 0 0,-4 6 0 16,3 7 0-16,1 1 0 15,0 1 0-15,7-2 0 0,3-1 0 16,3-5 0-16,5-2 0 0,2-4 0 16,3-3 0-16,3-7 0 0,1-3 0 15,1-9 0-15,-1-7 0 0,3-6 0 16,-5-4 0-16,-5-3-657 16,-1-3-556-16,-7 1-131 0,0 9-777 15,-2 0-92-15</inkml:trace>
  <inkml:trace contextRef="#ctx0" brushRef="#br0" timeOffset="94739.04">21120 15906 3573 0,'0'0'2297'0,"2"55"-1480"0,0-36-201 16,2-10-44-16,-4-5-320 15,2-4-187-15,2 0-65 0,-2-10 0 16,5-10 0-16,-3-7 0 0,2-8 0 16,-2 0 0-16,0 2 0 0,2 2 0 15,1 1 0-15,7 3 0 0,-2 2 0 16,9 2 0-16,0-1 0 16,1 0 0-16,-1-2-177 0,-6 7-2692 0,-1-2-1965 15</inkml:trace>
  <inkml:trace contextRef="#ctx0" brushRef="#br0" timeOffset="95112.35">21959 15605 6755 0,'0'0'1028'0,"-12"38"-619"0,5-2-409 0,-3 10 0 0,4 4 0 16,0-1 0-16,2-2 0 0,4-7 0 15,0-9 0-15,6-11 0 0,4-10 0 16,5-10 0-16,-1-4-181 16,3-12-2916-16</inkml:trace>
  <inkml:trace contextRef="#ctx0" brushRef="#br0" timeOffset="95249.67">21998 15175 5078 0,'0'0'20'0,"0"0"48"16,0 0 304-16,0 0-160 0,0 0-212 16,-2 46-20-16,2-16-1272 15,0 4-785-15</inkml:trace>
  <inkml:trace contextRef="#ctx0" brushRef="#br0" timeOffset="95450.9">22114 15898 3649 0,'0'0'2237'15,"0"0"-1288"-15,-10 39-165 0,10-39-211 16,6-7-573-16,6-12 0 16,7-15 0-16,6-11 0 0,2-4 0 15,-5 5 0-15,-3 14 0 0,-5 7 0 16,-5 10 0-16,-3 8 0 0,-4 4 0 15,0 3 0-15,0 12 0 16,-2 8 0-16,0 4 0 0,2 1 0 16,-2-6 0-16,4-10-865 0,-2-3-872 15,2-6-1056-15</inkml:trace>
  <inkml:trace contextRef="#ctx0" brushRef="#br0" timeOffset="95577.22">22418 15738 6679 0,'0'0'1296'16,"0"0"-1104"-16,33 14-167 0,-12-14-25 16,6-2 0-16,-5-9 0 0,-3 3-1233 15,-3-2-1016-15</inkml:trace>
  <inkml:trace contextRef="#ctx0" brushRef="#br0" timeOffset="96195.53">22697 15609 6410 0,'0'0'1233'0,"0"0"-684"16,0 0-549-16,-12 46 0 0,7-8 0 15,1 7 0-15,2 0 0 16,2-5 0-16,2 0 0 0,2-2 0 16,3-4 0-16,7-7 0 0,1-5 0 15,1-6 0-15,3-10 0 0,1-6 0 16,1-12 0-16,4-12 0 16,0-3 0-16,-7-7 0 0,3 0 0 15,0 2 0-15,-7 3 0 0,-1 5 0 16,-5 7 0-16,-6 7 0 0,2 6 0 15,-2 4 0-15,-2 11 0 0,0 11 0 16,0 6 0-16,-2 4 0 0,2-2-65 16,0-6-11-16,6-6 76 0,2-4 0 15,3-6-4-15,-1-4 4 0,3-4 56 16,-1-6 16-16,0-8-55 16,1-3-17-16,-3-5 0 0,0-3 0 15,1 0 0-15,-5 0 0 0,0 0 0 16,-4 0 0-16,0 0 0 0,-2 1 0 15,-2-2 0-15,-2 3 0 16,0 2 0-16,4 5 0 0,0 7 0 16,6 3 0-16,-2 3 0 0,5 1-969 15,1 1-12-15,-2 0-996 0,2 1 325 0</inkml:trace>
  <inkml:trace contextRef="#ctx0" brushRef="#br0" timeOffset="96523.47">23270 15636 4942 0,'0'0'1168'0,"0"0"117"16,0 0-685-16,0 0-403 0,0 0-197 16,0 0 0-16,-17-34 0 0,3 34 0 15,-3 7 0-15,-4 9 0 0,1 13 0 16,-1 5 0-16,2 5 0 16,7 0 0-16,6-5 0 0,4-7 0 15,4-7 0-15,12-7 0 0,1-6 0 16,5-7 0-16,-1-2 0 0,0-9 0 15,-5-3 0-15,1-3 0 16,-5 1 0-16,-4-1 0 0,-2 3 0 16,2 0 0-16,-3 4 0 0,-3 3 0 15,2 3 0-15,-2 4 0 0,0 0 0 16,0 4 0-16,0 9 0 16,0 5 0-16,0 4 0 0,0 0 0 15,2-3 0-15,2-6 0 0,-2-6 0 16,2-4 0-16,0-3-813 0,0 0-1216 15,2-4-220-15</inkml:trace>
  <inkml:trace contextRef="#ctx0" brushRef="#br0" timeOffset="96723.64">23559 15039 7795 0,'0'0'397'0,"0"0"-397"0,0 0 0 15,0 0 0-15,-27 39 0 0,17 1 0 16,-3 11 0-16,5 9 0 16,-2 2 0-16,4 8 0 0,-1 6 0 15,1 2 0-15,0-3 0 0,2-6 0 16,4-10 0-16,0-11 0 16,2-8 0-16,0-16 0 0,2-5-3046 0</inkml:trace>
  <inkml:trace contextRef="#ctx0" brushRef="#br0" timeOffset="96899.64">23373 15618 6098 0,'0'0'420'0,"0"0"-15"0,0 0 383 16,50-39-420-16,-30 26-255 16,-1 3-113-16,-3-1 0 0,3 4 0 15,-5 2 0-15,7 2-33 0,-6 2-535 16,-5 1-937-16,-2 0-111 0,-4 3-786 0</inkml:trace>
  <inkml:trace contextRef="#ctx0" brushRef="#br0" timeOffset="97273.74">23695 15711 6318 0,'0'0'1029'16,"0"0"-469"-16,27-34-275 0,-14 11-285 15,-5-1 0-15,-4 2 0 0,-2 0 0 16,-2 2 0-16,-4 0 0 0,-6 6 0 16,-1 4 0-16,-1 8 0 0,-5 9 0 15,3 11 0-15,-3 10 0 0,1 9 0 16,1 3 0-16,5 2 0 16,4-2 0-16,6-2 0 0,10-6-29 15,5-5-403-15,1-4 20 0,7-4 184 16,2-4 40-16,-3-4 152 15,-1-6 4-15,-2-2-273 0,-5-3-103 16,-6 0 288-16,-5 0 120 0,-1 0 0 16,0 0 84-16,0 0 244 0,-2 1 53 15,0-1 67-15,-2 2 380 0,-2-2-707 16,1 0-121-16,1-2 0 16,2-4 0-16,0-10 0 0,7-5 0 0,3-3 0 15,4-3 0-15,5-1 0 16,-2 2 0-16,3-4 0 0,1 1 0 15,2-3 0-15,-1 0 0 0,-5 7-2302 16</inkml:trace>
  <inkml:trace contextRef="#ctx0" brushRef="#br0" timeOffset="97723.52">24741 16052 3581 0,'-6'50'2753'0,"4"-3"-1936"0,2 7 3 0,6-5-599 0,1-1-221 16,1-5 0-16,2-3 0 15,-4-7 0-15,1-6 0 0,-1-4 0 16,-4-8 0-16,-2-5 0 0,0-4 0 16,0-5 0-16,-2-1-329 0,-2-3-347 15,-5-10 100-15,-3-13-573 0,2 1 16 16,1-4-451-16</inkml:trace>
  <inkml:trace contextRef="#ctx0" brushRef="#br0" timeOffset="97973.49">24704 15745 2525 0,'10'-41'2501'0,"7"5"-1281"0,6 1-63 16,-5 13-649-16,5 3-227 0,-4 7-281 16,-3 5 0-16,-5 2 0 0,-1 3 0 15,-2 2 0-15,0 0 0 0,3 5 0 16,1 4 0-16,3 8 0 16,-3 4 0-16,-4 6 0 0,-8 3 0 15,-4 0 0-15,-6 2 0 0,-7 1 0 16,-3-1 0-16,-5 1 0 15,-2-1 0-15,-2-2 0 0,-2-4 0 16,4-6 0-16,2-8 0 0,5-6 0 16,5-6 0-16,9-7 0 0,6-9 0 15,10-6-249-15,7-6-1332 16,-3 6-27-16,3 1-725 0</inkml:trace>
  <inkml:trace contextRef="#ctx0" brushRef="#br0" timeOffset="98203.64">25029 15916 3197 0,'0'0'1597'16,"0"0"-69"-16,0 0-839 0,0 0-277 15,-11-37 212-15,11 8-479 0,0-7-145 16,7-3 0-16,3 2 0 0,4 4 0 15,1 5 0-15,-1 6 0 16,-1 4 0-16,-5 7 0 0,-4 3 0 16,0 5 0-16,0-3 0 0,3-1-241 15,-1-2-1071-15,2 0-4171 0</inkml:trace>
  <inkml:trace contextRef="#ctx0" brushRef="#br0" timeOffset="98467.75">25390 15637 7031 0,'0'0'908'0,"-55"6"-655"16,28-2-253-16,2 5 0 0,-2 6 0 15,4 7 0-15,3 5 0 0,7 4 0 16,7-2 0-16,8 0 0 16,11-3 0-16,5-3 0 0,9-6 0 15,2-6 0-15,2-7 0 0,-2-4 0 16,-4-10 0-16,-5-4 0 15,-5-4 0-15,-9-3 0 0,-4-2 0 16,-2-4 0-16,-2 1 0 0,-6-2 0 16,2 3 0-16,-5 2 0 0,1 4 0 15,2 1 0-15,-1 8-1766 0,5 1-683 0</inkml:trace>
  <inkml:trace contextRef="#ctx0" brushRef="#br0" timeOffset="99199.7">25541 16048 5950 0,'-6'50'945'0,"0"2"-45"0,2 4-503 0,2-6-397 16,0-4 0-16,0-2 0 0,2-4 0 15,0-8 0-15,0-6 0 0,0-5 0 16,0-7 0-16,0-6 0 16,0-6 0-16,0-2 0 0,-2-4 0 15,-5-12 0-15,1-12 0 0,0-9 0 16,0-10 0-16,4-5 0 0,0-8 0 15,2-7 0-15,0-9 0 0,0-2 0 16,4 1 0-16,6 7 0 0,7 9 0 16,1 10 0-16,3 8 0 0,0 8 0 15,-3 4 0-15,1 8 0 0,-5 7 0 16,-3 6 0-16,-5 5 0 16,0 5 0-16,-2 0 0 0,4 8 0 15,-1 10 0-15,-1 8 0 0,0 5 0 16,-6 3 0-16,0-1 0 0,-4-2 0 15,-2-1 0-15,-3-6 0 16,1-2 0-16,0-6 0 0,0-4 0 16,1-6 0-16,1-4-1289 0,0-1 32 15,0-1-368-15</inkml:trace>
  <inkml:trace contextRef="#ctx0" brushRef="#br0" timeOffset="99504.55">25760 15802 5198 0,'0'0'1156'0,"50"-25"-307"0,-29 9 140 16,-5 0-989-16,-3 2 0 0,-3-1 0 15,-2 0 0-15,-2 0 0 0,1 0 0 16,-5 0 0-16,2 2 0 16,-4 0 0-16,0 1 0 0,-2 1 0 15,-2 1 0-15,-5 3 0 0,-1 3 0 16,-4 4 0-16,-5 12 0 0,0 12 0 15,-3 9 0-15,-3 10 0 16,2 7 0-16,5 0 0 0,1 2 0 16,13-6 0-16,4-7 0 0,12-9 0 15,9-8 0-15,4-12 0 0,4-7 0 16,0-8 0-16,-3-10 0 16,-1-7 0-16,-4-9-441 0,-9 7-1604 15,-1-6-1140-15</inkml:trace>
  <inkml:trace contextRef="#ctx0" brushRef="#br0" timeOffset="99708.55">26044 15125 6639 0,'0'0'868'16,"-19"45"-440"-16,11-12-171 15,0 7-257-15,-1 5 0 0,3 7 0 16,0 4 0-16,2 7 0 0,2 5 0 15,2-1 0-15,0-1 0 16,4-7 0-16,2-10 0 0,4-11 0 16,1-11 0-16,-1-16 0 0,0-7-2094 15,1-9-1507-15</inkml:trace>
  <inkml:trace contextRef="#ctx0" brushRef="#br0" timeOffset="99879.78">26139 15227 7875 0,'0'0'317'0,"0"0"-317"0,-11 53 0 16,7-10 0-16,0 13 0 0,0 3 0 15,0 4 0-15,2 1 0 0,-2-2 0 16,2-4 0-16,2-6 0 16,0-10 0-16,2-5 0 0,4-10 0 15,0-11-1321-15,-2-6-1385 0</inkml:trace>
  <inkml:trace contextRef="#ctx0" brushRef="#br0" timeOffset="100357.73">26261 15747 6086 0,'0'0'529'0,"0"0"-237"0,0 0 296 16,37-31-464-16,-29 17-12 0,3-1 108 15,-5 0-164-15,-4 1 4 0,0-1 65 16,-2 0-125-16,-2-2 0 0,-6 3 0 16,-3 3 0-16,-1 4 0 0,-3 7 0 15,1 5 0-15,-3 9 0 0,3 10 0 16,-1 3 0-16,5 5 0 16,2 5 0-16,6 1 0 0,2 0 0 15,12-3 0-15,5-3 0 0,1-6 0 16,5-4-633-16,2-6 209 15,-2-5 144-15,1-9-205 0,-1-2 53 16,0-12 120-16,-7-3-88 0,1-4 148 16,-7-3-8-16,1 2-749 0,-3 1 773 15,-2 5 236-15,-2 6 40 0,0 4 84 16,-2 2 232-16,2 2 349 16,5 3-301-16,3 2 20 0,3-1 228 15,-1-1-292-15,-2-3-47 0,-1 0 151 16,-5-2-200-16,-2-1-12 0,0-2 113 15,0-6-365-15,1-9 0 0,-3-5 0 16,-2-6 0-16,2-2 0 0,0 1 0 16,4 0 0-16,4 0 0 0,1 5 0 15,1 2 0-15,3 5 0 0,-1 2 0 16,3 4 0-16,-1 2-121 16,-4 2-2452-16,1 3-1457 0</inkml:trace>
  <inkml:trace contextRef="#ctx0" brushRef="#br0" timeOffset="100645.58">26953 15497 5886 0,'0'0'1201'0,"-45"1"-96"0,16-1-1105 16,2 3 0-16,-2 3 0 16,0 0 0-16,4 3 0 0,2 2 0 15,7 0 0-15,4 3 0 0,3 0 0 16,9 0 0-16,4 1 0 0,7-3 0 15,7 1 0-15,3-3 0 0,6-2 0 16,2 1 0-16,-4-1 0 0,1 1 0 16,-1 2 0-16,-4 2 0 0,-2 5 0 15,-7 0 0-15,-4 5 0 0,-4 0 0 16,-2-3 0-16,-4-1 0 16,-8-4 0-16,-4 0 0 0,-7-4 0 15,-6-5 0-15,0-3 0 0,-2-3 0 16,2-4 0-16,-2-1 0 15,-2 1 0-15,7 0-1722 0,-5 1-1883 0</inkml:trace>
  <inkml:trace contextRef="#ctx0" brushRef="#br0" timeOffset="144837.54">1226 12753 2881 0,'0'0'872'16,"0"0"-43"-16,0 0-341 0,0 0 264 16,0 0-292-16,0 0-159 0,0 0 127 15,0 0-188-15,0 0 12 0,-31-19 100 16,31 19-168-16,-2 0-31 0,2 0-153 15,0 0 0-15,-2 0 0 16,2 4 0-16,0-2 0 0,-2 2 0 16,2-1 0-16,0 1 0 0,0 0 0 15,10 0 0-15,2 2 0 0,15-2 0 16,15-4 0-16,9 0 0 16,5-5 0-16,0-1 0 0,-7 0 0 15,-1 1 0-15,0 2 0 0,-11 2 0 16,-2 1 0-16,-2 2 0 0,-8 0 0 15,-2 3 0-15,-7-2 0 16,-1 1 0-16,-5-2 0 0,-4 0 0 16,-4-1 0-16,0-1 0 0,0 0 0 15,-2 0 0-15,4 0 0 0,-4 0 0 16,0-4-661-16,0 1-740 0,0-6-4101 0</inkml:trace>
  <inkml:trace contextRef="#ctx0" brushRef="#br0" timeOffset="145363.93">1714 12595 5634 0,'0'0'780'0,"0"0"65"0,0 0 88 0,0 0-933 16,0 0 0-16,0 0 0 0,0 0 0 15,0 0 0-15,0 0 0 16,-11 17 0-16,18-2 0 0,1 3 0 16,2 1 0-16,3-2 0 0,-3-4 0 15,0 0 0-15,1-5 0 0,-5-2 0 16,0-2 0-16,-2-1 0 0,0 1 0 16,2-2 0-16,-1 1-489 0,1-1-1456 15,-6-2 116-15,4 0-1076 0</inkml:trace>
  <inkml:trace contextRef="#ctx0" brushRef="#br0" timeOffset="145661.01">1815 12725 4730 0,'0'0'1104'0,"0"0"-484"0,0 0 225 16,0 0-449-16,-39 41-116 0,14-14-63 16,-4 2-217-16,0-1 0 0,0-3 0 15,6 0 0-15,3-6 0 0,7-2 0 16,5-7 0-16,6-5 0 15,2-3-1726-15,4-4-1219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09:05.95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19704 10317 1860 0,'0'0'1329'0,"0"0"448"0,0 0-1173 16,0 0-104-16,0 0 161 0,0 0-405 16,0 0-40-16,0 0 192 0,0 0-216 15,0 0-32-15,0 1 69 16,0-1-229-16,0 0 0 0,2 0 0 16,-2 0 0-16,2-1 0 0,2-1 0 15,2-3 0-15,5-2 0 0,5-4 0 16,1-1 0-16,1-1 0 0,-3-1 0 15,-3 3 0-15,3-1 0 0,-3 0 0 16,-2 0 0-16,7 0 0 16,-3 0 0-16,1-1 0 0,1 0 0 15,1-1 0-15,10-3 0 0,-2-2 0 16,4-1 0-16,4-4 0 0,0 1 0 16,4-2 0-16,0 1 0 0,-2 0 0 15,-2 4 0-15,5 0 0 16,-3 1 0-16,-2 1 0 0,2 2 0 15,2-2 0-15,-2 0 0 0,2-1 0 16,-1 1 0-16,-1-1 0 0,0 0 0 16,-2-1 0-16,0 0 0 0,-2 1 0 15,-4-1 0-15,-2 2 0 16,-1-1 0-16,-1 2 0 0,-2 2 0 16,0-3 0-16,-5 4 0 0,3 1 0 15,-3 0 0-15,1 0 0 0,-5 2 0 16,1 2 0-16,-1-1 0 0,-2 2 0 15,-3 1 0-15,-3 1 0 0,4 1 0 16,-2 0 0-16,2-3 0 16,5-3 0-16,-1-2 0 0,5 2 0 15,-5 0 0-15,1 1 0 0,-3 1 0 16,2-1 0-16,-8 4 0 0,7 1 0 16,-7 0 0-16,0 3 0 15,0-2 0-15,0-1 0 0,5 2 0 16,-7-1 0-16,4 0 0 0,-2 1 0 15,2-1 0-15,-2 1 0 0,5-1 0 16,-3 1 0-16,2-1 0 0,0 0 0 16,7 0 0-16,1-3 0 15,1 0 0-15,4-1 0 0,-5-1 0 16,5 2 0-16,-5-1 0 0,1-2 0 16,-3 2 0-16,5-1 0 0,-5 0 0 15,1 2 0-15,1-2 0 0,-1 0 0 16,1 2 0-16,-1 0 0 0,1-1 0 15,1 1 0-15,4-3 0 0,-1 0 0 16,1-1 0-16,0-1 0 0,1 1 0 16,3 0 0-16,-4-1 0 15,-1 1 0-15,1 2 0 0,-2-1 0 16,-5 2 0-16,5 1 0 0,-7 0 0 16,7 1 0-16,-3 0 0 0,3 0 0 15,2-1 0-15,-1 1 0 16,1-2 0-16,6-1 0 0,-2-1 0 15,4-2 0-15,4-2 0 0,0-1 0 16,4-1 0-16,0 0 0 0,0 2 0 16,-1 0 0-16,1-1 0 15,0 0 0-15,0 0 0 0,4-1 0 16,-3 0 0-16,9-2 0 0,3 0 0 16,-3-3 0-16,3-1 0 0,0 0 0 15,-1-1 0-15,-1 0 0 0,-1 0 0 16,-3 0 0-16,-1 2 0 0,-4-2 0 15,1 1 0-15,-3 3 0 0,0-2 0 16,0 2 0-16,-4 1 0 0,5 2 0 16,-3-1 0-16,0 0 0 15,2 0 0-15,0 0 0 0,3 0 0 16,-1 0 0-16,0-1 0 0,0 0 0 16,-1 1 0-16,1-1 0 0,-2 1 0 15,0 0 0-15,-2 0 0 0,3 1 0 16,-3 1 0-16,-2-2 0 15,2 4 0-15,-2-2 0 0,4 0 0 16,-2 0 0-16,1 1 0 0,-1 0 0 16,0-1 0-16,-2 1 0 0,2 1 0 15,-2 0 0-15,0 0 0 0,4 2 0 16,-4 0 0-16,5-1 0 16,-3 1 0-16,0-1 0 0,0-1 0 15,4 1 0-15,1-1 0 0,1 0 0 16,4 0 0-16,1-2 0 0,-1 0 0 15,-1 0 0-15,3 0 0 0,-1 0 0 16,-3 1 0-16,1 1 0 0,-3 0 0 16,-4 3 0-16,0-2 0 0,-1 0 0 15,1 1 0-15,0-2 0 16,-2 0 0-16,0-1 0 0,2 0 0 16,-3-2 0-16,-1 0 0 0,2 1 0 15,-2 1 0-15,4 0 0 0,-2 1 0 16,-2 0 0-16,4 0 0 0,-3 0 0 15,1 0 0-15,2 0 0 16,2 1 0-16,5-1 0 0,1 0 0 16,-2-1 0-16,3-2 0 0,-1 2 0 15,1 1 0-15,1-1 0 0,1-2 0 16,-3 3 0-16,1 0 0 16,-3 1 0-16,1 0 0 0,-1 1 0 15,3 0 0-15,-1-1 0 0,3 1 0 16,-3 2 0-16,1-2 0 0,-1 4 0 15,1-2 0-15,-3 1 0 0,-4 3 0 16,1-1 0-16,-5 1 0 0,-4-1 0 16,2 1 0-16,-2 2 0 0,2-2 0 15,-4-1 0-15,2 1 0 0,0-1 0 16,0 0 0-16,-2 0 0 16,0 2 0-16,0-1 0 0,-3-1 0 15,1 4 0-15,-4-3 0 0,0 1 0 16,-2 2 0-16,-1-3 0 0,1 3 0 15,0-3 0-15,-1 1 0 16,5 0 0-16,0-1 0 0,0 0 0 16,1 0 0-16,-1-2 0 0,2 1 0 15,-2-1 0-15,2 0 0 16,-2 1 0-16,-1 2 0 0,1-1 0 16,-2 0 0-16,-2 0 0 0,-1 0 0 15,-1 1 0-15,-3-1 0 0,1 0 0 16,0 1 0-16,1-2 0 0,3 1 0 15,0-1 0-15,1 0 0 0,3-1 0 16,0 1 0-16,2 0 0 0,0-1 0 16,2 1 0-16,2 0 0 0,0 0 0 15,0 3 0-15,2-2 0 0,-4 0 0 16,2 2 0-16,-2-1 0 0,-1 2 0 16,-1 0 0-16,2-1 0 15,0 0 0-15,0 0 0 0,2-1 0 16,4 1 0-16,0 1 0 0,3-1 0 15,-1 1 0-15,2-1 0 16,-2 0 0-16,3 2 0 0,1-1 0 16,-2 1 0-16,1 0 0 0,-1 1 0 15,0 0 0-15,-4 0 0 0,2 1 0 16,-1 3 0-16,-1-3 0 0,-2 1 0 16,2 1 0-16,-2-1 0 15,0 2 0-15,0-1 0 0,0 2 0 16,0 0 0-16,4-1 0 0,-1 1 0 15,5 0 0-15,-2 0 0 0,3 1 0 16,-1 0 0-16,2 0 0 0,-3-1 0 16,1 1 0-16,-4-1 0 0,-4 2 0 15,0-1 0-15,0 1 0 0,-4 2 0 16,2-2 0-16,0 1 0 0,-2 1 0 16,-2 0 0-16,0-1 0 15,0 1 0-15,-2-1 0 0,-3 0 0 16,1-1 0-16,0 2 0 0,-2 0 0 15,-3-2 0-15,-3 1 0 16,1 1 0-16,-1-2 0 0,-1 0 0 16,1 0 0-16,1 0 0 0,1 1 0 15,3 1 0-15,1-1 0 16,2-1 0-16,0 1 0 0,1-2 0 16,1-1 0-16,0 1 0 0,0 0 0 15,0-1 0-15,-1 1 0 0,-1 0 0 16,-2-1 0-16,1 1 0 0,-3-1 0 15,0 1 0-15,1 0 0 0,-1 0 0 16,-2-1 0-16,-1 0 0 0,-1 0 0 16,-1 1 0-16,3 0 0 0,-3 0 0 15,0 0 0-15,3 2 0 0,0 1 0 16,-1-1 0-16,5 0 0 16,-1 2 0-16,1-2 0 0,4 2 0 15,-2-1 0-15,-3-1 0 0,1 2 0 16,0-2 0-16,-5-1 0 0,1 0 0 15,-5 2 0-15,3 0 0 16,-3-1 0-16,2 3 0 0,1-1 0 16,1 0 0-16,3 2 0 0,2-1 0 15,4-2 0-15,-1 3 0 16,3 0 0-16,4 0 0 0,-2 0 0 16,0 2 0-16,0-1 0 0,0 1 0 15,-2-1 0-15,-2 3 0 0,-3-2 0 16,-1 0 0-16,0 1 0 0,-3 0 0 15,1-1 0-15,0-2 0 0,-3 2 0 16,3 0 0-16,-3 2 0 0,1-1 0 16,-1-1 0-16,1 2 0 0,1 0 0 15,-3-1 0-15,1 0 0 16,1-1 0-16,-5 1 0 0,5 0 0 16,-5-2 0-16,1 1 0 0,-1-1 0 15,1 0 0-15,-1 3 0 0,2-1 0 16,1 0 0-16,1 2 0 15,3-2 0-15,-2 2 0 0,3 0 0 16,1-1 0-16,0 1 0 0,-1-1 0 16,1 1 0-16,2 0 0 0,-3-1 0 15,1 1 0-15,0 0 0 16,-1 0 0-16,1 0 0 0,0 0 0 16,1 0 0-16,1 0 0 0,2 0 0 15,-2 0 0-15,4 1 0 0,-5 3 0 16,3-2 0-16,0 2 0 0,-2 0 0 15,-3 0 0-15,3 0 0 0,-4-1 0 16,-3 1 0-16,1-1 0 0,-3 1 0 16,1-1 0-16,-1 0 0 15,1 1 0-15,1 0 0 0,-1 1 0 16,-1 1 0-16,1-2 0 0,-1 2 0 16,1-1 0-16,-3 0 0 0,0 0 0 15,-3 1 0-15,-1-1 0 16,-2 0 0-16,0 0 0 0,-2 0 0 15,1 1 0-15,-1 0 0 0,0 0 0 16,0 1 0-16,0 0 0 0,0 2 0 16,2-1 0-16,-1 2 0 0,-1-1 0 15,0 0 0-15,0 3 0 16,2 0 0-16,0 0 0 0,3 0 0 16,-1 2 0-16,2 1 0 0,1-2 0 15,1 1 0-15,0-2 0 0,-1 0 0 16,-1-1 0-16,-2-1 0 0,-4 2 0 15,1-2 0-15,-5 2 0 0,2 0 0 16,-2 2 0-16,0 0 0 16,2 2 0-16,2 0 0 0,0 0 0 15,2 3 0-15,2-2 0 0,1 3 0 16,1-1 0-16,0-1 0 0,-1-2 0 16,1-1 0-16,0-1 0 0,1-1 0 15,-1 1 0-15,2 1 0 16,1 1 0-16,1 1 0 0,3 0 0 15,-3 0 0-15,5 0 0 0,-1 0 0 16,3 0 0-16,0-2 0 0,-3-2 0 16,-1-3 0-16,-7-4 0 15,-1-3 0-15,-5-4 0 0,-2-4 0 16,-2-1 0-16,-2-3 0 0,0-4 0 16,-7-4 0-16,-7-10 0 0,-9-18 0 15,2 0-1646-15,-6-9-2972 0</inkml:trace>
  <inkml:trace contextRef="#ctx0" brushRef="#br0" timeOffset="1180.73">28677 8333 4694 0,'0'0'1600'0,"4"-39"-1259"15,-4 21-97-15,0 5 88 0,0 6-160 16,0 2 152-16,-2 4 161 0,2 0-485 0,0 1 0 16,0 0 0-16,-2 3 0 15,0 13 0-15,-2 10 0 0,-2 8 0 16,0 6 0-16,-5 5 0 0,3 2 0 16,-2 4 0-16,-1 2 0 15,3 1 0-15,2-1 0 0,4-5 0 16,2-5 0-16,2-5 0 0,6-9 0 15,4-5 0-15,3-8 0 0,1-7 0 16,5-5 0-16,-2-6 0 0,4-10 0 16,-3-5 0-16,1-6 0 0,-3-5 0 15,-1 0 0-15,-7 0 0 0,-6 1 0 16,-4 3 0-16,-8 3 0 16,-6 3 0-16,-5 4 0 0,-6 7 0 15,-2 5 0-15,1 2 0 16,-1 1 0-16,4 3 0 0,6-1 0 0,9 0 0 15,4-2 0-15,2 0 0 16,4 1 0-16,10 1-1009 0,9 1 184 16,2-1 33-16,0 1-1857 0</inkml:trace>
  <inkml:trace contextRef="#ctx0" brushRef="#br0" timeOffset="1413.86">28826 8917 5742 0,'0'0'512'0,"0"0"-7"16,0 0 7-16,0 0-380 0,6-35 88 0,0 11 188 15,1-3-247-15,-3-1-161 0,2 3 0 16,0 4 0-16,0 0 0 16,5 4 0-16,-1-1 0 0,2 2 0 15,1 0 0-15,-1 1 0 16,1 0 0-16,1 2 0 0,-2 4 0 0,3 0 0 15,-1 5-789-15,-1 1-816 0,-3 1-572 16</inkml:trace>
  <inkml:trace contextRef="#ctx0" brushRef="#br0" timeOffset="1736.33">29210 8692 5734 0,'0'0'1529'15,"0"0"-837"-15,0 0-455 0,0 0-237 16,-24-37 0-16,13 24 0 0,-1 2 0 16,0 7 0-16,-1 4 0 0,1 5 0 15,-5 10 0-15,1 7 0 0,-3 8 0 16,0 2 0-16,3 2 0 16,6 0 0-16,5-6 0 0,5-2 0 15,13-5 0-15,5-5 0 16,5-6 0-16,4-6 0 0,2-4 0 0,0-5 0 15,-2-8 0-15,-7-2 0 16,-5-6 0-16,-5-2 0 0,-6-1 0 16,-4 0 0-16,0 2 0 0,-6 0 0 15,-4 2 0-15,2 4 0 0,-1 2 0 16,5 4 0-16,2 4 0 0,0 4-289 16,2 1-379-16,2 1-865 15,0 0-92-15,4 6-312 0</inkml:trace>
  <inkml:trace contextRef="#ctx0" brushRef="#br0" timeOffset="2039.92">29324 8791 5310 0,'0'0'1160'0,"0"0"-383"0,0 0 168 16,0 0-945-16,-2-41 0 16,-2 21 0-16,-2 3 0 0,2 4 0 15,0 7 0-15,-1 4 0 0,1 2 0 16,0 5 0-16,-6 7 0 0,-3 8 0 15,-1 8 0-15,4-2 0 0,1-1 0 16,7-5 0-16,2-4 0 16,4-3 0-16,7-4 0 0,1-3 0 15,0-3 0-15,3-3 0 0,-1 0 0 16,-3-4 0-16,1-3 0 0,-1-1 0 16,-1-2 0-16,-2-1 0 15,-2 4 0-15,-4 3 0 0,0 1 0 16,-2 3 0-16,0 3 0 0,3 8 0 15,-1 8 0-15,2 6 0 0,4 0 0 16,2-3-129-16,5-5-339 0,1-5-837 16,-3-4 181-16,-1-3-229 0</inkml:trace>
  <inkml:trace contextRef="#ctx0" brushRef="#br0" timeOffset="2340.01">29560 8759 1152 0,'0'0'68'15,"0"0"240"-15,0 0 617 0,0 0-453 0,0 0 4 16,0 0 264-16,25-33-339 16,-19 32-17-16,-2 0 316 0,0 0-200 15,0 0 21-15,-2 1 555 0,0 0-607 16,-2-2-469-16,0 1 0 0,-6-1 0 16,-4-1 0-16,-5 3 0 15,-1 0 0-15,1 10 0 0,-1 5 0 16,1 9 0-16,-1 3 0 0,3 5 0 15,3 3 0-15,6-3 0 0,4-3 0 16,4-4 0-16,6-6 0 0,5-6 0 16,1-6 0-16,5-7 0 0,4-7 0 15,-2-9 0-15,-5 0-673 16,-1-6-2733-16</inkml:trace>
  <inkml:trace contextRef="#ctx0" brushRef="#br0" timeOffset="2479.64">29698 8324 4133 0,'0'0'3606'0,"0"0"-3153"16,-24 55-453-16,9-17 0 0,-1 8 0 15,1 5 0-15,-1 5 0 0,3 2 0 16,1 0 0-16,5-4 0 0,3-3 0 16,4-4 0-16,2-9 0 15,7-4 0-15,-3-14 0 0,4-7-2906 0</inkml:trace>
  <inkml:trace contextRef="#ctx0" brushRef="#br0" timeOffset="2997.7">30201 8450 6466 0,'0'0'529'0,"0"0"163"0,-40-19-187 15,22 24-505-15,-1 12 0 0,-6 12 0 16,3 9 0-16,-3 6 0 16,2 7 0-16,2 2 0 0,7 4 0 15,2 0 0-15,3 1 0 0,5-1 0 16,2-8 0-16,2-4 0 0,8-9 0 15,5-7 0-15,1-9 0 16,5-6 0-16,-1-8 0 0,1-6 0 16,-2-9 0-16,-5-7 0 0,-6-3 0 15,-4-2 0-15,-4-3 0 0,-12 2 0 16,-7 0 0-16,-6 6 0 16,-4 2 0-16,0 6 0 0,10 5 0 15,7 2 0-15,6 1 0 0,6 0-685 16,2 2-372-16,2 0-323 0,14 2-2490 0</inkml:trace>
  <inkml:trace contextRef="#ctx0" brushRef="#br0" timeOffset="3595.45">30279 8926 3289 0,'0'0'3298'15,"0"0"-2098"-15,-25-34-795 0,15 24-405 16,-2 4 0-16,-3 5 0 0,1 1 0 15,-3 10 0-15,3 4 0 0,-3 6 0 16,3 3 0-16,1 0 0 16,5 0 0-16,4-2 0 0,4-1 0 15,8-3 0-15,5-3 0 0,5-4 0 16,1-4 0-16,3-5 0 16,1-2 0-16,2-7 0 0,0-3 0 15,-2-3 0-15,-5-2 0 0,-3 1 0 16,-3 0 0-16,-6 5 0 0,0 4 0 15,-6 2 0-15,0 3 0 0,0 1 0 16,0 1 0-16,-4 7 0 0,-2 7 0 16,-2 2 0-16,0 1 0 15,1-3 0-15,5-4 0 0,0-2 0 16,2-3 0-16,2-1 0 0,2-3 0 16,5 2 0-16,3-2 0 0,5-2 0 15,-1 0 0-15,3-6 0 0,-1 1 0 16,1-1 0-16,2 2 0 15,-3 1 0-15,-5 2 0 0,-5 1 0 16,-4 1 0-16,-4 2 0 0,0 2 0 16,0 3 0-16,0 0 0 0,-2-1 0 15,-4 2 0-15,2-2 0 0,-3 1 0 16,1-2 0-16,2-1 0 16,2-3 0-16,2-2 0 0,4-4 0 15,7-7 0-15,5-5 0 0,3-4 0 16,1-1 0-16,-1 4 0 0,-7 5 0 15,-1 3 0-15,-3 4 0 0,-6 3 0 16,2 2 0-16,-2 2 0 0,0 8 0 16,2 6 0-16,-4 4 0 15,0 2 0-15,0-2 0 0,3-3 0 0,1-2-385 16,4 0-631-16,-2-7-133 16,0 2-1444-16</inkml:trace>
  <inkml:trace contextRef="#ctx0" brushRef="#br0" timeOffset="3810.7">30767 9104 5346 0,'0'0'1541'0,"6"-55"-793"0,-4 25-191 0,-2 8-557 15,0 7 0-15,0 7 0 0,-2 5 0 16,-2 3 0-16,-4 0 0 16,-5 11 0-16,-7 11 0 0,-1 9 0 15,2 4 0-15,5 2 0 0,6-4 0 16,4-2 0-16,4-5 0 0,4-5 0 15,4-4 0-15,4-8 0 0,5-4 0 16,2-5 0-16,-1-13 0 0,1-6-437 16,-3-8-355-16,-3 4-225 15,-3-4-1476-15</inkml:trace>
  <inkml:trace contextRef="#ctx0" brushRef="#br0" timeOffset="3963.78">30901 8650 5466 0,'0'0'1513'16,"0"0"-300"-16,0 0-1213 0,0 0 0 15,-10 32 0-15,0 3 0 0,-3 8 0 16,-1 6 0-16,-1 0 0 16,5 0 0-16,-2-2 0 0,3-2 0 15,1-2 0-15,-2 1 0 0,-1 1 0 16,-5-2 0-16,3-12-2734 16,-3-3-1840-16</inkml:trace>
  <inkml:trace contextRef="#ctx0" brushRef="#br0" timeOffset="4555.62">28485 9364 4005 0,'0'0'1505'0,"0"0"-697"16,6 36 369-16,-4-9-489 0,0 6-679 15,-2-1-9-15,-4 2 0 0,-2 2 0 16,-2-3 0-16,-1-1 0 0,1-2 0 15,2-8 0-15,0-4 0 16,0-7 0-16,3-5 0 0,3-5 0 16,0-1 0-16,0-8 0 0,9-11 0 15,7-11 0-15,5-9 0 16,4-4 0-16,0 3 0 0,-1 5 0 16,1 7 0-16,-2 8 0 0,-7 8 0 15,-5 7 0-15,-5 9 0 0,-4 12 0 16,-2 7 0-16,0 8 0 0,-4 1 0 15,-2 0 0-15,2-2 0 0,1-2 0 16,3-2 0-16,3-5 0 0,5-3 0 16,4-5 0-16,3-4 0 15,3-7-1561-15,-3-2-284 0,1-3-1161 0</inkml:trace>
  <inkml:trace contextRef="#ctx0" brushRef="#br0" timeOffset="4877.85">28985 9506 6587 0,'0'0'1605'0,"-12"-41"-1605"16,1 24 0-16,1 11 0 0,-4 6 0 16,-5 5 0-16,-2 8 0 0,-1 5 0 15,-1 3 0-15,2 4 0 16,3 1 0-16,5 5 0 0,3 2 0 16,6-1 0-16,4 0 0 0,8-5 0 15,9-4 0-15,7-4 0 0,7-8 0 16,7-4 0-16,3-7 0 0,0-4 0 15,-4-7 0-15,-8-6 0 0,-8-5 0 16,-4-4 0-16,-9-1 0 0,-4 0 0 16,-4-4 0-16,-4 0 0 0,-6 0 0 15,-5 3 0-15,3 3 0 0,1 7 0 16,7 8 0-16,0 4 0 16,4 4 0-16,0 2 0 0,6 0-181 15,9 3-1255-15,3 2 395 0,-1-1-188 16,-3 1-3076-16</inkml:trace>
  <inkml:trace contextRef="#ctx0" brushRef="#br0" timeOffset="4999.18">29198 9562 1708 0,'0'0'4943'15,"-23"50"-3907"-15,9-20-531 16,-1 0-505-16,1 3 0 0,4-3 0 16,3-3 0-16,5-6 0 0,2-5 0 15,9-8 0-15,5-5 0 0,3-7 0 16,5-11-889-16,-7-2-528 0,-1-3-3597 0</inkml:trace>
  <inkml:trace contextRef="#ctx0" brushRef="#br0" timeOffset="5139.67">29392 9210 6559 0,'0'0'692'0,"0"0"-260"16,0 0 77-16,0 0-509 0,0 0 0 15,-20 53 0-15,16-23 0 0,-1 2-313 16,5 0-1052-16,0-7 25 0,3 0-205 15</inkml:trace>
  <inkml:trace contextRef="#ctx0" brushRef="#br0" timeOffset="5431.36">29492 9633 2068 0,'0'0'3970'16,"0"0"-2969"-16,0 0-317 0,-15-40-215 15,1 30-469-15,-7 3 0 0,0 2 0 16,3 3 0-16,3 1 0 0,5 1 0 15,6 0 0-15,0 1 0 0,4 2 0 16,2 1 0-16,6 3 0 0,9 5 0 16,5 1 0-16,5 2 0 0,2-1 0 15,-2 0 0-15,-2 2 0 16,-5 0 0-16,-3 3 0 0,-5-1 0 16,-5-2 0-16,-7 2 0 0,-5 0 0 15,-11 1 0-15,-9-1 0 0,-4-2 0 16,-4 0 0-16,0-7 0 0,0-3 0 15,6-6 0-15,4-5 0 16,5-4 0-16,7-5 0 0,7-2 0 16,6-3 0-16,11 0-545 0,7-2-684 15,1 4-255-15,4 3-3154 0</inkml:trace>
  <inkml:trace contextRef="#ctx0" brushRef="#br0" timeOffset="5840.36">29674 9670 7271 0,'0'0'921'0,"0"0"-921"0,0 0 0 16,0 0 0-16,-11 39 0 0,11-27 0 16,2 1 0-16,2-4 0 0,7 0 0 15,-1-5 0-15,-4 0 0 0,3-2 0 16,-5 1 0-16,-4-1 0 16,0 2 0-16,-4 0 0 0,-9 7 0 15,-1 2 0-15,-3 4 0 0,3-1 0 16,3 2 0-16,5-4 0 0,4 2 0 15,4-3 0-15,6-1 0 16,5-2 0-16,5-3 0 0,3 0 0 16,8-3 0-16,2-4 0 0,6-7 0 15,2-4 0-15,3-4 0 16,-3-4 0-16,-4-5 0 0,0-3 0 16,-6-3 0-16,-4 1 0 0,-6 0 0 15,-5 4 0-15,-8 4 0 0,-1 4 0 16,-8 8 0-16,-9 4 0 0,-7 5 0 15,-7 12 0-15,-5 8 0 0,-2 5 0 16,6 6 0-16,6-2 0 0,15 1 0 16,6 0 0-16,14-3 0 0,17-1 0 15,13-3 0-15,11-2 0 0,7-4 0 16,0-3 0-16,1-6-105 16,-18-3-1680-16,-2-5-1176 0</inkml:trace>
  <inkml:trace contextRef="#ctx0" brushRef="#br0" timeOffset="7043.17">20518 5151 3005 0,'0'0'104'0,"0"0"2105"16,0 0-840-16,0 0-637 0,0 0-160 16,0 0-371-16,0 0-201 0,-43 58 0 15,22-16 0-15,7 6 0 16,1 5 0-16,3 6 0 0,10 8 0 16,0 8 0-16,0 8 0 0,4 5 0 15,2 1 0-15,5-3 0 0,-1-3 0 16,-4-7 0-16,2-6 0 15,-6-7 0-15,5-9 0 0,-7-7 0 16,0-10 0-16,0-6 0 0,-2-11 0 16,-3-6 0-16,1-7 0 0,-2-6 0 15,0-4 0-15,-9-11 0 0,-1-18 0 16,-5-11 0-16,5-5 0 0,-5-1 0 16,7 8 0-16,-3 5 0 15,3 7 0-15,1 9 0 0,3 7 0 16,6 5 0-16,2 5 0 0,-2 1 0 15,4 2 0-15,0 3 0 0,0 10 0 16,8 11 0-16,2 7 0 0,-2 3 0 16,7-1 0-16,-3-1 0 15,1-1 0-15,-1 0 0 0,3 0 0 16,1-5 0-16,-1-1 0 0,1-7 0 16,1-7 0-16,-1-5 0 15,3-6 0-15,1-13 0 0,-1-12 0 0,2-9 0 16,-1-11 0-16,-3-5 0 15,-3-3 0-15,-3 0 0 0,1 2 0 16,-2 3 0-16,-1 3-61 0,-1 12-2296 16,-6 2-2421-16</inkml:trace>
  <inkml:trace contextRef="#ctx0" brushRef="#br0" timeOffset="7806.58">21947 3492 2917 0,'0'0'2685'0,"0"0"-1861"0,0 0-219 0,-19 39 275 0,11-7-599 0,6 9-281 16,0 8 0-16,0 2 0 15,2 3 0-15,0 3 0 0,0 1 0 16,6 3 0-16,0 0 0 0,-2 5 0 15,2 0 0-15,-2-2 0 16,-4-5 0-16,5-5 0 0,-3-9 0 16,0-6 0-16,0-7 0 0,0-8 0 15,0-5 0-15,-2-8 0 0,0-3 0 16,-4-4 0-16,-7-3 0 0,-3-3 0 16,-3-9 0-16,1-9 0 0,3-7 0 15,-1-9 0-15,0-5 0 0,-1-3 0 16,5 2 0-16,1 7 0 0,5 10 0 15,4 12 0-15,0 7 0 16,0 3 0-16,0 3 0 0,0 2 0 16,0 7 0-16,4 15 0 0,1 5 0 15,1 6 0-15,4 2 0 0,-2-5 0 16,5-1 0-16,-1-3 0 16,3-4 0-16,1-8 0 0,-3-5 0 15,1-5 0-15,1-6 0 0,-1-10 0 16,-2-8 0-16,5-6 0 15,-7-8 0-15,5-6 0 0,-3-4 0 16,-4-3 0-16,3-1 0 0,-3-1 0 16,0 11-889-16,-4 3-2225 0</inkml:trace>
  <inkml:trace contextRef="#ctx0" brushRef="#br0" timeOffset="8532.69">22730 4909 3245 0,'0'0'164'0,"0"0"28"0,0 0 697 15,0 0-253-15,0 0-44 16,0 0 112-16,0 0-391 0,0 0 27 16,0 0 336-16,10 25-292 0,-5 11-327 15,1 12-57-15,-2 12 0 16,2 6 0-16,-2 15 0 0,0 10 0 16,0 7 0-16,1 8 0 15,1 1 0-15,-2-2 0 0,0-3 0 16,2-6 0-16,-2-6 0 0,3-12 0 15,-5-5 0-15,-2-12 0 0,0-11 0 16,-4-7 0-16,-1-11 0 0,-1-10 0 16,2-9 0-16,0-8 0 0,0-7 0 15,-4-13 0-15,-3-17 0 0,-1-13-21 16,-3-10-223-16,3-8 16 0,0 5-280 16,-3 2 84-16,7 8 111 15,0 13 213-15,1 9 100 0,1 13 0 16,0 6 160-16,2 6 85 0,2 1 19 15,-2 6 304-15,-3 7-388 0,3 6-68 16,2 4 136-16,2 3-187 0,6-1-61 16,3 1 0-16,1 4 0 15,0 4 0-15,11 4 0 0,-2-1 0 16,-1 0 0-16,1-4 0 0,-3-7 0 16,-1-6 0-16,-3-9 0 0,-1-8 0 15,-5-4 0-15,4-15 0 16,-4-12 0-16,-4-12 0 0,0-14 0 15,-2-3 0-15,0-7 0 0,0-5 0 16,0 17-1129-16,0-5-908 0</inkml:trace>
  <inkml:trace contextRef="#ctx0" brushRef="#br0" timeOffset="9247.27">23511 3382 3693 0,'0'0'1789'0,"0"0"-1241"0,0 0 117 15,0 0-241-15,-20 59 44 16,20-26 137-16,0 7-605 0,10 6 0 16,-4 7 0-16,-2 4 0 0,5 5 0 15,-1 5 0-15,0 1 0 0,1 5 0 16,-1-1 0-16,-4 0 0 16,-2-7 0-16,2-9 0 0,-4-9 0 15,0-12 0-15,0-12 0 0,0-9 0 16,-4-7 0-16,0-5 0 0,-9-2 0 15,-5-5 0-15,-5-9-65 16,-2-7-279-16,5-4 8 0,3-7 16 16,1-5 280-16,-1-5 40 0,7 2 116 15,3 5 60-15,3 8 12 0,4 10 12 16,0 10-152-16,0 3 80 0,0 4 84 16,0 7-175-16,4 11-37 0,-1 16 0 15,-1 8 0-15,2 5 0 0,2-4 0 16,4-8 0-16,1-7 0 0,1-7 0 15,2-5 0-15,-1-8 0 16,-1-3 0-16,-1-5 0 0,-1-5 0 16,0-8 0-16,1-9 0 0,1-9 0 15,0-5 0-15,3-5 0 0,-3-2 0 16,7-2 0-16,-3 2 0 16,1 4 0-16,-3 7-917 0,-1 11-1296 15,-3 6-2561-15</inkml:trace>
  <inkml:trace contextRef="#ctx0" brushRef="#br0" timeOffset="9978.44">23956 4977 3425 0,'0'0'2065'0,"0"0"-1193"0,0 0-359 0,0 0 47 0,8 51 156 16,-4-23-675-16,-2 10-41 0,2 10 0 16,-4 7 0-16,3 12 0 0,-3 8 0 15,0 5 0-15,0 5 0 0,0 2 0 16,0 2 0-16,2 1 0 15,-2-5 0-15,-2-4 0 0,-3-10 0 16,1-12 0-16,0-9 0 16,2-11 0-16,2-11 0 0,0-12 0 15,0-8 0-15,0-5 0 0,0-3 0 16,2-4-49-16,-2-9-727 0,0-13 316 16,0-5 87-16,-6-2-167 15,0 7 284-15,-3 7 44 0,1 7 20 16,4 7 192-16,-2 2 28 0,0 3 308 15,2-1-132-15,-5 1-92 0,1 1 32 16,0 1-12-16,6 2 96 0,-2-1 161 16,-1 1-89-16,5-2 76 0,-4 2 156 15,4-2-455-15,-2 1-77 0,0-1 0 16,0 2 0-16,0-2 0 0,0 0 0 16,0 0 0-16,2-2 0 0,-2 0 0 15,2-4 0-15,0-7 0 16,0-7 0-16,4-6 0 0,0-5 0 15,0 0 0-15,-2 1 0 0,2 4 0 16,1 6 0-16,1 7 0 0,2 11 0 16,4 9 0-16,7 12 0 15,-5 9 0-15,3 4 0 0,-5 0 0 16,1-4 0-16,-3-8 0 0,-2-8 0 16,-1-5 0-16,-1-9 0 0,2-11-681 15,-2-1-544-15,-2-8-3181 0</inkml:trace>
  <inkml:trace contextRef="#ctx0" brushRef="#br0" timeOffset="10536.4">24431 3898 5098 0,'0'0'1368'0,"0"0"-803"0,0 0-89 0,0 40 209 16,0-10-685-16,0 8 0 0,0 0 0 15,-2 2 0-15,2 5 0 16,0 5 0-16,2 4 0 0,5 1 0 16,-3 4 0-16,0 5 0 0,-4 5 0 15,0 6 0-15,0 1 0 16,0 1 0-16,-2-6 0 0,2-7 0 16,0-14 0-16,2-11 0 0,0-11 0 15,2-9 0-15,-4-7 0 16,4-8 0-16,-2-5-581 0,-2-14-1016 15,0-5 629-15,0-5 320 0,0-3-693 16,-2 8-80-16</inkml:trace>
  <inkml:trace contextRef="#ctx0" brushRef="#br0" timeOffset="10881.54">24390 4784 2741 0,'0'0'812'0,"0"0"-288"0,0 0 325 15,-21 41-53-15,19-32-100 0,-2-1 345 16,2 0-529-16,-4 4-291 0,2 1-221 15,-3 0 0-15,3-3 0 16,2-5 0-16,0-1 0 0,2 0 0 16,0-1 0-16,-2-1 0 0,2-2 0 15,0-8 0-15,0-12 0 16,0-12 0-16,2-5 0 0,0-2 0 16,-2 1 0-16,-2 5 0 0,-4-1 0 15,0 3 0-15,0 7 0 0,1 6 0 16,3 10 0-16,0 5 0 15,2 3 0-15,0 2 0 0,2 9 0 16,7 10 0-16,1 6 0 0,7 5 0 16,-1 1 0-16,1-2 0 0,3-2 0 15,-1-1 0-15,4-6 0 0,-5-1 0 16,1-5 0-16,-7-5 0 0,-6-3 0 16,-1-4 0-16,-3-4 0 0,0-1 0 15,-2-12 0-15,0-11 0 0,-4-1 0 16,-1-5-2326-16</inkml:trace>
  <inkml:trace contextRef="#ctx0" brushRef="#br0" timeOffset="11396.69">22530 2620 4189 0,'0'0'1985'0,"0"0"-1440"16,0 0-29-16,-3-36 441 16,3 34-957-16,0 2 0 0,0 12 0 15,7 13 0-15,-1 12 0 0,0 8 0 16,-2 2 0-16,4 0 0 0,-5-4 0 16,3-1 0-16,-2-2 0 0,-2-2 0 15,0-1 0-15,-2-1 0 0,0-4 0 16,-8-3 0-16,-3-4 0 15,3-7-1866-15,-2-6-911 0</inkml:trace>
  <inkml:trace contextRef="#ctx0" brushRef="#br0" timeOffset="11566.5">22325 2925 8192 0,'0'0'0'16,"0"0"0"-16,0 0 0 0,0 0 0 15,0 0 0-15,72-7 0 0,-22-5 0 16,6-3 0-16,-5-2 0 16,-1 4 0-16,0 3 0 0,-3 3 0 15,-10 4-1057-15,-2 0-792 0</inkml:trace>
  <inkml:trace contextRef="#ctx0" brushRef="#br0" timeOffset="11817.27">22918 2810 6975 0,'0'0'984'0,"-37"-7"-751"0,16 11-233 0,5 7 0 16,-5 7 0-16,5 2 0 0,1 4 0 16,7 5 0-16,0 3 0 15,1 2 0-15,5 3 0 0,2-2 0 16,6-2 0-16,7-4 0 0,3-6 0 16,7-7 0-16,4-8 0 0,2-4 0 15,2-8 0-15,-4-8 0 16,-4-8 0-16,-3-7 0 0,-5-4 0 15,-5-3 0-15,-6-2 0 0,-4 2 0 16,-4-2 0-16,0 3 0 16,-6-1 0-16,-1 2 0 0,3 3-1461 15,4 8-204-15,2 3-236 0</inkml:trace>
  <inkml:trace contextRef="#ctx0" brushRef="#br0" timeOffset="12095.45">23061 2921 6799 0,'-6'36'1208'0,"4"-4"-1023"0,2 0-185 16,0-9 0-16,0-8 0 16,2-8 0-16,-2-3 0 0,0-4 0 15,6-2 0-15,-2-10 0 0,6-11 0 16,1-8 0-16,-1-2 0 0,-4 2 0 16,0 9 0-16,-2 5 0 15,-4 6 0-15,0 7 0 0,5 2 0 16,-5 1 0-16,2 1 0 0,2 5 0 15,2 6 0-15,2 5 0 0,3 6 0 16,-3 0 0-16,0 3 0 16,-2-4 0-16,-2 2 0 0,3-3 0 15,-1-2 0-15,-2-4 0 0,2-3 0 16,-2-5 0-16,0-3-549 0,1 0-1684 16,3-3 0-16</inkml:trace>
  <inkml:trace contextRef="#ctx0" brushRef="#br0" timeOffset="12307.75">23290 3021 6186 0,'0'0'1177'0,"0"0"-617"0,0 0-291 16,35-47-269-16,-24 30 0 15,-5 2 0-15,-4-3 0 0,-4 0 0 16,-6 1 0-16,-3 2 0 0,-5 2 0 16,5 7 0-16,-3 4 0 0,0 4 0 15,-5 12 0-15,0 6 0 16,3 8 0-16,1 4 0 0,7 1 0 15,2 5 0-15,6-3 0 0,6-1 0 16,11-6 0-16,3-8 0 16,7-6 0-16,2-9 0 0,2-5 0 15,2-4-245-15,-8-4-767 0,2-5-1790 0</inkml:trace>
  <inkml:trace contextRef="#ctx0" brushRef="#br0" timeOffset="12618.51">23685 2764 7963 0,'0'0'229'0,"-39"-14"-229"15,16 4 0-15,2 2 0 0,5 3 0 16,-1 2 0-16,3 3 0 0,1 8 0 16,-1 6 0-16,4 4 0 15,3 2 0-15,7 4 0 0,7 0 0 16,7 0 0-16,7 0 0 0,2-2 0 15,3-3 0-15,-1-1 0 0,0 0 0 16,0-1 0-16,-7-3 0 16,-3-2 0-16,-7 0 0 0,-6-3 0 15,-2 2 0-15,-8 1 0 0,-2-3 0 16,-7 4 0-16,5-2 0 0,-7-1 0 16,0-1 0-16,1-2 0 0,-1 0 0 15,1-3 0-15,-3-1 0 0,9 1 0 16,-1-3 0-16,1 0-1549 0</inkml:trace>
  <inkml:trace contextRef="#ctx0" brushRef="#br0" timeOffset="59916.17">12609 11390 1808 0,'0'0'1293'0,"0"0"-613"0,0 0-156 16,0 0 141-16,0 0-221 0,-35 4-40 16,29-3 300-16,2 0-363 0,4 0-29 15,-2 0 260-15,-2-1-324 16,4 0-51-16,0 1-197 0,0-1 0 15,0 0 0-15,0 0 0 0,0 2 0 16,0-1 0-16,0 1 0 0,0 2 0 16,4 0 0-16,2 1 0 0,15 1 0 15,10 0 0-15,12 0 0 16,9-3 0-16,6-1 0 0,6-2 0 16,4-1 0-16,9-3 0 0,3-3 0 15,5 1 0-15,4-1 0 0,6 3 0 16,2-3 0-16,0 4 0 0,7 0 0 15,5 3 0-15,3 0 0 0,-1 0 0 16,5 1 0-16,4 3 0 0,0-1 0 16,6 3 0-16,0-1 0 15,0 1 0-15,6 1 0 0,-5-1 0 16,3 0 0-16,-2-1 0 0,-2-1 0 16,-2 3 0-16,-2 3 0 15,-2 0 0-15,-4 3 0 0,-1 3 0 16,-9-2 0-16,-13 1 0 0,-19-3 0 15,-12-2 0-15,-22-8 0 0,-16-1-305 16,-7-4-1512-16</inkml:trace>
  <inkml:trace contextRef="#ctx0" brushRef="#br0" timeOffset="60678.36">1096 12484 6062 0,'0'0'609'0,"41"-5"-365"15,2-3 332-15,15-9-124 0,19 0-203 16,16-5-249-16,14 1 0 0,13 2 0 16,2 1 0-16,8 5 0 0,1 6 0 15,-3 6 0-15,-4 1 0 16,-13 1 0-16,-9 5 0 0,-18-1 0 15,-7-2 0-15,-15 2 0 0,-8-3 0 16,-17-2 0-16,-14 0-1025 0,-11-6-2489 16</inkml:trace>
  <inkml:trace contextRef="#ctx0" brushRef="#br0" timeOffset="68591.63">20059 4320 4630 0,'0'0'2017'0,"0"0"-925"0,0 0-639 15,0 0-453-15,0 0 0 0,0 0 0 16,-41 47 0-16,41-23 0 0,0 3 0 15,14 2 0-15,1 0 0 16,1 4 0-16,-3 2 0 0,1 7 0 16,-7-1 0-16,-3 3 0 0,-4-5 0 15,0-4 0-15,-4-10 0 0,1-9-685 16,3-8-472-16,-2-4-319 0</inkml:trace>
  <inkml:trace contextRef="#ctx0" brushRef="#br0" timeOffset="69164.42">20008 4293 4353 0,'0'0'1293'15,"0"0"-645"-15,0 0 121 0,4-34-173 16,2 23-188-16,4-6-283 16,7 0-125-16,-1 1 0 0,-1 3 0 15,6 2 0-15,-1 4 0 0,-3 3 0 16,8 4 0-16,-3 0 0 0,-1 7 0 16,-4 1 0-16,-3 5 0 0,-2 1 0 15,-3 2 0-15,-5 2 0 0,-4 0 0 16,0 3 0-16,-4-1 0 0,-7 0 0 15,-1-1 0-15,-3-1 0 16,-1-1 0-16,-3 0 0 0,3-4 0 16,1-1 0-16,5-5 0 0,0-3 0 15,3-1 0-15,3-3 0 16,2 0 0-16,0 0 0 0,0 0 0 16,2 0 0-16,0 0 0 0,0 0 0 15,2 0 0-15,2 0 0 0,5 3 0 16,1 2 0-16,4 5 0 0,9 3 0 15,4 2 0-15,-2 4 0 16,-2 2 0-16,-9 1 0 0,-4 3 0 16,-6 2 0-16,-1 4 0 0,-3-2 0 15,-7 0 0-15,-1-2 0 0,-4-3 0 16,-5 1 0-16,-1-4 0 0,-3-3 0 16,-4-4 0-16,0-3 0 0,0-8 0 15,-1-3 0-15,5-3 0 0,0-8 0 16,5-2 0-16,3-5 0 0,9-3-869 15,6-4 24-15,2 5-323 16,11-4-1821-16</inkml:trace>
  <inkml:trace contextRef="#ctx0" brushRef="#br0" timeOffset="69360.56">20371 4289 6238 0,'0'0'969'0,"0"0"-213"0,0 0-527 0,0 0-229 0,0 0 0 16,11 47 0-16,-7-19 0 0,-4 3 0 15,4 1 0-15,-2 5 0 0,-2 4 0 16,0 0 0-16,-2 1 0 0,-2-6 0 16,4-5 0-16,0-8 0 0,0-6 0 15,4-9-941-15,-4-4-456 0,0-4-2317 0</inkml:trace>
  <inkml:trace contextRef="#ctx0" brushRef="#br0" timeOffset="69744.44">20384 4274 5782 0,'0'0'1101'15,"0"0"-405"-15,0 0-83 0,0 0-613 16,-8-36 0-16,18 19 0 0,4-3 0 15,7 1 0-15,0 5 0 16,1 5 0-16,3 1 0 0,-2 7 0 16,-2 2 0-16,-3 8 0 0,-9 8 0 15,-3 1 0-15,-4 1 0 0,-6 3 0 16,-7 1 0-16,1-1 0 0,-4 1 0 16,-3-1 0-16,3-2 0 0,-5-1 0 15,0 0 0-15,3-2 0 0,-1-2 0 16,11-4 0-16,0-4 0 0,4-3 0 15,2-1 0-15,0 3 0 16,4 6 0-16,10 4 0 0,5 6 0 16,2 5 0-16,1 4 0 0,1 0 0 15,-2 3 0-15,2-2 0 16,-3-2 0-16,1-3 0 0,4-3 0 16,-5-3 0-16,-3-4 0 0,-1-4 0 15,-1-5 0-15,-7-2 0 0,-4-5 0 16,0-1 0-16,-8-5-1702 0</inkml:trace>
  <inkml:trace contextRef="#ctx0" brushRef="#br0" timeOffset="73280.53">20791 2618 2132 0,'0'0'285'0,"0"0"1655"15,0 0-1163-15,0 0-197 0,0 0 68 16,0 0 289-16,0 0-333 0,0 0-315 16,0 0-289-16,-27-17 0 0,31 1 0 15,3-4 0-15,3-3 0 16,11 3 0-16,-5 1 0 0,9 2 0 15,2 2 0-15,-2 6 0 0,1 3 0 16,1 6 0-16,-2 2 0 0,-2 10 0 16,-7 3 0-16,-1 9 0 15,-5 4 0-15,-6 4 0 0,-4 6 0 16,-8 4 0-16,-2-2 0 0,-7 5 0 16,-3-2 0-16,-1-1 0 0,-4-1 0 15,0-3 0-15,0-5 0 0,1-6 0 16,1-4 0-16,4-9 0 0,3-7 0 15,-1-5 0-15,5-2 0 0,-1-11 0 16,3-7 0-16,2-2 0 0,0-7 0 16,5 5 0-16,3 3 0 15,7 5 0-15,3 7 0 0,7 4 0 16,1 5 0-16,3 6 0 0,2 4 0 16,3 2 0-16,1 3 0 15,4-1 0-15,7 2 0 0,-7-1 0 16,4 0 0-16,-8-1 0 0,-5-2 0 15,-1-1 0-15,-4-3-41 0,-9-5-1864 16,-2-3-1152-16</inkml:trace>
  <inkml:trace contextRef="#ctx0" brushRef="#br0" timeOffset="73469.02">21205 2662 7703 0,'0'0'489'0,"0"0"-489"0,14 37 0 15,-2-17 0-15,-1-1 0 0,9-4 0 16,1-2 0-16,6-4 0 0,4-4 0 16,-4-1 0-16,8-2 0 15,-6 0 0-15,-4-1 0 0,-9 0 0 16,1-1-93-16,-13-2-1303 0,2-7-365 0</inkml:trace>
  <inkml:trace contextRef="#ctx0" brushRef="#br0" timeOffset="73606.16">21314 2732 6190 0,'-27'34'673'16,"4"-5"23"-16,-1 3-63 15,3-6-633-15,2-5 0 0,9-2 0 16,2-7 0-16,0-5 0 0,8-5-569 16,0 0-864-16,0-2-716 0</inkml:trace>
  <inkml:trace contextRef="#ctx0" brushRef="#br0" timeOffset="73964.81">21535 2536 6178 0,'0'0'1157'16,"0"0"-745"-16,-4 38 33 0,4-11-445 15,0 3 0-15,0-1 0 0,4 3 0 16,-2 1 0-16,-2 5 0 0,0 0 0 16,0-1 0-16,0-1 0 15,0-4 0-15,0-3 0 0,0-8 0 16,0-8-717-16,0-6-1516 0,0-6-1605 0</inkml:trace>
  <inkml:trace contextRef="#ctx0" brushRef="#br0" timeOffset="74400.78">21589 2565 7071 0,'0'0'1121'16,"0"0"-1121"-16,4-42 0 0,2 23 0 16,1 0 0-16,1 3 0 0,-2 3 0 15,6 2 0-15,-3 4 0 0,-3 6 0 16,4 1 0-16,1 8 0 0,3 7 0 15,-2 6 0-15,-3 2 0 0,-7 0 0 16,-2 0 0-16,-6 0 0 0,-5-2 0 16,1 1 0-16,-7-3 0 15,-1 2 0-15,-5-1 0 0,2-1 0 16,5-2 0-16,3-7 0 0,5-3 0 16,2-3 0-16,2-2 0 15,4 0 0-15,-2-1 0 0,2-1 0 16,2 1 0-16,8-1 0 0,7 1 0 15,-3 0 0-15,3 3 0 0,-1-2 0 16,-1 3 0-16,-1 2 0 16,-1-1 0-16,1 5 0 0,-4 2 0 15,1 2 0-15,-5 4 0 0,-2 4 0 16,-4 1 0-16,-2 4 0 0,-6-1 0 16,-7 0 0-16,5-1 0 0,-5-3 0 15,-1-4 0-15,-1-5 0 0,1-3 0 16,-1-6 0-16,3-4 0 0,-1-6-929 15,7-2-744-15,0-7-1012 0</inkml:trace>
  <inkml:trace contextRef="#ctx0" brushRef="#br0" timeOffset="74570.46">21765 2721 5058 0,'0'0'912'0,"-11"49"-436"0,7-16 457 0,4 3-529 15,0 0-44-15,0 1-311 0,4-5-49 16,-2-2 0-16,3-5 0 16,-1-3 0-16,0-3 0 0,-2-6-249 15,-2-6-987-15,0-5-493 0</inkml:trace>
  <inkml:trace contextRef="#ctx0" brushRef="#br0" timeOffset="74895.8">21777 2587 3589 0,'0'0'2585'16,"0"0"-1776"-16,0 0-9 0,0 0-391 16,0 0-409-16,0 0 0 15,44-38 0-15,-28 32 0 0,3 2 0 16,1 0 0-16,-1 3 0 0,0 1 0 16,-5 1 0-16,-2 7 0 0,-3 4 0 15,-5 4 0-15,-4 0 0 16,-6 6 0-16,-5-1 0 0,-5 1 0 15,1 0 0-15,-3-1 0 0,-3 3 0 16,2-2 0-16,1 3 0 16,-1 0 0-16,3-2 0 0,5-5 0 15,7-4 0-15,2-5 0 0,2-4 0 16,4 0 0-16,7 0 0 0,7 3 0 16,3 1 0-16,0 2 0 0,3 2 0 15,-1 3 0-15,-2 6 0 0,4-1 0 16,-5 3 0-16,-3-4 0 0,-3 0 0 15,-6-8 0-15,-1 0-2130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11:31.80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FFFFFF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531 1673 5226 0,'0'0'1100'16,"0"0"-827"-16,0 0-245 0,0 0 44 16,0 0 200-16,0 0-148 0,0 0 8 15,58 22 140-15,-14-19-204 16,9-2-32-16,13 1 4 0,11-2-28 15,4 0-12-15,5-2 16 0,7 1-8 16,-8-1-8-16,2-2 148 0,2 3-12 16,2-1 4-16,-2 2-51 0,2 0-89 15,2 2 0-15,2 2 0 0,0 0 0 16,4 2 0-16,9 0 0 16,3 0 0-16,3 1 0 0,6-1 0 15,4 0 0-15,8 0 0 0,9 1 0 16,1-1 0-16,7-2 0 0,2 3 0 15,2-3 0-15,4 2 0 0,-4 1 0 16,6 0 0-16,-2 0 0 0,5 1 0 16,-3 0 0-16,-2 4 0 15,0 1 0-15,2-1 0 0,2-1 0 16,1-1 0-16,7 2 0 0,5-3 0 16,3 1 0-16,9 0 0 0,7-2 0 15,-7-1 0-15,6 0 0 16,-2 0 0-16,-6-1 0 0,4 0 0 15,-10 2 0-15,-8 1 0 0,-3 0 0 16,-14-3 0-16,-10 2 0 0,-13-2 0 16,-21 1 0-16,-18-1 0 0,-18-2 0 15,-20-3 0-15,-22-1 0 0,-14 0-269 16,-13 0-575-16,-4 0-1249 16,-6 0-144-16</inkml:trace>
  <inkml:trace contextRef="#ctx0" brushRef="#br0" timeOffset="17732.02">15834 1964 5850 0,'0'0'524'15,"-35"-25"-211"-15,12 13 443 0,-2 6-440 16,1 6-168-16,-3 3-32 16,-4 13-100-16,4 5 0 0,0 9 60 15,0 2-52-15,2 0 13 0,9-1-37 16,1-5 0-16,13-6 0 0,4-3 0 15,9-2 0-15,3-2 0 0,7-1 0 16,10-5 0-16,2 0 0 0,8-1 0 16,3-1 0-16,3 1 0 0,-5 2 0 15,-5 5 0-15,-6 3 0 16,-11 7 0-16,-9 2 0 0,-1 5 0 16,-10 1 0-16,-4 2 0 0,-2 2 0 15,-7 1 0-15,-1-1 0 0,-7-1 0 16,5-2 0-16,-5-4 0 0,0-3 0 15,1-5 0-15,3-6 0 16,1-4 0-16,-3-8 0 0,7-2-33 16,1-3-171-16,1-7-196 0,10 1 100 15,0-7-24-15,14-4-537 0,-1 4-131 16,1-2-205-16</inkml:trace>
  <inkml:trace contextRef="#ctx0" brushRef="#br0" timeOffset="18070.33">16095 2307 6563 0,'0'0'1364'0,"0"0"-1099"0,0 0-265 16,0 0 0-16,0 0 0 0,-38-8 0 16,28 21 0-16,4 12 0 0,2 7 0 15,4 6 0-15,4 0 0 0,10-4 0 16,3-3 0-16,4-4 0 0,1-4 0 15,-1-7 0-15,6-6 0 0,-2-5 0 16,-1-5 0-16,-1-7 0 16,-6-5 0-16,-3-5 0 0,-1-3 0 15,-9-4 0-15,0-3 0 0,-4-4 0 16,-6-1 0-16,-5-1 0 16,-3-2 0-16,-1 4 0 0,-1 1 0 15,-1 9 0-15,7 3 0 0,0 6 0 16,5 6 0-16,5 3 0 0,0 3-17 15,5 2-807-15,1 5 3 0,4 1-651 16,0-1-57-16,1-1-1080 0</inkml:trace>
  <inkml:trace contextRef="#ctx0" brushRef="#br0" timeOffset="18332.25">16279 2266 3089 0,'0'0'2849'0,"0"0"-2092"15,0 0 335-15,0 0-687 0,0 0-405 16,0 0 0-16,4 50 0 0,4-28 0 15,4 3 0-15,5-1 0 16,4-2 0-16,5-3 0 0,-1-2 0 16,6-5 0-16,-4-6 0 0,0-4 0 15,-6-2 0-15,-5-6 0 0,-1-5 0 16,-9-5 0-16,0-3 0 16,-6-7 0-16,-6-5 0 0,-4-1 0 15,-1-3 0-15,-5-3 0 0,1-3 0 16,-1 1 0-16,3 0 0 0,9 5 0 15,4 9 0-15,4 6 0 0,2 9 0 16,1 7-401-16,-1 4-435 0,-2 3-1077 16,4 6-8-16</inkml:trace>
  <inkml:trace contextRef="#ctx0" brushRef="#br0" timeOffset="18506.21">16613 2399 3909 0,'0'0'557'0,"0"0"-105"15,0 0 528-15,0 0-548 16,0 0 5-16,0 0 515 0,0 0-556 16,-20-46-319-16,9 16-77 0,5-2 0 15,2 5 0-15,4 3 0 0,0 0 0 16,0 3 0-16,4 1 0 16,2 1 0-16,5 1 0 0,-1 1 0 15,5 5-85-15,-5 4-1015 0,0 1-2386 0</inkml:trace>
  <inkml:trace contextRef="#ctx0" brushRef="#br0" timeOffset="18985.82">16783 2038 6014 0,'0'0'749'0,"0"0"-13"16,0 0-43-16,-37 25-693 0,24 3 0 15,5 7 0-15,0 2 0 0,4 1 0 16,4-3 0-16,10-3 0 0,7-5 0 15,3-4 0-15,7-6 0 16,0-4 0-16,4-6 0 0,0-4 0 16,0-4 0-16,-4-6 0 0,0-6 0 15,-7-5-165-15,-3 4-1492 0,-9-4-1096 0</inkml:trace>
  <inkml:trace contextRef="#ctx0" brushRef="#br0" timeOffset="19251.29">16975 2256 5038 0,'0'0'1300'0,"0"0"-599"0,0 0 427 15,48-43-1103-15,-34 22-25 16,-1 0 0-16,-3-4 0 0,-4 4 0 16,-2-3 0-16,-4 1 0 0,-6 0 0 15,-8-1 0-15,-1 5 0 0,-1 6 0 16,3 8 0-16,-3 5 0 0,1 5 0 15,1 13 0-15,3 8 0 0,-1 12 0 16,4 7 0-16,2 3 0 16,6-1 0-16,6-8 0 0,8-5 0 15,13-9 0-15,10-10 0 0,5-8 0 16,5-7 0-16,9-4-17 16,-2-9-999-16,-7 1-369 0</inkml:trace>
  <inkml:trace contextRef="#ctx0" brushRef="#br0" timeOffset="19784.88">17701 1889 5334 0,'0'0'624'0,"0"0"425"16,-6-43-205-16,-5 35-503 0,-3 2-341 16,1 3 0-16,-1 5 0 0,-1 9 0 15,3 7 0-15,2 9 0 0,-1 7 0 16,7 4 0-16,2 0 0 16,4-3 0-16,6-5 0 0,9-7 0 15,4-7 0-15,6-8 0 0,4-5 0 16,2-7 0-16,4-5 0 0,2-8 0 15,-10-3 0-15,-2 0 0 0,-6-3 0 16,-11 2 0-16,-6 1 0 16,-4 1 0-16,-10 1 0 0,-5 5 0 15,-7 2 0-15,-1 3 0 0,-8 1 0 16,0 4 0-16,-4 0 0 16,12 3 0-16,6-1 0 0,9-1 0 15,8-2 0-15,10-7 0 0,11-3-1461 16,2-1 68-16,2-5-412 0</inkml:trace>
  <inkml:trace contextRef="#ctx0" brushRef="#br0" timeOffset="20084.03">18131 1480 5514 0,'0'0'612'16,"-27"-45"177"-16,12 20-177 0,5 2-256 15,-7-1-47-15,1 0-309 16,-3 1 0-16,-1 2 0 0,-3 3 0 16,2 6 0-16,1 4 0 0,5 5 0 15,-1 4 0-15,-1 8 0 0,3 6 0 16,1 5 0-16,3 7 0 16,0 1 0-16,5 6 0 0,5 1 0 15,0 3 0-15,11 2 0 0,3 1 0 16,3 3 0-16,3 2 0 0,7 2 0 15,0 0 0-15,2 0 0 0,-2-1 0 16,-4-2 0-16,-7-4 0 0,-1-4 0 16,-5-4 0-16,0-6 0 0,-3-6-1073 15,-7-7-328-15,0-6-772 0</inkml:trace>
  <inkml:trace contextRef="#ctx0" brushRef="#br0" timeOffset="20249.41">17941 1870 6142 0,'0'0'1597'0,"0"0"-1144"0,0 0-453 16,0 0 0-16,33-17 0 16,10-3 0-16,9-5 0 0,6-5 0 15,-3 1 0-15,-5 3 0 0,2 4 0 16,-7 1 0-16,-12 7-1313 16,-12 1-2897-16</inkml:trace>
  <inkml:trace contextRef="#ctx0" brushRef="#br0" timeOffset="20808.25">16221 2597 5658 0,'0'0'1309'0,"0"0"-577"16,0 0-239-16,0 0-493 0,0 0 0 15,0 0 0-15,0 0 0 0,-7 68 0 16,24-17 0-16,4 4 0 16,10 1 0-16,0 9 0 0,2 5 0 15,-8 3 0-15,1 2 0 0,-7-5 0 16,-7-8 0-16,3-11 0 0,-9-12 0 15,0-11 0-15,-2-10 0 0,-4-11-2094 16,0-7-587-16</inkml:trace>
  <inkml:trace contextRef="#ctx0" brushRef="#br0" timeOffset="20978.14">16204 3040 4185 0,'0'0'2554'16,"0"0"-1490"-16,0 0-675 0,0 0-389 15,0 0 0-15,0 0 0 16,42-6 0-16,-9-9 0 0,2-4 0 16,6-1 0-16,-8 1 0 0,2 2 0 15,-2 3 0-15,-2 0 0 0,-10 4-1065 16,0 3-700-16</inkml:trace>
  <inkml:trace contextRef="#ctx0" brushRef="#br0" timeOffset="21335.91">16570 2865 6230 0,'0'0'769'15,"-4"40"-465"-15,4-17 292 0,4 4-356 16,2 0-187-16,9 3-53 0,3-1 0 16,3 1 0-16,0-1 0 0,8-5 0 15,-7-2 0-15,5-6 0 0,-6-5 0 16,0-6 0-16,-1-5 0 16,-5-7 0-16,-3-8 0 0,-6-6 0 15,-2-9 0-15,-4-3 0 0,0-4 0 16,-4-2 0-16,-6-1 0 0,-2 1 0 15,-3 2 0-15,-1 5 0 0,5 2 0 16,1 7 0-16,6 3 0 0,4 5-173 16,4 5-727-16,2 4-197 0,-2 1-1640 15</inkml:trace>
  <inkml:trace contextRef="#ctx0" brushRef="#br0" timeOffset="21540.51">16955 3074 3053 0,'0'0'2581'0,"0"0"-2121"16,0 0-124-16,0 0 505 0,0-46-377 15,0 14-120-15,0 0-231 0,0 5-113 16,0 2 0-16,0 6 0 16,6 1 0-16,-6 5 0 0,4-1 0 15,2-4 0-15,4 0 0 0,7-4 0 16,4-1-633-16,-5 7-644 0,-1-2-2392 0</inkml:trace>
  <inkml:trace contextRef="#ctx0" brushRef="#br0" timeOffset="22005.93">17048 2473 6498 0,'0'0'689'0,"2"49"-89"0,2-15-195 16,-2 6-405-16,2 3 0 0,2 6 0 15,2 3 0-15,5 2 0 16,3-2 0-16,3 0 0 0,2-6 0 16,1-7 0-16,-1-7 0 0,-4-8 0 15,-3-12 0-15,3-9 0 0,-3-6 0 16,-2-11 0-16,-3-9 0 0,-3-2 0 15,-6-7 0-15,0 2 0 16,-10 2 0-16,-7 2 0 0,-8 6 0 16,3 7 0-16,-3 4 0 0,-2 6 0 15,6 3 0-15,5 2 0 0,1 5 0 16,3 2 0-16,3 0-1225 16,3-3-140-16,6 0-416 0</inkml:trace>
  <inkml:trace contextRef="#ctx0" brushRef="#br0" timeOffset="22302.2">17271 2706 7455 0,'0'0'737'16,"0"0"-737"-16,-27 44 0 0,21-18 0 15,2 3 0-15,4-1 0 0,0-2 0 16,10-2 0-16,4-1 0 0,3-4 0 15,-1-2 0-15,5-4 0 16,0-6 0-16,2-6 0 0,-3-1 0 16,1-7 0-16,0-5 0 0,-5-6 0 15,-6-2 0-15,1-2 0 0,-7-6 0 16,-4 1 0-16,0-3 0 16,-4 1 0-16,-2 0 0 0,-5 4 0 15,1 4 0-15,0 0 0 0,-1 3 0 16,5 0 0-16,2 0-57 0,4-1-1664 15,0 4-79-15,0-2-1102 0</inkml:trace>
  <inkml:trace contextRef="#ctx0" brushRef="#br0" timeOffset="22502.6">17438 2427 6603 0,'0'0'1412'0,"0"45"-1235"0,0-21-177 16,4 3 0-16,3 2 0 0,-1-3 0 15,4 3 0-15,0 1 0 0,1 2 0 16,3 5 0-16,-3-1 0 16,-5 1 0-16,8 0 0 0,-3-5 0 15,1-8 0-15,2-11 0 0,-1-10 0 16,1-5-517-16,1-12-836 16,-7 1-207-16,-4-4-773 0</inkml:trace>
  <inkml:trace contextRef="#ctx0" brushRef="#br0" timeOffset="22965.87">17680 2770 3397 0,'0'0'3198'0,"0"0"-2322"0,0 0-155 16,15-49-721-16,-9 27 0 0,-2-3 0 15,-2 1 0-15,-2 0 0 16,0 3 0-16,-6 3 0 0,2 5 0 16,-3 6 0-16,3 2 0 0,-2 4 0 15,4 1 0-15,-6 6 0 0,-3 7 0 16,5 12 0-16,0 2 0 0,2 5 0 15,4-2 0-15,4-8 0 16,6-1 0-16,3-6 0 0,3-5 0 16,3-6 0-16,-3-4 0 0,7-2 0 15,-2-8 0-15,-3-3 0 0,-1-1 0 16,-3-3 0-16,-1 2 0 16,-3-2 0-16,-4 2 0 0,5 4 0 15,-7 4 0-15,0 4 0 0,-2 3 0 16,4 2 0-16,3 3 0 0,-3 2 0 15,4 6 0-15,0-2 0 0,-3 0 0 16,1-1 0-16,-6-4 0 0,-2 2 0 16,0-2 0-16,0-2 0 0,0-4 0 15,0-3 0-15,-2-10 0 16,2-12 0-16,0-2 0 0,2-5 0 16,4 3 0-16,2 4 0 0,-1 2 0 15,3 8 0-15,-4 5 0 0,-2 7 0 16,2 3 0-16,-1 2 0 0,7 10 0 15,-4 9 0-15,3 4 0 16,-5 2 0-16,4-2 0 0,-4-6 0 16,5-1 0-16,-3-5-1037 0,0-1-224 15,0-3-568-15</inkml:trace>
  <inkml:trace contextRef="#ctx0" brushRef="#br0" timeOffset="23291.41">18211 2396 7227 0,'0'0'728'0,"0"0"-491"0,0 0-237 0,0 0 0 16,0 0 0-16,-37 24 0 0,14 4 0 16,7 7 0-16,3-1 0 0,7-2 0 15,6-2 0-15,9-4 0 0,3-7 0 16,-2-4 0-16,7-4 0 16,1-6 0-16,1-5 0 0,0-5 0 15,-1-6 0-15,1-4 0 0,-3-4 0 16,5-2 0-16,-7-3 0 0,-3 5-2538 15,-3 2-827-15</inkml:trace>
  <inkml:trace contextRef="#ctx0" brushRef="#br0" timeOffset="23618.32">18368 2516 7403 0,'0'0'789'0,"0"0"-789"0,0 0 0 15,0 0 0-15,0 0 0 0,0 0 0 16,38 6 0-16,-7-15 0 0,4-7 0 16,2-2 0-16,-4-1 0 0,-2-2 0 15,0 1 0-15,-6 0 0 0,-7 0 0 16,-7 1 0-16,-3 1 0 16,-8 0 0-16,0 0 0 0,-8 4 0 15,0 4 0-15,-7 6 0 0,-4 4 0 16,-3 9 0-16,-1 9 0 0,0 9 0 15,-2 8 0-15,5 1 0 0,1 5 0 16,7-1 0-16,4-3 0 0,8-5 0 16,4-5 0-16,10-7 0 0,9-4 0 15,4-7 0-15,14-4 0 0,2-4 0 16,7-1 0-16,0-1-169 16,-9-1-2592-16</inkml:trace>
  <inkml:trace contextRef="#ctx0" brushRef="#br0" timeOffset="32322.73">28258 1791 5442 0,'0'0'828'0,"0"0"-67"0,0 0 375 16,0 0-1111-16,0 0-25 0,0 0 0 15,0 0 0-15,10 61 0 0,-2-17 0 16,2 7 0-16,1-3 0 0,-1-4 0 15,0-1 0-15,3 0 0 0,-5-5 0 16,-2-5-581-16,-2-8-600 0,-4-8-2384 0</inkml:trace>
  <inkml:trace contextRef="#ctx0" brushRef="#br0" timeOffset="32676.8">28274 1698 5322 0,'0'0'996'0,"0"0"-219"0,-14-49 320 15,14 30-1097-15,0-2 0 0,8-1 0 16,4 0 0-16,5 3 0 0,6 4 0 15,3 3 0-15,3 5 0 0,0 7 0 16,0 0 0-16,-4 8 0 0,-2 3 0 16,-3 3 0-16,-5 4 0 15,-7 2 0-15,-4 2 0 0,-4 1 0 16,0 2 0-16,-6-3 0 0,-2 1 0 16,-2-4 0-16,-3-1 0 0,1-2 0 15,-1-5 0-15,-1-2 0 0,1-3 0 16,1-3 0-16,-2-3-117 0,3 0-567 15,5-8-725-15,0 1-115 16,6-3-545-16</inkml:trace>
  <inkml:trace contextRef="#ctx0" brushRef="#br0" timeOffset="32956.19">28636 1816 5478 0,'0'0'1048'0,"0"0"193"16,0 0-816-16,-6-53-425 16,12 24 0-16,2-1 0 0,4-2 0 15,5-1 0-15,4 2 0 0,-1 4 0 16,-1 5 0-16,-5 7 0 0,-5 6 0 15,-5 5 0-15,-2 2 0 16,0 1 0-16,2 1-337 0,-2 0-935 16,4 2-325-16</inkml:trace>
  <inkml:trace contextRef="#ctx0" brushRef="#br0" timeOffset="33236.46">29029 1580 6150 0,'0'0'789'16,"0"0"-193"-16,-31-42-220 0,22 35-168 16,3 4-168-16,-4 2-7 0,-1 1-33 15,-5 6 0-15,3 6 0 16,-1 5 0-16,2 1 0 0,3 4 0 16,5-1 0-16,2 1 0 0,2-1 0 15,4-2 0-15,7-3 0 0,3-3 0 16,3-4 0-16,1-5 0 0,7-4 0 15,-2-1 0-15,-3-7 0 16,1-2 0-16,-4-4 0 0,-3-2 0 16,-6-2 0-16,-3-2 0 0,-5 1 0 15,-3 3 0-15,-5 0-245 0,-2 4-1580 16,2 2-908-16</inkml:trace>
  <inkml:trace contextRef="#ctx0" brushRef="#br0" timeOffset="33599.44">29084 2291 6078 0,'0'0'765'0,"2"-45"-269"15,5 8 112-15,-3-7-384 0,-2-5-203 16,-2-10-21-16,0-7 0 16,0-10 0-16,0-4 0 0,4 3 0 15,6 8 0-15,7 11 0 0,1 15 0 16,3 12 0-16,0 11 0 16,-7 7 0-16,5 8 0 0,-5 4 0 15,1 2 0-15,-3 6 0 0,-1 5 0 16,-1 4 0-16,-4 1 0 0,-2 4 0 15,-4 1 0-15,-4 1 0 0,-8-1 0 16,-3-1 0-16,-3 1 0 0,-3-5 0 16,0-1 0-16,3-5 0 15,5-3 0-15,3-6 0 0,8-2 0 16,2 0-809-16,0-1-188 0,2-6-563 0</inkml:trace>
  <inkml:trace contextRef="#ctx0" brushRef="#br0" timeOffset="33876.83">29330 1698 3193 0,'0'0'4622'0,"0"0"-4245"16,0 0-377-16,0 0 0 0,25-50 0 15,-14 25 0-15,-3-1 0 0,-2 0 0 16,0 0 0-16,-2 2 0 16,-2 2 0-16,-2 4 0 0,0 6 0 15,0 6 0-15,0 4 0 0,-2 2 0 16,-2 6 0-16,-6 11 0 0,-3 14 0 15,-1 9 0-15,0 7 0 0,7-1 0 16,5-5 0-16,2-3 0 0,6-8 0 16,9-6 0-16,6-6 0 15,1-9 0-15,5-5 0 0,2-8 0 16,0-10-837-16,-4-9-156 0,-4 1-199 16,-7-4-1357-16</inkml:trace>
  <inkml:trace contextRef="#ctx0" brushRef="#br0" timeOffset="34040.73">29647 1159 4301 0,'0'0'1193'16,"0"0"-132"-16,0 0 75 0,0 0-635 15,-9 33-501-15,-1 3 0 0,2 7 0 16,-3 6 0-16,5 0 0 16,4-5 0-16,2-1 0 0,0 3 0 15,0-3 0-15,0 1 0 0,2-5 0 16,2-4 0-16,1-7 0 0,-1-9-121 15,0-9-991-15,-4-6-93 0,4-5-1476 0</inkml:trace>
  <inkml:trace contextRef="#ctx0" brushRef="#br0" timeOffset="34264.98">29812 1243 7439 0,'0'0'753'0,"0"0"-753"16,-35 49 0-16,14-16 0 0,3 5 0 15,1 1 0-15,5 1 0 0,3 3 0 16,7 0 0-16,2 2 0 16,0 2 0-16,4 0 0 0,1 0 0 15,-3-3 0-15,2-8 0 0,0-9 0 16,2-10 0-16,0-9 0 16,3-4-277-16,-1-9-687 0,0-9-781 15,2 1-16-15,-3-6-1428 0</inkml:trace>
  <inkml:trace contextRef="#ctx0" brushRef="#br0" timeOffset="34654.3">29872 1704 4978 0,'0'0'1420'0,"0"0"149"16,23-46-1344-16,-15 23-225 0,-2-3 0 15,0-1 0-15,1 0 0 16,-5 1 0-16,0 6 0 0,-2 3 0 16,-2 7 0-16,-7 5 0 0,-5 5 0 15,-7 7 0-15,-6 12 0 0,-4 10 0 16,2 9 0-16,3 6 0 0,9 2 0 15,11-2 0-15,6-4 0 0,12-6 0 16,9-5 0-16,6-5 0 16,2-9 0-16,4-4 0 0,2-9 0 15,0-2 0-15,-2-7 0 0,-2-1 0 16,-4-3 0-16,-4 2 0 16,-7 2 0-16,-7 2 0 0,-5 3 0 15,-2 1 0-15,-2 1 0 0,4 3-53 16,0 4-15-16,2 1 56 0,-2 0 0 15,3-1 16-15,-1-4-4 0,-2 0 141 16,2-3-141-16,2-4 0 0,5-14 0 16,-1-5 0-16,-2-9 0 15,1-4 0-15,3-3 0 0,1-1 0 16,5 3 0-16,1 4 0 0,2 5 0 16,6 4 0-16,0 3 0 0,2 4 0 15,-4 0 0-15,-9 4-753 0,-1 0-1440 16</inkml:trace>
  <inkml:trace contextRef="#ctx0" brushRef="#br0" timeOffset="36459.78">23127 3921 5254 0,'0'0'932'0,"0"0"-636"0,37-15-55 16,-12 7 39-16,6-2 24 0,6 0 224 15,9 1-308-15,12-1-83 0,10-1-137 16,10 3 0-16,13 0 0 0,17 4 0 16,12 4 0-16,16 0 0 15,17 2 0-15,10 0 0 0,19 0 0 16,4-2 0-16,17-1 0 0,10-4 0 16,2 1 0-16,8-3 0 0,0 0 0 15,-6 0 0-15,-2 0 0 0,-12 0 0 16,-15-1 0-16,-16 1 0 15,-22 1 0-15,-23 1 0 0,-20 0 0 16,-24 0 0-16,-23-2 0 0,-17-3-521 16,-18-2-263-16,-15 1-1125 15,-10-4-352-15</inkml:trace>
  <inkml:trace contextRef="#ctx0" brushRef="#br0" timeOffset="36742.75">26612 3381 7215 0,'41'25'24'0,"17"-2"-24"0,15 4 12 16,7-3-4-16,11 2-8 0,13-1 0 15,7 2 32-15,3 2-24 16,2 1 68-16,-15 1 44 0,-16-1-116 15,-19-1-4-15,-21 0 20 0,-12-1-12 16,-14 0 92-16,-13 3 88 0,-12 3-156 16,-17 6 64-16,-16 4 48 15,-15 3-140-15,-16 3 16 0,-9 2-16 16,-5-1 12-16,-3-1-16 0,6-3 0 16,7-3-240-16,22-13-356 0,13-5-2033 0</inkml:trace>
  <inkml:trace contextRef="#ctx0" brushRef="#br0" timeOffset="37251.73">23214 6656 3761 0,'0'0'2862'0,"66"3"-2294"0,-19-1-20 0,11 1-95 0,13-2-453 0,13 0 0 0,22-1 0 0,18-3 0 16,23-1 0-16,20-5 0 0,21-1 0 15,19-1 0-15,10-1 0 0,14-2 0 16,7 0 0-16,6-3 0 0,2 2 0 15,-6-3 0-15,-7 3 0 0,-16 2 0 16,-18 2 0-16,-28 1 0 16,-24 1 0-16,-27 0 0 0,-27 1 0 15,-18 0 0-15,-26 0 0 0,-16-2 0 16,-14 0 0-16,-17-3-749 0,-4 2-1384 16,-11-1 144-16</inkml:trace>
  <inkml:trace contextRef="#ctx0" brushRef="#br0" timeOffset="37514.18">26788 6032 6847 0,'62'2'132'0,"12"0"84"0,19 0-104 16,4 3-24-16,11 4 248 0,4 5-80 15,3 7-51-15,-7 5-205 0,-7 3 0 16,-16 3 0-16,-21 3 0 16,-19 4 0-16,-28 5 0 0,-25 5 0 15,-25 7 0-15,-25 3 0 0,-17 2 0 16,-5-2 0-16,-7-3 0 0,0-3 0 16,2-2 0-16,9-1 0 0,22-15-241 15,4-6-2108-15</inkml:trace>
  <inkml:trace contextRef="#ctx0" brushRef="#br0" timeOffset="62301.38">21661 3742 1436 0,'-33'-16'16'16,"4"6"-16"-16,-8-5 993 0,6 2-525 16,-2 0-124-16,2 0-44 0,-4 0 312 15,-2-2-416-15,4 0-91 0,-3-1 39 16,-1-2-92-16,0 0-4 0,-4-1 12 15,-3 2-36-15,-3-1 8 0,-1 5 36 16,-8 2-48-16,3 3 32 0,-11 5 104 16,-3 1 28-16,-3 1-48 0,2 1-68 15,0 0-68-15,4 2 20 16,8 0 236-16,2 0-64 0,2 2-88 16,-1 2-104-16,-7 1-44 0,-4 3-132 15,-5 4-52-15,-5 4 176 0,-5 5 52 16,-3 4-4-16,-7 6 8 0,0 0-4 15,-2 4 16-15,6-1-12 16,1-1 0-16,5 1 64 0,7-2-28 16,3 0 8-16,5 0-28 15,6-1-16-15,3-2-4 0,7-1 0 16,5 1-12-16,1-1 0 0,5 0-12 16,4-1-36-16,2-1 48 0,4-1 0 15,7-2 12-15,-1 0 0 0,6-2 40 16,3 3-24-16,2-1 28 0,-3 3 16 15,1 0-60-15,2 3 4 0,-3 2-4 16,-1 0-24-16,-7 5-12 0,0 3-148 16,-6 5-60-16,-6 5-20 15,-6 6-76-15,-8 7 108 0,-7 4 95 16,-2 2 65-16,-4 3 72 0,4 0 60 16,2-1 197-16,9 4-145 15,2 0-8-15,1 0 28 0,5 1 0 16,10-1 36-16,0 1 120 0,7-1-136 15,3 1-92-15,3 0-60 0,3-2-48 16,5 0-148-16,2-5-72 16,8-2 96-16,2-3 108 0,15-7 60 15,4-2 4-15,8-4 20 0,10-6 128 16,7-3-92-16,4-4 8 0,14-3 72 16,6-4-24-16,3-4 32 0,3-1-52 15,5-3-88-15,8-1-4 0,-2-1 4 16,8 0 4-16,-4 1-8 15,5 2 12-15,-5 0 0 0,2 0 80 16,0-3 116-16,0 2-84 0,0-4-32 16,-2 2-24-16,0-3-68 0,-2-3 8 15,3 0-4-15,-1-5-4 16,-2 0 0-16,0-5 20 0,0 1-16 16,0-4 64-16,6-3 81 0,0-3-105 15,0-5 0-15,3-4-8 0,-1-4-28 16,-2-6 0-16,11-2 60 0,-5-3-48 15,5-5 4-15,-1 0-8 16,1-1-8-16,-3 2-8 0,3-1 0 16,-5 1 4-16,-1 1-4 0,-5 2 0 15,-4 2 0-15,-4 4 0 0,-6 6 0 16,-7 6 8-16,-5 4-8 0,-9 4 4 16,-9 2-4-16,-1 3 0 0,-6 0 0 15,-1-2-4-15,-1-2 4 0,1-9 0 16,5-9-48-16,4-7-24 0,0-9 4 15,2-4-12-15,-3-8 12 16,-1-7 32-16,-4-4 15 0,-7-3 21 16,-8-6 21-16,-4-2-17 0,-10-3 132 15,-7-4 200-15,-5-2-28 0,-7-1 44 16,-2-3 28-16,-6 0-271 0,-3 0-109 16,-5 5 0-16,1 2 0 15,-7 2 0-15,-7 5 0 0,-4 2 0 16,-6 3 0-16,-9 4 0 0,3 0 0 15,-7 0 0-15,1-2 0 0,-5-2 0 16,-2 2-85-16,8-1-143 0,-1-3 16 16,5-1 136-16,-1 1 40 15,2 0-48-15,-5 1 0 0,-6 0-100 16,0 4 88-16,-10 4 20 0,-8 7-84 16,-7 6 44-16,-7 7 116 0,-7 7 152 15,-7 8 4-15,-11 8-8 0,-9 7 96 16,-4 3-156-16,-2 2-20 0,14-3 72 15,13-6-104-15,16-10-36 0,17-15-240 16,21 4-825-16,7-12-1492 0</inkml:trace>
  <inkml:trace contextRef="#ctx0" brushRef="#br0" timeOffset="62956.41">19911 3681 1844 0,'0'0'2890'0,"0"0"-2530"0,0 0-180 0,0 0-40 16,-13-49 120-16,11 20 108 0,2-7 245 15,-4-4-349-15,0-5-36 0,-2-5-32 16,-1-3-188-16,-3-5 8 0,-4 1-16 15,-3-5 8-15,0-1-8 0,1-5 0 16,1-7 4-16,5-4-4 0,8-9 0 16,0-2 4-16,4-7-4 0,10-2 16 15,5 1-8-15,8-3 20 0,2 6 124 16,8 4-48-16,2 2-8 16,6 7-12-16,5 4-84 0,4 5 0 15,1 6-4-15,5 5 4 0,4 3 0 16,0 5 0-16,-2 4-4 0,-8 8-8 15,-5 6-152-15,-18 4-344 16,-14 8-141-16,-11 6-1171 0,-4 4-393 0</inkml:trace>
  <inkml:trace contextRef="#ctx0" brushRef="#br0" timeOffset="63512.32">20632 1039 6198 0,'0'0'361'0,"0"0"-101"0,0 0 200 0,4 42-284 16,2-6 0-16,0 9 72 0,5 4-180 15,-3 0-40-15,0 3 12 0,1-1-36 16,-3-2-4-16,0-5 0 16,-6-6-128-16,4-7-212 0,-4-10-941 15,0-7-283-15,0-11-793 0</inkml:trace>
  <inkml:trace contextRef="#ctx0" brushRef="#br0" timeOffset="63870.43">20566 875 5994 0,'0'0'777'16,"-4"-35"-249"-16,12 15 280 0,11 2-723 15,1 4-85-15,7 0 0 0,0 4 0 16,2 7 0-16,0 3 0 16,0 3 0-16,-4 8 0 0,-5 4 0 15,3 2 0-15,-4 3 0 0,-7 5 0 16,-4 0 0-16,-2 2 0 0,-6 0 0 15,-6 2 0-15,-4-2 0 0,-7 1 0 16,-7-1 0-16,1-3 0 0,-2-3 0 16,0-5 0-16,2-5 0 0,5-8 0 15,5-3-549-15,3-4-331 16,6-4-1385-16,4-2-773 0</inkml:trace>
  <inkml:trace contextRef="#ctx0" brushRef="#br0" timeOffset="64366.66">20963 1206 3013 0,'0'0'960'0,"0"0"-211"0,0 0 339 0,0 0-516 16,0 0-103-16,0 0 375 16,0 0-347-16,0 0-497 0,0 0 0 15,0 0 0-15,4-28 0 0,-6 6 0 16,0-3 0-16,-2 0 0 0,4 2 0 15,4 4 0-15,0 8 0 0,2 3 0 16,-2 1 0-16,2 1 0 0,7-2 0 16,1-3 0-16,1 3 0 0,-3 1 0 15,5 3 0-15,-9 3 0 16,-2 1-2582-16,-2-1-2568 0</inkml:trace>
  <inkml:trace contextRef="#ctx0" brushRef="#br0" timeOffset="64833.47">21161 1092 5166 0,'0'0'888'0,"0"0"-207"0,-2 45 139 15,2-30-600-15,0-2-68 0,4-1 64 16,0-4-167-16,0-2-49 0,-1-3 0 16,1-3 0-16,0 1 0 0,-2-1 0 15,2-1 0-15,2-6 0 0,0-6 0 16,5-8 0-16,-3-6 0 16,-6-4 0-16,4 3 0 0,-2 6 0 15,-4 9 0-15,0 7 0 0,0 3 0 16,0 2 0-16,5 1 0 0,-1 1 0 15,-2 6 0-15,8 4 0 16,0 7 0-16,3 4 0 0,-1-1 0 16,1-3 0-16,-3-6 0 0,0-6 0 15,-4-2 0-15,5-4 0 0,-1-3 0 16,0-6 0-16,-1-6 0 16,-1 1 0-16,2 0 0 0,-6 2 0 15,3 3 0-15,-7 5 0 0,4 2 0 16,-4 2 0-16,2 0 0 0,2 6 0 15,6 5 0-15,1 4 0 0,3 4 0 16,3 0 0-16,-1-3 0 0,1-4 0 16,-1-8 0-16,3-1 0 0,-3-4 0 15,1-3-813-15,-5-4-864 0</inkml:trace>
  <inkml:trace contextRef="#ctx0" brushRef="#br0" timeOffset="65167.65">21707 906 7003 0,'0'0'904'0,"0"0"-619"0,0 0-285 16,0 0 0-16,0 0 0 0,-50-13 0 15,30 18 0-15,-7 5 0 0,10 2 0 16,1 3 0-16,7-1 0 0,3-1 0 15,6 2 0-15,0 0 0 0,8-2 0 16,5 1 0-16,3-2 0 0,5-2 0 16,6-1 0-16,0 0 0 0,-2-2 0 15,1 3 0-15,-5-2 0 16,-2 0 0-16,-7-1 0 0,-6-1 0 16,-2 3 0-16,-4 4 0 0,-8 5 0 15,-8 3 0-15,-11 0 0 0,-4-2 0 16,-6-6 0-16,1-8 0 0,7-5 0 15,1-7-2742-15</inkml:trace>
  <inkml:trace contextRef="#ctx0" brushRef="#br0" timeOffset="67770.69">21988 1124 5886 0,'0'0'805'0,"0"0"-317"0,37-12 372 0,-22 12-707 16,1 6-153-16,3 7 0 0,-3 3 0 16,-3 6 0-16,-3 5 0 0,-4 3 0 15,-6 0 0-15,-2 3 0 0,-4-2 0 16,-6-3 0-16,-1 0 0 16,-5-3 0-16,-1-2 0 0,0-4 0 15,3-6 0-15,-1-6 0 0,11-6-165 16,0-1-1656-16,-2-9-1052 0</inkml:trace>
  <inkml:trace contextRef="#ctx0" brushRef="#br0" timeOffset="68317.27">22312 728 5630 0,'0'0'937'0,"0"0"-285"0,0 0 321 0,0 0-973 0,0 0 0 16,0 0 0-16,0 0 0 0,0 0 0 15,0 0 0-15,7 39 0 16,7-1 0-16,-1 10 0 0,5 2 0 16,-5-4 0-16,1-5 0 0,-4-10 0 15,-3-3 0-15,-1-11 0 0,-6-5 0 16,6-7 0-16,-4-5 0 16,0 0 0-16,8-8 0 0,7-16 0 15,2-16 0-15,1-10 0 0,-3-8 0 16,-1 1 0-16,-5 6 0 0,-1 5 0 15,-4 7 0-15,0 10 0 0,-4 11 0 16,1 8 0-16,-3 5 0 0,0 3 0 16,0 2-85-16,0 0-1716 0</inkml:trace>
  <inkml:trace contextRef="#ctx0" brushRef="#br0" timeOffset="68801.69">22658 1066 1844 0,'0'0'1457'0,"0"0"-729"16,0 0 253-16,-2 36-405 0,2-26-168 15,0 4 225-15,0 0-249 0,0-5-12 16,0-3 136-16,0-3-252 0,0-2-211 15,0 0-45-15,-2 0 0 16,2 0 0-16,-2-1 0 0,-1-3 0 16,-1-7 0-16,-2-7 0 0,0-10 0 15,2-8 0-15,2-1 0 0,2 2 0 16,2 4 0-16,4 6 0 16,0 4 0-16,0 4 0 0,1 4 0 15,-3 5 0-15,-2 1 0 0,4 2 0 16,4-3 0-16,9 2 0 0,2 0-305 15,-7 2-991-15,-2 3-289 0</inkml:trace>
  <inkml:trace contextRef="#ctx0" brushRef="#br0" timeOffset="69296.55">22825 917 6959 0,'0'0'1060'0,"-23"43"-887"16,19-20-173-16,4-2 0 16,2-3 0-16,5-1 0 0,-1-3 0 15,6-4 0-15,1-3 0 0,-3-1 0 16,0-6 0-16,1-2 0 0,-1-9 0 15,-2-3 0-15,0-5 0 0,-3-5 0 16,-3 2 0-16,-2 0 0 0,0 4 0 16,0 6 0-16,0 5 0 0,0 4 0 15,0 2 0-15,0 1 0 16,0 2 0-16,0 5 0 0,2 7 0 16,4 5 0-16,2 5 0 0,7-2 0 15,-1-5 0-15,-1-5 0 0,-5-5 0 16,-2-4 0-16,0-2 0 0,-4-1 0 15,7-3 0-15,-3-5 0 16,8-6 0-16,1-6 0 0,-3-1 0 16,-2 2 0-16,-3 7 0 0,-3 7 0 15,-4 2 0-15,0 3 0 0,0 1 0 16,0 7 0-16,2 7 0 16,2 9 0-16,4 2 0 0,-2-2 0 15,3-4 0-15,-3-5 0 0,0-5 0 16,4-3 0-16,1-5 0 0,-1-4-21 15,0-2-1391-15,-1-5-413 0</inkml:trace>
  <inkml:trace contextRef="#ctx0" brushRef="#br0" timeOffset="69609.39">23286 826 6214 0,'0'0'649'0,"0"0"-413"0,0 0 620 0,0 0-619 0,0 0-237 15,-33-17 0-15,12 19 0 16,1 6 0-16,-1 3 0 0,2 1 0 16,5 1 0-16,4-2 0 0,3 1 0 15,7 1 0-15,2 1 0 0,9 0 0 16,7 1 0-16,5-1 0 16,6 0 0-16,4-2 0 0,-2 3 0 15,-2-3 0-15,0 0 0 0,-10 0 0 16,-5-3 0-16,-8-1 0 0,-6-1 0 15,0 1 0-15,-10 4 0 0,-11 1 0 16,-12 0 0-16,-4-3 0 0,-8-2 0 16,5-6 0-16,1-1 0 0,6-2 0 15,10-9 0-15,9 1 0 0,8-5-2610 16</inkml:trace>
  <inkml:trace contextRef="#ctx0" brushRef="#br0" timeOffset="94653">8376 9912 1276 0,'0'0'100'15,"0"0"-88"-15,0 0 2729 16,0 0-1996-16,0 0-93 0,0 0 485 15,0 0-557-15,0 0-36 0,0 0-139 16,4-12-405-16,-8 8 0 0,4 3 0 16,-4 0 0-16,2 0 0 0,2 0 0 15,0 1 0-15,-4-2 0 0,4 2 0 16,0 0 0-16,0 0 0 0,0 0 0 16,0 0 0-16,0 0 0 0,0-1 0 15,0 1 0-15,0 0 0 0,0 0 0 16,0 0 0-16,0 0 0 15,4 0 0-15,-4 0 0 0,6 0 0 16,8-2 0-16,5 2 0 0,10 0 0 16,4-1 0-16,2 1 0 15,-2 0 0-15,9 0 0 0,1 0 0 16,3 1 0-16,1 1 0 0,5-2 0 16,-3 1 0-16,7 2 0 0,2-1 0 15,0-1 0-15,0 2 0 16,0-1 0-16,0 2 0 0,-5-1 0 15,3-1 0-15,-2 2 0 0,0-2 0 16,1 3 0-16,9-2 0 0,-6 0 0 16,11 2 0-16,-7-2 0 0,6 2 0 15,0-2 0-15,6-2 0 0,-1 0 0 16,1-1 0-16,5 0 0 0,-1-1 0 16,1-3 0-16,-5 1 0 0,1-1 0 15,-3-2 0-15,-4 0 0 0,3 0 0 16,1-1 0-16,0 1 0 15,3 0 0-15,-1 0 0 0,-2 2 0 16,3-2 0-16,-3 1 0 0,3-1 0 16,3 2 0-16,-3 1 0 15,1 2 0-15,-2-2 0 0,1 2 0 16,-3 1 0-16,3 0 0 0,-1 3 0 16,-2-1 0-16,-1 0 0 0,1 3 0 15,0-3 0-15,-1 3 0 16,-3-2 0-16,0 0 0 0,4 1 0 15,3-1 0-15,3-2 0 0,5 3 0 16,-2-2 0-16,-3 1 0 0,1-3 0 16,-5 0 0-16,5 0 0 0,-3 0 0 15,-1 0 0-15,-1-2 0 0,-2 1 0 16,-1 1 0-16,5 0 0 0,-1 0 0 16,3 0 0-16,3 0 0 0,-3 3 0 15,9-2 0-15,-6 2 0 0,4 0 0 16,3-1 0-16,1 0 0 15,0 0 0-15,-4 0 0 0,-6-1 0 16,-1 2 0-16,-10-2 0 0,-4-1 0 16,-6 1 0-16,-6-1 0 15,-11 0 0-15,-8-2 0 0,-4-1 0 16,-6 3 0-16,-9-1 0 0,-3 1 0 16,-9 0 0-16,-2 0 0 0,0 0 0 15,-10 0 0-15,-11 5 0 16,-2 0-853-16,-2-1-884 0</inkml:trace>
  <inkml:trace contextRef="#ctx0" brushRef="#br0" timeOffset="106771.42">2538 11912 2741 0,'0'0'3157'16,"0"0"-2581"-16,0 0-255 0,0 0-225 16,0 0 24-16,0 0 228 0,0 0-168 15,0 0-28-15,2 4 20 0,3-4-152 16,5 1 44-16,4 0 181 0,7-1-245 16,4 0 0-16,4 1 0 15,-4-1 0-15,2 0 0 0,1 0 0 16,3 0 0-16,0 0 0 0,5 0 0 15,3 0 0-15,2-1 0 0,3 0 0 16,1 1 0-16,3 0 0 0,3 0 0 16,-1 0 0-16,6 1 0 0,2 2 0 15,4-2 0-15,4 2 0 0,2 0 0 16,0-2 0-16,-2-1 0 16,5 1 0-16,-1-1 0 0,0 1 0 15,3 1 0-15,-5-1 0 0,-4 0 0 16,-2 3 0-16,0-1 0 0,-4 2 0 15,0 1 0-15,2-2 0 0,4-1 0 16,2 0 0-16,6-1 0 16,3-1 0-16,-1-1 0 0,-2 1 0 15,5-1 0-15,3 0 0 0,1 0 0 16,2 0 0-16,-3 0 0 0,3 0 0 16,-4 1 0-16,-3 3 0 15,1 0 0-15,-3 0 0 0,-6 2 0 16,5 0 0-16,-5 0 0 0,0 1 0 15,0-1 0-15,3 1 0 0,1-1 0 16,2-1 0-16,5-2 0 0,-1 0 0 16,1-1 0-16,-1-1 0 0,1 1 0 15,6 1 0-15,-5-3 0 0,7 2 0 16,-2 1 0-16,0-2 0 16,-3 0 0-16,-3 0 0 0,6-1 0 15,-5 2 0-15,7-2 0 0,-2 0 0 16,4 0 0-16,0-2 0 0,2 2 0 15,-7 0 0-15,5 0 0 16,4 0 0-16,-8 0 0 0,4 0 0 16,-4 2 0-16,-1 0 0 0,5-2 0 15,-4 1 0-15,2 0 0 0,4 0 0 16,-2 1 0-16,2 0 0 0,2-2 0 16,6 3 0-16,2 0 0 15,3 0 0-15,-3 1 0 0,2 1 0 16,-2 0 0-16,5-1 0 0,-7 1 0 15,0 1 0-15,-4-3 0 0,1 1 0 16,3-3 0-16,-4 0 0 0,4 1 0 16,0-2 0-16,1 0 0 0,-3 0 0 15,2-2 0-15,-4 0 0 0,-6-3 0 16,-13 1 0-16,-7-1 0 16,-16-2-181-16,-5-2-699 0,-15 1-221 15,-4-4-2188-15</inkml:trace>
  <inkml:trace contextRef="#ctx0" brushRef="#br0" timeOffset="116069.63">11175 11587 1748 0,'0'0'284'15,"0"0"1517"-15,0 0-656 0,0 0-349 16,0 0-7-16,-35-19 151 0,29 16-472 16,1 2-247-16,5 1-221 0,0 0 0 15,0 0 0-15,0 0 0 16,0 0 0-16,0 0 0 0,0 1 0 15,0 2 0-15,5 0 0 0,1 2 0 16,8 0 0-16,9 0 0 0,12-2 0 16,8-3 0-16,9-4 0 0,0-4 0 15,2 0 0-15,-1-1 0 0,3 0 0 16,-4 0 0-16,-5 1 0 16,-7 3 0-16,-5 2 0 0,-8 2 0 15,-7 1 0-15,-3 0 0 0,-7 0 0 16,1 1 0-16,-7 0 0 0,-2-1 0 15,2 1 0-15,-4-1 0 16,4 0 0-16,-2 0 0 0,2-5 0 16,-4-4-29-16,0 0-2360 0,0-5-708 0</inkml:trace>
  <inkml:trace contextRef="#ctx0" brushRef="#br0" timeOffset="116862.55">12285 11501 4894 0,'0'0'1368'16,"0"0"-663"-16,0 0 75 0,0 0-335 15,-44-39-445-15,26 30 0 0,1 3 0 16,-3 2 0-16,3 4 0 16,5 1 0-16,-3 9 0 0,1 5 0 15,1 10 0-15,-1 8 0 0,2 8 0 16,-3 6 0-16,5-1 0 0,-1-1 0 15,11-5 0-15,0-8 0 16,7-9 0-16,7-9 0 0,7-8 0 16,6-7 0-16,4-12 0 0,6-11 0 15,4-9 0-15,-4-12-557 0,-6 10-1596 16,-8-5-1981-16</inkml:trace>
  <inkml:trace contextRef="#ctx0" brushRef="#br0" timeOffset="117037.93">12368 11094 6098 0,'0'0'865'16,"0"0"-449"-16,-19 45 228 0,11-15-475 15,-1 5-169-15,3 0 0 0,2 2 0 16,2 3 0-16,2 1 0 16,2 3 0-16,-2 1 0 0,4 0 0 15,2-3 0-15,-1-2 0 0,1-5 0 16,-6-7 0-16,4-3-273 0,-2-7-579 15,2-10-1221-15,-4-2-84 0</inkml:trace>
  <inkml:trace contextRef="#ctx0" brushRef="#br0" timeOffset="117323.39">12456 11673 5038 0,'0'0'892'0,"0"0"229"16,29-11-293-16,-14 2-515 0,-9-2-313 15,-2 1 0-15,0-5 0 0,-4 1 0 16,0-4 0-16,-4 0 0 0,-2 0 0 16,-4 1 0-16,1 4 0 0,3 6 0 15,-4 3 0-15,0 4 0 0,-1 11 0 16,-5 7 0-16,1 9 0 16,7 6 0-16,-7 5 0 0,9 0 0 15,-2-1 0-15,8-7 0 0,4-5 0 16,11-6 0-16,1-3 0 0,7-8 0 15,6-2 0-15,-2-4-149 16,-5-2-1191-16,-3-2-4631 0</inkml:trace>
  <inkml:trace contextRef="#ctx0" brushRef="#br0" timeOffset="117740.87">12694 11635 3793 0,'0'0'3442'0,"0"0"-2834"0,0 0-259 0,-20 47-349 15,13-11 0-15,3 7 0 0,4 0 0 16,0-1 0-16,4 1 0 0,3-3 0 16,-3 3 0-16,-2-4 0 0,2-2 0 15,-4-4 0-15,0-9-777 0,0-8-1544 16,0-5-1181-16</inkml:trace>
  <inkml:trace contextRef="#ctx0" brushRef="#br0" timeOffset="118053.71">12643 11767 4710 0,'0'0'1008'0,"0"0"85"0,-13-52-781 15,19 23 60-15,5-4 16 16,5-5-288-16,5 1-12 0,0 3 33 15,5 3-121-15,1 5 0 0,-2 7 0 16,-4 6 0-16,1 8 0 0,-11 5 0 16,-1 7 0-16,0 8 0 0,-5 6 0 15,-5 5 0-15,0 0 0 0,-5 1 0 16,-1-2 0-16,-4 0 0 16,4-1 0-16,-5-3 0 0,1-2 0 15,0-2 0-15,-1-4 0 0,5-4 0 16,-2-1 0-16,6-4 0 0,-2 1 0 15,0-3 0-15,4 2-457 16,-7-1-359-16,7-1-1265 0,0-2-404 0</inkml:trace>
  <inkml:trace contextRef="#ctx0" brushRef="#br0" timeOffset="118594.63">12936 11689 3849 0,'0'0'1853'0,"0"0"-948"0,0 0-17 15,0 0-440-15,0 0-199 0,0 0-249 16,37-42 0-16,-26 22 0 0,-5 0 0 16,2 2 0-16,-6 0 0 0,2 2 0 15,-4 0 0-15,0 4 0 0,0 4 0 16,-6 2 0-16,2 4 0 16,-2 2 0-16,-5 2 0 0,1 11 0 15,-4 9 0-15,1 7 0 0,3 3 0 16,4-1 0-16,2 1 0 0,4-5 0 15,4-4 0-15,4-6 0 16,13-6 0-16,-3-6-129 0,5-5 9 16,4-4 76-16,-2-7-72 0,1-4-88 15,5-2-136-15,-10-2-349 0,2 2 157 16,-5 0 48-16,-5 2-312 0,-3 3 331 16,-4 3 393-16,3 5 72 0,-7 2 132 15,2 2 29-15,0 6 219 16,-2 8 36-16,-2 7-64 0,0 3 180 15,0 1-192-15,-2-5 5 0,-2-6 127 16,4-1-244-16,-4-7-52 0,4-4 8 16,0 0-172-16,0-2 16 0,4-2 88 15,-4-8 1-15,6-10-117 0,4-4 0 16,-1-6 0-16,-3 3 0 16,4 3 0-16,1 4 0 0,-5 0 0 15,0 9 0-15,-2 4 0 0,0 5 0 16,-2 2 0-16,-2 2 0 0,4 10 0 15,1 7 0-15,1 4 0 16,0 2 0-16,-2-1 0 0,6-3 0 16,1 0 0-16,-1-3 0 0,-4 0-509 15,1-7-459-15,1 0-1938 0</inkml:trace>
  <inkml:trace contextRef="#ctx0" brushRef="#br0" timeOffset="118839.76">13540 11545 4518 0,'0'0'864'0,"0"0"140"15,-17-35-335-15,9 25-169 0,-3 4 44 16,3 0-451-16,-6 1-93 16,-1 3 0-16,-1 2 0 0,5 5 0 15,5 10 0-15,0 9 0 0,-2 5 0 16,8 3 0-16,0 0 0 0,8-1 0 15,0-1 0-15,7-4 0 0,1-6 0 16,-1-7 0-16,5-5 0 16,3-8-237-16,-4-6-1284 0,-7-4-287 15,-1-4-1254-15</inkml:trace>
  <inkml:trace contextRef="#ctx0" brushRef="#br0" timeOffset="119021.98">13577 11113 6274 0,'0'0'481'0,"0"0"375"16,-31 53-592-16,14-13 53 0,3 6-317 16,3 1 0-16,9 2 0 0,2 1 0 15,7 0 0-15,3-2 0 0,0-2 0 16,7-5 0-16,4-3 0 16,5-9 0-16,-1-7-897 0,-2-10-516 15,2-9-4221-15</inkml:trace>
  <inkml:trace contextRef="#ctx0" brushRef="#br0" timeOffset="119331">13866 11487 3637 0,'0'0'2765'0,"0"0"-2072"16,0 0-445-16,4-36 72 0,-8 29-20 0,-6 0-268 15,-11 0 0-15,-2 5 116 16,-1 0-131-16,3 3-17 0,2 5 0 15,5-1 0-15,8 1 0 0,2-1 0 16,4 1 0-16,0 3 0 0,10 3 0 16,6 1 0-16,11 1 0 0,-2-1 0 15,6-2 0-15,-4 1 0 0,0 0 0 16,-6-2 0-16,3 0 0 16,-11 0 0-16,-7 2 0 0,-2 0 0 15,-8 5 0-15,-6 1 0 0,-7 2 0 16,-4 0 0-16,-7 0 0 0,-3-2 0 15,-1-3 0-15,1-2 0 0,5-5 0 16,5-6 0-16,6-2 0 16,9 0-589-16,2-9-2356 0</inkml:trace>
  <inkml:trace contextRef="#ctx0" brushRef="#br0" timeOffset="119866.07">14600 11547 5690 0,'0'0'957'0,"0"0"47"15,0 0-463-15,-37-44-541 0,16 31 0 16,3 2 0-16,-1 1 0 0,0 3 0 16,-1 6 0-16,7 2 0 0,-7 12 0 15,5 6 0-15,-1 12 0 0,-1 5 0 16,3 4 0-16,7 1 0 16,7-3 0-16,7-3 0 0,7-7 0 15,3-9 0-15,10-9 0 0,4-7 0 16,6-6 0-16,0-10 0 0,2-8 0 15,-6-3 0-15,-6-1 0 16,-6-3 0-16,-11 1 0 0,-6 0 0 16,-4 1 0-16,-10 3 0 0,-5 0 0 15,-1 1 0-15,1 3 0 0,3 1 0 16,4 7-289-16,8 5-519 0,0 2-169 16,0 4-259-16,8 0-2186 0</inkml:trace>
  <inkml:trace contextRef="#ctx0" brushRef="#br0" timeOffset="120116.77">14685 11761 3253 0,'0'0'3201'15,"0"0"-2636"-15,0 0-37 0,0 0 48 16,0 0-507-16,0 0-69 16,0 0 0-16,31-45 0 0,-19 8 0 15,3-1 0-15,-5 1 0 0,0 0 0 16,3 2 0-16,-3 5 0 0,0 9 0 15,-5 8 0-15,-1 6 0 16,-2 4 0-16,-2 3 0 0,4 4 0 16,6 9 0-16,3 13 0 0,5 10 0 15,-1 5 0-15,-1 0 0 0,1-5 0 16,-3-1 0-16,7-4 0 0,0-6 0 16,-9-8 0-16,3-5-2690 0</inkml:trace>
  <inkml:trace contextRef="#ctx0" brushRef="#br0" timeOffset="120848.27">15485 11101 5726 0,'0'0'1057'0,"0"0"-377"0,0 0 49 0,0 0-729 15,0 0 0-15,0 0 0 16,0 0 0-16,-21 54 0 0,15-13 0 15,0 7 0-15,0 6 0 0,-3 8 0 16,-1 5 0-16,0 0 0 0,-1-3 0 16,5-5 0-16,2-9 0 0,2-9 0 15,2-10 0-15,2-8 0 0,2-10 0 16,2-6 0-16,5-7 0 16,3-8 0-16,3-10 0 0,7-8 0 15,-7-6 0-15,-1-1 0 0,-5-1 0 16,-5 3 0-16,-6 4 0 0,-6 7 0 15,-7 9 0-15,-5 7 0 16,1 5 0-16,-3 9 0 0,3 5 0 16,3-2-77-16,1 1-647 0,5-2-297 15,2-5-335-15</inkml:trace>
  <inkml:trace contextRef="#ctx0" brushRef="#br0" timeOffset="121108.73">15747 11118 3753 0,'0'0'3618'16,"0"0"-3030"-16,0 0-355 0,-6 37-233 16,-4-2 0-16,-3 7 0 15,-1 4 0-15,4-2 0 0,3 0 0 16,-3 2 0-16,2 2 0 0,2-2 0 15,-1-1 0-15,1-4 0 16,-2-4 0-16,8-5 0 0,-2-7 0 16,2-6 0-16,0-7 0 0,6-6-125 15,4-8-623-15,3-8-745 0,-3-1-28 16,0-6-824-16</inkml:trace>
  <inkml:trace contextRef="#ctx0" brushRef="#br0" timeOffset="121399.86">15844 11462 5306 0,'0'0'1357'0,"0"0"-561"0,0 0-63 16,0 0-733-16,-45-19 0 0,33 34 0 15,-3 3 0-15,1 6 0 0,3-1 0 16,1 2 0-16,4 2 0 16,-5 0 0-16,9-3 0 0,2-2 0 15,0-4 0-15,2-5 0 0,5-3 0 16,1-6 0-16,2-2 0 0,3-6 0 15,3-8 0-15,-1-5 0 16,1-4 0-16,-1 1 0 0,-5-1 0 16,-4 3 0-16,0 4 0 0,-1 4 0 15,-5 3 0-15,0 4 0 0,0 3 0 16,0 1 0-16,0 9 0 0,0 6 0 16,0 2 0-16,4 2 0 15,2-4 0-15,4-1-121 0,5-2-831 16,-3-3-45-16,-2-4-207 0,1 0-3430 0</inkml:trace>
  <inkml:trace contextRef="#ctx0" brushRef="#br0" timeOffset="124148.13">16165 11567 2569 0,'0'0'3533'0,"0"0"-2108"0,0 0-869 0,0 0-447 0,-31-46-109 16,21 32 0-16,-1-3 0 0,1 2 0 15,2-1 0-15,-5 0 0 16,9 6 0-16,2 2 0 0,-2 6 0 15,4 2 0-15,-6 6 0 0,-5 13 0 16,-5 16 0-16,-3 10 0 0,-1 4 0 16,9-4 0-16,5-9 0 15,6-8 0-15,4-6 0 0,6-9 0 16,7-9 0-16,6-10 0 0,6-13 0 16,0-12-265-16,-9 3-1624 0,1-7-1100 15</inkml:trace>
  <inkml:trace contextRef="#ctx0" brushRef="#br0" timeOffset="124306.08">16181 11103 7099 0,'0'0'476'0,"-29"54"8"0,17-21-351 16,6 0-133-16,-2 3 0 0,8 3 0 15,-2 4 0-15,2 1 0 16,0 3 0-16,0 1 0 0,2-3 0 15,2-5 0-15,2-5 0 0,4-10 0 16,1-10-1617-16,-5-8-480 0,-2-7-2189 16</inkml:trace>
  <inkml:trace contextRef="#ctx0" brushRef="#br0" timeOffset="124584.7">16252 11644 3825 0,'0'0'2693'0,"0"0"-1420"15,37 6-872-15,-18-13-401 0,-3-3 0 16,1-1 0-16,-7-2 0 0,4-3 0 16,-3-1 0-16,-5-4 0 0,0-2 0 15,-6 1 0-15,0-3 0 0,0 2 0 16,-6 4 0-16,-4 4 0 0,-1 6 0 16,-3 8 0-16,-3 5 0 0,1 14 0 15,-5 10 0-15,-2 11 0 16,-1 5 0-16,3 5 0 0,4-2 0 15,7-4 0-15,6-4 0 0,4-10 0 16,10-6 0-16,15-7 0 0,6-7 0 16,6-9-637-16,-4-1-1188 15,-2-7-708-15</inkml:trace>
  <inkml:trace contextRef="#ctx0" brushRef="#br0" timeOffset="125382.14">16950 11560 232 0,'0'0'1464'16,"0"0"1370"-16,0 0-1606 0,11-39 13 15,-11 21-497-15,-6 0-295 0,-5 1-449 16,-5 1 0-16,-9 3 0 0,-2 5 0 16,-4 7 0-16,0 7 0 0,0 12 0 15,2 10 0-15,4 10 0 16,2 6 0-16,5 2 0 0,12-2 0 15,6-6 0-15,10-5 0 0,15-10 0 16,8-9 0-16,10-10 0 0,3-7 0 16,5-10 0-16,-3-5 0 0,-11-3-177 15,-10-3-19-15,-6 2 164 16,-9-1 32-16,-10 3 72 0,-4 1 136 16,-4-1-83-16,-4 3-125 15,-1 2 0-15,1 4 0 0,4 4 0 0,6 6 0 16,-2 1 0-16,2 3 0 15,0 12 0-15,0 13 0 0,2 11 0 16,4 6 0-16,2 3 0 0,-6-2 0 16,2 2 0-16,-8 2 0 0,-6 0 0 15,-7 3 0-15,-5 0 0 0,-5-1 0 16,-8-2 0-16,2-2 0 0,-3-5 0 16,1-6 0-16,-2-7 0 15,10-10 0-15,0-9 0 0,13-7 0 16,1-12 0-16,3-12 0 0,4-16 0 15,2-14 0-15,4-8 0 0,4-6 0 16,15 3 0-16,5 8 0 0,11 9 0 16,-1 9 0-16,3 5 0 15,-6 5 0-15,-4 7 0 0,-3 2 0 16,-1 4 0-16,-2 0 0 0,0 2 0 16,-1-1 0-16,3-3 0 0,-2-2-465 15,-3 3-844-15,-1-2-2576 0</inkml:trace>
  <inkml:trace contextRef="#ctx0" brushRef="#br0" timeOffset="126082.35">17161 11615 2160 0,'0'0'1497'0,"0"0"-909"0,0 0-219 0,0 0 143 16,0 0 520-16,0 0-431 0,0 0-145 15,0 0 200-15,0 0-335 0,0 0-321 16,21-11 0-16,-27 16 0 0,2 1 0 16,-3-2 0-16,3 0 0 0,2 1 0 15,2-4 0-15,0 0 0 16,11-1 0-16,5-4 0 0,11-7 0 16,4-3 0-16,0-4 0 0,-4 0 0 15,0-2 0-15,-7 1 0 0,1 0 0 16,-4 0 0-16,-7 3 0 15,-6-1 0-15,0 4 0 0,-8-1 0 16,-2 3 0-16,-5 0 0 0,-3 4 0 16,-3 4 0-16,-3 2 0 0,-5 2 0 15,-2 8 0-15,-2 7 0 0,0 6 0 16,2 7 0-16,5 4 0 0,3 4 0 16,7 1 0-16,3-1 0 0,9-1 0 15,4-5 0-15,11-4 0 16,4-5 0-16,1-4 0 0,5-7 0 15,2-4 0-15,0-7 0 0,4-8 0 16,0-10-901-16,-6 3-1164 0,-5-5-1941 16</inkml:trace>
  <inkml:trace contextRef="#ctx0" brushRef="#br0" timeOffset="126390.68">17589 11454 3053 0,'0'0'3550'16,"0"0"-2450"-16,-35-35-644 0,23 30-423 16,-3 5-33-16,1 1 0 0,-3 9 0 15,5 4 0-15,-3 6 0 0,9 5 0 16,-2 5 0-16,6 2 0 0,2 3 0 16,2-2 0-16,6-3 0 0,9-6 0 15,-1-5 0-15,9-5 0 16,-2-7 0-16,-3-4 0 0,5-3 0 15,-6-7 0-15,-5-5 0 0,1-2 0 16,-9-4 0-16,-6-5 0 0,0 0 0 16,-4-4 0-16,-2-1 0 15,-5-1 0-15,1 0 0 0,0 3 0 16,-1 1 0-16,5 8 0 0,2 7-469 16,4 4-844-16,0 1-2060 0</inkml:trace>
  <inkml:trace contextRef="#ctx0" brushRef="#br0" timeOffset="126808.02">17697 11625 6254 0,'0'0'1137'0,"0"0"-577"0,0 0-319 16,0 0-241-16,0 0 0 0,0 0 0 16,0 0 0-16,0 0 0 0,0 0 0 15,4-47 0-15,2 13 0 16,4 3 0-16,-6 3 0 0,7 6 0 15,-5 6 0-15,2 6 0 0,-2 6 0 16,-1 3 0-16,1 1 0 0,0 4 0 16,0 9 0-16,-2 10 0 0,-4 5 0 15,0 1 0-15,0 0 0 16,-4-4 0-16,-2 0 0 0,2-4 0 16,-4-2 0-16,3-6 0 0,1-6 0 15,4-2 0-15,0-5 0 0,0 0 0 16,4-5 0-16,7-6 0 15,5-7 0-15,1-4 0 0,4-1 0 16,-5 1 0-16,-1 3 0 0,1 2 0 16,-1 0 0-16,-9 5 0 0,0 4 0 15,-2 3 0-15,2 2 0 0,-2 1 0 16,1 2 0-16,1 9 0 0,0 11 0 16,0 4 0-16,-2 5 0 0,0 0 0 15,1-7 0-15,-3-1 0 0,6-3 0 16,0-4 0-16,2-4 0 15,1-4-377-15,-1-4-1792 0,-2-2-1268 16</inkml:trace>
  <inkml:trace contextRef="#ctx0" brushRef="#br0" timeOffset="127270.1">18085 11595 1980 0,'0'0'4566'0,"0"0"-3925"0,0 0-37 15,0 0-203-15,0 0-401 0,0 0 0 16,0 0 0-16,35 1 0 0,-20-7 0 16,3-3 0-16,-1-2 0 0,-3-1 0 15,1-1 0-15,-9 0 0 16,4 0 0-16,1-1 0 0,-7-2 0 16,-2 2 0-16,-2-2 0 0,-2 1 0 15,-6 6 0-15,-3 3 0 0,-5 5 0 16,-9 6 0-16,-4 9 0 15,-2 7 0-15,-2 7 0 0,2 4 0 16,6 3 0-16,4-2 0 0,5 1 0 16,6-3 0-16,10-3 0 0,10-6 0 15,6-6 0-15,15-6 0 0,3-10 0 16,1-2 0-16,2-11 0 0,0-7 0 16,-6-6 0-16,-6 5-349 0,-4-4-2964 15</inkml:trace>
  <inkml:trace contextRef="#ctx0" brushRef="#br0" timeOffset="127487.67">18375 11037 6723 0,'0'0'912'0,"0"0"-556"0,0 0-155 0,0 0-201 15,0 0 0-15,0 0 0 0,-13 33 0 16,15 5 0-16,2 9 0 15,5 8 0-15,-3 3 0 0,-2 8 0 16,-2 5 0-16,-2 3 0 0,0-2 0 16,0-4 0-16,0-8 0 0,0-12 0 15,6-8 0-15,-2-13 0 0,-4-11-417 16,5-7-2116-16</inkml:trace>
  <inkml:trace contextRef="#ctx0" brushRef="#br0" timeOffset="127628.3">18311 11526 6306 0,'0'0'481'0,"0"0"-349"0,31-26 320 16,-5 13 36-16,-1 0-376 0,-2 1-72 15,2 0-40-15,-2 5-68 16,1 0-108-16,-3 5-900 0,-4 2 111 16,-3 1-247-16,-4 3-2782 0</inkml:trace>
  <inkml:trace contextRef="#ctx0" brushRef="#br0" timeOffset="127802.81">18583 11628 2237 0,'0'0'2525'16,"0"39"-1613"-16,0-26-372 0,0-6 197 16,0-2-389-16,-2-4-12 0,2 1 221 15,-2-2-557-15,-4-2 0 0,4-5 0 16,-6-6 0-16,6-7 0 0,0-8 0 16,2-1 0-16,8 1 0 0,2 3 0 15,3 1 0-15,1 3 0 16,3 3 0-16,-7 0 0 0,0 5 0 15,5 3 0-15,-5 1 0 0,3 2 0 16,-3 4-2094-16,-2 0-667 0</inkml:trace>
  <inkml:trace contextRef="#ctx0" brushRef="#br0" timeOffset="128240.79">18767 11440 1704 0,'0'0'5215'0,"0"0"-4431"15,-37 31-295-15,27-13-489 0,0 5 0 16,-1-2 0-16,11 1 0 15,0-2 0-15,8-3 0 0,5-4 0 16,8-5 0-16,3-5 0 0,5-4 0 16,2-6 0-16,2-8 0 0,-2-2 0 15,0-2 0-15,-4-3 0 0,-6 2 0 16,-7-1 0-16,-3 0 0 0,-7-1 0 16,-2 2 0-16,-2 6 0 0,0 6 0 15,0 3 0-15,0 5 0 16,4 1 0-16,-2 11 0 0,2 10 0 15,2 7 0-15,-1 6 0 0,-5 2 0 16,6 3 0-16,-4 5 0 0,0 4 0 16,-2 7 0-16,0 4 0 0,-2 2 0 15,-6 1 0-15,-7 2 0 16,-3 0 0-16,-7-2 0 0,-2 0 0 16,-6-5 0-16,0-3 0 0,0-9 0 15,0-9 0-15,2-10 0 16,-5-6 0-16,-1-8 0 0,0-6 0 15,4-7 0-15,-2-5 0 0,2-11 0 16,4-9 0-16,2-6 0 0,6-4 0 16,11-2 0-16,10 5 0 0,10 6 0 15,17 1 0-15,8 0 0 0,9-6 0 16,1-2 0-16,3-4 0 0,-5-4 0 16,-12 6 0-16,-4-5-1585 0</inkml:trace>
  <inkml:trace contextRef="#ctx0" brushRef="#br0" timeOffset="139831.23">23588 12386 1724 0,'0'0'3558'16,"0"0"-2858"-16,0 0-204 0,0 0 373 16,0 0-585-16,0 0-108 15,0 0 44-15,0 0-156 0,0 0 20 16,-10-31-67-16,10 30-17 0,0 1 0 15,0 0 0-15,0 0 0 0,0 0 0 16,-2 0 0-16,-5 0 0 16,5 0 0-16,-6-2 0 0,4 1 0 15,0 0 0-15,-2 0 0 0,1 0 0 16,3-2 0-16,0 2 0 0,2 0 0 16,0-1 0-16,-2-1 0 15,2 2 0-15,0 0 0 0,0 0 0 16,0-2 0-16,-2 2 0 0,2 1 0 15,-2-1 0-15,0 0 0 0,-2 0 0 16,2-1 0-16,2 2 0 0,-2 0 0 16,2 0 0-16,-2 0 0 0,2 0 0 15,0 0 0-15,0 0 0 0,0 0 0 16,0-1 0-16,0 1 0 0,0 0 0 16,0-1 0-16,0 0 0 0,0 1 0 15,-2-1 0-15,2-1 0 16,0 1 0-16,0 0 0 0,0 1 0 15,0 0 0-15,0-2 0 0,0 2 0 16,-5-1 0-16,5-2 0 16,0 3 0-16,-4-1 0 0,-2-1 0 15,4-1 0-15,-6 1 0 0,4-2 0 16,-3 0 0-16,1-1 0 0,0 0 0 16,0 1 0-16,0 1 0 0,-1-2 0 15,1 3 0-15,2-2 0 16,-2 1 0-16,0-1 0 0,2 2 0 15,-3-2 0-15,1 2 0 0,0-3 0 16,0 0 0-16,0 2 0 0,-3-2 0 16,1-1 0-16,-6-1 0 0,-1 0 0 15,-1-2 0-15,-1 1 0 0,3 2 0 16,1 3 0-16,1-3 0 0,-3 0 0 16,3-1 0-16,-5 0 0 0,5 1 0 15,-5-1 0-15,3 1 0 16,-1-1 0-16,-3 1 0 0,1 0 0 15,-1 0 0-15,-1 0 0 0,-2 0 0 16,3 0 0-16,-3-1 0 0,3 2 0 16,-3-1 0-16,2 2 0 15,1-2 0-15,-1 0 0 0,3 0 0 16,-1 0 0-16,0 1 0 0,1-2 0 16,-3 2 0-16,3-1 0 0,-3 0 0 15,-4 1 0-15,5 0 0 16,-5 0 0-16,-4-1 0 0,4 2 0 15,-1 0 0-15,-3 0 0 0,0 0 0 16,2 0 0-16,-2-2 0 0,2 2 0 16,3-1 0-16,-3 1 0 0,2-1 0 15,0 1 0-15,-1-1 0 0,-1-1 0 16,4 0 0-16,-2 0 0 0,3 0 0 16,-1 0 0-16,-2 0 0 0,3 0 0 15,1 0 0-15,-2-1 0 16,1 0 0-16,1 1 0 0,-2-1 0 15,1 1 0-15,-1 0 0 0,-4 1 0 16,3 0 0-16,-3 0 0 0,-2-1 0 16,2 1 0-16,-4 0 0 15,0 1 0-15,2 0 0 0,-2-1 0 16,0 1 0-16,0 0 0 0,1-2 0 16,-1 1 0-16,-2 0 0 0,2 1 0 15,-2-2 0-15,2 1 0 16,0 1 0-16,-4-1 0 0,4 0 0 15,0-1 0-15,-4-1 0 0,2 1 0 16,2 0 0-16,0 0 0 0,2 4 0 16,0-2 0-16,2 3 0 0,5-1 0 15,-5-1 0-15,2 2 0 0,-2-1 0 16,-2 1 0-16,7-1 0 0,-7 1 0 16,6 0 0-16,1-1 0 0,3 0 0 15,3 1 0-15,-3 0 0 0,7 1 0 16,-1-1 0-16,5 1 0 15,0-2 0-15,-2 1 0 0,-3-1 0 16,-5 1 0-16,1-1 0 0,1 0 0 16,-1 0 0-16,1 2 0 0,1-1 0 15,-1 1 0-15,0 0 0 16,1 0 0-16,-1 0 0 0,3 0 0 16,-1 0 0-16,-3 0 0 0,5 0 0 15,-4 0 0-15,-3 0 0 0,1 0 0 16,-1 0 0-16,-4 0 0 15,1 0 0-15,-3 0 0 0,-2 0 0 16,-2 0 0-16,2 0 0 0,-1 1 0 16,1-1 0-16,2 0 0 0,0 0 0 15,5 0 0-15,-3 1 0 0,2 0 0 16,-1-1 0-16,1 0 0 16,1 0 0-16,-1 0 0 0,-2 1 0 0,5 0 0 15,-5 0 0-15,7-1 0 16,-3 0 0-16,1 0 0 0,3 0 0 15,1 0 0-15,-1 0 0 0,-1 0 0 16,4 0 0-16,-1 0 0 0,-1 0 0 16,1 2 0-16,1-1 0 15,2 1 0-15,2-2 0 0,-1 2 0 16,3-1 0-16,-2-1 0 0,2 1 0 16,-2-1 0-16,4 0 0 0,-2 0 0 15,-1 0 0-15,3 0 0 0,-2-1 0 16,0 0 0-16,2-1 0 15,-2-1 0-15,0 2 0 0,-2-1 0 16,1 0 0-16,-1 0 0 0,-4-1 0 16,6 0 0-16,-2-2 0 0,-1 3 0 15,3-2 0-15,-2 1 0 0,2-1 0 16,2 2 0-16,0-3 0 0,0 2 0 16,-2-1 0-16,4-1 0 0,0 0 0 15,-3 1 0-15,3-2 0 16,0 1 0-16,-2-1 0 0,0 0 0 15,-2 0 0-15,2-1 0 0,-6-2 0 16,-5-3 0-16,-1-1 0 0,-3 0 0 16,5 1 0-16,0 1 0 0,1 3 0 15,3 1 0-15,0-1 0 16,2-2 0-16,-1 0 0 0,-1-1 0 16,8 0 0-16,0 4 0 0,0 0 0 15,0-1 0-15,4 1 0 0,-2 1 0 16,0-4 0-16,0 2 0 15,5-3 0-15,-5-2 0 0,0 1 0 16,2 2 0-16,0 0 0 0,-2-1 0 16,4 3 0-16,-2-2 0 0,1 1 0 15,-1 0 0-15,-2 0 0 0,2 2 0 16,-2 2 0-16,2 2 0 0,-2-3 0 16,0 0 0-16,0-1 0 0,2 1 0 15,1-1 0-15,-3 1 0 16,2-2 0-16,0 1 0 0,-2 0 0 15,2-1 0-15,2 0 0 0,-2 1 0 16,1-1 0-16,1 1 0 0,0-1 0 16,0 1 0-16,-2 0 0 0,3 0 0 15,-3 1 0-15,0 2 0 0,2-1 0 16,-2 1 0-16,-2 0 0 16,6 0 0-16,-5-1 0 0,5 2 0 15,0-2 0-15,-2 0 0 0,5-3 0 16,-1 1 0-16,4-3 0 15,1 3 0-15,-3 1 0 0,-1 1 0 16,-7 3 0-16,2 0 0 0,-2-2 0 16,2 3 0-16,1-2 0 0,-3 1 0 15,4 0 0-15,2 0 0 0,5-1 0 16,-1 0 0-16,5 0 0 0,-1-1 0 16,-1 1 0-16,-3 0 0 0,5 0 0 15,-5-1 0-15,1 1 0 0,-5 0 0 16,1-1 0-16,-3 2 0 15,-6 0 0-15,4 1 0 0,-2-1 0 16,7 1 0-16,1-2 0 0,2 0 0 16,3 0 0-16,2 0 0 0,-1 0 0 15,1 0 0-15,-3 1 0 0,7-2 0 16,0 2 0-16,-2-1 0 16,1 1 0-16,-5 1 0 0,3 0 0 15,-3-1 0-15,2 1 0 0,-7 1 0 16,7-2 0-16,-5 2 0 15,1-1 0-15,1 1 0 0,-1 0 0 16,1 0 0-16,-1-1 0 0,1 1 0 16,5 0 0-16,-5 0 0 0,5 2 0 15,0 2 0-15,-1 0 0 0,1 1 0 16,0-2 0-16,-3 1 0 0,3 1 0 16,-2-1 0-16,-3 2 0 15,5 0 0-15,-5 1 0 0,3-2 0 16,0 2 0-16,1 0 0 0,1 0 0 15,2 1 0-15,-1 0 0 0,1 1 0 16,0 1 0-16,-3-2 0 0,3 2 0 16,-4 0 0-16,1 0 0 0,1 0 0 15,0 0 0-15,0 1 0 16,-1-1 0-16,1 0 0 0,2-1 0 16,-3 0 0-16,1-1 0 0,0 0 0 15,-1 3 0-15,3-2 0 0,-2 1 0 16,1-1 0-16,1 1 0 15,0 0 0-15,0 2 0 0,1-1 0 16,1 0 0-16,-2 1 0 0,6 0 0 16,0-1 0-16,-2 2 0 0,2-1 0 15,0-1 0-15,0 1 0 0,2 0 0 16,0 0 0-16,-2 1 0 0,4-1 0 16,-2 1 0-16,-2 2 0 15,-3-2 0-15,-3 0 0 0,-2 0 0 0,-5 0 0 16,3-1 0-16,-3 1 0 15,3-1 0-15,0-1 0 0,-3 2 0 16,5-1 0-16,0-1 0 0,-3 0 0 16,1-1 0-16,-1 0 0 15,-1 0 0-15,-1 1 0 0,-3-2 0 16,-3 1 0-16,-2-3 0 0,3 1 0 16,-5 3 0-16,8-1 0 0,-1 1 0 15,-3 0 0-15,3-4 0 16,-5 3 0-16,2-2 0 0,5-1 0 15,-3 0 0-15,-2-1 0 0,3 0 0 16,-1-1 0-16,1 2 0 0,-3-2 0 16,0 1 0-16,3 0 0 0,-5-2 0 15,2 1 0-15,1-1 0 0,-1 2 0 16,0 1 0-16,-1-2 0 0,-1 0 0 16,0 0 0-16,2-1 0 15,3 1 0-15,5 1 0 0,-3 0 0 16,-1 0 0-16,1-1 0 0,-1 2 0 15,-1-1 0-15,1 1 0 0,-3-2 0 16,-3 1 0-16,2-2 0 0,3 1 0 16,1 4 0-16,1 0 0 15,-5-3 0-15,0 0 0 0,1 1 0 16,1 0 0-16,2 4 0 0,5 1 0 16,-5-1 0-16,1 0 0 0,-5 0 0 15,7-1 0-15,-3 0 0 16,-1 0 0-16,3-1 0 0,1 1 0 15,-1 0 0-15,3-3 0 0,-1 1 0 16,-1 0 0-16,2-2 0 0,-3 1 0 16,-3 0 0-16,3 0 0 0,-3 0 0 15,-5-1 0-15,0 2 0 0,0 0 0 16,1 2 0-16,-3 1 0 0,4-2 0 16,0 2 0-16,1-3 0 0,1 3 0 15,3-4 0-15,-5 0 0 16,7-1 0-16,-3 1 0 0,-4-2 0 15,-1-3 0-15,-7 2 0 0,2-3 0 16,-4 0 0-16,0-1 0 0,0 0-921 16,-8-11-2125-16</inkml:trace>
  <inkml:trace contextRef="#ctx0" brushRef="#br0" timeOffset="146955.85">31906 5346 2144 0,'0'0'197'0,"0"0"1932"0,0 0-1605 0,0 0-36 0,0 0 436 16,0 0-491-16,0 0-153 0,0 0 164 16,-12-4-176-16,12 4-4 0,0-1-167 15,0-1-97-15,0 1 0 0,0 0 0 16,0 0 0-16,0 1 0 16,0 0 0-16,0 0 0 0,0 0 0 15,0 0 0-15,0-1 0 0,-2 0 0 16,2-2 0-16,-3 1 0 15,1-3 0-15,-2 1 0 0,2-2 0 16,-4-4 0-16,2-2 0 0,0 2 0 16,0 1 0-16,2-1 0 0,-3 4 0 15,3-3 0-15,-2 0 0 0,0 2 0 16,-2 0 0-16,0-2 0 16,-1 2 0-16,-1 0 0 0,-2 0 0 15,-3-4 0-15,-1 2 0 0,0-2 0 16,1 4 0-16,1-1 0 0,-3 0 0 15,1-1 0-15,-3 2 0 0,-1-1 0 16,-1 1 0-16,0 0 0 0,-1 0 0 16,-1 2 0-16,2-1 0 0,1 1 0 15,-3 0 0-15,1 1 0 16,1-1 0-16,-2 0 0 0,1-1 0 16,-1 1 0-16,0 0 0 0,-2 0 0 15,1-1 0-15,-7-1 0 0,-2 0 0 16,-4 0 0-16,-5-2 0 15,1 2 0-15,-2-1 0 0,1 1 0 16,-1-2 0-16,2 2 0 0,-2 1 0 16,1 0 0-16,1 1 0 0,2 0 0 15,2 0 0-15,2 0 0 0,-3 2 0 16,1-4 0-16,0 2 0 16,-2 0 0-16,2 0 0 0,-2 2 0 15,1-1 0-15,1 2 0 0,0-2 0 16,0 1 0-16,2 0 0 0,0 1 0 15,0 1 0-15,0 0 0 0,4-1 0 16,-4 0 0-16,2 1 0 0,0 0 0 16,-7 0 0-16,3-1 0 0,0 0 0 15,-2 0 0-15,0-2 0 0,0-1 0 16,-1 2 0-16,1-1 0 16,0 1 0-16,-4-1 0 0,1 2 0 15,3-3 0-15,-2 1 0 16,2 1 0-16,-1-1 0 0,3 2 0 0,0 0 0 15,2-1 0-15,-2 0 0 16,2 0 0-16,2 1 0 0,-2-2 0 16,0 2 0-16,0-1 0 0,-2 0 0 15,-1 1 0-15,-3-2 0 0,4 0 0 16,0 1 0-16,2-1 0 0,2 1 0 16,0-1 0-16,4 2 0 15,-2-2 0-15,0 2 0 0,2-3 0 16,0 3 0-16,0-3 0 0,0 2 0 15,3-1 0-15,-3 0 0 0,2 1 0 16,0-1 0-16,-2 2 0 0,0-1 0 16,1 0 0-16,1 2 0 15,0-2 0-15,2 2 0 0,3-1 0 16,-1 1 0-16,2-2 0 0,3 2 0 16,-3-1 0-16,1 1 0 0,-1-1 0 15,-2 0 0-15,3 0 0 0,-3-1 0 16,0 0 0-16,3-1 0 0,-3 2 0 15,0-3 0-15,1 2 0 16,-1-2 0-16,0 0 0 0,3-1 0 16,-3 2 0-16,2-4 0 0,3 1 0 15,1 0 0-15,3-2 0 0,0 1 0 16,3 1 0-16,1 2 0 0,0-4 0 16,0 1 0-16,-1-1 0 15,1-1 0-15,4 4 0 0,0 0 0 16,0-1 0-16,-3 0 0 0,3 0 0 15,0-2 0-15,2 2 0 0,0-1 0 16,-2-2 0-16,4-1 0 0,-2-2 0 16,2-1 0-16,0 2 0 0,4 1 0 15,0-2 0-15,2 2 0 16,1 0 0-16,1 1 0 0,0-1 0 16,0 1 0-16,3 1 0 0,-1 0 0 15,-2 2 0-15,3-2 0 0,-5 1 0 16,0 2 0-16,0-1 0 0,-4 3 0 15,4-1 0-15,1-3 0 0,3-3 0 16,0-2 0-16,3-1 0 16,-1 2 0-16,1 1 0 0,-1 1 0 15,0 2 0-15,-1 1 0 0,1-1 0 16,-2 2 0-16,-1 1 0 16,-1 0 0-16,-4 2 0 0,2 0 0 15,3-1 0-15,1-1 0 0,4 0 0 16,3-2 0-16,-1 2 0 0,1 0 0 15,0 1 0-15,-1 0 0 0,1-1 0 16,-1 1 0-16,-1 0 0 0,1 0 0 16,-1 1 0-16,-1-2 0 0,1 2 0 15,-1-1 0-15,3 2 0 0,-3-2 0 16,5 1 0-16,-3 0 0 16,5 0 0-16,-3 0 0 0,3 2 0 15,-2 0 0-15,1-1 0 0,1 0 0 16,-4 1 0-16,1 1 0 0,-3-1 0 15,1 0 0-15,1-1 0 16,-1 0 0-16,3 1 0 0,-1-2 0 16,3-1 0-16,4 2 0 0,0-1 0 15,2 2 0-15,0-1 0 0,-1 0 0 16,1 1 0-16,2 0 0 0,0 1 0 16,0 0 0-16,2 0 0 15,0 0 0-15,2 0 0 0,0 0 0 16,2 0 0-16,-2 1 0 0,3 2 0 15,1-1 0-15,-4 0 0 0,4 0 0 16,-2 0 0-16,-4-1 0 0,2 1 0 16,-2 1 0-16,0 0 0 0,-2 1 0 15,2 0 0-15,-4 0 0 16,2 1 0-16,-2 1 0 0,0 0 0 16,0 0 0-16,0 1 0 0,2-1 0 15,-1 1 0-15,-1 2 0 0,2 1 0 16,0-1 0-16,-2 2 0 0,0 1 0 15,0-1 0-15,0 3 0 16,-3-1 0-16,3 0 0 0,-2 2 0 16,0 0 0-16,2 0 0 0,0-1 0 15,-2-1 0-15,3-1 0 0,1 0 0 16,2 2 0-16,-2-2 0 0,4 1 0 16,-2 0 0-16,3-1 0 15,1 1 0-15,-2-1 0 0,4 1 0 16,0 0 0-16,-2 0 0 0,2 0 0 15,1 2 0-15,-5-1 0 0,0 1 0 16,0 0 0-16,-4-2 0 0,-2 1 0 16,-2 0 0-16,-3-2 0 15,-1-1 0-15,0 0 0 0,-1 2 0 0,-1-1 0 16,4 1 0-16,-3 0 0 16,3 0 0-16,-2 0 0 0,-3 0 0 15,1 0 0-15,0 1 0 0,-1 0 0 16,-1 1 0-16,-1 0 0 15,3 0 0-15,-1 0 0 0,1-1 0 16,0-1 0-16,-1 0 0 0,-1-1 0 16,-3 1 0-16,1-5 0 0,-7-2 0 15,-2-1 0-15,-2 1 0 0,0-2 0 16,1 1 0-16,1 1 0 16,0 3 0-16,0-3 0 0,2 1 0 15,-1 0 0-15,1 0 0 0,2 0 0 16,5 4 0-16,1-1 0 0,3 1 0 15,-3 1 0-15,-1 0 0 0,-3-4 0 16,1 0 0-16,-1 3 0 0,0-4 0 16,-1 3 0-16,3-2 0 15,-3-1 0-15,3 1 0 0,1 1 0 16,1-1 0-16,-1-1 0 0,3 3 0 16,1 0 0-16,1 2 0 0,-1 1 0 15,4 4 0-15,-3 0 0 0,5 2 0 16,-4 0 0-16,-2-1 0 0,-3-2 0 15,-6-6 0-15,-3-1 0 16,-1-6 0-16,-6-1-485 0,8-3-2004 0</inkml:trace>
  <inkml:trace contextRef="#ctx0" brushRef="#br0" timeOffset="152559.76">26054 4994 2737 0,'0'0'200'0,"0"0"636"0,0 0-836 0,0 0-280 15,0 0 216-15,0 0 64 16,0 0 156-16,-45 17 340 0,34-11-23 16,5 0-13-16,6-2 288 0,0 2-444 15,6 3-20-15,11 3 165 0,3-1-273 16,7-2-28-16,2-4 96 16,8-5-136-16,5-2-4 0,7-8 124 15,9-3-48-15,2 0-20 0,2-6-115 16,-4 0-45-16,-4 0 0 0,-7-1 0 15,-3 0 0-15,-5-2 0 0,-6-1 0 16,-8-3 0-16,-6-3 0 0,-9-3 0 16,-10 0 0-16,-4 0 0 15,-9-2 0-15,-5 2 0 0,-7 3 0 16,-4 3 0-16,-4 6 0 0,0 4 0 16,-4 7 0-16,1 7 0 0,1 3 0 15,-2 6 0-15,-6 5-97 0,-1 5-63 16,-1 2-176-16,-1 4 68 15,5 2 112-15,4 2 24 0,4 3 52 16,4 2 20-16,6 0-32 0,4 2 40 16,13 1 52-16,6 0 28 0,13 2 24 15,11 1 44-15,12 5 24 0,7-2-92 16,7 4 12-16,3-1-12 16,5-1-28-16,-4-4 0 0,0-3-52 15,-5-4-40-15,-5-3 56 0,-3-6 32 16,-6-4-24-16,-2-4 28 0,-2-4 0 15,-2-4-36-15,4-7-389 0,-10-1-1411 16,0-9-565-16</inkml:trace>
  <inkml:trace contextRef="#ctx0" brushRef="#br0" timeOffset="153086.07">27342 5182 4021 0,'2'-39'1189'0,"-2"2"-685"0,-8-3-184 0,-9 3 96 16,-6 3-356-16,-8 3-24 15,-2 3-19-15,-6 4-17 0,-4 7 0 0,-3 4-4 16,1 8-41-16,-3 5-3 16,1 12 0-16,1 6 12 0,5 7 20 15,3 5 8-15,10 6-16 0,7 7 12 16,8 4 12-16,7 6-32 0,6-1 28 15,11-1 4-15,13-4-44 16,9-5 44-16,15-4 0 0,8-3-20 16,4-6-28-16,2-8-48 0,-2-7 44 15,-2-8 52-15,-5-6 64 16,-3-8 212-16,-2-8 53 0,-7-5 399 16,-6-7-428-16,-6-4-120 0,-6-5-80 15,-9-4-100-15,-6-1-4 0,-8-3-312 16,-4-2-192-16,-6 1 8 0,-2 6-281 15,-3 2 241-15,1 6 276 0,-3 5 4 16,3 4-112-16,-5 4-277 0,7 6-988 16,-1 6-375-16</inkml:trace>
  <inkml:trace contextRef="#ctx0" brushRef="#br0" timeOffset="153722.63">27968 5164 4642 0,'0'0'576'15,"35"-22"-228"-15,-24 4-204 0,-11-3 256 16,-5-3-84-16,-9-3-167 0,-7-2-49 15,-1 4-100-15,-3 5 8 0,-4 7 12 16,4 7-8-16,-6 6 0 0,-2 6 44 16,-8 13-56-16,-5 8-8 0,-1 10-28 15,1 3-40-15,5 5 36 0,6 2 40 16,12 0-24-16,11-2 24 16,14-2 0-16,14-6-32 0,15-4 20 15,13-8-1-15,9-6-27 0,9-6 40 16,4-10 48-16,-1-5-23 15,-6-11 47-15,-5-7 216 0,-6-5-96 16,-9-4 4-16,-8 0 60 0,-8-6-244 16,-13-3-12-16,-14-3-428 0,-4 10-493 15,-15-2-759-15</inkml:trace>
  <inkml:trace contextRef="#ctx0" brushRef="#br0" timeOffset="158883.72">28030 4959 2261 0,'0'0'20'0,"0"0"32"0,0 0 2049 15,0 0-1705-15,25-34-88 0,-4 23 268 16,3 0-288-16,3 1-52 0,2 1 137 16,0 0-185-16,2 1-20 0,-2 2 112 15,0 1-160-15,-2 4-44 0,-2 1-32 16,-7 2-44-16,-1 8 0 16,-3 0 0-16,-1 6-44 0,-1 2 24 15,1 3-36-15,-5 1-100 0,-2 3 32 16,-4 3-228-16,-2 0 103 0,-2-3 69 15,-4 0-32-15,-2-4 140 16,-5 1 72-16,3-5-12 0,-3-1 8 16,-1-2 4-16,-1-3 4 0,1-2-4 15,0-2-40-15,-3-1-96 0,3-4 12 16,-3-2 88-16,0-1-156 16,1-5 44-16,4-2 148 0,-1-4 28 15,3-2 24-15,2-6 32 0,-1-3-32 16,1 0-36-16,4-5 32 0,0 3 160 15,4 3-52-15,0 3-12 0,6 6 76 16,0 1-160-16,4 4-36 0,5 2-20 16,1 1-4-16,5 5-4 0,2 0-16 15,6 2-80-15,0 3-20 16,0 2-280-16,-5 2-12 0,1-1 48 16,-6 0-52-16,-5 2 67 0,-3-3-183 15,-7-1-644-15,-2-2-113 0</inkml:trace>
  <inkml:trace contextRef="#ctx0" brushRef="#br0" timeOffset="159239.23">28408 5002 464 0,'0'0'0'0</inkml:trace>
  <inkml:trace contextRef="#ctx0" brushRef="#br0" timeOffset="159293.57">28408 5002 840 0,'0'0'516'0,"0"0"-176"15,0 0-340-15,0 0-24 0,-2-7-744 0</inkml:trace>
  <inkml:trace contextRef="#ctx0" brushRef="#br0" timeOffset="159916.09">28379 4920 3045 0,'0'0'328'0,"11"-38"360"0,-7 20-400 0,0 9-59 15,-4 2 183-15,2 2-248 16,-2 1-76-16,2 2 16 0,0-3-52 16,2 3-16-16,1-1-32 0,1 1-4 15,0 2-4-15,2 0 0 0,1 4-72 16,-1 3-28-16,-2 6-344 0,-2 1 16 16,-4 3 7-16,0 2-107 15,0-3 372-15,-2 3 60 0,-4-3 48 16,2-1 52-16,-2-1 12 0,-3-2 104 15,3-1-24-15,0-6 28 0,0-1 100 16,-1-1-32-16,1-1 104 0,0-2 281 16,-2 0-349-16,2-3-88 15,3-7 160-15,3-4-192 0,3-4-48 16,5-1-56-16,2 0-8 0,3 3-40 16,1 1-100-16,-2 3 44 0,3 4 40 15,-5 3-32-15,-1 3 48 0,-3 2 36 16,-2 0-412-16,0 5-185 0,0 0 49 15,0-1-204-15,-2 2-569 0</inkml:trace>
  <inkml:trace contextRef="#ctx0" brushRef="#br0" timeOffset="160941.75">31224 5107 3869 0,'0'0'605'15,"0"0"-333"-15,39 3 400 0,-12 5-168 0,0 1-188 16,-2 2-20-16,-1 0-251 0,-1 1-17 15,-2 2-8-15,-3 0-16 16,-3 0-4-16,-5 4 0 0,-3-2-12 16,-5 0-8-16,-2 1-109 0,-9-3 13 15,1 0 56-15,-2-4 24 0,-5-1 20 16,1-3 16-16,-5 0 28 16,-4-2-24-16,-1-3 24 0,-1-1 40 15,0 0-28-15,2-6 0 0,7 1-20 16,3-4-12-16,7-2-4 0,6-2-4 15,0-2-40-15,6 0 8 0,7 1-24 16,-1 2-12-16,5 3 36 0,1 0 12 16,1 2 0-16,-1 4 20 15,-1 0 112-15,-3 3 28 0,-1 0-19 16,-1 6-45-16,-3 4-68 0,-1 0-8 16,0 4 36-16,-4 0-12 0,0 0 20 15,0 0 44-15,-1-1-60 0,-1-1 32 16,-2-1 16-16,0-4-76 0,2-2 0 15,-2-2-188-15,0 0-333 16,0 0-491-16,-2-3-3474 0</inkml:trace>
  <inkml:trace contextRef="#ctx0" brushRef="#br0" timeOffset="161969.32">29115 4880 3341 0,'0'0'440'15,"0"0"-104"-15,0 0 393 0,0 0-289 0,0 0-76 16,0 0 156-16,38 2-268 0,-30 0-43 15,4 1 115-15,1-1-176 16,-5 4 4-16,2-1 64 0,1 4-168 16,-5 6 16-16,-2 5 8 0,-6 0-68 15,-11 0 20-15,-5-4 72 0,-3-3-12 16,-2-2 44-16,1 0 8 16,-3-4-132-16,0-1 8 0,2-2 12 15,3-4-12-15,1-3-12 0,5-3 13 16,3-2-13-16,3-4 0 0,6 0 0 15,0-2-13-15,4-4 13 0,6-1 0 16,1-1-20-16,5 2 20 0,3 3 0 16,1 4-40-16,7 4 40 0,0 4-12 15,0 3-16-15,-1 4 28 16,-3 7-4-16,-4 3-24 0,-3 4 28 16,-2 1-12-16,-3 2 8 0,-3 1 4 15,-4-1 0-15,-2-2 4 16,0 0-4-16,-4-1 0 0,-2-4 8 0,-3-1-8 15,1-2 24-15,-6-4-12 16,-3-1 8-16,1-5-4 0,-5-1-12 16,2-4-8-16,7-4-372 0,4-5-240 15,6 1-181-15,4-3-2156 0</inkml:trace>
  <inkml:trace contextRef="#ctx0" brushRef="#br0" timeOffset="165212.79">28423 3786 2829 0,'0'0'1012'16,"0"0"-99"-16,0 0-633 0,0 0-32 16,0 0 172-16,43-42-144 0,-22 28-8 15,-2 2 125-15,1 3-209 0,1 0-24 16,2 2 80-16,1 1-128 15,-5 2-4-15,0 2 4 0,-7 2-104 16,0 3-8-16,1 6 0 0,-1 3 4 16,1 3-4-16,-3 2 4 0,-2 2-4 15,-1 0 0-15,-3 0 0 0,-2 1-8 16,-2-3 8-16,-4 1-16 0,-1-1-12 16,-5-1 28-16,-4 0 28 15,-3-1-28-15,-6-1 16 0,1 1 52 16,-3-5-64-16,0 0 12 0,4-4-4 15,7-3-4-15,-1-3-8 0,5-1 0 16,2-3 0-16,0-4-8 0,1-2-60 16,1-4-24-16,2-3 48 0,0 0 28 15,4 3-8-15,0 3 24 16,0 3 4-16,4 3 8 0,6 0-12 16,3 1 72-16,3 0-32 0,1 1 24 15,-1 3-28-15,5 0-24 0,-2 0-12 16,1 0 0-16,1 0 4 0,-5 0-4 15,-1 0 0-15,-5 2 4 0,-4 0-4 16,-3 1 0-16,1-2-24 16,-2 1-280-16,-2-1-1657 0,-2-5-2001 0</inkml:trace>
  <inkml:trace contextRef="#ctx0" brushRef="#br0" timeOffset="166332.78">29847 3746 2421 0,'0'0'1752'15,"0"0"-1047"-15,0 0-117 0,0 0 208 16,0 0-528-16,0 0-111 0,-2-39 15 15,0 31-136-15,0 0 0 0,2 1 52 16,-2 1-84-16,2 0 36 0,-2 0 40 16,0 1-48-16,-2 0 36 0,-5 1 136 15,-3 4-160-15,-11 3-8 0,-6 6 4 16,0 7-36-16,2 3 16 16,5 1 28-16,3 3-44 0,1 0 4 15,5 4-8-15,1-2-4 0,6 1 4 16,1-1 0-16,5-1-28 0,0-2 8 15,11-2 0-15,1-5-20 16,7 0 40-16,1-4-12 0,7-2 12 16,0-6 0-16,2-3 4 0,0 0 4 15,-4-6-8-15,-5-1 12 0,-3-1-4 16,-7 0 12-16,-3-2 60 0,-3-2-64 16,-2-1 24-16,0 0 124 15,-2 1-92-15,-4 2-32 0,-3 0-40 16,3 4-24-16,-2 2-48 0,0 0-96 15,-4-1-12-15,-5-1-32 0,1 0-432 16,1 0-189-16,5 3-79 0,4-4-1201 0</inkml:trace>
  <inkml:trace contextRef="#ctx0" brushRef="#br0" timeOffset="167329.14">30866 4219 3741 0,'0'0'584'16,"0"0"-267"-16,0 0 259 15,17-42-256-15,-5 30-88 0,3 3 164 16,-1 3-160-16,5 2 13 0,-1-1 111 15,3 3-136-15,2 0 8 0,-3 0 32 16,5 2-192-16,-2 0 0 0,0 0 44 16,1 3-12-16,-1 0-7 0,-4 2-97 15,-3 3 0-15,-1 4 0 16,-5 3 0-16,-2 4 0 0,-5 5 0 16,-3 1 0-16,-9 2 0 0,-1-1 0 15,-5-2 0-15,-1-1 0 0,-1-2 0 16,-1-2 0-16,-1-4 0 15,-2 0 0-15,1-2 0 0,-1-4 0 0,-2-2 0 16,3-1 0-16,3-3 0 16,1-3 0-16,3-4 0 0,5-5 0 15,2-2 0-15,2-4-25 0,4-2-39 16,2-1 36-16,4-1 8 0,4-1-28 16,-1 3 48-16,3 3-8 15,2 2-12-15,1 6 20 0,-1 5-4 16,-1 2-8-16,-3 5 8 0,0 6-4 15,-1-2-24-15,-1-1 32 0,-2 1-68 16,4-3-700-16,-1-4-481 0,3-3-4581 0</inkml:trace>
  <inkml:trace contextRef="#ctx0" brushRef="#br0" timeOffset="168009.55">31873 4632 4702 0,'0'0'448'0,"0"0"-180"0,0 0 292 16,0 0-276-16,8-33-80 0,-8 25-31 16,-4 1-105-16,0 3 108 15,-2-1 60-15,0 3-144 0,-7 2 8 16,-3 7 76-16,-5 7-132 0,-6 6-4 16,2 6-12-16,0 4-20 0,3 2-8 15,1 0 4-15,7 0-4 0,3-2 0 16,5-4 0-16,4-3 0 15,4-2 0-15,6-5 0 0,7-3 0 16,1-3 0-16,3-6 12 0,2-1-12 16,-3-3 0-16,-3 0 0 0,-3-6-20 15,-2-4 8-15,-3-4-40 0,-5-1-92 16,-4-3 20-16,-11 0-192 0,-5 1-261 16,-5 3-219-16,4 6-861 15,-4 0-388-15</inkml:trace>
  <inkml:trace contextRef="#ctx0" brushRef="#br0" timeOffset="169479.13">30058 5118 3949 0,'0'0'573'15,"0"0"-37"-15,0 0 64 0,0 0 52 16,0 0-460-16,-10-37-31 0,6 30 187 15,-1 1-148-15,-1 4 56 0,-2 0 24 16,-2 3-172-16,-5 9-44 0,-6 11 4 16,1 6-52-16,-1 2 36 15,0 3 32-15,7-2-80 0,4 0 12 16,3-2-8-16,3-1-8 0,6-3 0 16,13-4 0-16,3-2 8 0,9-7-8 15,4-5 17-15,0-6-17 0,-2 0 0 16,-2-8 0-16,-8-2 0 0,-5-4 0 15,-6-3 0-15,-5-3 0 16,-6-1 0-16,-9-2 0 0,-2-2 0 16,-7 1 0-16,2-1 0 0,-3 4-77 15,3 0-299-15,5 8-1309 0,-1 1-1048 16</inkml:trace>
  <inkml:trace contextRef="#ctx0" brushRef="#br1" timeOffset="190623.47">29715 3101 1596 0,'0'0'2998'0,"0"0"-2678"0,-8-38-156 0,1 21 64 0,1 1 4 15,-2-1-148-15,-2 2-20 0,-1-1 28 16,-1 3-92-16,-1 0 16 0,-1 1 48 16,-5 1 16-16,-1 2-12 0,-5 2 32 15,-2 0-72-15,-4 3 52 16,0 2 92-16,-2 2-64 0,2 0 25 15,0 2 75-15,2 2-156 0,0 2-24 16,0 2-12-16,0 0-12 0,0 4-4 16,2 0 0-16,-2 3-8 15,3 4 8-15,-1 5 0 0,-2 1-16 16,4 2 16-16,0 3 0 0,2 1-12 16,3-2 12-16,-1 2 0 0,2-4-8 15,3 3 8-15,1-1-4 16,1 0 8-16,-1 3-4 0,3 3 0 15,2-2-8-15,1 2 8 0,5 1 0 16,4-1-24-16,0 1 20 0,7 1 4 16,3-1-28-16,2 0 28 0,5-2-4 15,6-2-16-15,-1-1 16 0,3-4 0 16,4-2-40-16,-2-3 20 0,4-5 16 16,0-1 4-16,4-4 4 0,4-4 12 15,5-5-4-15,1-3 40 16,1-3 108-16,1-6-108 0,-3 0 12 15,-1-4 8-15,-2-1-60 0,-1-1-8 16,-7-3 12-16,-4-1-4 0,-2-4-8 16,-7-3 20-16,-1-1-8 15,-5-3-12-15,1-2 4 0,-5 0 16 16,-4 1-20-16,3 2 12 0,-7 0-4 16,-2 2-8-16,0 1 36 0,0 0-24 15,-2 1 88-15,-5 0 120 16,1 2-168-16,-2-1 20 0,-2 0 40 15,-3-1-104-15,1 3 24 0,-5-1-24 16,1 2-8-16,-5-1 0 0,-2 5-32 16,1-1-80-16,-3 1 40 0,2 6 16 15,2 2 4-15,1 6 40 0,-1 3 8 16,-2 2-28-16,3 6 32 0,-5 4-8 16,-2 3-16-16,-2 2 24 0,0 2 0 15,0 2 4-15,0 1-4 16,4 3 0-16,3-1 8 0,1 5-8 15,4-2 0-15,5 3-4 0,4 0 4 16,4-1 0-16,4 1-4 0,0-4 4 16,10-2 0-16,4-4 8 15,1-3-8-15,8-4 60 0,-3-2-36 16,5-6 28-16,2-2 20 0,-2-3-68 16,-5-1 32-16,-1-3 72 0,-4-3-88 15,-5-3 4-15,0 0 32 16,-2-1-8-16,-1-1 76 0,-1 0-39 15,-2 0-85-15,0 2 0 0,0 1 0 16,-2 3 0-16,-2 2 0 0,2 0 0 16,-2-1 0-16,0-2 0 0,-4 1-209 15,-10 1-507-15,-9-3 8 0,0 3-1205 16,1-3 16-16</inkml:trace>
  <inkml:trace contextRef="#ctx0" brushRef="#br1" timeOffset="191867.19">30901 3767 1392 0,'0'0'2217'0,"0"0"-1969"0,2-39-44 0,3 27-60 0,1 2 97 16,0 0-117-16,0 2 44 0,-2 1 116 15,5 0-48-15,3-1-20 0,7-2 152 16,3-1-188-16,3 1-32 0,2 3 40 16,-2 2-60-16,2 3-11 0,2 2 179 15,2 3-84-15,2 8 8 16,2 6 64-16,2 5-220 0,-4 5-24 15,-4 4-24-15,-4 1-4 0,-4 3-12 16,-3 1 0-16,-3 3-4 0,1 4 4 16,-1 2 0-16,-3-1-20 15,-4 2 4-15,-1-3-16 0,-5 0-16 16,-2-3 48-16,-9-2-4 0,-3-4 0 16,-7-2 4-16,-3-4 0 15,-3-3-60-15,-6-3-12 0,0-2-20 16,-2-2 56-16,0 0 36 0,-3-3-8 15,3 1 8-15,0-2-12 0,4-5 12 16,2-2-12-16,1-3 12 0,1-4 0 16,-2-3 0-16,2-5-12 0,2-6-76 15,1-2 12-15,5-4 44 0,3-2 32 16,-1-4-12-16,7-4 12 0,0 3 40 16,1-3-36-16,5 3 28 15,0 4 68-15,2 1-52 0,-2 4 24 16,2 0 36-16,0 0-96 0,0 1 16 15,2 0-12-15,0-2-12 0,3 1-4 16,1 0 0-16,0 0-16 0,2 1 12 16,5 1 0-16,1 1-20 15,5 2 24-15,1 1-8 0,1 4-12 16,2 3 20-16,-3 4 8 0,1 0 0 16,0 2-4-16,-3 5 4 15,3 2-8-15,2 4 0 0,-5 1-4 16,-1 0 8-16,-3 0-4 0,-3 0 0 15,-3 1-16-15,-2-1 12 0,-4 2-20 16,-2-2-116-16,-6-1-4 0,-8-2-360 16,-1 0-137-16,-1-2 81 0,-1 0 120 15,5-2 440-15,5-2 0 0,3-2 28 16,2-1-24-16,2-1 44 0,6-3-48 16,1-2-492-16,17-13-1605 0</inkml:trace>
  <inkml:trace contextRef="#ctx0" brushRef="#br1" timeOffset="201586.1">30732 5361 1404 0,'0'0'128'0,"0"0"805"16,0 0-933-16,0 0 0 0,0 0 216 15,0 0 124-15,0 0 48 0,0 0 324 16,0 0-259-16,6-20 35 0,-8 18 152 15,0-1-364-15,-2 0-36 0,0-2 56 16,-5-2-215-16,-1-4-21 0,-9-3-16 16,-1 0-44-16,-1-1 0 0,-2 1 4 15,1 3 4-15,-1-2-8 0,-4 2 0 16,-2-1 4-16,0-1-4 16,-2 1 20-16,-6-5-12 0,-2 3 4 15,-3-3 40-15,-3 0-52 0,-1-1 28 16,-3-1-8-16,-5-2-16 0,-4 0-4 15,-4 1 0-15,-2 1-8 16,-2 3 0-16,0-1 8 0,-2 4-20 16,-3 0 20-16,3 1 0 0,-2 1 0 15,2 2 0-15,-3 2 0 0,1 1 0 16,2 1 0-16,-3 2 0 16,-1 1-8-16,2 1-8 0,0 1-48 15,-1 2-24-15,-1 1 12 0,0 2-5 16,-1 1 33-16,1 1 44 0,2 3 0 15,1 1-8-15,5 3 12 0,0 2 4 16,4 0-4-16,2 5 0 0,5 1 0 16,1 3-8-16,4 0 8 0,3 2 0 15,2 4-16-15,1 1 12 0,3 1-200 16,0 5-40-16,4 1 144 16,-1-1 40-16,3 4-24 0,-2 1-12 15,2 2-12-15,2 2 16 0,2-1 56 16,2 2 36-16,2 1-8 15,3 2 8-15,1 2 16 0,2 1-12 16,5 0 24-16,4 2 68 0,3 3-32 16,3-1-4-16,0 3 28 15,4 0-84-15,0 0 0 0,4 1 8 0,7 1-8 16,1-1-4-16,7 0 24 16,3 0-20-16,5-2-4 0,2-5 28 15,4-1-24-15,7-2 40 0,5-2 64 16,3-1-60-16,3-1 4 0,7 2 44 15,0-1-56-15,4-1 56 0,4 2 112 16,2-3-91-16,5-1-17 0,-1 0 8 16,7-3-100-16,3-1 12 15,3-2 24-15,4 2-40 0,0-4 0 16,4-3 0-16,2 1 0 0,4-5-4 16,2-3 4-16,5-1 0 15,1-3-4-15,1 0 0 0,-1-5-4 16,5-1 4-16,-2-4-4 0,1-3 0 15,-1-4 4-15,-1-4 16 0,-3-3-4 16,-1-6 0-16,-4-2 104 0,-3-4-76 16,-3-5 12-16,-2-3-12 15,-2-1-32-15,-5-5-8 0,-5-3 0 0,-4-1-72 16,-7-6-32-16,-2-1-72 16,-4-1 16-16,-4-1 60 0,-4-2 3 15,-4-2 33-15,-3 2 8 0,-1-4 20 16,1-2 20-16,-3-2 16 0,1-1 0 15,-3 0-52-15,-1 0-72 0,-4 3-12 16,-5-1 96-16,-6 2 40 0,-3-3 32 16,-4 2-8-16,-5 0 76 15,-3-2 120-15,-5-1-108 0,-2-1-40 16,-4-1-7-16,-2 2-57 0,0-1 4 16,-6 1 4-16,-4-1-8 0,-3 0-8 15,-3 1 8-15,-3 2-4 0,-3 0-4 16,-5-1 0-16,-4 1-4 15,-4-2-4-15,-7 0-4 0,-1 2-44 16,-7 1 40-16,-1 2-5 0,-5-1-23 16,0 1 32-16,-4 2 8 0,-2 2-16 15,-2 1 20-15,-6 3 0 0,1-1 0 16,-3 2 0-16,-2 0 4 16,-5 2-4-16,-4 3 0 0,1 4 0 15,-5 1-4-15,-2 2 4 0,-4 3-36 16,0 3-156-16,-4 3 32 0,-2 2-80 15,-3 4 56-15,-1 2 56 0,-3 5 44 16,-1 2 44-16,2 1-4 0,-5 5-52 16,3 5 44-16,-3 4 52 0,0 3 0 15,3 2 12-15,-1 4-8 0,7 1 76 16,2 1-4-16,4 5 12 16,6 2 48-16,6 2-76 0,7 3-4 15,5 3 16-15,5 2-72 0,6 4 8 16,0 2 0-16,7 2-4 15,7 2-4-15,5 1 0 0,10 1-4 16,8 1 4-16,7 3 0 0,9-4-4 16,7 1 4-16,7 2 0 15,7 0-20-15,7 1 4 0,8 1-36 16,4 0 4-16,8-3 48 0,5 2-4 16,3-1 20-16,11-2-4 0,6-5 120 15,7-1-24-15,9-4 16 0,9-2 72 16,6-3-96-16,5-1 0 0,5-5-4 15,3-3-84-15,6-5 1 0,1-3-5 16,1-2 0-16,2-5-8 0,-2-5 0 16,2-2 8-16,-2-4-8 15,-1-5 16-15,-3-1-4 0,-4-8 32 16,-3-4 136-16,-8-3-108 0,-6-5-4 16,-2-3 52-16,-6-5-88 0,-4-4 16 15,-7-5-8-15,-6-2-28 16,-8-5-12-16,-8-1 0 0,-11-1-40 15,-6-1-72-15,-8-3-48 0,-10-4 32 16,-7 0 28-16,-8-3 8 0,-4 2 23 16,-8-1 69-16,-7 1 4 15,-5 0 8-15,-5 0-3 0,-6-1 47 16,-7 0-32-16,-5-1-12 0,-5 1-8 16,-6 0-4-16,-3 5 0 0,-6 3 0 15,-1 3-44-15,-2 3 24 0,-4 4 4 16,-3 4 12-16,-1 0 4 0,-1 7 0 15,-3 2-8-15,-1 5 8 0,-6 6 0 16,-2 3-17-16,-4 6 9 0,0 3-40 16,-4 4-44-16,-2 7 4 0,2 4-52 15,2 5 76-15,2 3 64 0,8 5 0 16,9 3 8-16,7 5-8 16,9 3 0-16,5 3 4 0,11 4-4 15,7 1 32-15,10 2-24 0,11 2 36 16,9-3 60-16,7 2-72 15,13-5 24-15,7 0 16 0,9-5-56 16,11 0 4-16,7-5 0 0,9-3-12 16,8-5-8-16,8-6 24 15,5-7-15-15,1-5-9 0,5-6 4 0,0-3 4 16,-1-7-8-16,3-6 68 16,-4-4 44-16,-1-4 68 0,-9 0 164 15,-5 0-196-15,-10 3-72 0,-13 0-40 16,-8 4-28-16,-10 3-8 0,-13 1 8 15,-9 2 4-15,-8-1-12 0,-11-2 0 16,-11 1-12-16,-10-2-48 0,-13 0-48 16,-6-4-52-16,-8-3-32 0,-2-9-297 15,19 5-639-15,-3-10-1285 0</inkml:trace>
  <inkml:trace contextRef="#ctx0" brushRef="#br1" timeOffset="204348.49">28384 4314 508 0,'0'0'1276'0,"0"0"1414"15,0 0-1334-15,0 0-579 0,0 0 383 16,0 0-735-16,0 0-425 0,0 0 0 16,0 0 0-16,2-41 0 0,4 9 0 15,2-11 0-15,5-9 0 16,-1-7 0-16,0-10 0 0,-1-7 0 15,-7-13 0-15,0-8 0 0,-4-11 0 16,0-12 0-16,2-3 0 0,0-6 0 16,2 0 0-16,0 2 0 0,5 6 0 15,-1 14 0-15,-4 15 0 16,-2 16 0-16,-6 13 0 0,-8 9 0 16,-3 7 0-16,1 11 0 0,3 6 0 15,5 9 0-15,0 8 0 0,4 5 0 16,2 5 0-16,0 3 0 15,0 0 0-15,0 3 0 0,4 9 0 16,2 8 0-16,-2 3-133 0,0 2-35 16,-4-4 112-16,0-3 56 0,0-1 20 15,-4-3-4-15,0-3 20 0,-4 0 196 16,2 6-179-16,-7 2-53 0,-5 6 0 16,-5 2 0-16,-2-1 0 0,-2 1 0 15,7-1 0-15,1-5 0 16,9-7 0-16,3-5 0 0,5-4 0 15,2-4 0-15,0-1 0 0,5-13 0 16,7-15 0-16,7-12 0 0,3-10 0 16,1-6 0-16,-4 1 0 0,-3-1 0 15,-6 0 0-15,1 1 0 16,-1 10 0-16,1 11 0 0,-1 12 0 16,-2 11 0-16,-4 7 0 0,2 4 0 15,1 6 0-15,1 16 0 0,2 9 0 16,1 11 0-16,1 3 0 15,5-2 0-15,5-1 0 0,9 0 0 16,13-4 0-16,7-6 0 0,11-7 0 16,9-6 0-16,7-10 0 0,-18-5-285 15,0-8-2868-15</inkml:trace>
  <inkml:trace contextRef="#ctx0" brushRef="#br1" timeOffset="204971.92">30970 3019 2741 0,'0'0'1837'0,"0"0"-937"16,0 0-544-16,0 0 108 0,-11 54 381 15,1-11-425-15,-5 13-184 0,-1 9 116 16,-1 1-311-16,3 12-41 0,2 13 0 16,1 12 0-16,1 10 0 0,2 9 0 15,-1 4 0-15,-1-2 0 16,0-4 0-16,-1-11 0 0,1-15 0 15,8-24 0-15,2-17 0 0,2-19 0 16,6-18 0-16,3-15 0 16,-1-15 0-16,0-23-1137 0,-1 3-764 15,-3-13-1429-15</inkml:trace>
  <inkml:trace contextRef="#ctx0" brushRef="#br1" timeOffset="205375.17">30988 3003 4798 0,'0'0'744'0,"0"0"-176"16,0 0 477-16,0 0-449 0,0 0-232 15,0 0-287-15,0 0-77 0,-68 53 0 16,25-6 0-16,-7 3 0 0,2-3 0 16,13-8 0-16,2-2 0 15,4-4 0-15,7-5 0 0,5-9 0 16,5-7 0-16,7-9 0 0,5-3 0 16,5-14 0-16,11-15 0 0,9-10-197 15,6-8-171-15,4-3-320 16,0 6 251-16,0 5 153 0,3 14 280 15,-3 10-12-15,-2 15 16 0,-4 9 252 16,-2 8 153-16,-1 5 147 0,3 3 233 16,2 1-785-16,0-1 0 0,5 1 0 15,-1-3 0-15,0-1 0 0,0 2 0 16,-6 1 0-16,-10-6 0 0,-5 2-2542 16</inkml:trace>
  <inkml:trace contextRef="#ctx0" brushRef="#br1" timeOffset="211800.71">26542 7671 2209 0,'0'0'528'0,"0"0"1897"0,0 0-2229 15,0 0-32-15,0 0 432 0,43 7-188 16,-22-8-79-16,2-2 155 0,1-1-212 16,7-2-48-16,5-1 88 0,3-6-267 15,10-1-45-15,7-5 0 16,13-2 0-16,7-3 0 0,9-3 0 16,6-3 0-16,6-1 0 0,4 2 0 15,-4 1 0-15,-12 7 0 0,-17 3 0 16,-14 5 0-16,-15 7 0 0,-12-1-1149 15,-10 3-36-15,-7-1-452 0</inkml:trace>
  <inkml:trace contextRef="#ctx0" brushRef="#br1" timeOffset="212125.44">27615 7138 4562 0,'0'0'300'0,"45"-49"60"16,-20 30 184-16,-6 6 293 15,1 3-349-15,1 2-44 0,2 4 32 0,4 1-364 16,1 3-43-16,1 9-69 16,2 3 0-16,0 5 0 0,-2 7 0 15,0 2 0-15,-2 1 0 0,-4 3 0 16,-2-4 0-16,-7 3 0 0,-6-1-21 15,-8 2 29-15,-6 4-8 0,-17 6 13 16,-10 4-13-16,-16 6 0 16,-9 0 0-16,-6-2 0 0,-2-5 0 15,14-10 0-15,17-9 0 0,20-16 0 16,13-5-2030-16,15-18-3892 0</inkml:trace>
  <inkml:trace contextRef="#ctx0" brushRef="#br1" timeOffset="213088.39">33068 5271 4898 0,'0'0'240'0,"35"-12"16"0,-25 9 24 16,-4 0 264-16,-6 3 293 0,0 0-381 15,0 0-152-15,-2 1-44 0,-8 4-256 16,-11 8 12-16,-12 7 32 16,-12 12-32-16,-13 12 17 0,-2 5-33 15,-2-2 0-15,-2-3 0 0,0-6 0 16,-4 1 0-16,-3 0 0 0,3-2 0 15,0-3 0-15,2-3 0 0,4-1 0 16,0-4 0-16,2-2 0 0,4-3 0 16,6-2 0-16,7-5 0 0,12-2 0 15,10-3 0-15,11-4 0 0,6-2 0 16,4-3 0-16,6-7 0 16,8-9-153-16,13-14 89 0,13-9 64 15,5-6 28-15,1-1-24 0,-5 3 80 16,-6 4 17-16,-2 6-101 15,-10 7 0-15,-9 3 0 0,-3 7 0 16,-5 5 0-16,-4 5 0 0,-2 4 0 16,0 2 0-16,-2 0 0 0,-4 6 0 15,-9 8 0-15,-3 12 0 0,-7 10 0 16,-2 1 0-16,0 3 0 16,-2-6 0-16,-6-2 0 0,-2 0 0 15,-5-1 0-15,3-5 0 0,6-2 0 16,6-5 0-16,11-2 0 0,9-1 0 15,7 0 0-15,11 2 0 0,11 0 0 16,14 0 0-16,7 1 0 0,11-3 0 16,2 1 0-16,-1-4 0 0,-3-11 0 15,-17-2-1233-15,-2-9-5546 0</inkml:trace>
  <inkml:trace contextRef="#ctx0" brushRef="#br1" timeOffset="-211083.63">21804 5407 1768 0,'0'0'2461'0,"-6"-39"-2088"0,2 20-25 16,4 4 380-16,-7 1-472 0,3-2-108 15,-2 3 132-15,-2 0-104 16,0 1 29-16,-1-2 139 0,-3 0-156 16,-3-3 48-16,1 1 48 0,-5 0-228 15,-5-2-32-15,-5 2-12 0,-11 2-12 16,-1-1 0-16,-4 5 8 16,-1 1 0-16,1 2-8 0,1 6 0 15,3 1 0-15,2 0 0 0,1 5 0 16,-1 3 0-16,2 3 0 0,6 1 0 15,-6 1-8-15,6 0 8 0,2 4 0 16,-2 1-8-16,2 5 8 0,2 1 0 16,2 4-12-16,2 1 12 0,1 4-8 15,3 1 0-15,0 2 8 0,1 3 0 16,5 3 4-16,1 5-4 16,0 4 20-16,-3 3 4 0,3 6-4 15,1 1-20-15,1-1 12 0,6 1-12 16,8-1 0-16,6-3-12 15,7-1 12-15,10-3 0 0,4-1-8 16,16-2 8-16,7-2 8 0,10-3 0 16,8-4-4-16,11-3 4 0,2-6-4 15,2-6-4-15,-2-9 0 0,-5-4 28 16,-3-8 16-16,-3-8 125 16,-2-9-169-16,-5-13 0 0,-5-9 0 15,-5-9 0-15,-7-7 0 0,-2-10 0 16,-5-6 0-16,-2-11 0 0,-3-8 0 15,-1-4 0-15,-2-2 0 0,-2 5 0 16,-4 4 0-16,-8 8 0 0,-13 7 0 16,-8 3 0-16,-19 1 0 0,-14 6 0 15,-14 2 0-15,-13 6 0 0,-9 6 0 16,-9 7 0-16,-5 7 0 16,3 5 0-16,7 5 0 0,11 5 0 15,19 2 0-15,12 4 0 0,10 2 0 16,11 4-2078-16,4 2-787 0</inkml:trace>
  <inkml:trace contextRef="#ctx0" brushRef="#br1" timeOffset="-209483.61">21184 5904 1560 0,'0'0'188'16,"0"0"-48"-16,0 0-12 0,0 0 917 15,0 0-729-15,0 0 0 0,37-28 188 16,-31 24-163-16,-4 2 103 16,-2 0 484-16,0 2-344 0,0 0-59 15,0 0 127-15,-4 0-476 0,0 2-52 16,-6 2 48-16,-1 3-148 15,-5 4 1-15,-7 4-25 0,-2 0 0 16,-2 1 0-16,1 1 0 0,-3 1 0 16,-4 2 0-16,2-1 0 0,-3 1 0 15,6-3 0-15,1-3 0 16,6-2 0-16,4-5 0 0,7-2 0 16,10-3 0-16,0-2 0 0,4 0-557 15,13-6-207-15,-3 0-93 0,9-8-1732 0</inkml:trace>
  <inkml:trace contextRef="#ctx0" brushRef="#br1" timeOffset="-209197.18">21238 5889 2997 0,'0'0'772'16,"0"0"-171"-16,0 0 415 0,0 0-424 16,0 0-76-16,0 0 141 0,0 0-329 15,-17 32-60-15,15-12 112 0,0 0-315 16,2 3-65-16,0-3 0 16,0-4 0-16,4-1 0 0,-4-5 0 15,4-1 0-15,-4-4-309 0,0-2-483 16,2-1 251-16,-2 0-39 0,0-2-784 15,-2-2-205-15</inkml:trace>
  <inkml:trace contextRef="#ctx0" brushRef="#br1" timeOffset="-209001.51">21190 5845 5466 0,'0'0'592'16,"-39"8"-59"-16,20-1 423 0,1-3-660 15,-1-2-100-15,2-2-88 0,1 0-100 16,1-4-16-16,3-5-160 16,4-4-324-16,4 1-312 0,4-2-1866 0</inkml:trace>
  <inkml:trace contextRef="#ctx0" brushRef="#br1" timeOffset="-208425.69">22124 5337 3321 0,'0'0'1245'0,"0"0"-529"0,0 0 540 0,0 0-611 16,0 0-157-16,0 0-8 0,0 0-439 15,0 0-41-15,0 0 0 0,-33 5 0 16,19 7 0-16,-7 2 0 16,1 0 0-16,-3 2 0 0,-2-2 0 15,0-1 0-15,2 0 0 0,-1 0 0 16,3-1 0-16,-2-4 0 0,11 1 0 15,1-5 0-15,7-1 0 0,0-2 0 16,4 0 0-16,0-1-189 0,0-1-1011 16,4-3-117-16,7-3-428 0</inkml:trace>
  <inkml:trace contextRef="#ctx0" brushRef="#br1" timeOffset="-207873.49">21804 5489 3277 0,'0'0'812'0,"0"0"-431"0,0 0 611 0,0 0-564 15,0 0-44-15,0 0 173 0,0 0-209 16,0 0 48-16,0 0 100 0,-21-15-375 16,17 9-121-16,-2-1 0 0,4-3 0 15,-2 2 0-15,2 1 0 0,0 0 0 16,2 1 0-16,0 0 0 16,2 2 0-16,2 2 0 0,0 1 0 15,2 1 0-15,2 0 0 0,3 3 0 16,-5 4 0-16,2 5 0 0,-6 2 0 15,-2 4 0-15,0 0 0 0,0-4 0 16,0 1 0-16,4-5 0 0,-4-1 0 16,3-3 0-16,-1-2 0 0,0-1 0 15,2-1 0-15,4-4 0 0,0-3-1177 16,7-14-3337-16</inkml:trace>
  <inkml:trace contextRef="#ctx0" brushRef="#br1" timeOffset="-205347.87">11921 13105 1988 0,'0'0'1705'15,"0"0"-1421"-15,0 0 24 0,33-13 405 16,-33 12-201-16,4 0 120 0,-4 1 325 16,4-1-449-16,-4 1-152 0,2 0-127 15,3 0-229-15,11 0 0 0,15 0 0 16,6 0 0-16,15 1 0 0,12 0 0 16,8-1 0-16,9 1 0 15,14-1 0-15,15 0 0 0,10 0 0 16,16-4 0-16,7-1 0 0,14-3 0 15,6-2 0-15,5-1 0 0,5 1 0 16,-5-1 0-16,5 0 0 16,-9 1 0-16,-3 2 0 0,-6 2 0 15,-10 3 0-15,-9 3 0 0,-8 1 0 16,-12 5 0-16,-2 3 0 0,-9 0 0 16,-6 3 0-16,-10-1 0 15,-12 1 0-15,-20 2-613 0,-15-4-1412 16,-15 1-240-16</inkml:trace>
  <inkml:trace contextRef="#ctx0" brushRef="#br1" timeOffset="-204660.21">2627 14128 6338 0,'0'0'104'16,"0"0"273"-16,-31 0-197 0,23 0 184 15,6 1-140-15,2 1 12 0,0 2 96 16,21 3-295-16,18 2-37 16,27-3 0-16,19-4 0 0,24-4 0 15,13-8 0-15,21-2 0 0,18-1 0 16,0 0 0-16,3 0 0 0,-5-1 0 15,-12 0 0-15,-11-2 0 16,-18 3 0-16,-15-3 0 0,-12 5 0 16,-14 0 0-16,-19 4 0 0,-19 0 0 15,-16 4 0-15,-17-5-2658 0</inkml:trace>
  <inkml:trace contextRef="#ctx0" brushRef="#br1" timeOffset="-189312.51">20727 6261 1604 0,'0'0'44'16,"0"0"-44"-16,0 0-304 0,0 0-984 0</inkml:trace>
  <inkml:trace contextRef="#ctx0" brushRef="#br1" timeOffset="-189001.25">20727 6261 1060 0</inkml:trace>
  <inkml:trace contextRef="#ctx0" brushRef="#br1" timeOffset="-188756.72">20727 6261 1060 0,'31'-41'140'0,"-31"41"180"0,2 0-204 0,0-2 1081 0,-2 1-325 0,2-1-392 0,-2 0-63 0,0-1 275 16,0 0-260-16,4 2-48 0,-4-2 153 15,2 1-289-15,-2 1-60 0,2 0-20 16,-2 1-168-16,0 0 20 0,0 0-12 16,-4 4 8-16,-4 10 0 0,-11 11 20 15,-5 8-24-15,-3 5-12 16,0-3 16-16,2-4-4 0,-2 0-4 16,7-7 72-16,-1-2-68 0,4-6 12 15,7-6-20-15,4-3 0 0,0-4-4 16,4-2 0-16,0-1-92 0,-3-2-52 15,5-7-124-15,0-5 76 0,0-5 56 16,0 2-57-16,7 3 9 16,-3 4 40-16,2 1-132 0,-2 3-20 15,0 1-112-15,2 1-457 0,-1-1-27 16,5 1-4-16</inkml:trace>
  <inkml:trace contextRef="#ctx0" brushRef="#br1" timeOffset="-188231.31">20748 6148 1808 0,'0'0'2730'0,"0"0"-2162"16,0 0-240-16,0 0-60 0,0 0-168 16,0 0 72-16,0 0 84 15,20 50-136-15,-13-26-36 0,-1-1 45 16,-2-5-49-16,4 0-4 0,0-3-40 15,-3-2-28-15,-1-1-8 0,-2-2 0 16,0-4-152-16,-2-2-209 0,0-2-379 16,2-1 180-16,-2-1 40 0,0 0-501 15,0-6 229-15,0-4-41 0,0-3 309 16,2-2 436-16,-2 3 68 16,0 3 20-16,0 4 320 0,0 1 172 15,0-1 281-15,0 1-269 0,-2 0-32 16,0 2 253-16,0 0-341 0,-4 0-136 15,6 1-32-15,-7-1-116 16,3 0 56-16,-6 0 144 0,-3 1-124 16,-11 1 52-16,-7 0 197 0,-7 0-221 15,1-2-48-15,4-5-96 0,4-4-60 16,13-3-8-16,12-4-348 0,4 4-565 16,4-4-980-16</inkml:trace>
  <inkml:trace contextRef="#ctx0" brushRef="#br1" timeOffset="-187611.04">22230 5310 1772 0,'0'0'1117'0,"0"0"-977"16,0 0 140-16,0 0 524 0,0 0-367 15,0 0 83-15,0 0 572 16,0 0-423-16,0 0-49 0,0 0 121 15,16-5-741-15,-3-5 0 0,9-10 0 16,5-9 0-16,11-7 0 0,3-4 0 16,-6 1 0-16,2-2 0 0,0-2 0 15,1-1 0-15,-1 4 0 0,-4 2 0 16,-4 6 0-16,-6 3 0 16,-9 9-125-16,-8 6-375 0,-6 7-168 15,0 2-945-15,-6 4-48 0,-2 1-384 0</inkml:trace>
  <inkml:trace contextRef="#ctx0" brushRef="#br1" timeOffset="-187080.17">22244 5334 6306 0,'0'0'529'0,"11"-51"-241"0,-3 21 200 0,2 4-376 16,3-4-32-16,-1 3 28 0,7 0-108 15,-5 2 20-15,5 4 8 16,-5 4-24-16,-3 8-4 0,-5 5 0 15,-2 3 0-15,-4 2-12 0,0 10-8 16,-8 9-76-16,-3 7 96 0,-3 6-8 16,-1 3 12-16,1-3-4 0,-1-1 0 15,5 0 0-15,0-2 0 0,6-6 24 16,4-2-12-16,2-7 40 16,10-4 172-16,9-4-175 0,4-4-49 15,3-6 0-15,6-6 0 0,-6-8 0 16,-3 0-985-16,-4-3-1893 0</inkml:trace>
  <inkml:trace contextRef="#ctx0" brushRef="#br1" timeOffset="-151936.08">22889 14686 3045 0,'0'0'612'0,"0"0"-272"15,0 0-148-15,0 0 97 0,0 0 107 16,46-7 48-16,-30 3 196 0,-1-1-312 16,3 0-64-16,1-3 93 15,6-2-193-15,2-3-16 0,12-2 44 16,6-5-160-16,11-3 0 0,12-3-12 15,9-5-12-15,14-2-8 0,10-5 0 16,5-1 0-16,13 0-12 0,3 1-96 16,4 1 16-16,7 3 44 0,-5 5-4 15,-6 3 20-15,0 5 32 0,-6 2 28 16,-11 2 0-16,-6 2 96 0,-14 3 48 16,-15-1-172-16,-12 5 4 0,-14 0-4 15,-11 2-132-15,-11 0-36 16,-13 1-260-16,-3-5-225 0,-6 3-291 15,-6-4-1609-15</inkml:trace>
  <inkml:trace contextRef="#ctx0" brushRef="#br1" timeOffset="-151670.96">24743 13823 5962 0,'-39'2'220'0,"14"0"225"0,1-2-29 16,11 1-344-16,5 0-44 0,6 2 16 16,2-1-36-16,4 4 12 0,19 1 88 15,22-1 12-15,17 0 20 0,15-3 32 16,7 1-136-16,-5 2-12 0,-3 4 0 16,-11 4-20-16,-12 5-8 15,-18 4 4-15,-16 4-88 0,-17 3 88 16,-14 2-8-16,-13 2 8 0,-8 0 0 15,-6-3 48-15,-5-3-36 0,3-2-24 16,-1-4-136-16,11-6-552 0,2-4-581 16</inkml:trace>
  <inkml:trace contextRef="#ctx0" brushRef="#br1" timeOffset="-147632.22">32603 16018 940 0,'0'0'508'0,"0"0"-508"0,0 0-48 15,0 0 48-15,0 0 0 16,0 0-148-16,0 0-772 0</inkml:trace>
  <inkml:trace contextRef="#ctx0" brushRef="#br1" timeOffset="-146920.74">32656 16027 1624 0,'0'0'609'15,"0"0"435"-15,0 0-708 0,0 0 116 16,0 0-119-16,0 0 39 0,0 0 308 16,0 0-252-16,0 0-40 0,17-33 201 15,-17 30-333-15,2-1 28 0,0 0 72 16,0-2-272-16,0 2-8 16,0-2 116-16,-2 0-103 0,0-1-89 15,-2 1 0-15,-2-3 0 0,-4-3 0 16,-5-3 0-16,-5-2 0 0,1-3 0 15,-1-1 0-15,-1 0 0 16,-2-3 0-16,-1 2 0 0,-1-1 0 16,-2 0 0-16,-2 1 0 0,-2 1 0 15,-2-1 0-15,0 2 0 0,-2 1 0 16,0 1 0-16,2 3 0 16,4 1 0-16,2 3 0 0,3-1 0 15,-1 4 0-15,4 0 0 0,-1 1 0 16,-3 0 0-16,2 0 0 0,-1 2 0 15,-1 1 0-15,-4 2 0 0,2 2 0 16,-4 1 0-16,-2 5 0 0,0 2 0 16,0 5 0-16,-4 5 0 0,4 2 0 15,-2 6 0-15,0 3 0 0,4 5 0 16,0 4 0-16,4 2 0 0,4 2 0 16,5 0 0-16,4 3 0 15,5 2 0-15,3 1 0 0,4 1 0 16,2 1 0-16,9 1 0 0,1-1 0 15,7 1 0-15,1-1 0 16,3-3 0-16,4-3 0 0,0-4 0 16,4 0 0-16,2-3 0 0,2-1 0 15,2-3 0-15,2-6 0 16,5-4 0-16,1-4 0 0,7-6 0 16,2-3 0-16,6-5 0 0,4-2 0 15,0-3 0-15,2-3 0 0,0-7 0 16,-2-2 0-16,-4-4 0 0,-4-7 0 15,-4-2 0-15,-7-7 0 0,-8-2 0 16,-4-2 0-16,-8-2 0 0,-2-4 0 16,-6-1 0-16,-5-1 0 0,-6 4 0 15,-2 4 0-15,-4 4 0 0,-12 3 0 16,-11 0 0-16,-12-3 0 16,-17 3 0-16,-10 1 0 0,-14 2 0 15,-1 3 0-15,3 0 0 0,8 2 0 16,10-1 0-16,15-1 0 0,14-2 0 15,14 1 0-15,13 2 0 16,15 6 0-16,8 11-281 0,-3 5-1536 16,-3 7-1332-16</inkml:trace>
  <inkml:trace contextRef="#ctx0" brushRef="#br1" timeOffset="-144134.68">31995 15496 2132 0,'0'0'2121'16,"0"0"-1604"-16,0 0-113 0,0 0 380 15,-13-45-328-15,7 31-191 0,-2-1-1 16,-2 1-224-16,1 0-4 0,-1 1 32 16,-2 0-28-16,-1-1 64 0,-3 0 176 15,-1-3-136-15,-3-1-40 0,-3 0-44 16,-2-2-56-16,0 0-4 0,-2-4 0 16,0 0 0-16,1-3-4 15,-3-2-12-15,0-2-68 0,-2-1 60 16,2-3 4-16,-2 1-44 0,-2 2 64 15,2 0-4-15,0 1 4 0,2 1 0 16,0-2 12-16,0 1 0 16,0 0 0-16,0-2 60 0,4 1-48 15,0-3 24-15,3 1 20 0,-1-4-60 16,0-2 0-16,-2-2-8 0,1-1 16 16,-1 0-16-16,-4-1 0 0,0 1 0 15,-2 1 0-15,-4 0 0 16,0 1-4-16,-3 2 4 0,-1 2 0 15,2 2 4-15,-2 2-4 0,3-2 0 16,-1 0-4-16,2 2 4 0,0-1 0 16,0 2 0-16,0 1 0 0,0 1 0 15,1 0-8-15,5 2 8 0,1-4 0 16,1 2 4-16,0-2-4 0,2-1 0 16,-4 1-36-16,0-1 36 0,0 1-4 15,2 0 8-15,0 2-4 0,5 0 8 16,-1 0 0-16,2 2-8 15,3 0 0-15,-3 0-4 0,2 3 0 16,1 1-44-16,-1 2-164 0,1 1-48 16,1-1-104-16,3 2-4 15,-3 1-37-15,7-4-603 0,-1 7-57 16,5-4-387-16</inkml:trace>
  <inkml:trace contextRef="#ctx0" brushRef="#br1" timeOffset="-143189.74">29951 11629 2697 0,'0'0'2349'0,"0"0"-1609"0,6-33 409 16,-6 33-517-16,-6 0-280 0,-9 10-79 16,-8 15-273-16,-4 11 0 0,3 7 0 15,3 3 0-15,6-1 0 0,1 1 0 16,2 3 0-16,-3-3 0 0,1 1 0 16,-1-4 0-16,3-1 0 0,1-7 0 15,1-5 0-15,2-10 0 0,4-8-1229 16,0-6 56-16,2-5 41 0,-3-5-1638 15</inkml:trace>
  <inkml:trace contextRef="#ctx0" brushRef="#br1" timeOffset="-143030.66">29671 11686 6502 0,'0'0'1021'0,"0"0"-509"16,0 0-355-16,0 0-157 0,36 36 0 15,-18-18 0-15,7 0 0 0,4-2 0 16,6-2 0-16,6 0 0 16,5-1 0-16,1-1 0 0,1 0 0 15,0 0 0-15,-13-4 0 0,-4-1-2970 0</inkml:trace>
  <inkml:trace contextRef="#ctx0" brushRef="#br1" timeOffset="-142614.96">30180 11901 5454 0,'0'0'816'0,"0"0"-35"15,0 0-377-15,0 0-188 0,-48 48 52 16,26-16-92-16,1 5-99 0,9 1-77 16,1 1 0-16,3 0 0 0,4-1 0 15,4-4 0-15,6-4 0 0,6-5 0 16,7-7 0-16,4-6 0 0,0-6 0 15,1-6 0-15,-1-5 0 16,0-8 0-16,-2-5 0 0,-3-5 0 16,-3-1 0-16,-3-2 0 0,-2 0 0 15,-3 2 0-15,-3 0 0 0,0 2 0 16,-2 1-1121-16,4 5 56 0,-2 4-71 16,0 5-1097-16</inkml:trace>
  <inkml:trace contextRef="#ctx0" brushRef="#br1" timeOffset="-142407.93">30242 12433 2605 0,'0'0'1488'0,"0"0"-695"0,0 0 379 16,0 0-527-16,0 0-149 0,50-25 248 15,-32-7-495-15,3-5-249 0,-3 2 0 16,1 4 0-16,-2 4 0 0,-1 5 0 15,-3 6 0-15,-1 3 0 16,-2 3 0-16,1 3 0 0,1 0 0 16,0 1 0-16,3 4 0 0,1-2 0 15,-3 3-1361-15,-1 1-1044 0</inkml:trace>
  <inkml:trace contextRef="#ctx0" brushRef="#br1" timeOffset="-142044.3">30761 11904 5894 0,'0'0'560'0,"0"0"757"16,0 0-896-16,0 0-421 0,-33 44 0 15,10-7 0-15,-4 7 0 0,-2 6 0 16,4 2 0-16,-1 5 0 0,3 3 0 15,-2 4 0-15,2-1 0 0,0-5 0 16,5-5 0-16,3-4 0 16,7-10 0-16,4-7 0 0,4-9 0 15,6-9 0-15,7-8 0 0,3-7 0 16,3-14 0-16,4-7 0 16,-3-9 0-16,-1-7 0 0,-3-1 0 15,-5 0 0-15,-7 4 0 0,-4 8 0 16,-6 7 0-16,-7 9 0 0,-3 4 0 15,-5 7 0-15,-4 4 0 16,2 4 0-16,5 3 0 0,3-3-1525 16,5-1-764-16</inkml:trace>
  <inkml:trace contextRef="#ctx0" brushRef="#br1" timeOffset="-141778.7">30701 12441 5762 0,'0'0'793'0,"0"0"-201"16,0 0 453-16,-39 31-1045 0,30-13 0 15,5 3 0-15,4 2 0 0,4-2 0 16,5-1 0-16,1-2 0 16,2 0 0-16,3-4 0 0,1-2 0 15,-1-1 0-15,-1-4 0 0,-1-3 0 16,-3-1 0-16,-2-3 0 0,3-1 0 15,1-9 0-15,5-3 0 16,1-6 0-16,-1-2 0 0,-1-3 0 16,3-3 0-16,-1-2 0 0,3 0 0 15,4-2 0-15,-6 7-1113 0,-1 2-2421 0</inkml:trace>
  <inkml:trace contextRef="#ctx0" brushRef="#br1" timeOffset="-141562.93">31201 12154 7899 0,'0'0'293'16,"-35"31"-293"-16,16-6 0 0,3 2 0 15,-5 9 0-15,3 2 0 0,-1 5 0 16,0 4 0-16,3 4 0 16,-5 4 0-16,5-1 0 0,1-1 0 15,7-3 0-15,6-8 0 0,4-8 0 16,6-6 0-16,7-11 0 0,-5-6-1389 15,4-9-836-15</inkml:trace>
  <inkml:trace contextRef="#ctx0" brushRef="#br1" timeOffset="-141050.73">31127 12694 6931 0,'0'0'1144'15,"0"0"-1027"-15,0 0-117 0,0 0 0 16,51 6 0-16,-28-16 0 0,-4-2 0 15,-5-2 0-15,1-5 0 16,-7 0 0-16,0 0 0 0,-4 3 0 16,-4 5 0-16,0 5 0 0,-4 5 0 15,-4 1 0-15,-7 12 0 0,-9 10 0 16,-7 10 0-16,-2 9 0 16,4 0 0-16,8-2 0 0,6-2 0 15,7-4 0-15,8-5 0 0,4-6 0 16,11-2-289-16,5-8-703 0,5-5 215 15,2-7 97-15,0-5-433 16,-2-8 525-16,0-6 440 0,-5-1 148 16,-1 1 368-16,-5-1 61 0,-3 6 327 15,-5 3-164-15,-2 4-16 0,-4 5-103 16,2 2-281-16,-2 8-72 0,0 9-32 16,0 3-76-16,-2 4-12 0,2-3 0 15,0-4-52-15,0-4 28 0,0-4 20 16,-2-4-12-16,2-3 16 0,0-1 100 15,-2-1 96-15,2-1 140 16,2-9 109-16,6-7-445 0,5-3 0 16,3-2 0-16,3 2 0 0,-1 2 0 15,3 4 0-15,-2 3 0 0,-5 5 0 16,1 6 0-16,-5 9 0 16,-6 5 0-16,-2 5 0 0,-2 3 0 15,-4 2 0-15,-6 5 0 0,-1-3 0 16,-1-1 0-16,2-1 0 15,-1-1 0-15,3-4 0 0,2-6-1361 16,-2-1-1377-16</inkml:trace>
  <inkml:trace contextRef="#ctx0" brushRef="#br1" timeOffset="-140616.33">31799 12427 7471 0,'0'0'721'0,"0"0"-721"0,0 0 0 16,-7 43 0-16,-5-5 0 0,-3 11 0 15,3 6 0-15,-4 1 0 16,3 4 0-16,-6 1 0 0,1 0 0 16,-3-2 0-16,1-6 0 0,1-6 0 15,0-8 0-15,3-8 0 16,3-12-457-16,7-9-2664 0,0-10-1493 0</inkml:trace>
  <inkml:trace contextRef="#ctx0" brushRef="#br1" timeOffset="-140502.12">31559 12771 7151 0,'0'0'1041'0,"68"29"-1041"0,-27-14 0 15,-1-6 0-15,1 1 0 0,0-4 0 16,5-2 0-16,1-1 0 0,-5-3 0 16,-11 0-221-16,-7-2-2160 0</inkml:trace>
  <inkml:trace contextRef="#ctx0" brushRef="#br1" timeOffset="-139629.4">31575 13492 1828 0,'0'0'3010'0,"29"-34"-2158"15,-12 12-84-15,-5 1 425 0,-2-4-652 16,-3 0-541-16,-5-1 0 15,-2 0 0-15,-4 1 0 0,-5 1 0 16,-1 3 0-16,-2 4 0 0,-1 6 0 16,-1 4 0-16,-5 4 0 0,1 3 0 15,-5 4 0-15,-4 5 0 0,0 3 0 16,-2 3 0-16,2 2 0 0,0 4 0 16,3 4 0-16,1 7 0 0,4 4 0 15,7 7 0-15,8 3 0 0,4 4 0 16,8 4 0-16,4 0 0 15,3 1 0-15,-3-1 0 0,-6-2 0 16,-4-4 0-16,-2-6 0 0,-4-5 0 16,-4-9 0-16,-2-6 0 0,-3-8 0 15,-1-7-629-15,-3-7-452 16,7 0-183-16,-2-12-2270 0</inkml:trace>
  <inkml:trace contextRef="#ctx0" brushRef="#br1" timeOffset="-139490.89">31247 13745 6294 0,'0'0'461'0,"0"0"655"16,0 0-795-16,10 39-321 0,6-25 0 16,5-4 0-16,4-6 0 0,4-4 0 15,2-1 0-15,4-8 0 0,8-4 0 16,5-4 0-16,6-4 0 0,-15 2-2922 16</inkml:trace>
  <inkml:trace contextRef="#ctx0" brushRef="#br1" timeOffset="-139322.06">31817 13475 6146 0,'0'0'741'0,"0"0"-13"16,-33 44-151-16,14-11-577 0,-5 7 0 15,-1 4 0-15,2 3 0 16,0 3 0-16,5 0 0 0,-3 1 0 16,2 1 0-16,1-4 0 0,1-1 0 15,3-5 0-15,1-6 0 16,5-2 0-16,0-12 0 0,6-5-1029 15,2-8-776-15,0-9-656 0</inkml:trace>
  <inkml:trace contextRef="#ctx0" brushRef="#br1" timeOffset="-139044.61">31879 13930 6595 0,'0'0'1084'15,"0"0"-571"-15,0 0-513 0,0 0 0 16,-52-34 0-16,32 35 0 15,-3 6 0-15,2 5 0 0,1 5 0 16,-1 4 0-16,0 2 0 0,7 5 0 16,1 1 0-16,7 1 0 0,6 0 0 15,2-2 0-15,11-3 0 16,5-4 0-16,7-4 0 0,0-7 0 16,2-5 0-16,2-5 0 0,-4-3 0 15,-5-8 0-15,-3-9 0 16,-3-5 0-16,-1-4 0 0,-1-3 0 15,-6-1 0-15,0 1 0 0,-3 4 0 16,-1 6 0-16,-2 6 0 0,0 7-1041 16,2 5-176-16,-2 1 85 0,4 0-1425 0</inkml:trace>
  <inkml:trace contextRef="#ctx0" brushRef="#br1" timeOffset="-138684.87">32011 14025 2176 0,'0'0'5315'0,"-18"34"-4614"15,7-14-701-15,1 1 0 0,-2 1 0 16,1 3 0-16,3-2 0 0,4 2 0 16,4-2 0-16,0-2 0 15,6-3 0-15,2-1 0 0,3-6 0 16,-1-3 0-16,0-7 0 0,1-1 0 16,-1-1 0-16,-2-7 0 0,3-2 0 15,1-7 0-15,1 1 0 16,-1-1 0-16,2 2 0 0,-3 5 0 15,-3 3 0-15,-2 6 0 0,-4 1 0 16,0 1 0-16,-2 8 0 0,0 6 0 16,-4 4 0-16,2 0 0 0,2 0 0 15,0-4 0-15,8-2 0 0,7-1 0 16,6-3 0-16,3-4 0 0,5-3 0 16,4-4 0-16,0-5 0 0,-2-6 0 15,0-1 0-15,-6-5 0 16,-6-1 0-16,-7 0 0 0,-3-3 0 15,-9 4 0-15,0 2 0 0,-9 1 0 16,-3 4 0-16,2 5-1834 0,-1 0-3620 0</inkml:trace>
  <inkml:trace contextRef="#ctx0" brushRef="#br2" timeOffset="-131705.27">27939 15190 2509 0,'0'0'1885'0,"0"0"-869"0,0 0 533 15,13-34-657-15,-13 33-551 0,0 1-341 16,0 2 0-16,0 6 0 0,-2 16 0 16,2 9 0-16,2 10 0 0,6 6 0 15,0-2 0-15,2 4 0 0,3 1 0 16,-3 3 0-16,-2-1 0 0,-1-1 0 16,-3-4 0-16,-2-4 0 15,0-8 0-15,0-9 0 0,0-10 0 16,0-8 0-16,0-7-617 0,0-3-500 15,2-5-2004-15</inkml:trace>
  <inkml:trace contextRef="#ctx0" brushRef="#br2" timeOffset="-131309.02">28255 15490 6266 0,'0'0'1461'16,"-2"-33"-996"-16,-4 20-465 0,-2 5 0 15,-2 3 0-15,-1 5 0 0,-3 3 0 16,3 11 0-16,1 8 0 0,0 9 0 16,4 2 0-16,-3 5 0 15,7-5 0-15,2-1 0 0,2-7 0 16,2-7 0-16,7-5 0 0,-1-5 0 15,5-8 0-15,-1-1 0 16,-2-9 0-16,1-4 0 0,-1-1 0 16,-3-3 0-16,-3 3 0 0,2 0 0 15,-4 6 0-15,0 2 0 0,-2 4 0 16,2 3 0-16,1 4 0 16,1 7 0-16,4 6 0 0,3 5 0 15,-1-1 0-15,0-3 0 0,3-5 0 16,3-4 0-16,3-3 0 0,2-3 0 15,2-3 0-15,-3-3-385 0,-3-7-1272 16,-5-1 161-16,-3 0-429 0</inkml:trace>
  <inkml:trace contextRef="#ctx0" brushRef="#br2" timeOffset="-130860.79">28485 15431 6542 0,'0'0'793'0,"-2"49"-333"15,2-20-63-15,0 0-397 16,0-1 0-16,0 0 0 0,6-1 0 16,0-5 0-16,3-4 0 0,-1-6 0 15,-2-4 0-15,0-5 0 0,-2-3 0 16,3-3 0-16,1-8 0 0,-2-12 0 16,0-6 0-16,-4-3 0 0,-2 0 0 15,0 2 0-15,0 2 0 16,-2 3 0-16,2 9 0 0,0 6 0 15,0 5 0-15,0 5 0 0,0 0 0 16,0 7 0-16,2 7 0 0,2 6 0 16,1 2 0-16,1 2 0 0,0-5 0 15,0-3 0-15,-2-5 0 0,0-3 0 16,1-3 0-16,-5-3 0 0,4 0 0 16,-2-2 0-16,0-6 0 15,4-8 0-15,2-6 0 0,-2-2 0 16,3 2 0-16,-1 2 0 0,0 4 0 15,1 2 0-15,-1 3 0 16,-2 5 0-16,2 4 0 0,3 0 0 16,-3 13 0-16,4 4 0 0,1 3 0 15,-7 4 0-15,2-4 0 0,-2 0 0 16,1-3 0-16,-1-4 0 0,2-1 0 16,-4-4 0-16,2-3 0 0,-4-2-149 15,1-3-1203-15,-3-2-2654 0</inkml:trace>
  <inkml:trace contextRef="#ctx0" brushRef="#br2" timeOffset="-130705.06">28880 15445 7711 0,'0'0'481'0,"0"0"-481"0,0 0 0 0,0 0 0 0,-9 45 0 15,7-20 0-15,2 1 0 0,0-4 0 16,5-6 0-16,1-4 0 0,-2-5-45 15,0-3-2124-15,-4-4-700 0</inkml:trace>
  <inkml:trace contextRef="#ctx0" brushRef="#br2" timeOffset="-130575.56">28884 15002 6603 0,'0'0'264'0,"0"0"-216"0,0 0-48 15,0 0-108-15,0 0-853 0,0 0-2300 0</inkml:trace>
  <inkml:trace contextRef="#ctx0" brushRef="#br2" timeOffset="-130332.46">28993 15607 6350 0,'0'0'809'15,"0"0"139"-15,0 0-863 0,0 0-85 16,0 0 0-16,0 0 0 0,0 0 0 15,27-68 0-15,-10 29 0 0,-3 3 0 16,3 8 0-16,-1 5 0 16,-3 9 0-16,-5 8 0 0,0 6 0 15,-1 12 0-15,-1 9 0 0,0 4 0 16,-2 7 0-16,-4-2 0 16,4 0 0-16,-2-1 0 0,4-4 0 15,1-4 0-15,-1-3 0 0,0-9-417 16,0-3-1560-16,0-6-1124 0</inkml:trace>
  <inkml:trace contextRef="#ctx0" brushRef="#br2" timeOffset="-129922.48">29376 15361 5482 0,'0'-34'956'0,"2"10"-327"15,-2 5 327-15,0 11-787 0,0 4-169 16,-6 2 0-16,-3 2 0 0,-5 9 0 15,0 9 0-15,-1 8 0 0,5 5 0 16,4 2 0-16,3 0 0 16,1 0 0-16,4-3 0 0,5-4 0 15,1-6 0-15,6-6 0 0,3-6 0 16,-3-7 0-16,3-4-81 0,-5-7-135 16,-1-5 16-16,-1-1-76 0,-4-2 160 15,-2 3 104-15,0 3-8 16,-1 4-40-16,-3 4 56 0,0 3-8 15,2 1-4-15,2 3-20 0,2 8-120 16,6 8 48-16,3 0 108 0,-1 1-8 16,3-4 12-16,-3-6-4 0,-5-2 24 15,-3-4-20-15,-2-2 68 0,0-1 248 16,-4-1 24-16,0 0 120 0,0-5-375 16,-6-7-89-16,-2-6 0 15,3-2 0-15,3-3 0 0,2 2 0 16,7 2 0-16,5 0 0 0,4 1 0 15,7 1 0-15,6-1 0 16,2 0 0-16,0 3 0 0,2-2 0 16,-6-1 0-16,-6 6-441 0,-1-3-3425 0</inkml:trace>
  <inkml:trace contextRef="#ctx0" brushRef="#br2" timeOffset="-129287.62">30523 15033 1216 0,'0'0'3962'0,"-33"-43"-2910"0,12 19-391 15,-1 2 331-15,-3-1-683 0,-2 2-309 16,2 1 0-16,-4 4 0 0,4 3 0 15,1 5 0-15,-3 4 0 0,4 4 0 16,2 5 0-16,3 7 0 16,5 2 0-16,3 5 0 0,2 1 0 15,4 4 0-15,4 3 0 0,2 8 0 16,6 4 0-16,6 5 0 0,-1 1 0 16,3 2 0-16,-1-1 0 15,1 3 0-15,1-1 0 0,-5 2 0 16,-1 1 0-16,-9 1 0 0,-2-3 0 15,-7-4 0-15,-5-6 0 0,-4-4 0 16,-1-8 0-16,-4-7 0 0,-1-10 0 16,5-7-1429-16,0-4-820 0</inkml:trace>
  <inkml:trace contextRef="#ctx0" brushRef="#br2" timeOffset="-129147.16">30184 15434 6130 0,'0'0'1757'0,"0"0"-1452"0,0 0-305 15,46 28 0-15,-30-24 0 16,3-4 0-16,8-2 0 0,4-9 0 16,6-5 0-16,4-8-1101 0,-8 5-884 15,-2-6-676-15</inkml:trace>
  <inkml:trace contextRef="#ctx0" brushRef="#br2" timeOffset="-128984.77">30672 14991 5290 0,'0'0'2361'15,"0"0"-1861"-15,-31 51-459 0,14-6-41 16,-1 11 0-16,1 2 0 0,-1 0 0 16,1 4 0-16,5-2 0 0,-1-3 0 15,3-1 0-15,2-6 0 0,-1-6 0 16,3-5 0-16,0-6 0 0,2-10 0 16,4-8 0-16,0-10-673 15,2-6-1148-15,2-2-144 0,8-15-1432 0</inkml:trace>
  <inkml:trace contextRef="#ctx0" brushRef="#br2" timeOffset="-128673.27">30784 15472 4870 0,'0'0'1256'16,"0"-42"-551"-16,-5 23 535 0,1 3-1119 16,2 8-121-16,-2 1 0 15,2 2 0-15,-2 5 0 0,0-2 0 16,-2 2 0-16,-3 6 0 0,-5 11 0 15,-1 7 0-15,-1 7 0 0,-1 4 0 16,5-5 0-16,6 1 0 0,2-1 0 16,4-2 0-16,10-1 0 0,6-4 0 15,5-6 0-15,6-4 0 0,4-8 0 16,-2-5 0-16,-2-2 0 0,-7-9 0 16,-3-5 0-16,-5-4 0 15,-3-6 0-15,-5-3 0 0,-4-3 0 16,-2-2 0-16,-7-2 0 0,-1 4 0 15,2 6 0-15,2 6 0 0,2 8 0 16,4 5 0-16,0 3 0 16,4 1-41-16,0 0-2156 0,6-4-280 0</inkml:trace>
  <inkml:trace contextRef="#ctx0" brushRef="#br2" timeOffset="-128264.91">30976 15411 4033 0,'0'0'4159'15,"-31"34"-4159"-15,18-14 0 0,3 2 0 16,2 2 0-16,2 3 0 0,-1 3 0 16,5 0 0-16,0 1 0 0,2-5 0 15,4-6 0-15,7-2 0 0,-1-6 0 16,5-6 0-16,3-6 0 0,1-7 0 16,-3-8 0-16,3-5 0 15,-1-4 0-15,-1 0 0 0,-3 0 0 16,1 3 0-16,-5 4 0 0,-4 5 0 15,-1 6 0-15,-3 5 0 16,0 2 0-16,-2 17 0 0,0 9 0 16,-2 8 0-16,-2 2 0 0,4-3 0 15,0-8 0-15,4-6 0 0,4-5 0 16,2-6 0-16,3-8 0 0,-1-2 0 16,3-9 0-16,1-5 0 0,1-3 0 15,-1-2 0-15,-1-4 0 16,-3 2 0-16,-4-2 0 0,1 0 0 15,-1 1 0-15,0 1 0 0,0 1 0 16,1 3 0-16,1 4 0 0,-2-2 0 16,1 4 0-16,-5-1 0 0,0 2-1593 15,-2-3-1665-15</inkml:trace>
  <inkml:trace contextRef="#ctx0" brushRef="#br3" timeOffset="-72043.38">10179 16004 1932 0,'0'0'2542'16,"0"0"-2090"-16,0 0-180 0,0 0-32 0,0 0-148 15,0 0 24-15,0 0-64 16,0 0 108-16,0 0 372 0,-13 8-187 16,13-8 23-16,-4 0 220 0,4 0-340 15,-4 0-20-15,2 0-203 16,-2 0-25-16,-1-1 0 0,3-1 0 15,-2 0 0-15,0-1 0 0,2 0 0 16,-2-1 0-16,0 0 0 0,2-2 0 16,2 2 0-16,-4-3 0 0,4 1 0 15,-2 1 0-15,-3 0 0 0,1-1 0 16,4 0 0-16,-6-1 0 0,0 0 0 16,2-2 0-16,-2-1 0 0,-5-3 0 15,7-1 0-15,-6 1 0 16,4 0 0-16,-1 1 0 0,-3 1 0 15,6-1 0-15,-2 2 0 0,2 1 0 16,-1 3 0-16,3-2 0 0,-2-3 0 16,-2-1 0-16,2-1 0 0,-2 0 0 15,2 1 0-15,4-2 0 16,-7 0 0-16,7-3 0 0,-4-1 0 16,4-2 0-16,0 0 0 0,0 1 0 15,0-2 0-15,4 3 0 0,3 0 0 16,-3 0 0-16,2 2 0 15,-2-2 0-15,2 4 0 0,-2-2 0 16,3 2 0-16,-1 1 0 0,2 0 0 16,2-1 0-16,-1 0 0 0,5 0 0 15,1 0 0-15,1 3 0 0,5 1 0 16,-5 2 0-16,5 4 0 0,-4 3 0 16,-3 1 0-16,-2 4 0 15,3 2 0-15,-1 2 0 0,-1 1 0 16,1 2 0-16,-3 0 0 0,1-2 0 15,-2 2 0-15,1-3 0 0,-7 3 0 16,2 0 0-16,-2 2 0 0,2 3 0 16,-6 1 0-16,0 3 0 0,0-1 0 15,-4 0 0-15,2 0 0 16,-2 0 0-16,2 0 0 0,-2 0 0 16,0 1 0-16,-7 0 0 0,5 0 0 15,-4 1 0-15,-1 0 0 0,1-1 0 16,4 0 0-16,-9-3 0 15,5 0 0-15,4-1 0 0,-4 0 0 16,-1 2 0-16,1 0 0 0,-3 3 0 16,-1 0 0-16,-1-1 0 0,3 1 0 15,2-1 0-15,-1-1 0 0,5-2 0 16,-4 0 0-16,6-1 0 0,-2 0 0 16,-3 0 0-16,3 0 0 0,0 0 0 15,2-2 0-15,-2 1 0 16,-1-2 0-16,-1 0 0 0,2 1 0 15,0 1 0-15,-3 0 0 0,3 2 0 16,-4 1 0-16,4-1 0 0,-1 2 0 16,-1 0 0-16,6 0 0 0,-2-1 0 15,0 1 0-15,2-1 0 16,-2-1 0-16,4 0 0 0,0 2 0 16,-4-3 0-16,4 0 0 0,0 3 0 15,0-3 0-15,4 1 0 16,0 2 0-16,-2 0 0 0,8 1 0 15,-6-2 0-15,7 0 0 0,1-1 0 16,3-2 0-16,1-1 0 0,5-1 0 16,-1-2 0-16,1-3 0 0,0-2 0 15,-1-1 0-15,-3-3 0 0,0-2 0 16,-3-5 0-16,3-3 0 0,-3-3 0 16,-2-4 0-16,3-3 0 0,1-5 0 15,-1-1 0-15,-3-1 0 0,3-1 0 16,-5 0 0-16,-4 2 0 15,0-1 0-15,-1 2 0 0,-1-1 0 16,-4 1 0-16,0 1 0 0,0 0 0 16,0 2 0-16,-4-2 0 15,-7 2 0-15,1-2 0 0,-2 0 0 16,-9-2 0-16,0 0 0 0,-4-2 0 16,3 2 0-16,1 2 0 0,7 4 0 15,1 0 0-15,5 5 0 16,2 0 0-16,1 1 0 0,3 4 0 15,2 0 0-15,-4 3 0 0,4-1 0 16,0 0-1249-16,0-3-2757 0</inkml:trace>
  <inkml:trace contextRef="#ctx0" brushRef="#br3" timeOffset="-70351.45">10294 15736 1312 0,'0'0'372'15,"0"0"549"-15,0 0-49 0,0 0-400 16,0 0 1-16,0 0 179 15,0 0-312-15,0 0 40 0,0 0 280 16,0 0-387-16,-16-11-57 0,16 11 36 16,0 0-224-16,0 0-8 0,0 0 132 15,0 0-28-15,0 2 28 0,0 1 116 16,0-1-156-16,0 0 0 0,4 0-83 16,-4-1-29-16,0 0 0 15,2 0 0-15,2-1 0 0,0 0 0 16,-2 0 0-16,9 0 0 0,-1 0 0 15,0 1 0-15,5 0 0 0,-9-1 0 16,4 2 0-16,-6-2 0 0,3 2 0 16,-1-2 0-16,0 2 0 0,2-1 0 15,3-1 0-15,-1 0 0 16,2 0 0-16,-1-1 0 0,-1-1 0 16,0 2 0-16,-6 0 0 0,3 0 0 15,-3 2 0-15,6 1 0 16,3 1 0-16,-3 0 0 0,4 0 0 15,3-3 0-15,-3-1 0 0,-1 0 0 16,-5 0 0-16,-2-1 0 0,0 0 0 16,-1 0 0-16,1 0 0 0,-2 0 0 15,-2 1 0-15,2-1 0 0,0 0 0 16,-4 1 0-16,0-1 0 0,0 0 0 16,2 1 0-16,-2 0 0 0,0-1 0 15,0 0 0-15,0 0 0 16,0 0 0-16,4 0 0 0,-4 0 0 15,0 0 0-15,0 1 0 0,0 0 0 16,0 0 0-16,0 0 0 0,0 0 0 16,0 1 0-16,0 1 0 0,0-1 0 15,0 0 0-15,0 1 0 16,0-1 0-16,0 0 0 0,5 1 0 16,-5-2-149-16,2 0-1043 0,-2-3-493 15,0-9-1493-15</inkml:trace>
  <inkml:trace contextRef="#ctx0" brushRef="#br3" timeOffset="-69172.4">10414 15715 3161 0,'0'0'1613'0,"0"0"-997"0,0 0 292 16,0 0-475-16,0 0-141 0,0 0 140 15,0 0-324-15,0 0-44 16,0 0-12-16,0 0-48 0,-14 16 52 15,28-16 72-15,7 0-68 0,-1 1 32 16,1 1 28-16,0 1-104 0,-3-1 21 16,1 3-37-16,-2 0 0 15,3-1 0-15,-3 1 0 0,3-2 0 16,1-1 0-16,-4 0 0 0,3-2 0 16,-3 0 0-16,4-1 0 0,-7-1 0 15,-2 0 0-15,3 0 0 0,-5 1 0 16,1 0 0-16,-1 1 0 15,0 0 0-15,1 0 0 0,1 0 0 16,2 0 0-16,-3 0 0 0,1 0 0 16,3 0 0-16,1 0 0 0,-1 0 0 15,-3 0 0-15,7 0 0 0,-7 0 0 16,3 0 0-16,1 0 0 0,-6 0 0 16,1 0 0-16,-5 0 0 15,2 0 0-15,-6 0 0 0,2 0 0 16,3-1 0-16,-3 0 0 0,2 1 0 15,-2-2 0-15,2 1 0 0,-2 0 0 16,3-4 0-16,3 3 0 0,0-4 0 16,1 2 0-16,-1-1 0 0,-4 2 0 15,0 0 0-15,-1 0 0 16,1-1 0-16,-2 2 0 0,2 0 0 16,-2-2 0-16,0 2 0 0,-2-1 0 15,-2 1 0-15,5 0 0 0,-1-2 0 16,-2 3 0-16,-2-3 0 15,4 1 0-15,2-2 0 0,-2-1 0 16,2 1 0-16,1-3 0 0,1 2 0 16,-2 0 0-16,0-1 0 0,5 0 0 15,-7 1 0-15,2 0 0 0,-2 1 0 16,-2 2 0-16,2-2 0 0,0 3 0 16,-4-2 0-16,0 3 0 0,0-1 0 15,2-2 0-15,-2 4 0 16,0-1 0-16,0 0 0 0,0 0 0 15,5 0 0-15,-5 1 0 0,0-1 0 16,0-2 0-16,6-2 0 0,4-5-369 16,-2 1-2212-16,5-1-416 0</inkml:trace>
  <inkml:trace contextRef="#ctx0" brushRef="#br3" timeOffset="-68084.24">11113 15733 1328 0,'0'0'172'0,"0"0"1121"0,0 0-513 0,0 0-420 16,0 0-60-16,0 0 233 15,0 0-149-15,0 0-36 0,0 0 60 16,0 0-196-16,14-12 16 0,-12 10 93 16,-2-1-193-16,5 0-28 0,-5 2 64 15,0-2-76-15,0 1-4 0,4 0-16 16,-4-2-60-16,2 0-8 0,-2-3 0 16,6 0-4-16,2-3 4 15,3-3 0-15,-1-3 0 0,0 2 0 16,1 0 0-16,-3 3 20 0,0-1-20 15,-2 4 124-15,-2 1-24 0,-4 2 16 16,2 0 68-16,-2-1-120 0,0-2-16 16,0 1-32-16,0-2-12 0,5-1-4 15,-5 1 0-15,4-1-8 16,-2 2 8-16,2-2 0 0,6 0-20 16,1-2 20-16,-1 1 0 0,0 4-4 15,-8 3 4-15,2 1 8 16,3-3 12-16,-3 2-16 0,0-1 100 15,2-1-60-15,0 1 21 0,-2-2-65 16,1 0 0-16,1-3 0 0,0 1 0 16,4-4 0-16,5-4 0 0,-3 2 0 15,9-2 0-15,-7 2 0 0,7 1 0 16,-4 0 0-16,-1 4 0 0,-6 0 0 16,1 4 0-16,-5 3 0 15,-2 0 0-15,0 2 0 0,-2 0 0 16,7 0 0-16,-7-1 0 0,8 0 0 15,-4 1 0-15,9-3 0 0,-1 2 0 16,7-3 0-16,-5 3 0 0,1 0 0 16,-1 0 0-16,-1 2 0 0,-5 0 0 15,3 2 0-15,-3 0 0 16,4 3 0-16,-3-1 0 0,5 1 0 16,-1 1 0-16,1 1 0 0,5 0 0 15,-4 2 0-15,-3-2 0 0,3 0 0 16,-7 0 0-16,0-1 0 15,-4-1 0-15,-1-2 0 0,-3 1 0 16,2 1 0-16,0 1 0 0,-2 1 0 16,2 1 0-16,0 2 0 0,-2 3 0 15,-2-1 0-15,4-2 0 0,-4-3 0 16,5-2 0-16,-3 1 0 0,-2 0 0 16,4 2 0-16,-4-1 0 15,4 0 0-15,-2 0 0 0,-2 1 0 16,4-1 0-16,-4 1 0 0,0 1 0 15,0-1 0-15,0 1 0 0,0-1 0 16,0-1 0-16,0 2 0 0,0-3 0 16,0 0 0-16,0-2 0 15,0 0 0-15,0-1 0 0,0 1 0 16,0-3 0-16,0 2 0 0,0-1 0 16,0 0 0-16,4 1 0 0,-4 0-193 15,2 0-335-15,2-1-801 0,-4 0-179 16,0-1-709-16</inkml:trace>
  <inkml:trace contextRef="#ctx0" brushRef="#br3" timeOffset="-66968.55">11975 15527 2813 0,'0'0'1597'0,"0"0"-877"0,0 0 20 0,0 0-196 16,0 0-15-16,0 0-241 0,0 0-12 16,0 0 44-16,0 0-184 0,0 0 8 15,-31 35-59-15,39-21-85 16,2 1 0-16,3 1 0 0,1-1 0 16,3-1 0-16,-7 1 0 0,1 0 0 15,-5 0 0-15,0 4 0 0,2-6 0 16,-2 4 0-16,1-4 0 15,3-2 0-15,0 0 0 0,5-3 0 16,5-2 0-16,3-1 0 0,2-4 0 16,8-1 0-16,4 0 0 0,5-3 0 15,-1-2 0-15,0 3 0 0,-4 0 0 16,1 0 0-16,-3 2 0 0,-2 0 0 16,-2 2 0-16,0 1 0 15,2-2 0-15,-2-1 0 0,4 0 0 16,-2 0 0-16,2 0 0 0,-2 0 0 15,0 0 0-15,3-1 0 0,-3 1 0 16,-2 0 0-16,0 1 0 0,0 1 0 16,-4 1 0-16,4-1 0 0,-5 0 0 15,1-1 0-15,4-1 0 16,0 0 0-16,7 0 0 0,-1-3 0 16,-2-2 0-16,6 1 0 0,-8-1 0 15,5 2 0-15,-7 2 0 0,4 1 0 16,-6 0 0-16,2 0 0 15,0 0 0-15,-4 0 0 0,4 1 0 16,0 0 0-16,0-1 0 0,2 0 0 16,-2 0 0-16,0 0 0 0,0-2 0 15,0-2 0-15,-5 0 0 0,-3 0 0 16,-2 0 0-16,-2-1 0 0,-7 1 0 16,-2 1 0-16,-4 0 0 0,3 1 0 15,-7 1 0-15,6 0 0 16,-2-2 0-16,0 1 0 0,1-2 0 15,3 0 0-15,-2-3 0 0,-2-4 0 16,5-6 0-16,3-3 0 0,-8 0 0 16,5-1 0-16,-9 0 0 0,6-1 0 15,-6 0 0-15,2-3 0 16,3 2 0-16,-3-1 0 0,2 2 0 16,2 2 0-16,-2 1 0 0,-2-3 0 15,3 2 0-15,-3 0 0 0,-2 0 0 16,2 1 0-16,-4-1 0 15,0 0 0-15,0 0 0 0,0 2 0 16,-4-4 0-16,4 1 0 0,0-1 0 16,6-2-177-16,-2 1-131 0,7 1-156 15,-1 1 176-15,0 0 164 0,1 6 116 16,-1 0 8-16,-4 2 80 0,0 5 232 16,-6 3-108-16,0 1-28 15,0 0-88-15,-6 1-88 0,-6-2-232 16,-7-2-977-16,9 1-756 0,-1-5-1796 0</inkml:trace>
  <inkml:trace contextRef="#ctx0" brushRef="#br3" timeOffset="-66459.29">14077 15084 2773 0,'0'0'1865'0,"0"0"-1521"16,0 0 32-16,0 0 508 0,0 0-451 15,35-32-121-15,-24 17-132 0,1 3-176 16,-2 1 0-16,1 1 0 15,-1-1 0-15,0 1-4 0,9-1 12 16,0 1 4-16,1 0 140 0,1 2 148 16,4-2-200-16,-3 3 12 0,5 0 32 15,-2 0-88-15,-4 2-12 0,-1 2-44 16,-3 0-4-16,-7 2-8 0,1 1-256 16,-5 0-20-16,-2 0-20 15,2 1-180-15,0 3-21 0,3-2-55 16,1-1-664-16,-4 1-213 0</inkml:trace>
  <inkml:trace contextRef="#ctx0" brushRef="#br3" timeOffset="-66199.7">14480 14928 3713 0,'0'0'757'0,"0"0"343"16,37 9-240-16,-12-7-291 0,2 0 215 15,-4 2-492-15,6-2-175 0,0 2-117 16,0-2 0-16,4 1 0 0,2-1 0 16,-2-1 0-16,4-1 0 0,-6 0 0 15,0 0-297-15,2 0-11 16,-2 0-36-16,-6 0 160 0,-2-1-64 15,-9-1-337-15,-3-1-511 0,-7 1-1129 0</inkml:trace>
  <inkml:trace contextRef="#ctx0" brushRef="#br3" timeOffset="-65869.24">14794 15132 5190 0,'0'0'200'15,"0"0"-200"-15,0 0-56 16,0 0 40-16,0 0-20 0,0 0 24 16,0 0 12-16,33 18 92 0,-28 2 320 15,-3 5-20-15,-2 2-20 0,-2 3 289 16,-3 0-225-16,-1 3-140 0,2 3-35 16,-2 4-261-16,2 1 0 15,-2 6 0-15,-5 2 0 0,1 6 0 16,0 3 0-16,-1 4 0 0,1 4 0 15,4 1 0-15,2 3 0 0,4 0 0 16,0 1 0-16,0-3 0 0,0-4 0 16,0-5 0-16,0-7 0 0,0-10 0 15,0-10 0-15,0-10 0 16,0-12-377-16,-7-7-3329 0</inkml:trace>
  <inkml:trace contextRef="#ctx0" brushRef="#br3" timeOffset="-64842.79">10424 16229 2569 0,'0'0'1748'0,"0"0"-1543"15,0 0 59-15,0 0-76 16,0 0-40-16,0 0 260 0,0 0-232 16,0 0-84-16,0 0 48 0,-10 10 4 15,14-6-4-15,-2 0 8 16,2 0-144-16,3 0 4 0,3 1 28 15,0 0-32-15,7 2 4 0,4-2 16 16,-1 1-16-16,5-5-8 0,2 1 16 16,0-2-16-16,8 0 0 0,2 0 0 15,2-2-20-15,11-2-24 0,-2-1-96 16,5 0 12-16,1-1 32 0,2 3 44 16,-4 0 16-16,-3 0 36 0,-1 3 0 15,3 0 16-15,-3 2-8 16,-1 2 172-16,-1 0-88 0,-3 1-60 15,-8 2-12-15,-1-1-12 0,-8-1-8 16,-1 0 24-16,-2-1-8 16,-2-1 0-16,-1-2-8 0,-3 0-4 15,4-1-4-15,-1-1 0 0,1-3 0 16,6 0 0-16,0 0 0 0,4-1 20 16,0 1-16-16,0 1 245 0,0 2-133 15,-9 0-84-15,3 1-32 16,-4 0-341-16,-5 0-523 0,-1 0-1865 0</inkml:trace>
  <inkml:trace contextRef="#ctx0" brushRef="#br3" timeOffset="-63878.56">11661 16304 4285 0,'0'0'205'0,"0"0"135"0,0 0 156 15,0 0-328-15,0 0-144 0,0 0-24 16,0 0-12-16,55 1 12 0,-1-4 52 16,4 1 4-16,4-2 16 0,17 1 12 15,5 0-84-15,11 2 0 0,1 0 0 16,3 1-24-16,6 2 24 0,-1 4 0 16,-3 2 12-16,4 3 24 15,-1 1 264-15,-3 2-164 0,4-1-72 16,-1 2 20-16,5-4-24 0,3-2 65 15,8-2 147-15,2-3-164 0,10-4-68 16,-2-4-32-16,3-3-8 0,-3-2-44 16,-4 2-80-16,-4 0-28 15,-13 1-49-15,-14 0-355 0,-26 0-52 16,-18 2-300-16</inkml:trace>
  <inkml:trace contextRef="#ctx0" brushRef="#br3" timeOffset="-62715.57">12537 16019 1624 0,'0'0'96'0,"52"0"292"0,-29-3-388 16,1 3-252-16,-3-1 156 0,-4 1 72 15,-1 0 20-15,-1 0 4 0,-5 0-12 16,-4 0 12-16,2 0 0 0,-6 0 192 16,3 0 173-16,1-2-5 15,-2 1 36-15,2-2-332 0,0 1-64 0,-2 0-116 16,1 0 4-16,1 1-60 15,-2 1-268-15,2-2 195 0,-2 2 245 16,-2-2 201-16,2 1 207 0,-2-1-36 16,3 2 236-16,-5 0-208 0,0 0-64 15,4 0-19-15,-4 0-209 16,0 0 36-16,0 0 184 0,0 0-64 16,0 0-8-16,0-1 136 0,0 1-176 15,0-1-15-15,0 1 159 16,0 0-196-16,0-1-44 0,0 0-56 15,-9 1-64-15,1-1 0 0,-10 0 8 16,-5 0-4-16,-4 0-4 0,-4 0 8 16,-4-1 0-16,-6 1-8 0,-3-3 48 15,-3 0-40-15,-7-1 0 0,-2 0-8 16,-2 1-4-16,-4 2-16 0,2 1-132 16,2 1 24-16,0 0-44 0,3 0-88 15,7 2 39-15,0 1 57 16,17 1 52-16,11-1 84 0,7-1 28 15,13-1 0-15,0-1-8 0,7 2-132 16,9-1-228-16,23 3 352 0,9-1 16 16,6 2 0-16,4 0 12 0,4-2-12 15,2 3 32-15,4-2 4 16,6 2 64-16,-1 1 156 0,-5 0-104 16,0 0-40-16,-4-2 0 0,-2 1-84 15,0-3 8-15,-2-2 48 16,6-1-43-16,-2-5 3 0,0-3 64 15,-2-1-28-15,-4 1 48 0,-10 0 24 16,-11 2-148-16,-10 1 8 0,-8 1 0 16,-9 2-4-16,-8 0 0 0,-8 0 48 15,-11-1-40-15,-18 0-8 0,-17-1-8 16,-5 1-28-16,-8 0 28 0,3-2 0 16,-6-1-96-16,-2-4-76 15,-2 1-397-15,1-3-163 0,16 4-312 16,1 1-3034-16</inkml:trace>
  <inkml:trace contextRef="#ctx0" brushRef="#br3" timeOffset="-60403.59">7919 15673 1316 0,'0'0'0'0,"0"0"-516"0</inkml:trace>
  <inkml:trace contextRef="#ctx0" brushRef="#br3" timeOffset="-60044.79">7762 15752 7259 0,'0'0'933'16,"41"-11"-933"-16,-14 3 0 0,8 4 0 16,3 1 0-16,5 3 0 0,9 0 0 15,1 0 0-15,9 0 0 16,11 0 0-16,5 1 0 0,13 2 0 16,9 1 0-16,-1 0 0 0,8-1 0 15,1 3 0-15,-3-1 0 0,-10 2 0 16,-6 2 0-16,-14 0 0 15,-13 0 0-15,-19 0 0 0,-18-3-645 16,-9-3-584-16,-12-1-455 0</inkml:trace>
  <inkml:trace contextRef="#ctx0" brushRef="#br3" timeOffset="-59765.55">8843 15503 5662 0,'0'0'204'0,"0"0"-96"16,41 23 240-16,-18-14-7 0,8 5-57 15,6-1 180-15,15 1-280 16,6 1-44-16,6 1-16 0,4 1-116 16,1 2 16-16,-12 4-24 0,-5-1-4 15,-15 5-16-15,-12 3-116 0,-19 1-48 16,-6 4 84-16,-25 2 28 15,-3-1 52-15,-14 4 20 0,-9-1 316 16,-1 0-148-16,2-3-76 0,3-5-72 16,1-4-20-16,9-8-120 0,6-6-952 15,14-5-941-15,1-8-2161 0</inkml:trace>
  <inkml:trace contextRef="#ctx0" brushRef="#br3" timeOffset="-59453.47">7797 16411 7851 0,'0'0'60'0,"44"38"0"0,-3-19 161 15,17-11-221-15,14-5 0 0,19-3 0 16,15-10 0-16,18-4 0 0,8-1 0 16,0 1 0-16,-12 5 0 0,-15 3 0 15,-14 3 0-15,-14 3-221 16,-23 0-199-16,-13 6-156 0,-18-2-333 15,-15 3-2232-15</inkml:trace>
  <inkml:trace contextRef="#ctx0" brushRef="#br3" timeOffset="-59194.03">8723 16262 8192 0,'0'0'0'15,"68"9"0"-15,-26-7 0 0,1-2 0 16,5 0 0-16,3 0 0 0,5 3 0 16,2 2 0-16,2 4 0 0,-8 6 0 15,-11 5 0-15,-10 3 0 0,-18 8 0 16,-3 2 0-16,-10 4 0 0,-10 2 0 16,-3 2 0-16,-8-3 0 15,-3-2 0-15,-7-4 0 0,-2-6 0 16,6-7 0-16,2-7 0 0,8-6-697 15,7-5-2300-15</inkml:trace>
  <inkml:trace contextRef="#ctx0" brushRef="#br3" timeOffset="-57872.01">5527 14470 4337 0,'0'0'1565'15,"0"0"-768"-15,0 0-121 0,0 0-152 16,0 0-428-16,7 55 101 0,3-23-197 16,-4 4 0-16,2-2 0 0,1 3 0 15,-1-1 0-15,-2-2 0 16,-2 1 0-16,-4-1 0 0,0-5 0 15,0-7 0-15,0-8 0 0,0-9 0 16,0-4 0-16,0-1 0 16,2-6 0-16,7-15 0 0,7-17 0 15,5-10 0-15,2-8 0 0,1 3 0 0,-3 8 0 16,0 7 0-16,-9 12 0 16,-6 12 0-16,-1 10 0 0,-1 4 0 15,0 11 0-15,4 7 0 0,0 4 0 16,-1 5 0-16,-3-1 0 15,2-1 0-15,-2-1 0 0,-2-1 0 16,2-2 0-16,-2-6 0 0,0-4 0 16,5-4 0-16,-7-5 0 0,2-1 0 15,6-3 0-15,-4-7 0 0,8-15 0 16,-1-6 0-16,-1-4 0 0,-4-3 0 16,0 5 0-16,3 3 0 0,-3 2 0 15,0 5 0-15,-2 8 0 16,0 7 0-16,-2 2 0 0,3 5 0 15,-1 2 0-15,2 12 0 0,0 10 0 16,0 11 0-16,-1 5 0 0,-1-2 0 16,-4-2 0-16,0-2 0 15,2-4 0-15,2-4 0 0,4-4 0 16,-2-9-725-16,1-1-2320 0</inkml:trace>
  <inkml:trace contextRef="#ctx0" brushRef="#br3" timeOffset="-57594.55">6137 14580 7203 0,'0'0'816'0,"0"0"-643"0,0 0-173 15,-14-35 0-15,12 34 0 0,0 0 0 16,0 1 0-16,-3 12 0 0,3 9 0 16,2 10 0-16,2 1 0 0,9-1 0 15,3-5 0-15,7-4 0 16,2-4 0-16,4-3 0 0,2-6 0 15,4-7 0-15,-9-2 0 0,3-1 0 16,-6-6 0-16,-5-6 0 0,-9-4 0 16,-3-3 0-16,-4-6 0 15,0-2 0-15,-11-2 0 0,1 0 0 16,-6 7 0-16,1 1 0 0,3 9 0 16,8 6 0-16,-1 2 0 0,5 3-277 15,5-1-1224-15,5-5-3789 0</inkml:trace>
  <inkml:trace contextRef="#ctx0" brushRef="#br3" timeOffset="-57249.65">6627 14475 6426 0,'0'0'1201'0,"0"0"-636"0,-31-23-565 0,19 23 0 0,-7 4 0 16,7 11 0-16,-5 7 0 0,7 10 0 15,0 5 0-15,5 4 0 16,10 2 0-16,1-3 0 0,8-4 0 16,7-6 0-16,-2-9 0 0,5-10 0 15,3-7 0-15,4-6 0 0,0-12 0 16,0-10 0-16,0-10 0 0,-2-10-105 16,-10 7-1876-16,-3-6-1452 0</inkml:trace>
  <inkml:trace contextRef="#ctx0" brushRef="#br3" timeOffset="-56950.45">6774 14160 5486 0,'0'0'944'0,"-17"58"-243"0,11-17-85 16,2 2-316-16,4 6-155 0,0 1-145 16,2 1 0-16,6 0 0 15,3 0 0-15,-1-3 0 0,0-6 0 0,1-7 0 16,-1-6 0-16,-2-14 0 15,1-4 0-15,-5-9 0 0,2-2 0 16,0-13 0-16,5-9 0 0,-1-10 0 16,2-4 0-16,1 3 0 0,-1 9 0 15,-2 6 0-15,-3 9 0 0,-3 8 0 16,0 2 0-16,6 12 0 0,-4 8 0 16,5 8 0-16,-5 3 0 0,0-3 0 15,2-4 0-15,-6-6 0 16,3-4 0-16,5-5 0 0,4-5 0 15,-1-5 0-15,1-3-433 0,-1-6-1876 0</inkml:trace>
  <inkml:trace contextRef="#ctx0" brushRef="#br3" timeOffset="-56568.26">7584 14166 3225 0,'0'0'2893'0,"0"0"-2208"0,0 0 99 16,4 47-179-16,-10-9-605 0,0 7 0 15,-4 4 0-15,1 0 0 16,7 0 0-16,-2 1 0 0,4-1 0 16,4-2 0-16,3-6 0 0,-1-6 0 15,4-3 0-15,-2-9 0 16,1-3 0-16,-1-6 0 0,-6-7-1674 0,2-3-130 15,0-4-477-15</inkml:trace>
  <inkml:trace contextRef="#ctx0" brushRef="#br3" timeOffset="-56285.17">7688 14626 6182 0,'0'0'1549'15,"0"0"-1088"-15,0 0-461 16,0 0 0-16,47-43 0 0,-32 24 0 15,-3 0 0-15,-2 5 0 0,1 0 0 16,-1 1 0-16,-6 2 0 0,-2 4 0 16,-2 1 0-16,0 1 0 0,-6-3 0 15,-8 0 0-15,-3 0 0 16,-4 6 0-16,5 8 0 0,-5 15 0 16,5 10 0-16,-1 7 0 0,3 6 0 15,1-1 0-15,11-3 0 16,4-5 0-16,11-7 0 0,7-8 0 0,11-7 0 15,7-9 0-15,5-8 0 16,7-11-249-16,3-9-527 0,-11 4-1521 16,-5-5-1377-16</inkml:trace>
  <inkml:trace contextRef="#ctx0" brushRef="#br3" timeOffset="-55930.3">8161 14403 2625 0,'0'0'3489'16,"-54"-11"-2720"-16,19 8-73 0,8 0-276 16,-4 3-227-16,8 4-193 0,-1 4 0 15,7 6 0-15,1 2 0 0,5 3 0 16,7 2 0-16,4-1 0 16,4 0 0-16,13-3 0 0,8-3 0 15,8-2 0-15,0-5 0 0,6-3 0 16,-2-4 0-16,0 0 0 0,-6-1 0 15,-8-2 0-15,-8 2 0 16,-5 1 0-16,-10 0 0 0,0 4 0 16,0 4 0-16,-14 5 0 0,-3 5 0 15,-8 1 0-15,-2 1 0 0,0-1 0 16,1-1 0-16,-1-4 0 0,2-3 0 16,4-4 0-16,9-5 0 15,1-2 0-15,11-4 0 0,0-8 0 16,17-6-593-16,4-8-107 0,10-6 147 15,8-3-579-15,6 0 436 0,-7 6-225 16,-3 2-1000-16</inkml:trace>
  <inkml:trace contextRef="#ctx0" brushRef="#br3" timeOffset="-55655.98">8554 14291 6450 0,'0'0'789'0,"0"0"164"0,-35 5-953 16,12-3 0-16,-6 1 0 15,2 0 0-15,0 3 0 0,0 2 0 16,7 0 0-16,-1 3 0 0,9 0 0 16,3 1 0-16,7 3 0 0,8-1 0 15,5 0 0-15,5 2 0 0,9-2 0 16,4-2 0-16,2 2 0 0,4-2 0 16,-4 1 0-16,2 1 0 0,-6 2 0 15,-2 0 0-15,-9-1 0 16,-1 4 0-16,-13-2 0 0,-2 1 0 15,-2 1 0-15,-6-3 0 0,-5 2 0 16,-1-4 0-16,-3-1 0 0,-3-1 0 16,-3 1 0-16,-2 1 0 0,-10-2-885 15,8-2-1496-15,-6-4-1221 0</inkml:trace>
  <inkml:trace contextRef="#ctx0" brushRef="#br3" timeOffset="-55008.45">5796 15164 6278 0,'0'0'1157'0,"0"0"-773"15,-16 45-11-15,16-15-373 0,0 2 0 16,6-1 0-16,0 3 0 15,9 3 0-15,-5 1 0 0,2 1 0 16,-1-1 0-16,-1 1 0 0,-4-1 0 16,-2-5 0-16,0-3 0 0,-4-10 0 15,0-7 0-15,0-6 0 0,0-7-1814 16,-6-3-243-16</inkml:trace>
  <inkml:trace contextRef="#ctx0" brushRef="#br3" timeOffset="-54816.42">5592 15213 5714 0,'0'0'1709'0,"0"0"-973"0,0 0-703 15,0 0-33-15,0 0 0 16,0 0 0-16,57 31 0 0,-15-35 0 16,5-10 0-16,7-5 0 0,2-4 0 15,-2 1 0-15,-3-1 0 0,-3 3 0 16,-11 5 0-16,-2 1 0 0,-12 4 0 15,-2 1-1842-15</inkml:trace>
  <inkml:trace contextRef="#ctx0" brushRef="#br3" timeOffset="-54449.46">6239 15069 6839 0,'0'0'1048'0,"0"0"-743"0,0 0-305 15,0 0 0-15,41 17 0 0,-10-12 0 16,6-4 0-16,4-1 0 0,3-8 0 16,1-2 0-16,3-2 0 15,-7 0 0-15,-4 4 0 0,-10 0 0 16,-6 3 0-16,-9 2 0 0,-3 2 0 15,-7 1-1137-15,-2 0-1192 0,-2 4-1537 0</inkml:trace>
  <inkml:trace contextRef="#ctx0" brushRef="#br3" timeOffset="-54234.42">6480 15120 6054 0,'0'0'865'0,"0"0"387"16,0 0-1231-16,5 38-21 0,-5-5 0 16,4 8 0-16,2-1 0 0,4-1 0 15,3 2 0-15,5-2 0 0,3-1 0 16,-5-1 0-16,1-2 0 0,-7-1 0 16,1-1 0-16,-7-4 0 0,-4-4 0 15,0-9-713-15,-4-5-888 0</inkml:trace>
  <inkml:trace contextRef="#ctx0" brushRef="#br3" timeOffset="-54070.31">6327 15605 7447 0,'0'0'732'0,"46"4"-719"0,-9-10-13 16,4-3 0-16,5-1 0 0,4-1 0 15,-1 3 0-15,3-2 0 0,2 2 0 16,1 2 0-16,-1-1 0 15,-12 1-749-15,-1-2-4401 0</inkml:trace>
  <inkml:trace contextRef="#ctx0" brushRef="#br3" timeOffset="-21894.35">20752 18199 2933 0,'0'0'0'0,"0"0"-116"16,0 0 116-16,0 0 264 0,0 0 156 16,0 0-56-16,0 0-104 15,0 0 185-15,8 14 327 0,-8-14-224 16,0 0-164-16,0 2 89 0,0-2-269 16,-2 0-60-16,2 2 20 0,-4-2-152 15,2 0 12-15,0 0 16 16,-2 0-16-16,-5-1 12 0,7-5 84 15,-6-3-20-15,4-7 60 0,-2-6 180 16,2-7-263-16,1-7-77 0,-1-8 0 16,0 0 0-16,-2 2 0 0,4 1 0 15,-4 1 0-15,-3-2 0 0,5-1 0 16,-2-2 0-16,0 3 0 0,0-2 0 16,2 2 0-16,-3-5 0 0,3 0 0 15,-2-2 0-15,2-1 0 16,-2-3 0-16,0 1 0 0,-3-3 0 15,7 0 0-15,-6-1 0 0,2-1 0 16,0 0 0-16,-3 1 0 0,-1 0 0 16,2-3 0-16,-1 0 0 15,-1-1 0-15,6-3 0 0,-2 1 0 16,0 2 0-16,1 0 0 0,3 0 0 16,0-1 0-16,2 0 0 0,0-3 0 15,0-3 0-15,4 0 0 16,1-3 0-16,-1-1 0 0,2 1 0 15,0 0 0-15,-2 1 0 0,2 1 0 16,3-1 0-16,-3 1 0 0,0 2 0 16,0-2 0-16,0 3 0 0,-1-1 0 15,1 0 0-15,-2-1 0 0,0-3 0 16,-2 4 0-16,-2-3 0 0,0 3 0 16,0-1 0-16,0 2 0 0,0 5 0 15,0-1 0-15,2 2 0 0,0 1 0 16,-2 0 0-16,4 3 0 0,-4 7 0 15,0 5 0-15,0 6 0 0,-4 9 0 16,-2 6 0-16,-4 8 0 16,-5 8 0-16,5 5-1129 0,-7 1-1120 0</inkml:trace>
  <inkml:trace contextRef="#ctx0" brushRef="#br3" timeOffset="-21185.01">20911 14307 2869 0,'0'0'1609'0,"0"0"-633"0,0 57-704 0,0-31 104 0,0 7 221 15,0 5-269-15,0 5-80 16,6 6 124-16,-2 5-252 0,7 4 0 16,-5 7 60-16,2 6-96 0,-2 5-43 15,1 6-41-15,1 2 0 0,0 5 0 16,0 0 0-16,3 1 0 16,-1 6 0-16,-2 4 0 0,1 4 0 15,-3 2 0-15,0 2 0 16,-4 3 0-16,0 1 0 0,-2 5 0 15,-2-1 0-15,-2 1 0 0,-4-2 0 16,1-1 0-16,-1 0 0 0,-2-2 0 16,2 1 0-16,-3-3 0 0,1-1 0 15,8 4 0-15,-2-3 0 0,0-3 0 16,1-4 0-16,1-19 0 0,0-5 0 16,-2-2 0-16,4-7 0 0,-2 5 0 15,0-7 0-15,0-9 0 16,0-12 0-16,-2-9 0 0,0-13 0 15,0-12-677-15,-3-10-340 0,-3-15-535 0</inkml:trace>
  <inkml:trace contextRef="#ctx0" brushRef="#br3" timeOffset="-17867.39">19944 14264 1716 0,'0'0'56'0,"0"0"1501"16,0 0-1257-16,0 0 80 0,0 0 345 15,0 0-333-15,0 0 16 0,0 0 180 16,0 0-224-16,0 0-47 16,0-27 175-16,0 27-244 0,0 0-56 15,0 0 60-15,0 0-180 0,0 0-8 16,0 3 5-16,4 5-69 0,-2 3 0 16,6 6 0-16,0 2 0 15,1 3 0-15,-3 0 0 0,6 3 0 16,-4 0 0-16,3 4 0 0,-5 2 0 15,4 4 0-15,-3 1 0 16,-3 1 0-16,2 1 0 0,-2 0 0 16,0 1 0-16,-2-1 0 0,9 4 0 15,-5 0 0-15,4 2 0 0,-2 1 0 16,-1 4 0-16,1 1 0 0,-6-1 0 16,2 2 0-16,-4-1 0 0,-4 0 0 15,-2 0 0-15,-3 0 0 0,-3 1 0 16,-5 2 0-16,3 2 0 15,-7 0 0-15,5 3 0 0,-3-3 0 16,1 0 0-16,-1 0 0 0,0-3 0 16,-1 3 0-16,-1-1 0 15,-4 2 0-15,2 2 0 0,-3-1 0 16,-5 0 0-16,0-2 0 0,-5-1 0 16,3-3 0-16,-2-4 0 0,2-6 0 15,2-4 0-15,0-6 0 16,2-4 0-16,0-4 0 0,0-5 0 15,0-3 0-15,0-5 0 0,1-2 0 16,5-4 0-16,-2-4 0 0,0-2 0 16,2-3 0-16,3-5 0 0,-1-4 0 15,7-3 0-15,-3-5 0 0,1-4 0 16,5-3 0-16,1-5 0 0,0-5 0 16,3-5-21-16,7-5-55 0,0-4 0 15,11-2-4-15,1-3 32 0,3 1 28 16,1-3 4-16,3 0 16 15,1-1 36-15,3-3-20 0,2-2 28 16,2-4 80-16,4-4-108 0,2-1 40 16,0-3-11-16,2 1-45 0,2-4 0 15,3 0 0-15,-3-3 0 0,2-1 0 16,0 1 0-16,-1 0 0 16,1 1 0-16,-2 0 0 0,-2 0 0 15,0 1 0-15,-6 3 0 0,2 0 0 16,-4 1 0-16,2 1 0 0,-2 0 0 15,-4 0 0-15,4 1 0 0,-7-1 0 16,5 2 0-16,-8 3 0 16,1 1 0-16,-3 3 0 0,-3 3 0 15,-2 0 0-15,-3 1 0 0,-3 4 0 16,-4 2 0-16,-9 4 0 0,3 5 0 16,-4 2 0-16,-5 3 0 0,3 3 0 15,-5 3 0-15,3 4 0 0,-3 1 0 16,1 0 0-16,1 0 0 0,1 1 0 15,4-1 0-15,-3 0 0 16,-1 1 0-16,3 2 0 0,1 4 0 16,0 5 0-16,-3 4 0 0,5 5 0 15,-2 2 0-15,-1 4 0 0,-1 1 0 16,-2 2 0-16,3 3 0 0,5 0 0 16,-4 1 0-16,8 1 0 0,-3 4 0 15,1 2 0-15,-6 10 0 16,4 5 0-16,-5 5 0 0,1 4 0 15,0 3 0-15,-1 4 0 0,5 3 0 16,0 2 0-16,2 3 0 0,0 0 0 16,4-1 0-16,4 4 0 15,-2 0 0-15,0 2 0 0,0 1 0 16,-2 4 0-16,-2 0 0 0,0 1 0 16,2-1 0-16,4-2 0 0,6-2 0 15,1-1 0-15,3 0 0 0,-1 0 0 16,-3 0 0-16,0 4 0 0,5 1 0 15,-5 3 0-15,-2 2 0 0,-3-1 0 16,3 0 0-16,-6-4 0 16,4-2 0-16,-2-3 0 0,0-5 0 15,-2-2 0-15,3-5 0 0,1-3-357 16,-2-6-1132-16,2-10 401 0,-2-4-249 16</inkml:trace>
  <inkml:trace contextRef="#ctx0" brushRef="#br3" timeOffset="-17044.34">20117 14043 5218 0,'0'0'684'0,"0"0"-48"16,0 0-23-16,0 0-381 0,0 0 28 16,0 0 96-16,0 0-268 0,0 0 17 15,0 0-105-15,71 39 0 0,-14-37 0 16,16-2 0-16,16-3 0 0,6-1 0 16,4 2 0-16,-4 1 0 15,-6 1 0-15,-11 3 0 0,-1 3 0 16,-15 0 0-16,-12 1-61 0,-17 0-303 15,-9 0-40-15,-17 2-529 16,1-1-119-16,-8-3 100 0,0-1-689 16,-8-4-608-16</inkml:trace>
  <inkml:trace contextRef="#ctx0" brushRef="#br3" timeOffset="-16734.32">21062 14193 3485 0,'0'0'336'0,"0"0"48"0,0 0-151 16,0 0 31-16,0 0 388 0,0 0-160 15,0 0 80-15,0 0 313 16,0 0-449-16,-21 50-188 0,17-24-43 16,-2 2-205-16,-2 1 0 0,-1-3 0 15,-1 1 0-15,2 0 0 0,-1 0-153 16,1-2-375-16,-2-2-36 0,6 0-301 16,-2-2 253-16,-1-3 76 0,3-4-265 15,2-5 109-15,-2-2-252 0</inkml:trace>
  <inkml:trace contextRef="#ctx0" brushRef="#br3" timeOffset="-16485.31">19871 14402 5998 0,'0'0'725'0,"0"0"615"16,0 0-1211-16,62-12-129 0,13 3 0 15,34-1 0-15,19 4 0 0,7 2 0 16,-3 4 0-16,-6 9 0 0,-20 3 0 16,-36-1 0-16,-12-1-2342 0</inkml:trace>
  <inkml:trace contextRef="#ctx0" brushRef="#br3" timeOffset="-13638.2">15650 17598 3045 0,'0'0'1849'0,"0"0"-1181"0,0 0-292 16,-39 10-152-16,26-15-176 0,-3-8-48 16,1-5-4-16,9-8-20 0,2-5-64 15,4-6 36-15,10-7 28 16,5-4-8-16,4-7 32 0,5-3-4 15,3-5 0-15,4-2 4 0,6-4 4 16,1 4-4-16,3-4 0 0,4 4 0 16,3 3 0-16,2 4 0 0,1 7 0 15,1 7 0-15,0 8 0 0,-3 7 0 16,-1 8-56-16,4 3-188 0,1 4-188 16,7 3 276-16,0 2 84 0,12 3 40 15,3 1 0-15,3 1 8 16,3 2-8-16,-4 2 20 0,-3 1 12 15,-6 9 52-15,0 5 36 0,-4 8 56 16,5 8 88-16,-7 8-128 0,-4 5-40 16,-5 5-36-16,-1 2-20 15,-4 0-8-15,-7 4 0 0,0-1-4 16,-8 3-84-16,-8 1-76 0,-8 1 52 16,-7 2 60-16,-14 3 48 0,-9 5-16 15,-11 0-4-15,-14-1-52 16,-5 0 4-16,-7-4 72 0,-7-5 12 15,-3-5 0-15,-7-7 80 0,-1-9 192 16,2-6-140-16,8-12-36 0,2-7 32 16,7-6-32-16,-7-6 0 0,2-2 36 15,3-9-104-15,9-4-8 0,15-4 12 16,7-4-40-16,5-4 32 0,7-7 8 16,6-4-44-16,2-2 12 0,10-4-4 15,5 1-4-15,1-2-4 16,9 1 0-16,-2 3-4 0,2 2 4 15,1 7-16-15,5 6-184 0,7 6 72 16,3 11 48-16,2 7 40 0,5 1 12 16,-1 3 4-16,5 1-80 15,10-3-100-15,-8-6-624 0,-7-1-353 16,-7-4-952-16</inkml:trace>
  <inkml:trace contextRef="#ctx0" brushRef="#br3" timeOffset="-12722.13">15950 15712 5826 0,'0'0'68'0,"0"0"56"0,-39-31-124 0,32 12-60 15,7-7 52-15,0-3-16 16,0-5 24-16,7-6 12 0,1-6-12 16,4-7 32-16,9-3 76 0,0-5-80 15,6-2-12-15,1 2 16 0,6-3-32 16,1 0 0-16,4 0-4 0,2 2-4 15,7 3 8-15,-1 2-60 16,11 6-68-16,-6 3 56 0,6 8 44 16,4 4 12-16,2 8 16 0,4 9 0 15,4 6 0-15,-1 9 0 0,-3 7 0 16,0 6-12-16,0 7-4 0,7 3-40 16,-3 3 16-16,1 4-20 0,-3 7-188 15,-8 3 80-15,-4 6 52 0,-5 2 60 16,-3 4 56-16,-11 0 0 0,-1 2 36 15,-7 3-32-15,-7 0 20 16,-3-1 52-16,-9-1-76 0,-3 0 8 16,-9-1-8-16,-11-3-76 0,-13 2-92 15,-7-5-304-15,-7-6 404 16,-3-6 68-16,-7-10 72 0,-1-5 20 16,-3-9 8-16,5-8 128 0,-1-7 20 15,3-12 52-15,3-9 88 0,5-7-228 16,4-4-36-16,8-3 40 15,9 2-104-15,11 4-12 0,5 4 88 16,5-2-79-16,5 0 59 0,11-3 112 16,-1 2-156-16,9-2-36 0,6 0-24 15,7 5-8-15,1 0-4 0,9 2 0 16,-1 4-152-16,1 4-64 0,-2 6-333 16,-3 8 49-16,1 2-40 0,-7 6-613 15,-10 3-191-15</inkml:trace>
  <inkml:trace contextRef="#ctx0" brushRef="#br3" timeOffset="-11730.13">17455 12738 4109 0,'-48'-4'108'0,"1"4"49"15,-1 13-29-15,1 4-124 0,3 5 0 16,-1 7-4-16,3 2 8 0,5 2 20 16,6 3 172-16,8 4-52 15,3 3-48-15,9 6-60 0,5 8-36 16,6 5-4-16,6 5 0 0,11 3-4 15,8 3 4-15,8-5 0 0,8-1 0 16,15-6 0-16,4-7 0 16,8-4 8-16,7-7-8 0,7-10 36 15,11-9 44-15,4-7 44 0,3-13 112 16,3-4-64-16,-2-13 0 0,3-7 120 16,-7-5-168-16,-2-5-32 0,-6-5 24 15,-2-5-88-15,-7-3 17 0,-12-5 31 16,1-2-72-16,-14-4 20 0,-7-1 16 15,-9-2-40-15,-8 0 48 0,-4 1 24 16,-6 3-68-16,-7 2 0 16,-8 5-4-16,-1 1 0 0,-12 5-48 15,-7 5-28-15,-11 1 24 0,-2 3 32 16,-10 5 0-16,-6 2-61 0,-9 6 25 16,-6 9 12-16,-6 4-44 15,-2 5 52-15,-2 7 32 0,4 6-12 16,-3 4 16-16,7 7 16 0,5 4-16 15,5 0 0-15,5 6 0 0,5 2-12 16,9 2 12-16,11 2 0 0,5 3-24 16,13 2-108-16,10 3-200 15,13 2 212-15,6 0 72 0,6-1-20 16,0-3-68-16,-2-3-184 0,-8-13-1289 16,-5-6-888-16</inkml:trace>
  <inkml:trace contextRef="#ctx0" brushRef="#br3" timeOffset="-10890.51">15415 14118 2741 0,'0'0'1396'0,"0"0"-1208"0,0 0 33 16,0 0-153-16,22 37 88 0,13-18 204 15,7 0-160-15,11-4-36 0,12-2-28 16,7-4-132-16,11-2 12 0,8-4-8 15,8-3-8-15,-4-1-32 16,-10-2-84-16,-3 0-88 0,-13 0-160 16,-16 2-809-16,-16-3 81 0,-10 2-821 15</inkml:trace>
  <inkml:trace contextRef="#ctx0" brushRef="#br3" timeOffset="-10644.53">16310 13886 7419 0,'0'0'28'0,"41"29"48"0,0-19-64 16,7-2 0-16,6-3-12 0,8 0 0 16,2-1 16-16,4 1-16 0,-6 7 0 15,-4 5-152-15,-4 6-76 0,-9 5-276 16,-12-1 259-16,-4 5 241 0,-12 3 4 15,-11 3 116-15,-6 5 125 16,-15 4 147-16,-7 3-248 0,-12 3-68 16,-11 4-48-16,-7-3-24 0,9-10-464 15,-9-6-2382-15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19:39.7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22517 3301 4686 0,'0'0'452'16,"0"0"-452"-16,0 0 4 0,0 0 120 16,0 0 180-16,58-13 0 0,-15 6 116 15,15 2-320-15,-2 3-60 0,0 2 0 16,2 0-36-16,4 0 4 0,-4 3-8 15,0 0 0-15,-3 1-4 0,-5 1-216 16,-2 0-388-16,-13-3-412 0,-8 0-1754 16</inkml:trace>
  <inkml:trace contextRef="#ctx0" brushRef="#br0" timeOffset="250.38">23265 3110 4606 0,'0'0'84'0,"0"0"-84"16,0 0 0-16,0 0 112 15,0 0 64-15,0 0-16 0,0 0 160 16,50 26-124-16,-9-13-84 0,9 0-28 16,2-1-72-16,-5 1-4 0,-7-2-8 15,-9 3-8-15,-9-1-64 0,-11 2-100 16,-11 2 36-16,-7 3-64 0,-11-1 24 15,-9 4 136-15,-2-3 40 0,-2 1 12 16,0-1-12-16,-2-1-8 0,8-4-1213 16,2-4-1408-16</inkml:trace>
  <inkml:trace contextRef="#ctx0" brushRef="#br0" timeOffset="1666.65">21765 4166 2689 0,'0'0'452'16,"0"0"68"-16,0 0-128 0,0 0-63 15,0 0-9-15,0 0 168 0,0 0-276 16,0 0-56-16,0 0 148 0,0 0-56 15,70 26-24-15,-20-26 25 0,5-1-153 16,3-1-28-16,0 0 0 0,0 0-68 16,0 2 12-16,0 0-12 0,0 3-4 15,-2 1 4-15,-5 2-168 16,-1-2-153-16,-3-1-139 0,-12-2-900 16,-6-1-301-16</inkml:trace>
  <inkml:trace contextRef="#ctx0" brushRef="#br0" timeOffset="2492.03">22370 4000 3265 0,'0'0'308'0,"0"0"116"0,0 0-31 15,0 0-13-15,0 0-112 16,0 0-208-16,-10 43 80 0,6-11 112 16,4 2-168-16,0 2-12 0,0-4 44 15,0-1-92-15,4-2-8 0,2-2-12 16,3-5-4-16,1-4-40 0,0-4-364 15,3-5-100-15,-7-4-189 16,2-3-1195-16</inkml:trace>
  <inkml:trace contextRef="#ctx0" brushRef="#br0" timeOffset="2787.95">22356 4339 3145 0,'0'0'616'0,"0"0"-368"0,0 0 104 16,0 0 53-16,0 0 67 0,0 0 128 15,0 0-356-15,43-37-96 16,-22 19-84-16,2-1-64 0,-3 0 0 16,-5 4 0-16,-1 2 0 0,-3 5-8 15,-3 0-224-15,-6 5-332 0,-2 2-296 16,0-4-2866-16</inkml:trace>
  <inkml:trace contextRef="#ctx0" brushRef="#br0" timeOffset="3022.51">22403 3957 4482 0,'0'0'188'0,"0"0"-156"0,0 34 260 15,0-13 112-15,0 2-76 16,3-1 68-16,3 4-308 0,2 0-52 16,6 0-16-16,3 1-20 0,2 0-8 15,3-2-304-15,1 0-236 0,-2-3-132 16,-7-5-833-16,-3-6 240 0</inkml:trace>
  <inkml:trace contextRef="#ctx0" brushRef="#br0" timeOffset="3345.18">22476 4243 4125 0,'0'0'56'16,"0"0"84"-16,-44 3 169 0,34-3-97 15,2 3-104-15,4-3-108 16,0 4-4-16,-1-1-512 0,1 1-837 15,2-1-1364-15</inkml:trace>
  <inkml:trace contextRef="#ctx0" brushRef="#br0" timeOffset="15681.07">19853 6555 2116 0,'0'0'165'15,"0"0"2160"-15,0 0-1585 0,0 0-160 16,0 0 293-16,0 0-437 16,0 0-80-16,0 0 100 0,0 0-311 15,2 9-145-15,-2-3 0 0,0 3 0 16,0 4 0-16,0 6 0 0,0 3 0 15,0 2 0-15,4 3 0 16,-4 0 0-16,0 2 0 0,0 2 0 16,0 3 0-16,0 0 0 0,-4 1 0 15,4 3 0-15,-2 0 0 0,0 2 0 16,2-1 0-16,0 0 0 0,0 0 0 16,0 0 0-16,-3-1 0 0,3 0 0 15,-4 1 0-15,4 1 0 0,0 4 0 16,-2 0 0-16,2 2 0 15,0 1 0-15,2 0 0 0,5-1 0 16,-3 2 0-16,2-1 0 0,0-3 0 16,-2 0 0-16,2-3 0 0,-1-3 0 15,-1-1 0-15,0 0 0 0,-2 1 0 16,2-1 0-16,-2 1 0 16,0 1 0-16,-2 2 0 0,0 2 0 15,0-2 0-15,0 2 0 0,0-3 0 16,0-4 0-16,2 0 0 0,-2 0 0 15,0 0 0-15,0 2 0 16,0 1 0-16,-2 1 0 0,0 3 0 16,0 0 0-16,-2 2 0 0,2-1 0 15,0 1 0-15,-4-1 0 0,3 0 0 16,1 1 0-16,0-1 0 0,-2 1 0 16,0 0 0-16,-2 1 0 0,4 2 0 15,-2-1 0-15,0-3 0 16,-3 1 0-16,5-2 0 0,-2-1 0 15,0 2 0-15,4 1 0 0,-2-1 0 16,0 1 0-16,2 0 0 0,-2-1 0 16,2 0 0-16,0 0 0 0,0 1 0 15,0 0 0-15,0 1 0 16,0 0 0-16,0 1 0 0,0-2 0 16,0-2 0-16,0 1 0 0,0 3 0 15,0-2 0-15,0 0 0 16,2 0 0-16,-2 0 0 0,2-1 0 15,0 0 0-15,2-1 0 0,-2 0 0 16,2-1 0-16,0-3 0 0,3-5 0 16,-1-5 0-16,-2-5 0 0,-2-8 0 15,2-7 0-15,-4-4 0 0,0-4 0 16,0-1 0-16,0-12 0 0,0 1 0 16,-10-16-2346-16</inkml:trace>
  <inkml:trace contextRef="#ctx0" brushRef="#br0" timeOffset="18984.91">23038 14333 3029 0,'0'0'1461'0,"0"0"-901"0,0 0 256 16,0 0-320-16,0 0-59 0,0 0 295 15,0 0-436-15,0 0-164 0,0-6-64 16,0 6-52-16,0 0-4 0,0 0 88 15,0 0-63-15,0 1-37 0,0 1 0 16,4 0 0-16,-2-1 0 16,4 0 0-16,-1 2 0 0,1-1 0 15,-2-2 0-15,2 1 0 0,0 1 0 16,-4 0 0-16,3-1 0 0,-3 0 0 16,-2 2 0-16,4 0 0 15,0 0 0-15,2 1 0 0,6 2 0 16,9 0 0-16,4 0 0 0,6 0 0 15,2-4 0-15,4 2 0 0,0-3 0 16,5 0 0-16,-5 1 0 0,6 0 0 16,-3 0 0-16,-1 2 0 0,-4-1 0 15,0 2 0-15,-2 1 0 16,2-1 0-16,-1-1 0 0,3 1 0 16,0 1 0-16,4-1 0 0,-4-2 0 15,7 2 0-15,-3-1 0 0,-1-2 0 16,-1 3 0-16,0-2 0 0,0 1 0 15,-1 1 0-15,1-3 0 0,-4 2 0 16,0-1 0-16,4-3 0 16,-1 1 0-16,1-1 0 0,8 0 0 15,-1 0 0-15,1 0 0 0,5-1 0 16,-2 1 0-16,3-1 0 0,1-1 0 16,0 1 0-16,-2 0 0 15,-3 1 0-15,-3 0 0 0,-3 0 0 16,1 0 0-16,-1 1 0 0,0-1 0 15,1 0 0-15,1 0 0 0,1 0 0 16,3 0 0-16,-1 1 0 0,1 1 0 16,3-2 0-16,0 1 0 15,4-1 0-15,2 0 0 0,-3 0 0 16,3 0 0-16,0 0 0 0,0-1 0 16,0 0 0-16,0-2 0 0,-5 2 0 15,1 0 0-15,-2 1 0 0,-2 0 0 16,1 0 0-16,-3 0 0 0,1 0 0 15,3 0 0-15,0 0 0 0,1-1 0 16,3 0 0-16,0 0 0 16,2-1 0-16,2 1 0 0,0 0 0 15,4-3 0-15,-4 3 0 0,4-1 0 16,-2-3 0-16,2 4 0 0,-2-1 0 16,0-1 0-16,-2 3 0 0,0-1 0 15,2-1 0-15,0 1 0 16,0 0 0-16,4 0 0 0,2 0 0 15,3 1 0-15,3 0 0 0,1-1 0 16,5 0 0-16,3-1 0 0,4 1 0 16,-3 0 0-16,5-1 0 15,4-1 0-15,-2 2 0 0,4-1 0 16,-2 0 0-16,0 0 0 0,-2 1 0 16,0-1 0-16,0-1 0 0,0 1 0 15,-2-1 0-15,-2 1 0 0,-2 0 0 16,-3-1 0-16,1 2 0 0,-4 0 0 15,-3 1 0-15,-2 0 0 0,-5 3 0 16,-5 1 0-16,-4 2 0 16,-7 0 0-16,-5 0 0 0,-5 1 0 15,-5-1 0-15,-3 0 0 0,-6-1 0 16,-7-3 0-16,-5 3 0 0,-9-4 0 16,-4 0 0-16,-2-1 0 0,-2 0 0 15,0 0 0-15,-12-5 0 16,-9-4 0-16,-8-5 0 0,-6-4 0 15,-2-2 0-15,0 1 0 0,10 1-1141 16,2 1-352-16</inkml:trace>
  <inkml:trace contextRef="#ctx0" brushRef="#br0" timeOffset="21801.21">23801 12914 712 0,'0'0'916'0,"0"0"-728"15,0 0-16-15,0 0 1045 0,0 0-681 16,0 0-52-16,0 0-55 0,0 0 295 16,0 0-132-16,4-27-72 0,-4 27 333 15,0 4-441-15,0 5-88 16,0 9-211-16,0 5-113 0,0 6 0 16,-2 4 0-16,2 5 0 0,-2 5 0 15,0 5 0-15,2 3 0 16,-4 5 0-16,2 1 0 0,-5 0 0 15,3-3 0-15,0-6 0 0,0-5 0 16,0-8 0-16,-2-7 0 0,6-6 0 16,-2-4 0-16,2-8 0 0,-3-3 0 15,3-6 0-15,-2-1 0 16,2-6 0-16,0-11-401 0,0 0-1612 16,2-11-480-16</inkml:trace>
  <inkml:trace contextRef="#ctx0" brushRef="#br0" timeOffset="22205.57">23819 12913 4309 0,'0'0'585'0,"0"0"67"16,0 0 224-16,0 0-351 15,0 0-57-15,0 0 64 0,0 0-380 16,0 0-59-16,-47 4-93 0,24 10 0 16,2 2 0-16,1 0 0 0,1-1 0 15,3 0 0-15,3-5 0 0,5-4 0 16,4-2 0-16,4-3 0 16,0-1 0-16,2-3-217 0,10-7-487 15,7-8 248-15,6-3-137 0,2-2-735 16,-3 2 647-16,-3 3 345 0,-2 4 292 15,-7 1 44-15,-2 6 180 0,-8 3 697 16,3 2-57-16,-1 0-56 0,-2 1 273 16,0 1-577-16,2 3-239 0,2 5-221 15,3 7 0-15,1 6 0 16,2 1 0-16,3 3 0 0,-1-5 0 16,3-2 0-16,-1-4 0 0,7-2 0 15,-6-3 0-15,-1 0-269 16,-4-4-859-16,-1-3-2890 0</inkml:trace>
  <inkml:trace contextRef="#ctx0" brushRef="#br0" timeOffset="22992.24">26718 12908 6026 0,'0'0'609'0,"0"0"-201"0,-7 37 180 16,7-10-312-16,0 7-28 15,0 1-211-15,0 8-37 0,4 2 0 16,-1 5 0-16,-3 2 0 0,0 4 0 16,-3 3 0-16,-1-1 0 0,-2-1 0 15,2-9 0-15,2-7 0 16,0-8 0-16,2-9 0 0,2-8 0 15,0-5 0-15,0-6-341 0,-2-5-499 16,2-3-41-16,0-3-1380 0,0-12-904 16</inkml:trace>
  <inkml:trace contextRef="#ctx0" brushRef="#br0" timeOffset="23272.54">26732 12904 4518 0,'0'0'624'16,"0"0"640"-16,0 0-739 0,0 0-105 16,0 0-28-16,0 0-332 0,0 0-8 15,-48 58 60-15,26-24-80 16,-1-3 104-16,2-3-79 0,1-2-57 15,1-3 0-15,2-5 0 0,5-3 0 16,2-5 0-16,8-7-181 0,2-3-331 16,6-10-148-16,10-8-697 0,-3 0 148 15,3-3-147-15</inkml:trace>
  <inkml:trace contextRef="#ctx0" brushRef="#br0" timeOffset="23383.59">26738 12889 3457 0,'0'0'536'0,"0"0"913"16,0 0-405-16,0 0-299 0,0 0 135 15,0 0-799-15,27 47-81 0,-4-28 0 16,2 1 0-16,1-3 0 0,3-3 0 16,2-2 0-16,-2-2 0 15,-2-4-397-15,-8 0-1016 0,-9-5-1212 0</inkml:trace>
  <inkml:trace contextRef="#ctx0" brushRef="#br0" timeOffset="24154.11">29829 12923 2140 0,'0'0'1457'0,"0"0"-168"0,16-41-533 16,-10 34-140-16,-4 5 269 0,0 1-377 15,0 1-56-15,-2 3-363 16,0 9-89-16,-2 14 0 0,-2 11 0 16,-4 8 0-16,0 6 0 0,-1 1 0 15,3 8 0-15,2 3 0 0,0 2 0 16,2 0 0-16,0-1 0 0,0-8 0 15,0-5 0-15,2-9 0 0,0-13 0 16,0-5 0-16,0-9 0 0,0-6 0 16,2-4 0-16,-2-5 0 15,0-4 0-15,0-12-341 0,0 0-791 16,0-13-2146-16</inkml:trace>
  <inkml:trace contextRef="#ctx0" brushRef="#br0" timeOffset="24400.98">29847 12952 6378 0,'0'0'797'0,"-39"-2"-261"0,12 3-55 15,-2 5-481-15,0 2 0 0,4 3 0 16,3 2 0-16,1 1 0 0,4 2 0 15,1-1 0-15,3 2 0 0,5-3 0 16,4-6 0-16,4 1 0 0,2-5-289 16,11 0-423-16,5-4-113 15,1-2-1240-15,1-8-816 0</inkml:trace>
  <inkml:trace contextRef="#ctx0" brushRef="#br0" timeOffset="24507.56">29886 12983 6042 0,'0'0'1029'0,"21"32"-409"16,-6-15-119-16,-7-8-501 0,0-1 0 16,0 0 0-16,1-1 0 15,1 0-69-15,0 0-887 0,1-6-2018 0</inkml:trace>
  <inkml:trace contextRef="#ctx0" brushRef="#br0" timeOffset="29133.48">21599 11848 1756 0,'0'0'1133'0,"0"0"-173"0,0 0-460 16,0 0-99-16,0 0 135 0,0 0-360 15,0 0-112-15,0 0-32 16,0 0-24-16,7-21-8 0,-7 20 0 16,0 0-4-16,0-1-4 0,2 1 8 15,-2 0-12-15,0 1 12 0,2 0 40 16,-2 0 64-16,0 0 92 0,0 0 220 15,0 0-95-15,0 0 23 0,-2 0 196 16,2 0-292-16,-2 0-40 0,-5 0 25 16,5 0-233-16,-8-2 0 0,-5-1 0 15,-1 1 0-15,-5 0 0 0,1 0 0 16,-5 2 0-16,-2-2 0 16,-10 1 0-16,-5 1 0 0,-7 0 0 15,-9 1 0-15,-2 4 0 0,-4 2 0 16,-4 2 0-16,-1 2 0 0,-1 3 0 15,-4 1 0-15,-3 2 0 16,-1 1 0-16,-3 3 0 0,-2 1 0 16,-6 2 0-16,7 2 0 0,-9 2 0 15,2 4 0-15,-2 3 0 0,4 1 0 16,7 1 0-16,5 3 0 16,7 1 0-16,6-1 0 0,8-3 0 15,9-2 0-15,8-4 0 0,10-2 0 16,6-7 0-16,6-3 0 0,5-2 0 15,2-7 0-15,4-1 0 0,0-3 0 16,4-3 0-16,0 1 0 0,-2-2 0 16,2-2 0-16,2 0-257 0,8-7-639 15,-2 0-77-15,3-5-603 0</inkml:trace>
  <inkml:trace contextRef="#ctx0" brushRef="#br0" timeOffset="45729.38">17769 12576 3017 0,'0'0'2705'0,"0"0"-1856"0,0 0-441 16,0 0 604-16,0 0-811 0,0 0-201 15,0 0 0-15,-35-21 0 0,12 14 0 16,0 6 0-16,-8 1 0 15,-4 3 0-15,4 8 0 0,-2 1 0 16,2 2 0-16,0 6 0 0,-2 2 0 16,2 3 0-16,6 1 0 0,5-3 0 15,9-1 0-15,5-1 0 0,6-3 0 16,0-1 0-16,10 0 0 16,5-1 0-16,5-2 0 0,3 1 0 15,8-2 0-15,2 2 0 0,2 1 0 16,-1 1 0-16,1 2 0 0,-11 2 0 15,-5 1 0-15,0 3 0 0,-9-1 0 16,-2 0 0-16,-4-3 0 0,-4 1 0 16,-6 0 0-16,-8-2 0 15,-3-1 0-15,-8 0 0 0,-4-1 0 16,-6-4 0-16,-2-1 0 0,2-6 0 16,2-5 0-16,2-2 0 0,4-7 0 15,6-3 0-15,5-1 0 16,1 2 0-16,9 3 0 0,6 2 0 15,0 3 0-15,10 1-485 0,5 0-355 16,8 0 23-16,-1 0-1364 0,3-1-1008 0</inkml:trace>
  <inkml:trace contextRef="#ctx0" brushRef="#br0" timeOffset="46058.74">17697 13181 5542 0,'0'0'1457'0,"0"0"-1045"0,35-5 336 0,-15-7-715 16,3-3-33-16,-2-2 0 0,0-1 0 16,-5-2 0-16,3-2 0 15,-7 2 0-15,-2 0 0 0,-3-1 0 16,-5 4 0-16,-2 0 0 0,-2 4 0 16,-5 1 0-16,-3 4 0 0,-6 1 0 15,1 3 0-15,-1 4 0 16,-1 4 0-16,-4 6 0 0,1 7 0 15,-1 9 0-15,0 3 0 0,1 6 0 16,7 2 0-16,7 0 0 0,4-3 0 16,4-3 0-16,10-3 0 0,5-3 0 15,4-7 0-15,3-3 0 0,-1-4 0 16,2-4 0-16,-4-3 0 16,1-4 0-16,-1 0 0 0,-2-6 0 15,-3-3-17-15,-3 1-1199 0,-3-2-2106 0</inkml:trace>
  <inkml:trace contextRef="#ctx0" brushRef="#br0" timeOffset="46438.64">17959 13003 6254 0,'0'0'1277'15,"0"0"-616"-15,0 0-661 0,0 0 0 16,0 0 0-16,0 0 0 0,4 33 0 16,2-3 0-16,-1 5 0 15,7 2 0-15,2 0 0 0,1 2 0 0,-3 2 0 16,5-2 0-16,-7-5 0 16,3-7 0-16,-1-9 0 0,-2-8 0 15,-3-5 0-15,1-5 0 0,0-5 0 16,0-17 0-16,-1-10 0 0,3-9 0 15,0-7 0-15,1 4 0 0,-5 2 0 16,2 6 0-16,-2 10 0 0,-2 6 0 16,-2 5 0-16,5 5 0 15,-3 2 0-15,-4 2 0 0,4 2 0 16,0 0 0-16,-2 0 0 0,8-1-369 16,-3 3-1392-16,-3-1-92 0,8 1-1720 0</inkml:trace>
  <inkml:trace contextRef="#ctx0" brushRef="#br0" timeOffset="46596.2">18321 13043 6619 0,'0'0'1308'0,"0"0"-1043"0,0 0-265 16,-6 51 0-16,6-20 0 0,0 3 0 15,2 1 0-15,2-6 0 0,6-3 0 16,1-3 0-16,5-4 0 0,-1-7 0 15,-5-7-461-15,-4-5-1508 0</inkml:trace>
  <inkml:trace contextRef="#ctx0" brushRef="#br0" timeOffset="46720.3">18389 12674 648 0,'0'0'7544'0,"0"0"-7544"15,-41-13 0-15,24 13 0 0,3 1 0 16,8 1 0-16,1-1 0 15,5-1-1597-15</inkml:trace>
  <inkml:trace contextRef="#ctx0" brushRef="#br0" timeOffset="47117.59">18563 12453 4990 0,'0'0'1232'0,"0"0"-275"0,0 0 56 0,-11 41-1013 16,1-10 0-16,4 7 0 16,2 6 0-16,4 3 0 0,4 6 0 15,6 5 0-15,1 6 0 0,-1 3 0 16,-4 1 0-16,0 1 0 0,-6-6 0 15,0-4 0-15,0-7 0 0,-2-10 0 16,-2-11 0-16,4-11 0 0,-2-12-373 16,0-5-1296-16,0-11-1036 0</inkml:trace>
  <inkml:trace contextRef="#ctx0" brushRef="#br0" timeOffset="47515.41">18552 12983 3513 0,'0'0'2133'16,"38"-17"-1144"-16,-18 8-69 0,5-1-283 15,-8 1-637-15,3 3 0 0,-7 2 0 16,-3 2 0-16,-2 2 0 0,-4 0 0 15,-1 4 0-15,3 0 0 0,2 5 0 16,-2 4 0-16,-4 8 0 0,-2 5 0 16,-6 3 0-16,-4-1 0 15,-3-2 0-15,-1-3 0 0,-1 1 0 16,-1-2 0-16,-1-3 0 0,1-3 0 16,5-5 0-16,1-4 0 0,6-2 0 15,4-3 0-15,4 5 0 16,8 3 0-16,13 6 0 0,6 5 0 15,4 0 0-15,-1 1 0 0,-3-2 0 16,-3-5 0-16,-3-2 0 0,-4-2 0 16,-5-5 0-16,-5-4-749 15,-5-2-4714-15</inkml:trace>
  <inkml:trace contextRef="#ctx0" brushRef="#br0" timeOffset="61841.94">22288 7620 1092 0,'0'0'424'0,"0"0"-236"0,0 0 12 16,0 0-176-16,0 0 1017 15,0 0-461-15,0 0-320 0,20-38-96 16,-20 31-24-16,0 0-48 0,4 0 40 16,-1 0 77-16,-1-2-177 0,0-3-24 15,2-4 0-15,0-1-4 0,2-1-4 16,0-4 64-16,1 1-20 16,1 0 0-16,-2-2 20 0,0-1-36 15,0 0 28-15,-1 0 0 0,5-1-52 16,-2 0 0-16,-2-1 24 0,1 2-24 15,-1 1 8-15,-2 0 56 16,0 0-4-16,-2 1 36 0,2-2 52 16,2 0-76-16,1-3 16 0,1 0 108 15,0-4-32-15,0 0-128 0,3 1 44 16,-1 0-36-16,0 0 4 0,1 5-32 16,-1 3-16-16,-2 1-4 0,1 3 4 15,-5 1 4-15,-2 3-8 0,-2-1 52 16,4 0-12-16,-4 1 64 0,0-1 44 15,0-2-119-15,-4 1-13 16,2 0-8-16,2-1-4 0,-2 2-4 16,2 2 0-16,0 0-4 0,2 1 4 15,0 0 0-15,4 1 4 0,-2 3-4 16,2 1 0-16,-1 1 4 16,-5 2-4-16,8 0 0 0,-4-2 0 15,0 1 0-15,0 0 0 0,-2 1 0 16,0 0-4-16,2 1 4 0,-1-1-57 15,-1 1 13-15,0 0 40 0,0 0-36 16,0-1 40-16,0-1 0 16,2 0 4-16,-2-1 4 0,2-2 44 15,0-2-20-15,-2-1 33 0,7-2 71 16,-7 1-68-16,6-1 4 0,-2 3-12 16,0-1-56-16,3 0 24 0,-1-1 108 15,-2 0-20-15,-2 2 28 0,3 0 100 16,-3 0-120-16,-4 0 28 0,4-2 40 15,-2 2-136-15,0 0-12 16,0 1-31-16,0-1-13 0,2 0 0 16,0-1 0-16,3 0 0 0,-1-1 0 15,2-1 0-15,-2-1 0 0,5 0 0 16,-1-1 0-16,-2 0 0 16,-2 0 0-16,1-1 0 0,1 1 0 15,-2 1 0-15,0-1 0 0,0 0 0 16,5 1 0-16,-1-1 0 0,0 1 0 15,1 2 0-15,1 0 0 16,-2 1 0-16,3 1 0 0,-3 2 0 16,-2 0 0-16,3 1 0 0,-3-2 0 15,5-1 0-15,3-2 0 0,5-3 0 16,-1-1 0-16,1 1 0 0,4 1 0 16,-2 0 0-16,-1-1 0 0,-1 3 0 15,-2 3 0-15,-3 1 0 0,-6 4 0 16,-1 1 0-16,-5 2 0 0,0 1 0 15,0 0 0-15,2 0 0 0,5 3 0 16,7 0 0-16,5 0 0 16,2-1 0-16,-2-2 0 0,1 0 0 15,-1 0 0-15,2 0 0 0,-2-1 0 16,-3 1 0-16,1 0 0 0,2 0 0 16,2 0 0-16,-1 1 0 15,5 1 0-15,-4 2 0 0,0 0 0 16,-2 2 0-16,-9 0-809 0,-6-2-452 15,-8-1-912-15</inkml:trace>
  <inkml:trace contextRef="#ctx0" brushRef="#br0" timeOffset="63643.78">23117 6000 1464 0,'0'0'1229'0,"0"0"-709"0,0 0 496 15,0 0-507-15,0 0-57 0,0 0 356 16,0 0-440-16,-17-36-127 0,19 26-101 16,2-1-136-16,0-4-4 0,3 0 0 15,-3 4 12-15,-2 2-12 0,2 6 0 16,2-1 4-16,2-1-4 0,11 1 32 15,2-2-32-15,10 1 16 0,-4-1 12 16,6 2-24-16,0-3 8 16,-2-1 32-16,-2 1-28 0,2 0 40 15,-4 0 56-15,-7 1-96 0,7-1 8 16,-6 2 28-16,-1-1-44 0,5 1 32 16,-2 0 12-16,-2 2-32 15,1 2 28-15,3 1 60 0,0 0-84 16,2 2-4-16,0 4 0 0,0 0-8 15,-1 2-12-15,1 1 20 16,-2 0-12-16,4 1-8 0,0 1 56 16,-2-1-32-16,2 2 36 0,0 0 64 15,-4 2-112-15,-3-1 16 0,1 4 16 16,-2 0-40-16,-3 1 24 0,5 2 12 16,0 1-32-16,0 1 8 0,1-2-16 15,1 0 12-15,2 0-12 0,-2-2 0 16,4 2 8-16,-2-1-8 0,-3-1 0 15,1 2 0-15,0-2 0 16,-4 0 0-16,4-1 16 0,-5-1-16 16,-1-2 28-16,-1 1-24 0,3-1 8 15,-2 0 40-15,1 0-48 0,1-1 16 16,2 1 13-16,2-2-33 16,-3 1 0-16,3-3 0 0,-2 0 0 15,0 0 0-15,-3-2 0 0,3 2 0 16,-4-3 0-16,1-1 0 0,1-1 0 15,-2-1 0-15,-1-1 0 0,3-1 0 16,-3-1 0-16,3-1 0 16,2 0 0-16,2 0 0 0,2-2 0 15,1 0 0-15,1 1 0 0,0 0 0 16,0 1 0-16,2 0 0 0,-4-1 0 16,2 0 0-16,0 0 0 0,0-1 0 15,-2 0 0-15,0-2 0 0,2-1 0 16,0-2 0-16,2-2 0 0,4 2 0 15,4-4 0-15,4 2 0 16,1-2 0-16,1-1 0 0,3 1 0 16,-3 0 0-16,5 1 0 0,-2 3 0 15,1 0 0-15,-1 1 0 0,-1 1 0 16,-3 1 0-16,3 0 0 16,1 1 0-16,-1 0 0 0,3 2 0 15,-1 0 0-15,1 1 0 0,-2 0 0 16,1 3 0-16,-3 0 0 0,1 0 0 15,-1 2 0-15,-3 0 0 16,-2 1 0-16,-1 2 0 0,-1 2 0 16,-4 1 0-16,-2 2 0 0,-2 4 0 15,-2-1 0-15,-2 1 0 0,4 2 0 16,-2 0 0-16,6 0 0 0,0-2 0 16,-2 2 0-16,5-2 0 0,-5 0 0 15,-2-1 0-15,0 0 0 0,-2-3 0 16,2 1 0-16,-4 1 0 0,-3-3 0 15,-1 0 0-15,0 1 0 16,-3 1 0-16,3-1 0 0,0 1 0 16,2-2 0-16,4 2 0 0,0-1 0 15,2-2 0-15,0 0 0 0,2 0 0 16,0-1 0-16,-2-1 0 16,0-2 0-16,-4 1 0 0,0-1 0 15,-3-2 0-15,-1 0 0 0,0-1 0 16,-3 0 0-16,3 1 0 0,0-3 0 15,0 3 0-15,4-4 0 0,-3 1 0 16,1 0 0-16,2-2 0 0,-6 0-205 16,-1 1-155-16,-1-1-656 15,-9 0-97-15,1 0-396 0</inkml:trace>
  <inkml:trace contextRef="#ctx0" brushRef="#br0" timeOffset="64339.96">27668 6864 2489 0,'0'0'572'0,"0"0"-516"16,0 0-56-16,0 0 0 0,0 0 20 16,0 0 48-16,0 0 104 0,0 0 316 15,0 0-156-15,-24-32 17 0,22 28 195 16,-3 1-244-16,3-1-40 0,2 1 56 15,0-1-204-15,9 1 0 16,5-2 60-16,11-1-112 0,6-1 0 16,4 0 17-16,0-1-77 0,-2 2 8 15,0 1-8-15,0-1-8 0,0 0-1 16,1 0-7-16,-1 1 4 0,2-1 12 16,2 1 0-16,2-1 0 15,1-1 0-15,1 0 0 0,-2 0-4 16,0 0 4-16,-6 0 0 0,3 0 4 15,-3 2-4-15,-4 3 0 0,0 2 0 16,-5 1 0-16,-3 6 0 0,0 2-20 16,-3 1 20-16,3 2 4 15,-2 0 0-15,3 2 4 0,1-1-8 16,4-1 4-16,0-2-8 0,2-2-16 16,0-4 16-16,0-2 4 0,-2-2 20 15,-1-4-16-15,-3-2 24 0,2 1 73 16,-2 0-17-16,-3 1 24 0,3 0 128 15,0 1-104-15,0-1 8 16,1 1 56-16,3 2-176 0,0-2-8 16,-2 2-12-16,0 1-12 0,-5 0-60 15,1-1-168-15,-4 0 76 0,-3 0 72 16,-2 0 72-16,-3-1 4 0,-3 2 16 16,-4-1 20-16,0-2-12 15,2 1 4-15,-2 0-12 0,-2-2-4 16,-4 2-549-16,-6-3-2452 0</inkml:trace>
  <inkml:trace contextRef="#ctx0" brushRef="#br0" timeOffset="67813.11">23139 4571 5050 0,'0'0'1060'0,"0"0"-207"0,0 0 251 16,0 0-979-16,0 0-125 0,0 0 0 16,0 0 0-16,0 0 0 0,-18 35 0 15,18-5 0-15,0 5 0 0,6 3 0 16,0 0 0-16,0 2 0 0,-2 4 0 15,-4 0 0-15,0 0 0 0,0-3 0 16,-2 1 0-16,-2-3 0 0,0-6 0 16,4-2 0-16,0-6 0 15,0-6 0-15,0-6 0 0,0-5 0 16,0-3 0-16,0-3 0 0,0 0 0 16,0-2 0-16,0-6 0 0,-6-10 0 15,-4 0-105-15,-7-5 17 16,-4 1 88-16,-3 4 56 0,3-2-28 15,2 0 48-15,1 2-43 0,1 1-33 16,5 3 0-16,4 5 0 0,3 3 0 16,3 1 0-16,2 2 0 15,-2 0 0-15,2 1 0 0,0 0 0 16,0 2 0-16,6 9 0 0,3 3 0 16,1 5 0-16,5 1 0 0,-1 2 0 15,-2-5 0-15,5 1 0 0,-1 1 0 16,-1-4 0-16,1-1 0 0,-3-3 0 15,-1-1 0-15,-1-4 0 0,-1-4 0 16,-4-1 0-16,7-2 0 0,-3-6 0 16,2-7 0-16,-1-5 0 15,1-4 0-15,7-4 0 0,-3-1 0 16,3-2 0-16,-1 0 0 0,-3 4 0 16,-3 1 0-16,-1 4 0 0,-5 7-585 15,-6 0-5066-15</inkml:trace>
  <inkml:trace contextRef="#ctx0" brushRef="#br0" timeOffset="68292.98">23770 4612 2040 0,'0'0'2642'0,"0"0"-1154"15,0 0-675-15,0 0-93 0,0 0-231 16,0 0-489-16,0 0 0 0,0 0 0 15,-2 63 0-15,-2-24 0 0,4 1 0 16,-2-2 0-16,2 0 0 0,-3-1 0 16,3-2 0-16,0-1 0 0,0-5 0 15,0-5 0-15,3-4 0 16,-1-7 0-16,8-6 0 0,-4-2-885 16,0-5-2125-16</inkml:trace>
  <inkml:trace contextRef="#ctx0" brushRef="#br0" timeOffset="68803.52">24003 4838 3253 0,'0'0'3189'0,"0"0"-2388"0,-14-52 87 0,14 34-827 16,-2 4-61-16,0 3 0 0,2 4 0 16,-4 5 0-16,0 2 0 15,-3 0 0-15,-3 8 0 0,-4 15 0 16,1 8 0-16,1 8 0 0,3 1 0 16,7-3 0-16,4-3 0 0,7-5 0 15,5-5 0-15,5-6 0 0,1-4 0 16,3-8 0-16,0-6 0 0,0-2 0 15,-7-10 0-15,-3-3 0 0,-5-4 0 16,-4-5 0-16,-4 0 0 0,0 0 0 16,-6 0 0-16,0 0 0 15,-3 4 0-15,5 2 0 0,0 3 0 16,2 2-757-16,2 3-1044 0,0 1-1016 0</inkml:trace>
  <inkml:trace contextRef="#ctx0" brushRef="#br0" timeOffset="69176.64">24169 4774 7343 0,'0'0'716'16,"0"0"-583"-16,-19 47-133 15,11-25 0-15,6 2 0 0,0-2 0 16,2 2 0-16,0-3 0 0,4-1 0 16,8-3 0-16,1 0 0 0,3-7 0 15,1-1 0-15,1-6 0 0,1-3 0 16,-5-2 0-16,1-8 0 0,-3-3 0 15,-1-2 0-15,-5-4 0 0,0 1 0 16,-4 3 0-16,0 3 0 0,-2 5 0 16,0 3 0-16,0 4 0 0,-2 0 0 15,0 6 0-15,2 5 0 16,0 4 0-16,4 1 0 0,4 0 0 16,1-2 0-16,1-3 0 0,0-1 0 15,3-5 0-15,-1-1 0 16,3-3 0-16,-3-1 0 0,0-1 0 15,-1-4 0-15,1-4 0 0,-3-5 0 16,-3-1 0-16,-2-2 0 0,-2-5 0 16,-2-1 0-16,-2-6 0 15,-4 1 0-15,-1-2 0 0,-1 5 0 16,4 6 0-16,2 6 0 0,2 1 0 16,-2 5-925-16,2 0-1032 0</inkml:trace>
  <inkml:trace contextRef="#ctx0" brushRef="#br0" timeOffset="69660.06">25000 4626 4866 0,'0'0'692'0,"0"0"449"16,-44-31-421-16,36 21-216 0,0-3-235 15,-3-2-269-15,5 0 0 0,-2-3 0 16,0-1 0-16,-1 2 0 0,3 4 0 16,0 4 0-16,0 4 0 0,4 4 0 15,-4 1 0-15,-3 0 0 16,-1 9 0-16,-4 7 0 0,-1 4 0 16,5 2 0-16,1-1 0 0,5 0 0 15,4 1 0-15,0 4 0 16,9 2 0-16,1 4 0 0,4 5 0 15,1 3 0-15,1 4 0 0,-3-2 0 16,-3-2 0-16,0-4 0 0,-1-4 0 16,-3-7 0-16,-2-2 0 15,0-9 0-15,-4-3 0 0,2-4-61 16,-2-6-1339-16,0 0-585 0</inkml:trace>
  <inkml:trace contextRef="#ctx0" brushRef="#br0" timeOffset="69830.92">24783 4941 6647 0,'0'0'120'0,"0"0"692"0,0 0-199 16,0 0-613-16,0 0 0 15,56-14 0-15,-19 1 0 0,2-3 0 16,-6 0 0-16,-4 7 0 0,-2-1 0 16,-6 5 0-16,1 3 0 0,-5 2 0 15,-7 1-1369-15,-6 3-388 16,-2 3-988-16</inkml:trace>
  <inkml:trace contextRef="#ctx0" brushRef="#br0" timeOffset="70009">25035 5048 6534 0,'0'0'989'0,"0"0"-320"15,0 0-669-15,-10-52 0 0,20 26 0 16,0 1 0-16,5 0 0 0,1 1 0 15,3 4 0-15,-1 5 0 0,-3 2 0 16,-7 6 0-16,-2 2 0 0,-4 3 0 16,5 0 0-16,-1 2-497 0,0 0-1072 15,0 0-87-15,0 7-609 0</inkml:trace>
  <inkml:trace contextRef="#ctx0" brushRef="#br0" timeOffset="70296.47">25186 4995 2185 0,'0'0'2581'16,"0"0"-1769"-16,0 0 265 16,33 6-597-16,-12-12-16 0,3-5 129 15,1-5-593-15,-4 0 0 0,-5-2 0 16,-1-2 0-16,-5 1 0 0,-6-1 0 16,-4 0 0-16,0 1 0 0,-6 4 0 15,-2 4 0-15,0 6 0 0,-5 4 0 16,1 1 0-16,-1 6 0 0,-5 7 0 15,5 5 0-15,-3 3 0 0,3 4 0 16,1-1 0-16,6 2 0 0,4-3 0 16,4 1 0-16,6-5 0 15,9-6-433-15,3-2-3 0,7-9 44 16,2-3-241-16,2-7 41 0,-6-1-300 16,-4-1-1577-16</inkml:trace>
  <inkml:trace contextRef="#ctx0" brushRef="#br0" timeOffset="70591.03">25479 4835 4101 0,'0'0'1493'0,"0"0"-909"15,0 0-171-15,0 0-41 16,0 0-188-16,0 0 60 0,0 0 128 16,0 0-220-16,0 0 40 0,0 0-107 15,0-24-85-15,0 24 0 0,-2 1 0 16,-2 5 0-16,-2 7 0 0,-2 7 0 15,-5 6 0-15,1 4 0 0,2 2 0 16,-1-2 0-16,1 1 0 0,2-2 0 16,-1-2 0-16,3-2 0 15,2-5 0-15,4-2 0 0,0-1 0 16,0-7 0-16,2-1 0 0,0-3 0 16,-2-4 0-16,2 2 0 0,0-2 0 15,2-1 0-15,3-1 0 16,-3-3 0-16,0-6-69 0,0 3-1491 15,0-7-1046-15</inkml:trace>
  <inkml:trace contextRef="#ctx0" brushRef="#br0" timeOffset="71476.34">25519 4859 5806 0,'0'0'849'0,"0"0"111"15,0 0-476-15,0 0-391 0,0 0-93 16,0 0 0-16,0 0 0 0,0 0 0 16,-33-11 0-16,16 31 0 0,0 8 0 15,3 4 0-15,4 0 0 0,3 3 0 16,1-1 0-16,2-3 0 0,4-5 0 15,0-2 0-15,2-5 0 0,2-7 0 16,-2-4 0-16,3-7 0 0,-3-1 0 16,4-1 0-16,4-10 0 15,3-13 0-15,1-4 0 0,-2-5 0 16,-1 0 0-16,-3 5 0 0,-4 5 0 16,-2 6 0-16,0 8 0 0,-2 4 0 15,0 5 0-15,-2 5 0 16,-6 11 0-16,-4 16 0 0,-3 8 0 15,-1 8 0-15,-1 1 0 0,5-6 0 16,1 0 0-16,5-4 0 0,4-6 0 16,2-5 0-16,6-8 0 15,5-8 0-15,3-6 0 0,5-6 0 16,1-6 0-16,5-11 0 0,4-9 0 16,2-5 0-16,2-3 0 0,0-2 0 15,-4 3 0-15,-4 3 0 0,-9 7 0 16,-7 6 0-16,-7 10 0 0,-8 2-125 15,-5 4-1059-15,-9-1-1362 0</inkml:trace>
  <inkml:trace contextRef="#ctx0" brushRef="#br0" timeOffset="72301.13">26097 4541 5582 0,'0'0'620'16,"-14"48"-235"-16,4-6 311 0,-1 3-308 15,3 6-36-15,0 0-183 0,4 1-169 16,-1-5 0-16,5-3 0 0,0-1 0 16,0-6 0-16,0-6 0 15,0-8 0-15,0-6 0 0,0-9 0 16,3-3 0-16,-3-5 0 0,2 0 0 16,2-12 0-16,2-12 0 0,6-8 0 15,1-6 0-15,3 3 0 0,3 5 0 16,-5 10 0-16,-1 7 0 0,-7 7 0 15,-2 7 0-15,-2 12 0 0,0 6 0 16,-2 6 0-16,0 1 0 0,0 0 0 16,0-2 0-16,2-3 0 15,2-1 0-15,3-3 0 0,-1-4 0 16,0-2 0-16,0-3-9 0,-4-4-939 16,0-1-1249-16,0-2-260 0</inkml:trace>
  <inkml:trace contextRef="#ctx0" brushRef="#br0" timeOffset="72564.1">26335 4938 6410 0,'0'0'1782'16,"0"0"-1782"-16,0 0 0 0,0 0 0 16,0 0 0-16,0 0 0 0,-27 45 0 15,27-26 0-15,0-1 0 0,9-3 0 16,1 0 0-16,4-4 0 0,3-3 0 15,-1-2 0-15,1-4 0 0,-1-4 0 16,1-6 0-16,-3-5 0 0,-1-2 0 16,-3-4 0-16,-2-3 0 15,-3-1 0-15,-3 0 0 0,-2-2 0 16,0 5 0-16,-4 2 0 0,-3 6 0 16,-1 3 0-16,0 4-1157 0,2 2-1076 0</inkml:trace>
  <inkml:trace contextRef="#ctx0" brushRef="#br0" timeOffset="72986.64">26503 5053 3285 0,'0'0'3874'0,"-23"53"-3142"0,15-29-431 16,8-6-301-16,0-7 0 0,2-3 0 15,4-4 0-15,4-5 0 0,5-9 0 16,1-7 0-16,1-8 0 0,1-5 0 15,-3 1 0-15,-1-2 0 0,-3 1 0 16,-3 3 0-16,0 8 0 0,-4 5 0 16,0 4 0-16,-4 9 0 15,0 0 0-15,2 1 0 0,-2 1 0 16,3 10 0-16,5 3 0 0,-2 4 0 16,4 1 0-16,-1-3 0 0,1-4 0 15,-2-2 0-15,-2-3 0 16,-1-5 0-16,-3 1 0 0,0-3 0 15,0 0 0-15,2-8 0 0,4-7 0 16,5-3 0-16,1-2 0 0,-2 2 0 16,-3 5 0-16,-1 5 0 15,-4 3 0-15,0 3 0 0,0 1 0 16,0 1 0-16,1 1 0 0,1 8 0 16,-2 10 0-16,0 7 0 0,-2 4 0 15,-2-3 0-15,0-3 0 0,-2 0 0 16,2-4 0-16,0-2 0 0,0-2 0 15,0-4 0-15,0-5-1273 0,2 0-3634 0</inkml:trace>
  <inkml:trace contextRef="#ctx0" brushRef="#br0" timeOffset="73310.25">26827 5368 5822 0,'0'0'580'0,"-23"57"-111"0,15-26-185 15,4-10-200-15,4-6-40 0,0-5-40 16,2-5-4-16,0-5 48 0,2 0 188 16,2-11 140-16,3-10-131 0,-3-9-245 15,2-4 0-15,-4-7 0 16,0-1 0-16,-4-8 0 0,2-8 0 16,-2-7 0-16,5-2 0 0,3 8 0 15,6 9 0-15,7 14 0 0,2 9 0 16,-3 7 0-16,-1 8 0 0,-4 8 0 15,-1 4 0-15,-2 7 0 0,-1 7 0 16,-3 3 0-16,-2 3 0 0,-4 1 0 16,-2 2 0-16,0 0 0 15,-8 3 0-15,-2-1 0 0,-5 1 0 16,-3-2 0-16,-1-1 0 0,0-4 0 16,1-8 0-16,5-3-689 0,3-8-1144 0</inkml:trace>
  <inkml:trace contextRef="#ctx0" brushRef="#br0" timeOffset="73932.14">27594 4816 2881 0,'0'0'2245'0,"0"0"-736"0,0 0-693 0,0 0-152 0,0 0-587 16,0 0-77-16,0 54 0 0,-2-11 0 15,-2 4 0-15,2 3 0 0,2-6 0 16,-2-2 0-16,2-5 0 0,-2-7 0 16,0-4 0-16,-1-9 0 15,3-9 0-15,0-2 0 0,0-6 0 16,0-6 0-16,0-11 0 0,5-13 0 16,3-9 0-16,2-5 0 0,3 1 0 15,1 5 0-15,3 5 0 16,-1 4 0-16,-1 8 0 0,-1 8 0 15,-4 8 0-15,1 5 0 0,-3 9 0 16,-2 7 0-16,-2 9 0 0,0 7 0 16,-4 1 0-16,0 4 0 0,0 0 0 15,3-3 0-15,1-7 0 16,4-3 0-16,2-5 0 0,3-9 0 16,-1-4 0-16,3-4-381 0,-5-2-1612 15,0-4-264-15</inkml:trace>
  <inkml:trace contextRef="#ctx0" brushRef="#br0" timeOffset="74193.39">27947 5086 5502 0,'0'0'1153'0,"0"0"-633"16,0 0 497-16,29-46-1017 0,-22 28 0 16,1-1 0-16,-6 1 0 0,2-2 0 15,-2 0 0-15,-2-1 0 16,-4 2 0-16,-2 1 0 0,0 5 0 15,-3 6 0-15,5 3 0 0,-2 4 0 16,-2 8 0-16,-5 13 0 0,1 6 0 16,0 7 0-16,3 4 0 15,3-2 0-15,6-2 0 0,2-2 0 16,6-2 0-16,9-9 0 0,6-8 0 16,6-5-241-16,2-3-331 0,2-5-625 15,-9-3 5-15,-3-5-273 0</inkml:trace>
  <inkml:trace contextRef="#ctx0" brushRef="#br0" timeOffset="74535.74">28191 5017 2325 0,'0'0'724'0,"0"0"-220"0,2-36 733 16,-2 28-613-16,0 5-176 15,-2 2 156-15,-2 0-263 0,-2 1-101 16,-8 2-64-16,-3 3-80 0,1 4 52 16,-5 4 96-16,4 0-180 0,3 5-44 15,3-3-20-15,5 1 4 16,6-1-4-16,4-1 0 0,7-1-12 15,5-1 12-15,3 0 12 0,0-4 4 16,1 0-4-16,-3-4 12 0,-1 0-20 16,-1-3-4-16,-3-1 0 0,-2 0-96 15,-1-2 4-15,-5-1 36 16,0 1 44-16,-2 1 12 0,0 0 260 16,-2-1 20-16,0 2-227 0,2-1-53 15,-2 1 0-15,2 0 0 0,2-2 0 16,1-2 0-16,1 1 0 0,-2-3 0 15,2-6 0-15,0-5 0 0,0 0 0 16,3-1 0-16,-1 1 0 0,0 2 0 16,3-3 0-16,1-2 0 15,0-2 0-15,3 0 0 0,-5 3 0 16,1-1-2614-16</inkml:trace>
  <inkml:trace contextRef="#ctx0" brushRef="#br0" timeOffset="74986.6">28886 4566 2625 0,'0'0'3958'0,"0"0"-2818"0,0 0-671 16,0 0-469-16,-12 47 0 15,1-3 0-15,1 9 0 0,0 3 0 16,3-4 0-16,1-1 0 0,2 1 0 16,0 0 0-16,2 1 0 0,-2-4 0 15,2-2 0-15,0-8 0 0,2-5 0 16,0-8 0-16,6-7 0 0,4-8 0 15,2-10 0-15,-1-1-1301 0,1-13-2777 0</inkml:trace>
  <inkml:trace contextRef="#ctx0" brushRef="#br0" timeOffset="75172.53">29018 4849 7383 0,'0'0'512'16,"0"0"-215"-16,13 47-297 0,-3-25 0 15,0-1 0-15,3-2 0 0,3-1 0 16,5 1 0-16,0-4 0 0,3-2 0 16,-1-1 0-16,0-4 0 15,-5 1 0-15,-1-5 0 0,-7 1 0 16,-1-4 0-16,-5-1-521 0,-2 0-2536 16,0-9-1453-16</inkml:trace>
  <inkml:trace contextRef="#ctx0" brushRef="#br0" timeOffset="75294.1">29196 4831 6250 0,'0'0'1005'0,"-52"54"-68"16,25-22-937-16,5-3 0 0,1 0 0 15,5-1 0-15,1-4 0 16,7-4 0-16,4-4 0 0,4-1 0 16,2-7-173-16,2-1-1528 0,-2-5-1000 0</inkml:trace>
  <inkml:trace contextRef="#ctx0" brushRef="#br0" timeOffset="75709.31">29537 4749 7735 0,'0'0'457'16,"0"0"-457"-16,0 0 0 15,-6 60 0-15,0-19 0 0,-1 5 0 16,1 1 0-16,0-8 0 0,6-1 0 16,0-3 0-16,0 0 0 0,0-5 0 15,2-1 0-15,0-4 0 0,-2-4 0 16,0-8-653-16,0-3-1056 0</inkml:trace>
  <inkml:trace contextRef="#ctx0" brushRef="#br0" timeOffset="76233.99">29545 4774 6550 0,'0'0'773'16,"0"0"-185"-16,33-46-307 0,-10 29-281 15,2 2 0-15,2 3 0 16,0 3 0-16,-7 5 0 0,1 5 0 16,-2 8 0-16,-3 6 0 0,-1 5 0 15,-7-1 0-15,-4 6 0 0,-4-4 0 16,-2 1 0-16,-6-3 0 0,-5-2 0 15,-1 0 0-15,-3-4 0 0,-3-2 0 16,-3-2 0-16,0-3 0 0,0-3 0 16,3-1 0-16,1-2 0 0,7 1 0 15,6-1 0-15,1 1 0 16,5-1 0-16,0 3 0 0,0-1 0 16,5 2 0-16,3 3 0 0,6 3 0 15,3 5 0-15,4 1 0 16,-3 0 0-16,5 3 0 0,0-3 0 15,-1 3 0-15,3 0 0 0,-2 0 0 16,-9 0 0-16,-5 0 0 0,-7 1 0 16,-6-1 0-16,-9-1 0 15,-3 0 0-15,-7-2 0 0,-4-1 0 16,-2-2 0-16,-4-5 0 0,2-3 0 16,2-4 0-16,2-1 0 0,6-6 0 15,3-3 0-15,3-1 0 0,7-1-49 16,8 1-871-16,6-1 79 0,13-2-1011 15,-5 2 243-15,7-2-1072 0</inkml:trace>
  <inkml:trace contextRef="#ctx0" brushRef="#br0" timeOffset="76417.35">29932 4926 7151 0,'0'0'968'0,"-19"52"-895"0,9-16-73 0,2-1 0 15,1 4 0-15,3-2 0 0,2-4 0 16,2-2 0-16,4-6 0 0,3-4 0 16,-1-4 0-16,0-8 0 0,-2-3 0 15,0-6 0-15,3-13-1425 16,-3 0-256-16,2-7-552 0</inkml:trace>
  <inkml:trace contextRef="#ctx0" brushRef="#br0" timeOffset="76725.28">29915 4795 5646 0,'0'0'953'0,"0"0"247"16,44-35-807-16,-21 28-393 0,3-1 0 16,10-2 0-16,-1-2 0 0,4 3 0 15,-4-2 0-15,-4 3 0 16,-2-1 0-16,-8 5 0 0,-7 2 0 16,-8 2 0-16,1 4 0 0,-7 13 0 15,-7 5 0-15,-5 9 0 0,-9 4 0 16,-6 1 0-16,-6 1 0 15,0-1 0-15,2-3 0 0,4-7 0 16,5-4 0-16,5-3 0 0,5-3 0 16,3-1 0-16,5-1 0 0,4 3 0 15,4 2 0-15,9 1 0 16,3 4 0-16,3-2 0 0,6 3 0 16,-2-2 0-16,1 2 0 0,-1-4 0 15,-2 0 0-15,-1 1 0 0,-1-6 0 16,-4 0 0-16,-5-6 0 0,-4-1 0 15,-2-6 0-15,-4 2-1493 0</inkml:trace>
  <inkml:trace contextRef="#ctx0" brushRef="#br0" timeOffset="81382.83">24105 7105 4962 0,'0'0'632'0,"0"0"453"16,0 0-501-16,0 0-112 0,0 0-15 16,0 0-457-16,0 0 0 0,0 0 0 15,0 0 0-15,6 15 0 0,0 17 0 16,4 6 0-16,-1 1 0 0,1 0 0 15,-4 4 0-15,0-1 0 16,-1 0 0-16,-3-4 0 0,0-1 0 16,0-10 0-16,0-4 0 0,0-10 0 15,2-5 0-15,-2-6 0 0,2 0 0 16,2-2 0-16,5-10 0 0,5-11 0 16,5-10 0-16,0-6 0 0,1-1 0 15,-3 1 0-15,-2 1 0 16,-7 0 0-16,4 5 0 0,-3 5 0 15,-3 6 0-15,-2 6 0 0,0 5-729 16,-2 5-119-16,1 1-1081 16,-3 2 232-16,0 1-692 0</inkml:trace>
  <inkml:trace contextRef="#ctx0" brushRef="#br0" timeOffset="81819.52">24380 7460 4630 0,'0'0'1160'0,"0"0"-472"0,45 9-199 16,-24-16 107-16,-1-5-304 0,1-5-52 16,-2-2-143-16,-1-2-97 0,-3-2 0 15,-5-1 0-15,-4 2 0 0,-4 2 0 16,-2 1 0-16,-4 1 0 0,-2 4 0 16,-4 3 0-16,-1 5 0 0,-1 4 0 15,2 3 0-15,-3 10 0 16,3 6 0-16,-5 10 0 0,1 3 0 15,4 4 0-15,1 3 0 0,7 0 0 16,4-1 0-16,11-6-9 16,5-3-131-16,7-7 60 0,4-3-72 15,0-4 76-15,0-5 76 0,0-2 0 16,-4-4-4-16,-5-2 4 0,-3 0-336 16,-5-2-180-16,-5-2 15 0,-3 1-195 15,-2 0 340-15,2 1 180 0,-4 0 60 16,2-2 116-16,-2 2 356 0,2-2 612 15,-2-1-435-15,2-3-105 16,0-7 244-16,-2-3-471 0,6-5-201 16,-4 0 0-16,3 0 0 0,-1-1 0 15,0 4 0-15,0 1 0 0,0 4 0 16,0-1 0-16,2 2 0 0,3 2 0 16,1 0-117-16,7-2-891 15,-3 6-229-15,1-3-2096 0</inkml:trace>
  <inkml:trace contextRef="#ctx0" brushRef="#br0" timeOffset="82233.19">24917 7304 5610 0,'0'0'1457'15,"-19"46"-833"-15,11-20-172 0,4 0-403 16,2 0-49-16,2-1 0 0,6-1 0 16,2-6 0-16,15-3 0 0,4-7 0 15,8-4 0-15,4-4 0 0,1-8 0 16,-1-4 0-16,-4-5 0 0,-6 1 0 15,-6-2 0-15,-9 0 0 16,-7 3 0-16,-1-2 0 0,-6 2 0 16,0 3 0-16,-6 3 0 0,6 5 0 15,0 3 0-15,0 1 0 0,0 1 0 16,-3 11 0-16,1 9 0 0,2 6 0 16,-2 8 0-16,2-1 0 15,0 5 0-15,4 6 0 0,-1 6 0 16,-3 4 0-16,0 2 0 0,-5 1 0 15,-5 0 0-15,-9-3 0 16,-5 1 0-16,-5-2 0 0,-4-4 0 16,-2-3 0-16,-5-6 0 0,-1-9 0 15,0-8 0-15,3-11 0 0,5-12 0 16,2-7 0-16,15-14 0 0,1-14 0 16,9-12 0-16,6-13 0 0,6-5 0 15,15-1 0-15,12 5 0 0,10 8 0 16,7 4 0-16,2 7 0 0,-1 0 0 15,-1 5 0-15,-13 7-393 16,0 1-2424-16</inkml:trace>
  <inkml:trace contextRef="#ctx0" brushRef="#br0" timeOffset="82840.58">25825 7075 5602 0,'0'0'732'0,"0"0"101"0,0 0-285 16,0 0-104-16,0 0-411 0,0 0-33 16,0 0 0-16,0 0 0 15,-21 57 0-15,6-18 0 0,1 10 0 16,2-1 0-16,-3 7 0 0,1 2 0 16,1 0 0-16,1-3 0 0,6-3 0 15,4-3 0-15,2-7 0 0,2-9 0 16,4-8 0-16,6-8 0 0,1-8 0 15,5-6 0-15,1-7 0 16,1-8 0-16,-1-7 0 0,-4-5 0 16,-3-3 0-16,-6 3 0 0,-4 2 0 15,-4 4 0-15,-8 4 0 0,-7 3 0 16,-3 4 0-16,-5 3 0 0,0 5 0 16,2 0 0-16,3 2 0 15,5 1 0-15,9-2-569 0,4-1-443 16,2 0-161-16,4 0-1740 0</inkml:trace>
  <inkml:trace contextRef="#ctx0" brushRef="#br0" timeOffset="83071.53">25878 7670 4882 0,'0'0'964'0,"0"0"-468"0,0 0 177 16,0 0-505-16,0 0 60 0,0 0 228 15,0 0-208-15,0 0-171 16,0 0-77-16,35-52 0 0,-24 27 0 16,-3 0 0-16,0 3 0 0,1 0 0 15,1 3 0-15,-2 2 0 0,3 1 0 16,1 3 0-16,2 1 0 0,-1 5 0 16,1 2-873-16,-1 3-412 15,-3 0-472-15</inkml:trace>
  <inkml:trace contextRef="#ctx0" brushRef="#br0" timeOffset="83399.13">26232 7502 5274 0,'0'0'1132'16,"0"0"-555"-16,-19-39-205 0,9 28-64 15,-3 4-56-15,3 2 0 0,-2 5-227 16,1 5-25-16,-1 6 0 0,2 3 0 15,-1 6 0-15,1 4 0 16,2 1 0-16,1 3 0 0,3-2 0 16,4 0 0-16,7-2 0 0,3-4 0 15,6-6 0-15,3-2 0 0,0-1 0 16,1-6 0-16,1-4 0 0,-2-1 0 16,-3-4 0-16,-4-3 0 0,-1-2 0 15,-7-6 0-15,0-2 0 16,-2-5 0-16,-2 0 0 0,-4-2 0 15,-6 1 0-15,1 1 0 0,-3 3 0 16,0 5 0-16,1 3 0 16,5 6 0-16,4 5 0 0,2 3-1213 15,-2-1-664-15,2 9-564 0</inkml:trace>
  <inkml:trace contextRef="#ctx0" brushRef="#br0" timeOffset="83730.46">26509 7580 7179 0,'0'0'608'0,"0"0"-203"16,-44-32-405-16,30 23 0 0,-1-1 0 15,5 4 0-15,4 4 0 0,0 2 0 16,4 1 0-16,-7 13 0 0,1 11 0 16,-2 7 0-16,4 3 0 15,-1-5 0-15,7-8 0 0,9-6 0 16,-1-4 0-16,4-6 0 0,3-4 0 15,-1-3 0-15,-1-6 0 0,1-4 0 16,-4-4 0-16,1 0 0 16,-3-1 0-16,-2 1 0 0,0 4 0 15,-4 3 0-15,-2 3 0 0,0 4 0 16,0 0 0-16,0 1 0 0,0 2 0 16,0 10 0-16,3 6 0 0,-1 3 0 15,2 2 0-15,0-3 0 0,2-6 0 16,2-2 0-16,3-4 0 0,3-3-817 15,-4-5 5-15,1-1-77 16,-3-3-1136-16,-2-4-324 0</inkml:trace>
  <inkml:trace contextRef="#ctx0" brushRef="#br0" timeOffset="84226.75">26862 7585 5818 0,'0'0'1317'0,"0"0"-481"0,0 0-615 16,0 0-221-16,0 0 0 0,-27-39 0 15,17 33 0-15,-4 6 0 0,-3 2 0 16,0 10 0-16,1 9 0 0,4 10 0 16,-3 6 0-16,5 8 0 0,4-1 0 15,3-3 0-15,8-7 0 0,7-11 0 16,7-7 0-16,7-12 0 15,5-8 0-15,3-14 0 0,-1-9-425 16,-2-13-1236-16,-11 8-352 0,-3-4-1948 0</inkml:trace>
  <inkml:trace contextRef="#ctx0" brushRef="#br0" timeOffset="84403.38">26972 7261 2685 0,'0'0'5014'0,"0"0"-4521"16,0 0-493-16,-25 45 0 0,17-8 0 15,-5 7 0-15,3 2 0 0,-2 0 0 16,1 4 0-16,1 0 0 16,4-1 0-16,4-1 0 0,2-4 0 15,4-6 0-15,8-7 0 0,5-11 0 16,3-8 0-16,-1-6-557 0,0-6-4025 0</inkml:trace>
  <inkml:trace contextRef="#ctx0" brushRef="#br0" timeOffset="84973.46">27230 7383 2941 0,'0'0'1649'0,"0"0"-641"16,-14 44 325-16,5-14-593 0,-1 4-219 0,0 5-521 16,-1 3 0-16,1 0 0 15,4 0 0-15,4-2 0 16,2-1 0-16,0-3 0 0,6-3 0 0,4-3 0 16,5-6 0-16,3-5 0 15,5-8 0-15,2-7 0 0,4-5 0 16,2-11 0-16,-4-5 0 0,-7-3 0 15,-3-1 0-15,-9 1 0 16,-4-3 0-16,-6 4 0 0,-6 1 0 16,-8 3 0-16,-5 4 0 0,-6 6 0 15,0 4 0-15,2 5 0 0,3 4 0 16,3 2 0-16,5 1 0 0,7 0 0 16,5-1-389-16,6-1-99 0,11-2-425 15,10 0 277-15,6-1 140 0,2-3-136 16,0-2-5-16,-6-1-55 0,-3 0-629 15</inkml:trace>
  <inkml:trace contextRef="#ctx0" brushRef="#br0" timeOffset="85419.3">27487 7785 3661 0,'0'0'2229'0,"0"0"-1280"0,0 0-133 16,0 0-279-16,-27-40-537 0,20 33 0 16,1 2 0-16,0 5 0 15,-2 6 0-15,-5 7 0 0,-1 5 0 16,-1 2 0-16,3 1 0 0,6-3 0 15,4 0 0-15,2-4 0 16,4-4 0-16,6-3 0 0,5-4 0 16,3-3 0-16,5-7 0 0,2-4 0 15,-2-3 0-15,1-2 0 0,-3 0 0 16,-2 3 0-16,-5 5 0 0,-6 3 0 16,-1 3 0-16,-5 2 0 0,-2 2 0 15,0 10 0-15,0 6 0 0,-4 4 0 16,1 2 0-16,-1-3 0 0,2-5 0 15,2-3 0-15,0-5 0 16,0-1 0-16,0-3 0 0,0-2 0 16,2-2 0-16,0 0 0 0,0-2 0 15,5-4 0-15,1-4 0 0,4-4 0 16,3 0 0-16,-1 0 0 0,1 1 0 16,-5 4 0-16,-2 5 0 15,-1 1 0-15,-5 2 0 0,2 1 0 16,0 0 0-16,0 0 0 0,-2 2 0 15,-2 3 0-15,0 2 0 16,0 5 0-16,-4 4 0 0,0 0 0 16,-2 2 0-16,1-4 0 0,1-1 0 15,4-3 0-15,0-3 0 0,4-4 0 16,5-3-713-16,5 0-191 0,-1-3-1233 16,5-7-201-16</inkml:trace>
  <inkml:trace contextRef="#ctx0" brushRef="#br0" timeOffset="85682.4">27906 7856 4674 0,'0'0'716'0,"0"0"-320"0,-4-35 417 0,2 25-513 15,-2 3-76-15,2 2 324 0,-2 4-308 16,-1 1-72-16,-3 6-55 0,-2 10-113 15,-3 12 0-15,3 5 0 16,4 3 0-16,2-4 0 0,4-9 0 16,6-2 0-16,2-7 0 0,5-7 0 15,1-6-145-15,1-1-151 0,-1-9-536 16,1-5 51-16,-3-7-119 0,-6 7-1061 16,2-5-1004-16</inkml:trace>
  <inkml:trace contextRef="#ctx0" brushRef="#br0" timeOffset="85837.33">28018 7558 5030 0,'0'0'1220'0,"0"0"-359"16,0 0 220-16,0 0-1081 0,0 0 0 15,-23 51 0-15,13-10 0 0,-1 6 0 16,1 0 0-16,4-6 0 0,-2-1 0 16,1-2 0-16,3-2 0 15,0-3 0-15,2-4 0 0,0-7-765 16,0-3-1000-16</inkml:trace>
  <inkml:trace contextRef="#ctx0" brushRef="#br0" timeOffset="87794.53">31660 6690 1668 0,'0'0'36'16,"0"0"2453"-16,0 0-1392 0,0 0-353 15,0 0-155-15,0 0 315 0,0 0-476 16,0 0-191-16,0 0-237 0,6 21 0 16,-4 0 0-16,0 9 0 15,2 7 0-15,1 3 0 0,-1 4 0 16,0 2 0-16,-2 5 0 0,-2 1 0 16,0 2 0-16,-6-1 0 0,-3-3 0 15,-1-4 0-15,-4-2 0 0,1-4 0 16,-3-3 0-16,1-5 0 0,1-5 0 15,1-6 0-15,5-7 0 16,2-6 0-16,2-6 0 0,4-2 0 16,0-2 0-16,0-11 0 0,10-12 0 15,0-7 0-15,3-6-509 0,-3 8-736 16,-8 4-2200-16</inkml:trace>
  <inkml:trace contextRef="#ctx0" brushRef="#br0" timeOffset="88228.35">31681 6688 2257 0,'0'0'2080'0,"0"0"-1079"0,0 0-117 16,0 0 461-16,0 0-801 0,0 0-463 15,-40 33-81-15,20-18 0 0,3 2 0 16,3-6 0-16,3 0 0 0,1 1 0 16,2-5 0-16,4-1 0 15,0-1 0-15,-1-3 0 0,3 0-21 16,0-1-239-16,2-1-132 0,2-1 68 15,9-8 228-15,3-5 88 0,3-2 4 16,-3 0 4-16,-1 0 20 0,-1 3-8 16,0 2 60-16,1 3 140 15,1 4 8-15,3 2 76 0,3 4-23 16,5 7-273-16,2 3 0 0,0 1 0 16,0 0 0-16,-4-1 0 0,-3-4 0 15,1-1 0-15,-5-2 0 0,1-5 0 16,-3-3 0-16,1-5 0 0,-3 0-1105 15,-3-3-2537-15</inkml:trace>
  <inkml:trace contextRef="#ctx0" brushRef="#br0" timeOffset="94055.38">32009 5818 2265 0,'0'0'3077'16,"0"0"-2277"-16,0 0-135 0,0 0 331 16,0 0-607-16,0 0-389 0,0 0 0 15,0 0 0-15,0 0 0 0,0 0 0 16,-2 52 0-16,2-12 0 0,-2 6 0 15,0-2 0-15,0 1 0 0,0-1 0 16,0-2 0-16,2-2 0 16,-2-5 0-16,2-5 0 0,-2-5 0 15,2-5 0-15,0-8 0 0,0-5 0 16,0-4 0-16,-2-3-1053 0,0-3-112 16,-2-9-2673-16</inkml:trace>
  <inkml:trace contextRef="#ctx0" brushRef="#br0" timeOffset="94257.83">31770 5831 6366 0,'0'0'997'16,"0"0"-321"-16,0 0-523 0,0 0-153 16,0 0 0-16,43-6 0 0,-8 2 0 15,9-2 0-15,1 0 0 0,3-1 0 16,-1 1 0-16,3 2 0 0,-9 3 0 15,-2 1 0-15,-4 2 0 0,-6 5 0 16,-4 2 0-16,-4-1-689 16,-7-1-1992-16,-5 1-1337 0</inkml:trace>
  <inkml:trace contextRef="#ctx0" brushRef="#br0" timeOffset="94685.57">32433 5823 4025 0,'0'0'1877'16,"0"0"-1224"-16,0 0-33 0,0 0 304 16,0 0-831-16,0 0-93 0,-2-33 0 15,-10 25 0-15,-9-2 0 0,-6 2 0 16,0 1 0-16,0 7 0 0,5 0 0 15,3 7 0-15,2 4 0 0,5 3 0 16,0 0 0-16,3 4 0 16,1 4 0-16,0 1 0 0,2 3 0 15,2 3 0-15,-1 1 0 0,-1 0 0 16,0-2 0-16,2-1 0 0,-2-3 0 16,2 0 0-16,1-1 0 0,1-1 0 15,2 1 0-15,5-3 0 16,3 0 0-16,0-3 0 0,2-1 0 15,1-3 0-15,-1-2 0 0,0 0 0 16,1-1 0-16,-3-3 0 0,2-1 0 16,1 0 0-16,3-5 0 15,3-1 0-15,3 0 0 0,5-6 0 16,2-1 0-16,2 0 0 0,-2-2 0 16,-6 1 0-16,-1 0 0 0,-7 2 0 15,-3-4-525-15,-6 5-1012 0,-4-5-4225 0</inkml:trace>
  <inkml:trace contextRef="#ctx0" brushRef="#br0" timeOffset="94861.47">32193 6049 7299 0,'0'0'412'0,"0"0"69"0,42 21-481 0,-15-15 0 0,4-3 0 16,2 0 0-16,-2-3 0 15,6 0 0-15,-2-1 0 0,-8-3-1033 16,-4-2-1436-16</inkml:trace>
  <inkml:trace contextRef="#ctx0" brushRef="#br0" timeOffset="95439.8">32148 6532 5766 0,'0'0'813'0,"0"0"-389"16,8 39 320-16,-2-10-468 0,-4 2-107 16,0-2-169-16,1-2 0 0,-3 0 0 15,2-3 0-15,-2 0 0 0,0-5 0 16,2-6 0-16,-2-4 0 0,2-5 0 16,0-1 0-16,0-3 0 15,2-1 0-15,6-9 0 0,3-11 0 16,1-3 0-16,1-2 0 0,-1 2 0 15,1 3 0-15,-5 6 0 0,-2 6 0 16,-2 4 0-16,-1 5 0 0,-1 0 0 16,4 3 0-16,-2 8 0 15,0 7 0-15,-2 7 0 0,-1 2 0 16,-3 2 0-16,0-3 0 0,0-2 0 16,4-3 0-16,0-5 0 0,4-6-1073 15,-2-3-432-15,3-6-776 0</inkml:trace>
  <inkml:trace contextRef="#ctx0" brushRef="#br0" timeOffset="95739.59">32510 6683 8087 0,'0'0'105'16,"0"0"-105"-16,0 0 0 0,0 0 0 16,0 0 0-16,-38-29 0 15,24 34 0-15,-5 8 0 0,1 7 0 16,1 5 0-16,3 4 0 0,3-1 0 15,5 0 0-15,6-2 0 0,2-2 0 16,9-5 0-16,7-5 0 0,3-4 0 16,4-7 0-16,-1-4 0 15,3-6 0-15,-2-6 0 0,-2-3 0 16,-7-2 0-16,-3-3 0 0,-5 1 0 16,-6-1 0-16,-2 2 0 0,-2-1 0 15,-6-2 0-15,-3 3 0 0,-3 0 0 16,4 4 0-16,1 5 0 0,5 4-449 15,2 2-695-15,2 3-305 16,2-4-2157-16</inkml:trace>
  <inkml:trace contextRef="#ctx0" brushRef="#br0" timeOffset="95897.35">32613 6738 2717 0,'0'0'5098'0,"-15"52"-4721"16,7-24-377-16,2-2 0 0,2-5 0 15,0-2 0-15,4-7 0 0,0-4 0 16,2-4 0-16,4-3 0 0,6-2 0 16,7-11 0-16,0-2-1838 15,-3-7-1019-15</inkml:trace>
  <inkml:trace contextRef="#ctx0" brushRef="#br0" timeOffset="96012.67">32762 6411 6991 0,'0'0'792'15,"0"0"-476"-15,0 0-223 16,0 0-93-16,0 0 0 0,0 0 0 16,0 0-197-16,-6 46-283 0,6-23-264 15,0 0-853-15,2-7 296 0,-2 1-231 0</inkml:trace>
  <inkml:trace contextRef="#ctx0" brushRef="#br0" timeOffset="96379.44">32886 6673 6899 0,'0'0'888'0,"0"0"-483"0,-15-34-405 16,7 28 0-16,-4 1 0 0,-3 1 0 16,-3 2 0-16,1 3 0 0,3 4 0 15,1 5 0-15,7 2 0 0,2 1 0 16,2 4 0-16,4 1 0 0,4-1 0 15,4-1 0-15,3 0 0 16,3-1 0-16,1-1 0 0,1 1 0 16,1 1 0-16,-2-2 0 0,-1-1 0 15,-3 2 0-15,-7-3 0 0,-4 1 0 16,-6 0 0-16,-7 2 0 0,-3-3 0 16,-7 2 0-16,-2-2 0 15,-1-3 0-15,-1-1 0 0,0-5 0 16,6-3 0-16,5 0 0 0,2-6 0 15,5-6 0-15,7-3 0 0,2-3 0 16,11 4-341-16,3-1-1028 0,-1 5-75 16,-1 0-125-16</inkml:trace>
  <inkml:trace contextRef="#ctx0" brushRef="#br0" timeOffset="96659.51">32991 6857 7159 0,'0'0'800'0,"40"-11"-567"16,-18-6-233-16,-1-3 0 0,-2-2 0 16,-5-1 0-16,-2 1 0 0,-3-3 0 15,-5 3 0-15,-4-1 0 0,0 5 0 16,-6 5 0-16,-3 6 0 0,-1 4 0 16,-4 3 0-16,-1 8 0 0,-1 7 0 15,1 4 0-15,3 5 0 16,1 1 0-16,5 2 0 0,4-1 0 15,2 1 0-15,8-2 0 0,3 0 0 16,5-5 0-16,5-1 0 0,2-3 0 16,3-6 0-16,3-5 0 15,4-5 0-15,1-2 0 0,-3-12 0 16,-9 3-2238-16,-1-8-3600 0</inkml:trace>
  <inkml:trace contextRef="#ctx0" brushRef="#br0" timeOffset="101957.19">20454 8270 2905 0,'0'0'264'0,"0"0"1065"0,0 0-1013 16,0 0 32-16,0 0 256 0,0 0-180 15,0 0-76-15,0 0 93 16,0 0-297-16,-21-10-60 0,26 7-68 16,7 0-12-16,11-1-4 0,6 0 0 15,6 1-12-15,2-1 12 0,0 1-172 16,5-5-244-16,1 0 11 0,-2-5-283 16,1 2 68-16,-1 0 43 0,-8 0-183 15,0 0 488-15,-10 4-144 0,-11 0-2045 16</inkml:trace>
  <inkml:trace contextRef="#ctx0" brushRef="#br0" timeOffset="102129.91">20638 8157 5174 0,'0'0'268'0,"0"0"-100"0,37 7-48 16,-12-7-8-16,6 0-12 0,6-1-96 15,7-1-8-15,5-2-136 16,1 1-292-16,2 0-192 0,-5 1-465 16,-12 2 401-16,-6 0-113 0</inkml:trace>
  <inkml:trace contextRef="#ctx0" brushRef="#br0" timeOffset="103048.92">22986 8056 2237 0,'0'0'1580'16,"0"0"-1192"-16,42-22-107 0,-36 20 279 16,-2-2-204-16,-4 2-48 0,0-2 104 15,0 3-200-15,-4 0-8 0,-13 1-39 16,-5 1-161-16,-9 6-4 0,-4 0 0 16,-3 2 0-16,1-2 0 0,2 1 0 15,0-2 4-15,2 0-4 0,-2-1 0 16,-1-2 4-16,1 0-4 0,-2-1 0 15,4-1 8-15,-2-1-8 0,2 1 0 16,2-1 0-16,2 0-4 16,6 0-124-16,5 3-213 0,3-1-15 15,7 1-252-15,2 0 152 0,6-1-29 16,4 1-631-16,0-1 96 0,8-2-957 16</inkml:trace>
  <inkml:trace contextRef="#ctx0" brushRef="#br0" timeOffset="103445.52">22501 8151 2693 0,'0'0'1757'0,"-50"3"-1233"0,27-3-192 16,7-1 264-16,-3-3-332 0,3-2-24 16,5 0 41-16,7-2-197 0,-2-5-16 15,10-3 76-15,2-5-108 0,11-1-20 16,3-2-12-16,1-1 4 0,10 0-8 16,0 3 52-16,0 1-32 15,-2 5 0-15,-4 5-20 0,-9 4 0 16,-7 6-4-16,-5 1-8 0,-4 3-100 15,-2 10 24-15,-11 11-16 16,-7 3 104-16,-7 4 4 0,-4 1 40 16,2-3-28-16,0-1 12 0,2-2 16 15,2 1-20-15,3-2 32 0,3-1 64 16,7 0-104-16,5-2 4 0,7 2-20 16,2-1-8-16,13-3 4 0,8-1-104 15,8-4-108-15,8-2 16 0,4-1-453 16,-10-5-119-16,0-1-169 0</inkml:trace>
  <inkml:trace contextRef="#ctx0" brushRef="#br0" timeOffset="134620.46">542 1820 2433 0,'0'0'2349'0,"0"0"-1597"0,0 0-232 15,0 0-448-15,0 0 88 0,0 0 80 16,43 10-131-16,-12-8-25 0,10 1-12 16,3 0-72-16,1-3 0 15,15 0 16-15,8-2-16 0,13-3 0 16,10-1 20-16,0-2-20 0,12-1 0 15,9 0 24-15,8-2 28 0,10 1 56 16,0 1 124-16,5 2-100 16,3 1-44-16,-4 2 76 0,7 1-132 15,2 3 8-15,3 0 12 0,7 0-52 16,7 0 0-16,3 1 8 0,8 1-4 16,-1 1-4-16,10-3 0 15,8 2 0-15,4 0 0 0,9 1 0 16,-1 1 4-16,5 2-4 0,4 3 4 15,3 4 0-15,1-1-4 0,9 1 8 16,-5 1 4-16,6-1-12 0,8-1 56 16,1-3-40-16,10-4-12 0,0 0 44 15,4-4-48-15,-2-1 0 0,2-1 0 16,2-5 8-16,-2-1-8 0,0-2 0 16,-5-1 4-16,1-1-4 15,-6 0 0-15,0 2-4 0,-5 1 4 16,-4 2 0-16,-7 0 0 0,-5 3-12 15,-19 1 4-15,-8 0-148 0,-10 2 32 16,-23-1-148-16,-10 1-116 16,-28-5-281-16,-30 2-1484 0,-23-8-1108 0</inkml:trace>
  <inkml:trace contextRef="#ctx0" brushRef="#br0" timeOffset="141975.71">21535 1070 2801 0,'0'0'2369'0,"0"0"-1929"0,0 0 108 16,0 0 149-16,0 0-305 16,0 0-92-16,0 0 112 0,44 2-179 15,18 1-233-15,33-2 0 0,29-1 0 16,20 0 0-16,18-3 0 0,-1-1 0 16,13 1 0-16,-3 0 0 15,-5 2 0-15,-20-1 0 0,-18 1 0 16,-22 0 0-16,-23-5 0 0,-28 2-1838 15,-15-7-1691-15</inkml:trace>
  <inkml:trace contextRef="#ctx0" brushRef="#br0" timeOffset="166751.2">11758 15475 2657 0,'0'0'276'0,"0"0"908"0,0 0-779 16,0 0-237-16,0 0 48 0,64-48 532 16,-21 30-252-16,15 1-104 15,8 0 225-15,5 1-265 0,7 1-80 16,1 1 64-16,5 4-263 0,-1 1-73 16,-4 3 0-16,-5 2 0 0,-2 0 0 15,-3-2 0-15,-9 3 0 16,-3 0 0-16,-1-1 0 0,-12 1 0 15,-7 1 0-15,-6-2-129 0,-10 0-135 16,-5 0-160-16,-6-1-741 0,-10 4-167 16,0-3-309-16</inkml:trace>
  <inkml:trace contextRef="#ctx0" brushRef="#br0" timeOffset="167215.85">11828 15509 3617 0,'0'0'532'0,"0"0"-63"0,0 0 259 16,0 0-324-16,0 0-12 0,0 0 117 15,0 0-361-15,0 0-96 0,0 0-32 16,-10 61-12-16,14-22-8 0,2 6 28 16,-2 1-24-16,2 5 12 15,-1 3 28-15,-5 2-40 0,2-1 8 16,-2 0 16-16,0-1-20 0,0-4 28 16,0-3-12-16,-2-3-24 15,-3-5 0-15,-1-5-28 0,2-3-300 16,-2-7-141-16,0-8-583 0,-3-5 39 15,7-7-391-15</inkml:trace>
  <inkml:trace contextRef="#ctx0" brushRef="#br0" timeOffset="167404.15">11758 16239 7023 0,'0'0'356'0,"47"16"-260"0,-7-16 268 16,5 0-180-16,17-5-24 0,8-4-151 15,15-3-9-15,18-4 0 0,7-3 0 16,8 2 0-16,8-1 0 16,0 5 0-16,-2 1 0 0,-8 3 0 15,-7 1 0-15,-14 3 0 0,-20 4 0 16,-21 1 0-16,-19 0-557 0,-19 0-1008 0</inkml:trace>
  <inkml:trace contextRef="#ctx0" brushRef="#br0" timeOffset="167778.41">13046 15291 4642 0,'0'0'796'0,"0"0"-176"16,0 0 389-16,0 0-401 0,0 0-116 16,-5 49-467-16,-7-9-25 0,-7 13 0 15,-3 11 0-15,1 5 0 16,7 8 0-16,1 3 0 0,-1 1 0 15,8-2 0-15,1-5 0 0,5-4 0 16,0-5 0-16,9-10 0 0,-1-8 0 16,2-13 0-16,1-16-973 15,-3-9-404-15,-2-9-980 0</inkml:trace>
  <inkml:trace contextRef="#ctx0" brushRef="#br0" timeOffset="168631.13">12148 15308 536 0,'0'0'0'16</inkml:trace>
  <inkml:trace contextRef="#ctx0" brushRef="#br0" timeOffset="169189.34">12165 15380 1888 0,'0'0'1725'0,"0"0"-604"0,0 0-609 16,0 0-56-16,25-37 92 0,-19 11-396 15,-6-5-48-15,0-2 73 0,0-4-73 16,-6-2 16-16,0-8 156 16,-5-4-40-16,-3-10 20 0,3-4 128 15,1-8-251-15,4-9-133 0,2-7 0 16,4-6 0-16,0-6 0 0,0-1 0 15,4-2 0-15,-4 2 0 0,0 1 0 16,0 1 0-16,-6 1 0 0,-5 2 0 16,3 3 0-16,-2 6 0 0,4 9 0 15,-5 5 0-15,1 7 0 0,0 7 0 16,-3 4 0-16,3 8 0 0,4 6-625 16,-3 7-143-16,7 11-249 15,-2 9-2280-15</inkml:trace>
  <inkml:trace contextRef="#ctx0" brushRef="#br0" timeOffset="169547.4">12022 13328 1288 0,'0'0'1953'0,"0"0"-1365"0,0 0 17 16,0 0 239-16,0 0-464 0,0 0-152 15,48-38 140-15,-3 32-184 0,15 0-55 16,9-2 79-16,-1-4-120 16,0 5-16-16,-6 0-4 0,-10 2-68 15,-5 5-24-15,-14 5-757 0,-8 2-255 16,-4 1-1-16,-9-2-731 0,-4 0-169 0</inkml:trace>
  <inkml:trace contextRef="#ctx0" brushRef="#br0" timeOffset="169826.6">12609 13170 6783 0,'0'0'496'0,"0"0"-416"0,0 0-16 16,11 41 72-16,-5-9 36 15,-6 9 8-15,4 5-172 0,-2 4 16 16,-2 7-24-16,0 7 16 0,0 8-16 15,0 10 0-15,0 7-20 16,0 8 20-16,-2 5 0 0,-2 3-4 16,4 4 4-16,-4 6 0 0,-2 4-20 15,-1 2-12-15,1-1 24 0,-4-5-28 16,2-10 32-16,6-6-20 16,-7-8-112-16,9-8-304 0,-6-14-609 15,6-20 53-15,-4-10-117 0</inkml:trace>
  <inkml:trace contextRef="#ctx0" brushRef="#br0" timeOffset="170333.78">12206 16272 5186 0,'0'0'556'0,"-6"46"-224"0,2-17-332 0,4 5 28 16,0 7 296-16,4 6-179 15,6 8-49-15,3 10 160 0,-3 7-96 16,-2 8 36-16,-1 7-44 0,-7 7-128 15,0 2 4-15,-7 3 16 0,3 0-32 16,-6-2-12-16,6-3 12 0,2-6 0 16,2-5-12-16,-4-6 0 15,2-12 0-15,-3-2 0 0,1-3-8 16,-2-3 20-16,2 3-12 0,-2-7 0 16,0-11-40-16,1-8-140 0,-1-13-472 15,6-9-109-15,-4-6-67 0,4-5-741 16,0-4-280-16</inkml:trace>
  <inkml:trace contextRef="#ctx0" brushRef="#br0" timeOffset="170582.21">12132 18074 5626 0,'0'0'844'0,"0"0"-155"0,0 0-181 15,0 39-64-15,25-33-363 0,8-3-81 16,8-5 0-16,3-9 0 0,3-4 0 16,1-2 0-16,3-2 0 15,5 2 0-15,-2-1 0 0,4 4 0 16,-4 2 0-16,-3 3 0 0,1 2 0 16,-9 3 0-16,-1 1 0 0,-5 0 0 15,-10 2 0-15,-13 1-177 0,-8 0-1936 16,-6-4-1188-16</inkml:trace>
  <inkml:trace contextRef="#ctx0" brushRef="#br0" timeOffset="170884.72">12698 16298 2144 0,'0'0'3662'16,"-8"40"-2893"-16,8-6-173 16,4 8-60-16,2 14-100 0,-1 14-387 15,1 13-49-15,2 12 0 0,2 6 0 16,3 5 0-16,1 6 0 0,-1-1 0 15,-5 1 0-15,-6-3 0 0,2-8 0 16,0-6 0-16,-2-9 0 16,2-15 0-16,-2-14 0 0,-2-12 0 0,0-15-1005 15,0-15-672-15,-2-6-1056 0</inkml:trace>
  <inkml:trace contextRef="#ctx0" brushRef="#br0" timeOffset="175440.38">5304 17977 5862 0,'110'10'168'0,"16"-2"304"0,31-1-275 16,17-2 11-16,16-2 52 15,12 2-228-15,9-3 24 0,15 3 48 16,5-1-80-16,11 0 52 0,4 1 64 16,6 3-56-16,6 1 28 0,5 1 40 15,0 2-152-15,9 4 20 0,1 0-20 16,10 6-20-16,3-1-4 0,3 1-20 15,9 4-20-15,8-1 20 0,8 0-92 16,8 0 8-16,7-2 28 0,8-1 0 16,4-3 64-16,6-2 36 0,1-1 0 15,-40-3-4-15,-7-1 0 16,-3-2-408-16,-13-1-109 0,30 0-203 16,-88-2-1297-16,46-7-1100 0</inkml:trace>
  <inkml:trace contextRef="#ctx0" brushRef="#br0" timeOffset="179658.63">5864 12784 956 0,'0'0'896'16,"0"0"837"-16,0 0-1225 15,0 0-35-15,0 0 223 0,0 0-360 16,0 0 8-16,0 0 264 0,0 0-307 16,0 0-29-16,23-18 68 15,-15 14-252-15,-6 0-44 0,3-1-12 16,-5 2-32-16,0 0-44 0,-5 2-68 15,3 1 36-15,-2 0 68 0,4 0 4 16,0 0-52-16,0 0 44 0,0 1 8 16,0-1-16-16,4 3 20 0,-4-2 32 15,2-1-16-15,3 0 80 0,-5 0 136 16,4-1-120-16,-4-3 4 0,6-1 64 16,-6 1-108-16,4 0-27 0,-4-1-45 15,2 2 0-15,-2-1 0 16,0 1 0-16,0 0 0 0,0 1 0 15,-2 0 0-15,-2-1 0 0,-6 3 0 16,-7-1 0-16,-2 0 0 0,1 1 0 16,-11 0 0-16,0 1 0 15,-8 0 0-15,-5 2 0 0,-5 1 0 16,-5 0 0-16,-6 2 0 0,-8 0 0 16,-4-1 0-16,-9 2 0 15,-5-3 0-15,-9 2 0 0,-7-5 0 0,-7 0 0 16,-3-1 0-16,-12-2 0 15,-8-4 0-15,-4 0 0 0,-11 1 0 16,-10 2 0-16,-6 2-137 0,-5 1-139 16,-3 2-16-16,-1 2 76 0,9 2-224 15,35-2-317-15,10 0-587 0</inkml:trace>
  <inkml:trace contextRef="#ctx0" brushRef="#br0" timeOffset="183543.52">5627 17942 1984 0,'0'0'2061'0,"0"0"-1248"0,0 0 83 16,0 0-416-16,0 0-103 0,0 0 91 15,0 0-228-15,0 0 40 0,18-25 164 16,-18 24-295-16,0-1-149 0,0 1 0 15,-2-1 0-15,-2 0 0 0,-2 2 0 16,-4 0 0-16,-1 0 0 0,-9 2 0 16,-5-2 0-16,-4-4 0 15,-17-4 0-15,-3 1 0 0,-7 0 0 16,-2 3 0-16,-4 4 0 0,-6 5 0 16,-7 1 0-16,1 0 0 0,-11 0 0 15,-4-3 0-15,-4 1 0 0,-6-3 0 16,-2-1 0-16,-9-3 0 0,-1-1 0 15,-1-2 0-15,0 2 0 16,-1 3 0-16,-3 1 0 0,0 4 0 16,0 6 0-16,5 5 0 0,-1 4 0 15,5 0 0-15,1-1 0 16,9 0 0-16,6-5 0 0,2-6 0 16,11-5 0-16,16-2-889 0,-2-8-1932 0</inkml:trace>
  <inkml:trace contextRef="#ctx0" brushRef="#br0" timeOffset="184337.25">4250 12807 3277 0,'0'0'1897'0,"0"0"-885"0,0 0-595 0,0 0-221 0,-21 39-196 15,13 21-92-15,-6 24-44 16,-3 23 75-16,1 14 53 0,-1 8 8 15,-4 18 169-15,-1 19 3 16,-3 18 4-16,-6 21 136 0,0 18-144 16,-6 14 8-16,-1 16 136 0,-3 11-107 15,0 8-205-15,1 0 0 0,-1-1 0 16,4-7 0-16,2-15 0 16,4-14 0-16,4-27 0 0,6-27 0 15,3-26 0-15,5-32-765 0,5-38-1208 16,0-24-188-16</inkml:trace>
  <inkml:trace contextRef="#ctx0" brushRef="#br0" timeOffset="184692.65">4897 13105 8192 0,'-14'67'0'0,"-3"13"0"15,-4 25 0-15,1 8 0 0,-7 19 0 16,-4 17 0-16,-6 16 0 0,-1 18 0 15,-1 16 0-15,-4 15-89 0,-1 22-127 16,-7 17 40-16,-3 18 84 0,-2 17 92 16,-2 10 20-16,4 5 140 15,-3-7 233-15,9-9-393 0,7-24 0 0,10-34 0 16,10-33 0-16,6-41 0 16,7-40 0-16,4-38-469 0,-2-33-936 15,6-26-4825-15</inkml:trace>
  <inkml:trace contextRef="#ctx0" brushRef="#br0" timeOffset="184999.42">5676 12969 3861 0,'-6'88'2365'16,"-4"13"-2024"-16,-1 32-1 0,-5 16 340 15,-5 20-360-15,1 20-68 0,-7 18-219 16,0 18-33-16,-2 13 0 16,-4 17 0-16,2 12 0 0,-2 11 0 15,-2 5 0-15,2 1 0 0,-3-5 0 16,5-11 0-16,0-10 0 15,9-21 0-15,-5-20 0 0,8-27 0 16,7-33 0-16,1-36-425 0,1-38-571 16,4-34-349-16</inkml:trace>
  <inkml:trace contextRef="#ctx0" brushRef="#br0" timeOffset="185326.86">6369 13253 6162 0,'-21'159'1785'0,"-6"20"-1540"0,0 40-245 15,-2-2 0-15,3 18 0 16,-1 14 0-16,-8 10 0 0,1 11 0 16,-7 6 0-16,-2 1 0 0,-3 3 0 15,3-5 0-15,-3-9 0 16,7-7 0-16,-2-17 0 0,6-20 0 16,6-23 0-16,-2-27 0 0,6-30-325 15,4-45-987-15,3-22-577 0</inkml:trace>
  <inkml:trace contextRef="#ctx0" brushRef="#br0" timeOffset="185648.91">7167 12734 8192 0,'0'95'0'0,"0"17"0"16,2 33 0-16,-2 16 0 0,-6 28 0 16,-11 27 0-16,-8 25 0 15,-8 21 0-15,-8 20 0 0,-3 11 0 16,-3 14 0-16,1 4 0 0,-7-1 0 15,5-4 0-15,1-12 0 0,5-21 0 16,7-25 0-16,8-35 0 0,4-40 0 16,9-37 0-16,-3-38 0 0,7-38-1898 15,0-32-1003-15</inkml:trace>
  <inkml:trace contextRef="#ctx0" brushRef="#br0" timeOffset="186113.24">3663 13406 8192 0,'70'7'0'0,"44"2"0"16,43 1 0-16,21 0 0 0,22-1 0 15,11 2 0-15,10 2 0 0,15 0 0 16,10 1 0-16,23 1 0 0,10-3 0 16,20-2 0-16,1 1 0 15,4-2 0-15,-8 2 0 0,-19 1 0 16,-21 0 0-16,-24 3 0 0,-38-1 0 15,-25-1 0-15,-32-1 0 0,-42-6-1025 16,-33-2-396-16,-29-4-732 0</inkml:trace>
  <inkml:trace contextRef="#ctx0" brushRef="#br0" timeOffset="186391.36">3700 14140 8192 0,'157'24'0'0,"38"-1"0"15,57 1 0-15,6-3 0 16,15-2 0-16,6 3 0 0,8-1 0 15,3 0 0-15,5 0 0 0,-1 2 0 16,-7 2 0-16,-12 0 0 0,-27 2 0 16,-22-1 0-16,-32-2 0 0,-33 1-321 15,-35-7-875-15,-45-5-213 0,-25-4-3161 0</inkml:trace>
  <inkml:trace contextRef="#ctx0" brushRef="#br0" timeOffset="186670.2">4130 15016 8192 0,'223'14'0'0,"44"-1"0"0,49 3 0 15,-12-2 0-15,6 1 0 0,-6 3 0 16,0 2 0-16,-15 2 0 0,-14 0 0 16,-14 2 0-16,-24-3 0 0,-26-2 0 15,-23-2 0-15,-30-5-549 16,-53-3-1424-16,-20-9-728 0</inkml:trace>
  <inkml:trace contextRef="#ctx0" brushRef="#br0" timeOffset="186946.76">3059 15471 3993 0,'42'24'4199'0,"47"2"-4199"15,47 2 0-15,44-1 0 0,39-5 0 16,29 0 0-16,25 0 0 0,16 2 0 16,17 0 0-16,13 3 0 15,1 1 0-15,2 0 0 0,-5 2 0 16,-20 2 0-16,-22 1 0 0,-25 1 0 16,-35 0 0-16,-31-2 0 0,-35-3 0 15,-39-4-837-15,-42-7-904 0,-31-6-1176 16</inkml:trace>
  <inkml:trace contextRef="#ctx0" brushRef="#br0" timeOffset="187212.31">3210 16714 8192 0,'180'47'0'16,"45"-2"0"-16,57 4 0 15,11-7 0-15,17 0 0 0,11-2 0 16,-3 0 0-16,-8 2 0 0,-10-3 0 16,-27 1 0-16,-11 3 0 0,-24 1 0 15,-19 3 0-15,-25 6 0 0,-24 3-525 16,-30 1-531-16,-18-1 167 15,-39-15-159-15,-19-4-2362 0</inkml:trace>
  <inkml:trace contextRef="#ctx0" brushRef="#br0" timeOffset="189533.51">8155 13258 2429 0,'0'0'2513'15,"0"0"-1361"-15,0 0-812 0,0 0-31 16,0 0 299-16,0 0-292 0,0 0-100 15,41-51 0-15,-4 18-208 0,13-5 8 16,16 0-4-16,2 5-12 16,11 1 0-16,6 1 28 0,6 4 1 15,8 3-29-15,4 7 0 0,3 5 0 16,-7 5 0-16,-4 5 0 0,-10 5 0 16,-7 9 0-16,-5 9 0 0,-14 6 0 15,-1 8 0-15,-12 5 0 16,-7 3 0-16,-10 0 0 0,-8 1 0 15,-9-2 0-15,-6-4 0 0,-2-2 0 16,-8-4-17-16,-8-6-27 0,-5-4-32 16,-14-3-28-16,0-5 52 0,-6-6-40 15,-8-7-20-15,1-2 32 0,3-10 8 16,4-3 56-16,6-2 16 0,8-3 16 16,4-1-8-16,7-3-8 15,6-2 24-15,6 1-8 0,2 1-16 16,23 1 36-16,8 2-20 0,18 3-16 15,11 1 52-15,9 4-24 0,7 6 40 16,-3 6 92-16,-3 2-128 16,-10 7-32-16,-12 3-40 0,-11-2-460 15,-16-3-569-15,-13-1-4465 0</inkml:trace>
  <inkml:trace contextRef="#ctx0" brushRef="#br0" timeOffset="190276.91">8213 14218 5046 0,'0'0'1973'0,"27"58"-1545"15,8-27-260-15,12-12 48 0,7-6-184 16,8-7 8-16,6-6-40 0,7-8-52 16,9-9-68-16,-1-5-76 0,2-7 168 15,-5-3 28-15,-3-3 0 0,-7-1 20 16,-8 4 8-16,-10-2 224 0,-5-1-144 16,-9 2 0-16,-14-3-40 0,-7 1-60 15,-11 1-8-15,-10 5 0 16,-8 3-60-16,-15 6-68 0,-4 5-24 15,-11 5 56-15,-5 8 24 0,-1 5-200 16,3 10 168-16,8 9 56 0,10 8 40 16,10 4-40-16,7 5 44 0,10 4 4 15,10 1 32-15,7 2 40 0,8-1 8 16,8-3-64-16,2-3-16 16,12-7 0-16,1-6 4 0,6-7-4 15,1-6 32-15,3-6-32 0,-4-6 96 16,0-5 200-16,-3-10-128 15,1-8 8-15,-8-5-63 0,-3-5-113 16,-4-6 0-16,-6-1 0 0,-6-6 0 16,-13-6-165-16,-12 1-699 0,0 11-929 15,-6 6-2221-15</inkml:trace>
  <inkml:trace contextRef="#ctx0" brushRef="#br0" timeOffset="190819">8287 15195 6747 0,'0'0'1020'0,"0"0"-595"0,0 0-425 16,31-43 0-16,6 8 0 0,11-9 0 15,8-2 0-15,4 4 0 16,6 3 0-16,10 4 0 0,7 6 0 16,-5 11 0-16,1 8 0 0,0 10 0 15,-5 10 0-15,-6 15-37 0,-4 6-23 16,-2 9 56-16,-10 2-8 15,2 1 12-15,-3-1 48 0,1 0-40 16,-4-6-8-16,-5-1 0 0,-6-7 0 16,-6-4-24-16,-14-5 20 0,-7-6-32 15,-2-4 36-15,-8-4 0 0,0-3-32 16,0 0-248-16,0-2-392 0,-4-2 160 16,-2-9-129-16,2-1-1100 15,-6-6-956-15</inkml:trace>
  <inkml:trace contextRef="#ctx0" brushRef="#br0" timeOffset="191447.86">8223 15859 6106 0,'0'0'20'0,"-52"-5"364"0,36 1-47 15,5 2 235-15,7-1-248 0,4 1-120 16,0-5 41-16,15-4-245 0,16-8 0 16,16-4 0-16,13-5 0 0,13-1 0 15,-5 4 0-15,6 1 0 0,3 8 0 16,-7 9 0-16,-2 7 0 15,-4 14-85-15,-4 12-123 0,-6 7 92 16,-11 8 96-16,-1 3 8 0,-7 0-228 16,-12 0-64-16,1-1-240 0,-7-6 39 15,-7-4 21-15,-3-6-200 0,-7-6 584 16,-13-3 100-16,-8-9 124 16,-7-4 80-16,-12-5 12 0,-1-3 144 15,-7-5-284-15,-3-3-12 0,3-1-4 16,5-2-52-16,1-4 88 0,7 1 216 15,13 1-155-15,5-1-29 0,17 2 36 16,2 1-128-16,15 1-12 0,14 1-24 16,10 5-8-16,17 3 8 15,10 4 144-15,4 1 76 0,9 6 120 16,8 2 36-16,-6 3-376 0,-3 2 12 16,-3 2-12-16,-13 3 0 0,-11 1-8 15,-7 1-52-15,-13-1-132 0,-16 1-260 16,-7-5-1309-16,-10-2-768 0</inkml:trace>
  <inkml:trace contextRef="#ctx0" brushRef="#br0" timeOffset="192277.21">7640 16844 3289 0,'0'0'168'0,"48"9"84"0,-28 4 461 0,1 5-317 0,0 4 4 16,6 5 400-16,6 3-312 15,4 1-119-15,8-1 151 0,9 1-328 16,4-6-64-16,8-4-68 0,-2-5-60 16,-2-4-64-16,-2-7-408 0,6-5 120 15,-8-5 116-15,6-10 23 16,-6-5 189-16,-4-8 24 0,2-2 136 16,-13-7 13-16,-2 0 23 0,-8 0 68 15,-8-1-148-15,-4 2 32 0,-15-1 148 16,-6 4-216-16,-2 5-24 0,-2 6-32 15,-2 10-4-15,-5 8-36 0,-9 8-200 16,-7 11 32-16,-8 7-52 16,-9 10-197-16,-1 6 121 0,8 1 132 15,4-4 128-15,12-3 76 0,11-5 8 16,10-2 60-16,12-4-64 0,9 0 8 16,10-2 60-16,10-1 24 0,0-5 72 15,13-6 165-15,8-2-153 0,2-5-16 16,11-8 88-16,1-8-172 15,5-5 12-15,-9-9 108 0,-8 2-88 16,-6-6 32-16,-17-1 128 0,-3 3-199 16,-14 2-73-16,-11 3 0 0,-9 4 0 15,-8 0 0-15,-17 6 0 16,-10 8 0-16,4 3-657 0,-10 8-4273 0</inkml:trace>
  <inkml:trace contextRef="#ctx0" brushRef="#br1" timeOffset="197191.64">6090 12401 1512 0,'0'0'2641'0,"0"0"-1668"16,0 0-105-16,0 0 177 0,0 0-449 15,0 0-184-15,-4 50-267 16,-9-8-145-16,-1 12 0 0,-1 6 0 15,3 1 0-15,2 4 0 0,1 5 0 16,1 0 0-16,4 2 0 0,-2 3 0 16,2 1 0-16,4 0 0 0,-5-4 0 15,-1-3 0-15,6-9 0 0,-6-13 0 16,6-11 0-16,0-12 0 0,6-10 0 16,-6-8 0-16,4-4 0 15,-2-2-25-15,3-6-343 0,-5-10 4 16,0-6-416-16,-7-4 99 0,-3-1 165 15,-4 5 40-15,-3 5 476 0,-2 5 16 16,3 5 500-16,3 6-32 16,3 1-88-16,2 3 333 0,2 1-325 15,-1-2-156-15,7 2 48 0,-4 5-264 16,0 3-20-16,2 6-12 0,2 3 0 16,0 4 0-16,-4 0 0 15,4-1-52-15,-2-3 52 0,2-4 0 16,0-5 4-16,0-6-4 0,2-3 125 15,-2-2-125-15,4-1 0 0,-4-4 0 16,6-11 0-16,3-11 0 0,-1-8 0 16,6-4 0-16,-3 0 0 0,-1 8 0 15,4 2 0-15,3 7 0 0,0 5 0 16,3 5 0-16,-3 8 0 0,-1 3 0 16,3 7 0-16,-9 1-577 15,-2 6-3381-15</inkml:trace>
  <inkml:trace contextRef="#ctx0" brushRef="#br1" timeOffset="197620.62">5937 14333 6514 0,'0'0'1109'0,"0"0"-597"0,0 0-455 0,0 0-57 16,-21 56 0-16,11-15 0 0,-1 9 0 15,1 4 0-15,2 0 0 0,2 3 0 16,4 6 0-16,-1 0 0 0,1 3 0 16,-4 4 0-16,2-5 0 15,-2-3 0-15,2-9 0 0,-2-10 0 16,1-11 0-16,5-12 0 0,0-12 0 15,0-8 0-15,0-12-477 0,0-3-2016 16,0-9 20-16</inkml:trace>
  <inkml:trace contextRef="#ctx0" brushRef="#br1" timeOffset="197853.65">5881 14465 2305 0,'0'0'3449'16,"-52"6"-2568"-16,15-4 67 0,-4-1-616 16,-7 3-160-16,1 2-67 0,-1 2-105 15,5 3 0-15,5 2 0 0,10-2 0 16,9-1 0-16,15-3 0 16,0 4 0-16,12 3 0 0,11-1 0 15,9 1 0-15,6-3 0 0,3-11-105 16,4-4-507-16,5-9-132 0,-9 0-1389 15,-6-2-601-15</inkml:trace>
  <inkml:trace contextRef="#ctx0" brushRef="#br1" timeOffset="197977.37">5875 14422 2857 0,'0'0'3333'15,"0"0"-2272"-15,0 0-437 0,0 0-307 16,0 0-317-16,0 0 0 16,0 0 0-16,49 38 0 0,-20-5 0 15,-2 0 0-15,-6-2 0 0,2-6 0 16,-3-3 0-16,-1-6 0 0,-9-8 0 15,-4-3-1501-15</inkml:trace>
  <inkml:trace contextRef="#ctx0" brushRef="#br1" timeOffset="209331.06">9296 13043 2305 0,'0'0'1176'0,"0"0"13"15,0 0-633-15,0 0-60 0,0 0 152 16,35 3-423-16,-29-3-93 0,5 0-80 15,-5 3-40-15,-2 2-12 0,2 2 0 16,-6 4-60-16,0 0-56 0,-6-2 11 16,2 1 89-16,-2-2 16 0,-9 0 36 15,3 2-28-15,-3-5 25 0,5-4 51 16,0-1-64-16,3-6 16 0,1-7 16 16,2-3-48-16,-2-2 4 15,6-2 48-15,0 3-36 0,0 0 8 16,10 1 24-16,-4 3-44 0,5 3 68 15,-1 4 176-15,2 1-60 0,-1 4 12 16,3 1 80-16,-3 6-144 16,-1 0-35-16,0 2-105 0,1 2 0 15,-5-1 0-15,0 2 0 0,-2 2 0 16,-4-3 0-16,0 1 0 0,-6 0 0 16,2-2 0-16,-7-1 0 15,1-3 0-15,0-4-253 0,4-1-1123 16,-1-4-910-16</inkml:trace>
  <inkml:trace contextRef="#ctx0" brushRef="#br1" timeOffset="210184">9273 14031 2793 0,'0'0'1857'0,"0"0"-409"0,0 0-819 16,0 0-9-16,39-4 144 0,-20 0-683 15,-7 0-81-15,3 0 0 0,-5 3 0 16,-4 1 0-16,-1 0 0 0,-3 3 0 16,-2 7 0-16,0 9 0 15,-7 1 0-15,-3 3 0 0,-6-4 0 16,1-6 0-16,3-3 0 0,8-4 0 15,-3-3 0-15,3-3 0 0,4 0 0 16,-6-6 0-16,6-6 0 0,0-3 0 16,0-2 0-16,0-1 0 0,6 7 0 15,-6 5 0-15,0 3 0 0,0 3 0 16,0 2-501-16,0 2-451 16,-4 2-2630-16</inkml:trace>
  <inkml:trace contextRef="#ctx0" brushRef="#br1" timeOffset="210695.42">9290 14775 5674 0,'0'0'732'0,"0"0"-523"0,0 0 555 0,0 0-456 15,0 0-172-15,33 37 76 0,-23-30-55 16,-2 0-157-16,-1 0 0 0,3 3 0 16,-4 4 0-16,-6 4 0 15,0 1 0-15,-10 1 0 0,-3-2 0 16,-1-6 0-16,-1-2 0 0,3-5 0 15,-2-5 0-15,7 0 0 0,-3-6 0 16,4-6 0-16,2-4 0 0,4-4 0 16,4-2 0-16,2 3 0 0,8-1 0 15,-1 4 0-15,1 2 0 16,-3 6 0-16,-1 7 0 0,-4 2 0 16,-2 11-365-16,-4-1-711 0,0 3-437 0</inkml:trace>
  <inkml:trace contextRef="#ctx0" brushRef="#br1" timeOffset="211221.73">9331 15554 4345 0,'0'0'1477'0,"0"0"-588"0,0 0 139 15,0 0-575-15,0 0-453 0,0 0 0 16,0 0 0-16,33 3 0 0,-29 1 0 15,2 1 0-15,-1 2 0 0,-3 2 0 16,2 3 0-16,-4 4 0 0,0 3 0 16,-11 2 0-16,-5-1 0 0,-5-1 0 15,1-1 0-15,-1-3 0 0,0-2 0 16,5-3 0-16,-1-4 0 16,7-3 0-16,6-3 0 0,4-9 0 15,4-2 0-15,2-2 0 0,8 0 0 16,3 3 0-16,-3 0 0 15,-1 3-509-15,-3 2-3233 0</inkml:trace>
  <inkml:trace contextRef="#ctx0" brushRef="#br1" timeOffset="211689.65">9306 16181 4734 0,'0'0'748'0,"0"0"-240"0,11 42 229 15,-5-35-329-15,-2-2-4 0,2 1 104 16,2 1-363-16,-6 3-145 0,-2 2 0 15,-6 6 0-15,-8 2 0 0,-3 0 0 16,-6-1 0-16,3-3 0 0,-1-3 0 16,0-4 0-16,7-4 0 15,8-4 0-15,0-1 0 0,6-3 0 16,2-7 0-16,12-5 0 0,7-1 0 16,-1 3-325-16,1 6-439 0,-8 4-457 15,-3 3-4345-15</inkml:trace>
  <inkml:trace contextRef="#ctx0" brushRef="#br1" timeOffset="212166.73">9118 17166 2621 0,'0'0'2909'0,"0"0"-1876"0,0 0-521 0,0 0 372 0,0 0-651 16,0 0-233-16,0 0 0 0,35 25 0 15,-14-8 0-15,0-1 0 16,-1 2 0-16,-3-4 0 0,-1 4 0 16,-5-1 0-16,-1-2 0 0,-6 2 0 15,2-2 0-15,-6-1 0 0,0 2 0 16,-6-4 0-16,2-3 0 0,-2-4 0 15,-3-4 0-15,-1-2 0 0,-2-10 0 16,1-3 0-16,-3-5 0 0,4-2 0 16,3-2 0-16,-3 4-285 15,0 3-635-15,8 3 3 0,-2 4-283 16,-3 4-2798-16</inkml:trace>
  <inkml:trace contextRef="#ctx0" brushRef="#br1" timeOffset="-210170.82">20101 5945 3481 0,'0'0'1585'0,"0"0"-1405"0,53 27-156 16,-5-13-4-16,14 2-12 0,10-1 60 16,9 0-68-16,14 5 8 0,4-1-4 15,0 4 4-15,-3 1-8 16,-5 3 4-16,-13-2 0 0,-16-3-8 16,-8-4-92-16,-15-1-376 0,-18-8-41 15,-3-1-1295-15</inkml:trace>
  <inkml:trace contextRef="#ctx0" brushRef="#br1" timeOffset="-209907.38">21161 5898 4978 0,'0'0'348'0,"0"0"28"0,0 0-16 15,-27 36-212-15,29-24 8 0,9 4 85 16,9 2-93-16,9 1-36 0,11 1 4 16,3 0-112-16,4 0 12 0,-1 2-4 15,-9-1-8-15,-6 4-8 16,-12-2-56-16,-11 1-152 0,-12-3 52 16,-15-1 59-16,-12 0-43 0,-14 0-28 15,-5 1 44-15,-6-2-24 0,13-5-220 16,-2-2-1285-16</inkml:trace>
  <inkml:trace contextRef="#ctx0" brushRef="#br1" timeOffset="-200705.5">21502 1108 2253 0,'0'0'1148'15,"0"0"-412"-15,0 0-375 0,0 0 83 16,0 0 288-16,0 0-368 0,0 0-72 16,0 0 37-16,0 0-237 0,0-16 0 15,0 15 72-15,0 0-104 0,0 1 4 16,0-1 12-16,0 0-68 16,2 1-4-16,4-2 68 0,5 0-56 15,7 0 48-15,13-2 100 0,9-1-72 16,7 1 24-16,11 1 112 15,6 0-128-15,-2-1-16 0,17-1-47 16,10-2-37-16,6-2 0 0,8 1 0 16,7-2 0-16,-3 3 0 0,1 3 0 15,-1 4 0-15,-1 0 0 0,1 6-53 16,-12-1-235-16,-8 1-136 0,-11-4-889 16,-22-2-496-16,-8-3-1712 0</inkml:trace>
  <inkml:trace contextRef="#ctx0" brushRef="#br1" timeOffset="-128676.08">3243 12700 3401 0,'0'0'1697'15,"0"0"-1541"-15,62-22-84 0,-20 11 40 16,1 1 136-16,0 4-160 0,3-1-8 16,-3 6 80-16,3 1-108 0,3 0 28 15,7 5 112-15,-2 4-88 0,4 1 21 16,4 3 55-16,-2 3-100 16,6-3 20-16,2 4 12 0,5-3-88 15,1 0 28-15,2-1 16 0,5-1-64 16,4-4 20-16,4 1 0 0,0-5-8 15,6-1-16-15,0-2 16 16,0-1-4-16,4-1-12 0,2 0 72 16,-1 0-44-16,3 1 36 0,-2 0 68 15,1 1-84-15,3 0 12 0,-2 0 28 16,3 0-84-16,-1-1 20 0,1 0 0 16,3-1-20-16,3-3-4 0,-3 1 0 15,5 2 0-15,-2-1 0 0,-1 2 0 16,3 0 4-16,2 3-4 15,-1 1 0-15,-3 0 0 0,6 2 0 16,0 0 8-16,-2 0 4 0,-1 1-12 16,-1-1 72-16,-2 5-52 0,-3-4 12 15,-3 1-8-15,-7-2-12 0,0-5-12 16,-4 2 4-16,0-3-4 16,-10-3 0-16,-2-2-116 0,-9-4-428 15,-22 2-152-15,-9-7-1758 0</inkml:trace>
  <inkml:trace contextRef="#ctx0" brushRef="#br1" timeOffset="-127839.98">8467 12912 6206 0,'0'0'1185'0,"0"0"-549"0,0 0-471 16,-12-64-165-16,5 14 0 16,-3-9 0-16,0-10 0 0,-5-4 0 15,5-9 0-15,-7-12 0 0,7-9 0 16,-4-12 0-16,1-9 0 0,-3-8 0 15,1-5 0-15,-1-6 0 0,-5-3 0 16,-4 0 0-16,2 4 0 0,-1 4 0 16,1 5 0-16,-2 10 0 15,-2 3 0-15,6 9-321 0,-3 5-707 16,1 4 107-16,8 30-31 0,-1 1-1021 0</inkml:trace>
  <inkml:trace contextRef="#ctx0" brushRef="#br1" timeOffset="-127132.1">8264 11319 6939 0,'0'0'1120'0,"-49"-36"-987"0,26 0-133 16,6-11 0-16,-1-9 0 0,1-11 0 16,7-9 0-16,4-7 0 0,0-6 0 15,6-4 0-15,0-8 0 0,0-6 0 16,2-1 0-16,2-1 0 16,-4 6 0-16,0 5 0 0,-6 2 0 15,-3 1 0-15,-1 2 0 0,0 3 0 16,1 6 0-16,1 7-125 0,2 6-439 15,0 7-52-15,-5 8-629 0,3 4 125 16,2 16-65-16,0 3-2136 0</inkml:trace>
  <inkml:trace contextRef="#ctx0" brushRef="#br1" timeOffset="-126392.91">7692 9377 4442 0,'0'0'912'0,"0"0"-336"0,6-39-168 16,17 22-83-16,16-3-237 0,15-1 12 16,20-5 64-16,15-1-140 0,10-2-8 15,17 0-12-15,14 0-4 16,13 0 0-16,10 4 0 0,10 1-12 15,15 6 12-15,6 0-4 0,14 4-4 16,7 0 8-16,6 1 0 0,16 0 0 16,5 2 0-16,14 0 20 0,6 3-4 15,4-1 0-15,13-1 96 16,4 0-40-16,10 0 8 0,2-2-8 16,9-1-68-16,1-2-4 0,3 0 12 15,2-1-12-15,0 0 0 0,-1 2 12 16,1 0-4-16,0 1-8 0,-3 0 60 15,7 1-40-15,-8 1 56 0,-3 0 92 16,-3 0-76-16,-1 0 24 0,-6-1 85 16,1-1-201-16,-16 0 0 0,-9-2 0 15,-17 1 0-15,-17 1 0 16,-21 1 0-16,-20 1 0 0,-20 1 0 16,-28 2 0-16,-16-1-165 0,-25 1 29 15,-18 0-160-15,-24-1-88 0,-15-2-68 16,-24-4-969-16,-8 2-312 15,-10-2-1292-15</inkml:trace>
  <inkml:trace contextRef="#ctx0" brushRef="#br1" timeOffset="-126078.85">18581 8786 7239 0,'0'41'60'0,"7"14"-20"16,5 13-28-16,-2 5-12 0,-4 7 0 16,-3 9-252-16,-6 9 44 15,-9 8 88-15,2 8 96 0,-7 5 24 16,-3 12 0-16,-1 6 4 0,0 8-4 16,-6 6 0-16,-4 3-4 15,-4 4 4-15,-2 5 212 0,0 3 20 16,8 2 88-16,4 1 361 0,4 0-681 15,11 1 0-15,4-4 0 0,2-1 0 16,0-2 0-16,1-12 0 16,-3-6 0-16,2-11 0 0,-6-13 0 15,-1-8 0-15,1-15 0 0,-11-14 0 16,1-14-85-16,-1-15-439 0,0-21-749 16,9-13-151-16,-2-13-213 0</inkml:trace>
  <inkml:trace contextRef="#ctx0" brushRef="#br1" timeOffset="-125696.67">18058 12786 6482 0,'42'35'1129'0,"26"-1"-649"0,33 5-379 0,25-8-101 16,25-6 0-16,23-7 0 15,20-4 0-15,23-2 0 0,19-3 0 0,16 2 0 16,11-1 0-16,14 3 0 0,8 3 0 15,6 2 0-15,1 4 0 16,-1 4 0-16,-12 3 0 0,-14 3 0 16,-23-1 0-16,-25 1 0 0,-27-2 0 15,-31-2 0-15,-29 0 0 0,-28-6-301 16,-38-8-1556-16,-25-9-884 0</inkml:trace>
  <inkml:trace contextRef="#ctx0" brushRef="#br1" timeOffset="-124498.64">18114 16572 7511 0,'-2'74'56'0,"4"0"44"0,11 14-32 15,3-5-64-15,3 2-8 0,-3 7-32 16,-3 4-56-16,-5 7 92 16,-2 6 20-16,-6 4-16 0,0 2 92 15,0-14 248-15,-4 3-223 0,-2 4-121 16,0-3 0-16,-1 14 0 0,-1-21 0 15,4-7 0-15,-2-11 0 16,4-9 0-16,-7 4 0 0,-1-11 0 16,-6-9 0-16,-1-17-2186 0,-24 0-1495 0</inkml:trace>
  <inkml:trace contextRef="#ctx0" brushRef="#br1" timeOffset="-123918.46">8533 17908 5786 0,'6'58'372'0,"-6"3"109"0,4 14-157 16,-4 4-320-16,0-9-8 0,-4-6-477 15,-2-19-647-15,-10-6-973 0</inkml:trace>
  <inkml:trace contextRef="#ctx0" brushRef="#br1" timeOffset="-123035.6">8822 9186 5974 0,'0'0'633'0,"0"0"-177"0,0 0 72 15,0 0-268-15,0 0-16 0,0 0-147 16,11 47-97-16,-5 4 0 0,8 16 0 15,3 10 0-15,4 6 0 0,6 12 0 16,-1 9 0-16,5 15 0 16,5 8 0-16,-3 5 0 0,2 5 0 15,-2 0 0-15,-2 3 0 0,-4 0 0 16,-2-3 0-16,-3-1 0 16,-1-6 0-16,0-6 0 0,-5-4 0 15,-1-15 0-15,-5-12 0 0,0-16 0 16,1-22 0-16,1-20 0 0,3-22 0 15,1-16 0-15,5-32 0 0,-1-23 0 16,1-29 0-16,2-26 0 0,2-23 0 16,-3-16 0-16,7-12 0 15,0-9 0-15,2-2 0 0,6 1 0 16,5 6 0-16,3 7 0 0,-1 11 0 16,-3 9 0-16,-4 11 0 0,-12 18 0 15,-8 9 0-15,-11 11 0 0,-10 9 0 16,2 24-1662-16,-9 5-1803 0</inkml:trace>
  <inkml:trace contextRef="#ctx0" brushRef="#br1" timeOffset="-122601.96">10871 9153 7991 0,'0'0'72'0,"37"49"57"16,-10 1-129-16,4 18 0 0,-6 11 0 16,-9 6 0-16,5 7 0 0,0 10 0 15,1 7 0-15,5 10 0 0,2 5 0 16,0 10 0-16,0 6 0 0,-6 7 0 15,2 6 0-15,-5-1 0 0,-1-8 0 16,6-9 0-16,0-17 0 16,1-21 0-16,1-19 0 0,0-26 0 15,0-20 0-15,-2-21 0 0,-4-17 0 16,-1-31 0-16,-3-22 0 16,-5-29 0-16,-1-22 0 0,-1-19 0 15,4-12 0-15,11-10 0 0,8-9 0 16,11-1 0-16,7 2 0 0,7 2 0 15,0 6 0-15,0 11 0 0,0 9 0 16,0 12 0-16,-13 14 0 0,-8 11 0 16,-6 9 0-16,-8 9 0 15,-13 20-1025-15,-1 4-1496 0</inkml:trace>
  <inkml:trace contextRef="#ctx0" brushRef="#br1" timeOffset="-122136.67">13287 8994 7207 0,'17'50'985'0,"8"8"-985"0,2 15 0 16,0 8 0-16,-7 13 0 15,-5 13 0-15,-3 14 0 0,-6 11 0 0,5 9 0 16,3 4 0-16,3 1 0 16,3-3 0-16,5-2 0 0,-2-7 0 15,4-9 0-15,-2-16 0 0,-5-17 0 16,-3-14 0-16,-1-14 0 0,-7-17 0 15,-3-14 0-15,-2-13 0 16,-4-13 0-16,2-11 0 0,6-24 0 16,5-24 0-16,3-27 0 0,9-25 0 15,8-17 0-15,2-22 0 0,9-18 0 16,7-11 0-16,11-11 0 16,9 1 0-16,1 4 0 0,2 6 0 15,5 10 0-15,-5 14 0 0,-6 11 0 16,-5 16 0-16,-12 12 0 0,-3 13 0 15,-11 13 0-15,-10 10-185 0,-13 22-1235 16,-3 8-1086-16</inkml:trace>
  <inkml:trace contextRef="#ctx0" brushRef="#br1" timeOffset="-121579.03">15611 8946 3301 0,'0'0'2697'0,"0"0"-1776"0,0 0-509 0,0 0-232 0,-17 49-180 16,32 13 4-16,1 23-4 0,5 24 56 15,-4 11-16-15,9 14 60 0,5 13 144 16,0 8-124-16,7 9-3 0,-3 1-117 15,-2 1 0-15,-2-4 0 0,2-4 0 16,-2-6 0-16,-4-8 0 16,4-13 0-16,-4-14 0 0,2-19 0 15,-7-26 0-15,-1-19 0 0,-4-24 0 16,-3-17 0-16,-2-17 0 16,-7-23 0-16,-5-27 0 0,0-26 0 15,0-25 0-15,0-21 0 0,10-14 0 16,21-9 0-16,21-7 0 0,12-3 0 15,10 0 0-15,5 1 0 0,10 3 0 16,-1 4 0-16,1 9 0 0,-4 5 0 16,0 11 0-16,0 8 0 0,-3 4 0 15,3 11 0-15,-11 11-137 16,-22 28-1227-16,-6 8-613 0</inkml:trace>
  <inkml:trace contextRef="#ctx0" brushRef="#br1" timeOffset="-119615.53">13875 18509 4209 0,'0'0'52'0,"28"-80"-12"16,-3 17 4-16,8-13 209 0,-2 1 283 15,7-3-268-15,-3-3-24 0,16-19 256 16,-1-5-180-16,8-5-19 16,4-1 55-16,-8 10-196 0,3 1 52 15,-5 2 52-15,0 4-256 0,-5 7-4 16,-3 10-4-16,-3 13-208 0,-10 12 36 15,-6 17-144-15,-9 13 0 16,-9 12 31-16,-1 7 57 0,-6 3 180 16,8 10 48-16,-2 9 124 0,5 13 4 15,5 12-3-15,1 12-25 0,1 10-80 16,3 17-16-16,-2 14 20 16,-1 16-12-16,-1 10-12 0,-1-8 16 15,1 5-8-15,-3 1-8 0,-3-2 296 16,5 13-128-16,-1-22 60 0,-3-8 64 15,-2-6-224-15,1-10 60 0,-1 0-72 16,-6-16-56-16,2-23-124 0,-1-21-708 16,-5-16-597-16,-5-21-1216 0</inkml:trace>
  <inkml:trace contextRef="#ctx0" brushRef="#br1" timeOffset="-119089.64">16320 18515 5502 0,'0'0'464'0,"0"0"32"0,-12-50-456 0,12-1 4 16,6-16 117-16,10-16-109 0,9-7-4 15,2-11 12-15,10-25-52 16,0-5-8-16,5-2 4 0,-1-1-4 16,-4 23-40-16,7 8-273 0,3 9 29 15,-1 13 88-15,1 17-24 0,-5 15 204 16,-5 13 16-16,-4 12 308 0,-2 10 24 16,-2 13-43-16,0 9 151 0,2 19-176 15,4 17-36-15,-2 19 0 16,-2 17-168-16,0 16-4 0,-4 15 20 15,-4 11-72-15,-5-8 76 0,-1 4-63 16,-7 0-17-16,2-7 0 0,-3 4 0 16,-3-17 0-16,4-19 0 0,-6-24-77 15,-2-21-939-15,-2-8-521 0</inkml:trace>
  <inkml:trace contextRef="#ctx0" brushRef="#br1" timeOffset="-118422.14">9201 18032 3833 0,'0'0'1921'0,"43"-31"-1048"0,-14-5-493 0,15-23-64 0,3-17 128 16,11-12-380-16,6-10-48 16,2-3-4-16,2-4-12 0,3-7-12 15,1 1-88-15,-8 4-116 0,-2 5-8 16,-4 12-120-16,-6 15 108 0,-1 17 47 15,-7 23-111-15,-7 18 48 16,-2 22 24-16,-2 22 8 0,2 22 220 16,-2 16 144-16,5 18 280 0,-3 13-204 15,-2 11-48-15,-2 10 121 0,-4 4-137 16,-11 1 8-16,-8-4 48 16,-5-17-212-16,-6-2-116 0,-7-7-793 15,4-25-739-15,-13 14-1202 0</inkml:trace>
  <inkml:trace contextRef="#ctx0" brushRef="#br1" timeOffset="-107673.96">13635 12709 2209 0,'0'0'2717'15,"0"0"-1753"-15,0 0-267 0,0 0 247 16,0 0-436-16,0 0-355 15,0 0-153-15,6 64 0 0,-6-22 0 16,4 2 0-16,-4 1 0 0,0 2 0 16,0 0 0-16,0 1 0 0,0-2 0 15,0-4 0-15,0-6 0 0,0-5 0 16,0-8 0-16,0-8 0 16,0-8 0-16,0-7-981 0,-4 0-400 15,4-16-748-15</inkml:trace>
  <inkml:trace contextRef="#ctx0" brushRef="#br1" timeOffset="-107519.11">13629 12672 6158 0,'0'0'437'0,"0"0"283"16,0 0-172-16,0 0-219 0,0 0-329 16,57 5 0-16,-26-11 0 0,7-4 0 15,-1-6 0-15,0 1 0 0,0-1 0 16,-6 5 0-16,0 1 0 0,-14 5-1117 15,-1 2-1192-15</inkml:trace>
  <inkml:trace contextRef="#ctx0" brushRef="#br1" timeOffset="-107332.75">13707 12964 3881 0,'0'0'2906'15,"0"0"-2434"-15,0 0 72 0,0 0-155 16,48 12-389-16,-26-10 0 0,3-1 0 16,-2-1 0-16,2-1 0 0,6-6 0 15,0-5 0-15,2-4 0 0,-2-8-741 16,-6 5-1668-16,-7-5-2173 0</inkml:trace>
  <inkml:trace contextRef="#ctx0" brushRef="#br1" timeOffset="-107153.84">14058 12598 7231 0,'0'0'832'0,"0"0"-703"15,-8 52-129-15,8-22 0 0,0 5 0 16,0 4 0-16,0 7 0 16,4 4 0-16,-4 5 0 0,-4 2 0 15,2-4 0-15,-6-3 0 0,8-8 0 16,0-10 0-16,0-10 0 15,0-9 0-15,4-7-689 0,2-9-2989 0</inkml:trace>
  <inkml:trace contextRef="#ctx0" brushRef="#br1" timeOffset="-106682.58">14321 12960 5722 0,'0'0'1061'0,"0"0"-169"0,-25-41-375 16,15 21-517-16,4-1 0 0,2 5 0 16,-1 8 0-16,3 2 0 0,-2 5 0 15,4 1 0-15,-4 1 0 0,2 12 0 16,2 16 0-16,0 9 0 0,0 9 0 16,2 0 0-16,8-3 0 0,1-2 0 15,-1-6 0-15,9-7 0 0,-1-11 0 16,7-8 0-16,0-9 0 0,-2-6 0 15,-7-8 0-15,3-7 0 16,-9-3 0-16,-4-3 0 0,-4-3 0 16,-2-2 0-16,-6-2 0 0,-4 1 0 15,0-3 0-15,-1 0 0 0,1 8 0 16,10 2 0-16,0 10-353 16,0 5-467-16,4 6-669 0,0 1-164 15,2 3-976-15</inkml:trace>
  <inkml:trace contextRef="#ctx0" brushRef="#br1" timeOffset="-106308.24">14538 12923 6238 0,'0'0'1193'0,"-4"43"-665"0,4-15-295 16,-2 0-233-16,2 3 0 0,0-2 0 16,2-3 0-16,6-2 0 0,3-5 0 15,-5-4 0-15,4-4 0 0,2-5 0 16,-7-3 0-16,1-3 0 0,-2-3 0 15,6-7 0-15,-4-9 0 16,3-9 0-16,-3-6 0 0,0-1 0 16,-2 3 0-16,0 5 0 0,-2 8 0 15,-2 9 0-15,0 6 0 0,0 4 0 16,0 1 0-16,0 6 0 16,5 8 0-16,1 5 0 0,0 2 0 15,8-1 0-15,-3-6 0 0,5-2 0 16,1-7 0-16,4-4 0 15,-1-2 0-15,-3-3 0 0,1-6 0 16,-5-2 0-16,-3-2 0 0,0-5 0 16,-3-1 0-16,-7-1 0 0,0 0 0 15,-7 2 0-15,-3-1 0 0,0 1 0 16,4 5 0-16,1-1 0 0,5 1-181 16,0 3-1356-16,5 2-736 0</inkml:trace>
  <inkml:trace contextRef="#ctx0" brushRef="#br1" timeOffset="-106011.97">15067 12982 7239 0,'0'0'953'0,"0"0"-953"0,0 0 0 16,0 0 0-16,0 0 0 0,0 0 0 15,0 0 0-15,44-16 0 0,-9 11 0 16,2 1 0-16,2 0 0 15,-4 2 0-15,9 0 0 0,-3-2 0 16,1 1 0-16,-11-1-1750 0,-5 0-1611 0</inkml:trace>
  <inkml:trace contextRef="#ctx0" brushRef="#br1" timeOffset="-105687.02">15656 12459 3109 0,'0'0'1821'0,"0"0"-1017"0,0 0 297 16,0 0-489-16,-37 19-172 0,33 21-135 15,4 15-305-15,4 9 0 0,6 3 0 16,3-3 0-16,1 2 0 16,-1-2 0-16,1-2 0 0,-3-3 0 15,-1-6 0-15,-4-6 0 0,0-6 0 16,-6-9 0-16,0-9-313 16,0-8-1024-16,-6-9-3385 0</inkml:trace>
  <inkml:trace contextRef="#ctx0" brushRef="#br1" timeOffset="-105528.02">15557 12947 4514 0,'0'0'1940'0,"0"0"-1103"0,0 0-33 16,0 0-707-16,44-41-97 0,-20 17 0 16,3-3 0-16,0-3 0 0,4-4 0 15,0-3 0-15,6-4-813 0,-10 9-1560 16,-2 2-465-16</inkml:trace>
  <inkml:trace contextRef="#ctx0" brushRef="#br1" timeOffset="-105235.03">15884 12536 5106 0,'0'0'764'0,"-13"51"-264"15,9-9 205-15,4 2-405 0,0 5-28 16,0 7 48-16,6 1-156 16,3 1-103-16,-3-4-61 0,6-1 0 15,-3-6 0-15,-3-3 0 0,-2-5 0 16,-2-8 0-16,2-10 0 15,-4-10 0-15,0-10 0 0,4-1 0 16,-2-14 0-16,2-14 0 0,7-9 0 16,-1-7 0-16,7 1 0 0,-3 8 0 15,-4 6 0-15,1 10 0 0,-5 10 0 16,-6 5 0-16,4 4 0 0,-2 6 0 16,2 4 0-16,3 7 0 0,3 8 0 15,0 5 0-15,5 1 0 0,-5-3 0 16,-4-3 0-16,7-1 0 15,-5-4 0-15,-2-2 0 0,-2-5 0 16,-2-5 0-16,2-5-441 0,-4-3-980 16,0-3-4413-16</inkml:trace>
  <inkml:trace contextRef="#ctx0" brushRef="#br1" timeOffset="-105015.99">16183 13140 4722 0,'0'0'1704'16,"0"0"-1039"-16,-43-37 147 0,33 13-523 15,-1-2-289-15,11-6 0 0,0 1 0 16,7-1 0-16,7 2 0 0,3 3 0 16,-1 3 0-16,5 4 0 0,-3 6 0 15,1 2 0-15,2 5 0 0,-3 4 0 16,1 1 0-16,-5 4 0 0,-3 1-945 15,-5 3-1580-15</inkml:trace>
  <inkml:trace contextRef="#ctx0" brushRef="#br1" timeOffset="-104718.96">16409 12926 6482 0,'0'0'1069'0,"-50"-11"-428"0,30 7-641 16,5 3 0-16,9 1 0 0,-2 0 0 15,6 2 0-15,-3 6 0 0,5 11 0 16,0 1 0-16,11 5 0 0,-1-2 0 16,7-7 0-16,3-2 0 0,1-5 0 15,4-6 0-15,-3-3 0 0,3-8 0 16,-2-3 0-16,-6-5 0 15,-7-4 0-15,-2-2 0 0,-8 1 0 16,0-4 0-16,-8 3 0 0,-2-1 0 16,-1 4 0-16,3 6 0 0,4 6-469 15,0 5-1268-15,4 2-16 0,0 0-688 0</inkml:trace>
  <inkml:trace contextRef="#ctx0" brushRef="#br1" timeOffset="-104488.99">16570 12916 6378 0,'0'0'1257'0,"-27"55"-773"0,19-25-411 16,8-3-73-16,0-2 0 0,14-6 0 15,7-6 0-15,2-7 0 0,4-6 0 16,4-6 0-16,0-7 0 0,-7-5 0 16,-1-3 0-16,-8-4 0 0,-9 2 0 15,-2 0 0-15,-4 0 0 0,-8 2 0 16,-3-1 0-16,-1 3 0 0,-2 7 0 15,1 6-129-15,3 6-551 0,4 1-697 16,4 1-155-16,-1 5-345 0</inkml:trace>
  <inkml:trace contextRef="#ctx0" brushRef="#br1" timeOffset="-104025.54">16859 12812 6526 0,'0'0'845'0,"0"0"-221"0,0 0-427 16,0 0-197-16,-41-1 0 0,25 20 0 16,-1 6 0-16,3 7 0 0,3-4 0 15,5 0 0-15,2-3 0 0,0-2 0 16,4 1 0-16,0-2 0 0,4-3 0 15,-4-3 0-15,4-4 0 16,-2-5 0-16,-2-4 0 0,0-3 0 16,4 0 0-16,0 0 0 0,3-1 0 15,9-5 0-15,9 0 0 0,-2-2 0 16,-3 3 0-16,1 3 0 16,0 2 0-16,-1 7 0 0,-5 3 0 15,-3 5 0-15,-1 5 0 0,-5 5 0 16,-2 5 0-16,-4 3 0 15,-4 5 0-15,-7 4 0 0,-5 2 0 16,-5 4 0-16,-10 0 0 0,-2 1 0 16,-8-1 0-16,-1-4 0 0,-1-7 0 15,2-7 0-15,-1-9 0 0,11-13 0 16,4-8 0-16,11-13 0 0,6-16 0 16,10-13 0-16,10-14 0 0,11-16 0 15,10-13-289-15,8-15-235 0,6-8-561 16,13-5 97-16,-16 25 43 15,1-3-2140-15</inkml:trace>
  <inkml:trace contextRef="#ctx0" brushRef="#br1" timeOffset="-103746.98">17107 12383 6715 0,'0'0'652'16,"-22"44"-8"-16,3-6-463 0,7 8-181 16,-3 9 0-16,3 2 0 0,4 0 0 15,8-3 0-15,4-1 0 0,2 1 0 16,2-2 0-16,0-3 0 15,-3-6 0-15,3-9 0 0,0-10 0 16,2-12 0-16,5-8 0 0,1-10 0 16,5-10 0-16,4-10 0 0,6-8 0 15,2-2 0-15,2 0 0 0,-2 6 0 16,-2 5 0-16,-4 10 0 0,-4 8 0 16,-2 6 0-16,3 4 0 0,-3 16 0 15,2 8 0-15,2 10 0 0,-5 8 0 16,-7 3 0-16,1 0 0 15,-4-2 0-15,-3 1 0 0,-1-1 0 16,-6 0 0-16,0-11-749 0,-8 0-1800 0</inkml:trace>
  <inkml:trace contextRef="#ctx0" brushRef="#br1" timeOffset="-102812.7">13945 13851 2865 0,'0'0'2725'0,"-4"-35"-1480"15,-3 16-589-15,-3 4-40 0,0 4-531 16,-1 5-85-16,1 6 0 0,-6 8 0 16,5 10 0-16,-1 9 0 0,2 6 0 15,1 5 0-15,9 1 0 0,0-1 0 16,0-3 0-16,9-4 0 15,1-5 0-15,0-7 0 0,1-6 0 16,1-7 0-16,2-6 0 0,-1-6 0 16,5-11 0-16,-1-6 0 0,-1-8 0 15,1-4 0-15,-3 0 0 16,-1 1 0-16,1 5 0 0,1 5 0 16,-5 9 0-16,0 9 0 0,1 6 0 15,1 9 0-15,-1 7 0 0,3 7 0 16,-2 4 0-16,-1 4 0 15,-1-1 0-15,0 1 0 0,-3 0 0 16,-3-5 0-16,2-4 0 0,-6-9 0 16,4-5 0-16,-4-7 0 0,0-1 0 15,0-2 0-15,4-11 0 0,-2-14 0 16,2-8 0-16,3-6 0 0,-3 0 0 16,2 3 0-16,0 5 0 0,5 4 0 15,-7 6 0-15,2 9 0 0,-6 9 0 16,4 4 0-16,-4 2 0 15,6 10 0-15,2 5 0 0,5 5 0 16,-3 0 0-16,1 0 0 0,-1-4 0 16,0 2 0-16,-4-1 0 0,5-2 0 15,-7 0 0-15,0-6 0 16,-2-3 0-16,-2-2 0 0,0-3 0 16,0-2 0-16,0 0 0 0,0-6 0 15,0-12 0-15,0-10 0 0,6-6 0 16,3 0 0-16,1 5 0 15,0 6 0-15,-4 8 0 0,1 7 0 16,-3 4 0-16,-4 4 0 0,4 3 0 16,-2 6 0-16,2 6 0 0,-2 5 0 15,2 1 0-15,-4 0 0 0,6-2 0 16,-1-2 0-16,1 0 0 0,2-2 0 16,-2-1 0-16,5 0 0 0,-1-1 0 15,-4-4-1297-15,5 1-512 0</inkml:trace>
  <inkml:trace contextRef="#ctx0" brushRef="#br1" timeOffset="-102540">14563 14036 6583 0,'0'0'1609'0,"2"-35"-1609"16,2 14 0-16,6-2 0 0,-3-1 0 15,3-2 0-15,-4 1 0 0,4 2 0 16,-5 4 0-16,-1 2 0 15,-4 4 0-15,-4 5 0 0,-1 3 0 16,-1 4 0-16,-8 2 0 0,-5 10 0 16,-1 9 0-16,-1 11 0 0,0 4 0 15,7 5 0-15,8-2 0 0,1-2 0 16,10-5 0-16,9-6 0 0,9-9 0 16,4-9 0-16,10-7 0 0,12-10 0 15,1-10 0-15,-4 1-589 0,-3-7-4301 16</inkml:trace>
  <inkml:trace contextRef="#ctx0" brushRef="#br1" timeOffset="-102182.52">14894 13811 6342 0,'0'0'805'0,"0"0"179"0,-50-39-923 0,33 35-61 15,5 3 0-15,4 1 0 0,-3 6 0 16,5 13 0-16,2 5 0 0,-2 11 0 16,6 4 0-16,6 0 0 0,4 1 0 15,5-2 0-15,1-6 0 16,5-12 0-16,6-8 0 0,0-12 0 16,-2-14 0-16,2-16-929 0,-11 4-388 15,3-11-800-15</inkml:trace>
  <inkml:trace contextRef="#ctx0" brushRef="#br1" timeOffset="-101857.15">15005 13443 2741 0,'0'0'2645'0,"0"0"-1260"15,0 0-889-15,-16 53-84 0,12-8 101 16,4 8-513-16,0 3 0 0,0 0 0 16,0 3 0-16,4 3 0 0,-2 0 0 15,-2-4 0-15,0-5 0 0,4-9 0 16,0-11 0-16,-2-14 0 15,2-10 0-15,2-6 0 0,5-11 0 16,5-12 0-16,5-9 0 0,-2-9 0 16,-1 1 0-16,3 4 0 0,-7 5 0 15,-3 9 0-15,-5 7 0 16,0 7 0-16,-6 5 0 0,0 4 0 16,4 9 0-16,-4 9 0 0,4 6 0 15,-4 1 0-15,2-1 0 0,-2-6 0 16,5-5 0-16,-1-6 0 15,2-3 0-15,4-5 0 0,5-3 0 16,1-6 0-16,1-6 0 0,3-4-1101 16,-5 2-252-16,1 1-332 0</inkml:trace>
  <inkml:trace contextRef="#ctx0" brushRef="#br1" timeOffset="-101593.53">15363 13932 2541 0,'0'0'1648'16,"0"0"-451"-16,0 0 8 0,0 0 396 15,0 0-1601-15,-37-39 0 0,20 33 0 16,-2 2 0-16,3 4 0 15,4 2 0-15,1 3 0 0,3 4 0 16,-2 4 0-16,3 5 0 0,3 7 0 16,4 2 0-16,4 2 0 0,7-1 0 15,-1-2 0-15,7-4 0 16,3-8 0-16,5-6 0 0,-2-3 0 16,4-5 0-16,-2-3 0 0,-3-7 0 15,-7-2 0-15,-5-9 0 0,-4-2 0 16,-6-3 0-16,-2-3 0 15,-8 1 0-15,-5 2 0 0,-5 1 0 16,-3 5 0-16,4 4 0 0,7 7 0 16,2 4 0-16,10 3 0 0,0 2-445 15,0 0-1456-15,10-3-1176 0</inkml:trace>
  <inkml:trace contextRef="#ctx0" brushRef="#br1" timeOffset="-101420.12">15543 13874 8192 0,'0'0'0'0,"-17"51"0"16,11-17 0-16,2 1 0 0,2 1 0 15,2-4 0-15,2-5 0 16,8-6 0-16,5-6 0 0,1-6 0 16,1-9 0-16,1-8-249 0,-5-3-1091 15,-3-10-677-15</inkml:trace>
  <inkml:trace contextRef="#ctx0" brushRef="#br1" timeOffset="-101295.03">15625 13559 6619 0,'0'0'1573'15,"0"0"-1573"-15,0 0 0 0,0 0 0 16,0 0 0-16,0 0 0 0,-4 32 0 16,19-11 0-16,1-1-661 0,5-6-1788 15,-5-1 284-15</inkml:trace>
  <inkml:trace contextRef="#ctx0" brushRef="#br1" timeOffset="-101091.14">15813 13845 7087 0,'0'0'932'16,"0"0"-759"-16,-51-5-173 0,36 13 0 16,3 9 0-16,-3 9 0 0,9 4 0 15,0 4 0-15,6 0 0 0,2-4 0 16,8-3 0-16,5-8 0 15,6-3 0-15,1-7 0 0,9-9 0 16,0-3 0-16,2-7 0 0,-2-3 0 16,0-3 0-16,0 0 0 0,-10 1-1501 15,-8-1-921-15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25:42.628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519 1710 2517 0,'0'0'1993'0,"0"0"-1281"15,0 0-448-15,0 0-80 0,0 0 196 16,0 0 4-16,0 0-55 0,0 0 39 16,6 0-216-16,-4 1-16 0,0 2 40 15,4 3-112-15,3 1 20 0,5 2 88 16,7 3-100-16,10-1 28 0,10-2 5 15,13-3-105-15,16-5 0 16,3-1 0-16,5-1 0 0,-6-1 0 16,3-1 0-16,-1 2 0 0,5-2 0 15,6 1 0-15,-1 1 0 0,3-1 0 16,4 2 0-16,0 0 0 0,2 0 0 16,0 0 0-16,2 2 0 15,-2 0 0-15,4 2 0 0,3-1 0 16,1 0 0-16,2-1 0 0,5 0 0 15,5 0 0-15,11-1 0 0,5-1 0 16,1 0 0-16,2 0 0 16,5-1 0-16,-5-1 0 0,2 1 0 15,1 1 0-15,-1 0 0 0,-4 0 0 16,2 0 0-16,1 1 0 0,-3 1 0 16,2-1 0-16,1 3 0 0,3-1 0 15,5 2 0-15,5-1 0 0,1 0 0 16,0-2 0-16,0 1 0 0,1-1 0 15,1 0 0-15,6 1 0 16,-2-3 0-16,-2 1 0 0,2 1 0 16,2-1 0-16,0 1 0 0,-2-2 0 15,4 1 0-15,2-1 0 0,3 0 0 16,3 0 0-16,2 0 0 0,1 0 0 16,-1 0 0-16,3 0 0 15,1 0 0-15,-7 0 0 0,3 0 0 16,-4 0 0-16,5 0 0 0,-9 0 0 15,9 0 0-15,-5 0 0 0,4 0 0 16,1-1 0-16,-3 1 0 16,7-1 0-16,-5 0 0 0,3 0 0 15,3 1 0-15,-9-2 0 0,7 1 0 16,-3 1 0-16,-5 0 0 0,2-1 0 16,3 1 0-16,-5 0 0 0,-6 0 0 15,0 2 0-15,-4 2 0 0,-8-1 0 16,-7 2 0-16,-7 0 0 0,-10-1 0 15,-5 0 0-15,-6 2-153 16,-17-3-911-16,-29-3-389 0,-10-2-900 0</inkml:trace>
  <inkml:trace contextRef="#ctx0" brushRef="#br0" timeOffset="10398.26">27298 16393 792 0,'0'0'312'0,"0"0"-160"0,0 0-108 16,0 0-32-16,0 0-12 0,0 0-56 15,0 0-16-15,0 0 72 0,0 0 72 16,15-14-28-16,-15 14 308 0,0-2 237 16,0 1-225-16,-2 1-252 15,0-1-12-15,0 0 80 0,2 0-40 16,-2 1 40-16,2 0 160 0,0 0-184 16,2-1 24-16,0 1 241 0,0-2-133 15,0 1-12-15,-2 1 236 16,0-1-172-16,0 1-28 0,0 0 109 15,0 0-269-15,0 0-36 0,0 0 68 16,-2 0-136-16,0 1 8 0,2-1 40 16,-2 0-88-16,2 0 32 0,0 1 40 15,-2-1-60-15,2 0 40 0,0 0 136 16,0 0-92-16,0 0 28 0,0 0 76 16,0 0-140-16,0 0-7 0,0 0-61 15,0 0 0-15,-2 0 0 16,-1-1 0-16,1-1 0 0,-2-1 0 15,-2-1 0-15,-2 0 0 0,-3 0 0 16,-1-1 0-16,2-1 0 0,-1 3 0 16,3-1 0-16,4 3 0 15,-2-3 0-15,-2 0 0 0,-5-3 0 16,-3-2 0-16,-3 0 0 0,-2 0 0 16,-4 1 0-16,3-1 0 0,-5-1 0 15,0 1 0-15,-4-1 0 16,0-1 0-16,0 0 0 0,0-2-17 15,2 1 1-15,0-2 16 0,2-1 0 16,0 0-8-16,0-1 8 0,1-1 0 16,-3 1-4-16,0 2 4 0,-4-3 8 15,-2 3 8-15,-3-1-16 0,1 0 21 16,0 0-21-16,-2-3 0 0,-3 1 0 16,1 0 0-16,-5-1 0 15,3-1 0-15,0 0 0 0,-3 0 0 16,1-1 0-16,-5 2 0 0,0-2 0 15,-1 3 0-15,-3-1 0 0,-2 0 0 16,-4 2 0-16,-2-1 0 0,-2-1 0 16,-2 3 0-16,-2-2 0 15,0 3 0-15,-5-1 0 0,-1 0 0 16,-3-1 0-16,1 0 0 0,-1 2 0 16,1-1 0-16,-1-1 0 0,1 3 0 15,-1-1 0-15,-1 1 0 0,-3-1 0 16,3 2 0-16,-3-1 0 15,-4 1 0-15,3 0 0 0,-5 0 0 16,-4 1 0-16,0 2 0 0,0 1 0 16,-4 0 0-16,0 1 0 0,0 0 0 15,0 3 0-15,2-1 0 0,0 0 0 16,2 1 0-16,0 0 0 0,2-1 0 16,-2 2 0-16,0 0 0 15,0 0 0-15,0-1 0 0,-2 3 0 16,2 0 0-16,-6 1 0 0,-2 0 0 15,-3 0 0-15,5 0 0 0,-2 1 0 16,4 0 0-16,-2-1 0 16,0 0 0-16,-1 1 0 0,7 2 0 15,-2-2 0-15,3 2 0 0,-4 1 0 16,6-1 0-16,-1 1 0 0,0-3 0 16,-2 4 0-16,2-4 0 0,0-1 0 15,-2 1 0-15,2-1 0 0,0 0 0 16,7 0 0-16,1 0 0 15,-2-1 0-15,7 0 0 0,-3-4 0 16,1 2 0-16,1-2 0 0,3-2 0 16,6 0 0-16,-1-4 0 0,7-1 0 15,5-2 0-15,5-4 0 0,2-2 0 16,5 0 0-16,1-3 0 0,7 0 0 16,2-5 0-16,6 1 0 15,0 0 0-15,6-2 0 0,5 2 0 16,-1-1 0-16,5-1 0 0,3 3 0 15,5-3 0-15,2 1 0 0,2-1 0 16,2-2 0-16,6 0 0 0,0-1 0 16,5 1 0-16,3-1 0 15,3 1 0-15,3 2-25 0,-3-2-43 16,8 1 68-16,-2 3-4 0,3-3-4 16,-1 3 8-16,2-2 0 0,4 2 0 15,0 2 0-15,-2 1 0 0,0 1-4 16,2 1 4-16,0 2-4 15,-2 0-8-15,6 1 12 0,2 3 0 16,0-1-16-16,5 0 16 0,1 2 0 16,5 1-4-16,-1 1 4 0,3 1 0 15,0 0 4-15,3 1-4 0,-1 2 0 16,0-2 4-16,3 3-4 0,-1 0 0 16,0 1 4-16,2 2-4 0,-5 0 0 15,-1 2-4-15,4 1 4 16,-3 0 12-16,7 1 0 0,-2-1-8 15,4 0 36-15,4 1-28 0,-2 0-12 16,6 0 8-16,1 1-4 0,-1 0-4 16,0 0 0-16,4 0 0 15,1 1 0-15,1 0-4 0,1 3 8 16,-1-1-4-16,0 2 4 0,3 2 4 16,-3-1-8-16,1 1 33 0,1 0-33 15,5 0 0-15,2 0 0 0,3-1 0 16,3 3 0-16,0-1 0 0,0-1 0 15,4 5 0-15,-2-2 0 16,-2 1 0-16,6 2 0 0,-6-1 0 16,2 4 0-16,-2-1 0 0,0 3 0 15,-5-1 0-15,5 2 0 0,-4 3 0 16,2-1 0-16,-2 4 0 0,1-1 0 16,1-1 0-16,-2 3 0 0,0-2 0 15,-3 5 0-15,1-2 0 0,-2-1 0 16,-5 3 0-16,-1-2 0 15,-3 0 0-15,-2 3 0 0,0 2 0 16,1 0 0-16,-1 3 0 0,-2 1 0 16,0 0 0-16,-3 1 0 15,1 0 0-15,0 1 0 0,0 1 0 16,2-1 0-16,0 0 0 0,1 0 0 16,-1-5 0-16,0 3 0 0,0-2 0 15,3-2 0-15,-3 2 0 0,0 0 0 16,-2 0 0-16,0 1 0 15,-2 1 0-15,-4 1 0 0,-4 0 0 16,0 0 0-16,0 2 0 0,-3 1 0 16,1 1 0-16,2-2 0 0,0 1 0 15,-2-3 0-15,-1 0 0 0,1 0 0 16,0-1 0-16,2-1 0 0,-1-1 0 16,3 0 0-16,2-1 0 15,2 0 0-15,-4-1 0 0,2 1 0 16,-4-3 0-16,-4-1 0 0,-1-1 0 15,1-1 0-15,0-2 0 0,-3 1 0 16,1-5-933-16,-15-3-56 0,-4-5-463 16</inkml:trace>
  <inkml:trace contextRef="#ctx0" brushRef="#br1" timeOffset="16862.11">19340 14594 692 0,'0'0'40'15,"0"0"-40"-15,0 0 16 0,0 0 16 16,0 0 72-16,0 0 16 0,0 0-12 16,0 0 32-16,0 0 748 0,17-14-251 15,-17 14-257-15,-3-1 136 0,-1-1-228 16,4 2-132-16,-2-1 4 0,0 1-100 15,2 0-11-15,-2-1-5 16,2 1-36-16,0-1-8 0,0 0 28 16,0 0-24-16,0 0 4 0,0 0-4 15,0 0-4-15,0 0 0 0,2-1 0 16,2-1-24-16,-4 1 16 0,7-2-8 16,-1-2-93-16,-2 0-7 0,2 1-140 15,-2 0 80-15,2-1 76 0,-1-1 24 16,1 1 76-16,-2 1 0 15,0 0 56-15,-2 1 12 0,0 1 24 16,0-1 32-16,-2 2-112 0,4 0 0 16,0-2-12-16,-1 2-72 15,1-2-32-15,2 2-52 0,0-2 24 0,0 2 60 16,3-2 44-16,-3 1 28 16,0-1 0-16,-2 1 84 0,2-2 24 15,-2 1-8-15,3 1 20 0,-3-1-84 16,0 1-8-16,-2-1 20 0,4 1-32 15,-2-1 8-15,0 1 20 16,3-1-40-16,-1 1-4 0,2-2 4 16,2-2 0-16,1 1-4 0,-3 0 36 15,0 1-28-15,-2 2 8 0,1-1-8 16,1-2-4-16,-2 1 0 0,0 1 80 16,-1-1-24-16,1 0-4 0,2-1 12 15,-2 1-47-15,0 2 19 16,1-2 52-16,-3 0-24 0,2 3 12 15,-2-3-24-15,2 4-56 0,-2-2 0 16,3 0 0-16,1 2-12 0,2-4-64 16,7 0-140-16,-3 0 15 15,-1 1 113-15,3-1 76 0,-1 4 8 16,-5-2 4-16,-4 1 72 0,2 1-32 16,-6 1-4-16,5 0 28 0,-3 0-56 15,0-1 12-15,2 1-8 0,0 0-3 16,5-4-9-16,5 2 48 0,3-3-4 15,-3-1 56-15,1 1 100 16,-1-1-132-16,-1 0-16 0,-3 1-12 16,3-2-32-16,-1 1-4 0,-1 0 12 15,1-2-4-15,1 2 12 0,-3 0 148 16,2 1-120-16,-3 2 4 0,-5 1 4 16,-2 2-60-16,-2 0-4 0,-2 0-240 15,4 0-112-15,-2 1-97 16,3-1-947-16,-1 0-613 0</inkml:trace>
  <inkml:trace contextRef="#ctx0" brushRef="#br1" timeOffset="18147.84">19394 14576 2012 0,'0'0'1197'16,"0"0"-529"-16,0 0-95 0,0 0 203 15,0 0-440-15,0 0-116 16,0 0 24-16,0 0-144 0,-33 32-12 15,29-25 36-15,-3 0-100 0,5 3 4 16,-2-2 16-16,-2 4-44 16,-2 2 36-16,-3 3 36 0,5-2-64 0,-4 2 5 15,-1-3 3-15,1 0-16 16,0 0 0-16,-1 0 0 0,1-1-24 16,6 2-37-16,-2-2-47 0,6 0 40 15,0-1 56-15,0-4 8 16,0 1-24-16,4-5 28 0,-2 1 0 15,0 2-12-15,4 3 8 0,-4 3-340 16,2 1 128-16,-4-2 24 0,0 2-108 16,0-2 160-16,-2 1 136 0,-2 1-16 15,0-1 40-15,4-1-20 0,0 0 228 16,0-1-36-16,0 2 16 0,0-3 80 16,0 2-224-16,4-2-20 0,0-1-12 15,-2 1-24-15,-2-1-8 16,5-1 0-16,-3-1-12 0,-2-2-4 15,2 0-52-15,-2-1-96 0,2 1-48 16,-2 0-444-16,0 0-133 16,0-3-515-16</inkml:trace>
  <inkml:trace contextRef="#ctx0" brushRef="#br1" timeOffset="18919.84">19266 15023 3265 0,'0'0'800'0,"0"0"-423"0,0 0 475 0,0 0-440 0,0 0-92 15,0 0 60-15,4 39-276 0,-2-32-31 16,-2-1-45-16,0 0-24 0,4 0-4 16,0 0 8-16,-2 0-4 15,2 0-4-15,-2-1 4 0,2-1 4 16,3 1-8-16,-1 1 32 0,-2-1-4 16,0 0 56-16,2-2 100 0,1 3-108 15,1-2 24-15,-2 0 240 16,2 1-160-16,1-1-100 0,1-1-44 0,0 2-20 15,-2-1-16-15,-1-1 4 16,-1 1 4-16,0-1-8 0,-2 3 0 16,7 0 4-16,1 3-4 0,7 0 32 15,-3-1-20-15,9-1 60 0,-4-1 80 16,-1-1-104-16,-1-1 17 0,1 0-65 16,-1 1 0-16,-2 1 0 15,-5-1 0-15,3 2 0 0,-3-1 0 16,0-1 0-16,1 0 0 0,1 0 0 15,-1-1 0-15,5 0 0 0,-1 0 0 16,1-2 0-16,1 1 0 0,-3 0 0 16,1 0 0-16,0 0 0 0,-5 1 0 15,0-2 0-15,3 2 0 0,-3-2 0 16,3-1 0-16,-3 3 0 16,1-2 0-16,-1-1 0 0,0 3 0 15,3-2 0-15,-5 0 0 16,5 1 0-16,-3-2 0 0,-2 2 0 15,7 0 0-15,-3 0 0 0,3 0 0 16,1-2 0-16,1 2 0 0,2-2 0 16,-1-1 0-16,5 0 0 0,-4 0 0 15,0 0 0-15,-3-1 0 0,-3 1 0 16,1 0 0-16,-5 0 0 0,-3 1 0 16,-2 1 0-16,-2-1 0 15,2 3 0-15,1-2 0 0,1 2 0 16,0-1 0-16,0 1 0 0,1-3 0 15,-1 3 0-15,2-3 0 0,1 0 0 16,-5 0 0-16,4-1 0 16,-6 0-81-16,2 0-475 0,1 0-208 15,-3 0-225-15,2-4-1444 0</inkml:trace>
  <inkml:trace contextRef="#ctx0" brushRef="#br1" timeOffset="19844.75">20072 14167 884 0,'0'0'996'15,"0"0"-539"-15,0 0 35 16,0 0 248-16,0 0-380 0,0 0-96 15,0 0 45-15,0 0-209 0,0 0-16 16,0 0 24-16,10 1-36 0,-6-1 60 16,2 0 56-16,3 0-172 0,-3 1-8 15,2 2-8-15,-2-1-4 16,1 2 4-16,-1-1 0 0,4 2 4 16,0-1-4-16,1-1 4 0,3 1 4 15,-1-2-8-15,1 0 36 0,-4-1-20 16,3 1 28-16,-3-2 28 15,1 0-68-15,-1 1 4 0,-4-1-4 16,-2 0 4-16,0 0-8 0,3 0 16 16,-1 0-12-16,-2 0 8 0,4 0 0 15,-2 0-8-15,1 0-4 0,-3 0 0 16,2-1-4-16,-2 1 4 0,-2 0 0 16,2 0-64-16,-2 0-48 0,2 0-184 15,-4 0 12-15,7 0-24 0,-3 0-401 16,-4 0 45-16,6 0-305 0</inkml:trace>
  <inkml:trace contextRef="#ctx0" brushRef="#br1" timeOffset="21094.88">20144 14180 1184 0,'0'0'1953'0,"0"0"-1605"16,0 0 40-16,0 0 104 0,0 0-235 15,0 0-17-15,0 0-24 0,0 0-176 16,0 0-20-16,0 0 20 0,0 3-36 15,6-2 12-15,3 0 8 16,1-1-16-16,6 0-8 0,1 0 16 16,2-3-8-16,-7 1-8 0,0 0 8 15,-1-1 0-15,-7 2-8 0,2 0 0 16,-2 1 4-16,-4 0-4 0,6 0 84 16,-4 0-36-16,1 2 8 0,3-1 24 15,-2-1-72-15,2 0 20 16,-2-1 36-16,7-2-44 0,-1-2 28 15,4 2 20-15,-1-1-64 0,5 3 12 16,-5 1-16-16,-3 0 0 0,-4 0 0 16,0 0 0-16,-1 0 0 15,1 1 0-15,-2 0 0 0,2 0 0 16,-2 1 0-16,0 0 0 0,-2-2 4 16,1 0-4-16,-1 0 12 0,2 0 0 15,-4 0-12-15,2 0 0 16,-2 0 0-16,0 0 0 0,0 0 0 0,4 0-28 15,-4 0 16-15,4 2 0 16,-2 0-32-16,2 1 32 0,0-1-24 16,-2 0-28-16,7-1 48 0,-3 0 4 15,0-1-20-15,2 0 32 0,-1-2-4 16,-1 0-4-16,-2 0 8 0,-2-1 0 16,4 1-12-16,-4 0-92 0,0 2-288 15,-2 0 20-15,0 0 23 16,0 0-247-16,0 2 36 0,0 0-220 0</inkml:trace>
  <inkml:trace contextRef="#ctx0" brushRef="#br1" timeOffset="21868.84">20522 14147 500 0,'0'0'44'15,"0"0"28"-15,0 0 192 0,0 0-188 16,0 0 60-16,0 0 92 0,0 0 532 15,0 0-315-15,0 0 191 16,-4-8-332-16,4 6-132 0,0 1 32 16,0-1-176-16,0 0-12 0,0-1-16 15,2 1-4-15,0-3 4 0,3 1 0 16,-1-1-12-16,-2 0 12 0,6-1 4 16,-6 1-4-16,6 1 0 0,-1 0 0 15,1-2-16-15,2 0-76 16,5-1-180-16,3 1-108 0,1-1-100 15,-5 2-625-15,-1 0-339 0</inkml:trace>
  <inkml:trace contextRef="#ctx0" brushRef="#br1" timeOffset="22597.86">20560 14141 1396 0,'0'0'793'0,"0"0"-441"0,0 0 88 16,0 0-236-16,0 0-100 0,0 0-20 15,0 0-84-15,0 0 4 16,0 0-4-16,0 0 0 0,-7-14-8 16,12 9 0-16,1 1-12 0,6-2 20 15,3-4-4-15,9-2 8 0,-1-1-4 16,-2 1 60-16,-1 0-4 0,-3 2 36 16,2-1 64-16,-7 2-136 15,-2 0-8-15,-1 2 44 0,-3 1-28 16,0 1 28-16,-4 2 88 15,2-3-108-15,4 1-12 0,1-2-12 16,3-2-8-16,5 0-4 0,-1 1 0 16,1-1-12-16,1 2 12 0,-5 1-8 15,-1 2 12-15,-1 0-4 0,-3 3 0 16,-2 0-16-16,-2 1-12 0,-2 0 16 16,0 1-36-16,0 3-24 0,-2-1-168 15,0 3-104-15,0 1-72 0,0-2-525 16,0 2-503-16</inkml:trace>
  <inkml:trace contextRef="#ctx0" brushRef="#br1" timeOffset="23084.31">20826 14037 1400 0,'0'0'516'0,"0"0"-195"0,0 0 127 0,0 0 132 15,0 0-232-15,0 0-36 0,0 0 84 16,0 0-167-16,0 0 7 15,0 0 140-15,13-36-208 0,-3 28-48 16,2-5-12-16,3 1-104 0,-1 2 12 16,-3 1 16-16,-1 3-28 0,0-1-4 15,1 2 0-15,1 1 0 0,-2 0 0 16,3 2 0-16,-1 0-16 0,3 2 0 16,1 0-8-16,-1 0-4 15,-3 2 28-15,3 0 0 0,-3 2-76 16,-2 1-28-16,-1 0-24 0,-3 0 48 15,-2-1-20-15,-2-1 60 16,6 1 0-16,-2 2 40 0,1 0-4 16,1 0-4-16,-2 0 4 0,-2 1-124 15,-2-1 8-15,0 1 36 0,-2-2-20 16,0 0-4-16,-2 1-53 0,-2-1-107 16,-2 0 80-16,0-1-52 0,-2 2-352 15,-1-1 136-15,1-3-65 0,4-1-1043 0</inkml:trace>
  <inkml:trace contextRef="#ctx0" brushRef="#br1" timeOffset="23343.78">21074 14029 660 0,'0'0'864'16,"0"0"13"-16,0 0-409 0,0 0-84 16,0 0 72-16,0 0-304 0,0 0-104 15,-2-38-36-15,4 33-4 0,2-1-8 16,-2 1 0-16,3-2 0 16,1 1 0-16,-2 0 36 0,4 0 64 15,1-1 104-15,-1 0 173 0,4-2-161 16,-1 1 20-16,5 0 252 15,-4 2-280-15,1 3-72 0,-3 1 60 0,3 2-168 16,-1 0-16-16,0 2-12 16,3 4 4-16,-1 1-4 0,1 1 0 15,-1 2 0-15,5 0-24 0,-5-1-104 16,1 1 36-16,-5-4 28 0,-2 1-20 16,-1-4 20-16,-3 0 4 0,-2 0-40 15,2 0-64-15,-4-1-104 0,0 0-480 16,0 0-209-16,0-4-616 0</inkml:trace>
  <inkml:trace contextRef="#ctx0" brushRef="#br1" timeOffset="24143.05">21386 13979 2433 0,'0'0'964'15,"0"0"-556"-15,0 0-4 0,0 0 125 0,0 0-289 16,0 0-36-16,0 0-64 16,25-35-136-16,-12 30-4 0,-1 0 4 15,5 1 0-15,3 1-4 0,1 3 0 16,-2 0-12-16,-1 3-16 0,3 3-104 16,-1 2 4-16,-3 3 92 0,2 0 16 15,-3 2-32-15,-1 2 40 0,-7-2 0 16,0-1-64-16,-6 1 8 0,-2-1 0 15,0-1-40-15,-4-2-117 16,-4-2-307-16,-3 2 320 0,-3-4 100 16,2 1-124-16,-1-3 80 0,1-3 96 15,-1 0 0-15,5-3-44 16,2 1 68-16,2-4-20 0,-7-1 56 16,5-4 24-16,-2 1 32 0,2 1-56 15,2 1-20-15,2 2-76 0,2 0-196 16,0-1 60-16,0 1 131 15,0 1 101-15,2 2 217 0,2-1 267 0,0 0-180 16,6-2 4-16,7-3 212 16,3 1-276-16,1-2-75 0,4 1-1 15,2 2-164-15,2-1 4 0,6 1-8 16,2-1 0-16,-2 3 0 0,2 0 4 16,-3 2 0-16,-3 3-4 0,-5 2 68 15,3 5-56-15,-8 1 4 0,-2 1-8 16,1 2-8-16,-7 0-36 0,-3 1-100 15,0 1-25-15,-5 0-39 16,-1-1-260-16,-2-1 128 0,-2 1 172 16,-6-2-68-16,3-4-128 0,-1-1-405 0</inkml:trace>
  <inkml:trace contextRef="#ctx0" brushRef="#br1" timeOffset="24815.45">22040 14033 3697 0,'0'0'248'0,"39"-24"265"0,-14 12-233 15,2-1-88-15,-3 1 200 0,3 2-96 16,-4 3-44-16,-2 1-116 16,-3 3-136-16,-1 1-40 0,-5 2-96 15,-4 2 52-15,-1 1 64 0,3 5 12 16,-2 4-12-16,3 3 20 0,-1 3 0 16,0 1 0-16,-3-2 0 0,-1-1 0 15,-2-1 0-15,-2-1-48 0,-2-1-220 16,-4 0 64-16,-7 0 64 0,-1-2 4 15,-5-1 92-15,1-2 44 16,-3-4 16-16,3-2-16 0,-5-2 0 16,0-3-256-16,5-4 68 0,-5-1 111 15,7-3 77-15,-3-2 12 0,3 1 57 16,1-1 83-16,7-2-100 0,2 1 36 16,4 1 100-16,4 2-56 15,2 0 24-15,7 1 56 0,3-1-156 16,3 1 20-16,2 2-8 15,3 2-68-15,5 1 0 0,2 4-4 0,0-1-44 16,7 2 48-16,1 0-12 16,-2 2 12-16,0 5 0 0,-6 0 0 15,-2 2 4-15,-8 0-4 0,0 3 0 16,-3 0-332-16,-8-1-128 0,-1-2-1237 16</inkml:trace>
  <inkml:trace contextRef="#ctx0" brushRef="#br1" timeOffset="26204.75">21808 13872 5206 0,'0'0'716'0,"33"-8"-220"16,-8 5 89-16,0 1-481 0,4 0-52 16,2 1-20-16,6 0-28 0,0 1-4 15,5 0 0-15,-5 0-4 0,0 0-28 16,0 4-104-16,-2 3-8 0,-2 2 8 16,-4 2-73-16,0 0 97 15,-4-2 64-15,-4 1 48 0,-5-1-20 16,-1 0 20-16,-7-3 0 15,-4 0-12-15,-4 0 12 0,-10 4 20 16,-9 1-12-16,-6 2 16 0,-6-5-16 16,4-2-8-16,1-5 0 0,5-1 0 15,-2-2 12-15,5-6-12 0,3 1 28 16,5 1-20-16,4 2-8 0,1 0 16 16,3 2 0-16,2-3-12 0,0 1 56 15,5-3-56-15,7-1-4 0,11-2 0 16,1-1 9-16,7 4-9 15,5 1 32-15,-3 3 0 0,0 1 20 16,2 2 24-16,-4 3-72 0,-4 3-4 16,0 3 0-16,0 1-12 0,1 4 4 15,3 1 0-15,3-1-4 0,3 4 12 16,0-4 4-16,4 3 0 0,-3 0-4 16,1-1 0-16,-10-2-120 15,-7 1-65-15,-5-3-435 0,-9-2 104 16,-8 0 248-16,0-2 188 0,-10-1 80 15,-5 1 44-15,-7-2 176 0,1 0-184 16,-6-5-12-16,2-1-8 16,-4-1-4-16,5-5 16 0,3-1 308 15,0-5-112-15,5-1-64 0,5-1 24 16,1-1-132-16,8 0 16 0,2 1 20 16,2 1-88-16,15 0 8 0,1 0 8 15,5 1-4-15,8-1 20 0,2 1 113 16,4 1-113-16,3 1 4 0,3 2 8 15,0 2-40-15,3 3-4 16,1 2 12-16,1 1 0 0,-1 0-12 16,3 5 56-16,0 2-28 0,3 6 28 15,-3 1-8-15,-4 4-40 16,-7 1-8-16,-4 1 4 0,-2 2-4 16,-6 0 0-16,-4 1-32 0,-9 0-104 15,-4 1 36-15,-10-2-237 0,0 0 13 16,-12-3 108-16,-9 1-20 0,-1-3 112 15,-5-1 76-15,2-5 44 0,4-3-4 16,1-5 8-16,1-3 0 16,5-7-8-16,-1-2 8 0,3-5-4 15,1-3 8-15,1-2 68 0,4-5 176 16,2 2-164-16,4-2-20 0,6 4 20 16,6 2-76-16,3 3-4 0,7 0 32 15,5 2-12-15,4 2 44 0,4 0 32 16,3 3-44-16,3 2 40 0,2 2 109 15,-1 4-113-15,-3 2-36 0,-4 6-40 16,-4 2-8-16,-2 4-8 16,0 2 0-16,-2 2 8 0,2 1-8 15,0 1 0-15,4 4 8 0,0 2-8 16,-2-1 4-16,-2 1 0 0,-2 0-8 16,-7-1-217-16,-5-3-331 15,-5-1-156-15,-6-7-1105 0,-4-6-1368 16</inkml:trace>
  <inkml:trace contextRef="#ctx0" brushRef="#br1" timeOffset="27559.88">20979 12578 2917 0,'0'0'1873'15,"0"0"-1205"-15,0 0 20 0,0 0 225 16,0 0-425-16,0 0-124 0,-10-35-83 15,10 31-281-15,-6 1 0 0,2 0 0 16,-3 0 0-16,1 3 0 16,-2 0 0-16,-2 3 0 0,-9 10 0 15,-2 4 0-15,-6 7 0 0,3 5 0 16,-3 3 0-16,0 3 0 16,-2 4 0-16,2 4 0 0,4 2 0 15,3 2 0-15,3 1 0 0,5 3 0 16,3 0 0-16,1 1 0 0,4 1 0 15,2 0 0-15,-2-2 0 0,4-2 0 16,4-3 0-16,2-5 0 16,0-4 0-16,-2-5 0 0,3-5 0 15,-5-2 0-15,-2-5 0 0,0-4 0 16,-2-5 0-16,0-5 0 0,-3 0 0 16,3-1 0-16,-2-1 0 0,-4 1 0 15,2-3 0-15,-7-2 0 0,-3-5 0 16,-3-6 0-16,-3-7 0 0,-3-5 0 15,2-3 0-15,-4-3 0 16,-2 0 0-16,0 3 0 0,4 5 0 16,5 7 0-16,9 6 0 0,1 4 0 15,10 3 0-15,0 1 0 0,0 1 0 16,0 7 0-16,10 9 0 16,3 6 0-16,1 2 0 0,3 3 0 15,-3-2 0-15,7-1 0 0,-5 0 0 16,5-3 0-16,0-1 0 0,0-3 0 15,-1-1 0-15,-1-4 0 0,-1-3 0 16,-3-3 0-16,-3-3 0 16,1-4 0-16,-5-2 0 0,4-9 0 15,-1-8 0-15,1-4 0 0,-2-12 0 16,-3 9-749-16,-1-10-1340 0</inkml:trace>
  <inkml:trace contextRef="#ctx0" brushRef="#br1" timeOffset="28044.87">21010 11635 2681 0,'0'0'2077'0,"0"0"-1241"0,0 0-360 0,-2-35 81 16,2 32 379-16,0 2-436 0,0 0-371 16,0 1-129-16,0 7 0 0,0 13 0 15,2 19 0-15,0 11 0 16,2 7 0-16,3 0 0 0,-3-4 0 15,-4 2 0-15,0 1 0 0,-2-1 0 16,-7-1 0-16,-1-5 0 16,0-6 0-16,-1-4 0 0,-1-14-1161 15,2-7-512-15,1-10-804 0</inkml:trace>
  <inkml:trace contextRef="#ctx0" brushRef="#br1" timeOffset="28198.06">20870 11994 5918 0,'0'0'292'0,"0"0"473"0,20-42 179 16,-3 31-671-16,1 4-273 16,3 1 0-16,0 3 0 0,2 1 0 15,-3 2 0-15,3 0 0 0,2 0 0 16,0 5-885-16,-3 2-412 0,-1-2-279 16</inkml:trace>
  <inkml:trace contextRef="#ctx0" brushRef="#br1" timeOffset="28381.94">21221 12216 4161 0,'0'0'841'0,"-10"38"407"0,6-24-723 16,2-9-301-16,2-3 160 15,0 0-176-15,0-2 24 0,0-5 137 16,0-12-369-16,2-6 0 0,2-8 0 16,2-5 0-16,2 4 0 0,-2 6 0 15,5 6 0-15,1 3 0 0,-2 7 0 16,1 1 0-16,-3 4 0 0,2 1-1001 15,1-1-228-15,1 1-456 0</inkml:trace>
  <inkml:trace contextRef="#ctx0" brushRef="#br1" timeOffset="28943.23">21589 11954 3877 0,'0'0'2253'0,"0"0"-1612"15,0 0-93-15,0 0 60 0,0 0-496 16,-37-20-60-16,10 20 49 0,0 6-101 15,0 4 0-15,7 6 0 0,1 7 0 16,2 1 0-16,7 3 0 16,0-1 0-16,1-3 0 0,7-4 0 15,2-2 0-15,4-6 0 0,9-3 0 16,1-6 0-16,3-2 0 0,2-1 0 16,1-7 0-16,1-3 0 0,0-4 0 15,-5 0 0-15,1 1 0 0,-5-1 0 16,-2 3 0-16,-1 1 0 0,-5 7 0 15,0 1-13-15,-2 3-187 0,0 4-144 16,4 8 160-16,-2 6 84 16,7 5 16-16,-3-1-12 0,0 1 32 15,-2-6-76-15,3-2 32 0,-5-2 36 16,-2-2-249-16,2-2 73 0,-2-2 96 16,-2-2-132-16,0 1 12 15,0-5 116-15,-2 1 72 0,2-1 84 16,0-1 20-16,4-4 40 0,2-7-60 15,1-2 28-15,3 0 44 0,-2 2-52 16,-2 2 32-16,-2 6 228 16,1-1 68-16,-1-1 44 0,-2-1 225 15,0 1-369-15,0-1-68 0,0-2 16 16,0-1-144-16,-2 1 68 0,0-1 117 16,4 0-237-16,-2-2 0 0,0-3 0 15,0 1 0-15,7-1 0 0,-3 2 0 16,4 1 0-16,1 1 0 0,-1 2 0 15,0 5 0-15,-1 0 0 0,-1 3 0 16,-2 5 0-16,2 9 0 16,-2 6 0-16,-1 4 0 0,-3 1 0 15,2-2 0-15,0-2 0 0,4-4 0 16,0-4 0-16,5-7 0 0,-3-3-149 16,7-4-2772-16</inkml:trace>
  <inkml:trace contextRef="#ctx0" brushRef="#br1" timeOffset="29424.85">22155 11876 5690 0,'0'0'1253'0,"-37"-3"-569"0,12 2-228 0,1 0-347 0,-3 1-109 16,2 3 0-16,4 3 0 0,3 2 0 15,7-1 0-15,7 1 0 0,4 1 0 16,4 2 0-16,7 2 0 0,9-2 0 16,5 1 0-16,4-5 0 15,4 0 0-15,-4-1 0 0,4-1 0 16,-8-2 0-16,-4 1 0 0,-11-1 0 16,-4 1 0-16,-4-1 0 0,-2 6 0 15,-2 2 0-15,-10 6 0 0,-3 2 0 16,-5 3 0-16,-1-4 0 0,4-2 0 15,1-2 0-15,-1-2 0 0,7-5 0 16,2-3 0-16,2-3 0 16,6-2 0-16,0-5-929 0,0-1-128 15,2-10-1600-15</inkml:trace>
  <inkml:trace contextRef="#ctx0" brushRef="#br1" timeOffset="29550.72">22296 11940 5510 0,'0'0'1069'0,"-4"40"239"0,0-13-1003 16,-3 1-305-16,1-1 0 16,0-1 0-16,0-3 0 0,2-3 0 0,4-5 0 15,0-3 0-15,4-6 0 16,0-4-809-16,0-2-496 0,2-3-3325 0</inkml:trace>
  <inkml:trace contextRef="#ctx0" brushRef="#br1" timeOffset="29691.05">22393 11565 6382 0,'0'0'301'16,"0"0"-101"-16,0 0-116 15,0 0-84-15,0 0-204 0,0 0-377 16,0 0-2096-16</inkml:trace>
  <inkml:trace contextRef="#ctx0" brushRef="#br1" timeOffset="30142.02">22482 11578 7487 0,'0'0'705'0,"0"0"-705"16,-19 50 0-16,15-18 0 0,2 6 0 16,2 0 0-16,2 1 0 0,0 3 0 15,2 2 0-15,-1 2 0 0,-3 1 0 16,0-3 0-16,-7 1 0 0,-1-8 0 15,-2-3 0-15,-3-8 0 0,1-6 0 16,2-8-321-16,-5-8-275 16,5-9-349-16,2-8-91 0,-1-7-21 15,5-5-391-15,2-2 579 0,2-4 869 16,6 1 2217-16,5 4-1248 0,9 3-205 16,1 7-35-16,2 3-413 15,-5 6 12-15,1 1 260 0,-5 1-244 16,3 2-327-16,-5 0-17 0,1 2 0 15,-3-2 0-15,4-1 0 0,-1 3 0 16,-1-1 0-16,-3 1-17 0,-1 1-143 16,-4 0 96-16,-2 0 52 15,0 3-56-15,2 0 4 0,0 2-132 16,-2 1-64-16,5 5 84 0,-3 4-148 16,-4 4 112-16,0 1 164 0,0 0 48 15,-4 0 32-15,-3-2 52 0,-3 0 84 16,4-2-76-16,0-6 24 0,2-3-36 15,1-2-80-15,1-4-40 0,2-1-364 16,5-8-225-16,1-3-275 16,4-9-1809-16</inkml:trace>
  <inkml:trace contextRef="#ctx0" brushRef="#br1" timeOffset="30267.89">22831 11674 3433 0,'0'0'1665'0,"0"0"-1001"0,0 0 60 0,0 0-263 0,0 0-401 15,-33 53 32-15,25-27-48 0,4-3-44 16,4-1-60-16,0-6-1361 16,2-3-880-16</inkml:trace>
  <inkml:trace contextRef="#ctx0" brushRef="#br1" timeOffset="30499.89">22858 11985 7039 0,'0'0'796'0,"0"0"-439"0,0 0-357 16,0 0 0-16,-49 4 0 16,32 12 0-16,1 3 0 0,1 1 0 15,5 1 0-15,4-1 0 0,3-4 0 16,3-3 0-16,7-1 0 0,5-3 0 16,3-5 0-16,5-4 0 15,5-2 0-15,0-9 0 0,0-2 0 16,4-6 0-16,-5-2 0 0,-5-3-369 15,-9-2-95-15,-3 0-501 0,-5 1-239 16,-2 7 31-16,-2 2-2472 0</inkml:trace>
  <inkml:trace contextRef="#ctx0" brushRef="#br1" timeOffset="30766.32">22933 12064 3985 0,'0'0'977'0,"-11"35"387"15,7-25-595-15,4-5-117 0,0-1-207 16,0-3-445-16,4-1 0 16,11-8 0-16,8-10 0 0,3-7 0 15,5-3 0-15,-4 1 0 0,0 6 0 16,-2 4 0-16,-2 7 0 0,-5 5 0 16,-5 8 0-16,-1 9 0 15,-2 11 0-15,-5 8 0 0,-5 5 0 16,0 6 0-16,-3-2 0 0,1 0 0 15,2-5 0-15,9-9 0 0,1-6-1505 16,0-8-1705-16</inkml:trace>
  <inkml:trace contextRef="#ctx0" brushRef="#br1" timeOffset="31186.34">23728 11699 5806 0,'0'0'809'0,"0"0"-85"0,0 0-316 0,-2 37 37 15,0-1-445-15,-4 9 0 0,0 7 0 16,0 1 0-16,0 4 0 16,-1 1 0-16,-1 1 0 0,4 0 0 15,-2-4 0-15,0-3 0 0,-5-4 0 16,5-9 0-16,-2-6 0 16,-1-10 0-16,5-9-2054 0,-2-8-527 0</inkml:trace>
  <inkml:trace contextRef="#ctx0" brushRef="#br1" timeOffset="31560.91">23567 12119 6591 0,'0'0'1104'15,"0"0"-607"-15,42-18-497 0,-30 16 0 16,2-1 0-16,-1 1 0 0,5-2 0 16,-1 1 0-16,2-2 0 0,1 1 0 15,1-1 0-15,0 1 0 0,3 3-917 16,-5 0-168-16,-5 1-15 0,3 0-761 15,-7 0 560-15,-3 0 1121 0,-5 0 180 16,0 0 1249-16,-2 0 91 16,-4 3 765-16,-5 7-1368 0,-3 5-249 15,-1 9 37-15,-1 5-525 0,4 6 0 16,3 1 0-16,5-1 0 0,4-1 0 16,9-3 0-16,5-2 0 15,9-7 0-15,2-6 0 0,4-7 0 16,4-5 0-16,0-6 0 0,-4-9 0 15,-2-8 0-15,-8-7 0 0,-9-4 0 16,-1-2 0-16,-7-4 0 0,-4 2 0 16,-4-3 0-16,-3 4 0 0,1 2 0 15,0 11 0-15,2 8 0 16,2 7-885-16,0 2-832 0</inkml:trace>
  <inkml:trace contextRef="#ctx0" brushRef="#br1" timeOffset="32219.37">24032 12057 3065 0,'0'0'1369'0,"0"0"-405"16,0 0 369-16,0 0-761 0,0 0-148 15,-41-44 41-15,22 35-465 0,7 1 0 16,4 2 0-16,2 2 0 0,1 0 0 16,-1 0 0-16,0 0 0 15,-2 4 0-15,-5 12 0 0,-1 17 0 16,-5 10-597-16,5-3-1344 0,3 0-384 0</inkml:trace>
  <inkml:trace contextRef="#ctx0" brushRef="#br1" timeOffset="32913.07">21519 12446 6186 0,'0'0'821'0,"-19"57"67"15,7-10-591-15,-3 8-297 0,9 2 0 16,0 0 0-16,4-3 0 0,2 0 0 15,0-6 0-15,4-4 0 0,4-5 0 16,-2-4 0-16,-1-6 0 16,-3-4 0-16,-2-8-1141 0,0-5-484 0</inkml:trace>
  <inkml:trace contextRef="#ctx0" brushRef="#br1" timeOffset="33066.47">21353 12866 6022 0,'0'0'585'16,"35"-34"-65"-16,-8 18 364 16,-2 4-703-16,2 1-181 0,-4 3 0 15,0 6 0-15,-5 0 0 0,3 1 0 16,-1 0 0-16,-3 1 0 0,-3 0-49 16,-3 0-843-16,-5 0-201 0,0 0-2180 0</inkml:trace>
  <inkml:trace contextRef="#ctx0" brushRef="#br1" timeOffset="33491">21678 12771 6374 0,'0'0'1429'16,"0"0"-1040"-16,0 0-389 0,0 0 0 15,-13 48 0-15,13-18 0 0,3 2 0 16,7-1 0-16,0-4 0 0,5-4 0 15,1-2 0-15,5-6 0 16,2-5 0-16,-3-5 0 0,7-5 0 16,-4-8 0-16,-4-7 0 0,1-3 0 15,-7-3 0-15,-5-4 0 0,-6-1 0 16,-2-1 0-16,0 2 0 0,0 2 0 16,-4 3 0-16,-2 0 0 15,-1 4 0-15,1 0 0 0,0 0 0 16,2 5-653-16,4 5-900 0,0 1 85 15,0 5-293-15</inkml:trace>
  <inkml:trace contextRef="#ctx0" brushRef="#br1" timeOffset="33672.39">21940 13017 4193 0,'0'0'617'0,"0"0"263"15,0 0-372-15,0 0-216 0,0 0 361 16,0 0-225-16,27-52-12 0,-23 26-211 15,-4-3-205-15,2 0 0 0,3 3 0 16,1 2 0-16,-2 4 0 16,4 7 0-16,-2 2 0 0,-1 4 0 15,-1 2 0-15,4-3 0 0,4 0 0 16,-1 0-2454-16,-3 3-1240 0</inkml:trace>
  <inkml:trace contextRef="#ctx0" brushRef="#br1" timeOffset="34004.06">22211 12472 6414 0,'0'0'725'16,"0"0"-145"-16,0 0-180 0,0 0-327 16,0 0-73-16,-16 33 0 0,12 3 0 15,-1 8 0-15,-3 6 0 0,2 3 0 16,-4 5 0-16,1 1 0 0,1 1 0 15,-2-5 0-15,8-4 0 0,0-10 0 16,4-7 0-16,6-10 0 16,4-10 0-16,3-7 0 0,5-7 0 15,3-12 0-15,0-6 0 0,-2-4 0 16,-3-8 0-16,-5 3 0 16,-7-4 0-16,-4 5 0 0,-4 2 0 15,-9 6 0-15,-3 10 0 0,-3 4 0 16,1 4 0-16,-5 8 0 0,3 0 0 15,3 3 0-15,3-3-285 0,6-3-1488 16,-1-5-1032-16</inkml:trace>
  <inkml:trace contextRef="#ctx0" brushRef="#br1" timeOffset="34439.08">22410 12841 6735 0,'0'0'292'0,"0"0"164"0,0 0 44 0,0 0-291 16,0 0-209-16,-27 50 0 0,27-15 0 16,0 3 0-16,10-4 0 0,5-6 0 15,1-4 0-15,9-7 0 0,-2-5 0 16,-3-6 0-16,3-6 0 0,-4-5 0 15,-5-7 0-15,-1-3 0 16,-5-6 0-16,-4-4 0 0,0-5 0 16,-2-1 0-16,0-2 0 0,-2-5 0 15,2 2 0-15,0-6-85 0,0 10-1075 16,0-2-1582-16</inkml:trace>
  <inkml:trace contextRef="#ctx0" brushRef="#br1" timeOffset="34609.69">22660 12550 5990 0,'-8'35'1213'16,"3"-3"-493"-16,3 6-451 0,2 1-269 15,0 1 0-15,4 5 0 0,1-1 0 16,1 0 0-16,0 0 0 0,-2-4 0 16,2-1 0-16,1-6 0 0,-3-5 0 15,6-6 0-15,0-9 0 0,5-7-225 16,-3-6-603-16,5-9 127 0,-5-9-883 15,-2 3 127-15,-1-2-816 0</inkml:trace>
  <inkml:trace contextRef="#ctx0" brushRef="#br1" timeOffset="35086.58">22821 12979 4618 0,'0'0'1264'16,"0"0"-327"-16,0 0-365 16,0 0-64-16,50-36-215 0,-34 14-293 15,-3 1 0-15,-5 2 0 0,-6 0 0 16,-2 2 0-16,-6 1 0 0,-5 4 0 15,-1 4 0-15,-5 7 0 0,3 2 0 16,-1 8 0-16,3 8 0 0,-2 3 0 16,1 4 0-16,5 1 0 15,2 0 0-15,4-1 0 0,4-2 0 16,6-4 0-16,4-5 0 0,9-5 0 16,2-5 0-16,2-3 0 0,4-6 0 15,-5-4 0-15,1-2 0 0,-6-2 0 16,-3 1 0-16,-3 1 0 0,-3 2 0 15,-2 4 0-15,-4 2 0 0,-1 4 0 16,3 4 0-16,0 5 0 16,2 6 0-16,0 3 0 0,1 1 0 15,-3-5 0-15,-2-1 0 0,-2-3 0 16,0-6 0-16,0 0 0 16,-2-4 0-16,0 0 0 0,2-1 0 15,0-8 0-15,5-6 0 0,-3-4 0 16,2-2 0-16,0 1 0 0,2 3 0 15,1 2 0-15,-5 4 0 0,4 4 0 16,-6 6 0-16,-2 1 0 16,6 3 0-16,-2 8 0 0,1 8 0 15,-3 2 0-15,0 4 0 0,-2-5 0 16,2-4 0-16,0-2 0 0,2-4 0 16,-2-2 0-16,2-4-609 0,-2-1-1372 15,4-3-420-15</inkml:trace>
  <inkml:trace contextRef="#ctx0" brushRef="#br1" timeOffset="35381.08">23429 12840 4738 0,'0'0'1240'0,"0"0"57"0,-37 15-521 15,24-2-635-15,-1 5-141 0,7 1 0 16,-1 2 0-16,6 4 0 16,2 0 0-16,6-1 0 0,5-3 0 15,5-3 0-15,5-4 0 0,2-5 0 16,1-5 0-16,1-4 0 0,2 0 0 16,-4-7 0-16,-2-3 0 0,-7-3 0 15,0-1 0-15,-3 1 0 0,-5 0-713 16,-2 6-59-16,0 2-73 0,-4 4-1340 15,0 0-556-15</inkml:trace>
  <inkml:trace contextRef="#ctx0" brushRef="#br1" timeOffset="35567.97">23654 13005 5638 0,'0'0'989'16,"0"0"-181"-16,0 0-51 0,0 0-757 15,0 0 0-15,39-47 0 0,-24 22 0 0,-1-2 0 16,-1-3 0-16,-5 3 0 15,-2 1 0-15,-2 7 0 0,-4 6 0 16,0 7 0-16,-2 5 0 16,-4 1 0-16,-4 5 0 0,-5 15 0 15,-1 8 0-15,-3 12 0 0,3 6 0 16,1 1 0-16,3 2 0 0,3-1 0 16,3 1-381-16,4-13-531 0,2-2-1694 0</inkml:trace>
  <inkml:trace contextRef="#ctx0" brushRef="#br1" timeOffset="37439.46">20405 15414 1736 0,'0'0'1129'0,"0"0"-385"16,0 0-456-16,0 0 176 0,0 0 185 15,0 0-377-15,0 0-68 0,0 0 12 16,0 0-24-16,2 9 24 0,-2-2-4 16,6 1-176-16,4 5 52 0,7 4 121 15,3-2-89-15,5 3 12 0,2-3 72 16,4-2-120-16,2-1 76 0,2-2-36 15,2-1-124-15,1-1 24 16,-1-3 24-16,0-3-36 0,-2-2 0 16,-2 0 20-16,-8-5-24 0,2-1-8 15,-10-2 16-15,-5 0 0 0,-6 1-16 16,0 0 4-16,-2 1-4 16,-1 0-32-16,-1-1-68 0,-2 1-20 15,2-2 72-15,-2 1 4 0,0-1-44 16,0-1 56-16,0 2 24 15,0 2-28-15,0 0 36 0,0 1 0 16,0-1-40-16,0 2 40 0,0-1-8 16,0 0 0-16,0 1 8 0,0-2 0 15,0 1 4-15,0 1-4 0,0-2 0 16,0 4 0-16,0-3 0 0,0 2 0 16,0 0 0-16,0-2 0 0,0 4 0 15,0-1-28-15,0 0 8 0,0 1-96 16,0 0 4-16,0 0 52 0,0 0 32 15,0 0 8-15,4 2 20 16,-4-2 0-16,2 0 12 0,-2 1-12 16,0-1 40-16,0 0-40 0,0 0 20 15,0 0 44-15,0 0-52 0,0 1 12 16,0 1-12-16,0-1-12 16,0 0 0-16,0 3-4 0,0 1-20 15,0 3 24-15,6 4-4 0,4 1-4 16,5 2 8-16,1-2 24 15,3 0-20-15,0 0 40 0,3-2 164 16,-3-1-176-16,2 1-8 0,-3-3-8 16,3-2-8-16,-2-1-8 0,1-3 0 15,-1-2-4-15,-3 0-4 0,-3-5-36 16,1-1-48-16,-8-1 36 0,3 2-56 16,-7-2-76-16,-2-2 23 0,0-1-155 15,0-1 32-15,-2 5 72 0,0 1-108 16,0 2 180-16,-3-2 80 15,3-1-48-15,-2-1 4 0,0 1 108 16,2 0 20-16,-2 1 60 0,-2 2 40 16,2-2 0-16,-1 2-24 0,1-1-16 15,0-1 84-15,0 3-52 0,0-1-12 16,4 0 16-16,0 0-116 16,0-1-12-16,0 0-852 0,4-3-737 0</inkml:trace>
  <inkml:trace contextRef="#ctx0" brushRef="#br1" timeOffset="38335.12">21343 15451 4333 0,'0'0'301'0,"0"0"127"0,0 0 20 0,0 0-136 0,37 11-44 16,-8-5-136-16,4 1-124 0,-2 0-8 15,6-1 4-15,1 0 0 0,1-3-4 16,-2 1 4-16,2-4 4 16,1 0-8-16,-7 0 8 0,4-5 12 15,-8 0-20-15,-8-1 132 0,-5-2-48 16,-8 2 37-16,-3 1-1 15,-5 2-112-15,0-2 12 0,-11-2 32 16,-3 1-52-16,-11 0-20 0,-4 3-68 16,-2 1-40-16,4 2 51 0,0 3-19 15,4 3 12-15,1 1 0 0,-1 2 0 16,9 2 48-16,1 2 36 0,3 0 0 16,6 2-4-16,2 1 4 0,2 1 20 15,6 1-16-15,4-3 36 0,7-2 64 16,1-4-60-16,7-1 16 0,4-3 20 15,2-1-76-15,2-4 20 16,4 0 8-16,1-5-24 0,-7-2-4 16,4-6 53-16,-2 0-33 0,-4-3 48 15,-7 1 64-15,-1-2-124 0,-6 2 8 16,-7 1-4-16,-6 0 4 16,-2 2-20-16,-6 0 80 0,-1 0 20 15,-5 6 36-15,2-1-24 0,-5 7-104 16,5 0-8-16,-2 0 0 15,-3 5-4-15,3-1-4 0,-1 2-88 16,5-1-72-16,2 0 76 0,0 2-32 16,4-1-8-16,-1 1 72 0,3 0-8 15,9 1-113-15,9-2 9 0,15-2-328 16,9-3-108-16,5-1 4 0,1-5-697 16,-17 3 349-16,-4-2-1065 0</inkml:trace>
  <inkml:trace contextRef="#ctx0" brushRef="#br1" timeOffset="39120.07">22172 15547 4153 0,'0'0'797'0,"0"0"-621"0,0 0-140 16,0 0 124-16,47 11-4 0,-20-10-64 15,0-1-84-15,-2-2-8 0,6-4-36 16,-4-2-172-16,4-1 80 16,-4 1 88-16,-7-3 32 0,3 0 12 15,-8 1-4-15,1-3 148 0,-8 1-4 16,-1-2 72-16,-7 2 212 15,0 1-332-15,0 3-48 0,-7 2 40 16,-7 1-84-16,4 5-8 0,-5 0-40 16,1 1-28-16,-1 4 60 0,1 2 12 15,-1 0-24-15,1 3 24 0,1-2 0 16,5 0-8-16,0-1 8 0,8-3 0 16,0 2 0-16,8 0 0 0,11 1 84 15,8-1-80-15,8 0 24 0,6-3-24 16,5 0-4-16,3-3-120 15,-7 0-2121-15</inkml:trace>
  <inkml:trace contextRef="#ctx0" brushRef="#br1" timeOffset="42156.37">24001 14296 72 0,'0'0'456'0,"0"0"-200"15,0 0-16-15,0 0 60 0,0 0-12 16,0 0-288-16,0 0-12 0,0 0-80 15,0 0 64-15,0 1 28 16,0 1 16-16,0-1-16 0,0 0-44 16,0 0-248-16,-2-1 256 0,2 2-36 15,-2-2-428-15</inkml:trace>
  <inkml:trace contextRef="#ctx0" brushRef="#br1" timeOffset="42476.42">24001 14296 1104 0,'21'-8'504'16,"-19"9"-248"-16,0-1-44 0,0 0 249 15,2 0-93-15,0 1-152 0,-1 0 112 16,1 2-184-16,-2-1 0 0,4 4 40 16,2 4-60-16,0 3-60 0,5-1 32 15,-1-1-64-15,-1 0 32 0,-5-2 17 16,0-4-77-16,-2 0 8 0,-2 0 4 15,0 2-16-15,-2 0 0 0,0 0-4 16,0 3-8-16,0-3-21 16,-6 0 17-16,2 0-64 0,-4-1 8 15,1-1-28-15,1-3-24 0,-2 1 96 16,2-2-56-16,0-1-64 0,-3 0 148 16,7-4 28-16,-2 0 24 15,2-1 24-15,2-1-76 0,0 0-248 16,6-5-588-16</inkml:trace>
  <inkml:trace contextRef="#ctx0" brushRef="#br1" timeOffset="43250.8">23979 14364 2529 0,'0'0'272'0,"0"0"-104"0,0 0 104 0,0 0 64 15,0 0 308-15,0 0-291 0,37-24-37 16,-17 17 124-16,1 0-156 0,0 2-92 16,4 3 36-16,1-1-128 0,6 3 20 15,3 0 60-15,0 5-156 0,2 1-4 16,2 4-8-16,1 0-8 16,-3 2-4-16,-2 4 12 0,-2-1-12 15,-8-1 0-15,-7 2-4 0,-3-1 8 16,-7-2-4-16,-6 0 8 0,2-1 4 15,-4-2-12-15,0-2 20 0,-4-1-3 16,-6-1-9-16,-7 1 12 16,-1-2-20-16,-5-2-4 0,0-3-8 15,5-1-57-15,1-4 37 0,5-1 20 16,-1-2-20-16,5-2 32 0,4 2 0 16,0 1-8-16,4 3 8 0,0 0 0 15,4-1-40-15,6 0 20 0,7 0 16 16,8 1-12-16,1 1 16 15,1 2 8-15,-2 1 8 0,4 5-12 16,-2 6 68-16,0 1-60 0,2 3 20 16,-4 3 45-16,-3 0-61 0,1 3 20 15,-2-1 44-15,-7 1-76 0,1 1 8 16,-5-4-12-16,-2-2-4 16,1-3 4-16,-1-2 0 0,-4-3 4 15,0-2-4-15,-2-1 0 0,-2-1-4 16,0 0-88-16,0 2-525 0,0-5-391 15,-10-1-485-15</inkml:trace>
  <inkml:trace contextRef="#ctx0" brushRef="#br1" timeOffset="44344.08">22664 15419 3521 0,'0'0'376'16,"0"0"673"-16,43 7-569 0,-22 4-168 16,4 2-236-16,2 0-72 0,4-1-4 15,6-4 8-15,6-3-4 0,5-3-4 16,6-2 0-16,-3-2-116 16,1-4 0-16,-7-5 12 0,-1 0 76 15,-7-2 28-15,-4-1 4 0,-6 1 8 16,-6-2-12-16,-7 1 56 15,-6 0-24-15,-3-1 4 0,-5 3-32 16,-7 3-4-16,-5 2-156 0,-3 3-180 16,-1 2 112-16,-5 2 16 0,1 1-12 15,1 1 136-15,-2 3 84 0,3 1 0 16,5-1 8-16,3-1-8 0,4 0 52 16,2-2-32-16,2 0 28 0,2 0 44 15,0 0-72-15,0 2 0 0,2-1 20 16,6 2-32-16,6 3 64 15,7 3 96-15,8 6-148 0,4-1-4 16,2 2 0-16,-2-1-4 0,9-3-12 16,3-1 12-16,5-2-4 0,3-2-8 15,1 0 0-15,-2-4-4 0,4-1 4 16,-5-3 52-16,-1-1 164 16,-5-2-24-16,-3-2 256 0,-9-3-176 15,-4 1-40-15,-4-1 1 0,-7 1-205 16,-7 1-8-16,-3 2-4 15,-6 1-8-15,-2-1-16 0,-2 2-60 16,-9-4-161-16,-9 2 29 0,-9-2-40 16,-6 2 72-16,0 0 88 0,1 3 56 15,6 1 12-15,-1 5 12 0,4 3 20 16,4 1-8-16,5-3 8 0,5 0 28 16,5-1-44-16,6 0 16 0,0 1-12 15,15 3-8-15,11-1-48 0,10-2-592 16,-3-3-377-16,2-2-559 0</inkml:trace>
  <inkml:trace contextRef="#ctx0" brushRef="#br1" timeOffset="45139.93">24235 15529 3057 0,'0'0'656'0,"0"0"-208"16,0 0-183-16,0 0 87 15,0 0-264-15,0 0-80 0,-52-28-8 16,17 25 12-16,-4 3-12 0,4 4 40 16,12 3-12-16,-2 3 64 0,11-1 88 15,-1 1-40-15,9 2 28 0,4 0-8 16,4 1-156-16,6-2 12 0,7 1 44 16,5-3-56-16,1-4 16 0,10-2 44 15,0-3-28-15,4 0 40 0,2-5 76 16,-1-1-120-16,-3-3 8 15,-2 0 52-15,-2 0-24 0,-9-2 32 16,-3-3 5-16,-9 1-105 0,-8-4-53 16,-2 4-1215-16,-12-6-1525 0</inkml:trace>
  <inkml:trace contextRef="#ctx0" brushRef="#br1" timeOffset="50843.19">24973 14001 1724 0,'0'0'2073'0,"0"0"-1188"15,0 0-37-15,0 0 421 0,0 0-689 16,0 0-92-16,0 0-163 0,0 0-325 15,0 0 0-15,-10 13 0 0,7 11 0 16,-1 3 0-16,2 4 0 16,-2 0 0-16,0-4 0 0,0 2 0 15,-2-3 0-15,-1 0 0 0,3-4 0 16,-2-2 0-16,6-3 0 0,-2-3 0 16,0-3 0-16,2-5-481 0,-2-4-696 15,2-1-71-15,-2-1-181 0</inkml:trace>
  <inkml:trace contextRef="#ctx0" brushRef="#br1" timeOffset="51060.48">24743 14173 5014 0,'0'0'1212'0,"0"0"-507"16,0 0-125-16,0 0 101 0,0 0-681 15,44-5 0-15,-15 1 0 0,10-1 0 16,2 0 0-16,1 3 0 16,-5 0 0-16,-4 2 0 0,-8 0 0 15,-11 2 0-15,-5 0 0 0,-5-1-1718 16,-2 1-1439-16</inkml:trace>
  <inkml:trace contextRef="#ctx0" brushRef="#br1" timeOffset="51448.23">24865 14549 5062 0,'0'0'872'0,"40"1"-280"16,-16-1 577-16,3 0-813 0,-6 0-228 15,0 0-128-15,-3 0-44 0,-3 3-168 16,-9 0-772-16,-2-2-333 0,-2 0-912 16</inkml:trace>
  <inkml:trace contextRef="#ctx0" brushRef="#br1" timeOffset="53232.05">25351 14777 1172 0,'0'0'16'0,"0"0"2969"16,0 0-2336-16,15-33-73 0,-13 29 372 15,-2 0-503-15,2 2-37 0,-2 1 268 16,0 1-432-16,0 4-171 16,-4 12-73-16,-5 10 0 0,1 9 0 15,-2 5 0-15,-1 1 0 0,3-5 0 16,0-2 0-16,2-1 0 16,2-5 0-16,-1-5 0 0,1-3-353 15,0-5-355-15,2-8-1001 0,0-3-380 0</inkml:trace>
  <inkml:trace contextRef="#ctx0" brushRef="#br1" timeOffset="53389.77">25200 14896 2733 0,'0'0'2341'0,"40"10"-1601"0,-7-4 449 16,10 0-513-16,-2-2-228 15,-5 2-383-15,-8-1-65 0,-5 1 0 16,-4-2 0-16,-9-2-965 0,-2-1-692 0</inkml:trace>
  <inkml:trace contextRef="#ctx0" brushRef="#br1" timeOffset="54045.49">25413 14453 1816 0,'0'0'3578'0,"0"0"-2774"15,0 0-195-15,0 0 351 0,0 0-716 16,0 0-132-16,8 37-43 0,23-28-69 15,7-1 0-15,-1-3 0 0,-6 0 0 16,-4-4 0-16,-9-1 0 16,-1 0 0-16,-7 0-285 0,-6 0-1648 15,-4-6-680-15</inkml:trace>
  <inkml:trace contextRef="#ctx0" brushRef="#br1" timeOffset="54232.22">25574 14387 3333 0,'0'0'2457'16,"-29"35"-1476"-16,13-12 63 0,4 3-667 16,-1 1-377-16,3 1 0 0,-1 1 0 15,7-2 0-15,2-1 0 0,2-7-53 16,0-2-1527-16</inkml:trace>
  <inkml:trace contextRef="#ctx0" brushRef="#br2" timeOffset="63690.31">24882 14314 1148 0,'0'0'360'0,"0"0"1177"0,0 0-1033 15,0 0-260-15,0 0 328 0,0 0-343 16,0 0-37-16,0 0 140 0,0 0-172 15,-15 14-24-15,15-13 48 0,0-1-104 16,0 0 8-16,0 0 100 16,0 1-104-16,0 0-12 0,-2 0 28 15,0 0-88-15,0 2 56 0,-2 0 92 16,2-1-104-16,0 2 29 0,0-3 95 16,0 1-96-16,0 0-4 0,0-1 60 15,0-1-84-15,0 0 56 0,0-2 120 16,-3 0-140-16,1 1-8 0,2 0 56 15,-4 1-128-15,2 0 20 16,-2 0 0-16,-1-1-16 0,3 0-16 16,-2-2 8-16,2 0-4 0,0-2-4 15,0-1 4-15,-2 1 8 0,1-1-12 16,-3 2 56-16,4-1-32 16,0-1 48-16,-2-4 40 0,-1-2-112 15,3-4 17-15,-2 2-17 0,2-4 0 16,0 3 0-16,4-2 0 0,-2 2 0 15,2-2-41-15,0 1 13 0,0 0-36 16,2 1 64-16,2 0-4 16,-2 4-8-16,0 2 12 0,0 3 0 15,0 0 4-15,0 1-4 0,2-1 40 16,-1 0-40-16,-3-1 48 0,2 3 9 16,0-2-57-16,2 0 0 0,0-1 0 15,2-2 0-15,2 0 0 0,9-2 0 16,-1 2 0-16,3 3 0 15,0 2 0-15,-1 4 0 0,1 0 0 16,-1 3 0-16,1 2 0 0,-2 1 0 16,-1 3 0-16,-1-2 0 0,-3 2 0 15,0 1 0-15,-1 0 0 0,-1 1 0 16,-2 0 0-16,-1 1 0 0,1 1 0 16,-4 0 0-16,2 0 0 15,-4 3 0-15,2-1 0 0,1 0 0 16,-1 3 0-16,-2-1 0 0,0-1-17 15,0 1-15-15,-2-3 0 0,0 0-28 16,0-1 60-16,0-2 0 16,0-4 4-16,-2-1-4 0,0 0 28 15,-4 2-8-15,-1 2-16 0,-1-2 0 16,0 1 8-16,-1-2-12 0,-3 1 12 16,-2 0 4-16,-3-2-16 0,3 0 4 15,-1-4 0-15,-1 3-4 0,-1-2 4 16,-2 0 16-16,7 0-20 0,-4 0 9 15,3 0-9-15,1 1 0 16,1 2 0-16,1 0 0 0,4 0 0 16,-2 1 0-16,-1 1 0 0,1 4 0 15,-2 2 0-15,-1 4 0 0,3-4 0 16,2 0 0-16,2 1 0 0,0 0 0 16,0-1 0-16,-1 2 0 15,3-1 0-15,0 3 0 0,0 0 0 16,2 1 0-16,0-1 0 0,2 0 0 15,2-1 0-15,1 2 0 16,1-2 0-16,-2-1 0 0,4 2 0 16,0-2 0-16,1-2 0 0,1-1 0 15,2-3 0-15,3-1 0 0,1-3 0 16,1-3 0-16,4-3 0 0,-1 0 0 16,1-1 0-16,2-5 0 0,-3-4 0 15,1-4 0-15,-2-1 0 0,-1-5 0 16,-1-4 0-16,-3 0 0 0,-3-2 0 15,-3-1 0-15,-2 1 0 16,-4-4 0-16,-2 2 0 0,-2-3 0 16,-6 1 0-16,-3 0 0 0,-1 1 0 15,-2 4 0-15,1 4 0 0,1 2 0 16,1 2 0-16,5 2 0 16,2 1-93-16,2 3-2104 0,0 0-844 0</inkml:trace>
  <inkml:trace contextRef="#ctx0" brushRef="#br2" timeOffset="64798.51">25248 14218 1552 0,'0'0'849'0,"0"0"-689"0,0 0-88 16,0 0-24-16,0 0-48 16,0 0-36-16,0 0 4 0,-17-34-12 15,19 27-16-15,0 0 40 0,0 3 20 16,-2 2 104-16,0-1 424 0,0 2-64 15,-2 1-72-15,0 0 129 0,-2 0-105 16,4 0-40-16,-2 0 148 16,2 0-224-16,0 0-52 0,0-3 101 15,0 0-109-15,2-3 44 0,2 0 224 16,-2-1-260-16,0 0-47 0,1-2-201 16,-3 2 0-16,0 0 0 0,-3 1 0 15,-5-2 0-15,0 3 0 0,-4 2 0 16,-3 3 0-16,1 7 0 15,-1 8 0-15,-1 7 0 0,-3 6 0 16,2 6 0-16,3 2 0 0,6 3 0 16,-1 1 0-16,9 0 0 0,5-5 0 15,5-6 0-15,6-5 0 0,5-8 0 16,6-5 0-16,6-6 0 16,0-5 0-16,-2-8 0 0,-2-2 0 15,-4-6 0-15,-7 0 0 0,-3-5 0 16,-5 0 0-16,-8 1 0 0,-2 2 0 15,-6 0 0-15,-6 0 0 0,-1 2 0 16,-1-1 0-16,-3 3 0 16,-1 6 0-16,-1 2 0 0,1 6-1301 15,3 0-116-15,5 7-16 0</inkml:trace>
  <inkml:trace contextRef="#ctx0" brushRef="#br2" timeOffset="65223.75">25223 14679 468 0,'0'0'2089'0,"-10"-38"-1485"0,3 19 725 15,1 1-461-15,0 0-164 0,-2 1 153 16,0-1-361-16,-1 4-36 0,1 2-143 16,2 5-317-16,0 2 0 0,4 4 0 15,-5 2 0-15,-1 11 0 0,-4 16 0 16,-3 8 0-16,3 9 0 15,1 4 0-15,7-3 0 0,4-1 0 16,11-2 0-16,5-6 0 0,11-11 0 16,8-11 0-16,4-8 0 0,7-9 0 15,-5-14 0-15,-4-4 0 0,-5-8 0 16,-14-2 0-16,-10-3 0 16,-8 0 0-16,-6 1 0 0,-10 3 0 15,-5 2 0-15,-4 3 0 0,-6 4 0 16,-2 0-457-16,8 7-2128 0,-6 2-1313 0</inkml:trace>
  <inkml:trace contextRef="#ctx0" brushRef="#br2" timeOffset="106719.28">26259 15100 2865 0,'0'0'1765'0,"0"0"-573"0,0 0-27 16,0 0-457-16,0 0-232 0,0 0-455 15,0 0-21-15,0 0 0 0,0 0 0 16,0-25 0-16,-5 34 0 0,1 6 0 15,0 11 0-15,-2 6 0 16,0 6 0-16,-2 2 0 0,-3 1 0 16,-1-2 0-16,-1 0 0 0,1-2 0 15,0-3 0-15,-1-4 0 16,3-3 0-16,2-7 0 0,1-2 0 16,3-8 0-16,4-3 0 0,0-5-345 15,0-2-463-15,0-4-1065 0,2-7-348 0</inkml:trace>
  <inkml:trace contextRef="#ctx0" brushRef="#br2" timeOffset="107121.25">26015 15240 5026 0,'0'0'848'0,"0"0"637"16,0 0-652-16,0 0-833 0,0 0 0 15,0 0 0-15,0 0 0 0,0 0 0 16,0 0 0-16,62 7 0 0,-9-2 0 16,1 1 0-16,-4 0 0 0,-9 2 0 15,-2 1 0-15,-10 1 0 0,-8-3 0 16,-6 0 0-16,-11-2 0 0,-4-3-1597 15,-2 0-4394-15</inkml:trace>
  <inkml:trace contextRef="#ctx0" brushRef="#br2" timeOffset="107955.73">26286 14894 3265 0,'0'0'1801'0,"0"0"-517"0,-19-37-627 0,9 28-173 16,-3-3 96-16,-1 1-459 0,-3 3-121 15,-1 0 0-15,1 2 0 0,0 1 0 16,3 4 0-16,-3 1 0 16,-1 7 0-16,-5 5 0 0,-10 9 0 15,-4 8 0-15,-4 7 0 0,-3 3 0 16,3 6 0-16,-1 4 0 0,5 3 0 15,6 0 0-15,8 0 0 16,9-2 0-16,10 0 0 0,6-5 0 16,12 0 0-16,9-2 0 0,10-4 0 15,6-4 0-15,7-3 0 0,6-4 0 16,1-7 0-16,3-6 0 0,-2-4 0 16,-2-8 0-16,-5-3 0 0,-6-4 0 15,-3-6 0-15,-7 0 0 0,-6-4 0 16,-7-5 0-16,-1-4 0 0,-5-5 0 15,-4-6 0-15,1-5 0 16,-5-5 0-16,0-5 0 0,-2-5 0 16,-2-3 0-16,2-1 0 0,0 5 0 15,-2 3 0-15,0 10 0 0,-4 7 0 16,-2 5 0-16,-5 7 0 16,-1 3 0-16,-5 9 0 0,-3 2 0 15,-1 3 0-15,3 3-681 0,3-2-2344 0</inkml:trace>
  <inkml:trace contextRef="#ctx0" brushRef="#br2" timeOffset="108598.53">26571 15520 6034 0,'0'0'1133'0,"0"0"-108"16,0 0-1025-16,39 13 0 0,-12-1 0 16,4 3 0-16,0 0 0 0,0 0 0 15,0-1 0-15,-2 0 0 0,0-1 0 16,-4-1 0-16,-7 0 0 0,-3-3 0 16,-3-3 0-16,-6-1 0 0,-2-4-401 15,-1 0-1428-15,-1-3-812 0</inkml:trace>
  <inkml:trace contextRef="#ctx0" brushRef="#br2" timeOffset="109157.81">26829 15373 2132 0,'0'0'1581'0,"0"0"-860"0,2-43 59 16,-2 32 300-16,0 0-567 0,-6 0 15 15,-2-1 228-15,-3 3-655 16,-5-1-101-16,-3 4 0 0,-1 3 0 16,-1 1 0-16,-6 4 0 0,0 4 0 15,0 4 0-15,-6 7 0 0,2 5 0 16,-2 7 0-16,2 6 0 15,2 5 0-15,2 6 0 0,7 1 0 16,5 4 0-16,7 1 0 0,8-2 0 16,12-1 0-16,7-6 0 0,12-6 0 15,6-5 0-15,9-5 0 0,5-11 0 16,7-6 0-16,0-9 0 0,-2-6 0 16,-2-9 0-16,-5-7 0 0,-5-5 0 15,-7-6 0-15,-12-8 0 0,-11-1 0 16,-10-6 0-16,-6 1 0 0,-10 1 0 15,-7-1 0-15,-8 2 0 16,-2 3 0-16,-2 3 0 0,0 5 0 16,2 11 0-16,5 9 0 0,-1 12 0 15,6 2-1105-15,-4 10-1436 0</inkml:trace>
  <inkml:trace contextRef="#ctx0" brushRef="#br2" timeOffset="118188.78">27460 15873 1296 0,'0'0'320'0,"0"0"1257"0,0 0-737 15,0 0-231-15,0 0 463 16,0 0-428-16,35-28-203 0,-31 24 199 16,-2 0-304-16,-2 2-72 0,2 0-111 15,-2 0-153-15,0 0 0 0,0 0 0 16,-2 0 0-16,0-1 0 0,0 1 0 16,-2-2 0-16,2 0 0 0,-2-1 0 15,-3-2 0-15,-1-3 0 0,-2-3 0 16,-1 1 0-16,1 1 0 0,0 4 0 15,-1 3 0-15,1 0 0 16,0 4 0-16,-3 0 0 0,1 2 0 16,-3 4 0-16,1-1 0 0,2 3 0 15,-3 1 0-15,1 3 0 0,-1 2 0 16,1 0 0-16,-1 6 0 16,-1 3 0-16,-1 4 0 0,3 3 0 15,-1 2 0-15,3 0 0 0,4 1 0 16,3 1 0-16,5-1 0 15,0 0 0-15,7-1 0 0,3-2 0 16,4-4 0-16,5-2 0 0,2-4 0 16,1-4 0-16,7-5 0 0,6-6 0 15,3-5 0-15,1-3 0 0,0-9 0 16,-4-2 0-16,-4-5 0 0,-6-3 0 16,-8-1 0-16,-5-2 0 0,-6-2 0 15,-4-3 0-15,-2-3 0 0,-2-3 0 16,-6-3 0-16,0-4 0 15,-3 2 0-15,1 1 0 0,0 7 0 16,2 8 0-16,1 8 0 0,5 8 0 16,0 5 0-16,2 4 0 0,-2 0 0 15,-2 1 0-15,0 7 0 16,-6 8 0-16,1-3-1445 0,-1 1-1817 0</inkml:trace>
  <inkml:trace contextRef="#ctx0" brushRef="#br2" timeOffset="118686.58">27420 15896 5630 0,'0'0'1077'0,"0"0"51"15,0 0-771-15,0 0-357 0,0 0 0 16,0 0 0-16,-18 35 0 15,14-12 0-15,-1 1 0 0,3 3 0 16,0-5 0-16,0 4 0 0,-2 0 0 16,-2-4 0-16,-2 0 0 0,1-2-505 15,-1-8-1340-15,6-4-368 16</inkml:trace>
  <inkml:trace contextRef="#ctx0" brushRef="#br2" timeOffset="119069.87">27309 16025 7963 0,'0'0'229'0,"0"0"-229"0,0 0 0 16,0 0 0-16,53-9 0 0,-7 2 0 15,1 2 0-15,1 3 0 0,-13 2 0 16,-10 0 0-16,-11 0-1802 0</inkml:trace>
  <inkml:trace contextRef="#ctx0" brushRef="#br2" timeOffset="121130.98">27840 16391 2397 0,'0'0'1420'0,"0"0"-655"0,0 0 3 0,0 0 601 16,0 0-613-16,0 0-148 0,0 0-499 15,0 0-109-15,33 13 0 0,0-1 0 16,2 1 0-16,-4 1 0 0,-2 5 0 16,-4 0 0-16,0 2 0 0,-7 0 0 15,-5-4 0-15,-5 0 0 0,-2-4 0 16,-4-2 0-16,0-3 0 15,1-4 0-15,-3-3-365 0,0-1-1056 16,0-7-3917-16</inkml:trace>
  <inkml:trace contextRef="#ctx0" brushRef="#br2" timeOffset="121970.94">28080 16315 1504 0,'0'0'560'0,"0"0"-560"0,0 0-12 15,0 0-224-15,0 0-140 0,0 0 376 16,0 0 352-16,0 0 329 0,35-29-97 16,-31 22 644-16,-4 0-463 0,0-1-33 15,0 0 233-15,-4-3-609 16,-4-1-120-16,-7-4 168 0,-3-1-252 16,-3-2-8-16,0 3 9 0,1 1-153 15,-1 4 0-15,0 3 0 0,1 4 0 16,-1 4 0-16,-2 7 0 15,-4 5 0-15,-2 6 0 0,-6 5 0 16,0 6 0-16,-4 6 0 0,4 5 0 16,4 3 0-16,6 2 0 0,6 1 0 15,9 2 0-15,8 2 0 0,8 3 0 16,11 0 0-16,9 0 0 0,10-5 0 16,9-6 0-16,7-8 0 0,6-11 0 15,-1-6 0-15,5-7 0 0,0-8 0 16,1-4 0-16,-6-9 0 15,-7-8 0-15,-13-5 0 0,-8-8 0 16,-8-7 0-16,-5-4 0 0,-5-5 0 16,-5-6 0-16,-6-3 0 15,-4-4 0-15,-9-3 0 0,-3 3 0 16,-3 5 0-16,-6 8 0 0,1 7 0 16,-3 11 0-16,-4 7 0 0,0 10 0 15,-2 6 0-15,-7 7 0 0,3 1 0 16,8 3-1249-16,-4 2-3554 0</inkml:trace>
  <inkml:trace contextRef="#ctx0" brushRef="#br2" timeOffset="129628.05">28030 16037 1272 0,'0'0'0'0,"35"-13"-200"0</inkml:trace>
  <inkml:trace contextRef="#ctx0" brushRef="#br3" timeOffset="144747.85">28801 16045 1804 0,'0'0'48'0,"0"0"957"0,0 0-865 16,0 0 64-16,0 0 276 16,0 0-264-16,0 0-80 0,0 0 4 15,0 0-52-15,-27-37 49 0,17 27 219 16,-2-1-136-16,-5-2-32 0,1 1-68 16,-3 1-120-16,0-2-12 0,-8 1-116 15,-4-3 48-15,0-1 80 0,-4-1 8 16,0 0 20-16,-2 0 68 15,2-1 144-15,0 1-12 0,-1-1 8 16,-1 0 16-16,-2 2-216 0,-2 0-8 16,-7 6-24-16,-4 4-4 0,-5 6-48 15,-3 6-108-15,-2 8-28 0,0 6 72 16,-7 4 16-16,1 5 8 16,-4 3 40-16,-1 3-48 0,1 5-52 0,4 2 64 15,4 4 80-15,2 6 8 16,6 3 40-16,4 9 108 0,3 4-112 15,5 7-16-15,5 3-16 0,4 3 0 16,8 1-8-16,10 2 20 16,9 0-8-16,8-1 0 0,17-7-12 15,10-4-16-15,10-6-92 0,8-6-232 16,9-4 52-16,6-6 204 0,8-5 80 16,9-7 0-16,7-8 4 0,12-12 12 15,3-11-8-15,6-7 72 0,5-15 256 16,-1-8-84-16,3-9-12 15,2-8 256-15,-5-7-164 0,-1-6-15 16,-9-6 71-16,-6-4-268 0,-8-2 20 16,-15-6 16-16,-12 0-152 0,-15-3 0 15,-14 0 16-15,-10 0-4 0,-13-1-12 16,-8 4 32-16,-4-5-24 16,-5 2-4-16,-5-4 12 0,-1 2 4 0,-5 0-20 15,-7 4 0-15,-9 6-32 16,-9 8-60-16,-17 5-300 0,10 16-401 15,-8 4-491-15</inkml:trace>
  <inkml:trace contextRef="#ctx0" brushRef="#br3" timeOffset="145501.71">29554 15254 3969 0,'0'0'2353'0,"-62"-53"-2313"15,29 21-40-15,4 1 40 0,-4-4-32 16,-5-2-4-16,-3-1-4 0,-5-2 8 16,-3 2-8-16,-3-4 0 0,-4 4-4 15,-6 0-8-15,-4 3-24 0,-6 3-108 16,-7 3-152-16,-7 7-8 0,-5 5-256 15,-5 4 284-15,-1 8 128 16,-2 6 56-16,-6 10 64 0,-3 7 28 16,-3 7 0-16,-5 8 0 0,-4 8 0 15,-4 12 0-15,-6 8-4 0,-3 13 4 16,3 10-36-16,0 6 20 0,2 13 16 16,4 7-4-16,6 9 4 0,8 8 0 15,9 3 0-15,10 5 4 16,8 3-4-16,15 0 0 0,12 5-4 15,13 0 4-15,18-2 0 0,11 2 16 16,14-5 16-16,18-3 128 16,17-2-104-16,15-6-44 0,14-7-8 15,15-7 0-15,14-8-8 0,14-10 4 16,-3-17-100-16,9-7 20 0,13-10-36 16,7-8 72-16,24-2 44 0,10-14 52 15,9-14 76-15,6-13 72 0,6-16 244 16,2-18-120-16,6-14 12 0,21-29 288 15,1-16-263-15,-1-16 39 16,-13-11 356-16,-30-4-591 0,-13-6-165 16,-16-10 0-16,-17-7 0 0,-18-4 0 15,-22-4 0-15,-15-5 0 0,-22 1 0 16,-13-2 0-16,-18 1 0 16,-13 0 0-16,-16 0 0 0,-16 2 0 0,-16 7 0 15,-17 6-77-15,-16 8-295 16,-19 13-32-16,-15 11-244 0,-14 13-5 15,-14 15 81-15,-15 14-264 0,-10 16 151 16,33 17-159-16,-5 12-1885 0</inkml:trace>
  <inkml:trace contextRef="#ctx0" brushRef="#br3" timeOffset="146465.7">30426 14025 6326 0,'-72'-59'148'15,"-3"1"9"-15,-14-7 99 0,7 8-228 16,-9 4 32-16,-11 4-60 16,-3 5-16-16,-9 5-32 0,-8 6-104 15,-4 5-16-15,-6 8 67 0,-7 7-107 16,-7 6-4-16,-5 7-4 0,-8 9-312 16,-7 10 88-16,-5 10 116 0,-3 10-137 15,-6 11 61-15,0 10 172 0,0 10 228 16,-1 8 0-16,3 12 208 0,0 7 264 15,4 9-195-15,1 8-73 0,9 9 56 16,3 9-140-16,10 9-20 16,9 6-20-16,7 8-76 0,11 5-8 15,13 8 4-15,11 7-16 0,16-1 12 16,15 6 0-16,10 2 0 16,11 1 4-16,13 5 0 0,6 6 12 15,12-2-12-15,13-1 0 0,8-3-20 16,17-2-20-16,16-8 28 0,7-22 12 15,14-6 0-15,14-10 56 0,17-1 0 16,6-5 20-16,14-6 76 16,13-6-100-16,13-9 28 0,28 8 48 15,9-13-32-15,12-12 40 0,10-13 276 16,13-17-348-16,6-66 93 0,6 0 107 16,6 0-188-16,4 0 44 0,3 0 160 15,4 0-144-15,1 0-8 0,-1 0 56 16,-2-62-152-16,-5-34 0 15,-10-20 24-15,13-40-48 0,-15-13-8 16,-21-11 4-16,-4-30-4 0,-41 18-4 16,-21 1-32-16,-18 0-12 0,-33 24 48 15,-22 0-16-15,-13-4 32 0,-19 0-16 16,-15 0 0-16,-10-4 4 0,-17 0-8 16,-18 0-520-16,4 43-533 0,-12-1-820 15</inkml:trace>
  <inkml:trace contextRef="#ctx0" brushRef="#br3" timeOffset="147036.13">30199 13886 5978 0,'86'64'48'0,"14"8"-16"0,13 21-32 0,-9 5-32 15,-7 15-416-15,-8 14-1141 0,-5 8 517 16,-7 7 808-16,-7 5 264 0,0 6 356 15,-5 4 28-15,-10 4 528 0,-7 7-479 16,-11 4-177-16,-16 5-64 16,-15 5-192-16,-12-2 0 0,-21 1 0 15,-16 0-240-15,5-48-192 0,-15-8-2046 0</inkml:trace>
  <inkml:trace contextRef="#ctx0" brushRef="#br3" timeOffset="149508.94">27666 12785 2769 0,'0'0'2605'16,"0"0"-1649"-16,0 0 373 0,-45-44-796 16,28 33-533-16,-3 1 0 0,-1 2 0 15,-4 3 0-15,2 4 0 16,1 2 0-16,-1 6 0 0,2 7 0 16,5 5 0-16,-1 5 0 0,7 3 0 15,2 3 0-15,6-2 0 0,4-1 0 16,8-3 0-16,9-6 0 0,12-4 0 15,6-6 0-15,8-4 0 0,3-4 0 16,-1 0 0-16,-3 0 0 0,-11 4 0 16,-8-1 0-16,-11 3 0 0,-8 4 0 15,-6 3 0-15,-6 3 0 16,-8 3 0-16,-9 4 0 0,-4 1 0 16,-4 0 0-16,-2-1 0 0,2-2 0 15,2-7 0-15,2-7 0 16,11-4 0-16,7-7 0 0,9-8-217 15,7 1-911-15,5-7-1870 0</inkml:trace>
  <inkml:trace contextRef="#ctx0" brushRef="#br3" timeOffset="149721.07">27935 12798 7375 0,'0'0'817'15,"0"0"-817"-15,0 0 0 0,-39-15 0 16,20 21 0-16,-1 10 0 0,-3 11 0 16,0 8 0-16,0 5 0 0,5 5 0 15,1 3 0-15,9-2 0 16,8-4 0-16,8-4 0 0,13-10 0 16,10-13 0-16,10-11 0 0,5-10 0 15,3-12 0-15,1-7 0 16,-5-5-145-16,-14 4-2140 0,-4-2-2137 0</inkml:trace>
  <inkml:trace contextRef="#ctx0" brushRef="#br3" timeOffset="150251.85">28322 12805 6298 0,'0'0'665'16,"-23"-45"-109"-16,4 29 117 0,-1 6-673 16,1 10 0-16,-2 6 0 0,3 8 0 15,1 7 0-15,3 4 0 16,1 3 0-16,3 3 0 0,4 1 0 16,4 0 0-16,2 1 0 0,0-5 0 15,8-3 0-15,6-6 0 0,3-8 0 16,4-7 0-16,3-6 0 0,3-7 0 15,-2-8 0-15,2-2 0 0,-4-4 0 16,-7 1 0-16,-1 1 0 0,-7 3 0 16,-2 6 0-16,-4 4 0 0,-2 3 0 15,0 5 0-15,0 0 0 16,0 4 0-16,0 10 0 0,-2 10 0 16,0 6 0-16,0 4 0 0,0-4 0 15,2-1 0-15,2-4 0 16,4-5 0-16,7-8 0 0,1-6-701 15,-1-5-636-15,-1-6-2584 0</inkml:trace>
  <inkml:trace contextRef="#ctx0" brushRef="#br3" timeOffset="150467.94">28570 12463 6559 0,'0'0'1152'16,"0"0"-671"-16,0 0-481 0,0 0 0 15,0 0 0-15,-2 41 0 0,2-6 0 16,-2 8 0-16,-1 7 0 0,3 5 0 16,0 5 0-16,0 5 0 0,-2 2 0 15,0-1 0-15,-2-5 0 16,4-9 0-16,0-10 0 0,4-12 0 16,5-15 0-16,1-8-557 0,2-11-1384 0</inkml:trace>
  <inkml:trace contextRef="#ctx0" brushRef="#br3" timeOffset="150653.38">28721 12411 6599 0,'0'0'1436'16,"0"0"-1279"-16,-9 52-157 0,5-16 0 16,0 8 0-16,2 4 0 0,2 4 0 15,0 4 0-15,0 4 0 0,0 2 0 16,2-1 0-16,-2 0 0 0,0-6 0 15,0-6 0-15,0-6 0 0,-2-7 0 16,-2-10 0-16,2-10-685 0,-7-9-3637 0</inkml:trace>
  <inkml:trace contextRef="#ctx0" brushRef="#br3" timeOffset="150783.94">28516 12854 6955 0,'0'0'788'15,"45"1"-339"-15,-16-6-449 0,-2 2 0 16,2-3 0-16,-2-1 0 0,0 1 0 16,2 0 0-16,-4 0 0 0,2 1 0 15,-9 2-857-15,-3 0-2273 0</inkml:trace>
  <inkml:trace contextRef="#ctx0" brushRef="#br3" timeOffset="151196.25">28907 12956 5662 0,'0'0'1869'16,"45"-45"-1208"-16,-26 20-661 0,-9 1 0 15,-2 5 0-15,-6-1 0 16,-2 5 0-16,-2 0 0 0,-6 1 0 16,-2 1 0-16,-3 2 0 0,1 3 0 15,-3 2 0-15,3 6 0 0,-2 10 0 16,-1 10 0-16,1 7 0 15,-3 7 0-15,5 6 0 0,3 0 0 16,7-1 0-16,9-4-265 0,7-6-187 16,9-4 196-16,6-5 28 0,4-5 172 15,0-4 56-15,2-4 4 16,-4-2 0-16,0-4-4 0,-4 1 0 16,-6 0-44-16,-7 0-208 0,-4 3-501 15,-1 0 233-15,-7-2 520 0,0 1 32 16,0-1 524-16,0 0 73 0,-2-3 359 15,2-2-388-15,0-9-587 0,0-10-13 16,2-7 0-16,0-5 0 0,5 0 0 16,-1 4 0-16,4 3 0 0,1 3 0 15,-1 5 0-15,-2 1 0 16,3 3 0-16,-7 3 0 0,4-2-1674 0</inkml:trace>
  <inkml:trace contextRef="#ctx0" brushRef="#br3" timeOffset="152203.09">30099 13107 3993 0,'0'0'889'16,"0"0"427"-16,0 0-511 0,0 0-129 15,0 0-163-15,0 0-513 16,0 0 0-16,0 0 0 0,13-41 0 15,-13 34 0-15,-6 1 0 0,-1-3 0 16,-5 0 0-16,-5 3 0 0,-1 3 0 16,-5 6 0-16,2 11 0 0,1 7 0 15,1 6 0-15,5 4 0 16,5 2 0-16,7-1 0 0,6-3 0 16,7-2 0-16,7-7 0 0,5-6 0 15,6-8 0-15,2-6 0 0,0-6 0 16,-2-7 0-16,-4-5 0 0,-5-4 0 15,-3-2 0-15,-5-3 0 0,-5-1 0 16,-5 1 0-16,-2 0 0 0,-2 3 0 16,-3 4 0-16,-3 3 0 0,0 2 0 15,2 3 0-15,-3 5 0 16,5 2-513-16,2 4-756 0,-2 0-259 0</inkml:trace>
  <inkml:trace contextRef="#ctx0" brushRef="#br3" timeOffset="152540.81">30513 12862 5390 0,'10'-39'648'0,"-2"5"-300"0,-1-2 133 15,-1 8-249-15,-4 3-76 0,-2 1 64 16,-4 3 0-16,-5-1 40 0,-3 5-23 15,0-1-237-15,-5 1 0 0,-2 4 0 16,-1 0 0-16,-7 4 0 0,0 3 0 16,0 2 0-16,-2 5 0 0,7 9 0 15,1 5 0-15,4 7 0 16,7 6 0-16,4 4 0 0,6 7 0 16,4 6 0-16,8 5 0 0,5 6 0 15,4 3 0-15,1 2 0 0,3 0 0 16,-6-4 0-16,-3-1 0 15,-5-6 0-15,-5-6 0 0,-4-8 0 16,-2-4 0-16,-6-7 0 0,-3-7 0 16,-1-8-393-16,-4-6-940 15,3-4-127-15,1-3-525 0</inkml:trace>
  <inkml:trace contextRef="#ctx0" brushRef="#br3" timeOffset="152679">30333 13126 5038 0,'35'3'764'0,"-8"-4"405"16,2-3-893-16,-8 1-276 0,-11 0-1261 15,-2-1-1544-15</inkml:trace>
  <inkml:trace contextRef="#ctx0" brushRef="#br3" timeOffset="153484.94">30848 12959 1288 0,'0'0'36'0,"16"-58"1773"0,-8 26-1165 16,-1 2 5-16,-3-1 571 0,-2 2-440 15,-2 3-195-15,-2 3 271 16,-9 1-531-16,-3 2-325 0,-5 1 0 16,-3 1 0-16,-5 4 0 0,0 4 0 15,0 6 0-15,0 4 0 0,2 1 0 16,1 6 0-16,-1 6 0 0,0 5 0 15,2 3 0-15,0 8 0 0,5 3 0 16,1 4 0-16,5 7 0 0,6 3 0 16,6 5 0-16,8 2 0 0,9 2 0 15,1 1 0-15,3 1 0 16,-1 0 0-16,-1-4 0 0,-2-4 0 16,-3-8-445-16,-4-7-163 0,-3-8 60 15,-5-8-897-15,-2-7-12 16,-2-5-400-16</inkml:trace>
  <inkml:trace contextRef="#ctx0" brushRef="#br3" timeOffset="153599.66">30536 13244 6482 0,'0'0'441'0,"0"0"195"0,59 4-3 16,-21-2-633-16,1-2 0 0,6 0 0 15,-3 0 0-15,1 0 0 0,1 0 0 16,1-3 0-16,-10 0-369 0,0-4-3781 0</inkml:trace>
  <inkml:trace contextRef="#ctx0" brushRef="#br3" timeOffset="154067.75">31364 13451 2205 0,'0'0'2165'0,"0"0"-1309"0,0 0-168 16,0 0-23-16,0 0 295 0,-41 23-556 15,33 2-155-15,0 9-249 0,-3 9 0 16,3 5 0-16,-2 4 0 0,1 4 0 16,-1 2 0-16,0 2 0 15,-1-1 0-15,-1 0 0 0,2-6 0 16,-3-4 0-16,3-7 0 0,-3-8 0 16,3-7-321-16,4-11-1168 0,-4-7-3837 0</inkml:trace>
  <inkml:trace contextRef="#ctx0" brushRef="#br3" timeOffset="154239.65">31061 13959 3209 0,'0'0'3638'15,"22"-38"-2510"-15,1 21-911 0,6 7-217 16,2 2 0-16,0 2 0 0,2 6 0 16,-4 0 0-16,2 5 0 0,2 1 0 15,-2-1 0-15,2-2 0 16,-6 2 0-16,-4 1-225 0,-7-2-1244 15,-5 1-708-15</inkml:trace>
  <inkml:trace contextRef="#ctx0" brushRef="#br3" timeOffset="154457.91">31447 14227 2621 0,'0'0'2005'16,"0"0"-1149"-16,0 0 20 0,0 0 297 15,8-53-573-15,-6 23-539 0,-2-3-61 16,3 0 0-16,1-1 0 16,4 2 0-16,4 4 0 0,3 4 0 15,1 7 0-15,1 2 0 0,-1 5 0 16,-1 3 0-16,1 0 0 0,-1 1 0 16,-1 1 0-16,-3 3-149 0,-1-3-1656 0</inkml:trace>
  <inkml:trace contextRef="#ctx0" brushRef="#br3" timeOffset="154959.07">31803 14026 6054 0,'0'0'1405'0,"-2"-42"-749"0,-9 20-579 15,-3 3-77-15,-1 5 0 16,-3 6 0-16,-1 6 0 0,0 6 0 15,1 10 0-15,-1 7 0 0,3 6 0 16,1 4 0-16,1 1 0 0,8 1 0 16,4-3 0-16,2-4 0 0,8-3 0 15,8-6 0-15,3-8 0 16,6-5 0-16,0-5 0 0,1-9 0 16,1-3 0-16,-6-3 0 0,-2-1 0 15,-5-1 0-15,-4 5 0 0,-3 1 0 16,-3 5 0-16,-2 3 0 0,-2 2 0 15,0 1 0-15,2 2 0 0,-2 9 0 16,0 11 0-16,0 6 0 16,0 5 0-16,-2 1 0 0,-2-3 0 15,2-4 0-15,2-2 0 0,0-6 0 16,4-4 0-16,4-6 0 0,0-2 0 16,1-6-509-16,-5 0-668 0,2-6-547 15</inkml:trace>
  <inkml:trace contextRef="#ctx0" brushRef="#br3" timeOffset="155130.28">31980 14058 3289 0,'0'0'2701'0,"0"0"-1084"16,0 0-1032-16,0 0-585 0,-14 57 0 16,6-26 0-16,-1-1 0 0,3-6 0 15,4 0 0-15,2-5 0 0,6-5 0 16,3 1 0-16,-1-5 0 0,2-5-193 15,-2-4-1572-15,-1-2-908 0</inkml:trace>
  <inkml:trace contextRef="#ctx0" brushRef="#br3" timeOffset="155252.66">32057 13710 5386 0,'0'0'2329'15,"-8"-49"-1852"-15,6 36-477 16,0 8 0-16,2 5 0 0,-3 3 0 15,3 7 0-15,7 8-337 0,3 3-575 16,0-3-257-16,1-2-2120 0</inkml:trace>
  <inkml:trace contextRef="#ctx0" brushRef="#br3" timeOffset="155484.74">32259 13702 5330 0,'0'0'964'0,"0"0"505"16,0 0-1040-16,0 0-429 0,-16 37 0 16,6 2 0-16,1 10 0 15,3 4 0-15,2 3 0 0,4 2 0 16,0-1 0-16,0 1 0 0,-2 0 0 16,-2-2 0-16,-4-3 0 15,-3-3 0-15,-3-10-1117 0,5-11-468 16,1-9-760-16</inkml:trace>
  <inkml:trace contextRef="#ctx0" brushRef="#br3" timeOffset="155627.81">32417 14109 4265 0,'0'0'3202'0,"-38"31"-2477"15,22-10-725-15,1 4 0 0,5 1 0 16,4 4 0-16,2-3 0 0,4-1 0 15,0-1 0-15,6-4 0 0,2-3 0 16,-2-4-589-16,-1-5-1256 0</inkml:trace>
  <inkml:trace contextRef="#ctx0" brushRef="#br3" timeOffset="155809.75">32551 13822 8192 0,'0'0'0'16,"0"0"0"-16,0 0 0 16,-17 39 0-16,15-4 0 0,2 8-533 15,0 5-483-15,4-2-257 0,1-9-1252 16,-5 1-276-16</inkml:trace>
  <inkml:trace contextRef="#ctx0" brushRef="#br3" timeOffset="156351.18">32499 14455 4698 0,'0'0'1600'16,"0"0"-867"-16,0 0-77 0,0 0-151 15,42-22-505-15,-20-14 0 0,5-4 0 16,-4 3 0-16,0 4 0 16,-5 4 0-16,-3 8 0 0,-7 8 0 15,-4 7 0-15,-4 6 0 0,-4 12 0 16,-4 8 0-16,0 7 0 0,-5 5 0 16,7-2 0-16,2-1 0 15,4-2 0-15,4-6-317 0,8-2-243 16,5-6 12-16,1-3-621 0,3-6 425 15,-4-1 207-15,-1-4-315 0,-1-9 476 16,-5-3 108-16,0-3-28 16,-3-3 296-16,-3 0 120 0,-4 0 608 15,-4 0 128-15,-3 3-71 0,-1 6 211 16,2 4-668-16,2 4-144 0,0 2-11 16,-1 4-149-16,1 3 32 0,0 3 176 15,4-2-144-15,0-1-36 0,0-3-28 16,0 0-4-16,4 1-8 0,0-4 72 15,1-1-56-15,-1 0 80 0,-2 0 160 16,0 0-116-16,0-1 52 16,2-2-59-16,0 3-145 0,4 7 0 15,3 11 0-15,1 11 0 0,3 5 0 16,-5 8 0-16,0-1 0 0,-3 4 0 16,-5 3 0-16,-4-2 0 15,-9 1 0-15,-9 1 0 0,-7 2 0 16,-6 2 0-16,-7-2 0 0,-5-2 0 15,-3-3 0-15,1-7 0 0,-3-7 0 16,7-11 0-16,3-10 0 16,5-9 0-16,6-6 0 0,9-14 0 15,5-7 0-15,7-9 0 0,8-6 0 16,12 3 0-16,13 4 0 0,8 3 0 16,4 5 0-16,7 2 0 0,-7 0 0 15,2 0 0-15,-12 6 0 0,-4-3-3802 0</inkml:trace>
  <inkml:trace contextRef="#ctx0" brushRef="#br3" timeOffset="156892.85">31573 15157 6394 0,'0'0'557'0,"0"0"495"0,0 0-863 0,0 0-189 16,0 0 0-16,0 0 0 0,46-40 0 15,-17 17 0-15,-5-3 0 16,-3 4 0-16,-2-6 0 0,-7 5 0 15,-4 0 0-15,-8 3 0 0,-2 5 0 16,-8 3 0-16,-11 5 0 16,-4 4 0-16,-6 7 0 0,-2 10 0 0,2 10 0 15,0 4 0-15,5 3 0 16,1 2 0-16,8-1 0 0,9 0 0 16,8 0 0-16,8 0 0 0,11-2 0 15,6-3 0-15,6-7 0 0,0-2 0 16,2-6 0-16,0-5 0 0,2-4 0 15,0-3 0-15,-8 0-1117 16,0-6-2041-16</inkml:trace>
  <inkml:trace contextRef="#ctx0" brushRef="#br3" timeOffset="157095.1">31941 15101 7623 0,'0'0'569'16,"0"0"-569"-16,-45-20 0 0,26 21 0 15,0 10 0-15,1 1 0 0,-1 6 0 16,1 3 0-16,3 4 0 0,5 1 0 16,2-1 0-16,6-2 0 15,2-2 0-15,6-2 0 0,4-4 0 16,2-4 0-16,5-9 0 0,4-3 0 16,-1-12 0-16,5-9 0 0,-2-12-417 15,-5 6-1412-15,-5-9-1196 0</inkml:trace>
  <inkml:trace contextRef="#ctx0" brushRef="#br3" timeOffset="157235.95">32032 14691 4874 0,'0'0'2693'15,"0"0"-2068"-15,0 0-625 0,-29 45 0 16,19-5 0-16,-3 14 0 0,1 6 0 16,0 2 0-16,-1 4 0 15,1 4 0-15,1-4 0 0,3-5 0 16,6-5 0-16,2-11 0 0,8-6 0 15,3-12-1149-15,1-8-3497 0</inkml:trace>
  <inkml:trace contextRef="#ctx0" brushRef="#br3" timeOffset="157877.87">32208 15298 2997 0,'0'0'3289'16,"0"0"-2708"-16,0 0-329 0,12-50 288 15,-10 34-412-15,-2 4-60 16,-2-1 160-16,-10 3-119 0,-5 8-109 16,-8 2 0-16,1 13 0 0,-9 8 0 15,2 4 0-15,0 5 0 0,4-1 0 16,6 0 0-16,9-3 0 16,7-6 0-16,8-1 0 0,7-6 0 15,6-3 0-15,5-8 0 0,6-2 0 16,4-9 0-16,-2-7 0 0,-2 0 0 15,-4 0 0-15,-5 0 0 0,-1 5 0 16,-7 4 0-16,-2 4 0 16,-2 3 0-16,1 5 0 0,1 13 0 15,4 15 0-15,3 9 0 0,-3 8 0 16,-1-2 0-16,-3-2 0 0,-2-1 0 16,-6-1 0-16,-6 0 0 0,-9 1 0 15,-5-2 0-15,-5-1 0 0,-6-6 0 16,-4-5 0-16,0-8 0 15,-5-8 0-15,1-8 0 0,4-7 0 16,4-7 0-16,4-10 0 0,6-8 0 16,7-10 0-16,6-3 0 0,8-1 0 15,8 5 0-15,10 8 0 0,11 7 0 16,7 4 0-16,5-2 0 0,6 2 0 16,5-2 0-16,2 0 0 15,-5 0 0-15,1-2 0 0,-4-1 0 16,-3 0 0-16,-8-4 0 0,-4 3 0 15,-4-2 0-15,-6-1 0 0,-5 0 0 16,-1-1 0-16,-7-1 0 0,0 2 0 16,-4-3 0-16,-4-1 0 15,-8 1 0-15,-2 1 0 0,-7 7 0 16,-1 11 0-16,-5 8 0 0,-6 9 0 16,-2 14 0-16,2 10 0 0,4 7 0 15,9 5 0-15,7 1 0 0,9-4 0 16,11-1 0-16,7-5 0 0,9-8 0 15,6-9 0-15,7-5 0 16,5-9 0-16,-8-5 0 0,0 0-1754 0</inkml:trace>
  <inkml:trace contextRef="#ctx0" brushRef="#br3" timeOffset="161648.15">6181 4220 1204 0,'0'0'124'0,"0"0"1437"16,0 0-1053-16,0 0 364 0,0 0-495 16,0 0 7-16,0 0 204 0,0 0-312 15,0 0-72-15,-11-3 72 16,15 2-120-16,-1-2 29 0,5 1 119 16,2 1-196-16,11 1-20 0,2 0-40 15,8 4-32-15,6 0-4 0,4 1 28 16,11-4-32-16,6 2 0 0,6 0 16 15,8-3-8-15,9 0-16 0,6 0 24 16,4 1-16-16,-3-1-8 0,3 0 4 16,6 0 12-16,-1 1-16 15,9-1 0-15,0 0 8 0,1 0-8 16,5 0 48-16,3-1-12 0,6 0 0 16,2 1 0-16,-2-2-24 0,2 2-12 15,4-1 8-15,-4 1 0 0,2 0-8 16,-6 0 8-16,2 1-4 15,0 1-4-15,-5 2 0 0,1-2 4 16,0 3-4-16,0-2 0 0,-1 2-4 16,5-3 4-16,2 2 0 0,4-2 0 15,5 1 0-15,1-1 8 16,0-1-8-16,5 0 0 0,-1-1 0 16,5 0 4-16,-5-1-4 0,0-1 0 15,-3 2 4-15,-1 0-4 0,2 5 0 16,-5-1 0-16,5 3 0 0,-2-1 4 15,0 0 0-15,5 0-4 0,-1 1 0 16,7-2-4-16,2 2 4 16,4-3 0-16,-3-2-32 0,7-1-32 15,-6-1 12-15,6-1 8 0,2-3 44 16,-2-3-4-16,4 0 8 0,-4-1-4 16,6 0 4-16,-2 0 4 0,0-1-8 15,7 1 100-15,-3 2-80 0,-2 1 0 16,4 4-20-16,-5 1-4 15,-1 0-4-15,-6 5-136 0,-5 1-224 16,-11 2 4-16,-5-1-581 0,-41-1-283 16,0-1-677-16</inkml:trace>
  <inkml:trace contextRef="#ctx0" brushRef="#br3" timeOffset="164515.54">20522 13974 1232 0,'0'0'0'0,"0"0"-108"0,0 0 104 15,0 0 0-15,0 0 0 0,0 0-92 16,40-13-376-16</inkml:trace>
  <inkml:trace contextRef="#ctx0" brushRef="#br3" timeOffset="164996.49">20642 13925 20 0,'0'0'216'16,"0"0"-216"-16,0 0 412 0,0 0-228 16,42-19 0-16,-30 14-128 0,7-1-32 15,-7 0 788-15,7-3-540 0,-3 2-43 16,3 0-157-16,1 0-52 0,1 1-20 15,4 0-208-15,-4-1-201 0,1 1 97 16,-1 1 296-16,0 1 16 0,-5 0 172 16,5-1 152-16,-5 1-23 15,3 0-5-15,-2 1-212 0,-3 0-64 16,-2-1-20-16,3 0-4 0,-7 0-120 16,0 1-240-16,-1-1 171 0,3-2 141 15,4 0 52-15,5-1 120 16,0 0-59-16,-3 1-49 0,5 0-12 15,-5 1-8-15,5 1-181 0,-2 0-219 16,-3 2-8-16,1 2 312 0,-5 0 104 16,1 0 4-16,-3 0-4 15,0 0 0-15,-2 0 0 0,1 0 0 16,1 2 28-16,2-1 168 0,5 1 168 16,4 1-44-16,-1-1 9 0,5 1-13 15,2-1-212-15,0 0-16 0,6 2 56 16,0-1-128-16,2 0-8 0,2 1 8 15,-1-1 44-15,5-1 84 0,-4 1 184 16,-2-1-72-16,-2 1 48 0,2-1 65 16,-6-1-213-16,0 1 8 15,-6 0 100-15,6 0-236 0,-4-2-24 16,0 1-4-16,2 1-24 0,-1-1-156 16,3 1-284-16,4 1 135 0,5 1 41 15,5 1-88-15,2 2 108 16,1 1 0-16,-1 1-100 0,-11-3 28 15,-1 0-913-15</inkml:trace>
  <inkml:trace contextRef="#ctx0" brushRef="#br3" timeOffset="165479.14">21998 13830 4041 0,'38'2'0'0,"5"0"-356"16,2 4 300-16,-1-2 56 0,-1 2 8 16,5 1 4-16,1 2-12 15,7-1 132-15,4 3 32 0,8 0-20 16,1 0 40-16,9 1-104 0,-1 1 37 16,-1-1 123-16,-2-1-148 0,-5-1-28 15,-7-3-64-15,-6-1-396 16,-17-1-521-16,-8-1-1124 0</inkml:trace>
  <inkml:trace contextRef="#ctx0" brushRef="#br3" timeOffset="165976.17">22596 13815 4053 0,'45'1'196'0,"5"4"53"15,4 1 287-15,-3 0-264 0,-1 2-132 16,1 1-60-16,1 0-80 0,4 3-4 16,0-1-180-16,6 3-216 0,6 1 72 15,0-1-537-15,-10 0 9 16,-4-1-369-16</inkml:trace>
  <inkml:trace contextRef="#ctx0" brushRef="#br3" timeOffset="168831.53">5445 5387 3625 0,'0'0'1461'0,"0"0"-865"0,0 0-248 0,0 0 88 15,0 0 201-15,0 0-165 16,0 0-180-16,0 0-156 0,10-12-108 15,15 12-28-15,8-1 72 0,10 1-52 16,5 0 36-16,8-1-43 0,8-2-13 16,8 0 0-16,7-2 0 15,6-1 0-15,14 1 0 0,6-1 0 16,15 0 0-16,6 1 0 0,6 0 0 16,15 3 0-16,2-1 0 0,12 2 0 15,7-1 0-15,5-2 0 0,5 1 0 16,8-2 0-16,8 1 0 0,11 2 0 15,4 1 0-15,6 1 0 0,8 0 0 16,7 1 0-16,-3 3 0 0,9 3 0 16,-5-1 0-16,5 1 0 15,-1 0 0-15,3 1 0 0,8 0 0 16,-8 3 0-16,4-4 0 0,-11 0 0 16,-12-1 0-16,-10-2 0 0,-23-2 0 15,-49-2-1722-15,-18-5-871 0</inkml:trace>
  <inkml:trace contextRef="#ctx0" brushRef="#br3" timeOffset="177652.02">25796 4365 1320 0,'0'0'124'16,"0"0"1329"-16,0 0-1333 0,-36-19 404 15,32 14-276-15,0-1 68 0,0 3 289 16,2 0-193-16,0 0 76 16,0 2 280-16,2 1-499 0,6 0-109 0,6 6 180 15,11 1-92-15,12 2-52 16,7 1 28-16,9-1-168 0,9-4-8 16,13 0 8-16,13-4-48 15,18-1 12-15,14-1 28 0,10-6-32 0,12-3-16 16,3-2 4-16,-2 1 8 15,-7 0-12-15,-14 0 0 0,-11 3-36 16,-7-1-176-16,-20 0-568 0,-22 2-221 16,-14-6-728-16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33:52.1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2394 9806 2012 0,'0'0'1869'16,"0"0"-1276"-16,0 0-205 15,0 0 364-15,0 0-320 0,0 0-68 16,0 0 125-16,18-35-293 0,-22 33-4 16,0 1 140-16,-2 1-216 0,-4 3 48 15,-5 5 129-15,-1 5-293 0,-3 2 0 16,-2 3 0-16,-1 1 0 0,-3 1 0 15,-4 5 0-15,0 0 0 16,-2 5 0-16,0 2 0 0,-4 4 0 16,4 4 0-16,-2 1 0 0,6 2 0 15,6-1 0-15,-4 1 0 16,7 0 0-16,3-4 0 0,5-1 0 16,6-4 0-16,0-2 0 0,1-3 0 15,3-3 0-15,0-5 0 0,0-5 0 16,0-1 0-16,-6-4 0 0,4-3 0 15,-2-1 0-15,0-3 0 0,0-2 0 16,-2-1 0-16,-1-1 0 16,-1 0 0-16,-2-3 0 0,-3-9 0 0,1-6 0 15,4-4 0-15,-3-4 0 16,1-2 0-16,0-3 0 0,-1-2 0 16,1 1 0-16,6 5 0 0,2 5 0 15,2 8 0-15,0 6 0 0,0 4 0 16,0 2 0-16,0 1 0 15,0 0 0-15,0 1 0 0,6 6 0 16,4 8 0-16,1 9 0 0,-1 6 0 16,5 3 0-16,-3-2 0 0,-2-1 0 15,1 2 0-15,-5-4 0 16,2 1 0-16,-2-7 0 0,0-2 0 16,1-6 0-16,-5-6 0 0,4-3 0 15,-2-2 0-15,8-2 0 0,9-12 0 16,8-7 0-16,6-10 0 0,7-6 0 15,-5 1 0-15,-2-4 0 0,2-1 0 16,-10 0 0-16,-6 9 0 0,-5 0-2702 16</inkml:trace>
  <inkml:trace contextRef="#ctx0" brushRef="#br0" timeOffset="625.79">1596 8762 3573 0,'0'0'2669'0,"0"0"-2008"0,0 0-73 16,0 0 113-16,0 0-701 0,0 0 0 16,-19 49 0-16,19-20 0 0,0 4 0 15,11 0 0-15,-5 3 0 0,2 3 0 16,0 2 0-16,1 4 0 15,-3 1 0-15,0-2 0 0,-2-2 0 16,-2-3 0-16,0-5 0 0,-2-5 0 16,0-5 0-16,0-7-665 0,0-7-444 15,0-4-251-15,0-3-2810 0</inkml:trace>
  <inkml:trace contextRef="#ctx0" brushRef="#br0" timeOffset="814.11">1523 9114 5866 0,'0'0'548'0,"0"0"269"16,0 0-261-16,0 0-151 15,0 0-405-15,0 0 0 0,0 0 0 16,11-36 0-16,7 31 0 0,11-3 0 16,9 1 0-16,3 0 0 0,2 3-97 15,-5 1-1039-15,-14 3-277 0,-1 0-312 16</inkml:trace>
  <inkml:trace contextRef="#ctx0" brushRef="#br0" timeOffset="1001.86">1848 9272 2509 0,'0'0'1600'16,"0"0"-1135"-16,0 0-53 16,0 0-124-16,0 0-32 0,0 0 308 15,0 0-27-15,0 0-69 0,0 0 124 16,0-49-384-16,2 13-16 0,6 2-91 15,3 2-101-15,7 4 0 0,-1 2 0 16,3 4 0-16,1 4 0 0,-6 4 0 16,1 5 0-16,1 5 0 15,-7 1-1081-15,0 3-88 0,1 0-412 0</inkml:trace>
  <inkml:trace contextRef="#ctx0" brushRef="#br0" timeOffset="1516.53">2104 9019 4958 0,'0'0'772'0,"0"0"149"0,0 0-461 16,-39-12-320-16,25 22-28 0,1 5-112 15,1 3 4-15,6 3 60 0,1 4 8 16,3-3 40-16,2 0-16 16,2-2-84-16,7-6-12 0,-3-5 8 15,4-3 12-15,3-5-20 0,-1-2 72 16,0-5-56-16,3-4 40 0,-9-3 24 15,4-3-76-15,1 0 8 0,-5 1-12 16,0-1-52-16,2 4 0 0,-3 3-48 16,-3 2-44-16,2 5 68 15,-4 2-60-15,2 3-80 0,2 6 60 16,2 4 92-16,2 3-12 0,1-1 76 16,-1-2-12-16,2-2-8 0,1-4 16 15,-1 0-44-15,-4-2-72 0,0-2 64 16,-1 0 4-16,-1 0-145 0,2 1-55 15,-2 0-180-15,2 2 60 16,-4 3 60-16,0-1 24 0,0 0 232 16,3-1 56-16,-5-3 164 0,0-1 80 15,4-2 32-15,-2-1 240 0,2-5-44 16,2-8-39-16,-2-6 227 16,2-2-248-16,1-4-95 0,-3 2-317 15,2 3 0-15,-2 1 0 0,0 3 0 16,-2 5 0-16,2 4 0 0,-4 2 0 15,3 3 0-15,1-1 0 0,0 2 0 16,0 3 0-16,4 8 0 0,0 9 0 16,3 6 0-16,-3 0 0 0,0-1 0 15,-1-2 0-15,1-3 0 16,0-3-305-16,0-5-1180 0,-4-2-932 0</inkml:trace>
  <inkml:trace contextRef="#ctx0" brushRef="#br0" timeOffset="2001.23">2879 8948 5082 0,'0'0'1228'15,"0"0"225"-15,0 0-1024 0,-31-19-429 16,-4 19 0-16,2 3 0 0,-6 5 0 16,10 1 0-16,8-1 0 0,1 1 0 15,5 0 0-15,5-1 0 16,4-1 0-16,4-3 0 0,0 0 0 15,2 1 0-15,0-2 0 0,8 2 0 16,2-1 0-16,7 0 0 0,5 0 0 16,3-1 0-16,-2 3 0 0,0-2 0 15,-3 1 0-15,-3 2 0 16,-1-1 0-16,-5 0 0 0,-7 2 0 16,2 1 0-16,-6 1 0 0,-4 0 0 15,-2 2 0-15,-9 2 0 0,-3 1 0 16,-7 2 0-16,-2 2 0 0,0-1 0 15,2-4 0-15,-1 0 0 0,5-5 0 16,4-5 0-16,9-1 0 0,4-5 0 16,6-9-21-16,15-10-935 0,-5 3-1457 15,11-6-345-15</inkml:trace>
  <inkml:trace contextRef="#ctx0" brushRef="#br0" timeOffset="2165.38">2944 8981 208 0,'0'0'6314'15,"0"0"-5657"-15,-27 47 356 0,16-26-1013 16,3 1 0-16,2 3 0 0,0-2 0 16,6 0 0-16,-7-4 0 0,7-1 0 15,3-5 0-15,1-2 0 16,-4-4 0-16,2-3 0 0,0-4-2210 0,4-3-751 16</inkml:trace>
  <inkml:trace contextRef="#ctx0" brushRef="#br0" timeOffset="2306.6">3043 8585 7071 0,'0'0'584'0,"0"0"-47"0,0 0-537 15,0-34 0-15,0 34 0 16,0 0 0-16,0 0 0 0,0 5 0 16,0 6-465-16,4 3-491 0,2 0-117 15,0-1-2136-15</inkml:trace>
  <inkml:trace contextRef="#ctx0" brushRef="#br0" timeOffset="2500.59">3105 8649 5766 0,'0'0'1073'0,"0"0"-289"0,0 0-215 16,0 0-569-16,-8 46 0 0,5-11 0 15,-1 5 0-15,0-1 0 0,2-2 0 16,2-1 0-16,0 2 0 0,-2 1 0 15,0 2 0-15,-2 1 0 0,-2-2 0 16,-5-4 0-16,1-2 0 0,-2-7 0 16,1-7-397-16,7-5-359 15,-6-8-657-15,6-4 189 0,-3-3-385 0</inkml:trace>
  <inkml:trace contextRef="#ctx0" brushRef="#br0" timeOffset="2647.6">3047 8944 4666 0,'0'0'680'15,"0"0"232"-15,37-17 429 0,-29 16-761 16,-3 1-567-16,-1 0-13 0,-2 0 0 16,2 0 0-16,4 0 0 0,5 1 0 15,7 1 0-15,5 1-481 16,-2-1-776-16,-3-1-423 0</inkml:trace>
  <inkml:trace contextRef="#ctx0" brushRef="#br0" timeOffset="2817.57">3347 8907 7547 0,'0'0'645'0,"0"0"-645"0,0 0 0 15,-40 35 0-15,28-14 0 16,-2 4 0-16,3 0 0 0,5-3 0 16,6 0 0-16,0 1 0 0,2-1 0 15,6-2 0-15,-1-5-525 0,-1-4-1272 16</inkml:trace>
  <inkml:trace contextRef="#ctx0" brushRef="#br0" timeOffset="2944.02">3462 8782 6667 0,'0'0'524'16,"0"0"-524"-16,0 0 128 0,0 0-128 15,0 0-144-15,0 0-368 0,0 0-1497 16,0 0-76-16</inkml:trace>
  <inkml:trace contextRef="#ctx0" brushRef="#br0" timeOffset="3207.72">3553 8998 4770 0,'0'0'2301'16,"0"0"-1525"-16,-26-37-431 0,15 27-345 15,5 5 0-15,2 2 0 0,-6 9 0 16,-3 7 0-16,-1 8 0 15,3 4 0-15,7 0 0 0,4-1 0 16,4-3 0-16,7-3 0 0,3-5 0 16,3-1-153-16,-1-5-35 0,5-2-36 15,-7-4 84-15,-1-2-20 16,1-7 56-16,-1-4 56 0,-5-5-12 16,0-2 48-16,0-2 12 0,-6-2 0 15,1 1-128-15,-1 4-152 0,-2 3-717 16,4 8-255-16,-4 1-185 0</inkml:trace>
  <inkml:trace contextRef="#ctx0" brushRef="#br0" timeOffset="3424.07">3607 9083 4762 0,'0'0'1232'0,"0"0"-535"0,0 0-89 15,0 0 128-15,0 0-579 0,0 0-157 16,0 0 0-16,50-51 0 15,-23 25 0-15,-5 3 0 0,-1 5 0 16,-2 3 0-16,-7 7 0 0,-2 4 0 16,-8 3 0-16,3 1 0 0,-1 8 0 15,0 8 0-15,2 9 0 0,-2 3 0 16,-2 4 0-16,2-2 0 0,-2-4 0 16,3 0 0-16,-1-7-2182 15,-2-3-2044-15</inkml:trace>
  <inkml:trace contextRef="#ctx0" brushRef="#br0" timeOffset="4078.19">4347 8545 2649 0,'0'0'3221'16,"0"0"-2368"-16,8-34-145 0,-8 33 53 16,-4 0-761-16,-2 2 0 0,-4 11 0 15,-5 15 0-15,3 10 0 16,-3 10 0-16,7 1 0 0,2-1 0 16,2 1 0-16,2 1 0 0,-7-1 0 15,3-2 0-15,0-2 0 0,0-3 0 16,-2-6 0-16,1-6 0 15,1-5-285-15,2-10-1908 0,0-8-280 0</inkml:trace>
  <inkml:trace contextRef="#ctx0" brushRef="#br0" timeOffset="4232.93">4174 8856 5602 0,'0'0'760'15,"47"-10"-167"-15,-12 6 111 0,-6 2-171 16,0 2-533-16,0 0 0 0,0 0 0 15,-2 4 0-15,-2-1 0 0,8 3-621 16,-13-5-688-16,-3 2-503 0</inkml:trace>
  <inkml:trace contextRef="#ctx0" brushRef="#br0" timeOffset="4467.46">4546 8874 6727 0,'0'0'788'0,"-42"11"-208"16,26 1-483-16,-5 2-97 0,5 5 0 15,-1 4 0-15,7-2 0 16,6 3 0-16,4-3 0 0,6-2 0 16,8-2 0-16,5-4 0 0,1-2 0 15,3-4 0-15,0-3 0 0,-2-4 0 16,-5-1 0-16,-1-7 0 16,-7-5 0-16,0-1 0 0,-6-4 0 15,-2-2 0-15,0-2 0 0,-2-1 0 16,-6 1 0-16,0-3 0 0,-3 1 0 15,5 4-57-15,-2 0-1672 0</inkml:trace>
  <inkml:trace contextRef="#ctx0" brushRef="#br0" timeOffset="4901.17">5182 8591 2853 0,'0'0'2225'0,"0"0"-1213"0,0 0-251 16,0 0 195-16,0 0-592 0,0 0-343 15,6 40-21-15,-3 1 0 0,-3 7 0 16,0 2 0-16,2-2 0 0,2 1 0 15,-4 1 0-15,2 1 0 16,-2-2 0-16,0-4 0 0,-2-1 0 16,-4-8 0-16,1-4 0 0,5-8 0 15,-4-10 0-15,4-5-1537 16,0-9-1005-16</inkml:trace>
  <inkml:trace contextRef="#ctx0" brushRef="#br0" timeOffset="5047.47">5064 8928 6659 0,'0'0'480'0,"0"0"104"0,36-2-115 16,-7 2-469-16,-1 0 0 0,1 3 0 15,2-2 0-15,-4 1 0 16,0 0 0-16,-2 0 0 0,-4-2 0 16,-3 1 0-16,1-1 0 0,-3 0 0 15,-5-2-2042-15,-1-3-751 0</inkml:trace>
  <inkml:trace contextRef="#ctx0" brushRef="#br0" timeOffset="5509.21">5428 8929 2068 0,'0'0'2462'15,"0"0"-690"-15,0 0-795 0,0 0-193 16,0 0-655-16,0 0-129 15,0 0 0-15,-16 47 0 0,7-13 0 16,7 2 0-16,2 0 0 0,7-7 0 16,-1 0 0-16,8-6 0 0,-3-4 0 15,5-5 0-15,5-7 0 0,-5-5 0 16,5-3 0-16,-7-9 0 0,-1-5 0 16,1-5 0-16,-7-5 0 15,1-3 0-15,-2-2 0 0,0-2 0 16,-6 0 0-16,0 0 0 0,0 2 0 15,-6 4 0-15,-2 3 0 0,6 4 0 16,2 3 0-16,0 3-689 0,6 0-948 16,0 5-312-16,2 1-1824 0</inkml:trace>
  <inkml:trace contextRef="#ctx0" brushRef="#br0" timeOffset="5907.81">5649 9179 6186 0,'0'0'657'0,"0"0"-353"0,0 0 544 0,0 0-651 15,0 0-197-15,0 0 0 0,7-58 0 16,1 25 0-16,4-4 0 0,-3 5 0 16,3 1 0-16,-2 5 0 0,1 6 0 15,-5 5 0-15,2 2 0 0,-2 3 0 16,5-2 0-16,-5-1 0 0,8 0 0 16,-7 3-569-16,7-2-2372 0</inkml:trace>
  <inkml:trace contextRef="#ctx0" brushRef="#br0" timeOffset="6271.18">5976 8504 6362 0,'0'0'429'16,"0"0"571"-16,0 0-599 0,0 0-401 15,-31 41 0-15,21-10 0 0,-1 8 0 16,3 7 0-16,0 4 0 15,-3 6 0-15,5 3 0 0,0 3 0 16,6-2 0-16,0-5 0 0,2-5 0 16,6-4 0-16,3-10 0 0,1-4 0 15,3-7 0-15,-1-11 0 0,3-4 0 16,-1-9 0-16,-3-4 0 16,-1-11 0-16,0-7 0 0,-1-6 0 15,-7-5 0-15,-4-4 0 0,-4 1 0 16,-7 2 0-16,-3 6 0 0,-3 9 0 15,1 8 0-15,-9 8 0 0,2 4 0 16,-4 9 0-16,3 3 0 0,3 1 0 16,4-1 0-16,11-1-905 15,0-5-1608-15,6-3-1217 0</inkml:trace>
  <inkml:trace contextRef="#ctx0" brushRef="#br0" timeOffset="6533.14">6050 8993 6939 0,'0'0'936'0,"-22"34"-808"16,11-12 61-16,7 0-189 0,4 3 0 15,0-1 0-15,9-1 0 16,3-3 0-16,7-4 0 0,1-4 0 0,3-4 0 16,-2-3 0-16,-5-4 0 15,5-2 0-15,-7-6 0 0,-3-6 0 16,1-5 0-16,-2-2 0 0,1-5 0 15,-5-2 0-15,-2-3 0 0,-4-2 0 16,0 0 0-16,-4 1 0 0,-2 4 0 16,6-1 0-16,-4 2 0 15,4 0 0-15,0-1 0 0,0 3-281 16,4 5-1592-16,0-2-420 0</inkml:trace>
  <inkml:trace contextRef="#ctx0" brushRef="#br0" timeOffset="6736.66">6307 8671 6466 0,'-13'35'617'0,"3"-2"15"0,0 9-155 15,-1-2-477-15,5-1 0 0,2 1 0 16,4-2 0-16,0-2 0 16,0 1 0-16,6 0 0 0,0-3 0 15,3-2 0-15,1-6 0 0,-4-6 0 16,5-4 0-16,-1-6 0 0,-4-5-325 15,0-5-279-15,3-6 28 0,1-8-609 16,-4 0 181-16,0-1-417 0</inkml:trace>
  <inkml:trace contextRef="#ctx0" brushRef="#br0" timeOffset="7173.93">6381 9118 1860 0,'0'0'1505'16,"0"0"56"-16,0 0-777 0,35 11-256 16,-18-11 189-16,1-4-113 0,1-6-132 15,-4 0-311-15,-3-2-161 0,-2 0 0 16,-1-2 0-16,-7 1 0 15,2 1 0-15,-4 2 0 0,0 0 0 16,-4 2 0-16,-3 1 0 0,1 1 0 16,-2 4 0-16,0 2 0 0,-7 1 0 15,5 9 0-15,-3 5 0 0,3 4 0 16,2 2 0-16,2 0 0 16,6-4 0-16,0-1 0 0,0-3 0 15,4-4 0-15,4-1 0 0,2-4 0 16,5-3 0-16,-1-1 0 0,3-2 0 15,-5-7 0-15,7-1 0 0,-7-5 0 16,3 3 0-16,-5 2 0 0,-4 4 0 16,-2 5 0-16,-4 1 0 0,0 2 0 15,0 11 0-15,0 11 0 16,3 3 0-16,-1 3 0 0,0-5 0 16,2-7 0-16,2-4 0 0,-2-7 0 15,-4-3 0-15,6-2 0 0,-6-2 0 16,7-6 0-16,1-9 0 15,-2-9 0-15,4-6 0 0,-3-2 0 16,3 4 0-16,-6 4 0 0,2 4 0 16,-2 5 0-16,3 6 0 0,-7 6 0 15,0 3 0-15,0 2 0 16,4 12 0-16,-2 13 0 0,2 5 0 0,0 3 0 16,-2-6 0-16,6-7 0 15,5-4 0-15,-3-9-1193 0,5-3-3361 0</inkml:trace>
  <inkml:trace contextRef="#ctx0" brushRef="#br0" timeOffset="7440.13">6962 9018 7151 0,'0'0'828'0,"0"0"-615"0,0 0-213 15,-47 1 0-15,26 13 0 16,2 4 0-16,7 4 0 0,6 1 0 15,2-3 0-15,8 1 0 0,6-2 0 16,2-1 0-16,3-3 0 0,1-3 0 16,-1-3 0-16,-3-3 0 0,-1-3 0 15,-1-1 0-15,0-2 0 0,1-1 0 16,-5-2 0-16,2-4-125 0,2-4-243 16,1 0-44-16,1-2-405 15,-2 4-219-15,-5 2-377 0</inkml:trace>
  <inkml:trace contextRef="#ctx0" brushRef="#br0" timeOffset="7700.92">7105 9172 2048 0,'0'0'1913'0,"0"0"-1008"0,0 0 111 16,0 0 265-16,41-32-617 0,-29 13-299 16,7-3-365-16,-7-4 0 0,3 1 0 15,-9 2 0-15,0 2 0 16,-6 4 0-16,0 1 0 0,-6 5 0 15,-4 2 0-15,-3 7 0 0,-5 2 0 16,-5 9 0-16,2 8 0 0,-6 8 0 16,3 7 0-16,1 5 0 0,8 2 0 15,5 3 0-15,4-4 0 0,12-2 0 16,9-5 0-16,5-5 0 0,9-5 0 16,10-4 0-16,5-4 0 15,8-5 0-15,8-2 0 0,-15-1-405 16,7-5-2580-16</inkml:trace>
  <inkml:trace contextRef="#ctx0" brushRef="#br0" timeOffset="9444.04">3847 10189 960 0,'0'0'0'0</inkml:trace>
  <inkml:trace contextRef="#ctx0" brushRef="#br0" timeOffset="9908.82">4064 10208 2008 0,'0'0'449'0,"0"0"-449"16,-48-13-116-16,26 7 116 0,1-1 60 15,-6 0 496-15,0-2-96 0,2 0-20 16,1 3 12-16,1-1-223 0,4 1-77 15,11 4-16-15,0-1-120 16,6 3 16-16,2 0-32 0,0 2-64 16,10 2-172-16,13 6 200 0,12-2 24 15,12 0 12-15,7 1 36 16,10-3-24-16,13-1 32 0,8 0 64 16,3-1-96-16,14-2 36 0,3-1 36 15,3-1 4-15,5-1 52 0,1-1 244 16,2-2-180-16,6 1-52 0,-7 1 68 15,5 1-148-15,0 1-20 0,-2 3 24 16,6 4-68-16,-4 2 8 0,-2 4-12 16,2 3 0-16,-5-1-4 15,-3 4 0-15,2-1 0 0,-3 0 0 16,-1 1 0-16,2-1 8 0,1-2-8 16,-3 1 0-16,-5-3 4 0,-3-1-4 15,-7 0 8-15,-2 0 8 0,-4 1-16 16,-5 0 52-16,-5 2-44 15,1-2 16-15,-1 4-4 0,0 0-20 16,-3-1 0-16,-2 1 0 0,-9 0-4 16,-3 0-20-16,-9-4-252 15,-7-2-140-15,-7-5-56 0,0-5-493 16,-16 0 237-16,-2-2 12 0</inkml:trace>
  <inkml:trace contextRef="#ctx0" brushRef="#br0" timeOffset="10160.98">7956 10380 2877 0,'56'30'176'0,"2"-8"-8"0,16 4 56 0,1-1-68 0,3 0-24 16,5 2 212-16,-8 2-224 0,-7-2-100 15,-6-1 0-15,-9 0 8 16,-9-3 229-16,-9-2 323 0,-14 4-364 16,-11-1-100-16,-10 2-104 15,-4-2-12-15,-17 1-180 0,-6 0-8 16,-10-2-24-16,-4-3-124 0,4-3-757 16,6-7-264-16</inkml:trace>
  <inkml:trace contextRef="#ctx0" brushRef="#br0" timeOffset="15522.04">12117 13614 1272 0,'0'0'172'0,"0"0"-4"0,0 0-168 16,0 0-496-16,0 0-576 0</inkml:trace>
  <inkml:trace contextRef="#ctx0" brushRef="#br0" timeOffset="17282.81">13730 12163 2152 0,'0'0'673'0,"-58"-61"-673"0,21 29-88 16,-5 5 44-16,3 2 8 15,-6 2-32-15,-7 3-164 0,2 4 3 16,-1 4-139-16,-3 6 120 0,2 2 136 16,11 4-132-16,-3 0-412 0</inkml:trace>
  <inkml:trace contextRef="#ctx0" brushRef="#br0" timeOffset="17732.29">12463 12845 2701 0,'10'66'220'15,"-4"2"-64"-15,0 7-72 0,3-7 124 16,1-3-20-16,-4 0-40 0,5-1 60 15,-1-1-64-15,6-3 40 16,5-3 141-16,6-6-153 0,10-3 12 16,9-6 192-16,1-5-160 0,11-7 12 15,10-8 168-15,11-7-168 0,6-5-39 16,8-10 123-16,-2-2-116 0,4-10 0 16,-2-6 132-16,-9-6-212 15,-1-6-40-15,-6-4-32 0,-5-6-36 16,-8-1-8-16,-2-5 0 0,-10-3 12 15,-1-3-12-15,-3-4 0 16,-5-1-4-16,-5-1 4 0,-7-1 4 0,-5-2 4 16,-5 0-8-16,-4 0 8 15,-9-3 4-15,-6 2-12 0,-2-2 0 16,-6-3 8-16,-9-1-8 0,-7 1 0 16,-3-1-72-16,-12 3-32 0,-5 0-236 15,-7 2 28-15,-9 1 36 0,-8 2-153 16,-9 2 69-16,-10 5 92 0,3 4-56 15,3 6 148-15,5 9 56 0,12 6-80 16,18 10-96-16,13 2-521 0</inkml:trace>
  <inkml:trace contextRef="#ctx0" brushRef="#br0" timeOffset="18351.18">13982 11735 4722 0,'-10'-36'212'0,"-3"5"8"16,-12-6-216-16,3 2 8 0,-13 1-12 15,-9-1-76-15,-8 2 60 0,-5 4 12 16,-5 0 8-16,2 5 8 0,-6 4 60 16,-3 5-32-16,-1 5-12 15,-6 6-20-15,-9 4-8 0,-4 9-44 16,-6 10-196-16,-4 7 32 0,-3 9 128 16,-3 8 60-16,-1 8 4 0,-3 8 16 15,6 9 0-15,1 7 16 16,7 9-16-16,12 7 132 0,5 9-24 15,14 7 0-15,10 3 52 0,13 4-84 16,10 3-44-16,16 4-32 0,13 6 32 16,13 1-28-16,11-2 64 15,15-1-36-15,9-2 4 0,12-4 40 16,10-3 4-16,13-7 16 0,12-8 28 16,8-7-112-16,15-8 12 0,8-11-4 15,8-9-16-15,4-14 4 0,11-14 68 16,0-11 92-16,6-12 76 15,0-13 313-15,0-9-285 0,-2-17-28 16,-4-14 0-16,-15-11-228 0,-6-14 0 16,-16-13-16-16,-20-10-68 0,-13-8-36 15,-19-6-168-15,-17-5 128 0,-18-2 80 16,-9-1 36-16,-12-1-16 0,-8 1 40 16,-10 4-16-16,-9-5-96 15,-8 3 0-15,-8 1-205 0,-1 4-7 16,-5 5 124-16,-1 1-316 0,1 0-92 15,9 24-365-15,1 0-2176 0</inkml:trace>
  <inkml:trace contextRef="#ctx0" brushRef="#br0" timeOffset="19267.64">14030 10980 1984 0,'0'0'1517'16,"-44"-50"-1209"-16,19 25-164 0,3-1-20 15,1 2 40-15,-10-1-128 0,0 0-24 16,-13 1 4-16,-7 1-8 15,-7 3-4-15,-6 2-4 0,-2 5 4 16,-5 2-4-16,-1 6 40 0,2 2-11 16,-9 3 3-16,-3 6-16 15,-1 5-16-15,-4 2 0 0,0 5-4 16,-4 3-20-16,7 4 24 0,-5 6 28 16,6 6 20-16,-2 7 12 0,3 10-24 15,7 7-36-15,5 7 36 0,4 2 176 16,6 0-104-16,4-1-28 0,4-4-8 15,5-1-60-15,7-7-24 0,1-4-128 16,6-6-180-16,2-4-49 0,8-9-455 16,5-7 380-16,5-8 100 15,5-10-149-15,6-6 125 0,2-5-372 0</inkml:trace>
  <inkml:trace contextRef="#ctx0" brushRef="#br0" timeOffset="19593.46">13072 10314 4574 0,'75'-3'8'0,"3"7"108"0,18 9 20 0,-8 6-132 0,1 8 4 0,0 9-8 16,4 4-8-16,-6 6-4 16,2 7 8-16,0 3-8 0,-4 1 8 15,-3 5-100-15,-3-2-148 0,-11 3-133 16,-4-1-451-16,-16-17 232 15,-3-3-213-15</inkml:trace>
  <inkml:trace contextRef="#ctx0" brushRef="#br0" timeOffset="20103.25">13866 10078 5374 0,'-33'-45'332'16,"-8"1"-232"-16,-11-7-100 0,-2 6-24 16,-8 1-108-16,-12 5-64 0,-5 4 172 15,-3 7 24-15,-9 5 32 0,-2 9-32 16,-9 4 24-16,-3 7-24 16,2 6 0-16,-9 8 0 0,-2 7 0 15,-1 7 8-15,3 5-8 0,-4 8 0 16,-4 4-4-16,3 8 4 0,-8 5 0 15,4 5-8-15,-3 4 4 0,6 4-48 16,2 6 4-16,2 6 48 0,13 3 16 16,8 2 12-16,12 2 64 0,5-3 40 15,8-2-124-15,8-3 0 16,2-2-8-16,6-2-28 0,5-8-92 16,3-6-68-16,5-9 44 0,6-9 76 15,6-10-96-15,6-10-104 16,7-8-36-16,3-8-277 0,11-6 181 15,5-6 44-15,1-2-605 0,8-17-751 0</inkml:trace>
  <inkml:trace contextRef="#ctx0" brushRef="#br0" timeOffset="21116.64">11045 13634 5018 0,'51'45'200'15,"7"6"68"-15,21 8-220 0,1-4-44 16,5 2 8-16,12 1-4 0,5 2-8 16,3-1 8-16,15 0 8 0,6 2-16 15,10 2 128-15,3 2-52 0,1 0 28 16,3 4 8-16,-2-3-108 0,1-3 20 16,-1-4-24-16,-3-5 24 15,3-8-20-15,2-4 44 0,1-6-12 16,1-6 8-16,-5-9 68 0,-3-3-100 15,-11-6 0-15,-10-7-12 16,-11-5-136-16,-16-7-188 0,-14-9-720 16,-24 2-117-16,-9-4-155 0</inkml:trace>
  <inkml:trace contextRef="#ctx0" brushRef="#br0" timeOffset="21596.8">10551 13768 2913 0,'31'41'656'0,"0"3"-332"0,12 8 185 0,-2 2-317 0,7 1 60 0,10 2 200 16,0 4-256-16,10 2-8 15,6 3 144-15,9 4-168 0,6 0-16 16,8 2 76-16,13 0-119 0,5 1 3 16,11-1 64-16,5-1-140 0,11-2-4 15,5-1 24-15,14-6-36 0,9-2 32 16,3-6 88-16,11-3-36 0,9-7 40 16,-1-7 16-16,10-4-148 15,-1-6-8-15,-7-4-60 0,1-7-376 16,-7-4-24-16,-13-11-941 15,-49-1-68-15,-6-9-1060 0</inkml:trace>
  <inkml:trace contextRef="#ctx0" brushRef="#br1" timeOffset="104635.48">2270 10565 2753 0,'0'0'764'0,"53"-14"-652"0,-15-2 40 15,-1 0 16-15,4-4 184 0,3 1 57 16,1 3-217-16,-2 2-56 0,-1 4 84 15,-5 5-116-15,-6 3 0 0,-4 3 120 16,-6 4-60-16,-7 5 44 0,-6 1 116 16,-4 0-216-16,-6 4-43 0,-12 1 15 15,-7 3-52-15,-6 0 4 0,-10 1 12 16,0-2-36-16,-4-4-4 16,3-2 8-16,1-5 4 0,6-6-16 15,4-2 8-15,13-9-8 0,-1-7-4 16,9-4-92-16,4-4-97 15,2-1 41-15,6 0 28 0,7 4 60 16,1 1 64-16,7 4 4 0,2 3 20 16,3 0 72-16,5 2 92 0,5 2-67 15,5 2-9-15,7 0 20 16,5 2-120-16,9-1 16 0,0 1 52 16,-2 1-48-16,-2 5 20 0,-6 4-52 15,-5 3 0-15,-3 1 0 0,1 4 0 16,-8-4-4-16,-3 1 4 0,-6 0 0 15,-5 2-8-15,-6-2 8 0,-9 3-4 16,-6-1-32-16,-2 2 36 0,-8 1 32 16,-3-1-28-16,-3-1 20 0,-7-4 12 15,5-1-12-15,-3-3-24 0,1-4 8 16,-1-2-8-16,2-4-20 16,3-4-80-16,4-2 8 0,3-1 48 15,7-3-64-15,5 0-48 0,15 2 63 16,5 1-39-16,12 2 40 15,3 2 92-15,5-1-16 0,9 1 28 16,2-1-12-16,3 3 80 0,4 0-72 16,5 1 24-16,0 1 4 0,2 4-32 15,-2 4 24-15,-6 7-16 16,-4 9-12-16,-6 5 0 0,-15 2 0 16,-2 4-16-16,-8 0 16 0,-10-1 0 15,-5-1-8-15,-4-3 8 0,-5-3 0 16,-3-6 4-16,-3 0-4 0,-7-7 0 15,0 0-40-15,-15-5 20 0,-2-2 8 16,-4-2 12-16,2-4 0 0,-2-7 36 16,6-2 48-16,1-6 49 0,1-1-9 15,6-1-120-15,1 1-4 0,5 2 0 16,7 2-8-16,4 4 8 16,4-1-12-16,13-1 4 0,4 1-4 15,12-1 0-15,8 0-28 0,11-2 40 16,6 2 0-16,6 1-8 15,4-2 8-15,10 0 20 0,3 3-16 16,6 2 24-16,-2 4 40 0,-7 5-68 16,-3 4 32-16,-9 8-4 0,-6 4-20 15,-5 7-8-15,-7 0 0 16,-5 3 8-16,-5 1-8 0,-12-1 0 16,-1 1-8-16,-14-1 4 0,-7 0-104 15,-4-3-12-15,-4-2 39 0,-13-3 29 16,-4-1 24-16,-3-5 28 0,-7-4 20 15,0-3-12-15,2-4-4 0,-6-1 32 16,8-7-36-16,0-5 29 0,0-6 3 16,6-5-32-16,5-4-4 0,7-1-65 15,9 0-99-15,7 1 36 0,13 6 64 16,15 1-4-16,3 5 40 16,9 3 12-16,7 1 0 0,4 0 20 15,4 6 36-15,6 0-28 0,4 4 20 16,3 2 40-16,-1 1-16 0,3 3 40 15,-3 3 84-15,-2 5-132 16,-3 3-4-16,-9 6-36 0,-2 2-4 16,-7-2 0-16,-3 3 0 0,-7 0-12 15,-4 0-28-15,-14-1-136 0,-4 1-52 16,-13-3 56-16,-6-2-196 16,-17 1 56-16,-3-1 140 0,-11-2 172 15,-2-4 0-15,2-6 32 0,0-6 244 16,4-2-120-16,-4-7-36 0,0-7 12 15,-2-2-116-15,8-6 4 0,8 1 32 16,13-1-16-16,4 3-16 0,17 0-20 16,10 2-44-16,12-1 44 0,10 1 8 15,13 3-4-15,7-3 52 0,5 0 92 16,9 2-32-16,6-1-8 16,2 4-4-16,-5 5-80 0,-1 4 36 15,-10 8 121-15,-11 9-57 0,-6 7 4 16,-7 7 8-16,-7 5 8 15,-5 0 48-15,-12 4 80 0,-5-3-196 16,-3 0-16-16,-9-2-48 0,-3-2-12 16,-5-4-84-16,-2-3-624 0,0-9-313 15,-7-5-551-15</inkml:trace>
  <inkml:trace contextRef="#ctx0" brushRef="#br1" timeOffset="105531.94">6817 10662 5818 0,'40'-11'116'0,"13"-3"-80"0,11 0-36 16,9 2-12-16,-1 6-60 0,-4 6-300 15,-8 6-24-15,-8 10-120 0,-11 6-489 16,-10 4 445-16,-8 3 288 16,-2-7-609-16,-15 2-675 0</inkml:trace>
  <inkml:trace contextRef="#ctx0" brushRef="#br1" timeOffset="105725.27">7394 10827 2365 0,'0'0'868'0,"-64"23"-360"15,23-17-100-15,-3-2-39 0,-5-4-261 16,-1 0-72-16,9-2-28 0,-3-3-8 16,13-3 0-16,4-2 0 0,7-1 12 15,5-1-12-15,11-1 36 16,8-3-32-16,11 1 12 0,14-4-16 0,10 0-4 16,11 2 4-16,5 4 216 15,5 5 4-15,2 5-116 0,2 4-104 16,-2 8-24-16,-10 4-112 0,-11 6-232 15,-14-1-621-15,-16-1-1004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35:58.41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649 1691 3561 0,'0'0'2289'16,"0"0"-1905"-16,0 0 29 0,0 0-301 15,0 0 104-15,0 0 288 0,0 0-284 16,0 0-88-16,0 0-88 0,-21-6-36 16,30 5-8-16,-3 0 20 0,8 1 0 15,9 2-20-15,6 5 4 16,8 3 16-16,7-1-20 0,9 0 116 0,3-3-20 16,0-3-63-16,0-2-33 15,-5-1 0-15,3 0 0 0,2 0 0 16,4 0 0-16,0 0 0 0,2-1 0 15,4-1 0-15,2 2 0 0,3-2 0 16,5 2 0-16,3-1 0 0,-1 1 0 16,7-1 0-16,-2-1 0 0,1 0 0 15,11 0 0-15,-6 2 0 16,2 0 0-16,4 0 0 0,-2 0 0 16,-2 0 0-16,7 0 0 0,-1 0 0 15,0 2 0-15,4 1 0 16,0-1 0-16,5 0 0 0,8-1 0 15,-5-1 0-15,7 0 0 0,0 0 0 16,3 0 0-16,6-1 0 0,3-2 0 16,0 1 0-16,2 1 0 0,2 1 0 15,-1 0 0-15,-1 4 0 16,2 2 0-16,0 0 0 0,5 2 0 0,3 0 0 16,-3 0 0-16,5 0 0 15,-3 2 0-15,6-1 0 0,-3-1 0 16,-1-1 0-16,1-2 0 0,1 1 0 15,0-1 0-15,-3 0 0 0,3 0 0 16,-7 2 0-16,5-2 0 0,-3 0 0 16,3 1 0-16,2-3 0 0,-1 1 0 15,5-3 0-15,0 1 0 16,4 0 0-16,2-2 0 0,0 0 0 16,0-1 0-16,4-2 0 0,-4 2 0 15,4 0 0-15,-4 0 0 16,-2 1 0-16,-3 0 0 0,-3 2 0 15,-6 3 0-15,-9-1 0 0,-4 2 0 16,-6 1 0-16,-13 2 0 0,-3-1 0 16,-15 4 0-16,-15 0 0 0,-6 1 0 15,-16-2 0-15,-15-4-2910 16</inkml:trace>
  <inkml:trace contextRef="#ctx0" brushRef="#br0" timeOffset="12059.74">25756 8765 1412 0,'0'0'48'0,"0"0"124"16,0 0-160-16,0 0-4 0,0 0 144 16,0 0 637-16,0 0-625 0,0 0-100 15,0 0-4-15,0 0 12 16,7 6 76-16,-7-6-48 0,0 0-8 15,0 0 44-15,0 0-56 0,0 0 0 16,0 0 24-16,0 0-40 0,0 0 60 16,0 0 256-16,0 0-171 15,0 0 19-15,0 0 164 0,0 0-164 16,0 0-32-16,0 0 84 0,0 0-164 16,0 0-20-16,0 0 92 0,0 0-124 15,0 0 8-15,0 0 24 0,0 0-68 16,0 0 20-16,0 0 53 0,0 0-73 15,0 0 20-15,0 0 32 16,0 0-36-16,2 3 64 0,-2-1 72 16,2 0-108-16,-2-1 16 0,0 1 60 15,0-2-88-15,0 0 28 0,0 0 60 16,0 0-104-16,0 0 16 0,0 0 36 16,0 0-96-16,0 0 28 0,0 0 24 15,0 0-40-15,0 0 16 16,0 0 108-16,0 0-95 0,0-4-41 15,0 1 0-15,0-1 0 0,0-3 0 16,0 1 0-16,0-2 0 0,-4-3 0 16,-3-4 0-16,1-2 0 15,-4-3 0-15,2-1 0 0,-1-1 0 16,-1-1 0-16,4-6 0 0,-3-2 0 16,3-5 0-16,-2-2 0 0,2-3 0 15,-2-1 0-15,1-3 0 16,-1-2 0-16,-2-2 0 0,-1-3 0 15,3-1 0-15,-4 0 0 0,-1-2 0 16,3-1 0-16,-2 0 0 0,1-3 0 16,-1-1 0-16,-1-1 0 0,1-4 0 15,0-2 0-15,1-2 0 0,-1-2 0 16,2 0 0-16,-1-1 0 0,1-2 0 16,-3 1 0-16,1-2 0 0,2-1 0 15,-3-1 0-15,1 1 0 0,0 0 0 16,-1 0 0-16,1 0 0 0,-1-1 0 15,1 0 0-15,-1-2 0 0,1 2 0 16,0 0 0-16,3-2 0 16,-1 2 0-16,0-1 0 0,1-3 0 15,3-1 0-15,0-1 0 0,0 1 0 16,2 2 0-16,0-1 0 0,-1-1 0 16,5 2 0-16,0-2 0 0,0 0 0 15,5 0 0-15,3 1 0 16,2 1 0-16,3-3 0 0,1 2 0 15,1 0 0-15,1-2 0 0,5 2 0 16,-1-2 0-16,5 5 0 0,-2-1 0 16,4 3 0-16,2 1 0 0,0-2 0 15,2 3 0-15,4 1 0 16,0 1 0-16,2 4 0 0,5 0 0 16,-1 3 0-16,2 4 0 0,1 1 0 15,1 3 0-15,-1 3 0 0,1 1 0 16,1 4 0-16,1 3 0 0,3 5 0 15,-1 0 0-15,1 5 0 0,2 2 0 16,-3 3 0-16,-1 5 0 0,-3 5 0 16,-1 3 0-16,-7 4 0 15,0 3 0-15,-4 5 0 0,2 4 0 16,-4 2 0-16,0 5 0 0,0 4 0 16,0 4 0-16,-2 3 0 0,0 5 0 15,-2 5 0-15,0 2 0 0,0 4 0 16,-7 4 0-16,-1 3 0 15,0 4 0-15,-5 4 0 0,-1 6 0 16,-5 2 0-16,0 4 0 0,-2 4 0 16,1 2 0-16,-1 2 0 0,-2 0 0 15,0 3 0-15,-2 0 0 16,0 4 0-16,-2 1 0 0,0 3 0 16,-2 3 0-16,-4 1 0 0,-2 0 0 15,-3 4 0-15,-3 2 0 0,-1 5 0 16,-3 1 0-16,1 0 0 0,3 0 0 15,-1-5 0-15,5 1 0 0,0-1 0 16,-1-2 0-16,3 0 0 16,0-3 0-16,-3 0 0 0,3-1 0 15,-2 2 0-15,-1-1 0 0,1 0 0 16,-4-1 0-16,-1 0 0 0,-1-3 0 16,-3-1 0-16,2 0 0 15,1-1 0-15,-1-1 0 0,3-2 0 16,-1-4 0-16,-1 0 0 0,-1-3 0 15,-1-1 0-15,-1 2 0 16,1-1 0-16,-3-1 0 0,2-1 0 16,-1 1 0-16,-1-4 0 0,0-2 0 15,-1 1 0-15,-1 1 0 0,0-3 0 16,2 1 0-16,1-2 0 0,-1-3 0 16,2 1 0-16,1-3 0 0,1-3 0 15,-3 1 0-15,1-1 0 0,0 1 0 16,-1 2 0-16,-3-2 0 15,2 0 0-15,-1 2 0 0,-1 0 0 16,0 0 0-16,-2 0 0 0,3-1 0 16,-1-1 0-16,0 0 0 15,4 0 0-15,-1 1 0 0,1-2 0 16,-1 2 0-16,1 0 0 0,-2-1 0 16,1 1 0-16,-3-3 0 0,0-1 0 15,0 1 0-15,1-2 0 0,-1 1 0 16,-2 2 0-16,-2 1 0 15,-2 3 0-15,-2-2 0 0,0 4 0 16,-4-2 0-16,0 0 0 0,-2 1 0 16,0-2 0-16,-3 0 0 0,-1 2 0 15,0 1 0-15,-5 2 0 0,-1 1 0 16,1 1 0-16,-6 0 0 16,7 0 0-16,-3-3 0 0,-1-1 0 15,-1-1 0-15,-1 1 0 0,-1 1 0 16,-2 0 0-16,-2 1 0 15,0 0 0-15,-1 1 0 0,-1-1 0 0,2-1 0 16,-2-2 0-16,-2-1 0 0,0 0 0 16,-2 0 0-16,0 0 0 15,0-2 0-15,-2 1 0 0,0-1 0 16,-4-1 0-16,8-2 0 0,-6-1 0 16,4-1 0-16,2-3 0 15,0 0 0-15,2-3 0 0,2-1 0 16,-2-2 0-16,2-2 0 0,3-1 0 15,-3-1 0-15,2-2 0 0,-4-1 0 16,4 0 0-16,-1-1 0 0,-3-1 0 16,-2-2 0-16,0 2 0 0,-2-3 0 15,4 2 0-15,-2-2 0 16,2-4 0-16,4 0 0 0,1-1 0 16,-1-1 0-16,0-1 0 0,2 0 0 15,-1-2 0-15,5 1 0 0,1-3 0 16,3-1 0-16,-1-1 0 0,1-1 0 15,-1-3 0-15,1-1 0 16,1-2 0-16,-2-2 0 0,3-3 0 16,-5-1 0-16,-1-1 0 0,3 0 0 15,-1-1 0-15,1-4 0 0,-3 1 0 16,7-1 0-16,-1-2 0 16,-1 0 0-16,8-2 0 0,0 0 0 15,0-4 0-15,2-1 0 0,-1-2 0 16,-1-3 0-16,0 2 0 0,0-2 0 15,0-1 0-15,2 0 0 0,0-1 0 16,2 1 0-16,4-4 0 0,-4 0 0 16,4-2 0-16,0 0 0 0,6-2 0 15,-1-3 0-15,3-2 0 16,3-3 0-16,-1 0 0 0,3-1 0 16,3-2 0-16,-1 1 0 0,1-1 0 15,3 1 0-15,2-1 0 0,0-2 0 16,2 0 0-16,0 1 0 0,4 0 0 15,0 1 0-15,0-2 0 0,0 1 0 16,2-1 0-16,2-3 0 0,4 3 0 16,-2-2 0-16,9 1 0 15,-3-1 0-15,7-1 0 0,-1 0 0 16,3 1 0-16,4-2 0 0,2 3 0 16,-3-2 0-16,7 0 0 0,0 1 0 15,-2-1 0-15,7 3 0 16,-3 0 0-16,2 0 0 0,-2 2 0 15,6 1 0-15,0 1 0 0,-1 1 0 16,3-2 0-16,4 1 0 0,3-2 0 16,2 2 0-16,1-3 0 0,5-2 0 15,2 3 0-15,2-2 0 0,-2 0 0 16,4 5 0-16,-2 0 0 0,2 2 0 16,-4-1 0-16,4 2 0 15,0 1 0-15,-2 0 0 0,4 0 0 16,-2 3 0-16,6-1 0 0,0-2 0 15,0 1 0-15,5-1 0 0,-1-3 0 16,2 1 0-16,5-2 0 0,2 1 0 16,-3-2 0-16,5 3 0 15,2-4 0-15,-3 2 0 0,5 2 0 16,-2-1 0-16,0 4 0 0,-1 1 0 16,-1 4 0-16,-2 1 0 0,-1 1 0 15,-1 0 0-15,4 2 0 16,1 0 0-16,1 0 0 0,0-1 0 15,2 0 0-15,1 1 0 0,-1 1 0 16,0 1 0-16,0 0 0 0,4 0 0 16,-4 2 0-16,2 0 0 0,-3 4 0 15,3 1 0-15,0 0 0 0,-2 3 0 16,0 0 0-16,2-1 0 0,2 2 0 16,0-1 0-16,6 0 0 0,-2 0 0 15,2-2 0-15,2 2 0 16,-2 0 0-16,3 1 0 0,1 0 0 15,-2 2 0-15,0 1 0 0,1 1 0 16,-3 0 0-16,4 1 0 0,-2 1 0 16,0 1 0-16,1 2 0 15,1-1 0-15,-2 1 0 0,5 0 0 16,-1 1 0-16,2 4 0 0,1-1 0 16,-1-1 0-16,1 3 0 0,-1 0 0 15,-2 2 0-15,1 3 0 0,-3 0 0 16,0 2 0-16,-1 3 0 15,-1 2 0-15,-6 2 0 0,-2 4 0 16,-2 1 0-16,-5 4 0 0,1 3 0 16,0 1 0-16,-2 3 0 0,1 2 0 15,-3 0 0-15,2 1 0 0,-5 2 0 16,-1 2 0-16,-1 1 0 0,-4 5 0 16,1 2 0-16,-3 2 0 15,-4 4 0-15,-2 3 0 0,-2 2 0 16,-6 1 0-16,0 1 0 0,-6 0 0 15,-1 1 0-15,-1 4 0 0,-1 3 0 16,-3 3 0-16,-3 1 0 0,0-1 0 16,-5-1 0-16,-3 2 0 15,0 0 0-15,-6 2 0 0,-1 3 0 16,-3 0 0-16,-2-1 0 0,-1 1 0 16,-5-3 0-16,-1 0 0 15,-3 2 0-15,-5-1 0 0,-2 2 0 16,-2-1 0-16,-2-3 0 0,0-1 0 15,-4-2 0-15,-2 1 0 0,-7 0 0 16,-1-1 0-16,-3-1 0 0,-3-2 0 16,-3-2 0-16,0-3 0 0,-4-3 0 15,1 0 0-15,-5-3 0 0,-3-3 0 16,-1 0 0-16,-2-1 0 16,0-4 0-16,-2-1 0 0,-5-5 0 15,1-1 0-15,-1-4 0 0,1-1 0 16,-5-3 0-16,1-3 0 15,-3-1 0-15,-6-2 0 0,3-1 0 16,-5-4 0-16,2-2 0 0,-2-4 0 16,0-4 0-16,0-1 0 0,3-6 0 15,-1-2 0-15,0-4 0 16,-2-3 0-16,0 0 0 0,-2-3 0 16,0-4 0-16,-4-1 0 0,2-3 0 15,-2-3 0-15,0-1 0 0,2-5 0 16,-2-1 0-16,2-1 0 0,2-7 0 15,0-3 0-15,0-1 0 0,-2-5 0 16,4-2 0-16,-2-2 0 0,4-2 0 16,-1-2 0-16,-3-5 0 0,0-1 0 15,2 0 0-15,0-4 0 0,-2 2 0 16,2-4 0-16,0-1 0 16,2 0 0-16,3-3 0 0,-1-1 0 15,0-3 0-15,0 1 0 0,1-3 0 16,-1 1 0-16,-4-1 0 0,2 0 0 15,-2 0 0-15,3 1 0 0,1-5 0 16,-2 0 0-16,2-4 0 16,1 0 0-16,1-1 0 0,0 1 0 15,3-1 0-15,1-2 0 0,0 0 0 16,3-4 0-16,-1 0 0 0,3 0 0 16,2 2 0-16,-5 3 0 0,1-3 0 15,-3 3 0-15,3 0 0 0,-3-1 0 16,1 4 0-16,-3 1 0 15,3 2 0-15,-3 0 0 0,2-1 0 16,5-1 0-16,0 0 0 0,5-1 0 16,-1 3 0-16,2-1 0 0,4 1 0 15,0 1 0-15,6 0 0 0,2 4 0 16,-4 1 0-16,0 5 0 0,-12 6 0 16,-7 2 0-16,9 16-937 0,-4 4-3505 0</inkml:trace>
  <inkml:trace contextRef="#ctx0" brushRef="#br1" timeOffset="17578.88">25831 8706 4129 0,'0'0'849'0,"0"0"-101"0,0 0 193 16,0 0-445-16,0 0 36 0,0 0-35 15,0 0-497-15,0 0 0 16,22-6 0-16,-19 6 0 0,-1 0 0 15,2 0 0-15,0 1 0 0,-2 1 0 16,-2-1 0-16,0 2 0 0,-10 3 0 16,-11 2 0-16,-8 2 0 15,-6-2 0-15,4-1 0 0,4-5 0 16,4-2 0-16,7-1 0 0,-1-4 0 16,5-4 0-16,1-1 0 0,5-4 0 15,2-3 0-15,4-1 0 0,2-1 0 16,8 0 0-16,5 3 0 15,6 0 0-15,3 1 0 0,5 2 0 16,2 1 0-16,2 5 0 0,-2 3 0 16,-2 4 0-16,-4 4 0 0,-6 6 0 15,-5 4 0-15,-1 4 0 0,-5 1 0 16,-2 4 0-16,-6 1 0 0,-2 0 0 16,-6 1 0-16,-5-1 0 0,-7 0 0 15,-5-1 0-15,-4 0 0 16,-4-3 0-16,-2-2 0 0,-2-2 0 15,4-6 0-15,-1-4 0 0,5-5 0 16,5-5 0-16,1-8 0 0,4-9 0 16,5-10 0-16,1-6 0 15,5-6 0-15,6-5 0 0,2 0 0 16,15 2 0-16,5 5 0 0,7 8 0 16,6 7 0-16,0 7 0 0,7 5 0 15,-3 7 0-15,2 7 0 16,-2 2 0-16,-4 12 0 0,-2 7 0 15,-6 3 0-15,-4 6 0 0,-5 3 0 16,-1 2 0-16,-5 0 0 0,-6 1 0 16,-4-1 0-16,-2 0 0 0,-10-3 0 15,-5-3 0-15,-5-4 0 0,-3-3 0 16,-2-4 0-16,-2-5 0 0,2-7 0 16,-4-3 0-16,2-6 0 0,2-9 0 15,0-5 0-15,5-7 0 16,-1-6 0-16,4-5 0 0,7-2 0 15,4-1 0-15,6 2 0 0,6 3 0 16,8 5 0-16,7 2 0 0,6 5 0 16,6 4 0-16,4 6 0 15,2 6 0-15,0 5 0 0,0 2 0 16,-6 6 0-16,-2 4 0 0,-6 5 0 16,-4 1 0-16,-7 5 0 0,-2-1 0 15,-6 3 0-15,-1-1 0 0,-6 1 0 16,-1-2 0-16,-8-1 0 15,-1-2 0-15,-5-2 0 0,-5-1 0 16,-4-2 0-16,-2-5 0 0,-2-4 0 16,-2-6 0-16,0-2 0 0,6-8 0 15,3-6 0-15,5-5 0 0,9-4 0 16,5-4 0-16,5 1 0 0,9 1 0 16,7 1 0-16,3 3 0 0,-1 3 0 15,3 4 0-15,-4 3 0 16,-3 4 0-16,1 5 0 0,-9 3 0 15,-2 1-1449-15,-2 2-340 0,-2 7-768 0</inkml:trace>
  <inkml:trace contextRef="#ctx0" brushRef="#br1" timeOffset="18452.66">25591 8531 1516 0,'0'0'937'0,"0"0"1964"0,0 0-2153 15,0 0-147-15,0 0 435 0,0 0-583 16,0 0-453-16,0 0 0 15,0 0 0-15,0 0 0 0,0-18 0 16,0 18 0-16,0 2 0 0,0 7 0 16,0 7 0-16,4 5 0 0,-4 7 0 15,0 7 0-15,0 4 0 0,0 7 0 16,-2 6 0-16,0 8 0 0,-2 4 0 16,4 6 0-16,-2 4 0 0,2 6 0 15,-2 9 0-15,-2 6 0 16,-1 5 0-16,-1 5 0 0,0 4 0 15,-2 6 0-15,-3 8 0 0,1 3 0 16,-2 3 0-16,-3 8 0 0,-1 5 0 16,-1 6 0-16,-1 6 0 15,-3 7 0-15,0 2 0 0,3 7 0 16,-3 6 0-16,0 4 0 0,1 2 0 16,-1 6 0-16,0-1 0 15,-2 3 0-15,3 4 0 0,-3 1 0 16,0 0 0-16,1 5 0 0,1-4 0 15,0 4 0-15,3 2 0 0,-3-5 0 16,2 0 0-16,3-1 0 0,1-5 0 16,1 2 0-16,-3 1 0 15,3-8 0-15,-3-3 0 0,1-5 0 16,-1-8 0-16,3-6 0 0,-3-6 0 16,3-7 0-16,-1-6 0 15,1-6 0-15,-5-7 0 0,3-5 0 16,-3-9 0-16,1-4 0 0,-1-10 0 15,-2-8 0-15,1-7 0 0,1-5 0 16,2-7 0-16,1-8 0 16,-1-5 0-16,5-9 0 0,2-8 0 15,3-5 0-15,1-7 0 0,2-5 0 16,0-3 0-16,4-6 0 0,-4 0 0 16,0-5 0-16,2-5 0 0,-3-4 0 15,3-4 0-15,2-2 0 0,-2-1 0 16,0-2 0-16,-2-11 0 15,0-12 0-15,-2-1-401 0,0-34-1360 0</inkml:trace>
  <inkml:trace contextRef="#ctx0" brushRef="#br1" timeOffset="19844.96">25978 8733 2080 0,'0'0'2446'0,"0"0"-1594"16,0 0 413-16,0 0-513 0,0 0-92 15,0 0-523-15,0 0-137 0,0 0 0 16,0 0 0-16,0-8 0 0,-3 15 0 16,3 5 0-16,-2 4 0 15,2 5 0-15,0 5 0 0,-2 2 0 16,2 4 0-16,0 2 0 0,0 2 0 16,0 1 0-16,2 3 0 0,0 3 0 15,-2 3 0-15,-2 2 0 0,-2 2 0 16,-2 1 0-16,0 1 0 15,-2 2 0-15,-1 2 0 0,3-2 0 16,2 2 0-16,2 0 0 0,2 1 0 16,0 4 0-16,0 3 0 0,0 4 0 15,0 3 0-15,2 1 0 0,-2 2 0 16,0 0 0-16,0 1 0 16,0 2 0-16,0 4 0 0,0 1 0 15,2 0 0-15,2 0 0 0,0-3 0 16,0 0 0-16,3-2 0 0,-1 3 0 15,-4-1 0-15,2 3 0 16,-2-2 0-16,0 1 0 0,-2 0 0 16,2 0 0-16,-2 2 0 0,2 2 0 15,-2 2 0-15,0-4 0 0,0 3 0 16,-2 2 0-16,-2-1 0 16,4 3 0-16,-2 0 0 0,-2-1 0 15,2-1 0-15,-2 0 0 0,-3-1 0 16,3 2 0-16,-2 3 0 0,0 0 0 15,2-2 0-15,-4 0 0 0,1 0 0 16,-1 2 0-16,0 1 0 0,-3 2 0 16,-1-1 0-16,0-1 0 0,-3 3 0 15,-1 0 0-15,-1 1 0 16,1 4 0-16,-3-4 0 0,0 4 0 16,1-4 0-16,1 3 0 15,-1 1 0-15,5-2 0 0,-1 1 0 16,3-2 0-16,-1-2 0 0,2 3 0 15,1 1 0-15,-1 0 0 16,0 0 0-16,-3 0 0 0,3 1 0 16,0 2 0-16,-3 1 0 0,3-1 0 15,0 0 0-15,-3 2 0 0,-3-2 0 16,1 4 0-16,-1-2 0 0,-5 0 0 16,2 0 0-16,1 1 0 0,-3-1 0 15,5 3 0-15,-3-5 0 0,5-4 0 16,-1-5 0-16,7-5 0 15,-1 1 0-15,1-1 0 0,2-5 0 16,-2-5 0-16,2-6 0 0,-3-2 0 16,3-4 0-16,-4-13 0 0,6-3 0 15,-3-6 0-15,-1-4 0 0,2-1 0 16,0-7 0-16,0-7 0 16,1-3 0-16,3-9 0 0,2-6 0 15,0-3 0-15,0-4 0 0,0-1 0 16,0 0 0-16,0 0 0 0,0-1-261 15,0-2-687-15,0 1-1694 0,-2-8-1667 16</inkml:trace>
  <inkml:trace contextRef="#ctx0" brushRef="#br1" timeOffset="20310.99">24599 17962 2172 0,'0'0'901'0,"0"0"-461"0,0 0-56 0,0 0-92 16,0 0 221-16,35-21-89 0,-6 25-24 16,4 12 324-16,6 6-235 0,3 4-17 15,5 3 408-15,9 0-779 16,2 0-101-16,4-4 0 0,0-2 0 16,2-5 0-16,-6-8 0 0,-2-6 0 15,-9-4 0-15,-14-7-1393 0,-10-9-1353 0</inkml:trace>
  <inkml:trace contextRef="#ctx0" brushRef="#br1" timeOffset="24920.69">25779 8914 788 0,'0'0'372'0,"0"0"-176"0,0 0-92 15,0 0-52-15,0 0 1229 0,0 0-1029 16,0 0 232-16,0 0-12 0,0 0 9 16,23 6 311-16,-23-3-248 15,-2 3-68-15,-4 4 177 0,-3 4-285 16,-5 1-40-16,-5 4 40 0,1 0-272 16,-5 0-40-16,0 4-56 15,0-1-52-15,3-1-44 0,1-3 4 0,7 1-32 16,1-5 4-16,5-3-164 15,2-3 64-15,4-3 152 0,4-4 48 16,15-2 20-16,16-11 20 0,10-7 72 16,11-6-88-16,2-2 12 0,-6 2-8 15,-5 5 4-15,-7 1-12 0,-11 7 128 16,-11 6-8-16,-8 3-16 0,-7 3-32 16,-3 0-64-16,-3 8 4 15,-7 5 172-15,-4 6-116 0,-7 4-16 16,-4 2-8-16,0-1-36 0,1 2-8 15,-3 2 8-15,-2 0 0 0,2 2-8 16,-2-2 0-16,4 0 0 0,4-3 0 16,5-3 0-16,6-5-24 15,1-6 4-15,9-5-16 0,0-1-72 16,9-5-4-16,7-1-4 0,11-10 64 16,6-1 52-16,-2 1-8 0,-2 1-24 15,-10 5 32-15,-7 3 0 0,-4 2-8 16,-6 0 8-16,0 2 60 15,-2 5-44-15,-4 6 48 0,-10 8 36 16,-5 4-96-16,-4 4 12 0,-1 0 16 16,-3-2-28-16,0 0 4 0,0 0 32 15,2 1-28-15,3 0 8 0,3-3 44 16,4-5-56-16,5-3 4 0,6-7-12 16,2-2-4-16,2-5-4 15,6-1-28-15,11-2-52 0,14-3 48 16,8-4 20-16,4-4-12 0,1 4 32 15,-9 4-4-15,-6 3 0 0,-9 3 4 16,-9 9 0-16,-7 3 4 0,-4 8-4 16,-10 5 120-16,-9 4-76 0,-6 4 0 15,-6 1 24-15,-2 3-52 16,-4 0 8-16,0 3 72 0,0-2-92 16,-3 1 5-16,5-2-9 0,-2-3 0 15,6-3 0-15,6-8 0 16,9-2 0-16,7-10 0 0,7-7 0 15,8-2 0-15,15-5 0 0,10-5 0 16,8-4 0-16,7-4 0 0,-1-4 0 16,-1 4 0-16,-7 4 0 0,-6 0 0 15,-6 7 0-15,-13 2 0 0,-4 0 0 16,-3 5 0-16,-5 4 0 16,0 4 0-16,-9 8 0 0,-3 0 0 15,-7 4 0-15,-3 1 0 0,-5 5 0 16,-6 4 0-16,0 1 0 0,-1 3 0 15,1-1 0-15,4 0 0 0,3-5 0 16,5-5 0-16,8-5 0 16,9-9 0-16,4-7 0 0,13-4 0 15,14-6-17-15,12-8-23 0,10-7 0 16,5-4 40-16,-2 1 0 0,-2 2-32 16,-9 3 8-16,-12 7 8 0,-11 3-28 15,-11 7 44-15,-9 15 4 16,-15 8 0-16,-12 9 88 0,-14 8 21 15,-7 2-113-15,-4 2 0 0,1-2 0 16,1-3 0-16,6-3 0 0,9-7 0 16,6-4 0-16,11-5 0 0,7-8 0 15,7-5 0-15,6-3 0 16,2-3 0-16,12-1 0 0,9-1 0 16,8-2 0-16,6-6 0 0,5-2 0 15,-1-1 0-15,3 0 0 0,-1 0 0 16,0 1 0-16,1 1 0 0,-7 4 0 15,-8 4 0-15,-8 1 0 0,-11 9 0 16,-10 9 0-16,-10 8 0 0,-15 9 0 16,-12 5 0-16,-11 5 0 15,-6 7 0-15,-2 0 0 0,-1 0 0 16,3-3 0-16,4-4 0 0,9-6 0 16,10-9 0-16,12-8 0 15,11-8 0-15,8-6 0 0,19-6 0 16,10-3 0-16,10-6 0 0,8-6 0 15,1-2 0-15,1 0 0 0,-5 3 0 16,-9 5 0-16,-10 4 0 0,-13 3 0 16,-6 9 0-16,-14 11 0 0,-12 9 0 15,-11 9 0-15,-15 4 0 0,-2 2 0 16,1 1 0-16,-5 0 0 0,5-4 0 16,3-4 0-16,11-6 0 15,6-6 0-15,11-5 0 0,8-8 0 16,5-5 0-16,8-1 0 0,11-6 0 15,11-1 0-15,8-6 0 16,11-5 0-16,-3 1 0 0,0 2 0 16,-1 1 0-16,-5 5 0 0,-8 2 0 15,-6 2 0-15,-11 5 0 0,-4 8 0 16,-8 5 0-16,-8 7 0 0,-10 7 0 16,-11 5 0-16,-13 6 0 15,-3 6 0-15,-11 4 0 0,-2 5 0 16,-2 0 0-16,2 0 0 0,7-4 0 15,5-9 0-15,15-7 0 0,8-11 0 16,13-9 0-16,12-8 0 0,17-8 0 16,12-6-53-16,12-5-79 0,7-10 108 15,8-2-20-15,4-2 44 0,2 0 40 16,0 2-16-16,-2 1 84 16,-8 5-27-16,-5 2-81 0,-10 4 0 15,-6 4 0-15,-14 4 0 0,-9 6 0 16,-14 9 0-16,-12 8 0 0,-15 11 0 15,-13 7 0-15,-9 3 0 16,-5 3 0-16,-4 2 0 0,0-1 0 16,4 0 0-16,10-6 0 0,9-5 0 15,14-7 0-15,13-10 0 16,12-7 0-16,12-8 0 0,17-7 0 16,10-6 0-16,9-7 0 0,6-5 0 15,4-3 0-15,-3 4 0 0,-7 1 0 16,-13 6 0-16,-8 8 0 0,-15 4 0 15,-10 8 0-15,-10 12 0 0,-15 6 0 16,-8 10 0-16,-10 4 0 0,-7 3 0 16,-3 2 0-16,-1 1 0 0,0 0 0 15,5-3 0-15,6-4 0 0,10-7 0 16,6-5 0-16,14-9 0 16,7-8 0-16,8-1 0 0,15-7 0 15,10-2 0-15,12-2 0 0,7-10 0 16,6 0 0-16,3-2 0 15,1 3 0-15,-4 3 0 0,-8 5 0 16,-9 3 0-16,-12 5 0 0,-9 8 0 16,-12 5 0-16,-8 8 0 15,-14 9 0-15,-13 7 0 0,-11 7 0 16,-10 7 0-16,-7 6 0 0,-6 2 0 16,-1 1 0-16,2-4 0 0,8-4 0 15,5-6 0-15,11-10 0 0,14-8 0 16,15-8 0-16,11-12 0 0,21-10 0 15,10-7 0-15,14-11 0 0,9-6 0 16,4-3 0-16,4-1 0 0,-2 3 0 16,-2 4 0-16,-9 3 0 15,-9 8 0-15,-9 5 0 0,-11 6 0 16,-9 8 0-16,-9 7 0 0,-4 5 0 16,-11 7 0-16,-7 4 0 0,-7 6 0 15,-12 7 0-15,-9 5 0 16,-12 7 0-16,-10 11 0 0,-7 5 0 15,-7 7 0-15,-5 6 0 0,2 1 0 16,2 3 0-16,13-7 0 16,8-8 0-16,18-12 0 0,19-21 0 0,15-15 0 15,12-14 0-15,19-14 0 16,14-6 0-16,16-17 0 0,13-14-469 16,-14 2-1468-16,3-10-1076 0</inkml:trace>
  <inkml:trace contextRef="#ctx0" brushRef="#br1" timeOffset="26614.16">28286 5536 5298 0,'0'0'792'16,"0"0"-323"-16,0 0 399 16,0 0-252-16,0 0-467 0,40 51-149 15,-20-27 0-15,1 4 0 0,6 1 0 16,6 4 0-16,6 4 0 0,3 6 0 16,3 3 0-16,3 1 0 0,-5 3 0 15,-2-1 0-15,-1-5 0 0,-9-6 0 16,-4-8 0-16,-7-6 0 0,-5-5 0 15,-7-5 0-15,-6-5 0 16,-2-6 0-16,0-3-373 0,-2 0-715 16,-2-9-2606-16</inkml:trace>
  <inkml:trace contextRef="#ctx0" brushRef="#br1" timeOffset="26847.89">28902 5539 6863 0,'0'0'660'0,"0"0"-176"0,0 0-299 15,0 0-185-15,-49-7 0 0,5 36 0 16,-7 17 0-16,-7 13 0 0,-2 7 0 16,0 8 0-16,-2 5 0 0,2-2 0 15,4-2 0-15,5-9 0 0,11-11 0 16,9-10 0-16,11-16 0 0,9-11 0 15,11-14 0-15,4-4 0 0,9-15-2798 16</inkml:trace>
  <inkml:trace contextRef="#ctx0" brushRef="#br1" timeOffset="27748.73">29957 5811 6266 0,'0'0'629'0,"0"0"63"16,0 0-87-16,0 0-605 15,0 0 0-15,0 0 0 0,0 0 0 16,-15 53 0-16,1 0 0 0,-1 9 0 15,5-7 0-15,6-8 0 16,4-8 0-16,2-6 0 0,10-6 0 16,1-9 0-16,3-7 0 0,5-10 0 15,4-5 0-15,0-11 0 0,1-8 0 16,1-3 0-16,-6-3 0 0,-2 1 0 16,-5 1 0-16,-6 5 0 0,-2 5 0 15,-1 7 0-15,-3 5 0 0,-2 5 0 16,-2 8 0-16,0 9 0 0,-1 11 0 15,3 4 0-15,5 1 0 16,5-7 0-16,6-7 0 0,3-5 0 16,8-6 0-16,0-4 0 0,2-4 0 15,-2-5 0-15,-3-4 0 0,-3-4 0 16,-6-1 0-16,-5-3 0 0,-4-1 0 16,-4 0 0-16,-2-4 0 15,0-1 0-15,-4-5 0 0,0-2 0 16,0 2 0-16,2 5 0 0,2 2 0 15,0 6 0-15,4 2 0 0,4-2 0 16,7 1-213-16,-5 3-2080 16,2 0-60-16</inkml:trace>
  <inkml:trace contextRef="#ctx0" brushRef="#br1" timeOffset="27861.6">30529 5891 4586 0,'-8'33'3606'16,"0"2"-3606"-16,-1 5 0 0,5-7 0 15,0-2 0-15,2-4 0 0,2-6 0 16,0-2 0-16,0-4 0 16,6-7 0-16,-4-3-1025 0,7-4-524 0</inkml:trace>
  <inkml:trace contextRef="#ctx0" brushRef="#br1" timeOffset="28010.73">30579 5496 6086 0,'0'0'673'0,"0"-50"-605"0,0 36-64 16,0 12 16-16,0 2-20 0,0 7-321 16,0 8-463-16,0 2-1141 15,0 7-472-15</inkml:trace>
  <inkml:trace contextRef="#ctx0" brushRef="#br1" timeOffset="28227.78">30612 6154 5618 0,'0'0'1497'15,"0"0"-853"-15,0 0-211 0,0 0-433 16,0 0 0-16,0 0 0 16,50-71 0-16,-28 25 0 0,1 1 0 15,-4 10 0-15,-3 7 0 0,-3 12 0 16,-5 9 0-16,-4 5 0 0,0 5 0 16,0 11 0-16,5 12 0 15,-3 8 0-15,0 3 0 0,2 0 0 16,0-7 0-16,3-4 0 0,-1-1 0 15,1-5 0-15,-1-2-1005 16,0-7-464-16,-4-3-528 0</inkml:trace>
  <inkml:trace contextRef="#ctx0" brushRef="#br1" timeOffset="28674.93">31123 5910 6819 0,'0'0'1312'0,"0"0"-1251"0,-31-33-61 0,14 32 0 16,-4 2 0-16,-3 11 0 0,-1 8 0 15,0 6 0-15,2 5 0 0,5 2 0 16,7 2 0-16,9-5 0 0,6 1 0 16,9-6 0-16,7-4 0 15,5-8 0-15,2-6 0 0,4-7 0 16,0-5 0-16,-2-9 0 0,4-8-45 16,-10 2-2504-16,-5-3-1209 0</inkml:trace>
  <inkml:trace contextRef="#ctx0" brushRef="#br1" timeOffset="28845.76">31263 5467 7963 0,'0'0'229'0,"0"0"-229"0,0 0 0 16,-23 63 0-16,13-14 0 0,0 11 0 16,1 5 0-16,5-5 0 0,2 5 0 15,0 0 0-15,2 0 0 0,0-3 0 16,-2 1 0-16,-4-4 0 0,0-14-2398 15,-7-4-1552-15</inkml:trace>
  <inkml:trace contextRef="#ctx0" brushRef="#br1" timeOffset="29295.63">28229 6846 4390 0,'0'0'2589'0,"0"0"-1669"0,0 0-627 0,0 0-293 15,-9 49 0-15,5-11 0 16,0 3 0-16,2 3 0 0,2-4 0 16,0 4 0-16,0 3 0 0,0 2 0 15,0 5 0-15,-4 0 0 0,0-3 0 16,2-4 0-16,2-10 0 0,0-13-101 16,2-8-1303-16,0-12-617 0</inkml:trace>
  <inkml:trace contextRef="#ctx0" brushRef="#br1" timeOffset="29531.09">28200 6484 6627 0,'0'0'504'0,"0"0"404"0,-11-42-755 16,11 37-153-16,-2 3 0 0,0-1 0 15,2 1 0-15,0 1 0 0,0 1 0 16,6 4 0-16,9 6 0 0,12 10 0 16,-2-2-1457-16,-1 4-352 0</inkml:trace>
  <inkml:trace contextRef="#ctx0" brushRef="#br1" timeOffset="29837.71">28388 7193 6895 0,'-21'41'700'16,"5"-3"-380"-16,1-3-43 0,7-10-277 16,6-8 0-16,2-10 0 0,0-3 0 15,6-6 0-15,4-11 0 0,11-14 0 16,4-12 0-16,4-7 0 0,-2-4 0 15,-7 2 0-15,1 1 0 16,-7 1 0-16,-1 4 0 0,-5 9 0 16,-2 12 0-16,-4 9 0 0,0 7 0 15,-2 5 0-15,0 6 0 0,5 11 0 16,-1 13 0-16,6 8 0 0,0 6 0 16,5 0 0-16,3-3 0 0,1-2 0 15,2-3 0-15,-3-2 0 0,-1-4 0 16,-1-1 0-16,-5-10-481 15,-1-5-2536-15</inkml:trace>
  <inkml:trace contextRef="#ctx0" brushRef="#br1" timeOffset="30037.44">28814 6599 7827 0,'0'0'280'0,"0"0"-195"0,0 0-85 16,0 0 0-16,-15 55 0 0,5-11 0 15,-5 8 0-15,3 8 0 16,2 1 0-16,1 3 0 0,3 5 0 16,0 1 0-16,2-4 0 0,0-3 0 15,2-5 0-15,0-6 0 0,2-10 0 16,0-14-1573-16,0-9-1101 0</inkml:trace>
  <inkml:trace contextRef="#ctx0" brushRef="#br1" timeOffset="30176.61">28677 7113 7267 0,'0'0'440'16,"33"-27"45"-16,-4 9-485 0,2 2 0 15,0 0 0-15,4-1 0 0,-2 3 0 16,0 2 0-16,3 4 0 16,-3 0 0-16,-4 5 0 0,-9 3-1161 15,-1 2-764-15</inkml:trace>
  <inkml:trace contextRef="#ctx0" brushRef="#br1" timeOffset="30426.69">29093 7097 6803 0,'0'0'1012'0,"-40"-8"-635"0,20 8-377 16,1 8 0-16,-4 9 0 0,5 6 0 16,1 3 0-16,3 1 0 0,12-2 0 15,4 0 0-15,10-6 0 0,9-3 0 16,6-4 0-16,6-5 0 15,2-6 0-15,0-4 0 0,-2-8 0 16,-6-5 0-16,-6-3 0 0,-11-4 0 16,-6-1 0-16,-4-2 0 0,-10-3 0 15,-7-2 0-15,-1-1 0 0,-1 0 0 16,0 0 0-16,5 3 0 16,2 1 0-16,1 1-817 0,7 7-1104 15,2 0-1493-15</inkml:trace>
  <inkml:trace contextRef="#ctx0" brushRef="#br1" timeOffset="30970.69">29953 7178 3525 0,'0'0'2169'0,"0"0"-1244"0,0 0 219 0,0 0-715 0,0 0-429 16,0 0 0-16,-9 45 0 16,-1 6 0-16,-2 8 0 0,1 3 0 15,5-4 0-15,4 0 0 0,0-2 0 16,2-5 0-16,0-6 0 0,4-6 0 15,2-6 0-15,0-5 0 16,3-12-389-16,-1-4-1048 0,0-8-3421 0</inkml:trace>
  <inkml:trace contextRef="#ctx0" brushRef="#br1" timeOffset="31453.23">29911 7235 6434 0,'0'0'969'0,"-23"-35"-180"0,21 8-789 16,2-1 0-16,11-3 0 0,9-1 0 16,5 0 0-16,6 1 0 0,6 5 0 15,5 4 0-15,-1 7 0 0,3 7 0 16,-3 7 0-16,-6 3 0 0,-6 9 0 15,-10 2 0-15,-5 4 0 16,-10 2 0-16,-6 3 0 0,-12 1 0 16,-9 6 0-16,-10 2 0 0,-6 2 0 15,-5-1 0-15,1-2 0 0,3-6 0 16,9-7 0-16,11-5 0 16,9-3 0-16,9-6 0 0,2 1 0 15,17-1-885-15,18-3-716 0,-2 0 557 16,8-6-321-16</inkml:trace>
  <inkml:trace contextRef="#ctx0" brushRef="#br1" timeOffset="31765.83">30484 7047 6122 0,'0'0'849'0,"-17"-37"143"16,11 20-763-16,2 6-229 0,0 3 0 15,2 6 0-15,-2 1 0 0,-7 4 0 16,-5 16 0-16,-5 10 0 0,-2 10 0 15,-1 5 0-15,9-3 0 16,5-3 0-16,6-8 0 0,8-7 0 16,10-7 0-16,9-6 0 0,4-5 0 15,6-6 0-15,0-8 0 16,-2-3 0-16,-2-6 0 0,-2 0 0 16,-7 3 0-16,-5 3 0 0,-7 5 0 15,-6 2 0-15,-2 5 0 0,0 0 0 16,-2 1 0-16,-4 5 0 0,2 4 0 15,-2 3 0-15,4 1 0 16,2 0 0-16,2-1 0 0,8-2 0 16,0-4 0-16,7 1 0 0,-1-1-61 15,3-3-727-15,0 1 148 0,-1-5-817 16,-1 0 148-16,-3-3-351 0</inkml:trace>
  <inkml:trace contextRef="#ctx0" brushRef="#br1" timeOffset="32518.66">30895 7051 6054 0,'0'0'1009'0,"0"0"-225"15,-41-36-439-15,26 31-345 0,-1 3 0 16,-3 5 0-16,-1 10 0 16,-3 8 0-16,0 7 0 0,2 5 0 15,5 0 0-15,6 2 0 0,7-4 0 16,6-1 0-16,13-7 0 0,3-3 0 15,8-6 0-15,4-8 0 16,0-5 0-16,0-5 0 0,-2-6 0 16,-5-6 0-16,-3-1 0 0,-2-6 0 15,-7 1 0-15,-4-3 0 0,-2-3 0 16,-1 3 0-16,-5 3 0 0,0 8 0 16,0 4 0-16,-2 7 0 0,-1 2 0 15,3 1 0-15,0 3 0 0,5 9 0 16,7 11 0-16,2 9 0 0,5 5 0 15,0 5 0-15,-7 1 0 16,-2 4 0-16,-5 4 0 0,-5 5 0 16,-11 2 0-16,-5 1 0 0,-9 2 0 15,-4-3 0-15,-6-5 0 16,0-4 0-16,0-9 0 0,-1-8 0 16,5-10 0-16,4-11 0 0,-1-5 0 15,5-9 0-15,0-12 0 16,4-6 0-16,3-10 0 0,1-9 0 15,7-6 0-15,6 1 0 0,6 3 0 16,13 10 0-16,6 5 0 0,5 1 0 16,3 2 0-16,7 3 0 0,-3 2 0 15,0 2 0-15,-2 4 0 0,-8 5 0 16,0 0 0-16,-5 3 0 0,-1-1 0 16,2-2 0-16,-1-2 0 0,5-2 0 15,0-1 0-15,2 2 0 0,0 0 0 16,-3-1 0-16,-1 0 0 15,-2 1 0-15,-3 1 0 0,-1 0 0 16,-5 2 0-16,3-3 0 0,-3-1 0 16,1-2 0-16,-3 1 0 0,-4 1 0 15,0 0 0-15,-1 2 0 16,-3 1 0-16,-2 2 0 0,0 2 0 16,2 1 0-16,-2-2 0 0,0 0 0 15,2 0 0-15,0-1 0 0,0 2 0 16,2 0 0-16,-2 2 0 0,0 0 0 15,0 2 0-15,-2 1 0 16,0 0 0-16,0 0 0 0,0 0 0 16,0-1 0-16,-2-2 0 0,-2-4-777 15,0 0-1532-15,-2-7-2449 0</inkml:trace>
  <inkml:trace contextRef="#ctx0" brushRef="#br1" timeOffset="33042.48">31325 7192 3397 0,'0'0'1793'0,"0"0"-1101"0,0 0 161 0,0 0-405 0,33-32-160 0,-22 16-32 0,-3-3-236 0,-2 0 0 16,-4 1-8-16,-2 0 0 16,0 2-12-16,-6 2 40 0,2 3-32 15,2 4 112-15,-2 3 113 0,-1 4-233 16,-1 0 0-16,-6 4 0 0,-9 10 0 15,-8 6 0-15,-4 11 0 16,2 6 0-16,8 3 0 0,5 4 0 16,10 0 0-16,8-4 0 0,16-1 0 15,11-6 0-15,8-4 0 0,6-9 0 16,3-9 0-16,1-8 0 0,-3-5 0 16,-9-3-489-16,-8-7-1784 0</inkml:trace>
  <inkml:trace contextRef="#ctx0" brushRef="#br1" timeOffset="47886.72">21825 5950 2233 0,'0'0'12'0,"0"0"1840"16,-4-41-1351-16,-3 26 43 0,7-1-108 15,-10-1-72-15,4 1 224 0,-9-2-343 16,5-2-29-16,-7 0 40 16,-3-3-184-16,-1 1 16 0,0-1 28 15,-1 0-112-15,-3 1 4 0,2 3 0 16,-4 2 4-16,2 3-12 0,-6 3 12 16,5 5-8-16,-7 3-4 0,-3 3 0 15,-1 6 0-15,-4 7 0 0,-1 4 0 16,-5 5-12-16,-1 8 12 0,-1 3 0 15,-1 6-8-15,3 6 8 16,7 2 0-16,3 6-4 0,4 4 4 0,4 3 0 16,4 2-12-16,9 1 12 15,1 3-4-15,9 1-8 0,6 3 12 16,4 0 0-16,7 0-8 0,7-1 8 16,7-4 0-16,6-3 4 15,6-3-4-15,9-8 56 0,3-6-48 16,13-11 32-16,2-9 68 0,13-8-48 15,1-14 52-15,3-8 120 16,4-12-171-16,6-13-61 0,-2-6 0 16,0-8 0-16,-7-6 0 0,-3-7 0 15,-9-5 0-15,-8-3 0 0,-10-6 0 16,-7-2 0-16,-6-3 0 0,-8-2 0 16,-4-1 0-16,4 1 0 0,-10 1 0 15,-6 1 0-15,-13 5 0 0,-9 6 0 16,-22 7 0-16,-14 8 0 0,-21 11 0 15,-15 9 0-15,-20 14 0 0,-10 11 0 16,-15 6 0-16,-7 11 0 16,-1 9-241-16,4 3-355 0,33-5-124 15,0-3-2062-15</inkml:trace>
  <inkml:trace contextRef="#ctx0" brushRef="#br0" timeOffset="51974.01">16853 5037 2313 0,'0'0'8'0,"33"18"1196"16,-6-10-896-16,-2 1-144 15,6-1 52-15,2 0-132 0,2 0 13 16,4 0 87-16,7 0-104 0,-3 0 8 16,9 2 132-16,0-1-112 0,6 2-36 15,2-2 60-15,8 2-60 16,10-3-8-16,7 0 4 0,8-2-60 15,13-2-4-15,3 0 0 0,9-2 0 16,8 1-4-16,4-2 0 0,7 1 4 16,-1-1-4-16,7 1 4 15,3 1 4-15,5-1-8 0,-2 3 16 16,2-1-12-16,2-1 24 0,4 3 56 16,0-1-48-16,2 1 0 0,7 0 24 15,-1 1-60-15,7 1 8 0,-3 0-8 16,3 2-4-16,-1-1 4 0,-3 1-8 15,-1 0-24-15,3-1 32 0,-5 0 8 16,3 1 4-16,-5 0 0 0,-4 0 140 16,2 0-4-16,-4 0-8 15,-2 0 88-15,0-1-115 0,-2 2-25 16,2 1-8-16,3-3-76 0,-1 2 8 16,0-2-8-16,-2 3 0 15,-2-5-4-15,-9 3 0 0,-3-2-100 16,-9-2-85-16,-8 0-271 0,-8-3-188 15,-33-1-176-15,-9-2-1217 0</inkml:trace>
  <inkml:trace contextRef="#ctx0" brushRef="#br0" timeOffset="52626.91">17091 5065 4293 0,'0'0'693'0,"0"0"-253"0,0 0 16 15,-25-38-288-15,23 15-84 0,-2 1 12 16,4-6-64-16,6 1 4 0,4-4-8 15,1-3-28-15,-1-4-4 0,-4 0-60 16,-2 0-100-16,-4 3-120 0,-2 3-276 16,-6 2 56-16,-2 2 7 0,-7 5-311 15,7 4-104-15,-2 5-1245 0</inkml:trace>
  <inkml:trace contextRef="#ctx0" brushRef="#br0" timeOffset="53202.41">16934 4652 5874 0,'0'0'16'0,"52"24"-32"0,-15-11-4 16,-2-4-92-16,-2-1 28 0,4-1 40 15,9 0 32-15,-3-2 12 0,5 1 0 16,3-1 0-16,1 2-92 0,2-1-92 15,4 0 124-15,-1-1 60 0,1 2 8 16,4-3 4-16,2-2-12 0,5 1 44 16,3-1-28-16,7 0 20 0,-3-2 24 15,11 1-52-15,2 2 4 16,2-2 0-16,8 0-12 0,-4 0 0 16,10 0 4-16,7-1-4 0,4-1 0 15,4-1 4-15,4-3 12 0,4-1-16 16,4 2 84-16,3-2-24 15,1 1 4-15,2-1 16 0,5 1-80 16,-2 0 16-16,5 3-4 0,1-3 0 16,4 4-12-16,-2 1 0 0,2 0 0 15,-2 1 0-15,6 4 0 16,-2-4-4-16,2 3 4 0,2-2 0 16,-2 3-28-16,4 0 28 0,-2-1-4 15,4 1 0-15,1 1 4 0,-1 0 4 16,0 0 0-16,0 1-4 0,-4 1 0 15,-2 0 4-15,-6 1-4 0,-2-1 0 16,-2 3-4-16,-3 1 4 0,-3 0 0 16,-3 1 8-16,-1 0-8 0,-5-1 20 15,0-1-8-15,-4 1-8 16,-6-1 4-16,-8-2 0 0,-11 1-8 16,-14-2 0-16,-11-2-108 0,-7 0-204 15,-14-2-576-15,-15-3-57 16,-9-1-179-16</inkml:trace>
  <inkml:trace contextRef="#ctx0" brushRef="#br0" timeOffset="53420.65">24967 4914 5526 0,'0'0'12'0,"4"64"-12"15,2-22-28-15,0 2-4 0,-2 4-20 16,0 7 32-16,1 3 20 0,-1 2 80 16,2 0 4-16,4-1-4 15,-1-3-24-15,1-3-56 0,0-5 0 16,-4-7-640-16,-1-14-781 0,-3-8-1632 0</inkml:trace>
  <inkml:trace contextRef="#ctx0" brushRef="#br0" timeOffset="54412.11">21012 4854 988 0,'0'0'0'0</inkml:trace>
  <inkml:trace contextRef="#ctx0" brushRef="#br0" timeOffset="54550.72">21066 4835 1064 0,'8'-11'1345'0,"3"1"-493"16,-5 1 457-16,-2 3-557 15,-4 0-144-15,0 5 105 0,0 0-441 16,-4 1-100-16,-7 11-168 0,-1 11-4 16,2 9-4-16,4 2-4 15,8-1-20-15,10 0 12 0,5 0-236 16,1-1-173-16,3 0-127 0,0-3-808 16,-7-7-101-16,3-4-1132 0</inkml:trace>
  <inkml:trace contextRef="#ctx0" brushRef="#br0" timeOffset="54750.96">21411 4786 5182 0,'0'0'1004'0,"0"0"-860"0,2 55 64 16,-4-22 157-16,-6 0-205 15,-4-1-40-15,-1-1 28 0,7-1-136 16,2 1 8-16,4-1-20 0,4 2-36 16,2 0-136-16,2 0-549 15,1 0-235-15,-3-7-209 0,-2-5-2740 0</inkml:trace>
  <inkml:trace contextRef="#ctx0" brushRef="#br2" timeOffset="63458.86">20192 7944 1356 0,'0'0'893'0,"0"0"307"16,0 0-664-16,0 0 5 0,0 0 467 16,0 0-396-16,0 0-183 0,0 0 107 15,0 0-184-15,-17 58 0 0,13-7 25 16,-4 4-377-16,-1 4 0 15,7 6 0-15,0 4 0 0,2 7 0 16,4 7 0-16,3 8 0 0,-3 7 0 16,2 5 0-16,-2 1 0 0,-4-4 0 15,0-2 0-15,0-5 0 16,-10-7 0-16,4-9 0 0,-3-9 0 16,1-13 0-16,0-14 0 0,4-11-301 15,-3-16-539-15,7-8-1585 0,-4-12-1941 0</inkml:trace>
  <inkml:trace contextRef="#ctx0" brushRef="#br2" timeOffset="63786.9">20260 7957 4061 0,'0'0'581'16,"0"0"-141"-16,45 24 320 0,-28-16-316 15,-3 4-99-15,3 6-49 0,-1 4-220 16,1 8 16-16,4 6 164 0,-1 6-4 15,3 3 52-15,2 0-19 0,2 1-285 16,-2-3 0-16,-5-7 0 16,1-4 0-16,-5-6 0 0,-5-6-793 15,-5-4 129-15,-6-6-85 0,0-4-435 16,-4-4 299-16,-2-2-31 0</inkml:trace>
  <inkml:trace contextRef="#ctx0" brushRef="#br2" timeOffset="63988.64">20097 8000 6951 0,'0'0'288'15,"-48"45"-192"-15,13-15 260 0,0 0-136 16,-5 1-108-16,12-3-68 0,3-4-44 15,6-6-180-15,7-6-1185 0,8-6-567 16,4-6-1350-16</inkml:trace>
  <inkml:trace contextRef="#ctx0" brushRef="#br2" timeOffset="64438.65">22025 7971 6230 0,'6'36'581'0,"-1"8"-309"0,5 11-16 0,0 3-8 0,-4 4-40 16,1 2 68-16,1 3-196 0,-6 2-39 15,0 1-41-15,-2 4 0 0,-4-1 0 16,-4 1-29-16,-1-2-39 16,-1-7 36-16,4-8-72 0,2-10-60 15,0-11-24-15,4-12-504 0,4-10-113 16,0-8-351-16,-2-8-2102 0</inkml:trace>
  <inkml:trace contextRef="#ctx0" brushRef="#br2" timeOffset="64655.95">22122 7964 3493 0,'0'0'732'15,"0"0"541"-15,0 0-573 0,-41-21-195 16,12 21 171-16,-4 8-404 0,-4 9-80 16,4 7 80-16,-2 5-236 0,1 5-28 15,1 2-8-15,0 0-8 0,9-2-124 16,3-6-676-16,4-7-449 16,1-7-836-16</inkml:trace>
  <inkml:trace contextRef="#ctx0" brushRef="#br2" timeOffset="64813.61">22100 7970 8035 0,'39'7'157'0,"4"0"-157"0,5 5 0 16,-3-1 0-16,1 2 0 0,-1-1 0 15,9-3 0-15,2-1 0 0,-5-1-285 16,-11-3-539-16,-7-1-537 0</inkml:trace>
  <inkml:trace contextRef="#ctx0" brushRef="#br2" timeOffset="66794.24">18277 5642 4370 0,'0'0'472'0,"0"0"12"16,0 0 20-16,0 0-216 15,0 0 44-15,0 0 253 0,11 75-309 16,-9-20-76-16,6 12 52 0,-2-1-124 15,1 8 68-15,1 3-91 0,-2 3-105 16,-2-2 0-16,-2 1 0 16,2-2 0-16,-4-5 0 0,0-8 0 15,-4-6 0-15,2-13 0 0,-2-14 0 16,0-8-389-16,0-14-519 0,2-6-1565 16,-7-8-557-16</inkml:trace>
  <inkml:trace contextRef="#ctx0" brushRef="#br2" timeOffset="67033.95">18373 5425 4902 0,'0'0'632'0,"-36"17"-316"15,5 4 104-15,-12 9 309 0,-9 6-485 16,-1 5-52-16,-1-1-4 16,-2 2-184-16,8-5 24 0,11-3 200 15,4-4-188-15,8-6-20 0,11-4-20 16,4-6-140-16,3-6-168 0,12-6-440 16,11-2-377-16,1-4-55 0,9-5-801 0</inkml:trace>
  <inkml:trace contextRef="#ctx0" brushRef="#br2" timeOffset="67257.63">18505 5498 3737 0,'0'0'709'0,"-48"60"-261"15,28-29 36-15,9 0 276 0,11 1-408 16,0-3-151-16,21-1 3 0,10-5-136 15,17-6 24-15,16-6 44 0,2-1-136 16,-2-3 0-16,0 1-532 16,-23-1-569-16,-4-1-960 0</inkml:trace>
  <inkml:trace contextRef="#ctx0" brushRef="#br2" timeOffset="67612.89">19299 5515 6166 0,'0'0'228'0,"0"0"-192"0,0 0 169 16,0 0-5-16,8 63 92 0,-8-2 12 16,0 13-152-16,-2 8 32 0,4-5 88 15,8 3-119-15,3-1-153 0,3-3 0 16,1-3 0-16,-3-5 0 0,-3-4 0 15,-3-6 0-15,-6-7 0 0,-2-9-489 16,0-12-431-16,0-10-201 16,0-11-1872-16</inkml:trace>
  <inkml:trace contextRef="#ctx0" brushRef="#br2" timeOffset="67859.6">19272 5415 5322 0,'0'0'1937'16,"0"0"-1677"-16,0 0-244 0,-17 41 4 16,-8-5-16-16,-8 11 32 0,-8 1-4 15,10-1-8-15,-2-4-24 0,8-1 4 16,4-4-4-16,5 0-48 0,10-6-620 15,0-6-197-15,3-8-243 0,3-10-1758 0</inkml:trace>
  <inkml:trace contextRef="#ctx0" brushRef="#br2" timeOffset="68154.59">19567 5607 4201 0,'0'0'197'0,"36"-2"-197"0,-20 2-145 16,-6 0-415-16,-1 0 264 0,-7 4 24 16,2-3 252-16,-4 6 20 0,2 5 456 15,2 8 4-15,4 4-79 0,3 4 195 16,5 3-188-16,3 0-4 0,6-1 264 15,1-3-327-15,5-2-117 0,3-4-72 16,-1-3-128-16,-4-2 12 0,-3 1-16 16,-5 0-72-16,0-2-256 15,-11 3-673-15,0-1 13 0,-5-5-105 16,-5 1-1232-16</inkml:trace>
  <inkml:trace contextRef="#ctx0" brushRef="#br2" timeOffset="68610.63">19801 5514 6110 0,'0'0'348'0,"0"0"505"16,0 0-665-16,0 39-52 0,2 7 421 16,4 14-557-16,-2 8 0 0,0 2 0 15,1-4 0-15,-5 2 0 0,-2 0 0 16,-5 1 0-16,-3-2 0 0,2-3 0 15,-3-2 0-15,1-4 0 0,2-7 0 16,4-6-253-16,-3-10-431 16,7-7-673-16,-4-12-27 0,2-6-417 0</inkml:trace>
  <inkml:trace contextRef="#ctx0" brushRef="#br2" timeOffset="69422.67">23522 5886 6226 0,'0'0'573'0,"33"16"79"0,-10 5-208 16,1 10-276-16,-3 8-39 0,0 3-129 15,-1 2 0-15,1 4 0 0,6 0 0 16,-4 2 0-16,-5 4 0 16,-7 1 0-16,-7 2 0 0,-4-2 0 15,-9-4 0-15,-3-3 0 0,-2-9 0 16,1-8 0-16,-1-6-133 16,-1-9-455-16,-1-12-805 0,1-4 393 15,3-8-317-15</inkml:trace>
  <inkml:trace contextRef="#ctx0" brushRef="#br2" timeOffset="69627.24">23582 5793 6418 0,'0'0'116'16,"18"-38"-75"-16,-11 25-41 0,-5 8 68 15,-4 5 276-15,-13 6 160 0,-14 14-184 16,-6 10-264-16,-11 8 76 0,3 5 61 15,2 0-193-15,1 1 0 0,3-1 0 16,4-2 0-16,4-4 0 0,7-8-141 16,5-4-195-16,7-7-140 15,1-8-1029-15,7-3-196 0,2-10-1060 0</inkml:trace>
  <inkml:trace contextRef="#ctx0" brushRef="#br2" timeOffset="69814.67">23528 5789 7351 0,'0'0'492'0,"68"38"-143"0,-26-16-349 16,5-4 0-16,1 1 0 0,-1-1 0 16,1 1 0-16,-1 1 0 0,-3-1 0 15,-1 4 0-15,-6 0 0 0,-4 1-1333 16,-10-7-208-16,-4 0-652 0</inkml:trace>
  <inkml:trace contextRef="#ctx0" brushRef="#br2" timeOffset="70161.16">24568 5922 6755 0,'0'0'544'0,"0"0"-72"0,0 0-296 16,0 0-164-16,6 70 104 0,-2-17 1 15,0 9-117-15,-2 2 0 0,0 0 0 16,0 6 0-16,-2 4 0 16,-2 4 0-16,-6-2 0 0,0-3 0 15,-3-8 0-15,-1-8 0 0,2-10 0 16,-1-9-353-16,3-11-443 16,0-14 43-16,4-7-983 0,2-10-61 0</inkml:trace>
  <inkml:trace contextRef="#ctx0" brushRef="#br2" timeOffset="70418.64">24497 5834 6482 0,'0'0'817'0,"0"0"11"15,-33 2-763-15,11 11-65 0,-9 4 0 16,2 6 0-16,4 2 0 0,4-1 0 16,9-2 0-16,4-1 0 15,3-3 0-15,5-4-305 0,0-1-275 16,7-5-965-16,-1-4 20 0,2-4-588 0</inkml:trace>
  <inkml:trace contextRef="#ctx0" brushRef="#br2" timeOffset="70573.35">24652 5830 6931 0,'0'0'620'0,"48"10"-184"0,-13 7-231 15,-6 10-205-15,0 6 0 0,0 6 0 16,-4 1 0-16,4-2 0 0,0-3 0 16,-2-3 0-16,1-1 0 0,-3-2 0 15,-2-2 0-15,0-1 0 0,-7-2-1057 16,-5-10-148-16,-3-1-628 0</inkml:trace>
  <inkml:trace contextRef="#ctx0" brushRef="#br2" timeOffset="72773.89">21376 7065 2681 0,'0'0'1616'16,"0"0"-251"-16,0 0-645 16,0 0-83-16,0 0 315 0,0 0-731 15,-12 53-221-15,10-25 0 0,-3 4 0 16,5 1 0-16,-4 1 0 0,2 0 0 15,2 0 0-15,0-4 0 0,0-1 0 16,6-8 0-16,-1-6 0 16,1-5 0-16,4-9 0 0,3-6-181 15,-3-3-1187-15,-6-8-481 0</inkml:trace>
  <inkml:trace contextRef="#ctx0" brushRef="#br2" timeOffset="73031.19">21331 7065 4329 0,'0'0'753'0,"0"0"211"0,0 0-656 16,0 0-59-16,0 0 231 0,41 5-244 15,-18 7 56-15,-3 1 188 0,1 3-379 16,-4 0-101-16,-1 2 0 16,-1-4 0-16,-5-1 0 0,-2-2 0 15,-2-4 0-15,-1-2 0 0,-3-2 0 16,0 1 0-16,0-2-281 0,-2-1-975 16,0-1-413-16,-6-2-1385 0</inkml:trace>
  <inkml:trace contextRef="#ctx0" brushRef="#br2" timeOffset="73187.73">21380 7067 5102 0,'0'0'2629'0,"-45"29"-2168"16,20-10-461-16,0 2 0 0,2 0 0 15,3-1 0-15,3-1 0 0,3-4 0 16,3-3-489-16,3-4-2284 0</inkml:trace>
  <inkml:trace contextRef="#ctx0" brushRef="#br2" timeOffset="74146.87">20673 6555 416 0,'0'0'520'0,"0"0"-520"0,0 0 0 16,0 0-772-16</inkml:trace>
  <inkml:trace contextRef="#ctx0" brushRef="#br2" timeOffset="74980.52">20673 6555 52 0,'-4'8'1908'0,"4"-6"-299"0,0 2-636 15,0-1-497-15,0 2 152 0,0-2-312 16,0 0-72-16,0-3 141 16,0 0-205-16,0 0 44 0,-2-3 224 15,0-5-240-15,0 0-108 0,-2 0-8 16,2-3-36-16,-2 2 64 0,-1-5 53 16,1-2-173-16,2-4 0 0,-2 0 0 15,2 0 0-15,2-3 0 0,-2-3 0 16,0 0 0-16,-2-3 0 0,0-1 0 15,-3-2 0-15,-1-1 0 0,-2 1 0 16,0 0 0-16,-1 1 0 16,3 2 0-16,2 1 0 0,2 1 0 15,4 2 0-15,-2-1 0 0,2 1 0 16,2-1 0-16,0 2 0 0,0-1 0 16,0 2 0-16,-2 0 0 15,0-1 0-15,-2-2 0 0,0-2 0 16,0-1 0-16,-5-5 0 0,7-3 0 15,0-1 0-15,0-2 0 0,0-2 0 16,9 3 0-16,-1 0 0 16,2 3 0-16,5 2 0 0,-9 1 0 15,4 2 0-15,-1 4 0 0,-5 3 0 16,0 3 0-16,-4 2 0 0,0 2 0 16,-2 3 0-16,0 0 0 0,0 3 0 15,2 3 0-15,0 2 0 0,0 2 0 16,2 1 0-16,-2-1 0 0,4 2 0 15,-4 1 0-15,4 1 0 0,-2 0 0 16,-2 3-113-16,2 2-407 0,-2 0-340 16,0-1 227-16,0 1 217 15,-2-2 172-15,0 0 232 0,-2-1 4 16,0-2-180-16,2 0-344 0,2-6-13 16,2-4-91-16,2-6 360 0,6 0-40 15,-2 0 172-15,-1 7 144 16,-3 3 160-16,-2 2 308 0,-2 2 212 15,0 0 101-15,0 0 663 0,0 1-667 16,-2 1-129-16,-7 1-163 0,-7 7-485 16,-5 2 0-16,-4 5 0 15,3 1 0-15,-1 1 0 0,-2 3 0 16,0 2 0-16,-2 3 0 0,-1 4 0 16,-1-1 0-16,6-2 0 0,2-2 0 15,7-9 0-15,8-4 0 0,1-6 0 16,5-4 0-16,7-1 0 0,5-6 0 15,11-12 0-15,4-7 0 0,4-6 0 16,2-3 0-16,-4 2 0 0,2 0 0 16,0 5 0-16,-7 3 0 15,-3 10 0-15,-6 6 0 0,-11 4 0 16,-2 4 0-16,6 1 0 0,-2 8 0 16,5 7 0-16,-1 2 0 0,2 3 0 15,-1 1 0-15,-1-3 0 16,0-3 0-16,-1-2 0 0,-1-2 0 15,2-2 0-15,-6-4 0 0,5-4-137 16,-3-3-2240-16</inkml:trace>
  <inkml:trace contextRef="#ctx0" brushRef="#br2" timeOffset="76222.28">22360 6655 3049 0,'0'0'968'0,"0"0"281"15,0 0-657-15,0 0-112 16,0 0 245-16,0 0-173 0,37 2-112 16,-20-21-303-16,-3-4-137 0,1-5 0 15,-1-4 0-15,1-3 0 0,-1-3 0 16,1-1 0-16,-1-2 0 0,1-4 0 16,-1-4 0-16,-4-2 0 15,1-2 0-15,-3-2 0 0,0-4 0 16,-2-3 0-16,1 1 0 0,3-1 0 15,0 4 0-15,3 5 0 0,-1 0 0 16,3 3 0-16,-3 4 0 16,-2 4 0-16,-3 3 0 0,-3 4 0 15,-4 4 0-15,4 4 0 0,-4 3 0 16,0 2 0-16,-4 4 0 0,4 3 0 16,-4 1 0-16,1 1 0 0,-1-1 0 15,2 5 0-15,-2 1 0 0,0 3 0 16,4 1 0-16,0 1 0 0,-2-1 0 15,-2 1 0-15,2-1 0 0,0 3 0 16,-2 0 0-16,4 0 0 0,-3 0 0 16,3 1 0-16,0-1 0 15,0 1 0-15,0 0 0 0,3 0 0 16,-1 0 0-16,2 0 0 0,-2 1 0 16,0 0 0-16,0 0 0 0,-2-1 0 15,0 0 0-15,0 0 0 16,0 0 0-16,0-2 0 0,-2-1 0 15,0-1 0-15,0-1 0 0,-2-4 0 16,-1 1 0-16,1-3 0 0,0 3 0 16,2 1 0-16,0 2 0 15,0 3 0-15,-4-2 0 0,2 4 0 16,-13 5 0-16,1 13 0 0,-11 8 0 16,0 5 0-16,2 1 0 0,4-4 0 15,7-3 0-15,1-3 0 0,5-7 0 16,6-5 0-16,0-3 0 0,4-4 0 15,4-2 0-15,5-1 0 0,9-8 0 16,7-6 0-16,2-5 0 0,0-4 0 16,-4 2 0-16,0-1 0 15,-5 4 0-15,-1 2 0 0,-2 6 0 16,-3 4 0-16,-4 6 0 0,-1 3 0 16,1 10 0-16,2 1 0 0,3 4 0 15,-1 0 0-15,3-4 0 16,-1-1 0-16,1-2 0 0,-1-4 0 15,-5-2 0-15,-5-4-4319 0</inkml:trace>
  <inkml:trace contextRef="#ctx0" brushRef="#br2" timeOffset="129392.77">4572 14272 2213 0,'0'0'324'0,"0"0"404"15,0 0-136-15,0 0-188 0,0 0 337 16,31-48-309-16,-18 19-92 16,-1-3 212-16,5-4-344 0,-1-7-79 15,5-7 27-15,2-8-92 0,4-7 12 16,2-6 8-16,4-8-68 0,2-7-16 15,2-6 4-15,0-5 4 0,5-9-8 16,-5-3 0-16,4-9 0 16,-2-1 0-16,1-2 4 0,3-2 0 15,-8-2-4-15,-2 0 0 0,-2 0 0 16,0 1 0-16,-8-2 0 0,2-2-4 16,2 3-4-16,-5 0-12 0,7 4-140 15,-2 2 60-15,-4 6-52 16,2 7-13-16,0 7 93 0,-3 9 56 15,-5 4-4-15,-1 8 20 0,-3 8 0 16,-1 7 4-16,-6 7-4 0,-1 9 0 16,-1 9-12-16,-4 10-88 0,0 9-120 15,-4 6 200-15,4 8 20 0,-7 4 152 16,3 1 4-16,-6 9-48 0,0 14-56 16,-1 7-32-16,5 7-12 0,-4 8 4 15,3 2-8-15,3 5-4 16,-6 7 0-16,4 5 4 0,-2 6-4 15,-1 5 0-15,5 4 8 0,-6 4-8 16,6 6 0-16,-3 6-4 16,7 4 4-16,-6 6 0 0,6 2 12 15,0 5-12-15,6 3 37 0,-1 2 7 16,3 3 48-16,0 2 52 0,2 3-104 16,3 0-4-16,1 6-20 0,1 2-8 15,3-1-4-15,3-1-4 16,0 0 0-16,4-5 0 0,1-4 0 15,1-2 12-15,0-5-12 0,2-4 84 16,0-7-16-16,0-8 0 0,2-9 48 16,2-10-88-16,-2-9 4 0,2-14-8 15,2-9-20-15,5-15-4 16,-1-14 0-16,2-11-28 0,3-11 24 16,-7-13-36-16,4-7-36 0,-4-9 76 15,1-7-20-15,-3-7 16 0,2-4 4 16,-6-6 0-16,2-4 8 0,-2-6-8 15,0-2 0-15,-4-6 12 0,4-5-12 16,0-3 4-16,-4 0 4 16,4-2-8-16,-4 2 0 0,0 2 0 15,-1 1 0-15,-1 4-4 0,-4 5 4 16,0 7 0-16,-5 6 0 0,1 5 8 16,-7 8-8-16,-4 5 100 0,2 9-76 15,-1 6 36-15,-7 10-12 16,0 5-32-16,0 6-16 0,0 4 28 15,-5 2-28-15,1 0-16 0,-2 7-104 16,4 11-8-16,2 7 84 0,0 5 40 16,0 5-24-16,0 3 28 0,6 5 0 15,-2 5 0-15,3 7 0 0,-5 4 0 16,2 6 0-16,0 5 0 16,2 5 0-16,-2 2 4 0,3 3-4 15,-1 3 0-15,4 3 0 0,0 5 0 16,1 1-8-16,5 2 16 0,3-4-8 15,-1-1 0-15,7-4 0 16,0-2 0-16,4-4 24 0,6-5-20 16,2-5 12-16,1-7 28 0,3-8-36 15,0-6 0-15,1-11 24 16,1-6-20-16,5-7 8 0,-5-9 48 16,7-8-24-16,-1-7 4 0,3-11 8 15,0-9-40-15,1-5-12 0,3-9 16 16,2-5-16-16,0-7-4 0,6-5 4 15,0-6 4-15,-2-3-8 0,2-6 0 16,-2-1-12-16,0 0-20 0,-2-1-28 16,2 1-40-16,-8 1 36 0,2 1 36 15,-7 1-8-15,-3 1 36 0,-3 6 0 16,-2 3 4-16,-5 3-4 0,-7 5 4 16,0 4 0-16,-7 6-4 15,-5 6 4-15,-3 4 4 0,1 7-8 16,-5 8 0-16,-4 2 4 0,-4 7-4 15,2 0 0-15,-4 2-12 16,0 2 12-16,5 6 0 0,-5 10-20 16,-5 7 20-16,1 8-4 0,2 2-20 15,-4 0 24-15,6-1 0 0,-4 4 4 16,4 1-4-16,-4 2 0 16,4 5 0-16,0 3 0 0,0 4 0 15,-2 3 4-15,2 2-4 0,0 4 0 16,0 2 0-16,0 1 0 0,6 3 32 15,0 0-20-15,4 1 28 0,5-2 60 16,1 1-80-16,5-3 12 0,0-1 24 16,6-2-56-16,0-1 44 0,4-6 52 15,0-3-92-15,2-4 16 16,8-9-12-16,-4-7-4 0,5-5-4 16,1-8 0-16,2-6-4 0,-1-8 4 15,1-5 0-15,3-11-12 0,-1-4 12 16,5-10 0-16,-4-7 0 15,-1-6 0-15,1-6 4 0,-1-6 8 16,1-2-12-16,3-6 0 0,-3-2 0 16,4-4 0-16,-5-4 8 0,3-2-8 15,2-1 0-15,-5-2-16 0,1 4-184 16,-3 2 24-16,-1 6 16 16,1 5 56-16,-8 5 56 0,-6 7 24 15,2 5-8-15,-12 6 32 0,0 7 12 16,-1 8 0-16,-9 4-12 0,-1 7 56 15,0 5-56-15,-4 4 8 0,1 11 40 16,-3 8-32-16,2 10 12 0,-2 6-4 16,-2 4-4-16,2 6-20 0,0 6 0 15,3 6 0-15,3 4 0 0,0 6 36 16,5 5-4-16,1 2 16 16,5 2 48-16,6 1-72 0,4-1 32 15,6 0 92-15,0-1-124 0,11-1 44 16,4-4 56-16,5-3-28 15,5-6 40-15,3-6-63 0,3-4-73 16,0-7 0-16,2-5 0 0,3-12 0 16,5-8 0-16,1-15 0 15,-1-6 0-15,-3-10 0 0,-3-10 0 16,-8-4-257-16,-12 3-623 0,-9-3-1902 0</inkml:trace>
  <inkml:trace contextRef="#ctx0" brushRef="#br2" timeOffset="130324.3">5294 14210 1596 0,'0'0'697'16,"0"0"-253"-16,0 0 252 16,0 0-124-16,21 44-47 0,-13-15 255 15,-6 8-340-15,-2 0-112 0,0 1 149 16,-2 3-293-16,-4 2-24 0,-3 2 64 15,-1 3-200-15,-2 2-4 0,1 3-20 16,1 1-148-16,0 3-92 0,3 0-177 16,3 1 149-16,-4 0 144 0,6 0 100 15,-4-1 24-15,2-2 4 16,-1-4 140-16,-1-4-44 0,-4 1 28 16,0-2-68-16,-1-1-60 0,1 0-120 15,-2-5-632-15,3-9 12 16,3-5-245-16</inkml:trace>
  <inkml:trace contextRef="#ctx0" brushRef="#br2" timeOffset="131145.32">4434 15910 4790 0,'0'0'1020'0,"0"0"-175"16,0 0 463-16,0 0-1079 0,0 0-229 15,0 0 0-15,-21 35 0 16,17 1 0-16,4 9 0 0,0 3 0 15,0 1 0-15,6 7 0 0,1 3 0 16,-3 1 0-16,2-1 0 0,-2-1 0 16,0-5 0-16,2-9 0 15,1-5 0-15,-1-10 0 0,2-11-65 16,-4-7-1051-16,2-6-281 0,-4-8-4149 0</inkml:trace>
  <inkml:trace contextRef="#ctx0" brushRef="#br2" timeOffset="131343.79">4603 16198 6118 0,'0'0'1333'0,"5"37"-845"0,1-14-235 16,4-1-253-16,7-1 0 0,3 0 0 16,3-2 0-16,6-4 0 0,4-3 0 15,2-5 0-15,2-3 0 16,-6-4 0-16,0-5-1233 0,-12 0-740 15,-4-6-1177-15</inkml:trace>
  <inkml:trace contextRef="#ctx0" brushRef="#br2" timeOffset="131468.51">4746 16196 2693 0,'-16'36'3849'15,"1"2"-3176"-15,-6 6 127 0,3-2-623 16,3-1-177-16,-1-4 0 0,1-3 0 15,5-7 0-15,4-3 0 0,2-10-1149 16,2-5-632-16,0-7-1292 0</inkml:trace>
  <inkml:trace contextRef="#ctx0" brushRef="#br2" timeOffset="131807.25">4903 16184 6134 0,'-6'36'252'0,"6"-4"-100"15,0 6 261-15,6-3-285 0,5-2-72 16,-1-3-28-16,4 0-20 0,-1-5-16 16,3-5-160-16,-1-2-437 15,-3-5-435-15,-2-5-3438 0</inkml:trace>
  <inkml:trace contextRef="#ctx0" brushRef="#br2" timeOffset="132273.04">4883 16047 6374 0,'0'0'537'0,"0"0"27"0,0 0 140 16,0 0-691-16,14-40-13 0,-2 22 0 15,7-1 0-15,0 3 0 0,1 4 0 16,5 1 0-16,-4 8 0 0,-1 3 0 16,1 7 0-16,-2 7 0 15,-5 6 0-15,-3 6 0 0,-9 4 0 16,-2 3 0-16,-7 0 0 0,1-1 0 16,-8-2 0-16,3-2 0 0,-1-4 0 15,2-4 0-15,-1-7 0 16,5-3 0-16,2-6 0 0,4-1 0 15,-6 0 0-15,2-3 0 0,2 0 0 16,-3 0 0-16,5-3 0 16,-4 0 0-16,4 0 0 0,0-1 0 15,0 2 0-15,9-1 0 0,3 1 0 16,11 0 0-16,2 1 0 0,6 1 0 16,0 0 0-16,-5 3 0 0,-3 4 0 15,2 2 0-15,-4 6 0 0,-9 5 0 16,-4 4 0-16,-4 5 0 0,-4 5 0 15,-8 2 0-15,-6 2 0 0,-3 2 0 16,-6 1 0-16,-1-4 0 0,-3-6 0 16,0-3 0-16,0-12 0 15,2-8 0-15,9-8-753 0,1-8-300 16,9-6-1772-16</inkml:trace>
  <inkml:trace contextRef="#ctx0" brushRef="#br2" timeOffset="132489.82">5333 16315 5398 0,'-10'45'716'0,"-1"0"-271"0,7 3 251 16,4-7-552-16,0-4-120 0,7-9-24 15,3-4-8-15,4-10-92 0,-1-6-496 16,1-7-205-16,-3-2-299 0,-1-9-3466 16</inkml:trace>
  <inkml:trace contextRef="#ctx0" brushRef="#br2" timeOffset="133094.5">5315 16165 5774 0,'0'0'396'0,"-3"-44"417"0,3 16-205 15,11 1-252-15,-1 0-111 0,1 1-245 16,-1 6 0-16,0 1 0 16,3 4 0-16,-3 5 0 0,0 2 0 15,5 5 0-15,-5 3 0 0,2 3 0 16,3 4 0-16,-5 6 0 0,7 2 0 16,-5 4 0-16,-1 2 0 0,-1 4 0 15,-6 3 0-15,0 4 0 0,-8 0 0 16,-2 1 0-16,-9 1 0 0,1-2 0 15,-3-2 0-15,-1-4 0 0,-1-6 0 16,3-6 0-16,1-6 0 0,5-4 0 16,2-1 0-16,3-2 0 15,5-1 0-15,0 0 0 0,0 2 0 16,2-1 0-16,13 2 0 0,6 4 0 16,1 3 0-16,7 2 0 0,2 2 0 15,-4 1 0-15,2 1 0 16,0-1 0-16,-2-1 0 0,-4 1 0 15,1-1 0-15,-3-2 0 0,0 1-29 16,-11-6-1227-16,0-3-2878 0</inkml:trace>
  <inkml:trace contextRef="#ctx0" brushRef="#br2" timeOffset="133671.79">6702 14437 5190 0,'0'51'536'0,"2"3"-24"0,4 5 169 0,-4-8-545 15,6-3-84-15,3-4-52 16,-1-1-124-16,0-5-317 0,-2-9-1239 16,1-3-257-16</inkml:trace>
  <inkml:trace contextRef="#ctx0" brushRef="#br2" timeOffset="134262.32">6301 15744 4345 0,'0'0'953'0,"-48"20"308"0,32-14-605 0,11-6-64 16,-1 0-207-16,6-4-385 0,6-9 0 15,15-9 0-15,6-4 0 16,10-4 0-16,4 5 0 0,-3 7 0 15,-7 4 0-15,-4 8 0 0,-7 6 0 16,-5 6 0-16,-9 11 0 0,-4 9 0 16,-4 7 0-16,-4 11 0 15,-9 5 0-15,-1 5 0 0,1 2 0 16,3-2 0-16,1-4 0 0,7-4 0 16,-2-5 0-16,6-2 0 0,0-5 0 15,6-5 0-15,5-5 0 0,5-5 0 16,5-3 0-16,0-5 0 0,-1-4 0 15,7-4 0-15,-2-3 0 0,4-7 0 16,-4-4 0-16,2-2 0 0,-3-3 0 16,-3-3-293-16,-4 3-1228 15,-11 1-4037-15</inkml:trace>
  <inkml:trace contextRef="#ctx0" brushRef="#br2" timeOffset="134437.76">6638 15766 7387 0,'0'0'805'0,"0"0"-805"15,-3 40 0-15,10-25 0 0,5 1 0 16,3 3 0-16,-1 1 0 0,9 1 0 16,2-4 0-16,1 1 0 0,5-1 0 15,0-1 0-15,-2-3 0 0,-2-3-681 16,-8-4-1492-16,-3-5-1201 0</inkml:trace>
  <inkml:trace contextRef="#ctx0" brushRef="#br2" timeOffset="134589.72">6795 15833 5914 0,'0'0'536'16,"-44"58"605"-16,24-20-540 0,1 1-601 15,2-1 0-15,5-3 0 16,2-4 0-16,1-8 0 0,7-7 0 15,2-9-801-15,2-7-2653 0</inkml:trace>
  <inkml:trace contextRef="#ctx0" brushRef="#br2" timeOffset="134915.88">6931 15826 6546 0,'-4'41'757'16,"2"-3"-213"-16,2 4-199 16,2-5-345-16,2-2 0 0,2-6 0 15,0-2 0-15,5-5 0 0,3-5 0 16,1-4 0-16,1-4-209 0,-3-7-1544 16,-3-2-67-16,-2-4-1466 0</inkml:trace>
  <inkml:trace contextRef="#ctx0" brushRef="#br2" timeOffset="135301.62">6915 15683 5826 0,'0'0'1081'0,"0"0"-277"0,0 0-323 15,0 0-481-15,0 0 0 16,-15-36 0-16,21 19 0 0,9-2 0 15,5 0 0-15,1 0 0 0,6 6 0 16,-6 0 0-16,5 5 0 0,-1 4 0 16,-6 4 0-16,-5 9 0 15,-3 6 0-15,-5 4 0 0,-6 7 0 16,-6 2 0-16,-5 2 0 0,-5 0 0 16,-1-4 0-16,7-6 0 0,-5-3 0 15,9-6 0-15,-2-4 0 0,6-3 0 16,-2-1 0-16,2-1 0 0,2 1 0 15,0 0 0-15,0 3 0 0,0 0 0 16,2 0 0-16,2 2 0 0,-4-1-41 16,6-1-179-16,-2-1 116 15,-2-3 28-15,2-1 40 0,1-1 36 16,-3-1 0-16,2-3-48 0,0-2-236 16,2-2-845-16,-6 1-271 0,6-1-577 0</inkml:trace>
  <inkml:trace contextRef="#ctx0" brushRef="#br2" timeOffset="135755.12">6983 15831 5142 0,'0'0'876'0,"0"0"-283"0,0 0 319 0,0 0-540 15,0 0-75-15,39-28-297 0,-18 27 0 16,-1 1 0-16,1 3 0 0,-4 3 0 16,-3 3 0-16,0 4 0 15,-7 4 0-15,-1 5 0 0,-6 4 0 16,-2 3 0-16,-6 2 0 0,-5 1 0 16,-1-1 0-16,-3 0 0 0,-4-3 0 15,1-3 0-15,-1-4 0 0,5-7 0 16,1-6 0-16,3-6 0 0,8-2 0 15,-3-7 0-15,7-9 0 0,7-7-833 16,7-9-72-16,7-1-95 0,-3 7-885 16,1-3-312-16</inkml:trace>
  <inkml:trace contextRef="#ctx0" brushRef="#br2" timeOffset="135969.78">7220 15764 6022 0,'0'40'1013'0,"0"0"-413"0,0 7-43 16,0-1-557-16,5-2 0 0,1-2 0 15,0-4 0-15,4-6 0 0,1-8 0 16,3-5 0-16,-4-11-13 0,3-3-1808 15,-5-6-380-15</inkml:trace>
  <inkml:trace contextRef="#ctx0" brushRef="#br2" timeOffset="136342.72">7220 15644 5966 0,'0'0'1085'15,"0"0"-337"-15,0 0-355 0,0 0-393 16,0 0 0-16,11-39 0 0,-5 29 0 16,8-1 0-16,7 0 0 15,2 4 0-15,2 3 0 0,-3 4 0 16,-1 8 0-16,-2 4 0 0,-3 4 0 16,-5 3 0-16,-1 3 0 0,-10 5 0 15,0 1 0-15,-4 4 0 0,-7-1 0 16,-5 0 0-16,-1-3 0 0,-3-1 0 15,-1-4 0-15,0-5 0 0,1-2 0 16,3-5 0-16,7-3 0 0,6-5 0 16,2 0 0-16,2 0 0 15,0 0 0-15,2 4 0 0,12 3 0 16,7 4 0-16,6 4 0 0,6 4 0 16,-2-3 0-16,0 1 0 0,0-2 0 15,0-1 0-15,-4-2 0 16,0-2 0-16,-3-3 0 0,-3-4 0 15,-9-1-1037-15,-1-5-5414 0</inkml:trace>
  <inkml:trace contextRef="#ctx0" brushRef="#br2" timeOffset="136792.5">8643 14375 5714 0,'0'0'596'15,"-15"47"21"-15,11-11-85 0,2 3 172 16,-2 4-675-16,4 4-29 0,6 0 0 16,2 3 0-16,5 2 0 0,1 3 0 15,-3 2 0-15,5 0 0 16,-6-3-1041-16,-3-12-668 0,1-8-1136 0</inkml:trace>
  <inkml:trace contextRef="#ctx0" brushRef="#br2" timeOffset="137304.64">10350 14940 5462 0,'0'0'1028'0,"-19"54"-375"0,13-12-69 0,2 9-119 16,2 7-465-16,-2 4 0 0,4-1 0 15,0 0 0-15,0-3 0 16,4-2 0-16,-2-8 0 0,2-5 0 16,-4-6-381-16,0-12-1284 0,0-5-1068 0</inkml:trace>
  <inkml:trace contextRef="#ctx0" brushRef="#br2" timeOffset="138018.09">8341 15507 6210 0,'0'0'673'0,"0"0"-125"0,0 0 204 15,0 0-743-15,0 0-9 0,0 0 0 16,45-25 0-16,-24 23 0 0,0 2 0 15,-5 4 0-15,-1 3 0 0,1 3 0 16,1 0 0-16,-1 1 0 0,-1 2 0 16,-5 1 0-16,-4 2 0 0,-6 2 0 15,0-2 0-15,0 3 0 16,-6-1 0-16,0-3 0 0,-2 0 0 16,1-1 0-16,-3-1 0 0,4-1 0 15,-2-4 0-15,6-1 0 16,-3-2 0-16,5-4 0 0,0 1-69 15,-4-1 69-15,4-1-4 0,0 0-44 16,4 0 48-16,3-3 44 0,7 2-36 16,1-2 61-16,1 2-69 15,1 1 0-15,-3 0 0 0,3 2 0 16,-1 3 0-16,-6 4 0 0,1 3 0 16,-1 2 0-16,-6 4 0 0,-4 3 0 15,-4 3 0-15,-6 3 0 0,-7 2 0 16,1 1 0-16,-5-1 0 0,2-3 0 15,1-3 0-15,-1-7 0 0,7-4 0 16,-3-7 0-16,5-4 0 0,6-2 0 16,-2-7-197-16,6-9-427 15,0-6-833-15,4 2-136 0,2-3-632 0</inkml:trace>
  <inkml:trace contextRef="#ctx0" brushRef="#br2" timeOffset="138186.39">8802 15616 7615 0,'0'0'577'0,"6"38"-577"0,2-15 0 15,-2 0 0-15,5-1 0 0,5-1 0 16,-1-1 0-16,1-3 0 0,5-1 0 16,-4-4 0-16,3-4 0 0,-5-3 0 15,-3-4-593-15,-2-1-976 0</inkml:trace>
  <inkml:trace contextRef="#ctx0" brushRef="#br2" timeOffset="138324.09">8884 15681 7135 0,'-31'41'224'0,"5"-1"392"16,-5 2-399-16,0-5-217 0,6-3 0 15,8-6 0-15,1-9-533 16,10-8-688-16,1-6-3913 0</inkml:trace>
  <inkml:trace contextRef="#ctx0" brushRef="#br2" timeOffset="138866.67">10125 16070 5526 0,'0'0'608'0,"0"0"413"16,0 0-209-16,37-33-587 0,-33 33-225 15,2 4 0-15,5 9 0 0,-9 6 0 16,2 9 0-16,-4 4 0 0,-4 1 0 15,2 2 0-15,-9 2 0 0,1 2 0 16,0 0 0-16,-7-1 0 0,3-3 0 16,3-6 0-16,-1-6 0 15,4-8 0-15,6-5 0 0,-3-5 0 16,5-3 0-16,0-1 0 0,0-1 0 16,7 0 0-16,7-2 0 15,7-2 0-15,-1-4 0 0,7 1 0 16,4 0 0-16,0-1 0 0,-2 0 0 15,2-1 0-15,-4-1 0 0,-2 1 0 16,0-1 0-16,-9 1-1313 16,-5 2 60-16,-5-3-436 0</inkml:trace>
  <inkml:trace contextRef="#ctx0" brushRef="#br2" timeOffset="139052.54">10362 16122 6963 0,'0'0'1229'15,"-16"57"-1229"-15,6-17 0 0,3 3 0 16,3 4 0-16,4 0 0 0,0 2 0 16,0 1 0-16,0-4 0 15,0-3 0-15,4-4 0 0,-2-5 0 16,3-4 0-16,1-5 0 0,2-10 0 16,-2-9 0-16,0-5-1674 15,-1-8-867-15</inkml:trace>
  <inkml:trace contextRef="#ctx0" brushRef="#br2" timeOffset="139268.73">10571 16287 6058 0,'0'0'977'0,"17"36"-417"0,-3-15 37 15,-1 1-597-15,7-1 0 0,-3-2 0 16,1 0 0-16,5-4 0 0,2 1 0 16,-2-3 0-16,-3-2 0 15,1-4 0-15,-4-5-49 0,-3-2-647 16,-4-6-865-16,-3-2-60 0,-7-4-668 0</inkml:trace>
  <inkml:trace contextRef="#ctx0" brushRef="#br2" timeOffset="139407.79">10761 16291 6679 0,'0'0'864'0,"-33"37"-215"16,9-9-649-16,3 6 0 0,-10 3 0 15,2 1 0-15,-2 0 0 0,0 0 0 16,6-9 0-16,2 0-473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38:41.74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FFFF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27162 5192 5190 0,'0'0'236'16,"0"0"40"-16,0 0-112 0,0 0-160 16,-6-35 24-16,8 27 104 15,6-2 12-15,7 2 28 0,9 2 4 16,9 4-123-16,7 4 27 0,3 8 24 15,1 5-76-15,-1 9 8 0,-2 2-8 16,1 7-16-16,-5 6-12 0,0 5 16 16,-8 6-12-16,0 4 0 0,-2 4 8 15,-2 4-8-15,-5 2-4 0,-1 1 12 16,-7 4-12-16,-3 6 0 16,-7 0 4-16,-2 1 8 0,-11 3-12 15,-5 1 52-15,-5 4 48 0,-6 8 68 16,-8 4 40-16,-4 4-168 15,-7 4 4-15,-5 4-20 0,-3 5-24 16,-4 6 0-16,6 3 0 0,3 5-4 16,3 2 4-16,9 0 0 15,2 0-16-15,6-2 16 0,6-8 8 16,0-3-8-16,7-7 0 0,-1-2-12 16,5-5-68-16,6-10 56 0,4-5 8 15,2-9-24-15,10-5-124 0,9-5-140 16,5-5 144-16,3-8 64 0,2-8-281 15,-10-14-311-15,0-8-737 0</inkml:trace>
  <inkml:trace contextRef="#ctx0" brushRef="#br1" timeOffset="5339.06">27191 5181 1864 0,'0'0'2105'16,"0"0"-1436"-16,-19-37 11 0,17 30 236 15,2-2-391-15,6-1-65 0,5-2 40 16,5 0-336-16,1 4-32 0,6 1 45 16,1 3-177-16,5 4 0 0,4 0 0 15,3 6 0-15,1 5 0 0,6 4 0 16,3 5 0-16,5 4 0 16,3 6 0-16,4 2 0 0,-2 5 0 15,-7 4 0-15,-3 4 0 0,-9 5 0 16,-8 2 0-16,-4 1 0 0,-7 3 0 15,-9 4 0-15,-7 3 0 16,-4 4 0-16,-13 3 0 0,-8 4 0 16,-5 4 0-16,-10 2 0 0,-3 2 0 15,-2 3 0-15,-3 4 0 16,-1 7 0-16,-3 6 0 0,-10 4 0 16,-4 3 0-16,-4 3 0 0,-5 3 0 15,3 0 0-15,4 0 0 0,8-3 0 16,8-6 0-16,11-3 0 0,12-5 0 15,9-7 0-15,9-8 0 0,9-11 0 16,7-5 0-16,9-7 0 16,7-4 0-16,10-6 0 0,4-5 0 15,7-4 0-15,-1-5 0 0,0-4-369 16,-5-4-1356-16,-12-9-244 0,-5-1-1320 0</inkml:trace>
  <inkml:trace contextRef="#ctx0" brushRef="#br1" timeOffset="6157.02">23981 8337 3485 0,'39'-37'1585'15,"-2"0"-1101"-15,2-1 296 0,-12 6-383 16,-2 7 11-16,-6 6 304 16,-5 5-371-16,-6 6-341 0,-5 4 0 15,-1 2 0-15,-2 1 0 0,0 1 0 16,0 0 0-16,-5 3 0 0,-3 9 0 16,-6 8 0-16,-5 7 0 0,-2 5 0 15,-3 3 0-15,-5-1 0 0,2 1 0 16,-4-1 0-16,4-1 0 0,2-1 0 15,-2 0 0-15,5 2 0 0,-3-1 0 16,8-2 0-16,3 0 0 16,3-5 0-16,5-4 0 0,6 1 0 15,0-4 0-15,11 1 0 0,3 2 0 16,7-3 0-16,6 1 0 16,6-1 0-16,8-1 0 0,6-1 0 15,3-1 0-15,0-3 0 0,-1-3 0 16,-1-3 0-16,-3-2 0 0,-5-2 0 15,-3-1 0-15,-12-2 0 0,-11 0 0 16,-4 0 0-16,-5 0 0 16,-5-6 0-16,0 0-373 0,-15-9-3589 0</inkml:trace>
  <inkml:trace contextRef="#ctx0" brushRef="#br1" timeOffset="6333.98">23968 8474 6811 0,'0'0'476'0,"17"33"429"16,1-20-905-16,9-5 0 16,4-3 0-16,6-5 0 0,3 0 0 15,3-8 0-15,5-3 0 0,3-2 0 16,-1-2 0-16,-11 5-609 16,-4-1-1492-16</inkml:trace>
  <inkml:trace contextRef="#ctx0" brushRef="#br1" timeOffset="6858.16">24667 8565 6795 0,'0'0'568'0,"4"61"-80"0,-4-25-147 0,0-3-341 16,-2-2 0-16,0-3 0 15,-2-6 0-15,2-3 0 0,-2-7 0 16,2-5 0-16,2-2 0 0,-3-3 0 16,3-2 0-16,-2-2 0 0,-2-9 0 15,4-13 0-15,4-7 0 0,5-8 0 16,3-1 0-16,5 2 0 0,3 6 0 15,5 3 0-15,0 8 0 0,2 10 0 16,-2 7 0-16,-5 6 0 16,1 14 0-16,-5 6 0 0,-1 10 0 15,-3 6 0-15,-8 3 0 0,5 2 0 16,-7-3 0-16,-2-3 0 16,0-7 0-16,2-4 0 0,2-4 0 15,0-9-285-15,-2-4-3461 0</inkml:trace>
  <inkml:trace contextRef="#ctx0" brushRef="#br1" timeOffset="7293.64">25264 8610 2749 0,'0'0'2737'0,"-31"-33"-1981"0,15 20 365 16,-1 6-497-16,-1 3-419 0,-1 4-205 15,-2 6 0-15,-1 6 0 0,1 5 0 16,2 5 0-16,5 2 0 16,4 1 0-16,8-3 0 0,4-2 0 15,10-3 0-15,7-6 0 0,7-4 0 16,3-5 0-16,2-2 0 16,5-6 0-16,-10-1 0 0,-1 1 0 15,-4-2 0-15,-7 3 0 0,-5 2 0 16,-5 1 0-16,0 2 0 0,0 6 0 15,0 7 0-15,2 13 0 0,3 6 0 16,-3 8 0-16,-2 2 0 0,0-1 0 16,0 1 0-16,-2 1 0 15,-2-1 0-15,-2 0 0 0,-6 0 0 16,-4-1 0-16,-5-2 0 0,-4-2 0 16,-3-5 0-16,-5-4 0 0,-4-9 0 15,-3-6 0-15,1-8 0 0,0-10 0 16,6-10 0-16,4-12 0 0,5-12 0 15,7-9 0-15,11-6-441 16,10-3-395-16,15 1-129 0,0 17-231 16,8-2-1490-16</inkml:trace>
  <inkml:trace contextRef="#ctx0" brushRef="#br1" timeOffset="7431.94">25564 8621 7491 0,'0'0'701'0,"-25"44"-701"0,7-10 0 15,-1 2 0-15,-2 1 0 0,3-1 0 16,3-4 0-16,3-5 0 16,8-4 0-16,4-9 0 0,2-4 0 15,4-6-341-15,4-4-1304 0</inkml:trace>
  <inkml:trace contextRef="#ctx0" brushRef="#br1" timeOffset="7557.03">25678 8215 6823 0,'0'0'280'16,"0"0"-260"-16,0 0-20 16,-13 32 0-16,3 3-408 0,2-3-349 15,4 1-1700-15</inkml:trace>
  <inkml:trace contextRef="#ctx0" brushRef="#br1" timeOffset="7751.98">25661 8918 6595 0,'0'0'432'15,"33"-17"308"-15,-10-12-315 0,-2-8-425 16,-1-4 0-16,-1-2 0 16,-2 6 0-16,-3 4 0 0,-2 11 0 15,-3 8 0-15,-3 7 0 0,-4 7 0 16,2 4 0-16,2 14 0 0,-2 12 0 16,-2 9 0-16,-2 3 0 0,-2-2 0 15,-2-6 0-15,2-3 0 0,2-3 0 16,0-3 0-16,2-5 0 0,2-8-845 15,5-5-124-15,-3-6-383 16</inkml:trace>
  <inkml:trace contextRef="#ctx0" brushRef="#br1" timeOffset="8001.17">26004 8880 6198 0,'0'0'873'16,"0"0"-61"-16,36-13-503 0,-14-1-309 15,1-6 0-15,-4 2 0 0,-5-2 0 16,-2 0 0-16,-3 0 0 16,-7 0 0-16,-2 1 0 0,-6 4 0 15,-9 6 0-15,-3 6 0 0,-5 9 0 16,-6 11 0-16,2 9 0 0,0 10 0 16,6 3 0-16,5 1 0 0,12-4 0 15,6-6 0-15,12-5 0 0,11-8 0 16,6-6 0-16,6-8 0 0,1-4 0 15,-10-6-1029-15,-3-5-712 0</inkml:trace>
  <inkml:trace contextRef="#ctx0" brushRef="#br1" timeOffset="8454.87">24276 8111 6703 0,'0'0'1220'0,"0"0"-951"0,33 17-269 0,-6-10 0 16,8-2 0-16,11-5 0 15,8-4 0-15,6-8 0 0,2-9 0 16,-15 3 0-16,-1-4-1778 0</inkml:trace>
  <inkml:trace contextRef="#ctx0" brushRef="#br1" timeOffset="11970.88">28646 3181 2593 0,'0'0'884'0,"0"0"-48"0,0 0 317 16,0 0-529-16,0 0-115 0,0 0 123 15,0 0-288-15,0 0-80 0,0 0 48 16,-6 5-271-16,6-7-41 0,0-1 0 16,2-1 0-16,2 0 0 0,2-6 0 15,7-3 0-15,5-6 0 0,5-6 0 16,4-3 0-16,6-4 0 0,4-1 0 16,3-3 0-16,5 1 0 15,5-1 0-15,-1 3 0 0,-1 4 0 16,-5 7 0-16,-1 5 0 0,-7 7 0 15,-4 2 0-15,-4 4 0 0,-3 2 0 16,1 0 0-16,0 1 0 16,-2 1 0-16,-5-1 0 0,-1-2 0 15,-5 2 0-15,-3 1 0 0,-3-2 0 16,-2 2-293-16,0-3-583 0,0 1-221 16,0-7-600-16</inkml:trace>
  <inkml:trace contextRef="#ctx0" brushRef="#br1" timeOffset="12392.17">29702 2726 4890 0,'0'0'1068'0,"0"0"-307"0,0 0 367 0,0 0-783 0,0 0-345 0,0 0 0 15,0 0 0-15,0 0 0 0,5 44 0 16,-1-4 0-16,2 6 0 0,-2 3 0 16,0-8 0-16,-2 0 0 15,0-5 0-15,-2-2 0 0,0-6 0 16,-2-4 0-16,0-9-433 0,2-5-776 15,0-8-2032-15</inkml:trace>
  <inkml:trace contextRef="#ctx0" brushRef="#br1" timeOffset="12578.4">29727 2707 6887 0,'0'0'856'0,"0"0"-407"0,0 0-449 15,0 0 0-15,0 0 0 0,33-26 0 16,-4 16 0-16,6 2 0 0,1 2 0 16,-8 4 0-16,1-1 0 0,-2 2 0 15,-2 1 0-15,-4 0 0 0,-7 3 0 16,-3-1-1381-16,-7 2-772 0</inkml:trace>
  <inkml:trace contextRef="#ctx0" brushRef="#br1" timeOffset="12764.89">29744 2899 6206 0,'0'0'649'16,"0"0"-113"-16,0 0 265 0,0 0-801 16,47 20 0-16,-16-19 0 0,0-1 0 15,-2-1 0-15,-2-3 0 16,-2-1 0-16,2-2 0 0,-2-2-453 15,-7 2-908-15,-1 0-495 0</inkml:trace>
  <inkml:trace contextRef="#ctx0" brushRef="#br1" timeOffset="13307.06">30021 2865 4842 0,'0'0'1388'0,"0"0"-747"0,-42 28-121 16,32-15-128-16,2 4-276 0,2 4 40 15,-1 5-19-15,1-1-137 0,4 1 0 16,2-2 0-16,4-3 0 16,7-4 0-16,3-4 0 0,1-5 0 15,1-3 0-15,3-5 0 0,-3-4 0 16,1-5 0-16,-1-5 0 0,-3-2 0 16,-1-4 0-16,-2 1 0 0,-1 0 0 15,-3 1 0-15,-2 5 0 16,-2 5 0-16,-2 3 0 0,0 4 0 15,2 0 0-15,-2 0 0 0,0 1 0 16,0 1 0-16,0 6 0 0,4 5 0 16,3 1 0-16,1 1-41 0,2-2-179 15,3-2 100-15,1-4 20 0,3-2-248 16,-1-4 44-16,1 0 88 0,-3-2-77 16,1-4 41-16,-5 1 88 15,-2 1-180-15,-6 2 8 0,0 2 264 16,-2 0 72-16,0 0 0 0,0 6 108 15,0 1 120-15,0 5-136 0,0 2-32 16,0 2 0-16,2-4-52 16,-2-4 8-16,2-4 4 0,1-2-8 15,1-1 48-15,0-1 481 0,4-4-85 16,4-6 0-16,5-9 148 0,0-5-515 16,-1-1-89-16,-1-1 0 0,-3 5 0 15,0 4 0-15,-1 4 0 0,-5 7 0 16,-2 3 0-16,-2 3 0 15,4 0 0-15,7 3 0 0,3 8 0 16,1 4 0-16,-1 4 0 0,-1 2 0 16,-1-3 0-16,-5 4 0 0,-1-2 0 15,-4-4 0-15,-4 0-493 0</inkml:trace>
  <inkml:trace contextRef="#ctx0" brushRef="#br1" timeOffset="17598.34">25550 4105 4694 0,'0'0'1861'0,"62"-22"-1729"16,-25 9-36-16,2 0 112 0,7 0-56 15,5 1 84-15,9 0 212 16,8 1-284-16,9 0-8 0,8-3-111 15,10-2-45-15,8 3 0 0,11-4 0 16,6 0 0-16,10 0 0 0,6-2 0 16,7-1 0-16,2-1 0 0,-5 1 0 15,-10 2 0-15,-12 1 0 0,-23 3 0 16,-16 2 0-16,-21 1 0 16,-21 4 0-16,-14 0 0 0,-11 3-37 15,-10-1-967-15,-2 2-189 0,-8-5-652 0</inkml:trace>
  <inkml:trace contextRef="#ctx0" brushRef="#br1" timeOffset="17881.4">27228 3526 5466 0,'0'0'248'0,"0"0"-184"16,0 0-56-16,25 42 92 15,8-29 116-15,17-3 96 0,18-1 121 16,17-2-289-16,10-1-40 0,4-1 40 16,-2 3-128-16,-10 1-8 0,-13 5 32 15,-18 0 4-15,-15 2 32 0,-20 3 56 16,-13 2-44-16,-14 5 36 16,-19 6-4-16,-14 5-100 0,-13 5 24 15,-3 1 0-15,-3 1-36 0,2 0-16 16,8-4-440-16,15-12-865 0,8-6-1368 15</inkml:trace>
  <inkml:trace contextRef="#ctx0" brushRef="#br1" timeOffset="18437">26052 5001 5926 0,'0'0'616'0,"0"0"-331"0,0 0 3 0,0 0-80 0,47 19 156 16,9-29 141-16,21-5-505 0,14-9 0 15,4-1 0-15,8-2 0 0,9 0 0 16,4-2 0-16,8 2 0 0,6 1 0 15,2 2 0-15,5 4 0 0,-1 2 0 16,-6 4 0-16,-10 0 0 16,-17 3 0-16,-20 0 0 0,-17 2 0 15,-16-2 0-15,-19 1-221 0,-10-3-459 16,-9 1-105-16,-10-5-1860 0</inkml:trace>
  <inkml:trace contextRef="#ctx0" brushRef="#br1" timeOffset="18718.97">27617 4350 7275 0,'0'0'144'0,"49"20"-32"16,-7-7 28-16,5-1-68 0,11 1 24 15,4 0 188-15,4 0-215 0,0 0-69 16,-4 0 0-16,-6 1 0 0,-10 1 0 15,-11 1 0-15,-10 3-93 0,-9 0 41 16,-12 8 28-16,-8 3 8 16,-16 6 16-16,-14 6 185 0,-13 4-185 15,-9 4 0-15,-6 0 0 0,0-1 0 16,6-7 0-16,9-3 0 0,12-9 0 16,6-10-593-16</inkml:trace>
  <inkml:trace contextRef="#ctx0" brushRef="#br1" timeOffset="40003.22">29651 5323 1888 0,'0'0'2357'0,"0"0"-780"16,0 0-804-16,0 0-277 16,0 0 116-16,0 0-440 0,0 0-48 15,0 0 56-15,0 0-167 0,0 0-13 16,-13 8 0-16,13-8 0 0,0 0 0 15,2 0 0-15,3 4 0 0,1 8 0 16,0 13 0-16,-2 9 0 16,-2 8 0-16,-2 5 0 0,-2 0 0 15,-2 2 0-15,-4-1 0 0,-1 0 0 16,1-3 0-16,0-6 0 16,2-6 0-16,2-7 0 0,2-9 0 15,2-7 0-15,0-6-553 0,0-3-1220 16,0-7-264-16</inkml:trace>
  <inkml:trace contextRef="#ctx0" brushRef="#br1" timeOffset="40468.65">29601 5335 5430 0,'0'0'492'0,"0"0"309"0,0 0 263 0,0 0-659 0,0 0-405 16,0 0 0-16,0 0 0 16,60-16 0-16,-23 8 0 0,5 1 0 15,-3 1 0-15,-4-1 0 0,-2 2 0 16,-8 1 0-16,-4 0 0 0,-9 3 0 16,-4 1-393-16,-4 0-1172 15,-4 0-243-15,0 2-702 0</inkml:trace>
  <inkml:trace contextRef="#ctx0" brushRef="#br1" timeOffset="40700.61">29665 5600 5402 0,'0'0'1301'0,"0"0"-653"0,0 0-76 16,0 0-303-16,0 0-269 0,56 14 0 15,-27-19 0-15,0-4 0 16,-4 0 0-16,-3-1 0 0,-1 0 0 16,-2 0 0-16,-5 2 0 0,-3-1-33 15,-3 1-819-15,-4 4-1629 0,0-3-857 0</inkml:trace>
  <inkml:trace contextRef="#ctx0" brushRef="#br1" timeOffset="40854.76">29932 5598 5790 0,'-12'33'1289'16,"1"-3"-881"-16,-1 5-12 0,3-4-120 15,3-1-264-15,2-1 9 16,2-6-21-16,2-1-33 0,0-6-111 16,0-4-912-16,2-5-197 0,-2-6-292 0</inkml:trace>
  <inkml:trace contextRef="#ctx0" brushRef="#br1" timeOffset="41005.94">29979 5416 5474 0,'0'0'784'0,"0"0"177"0,0 0-645 16,0 0-148-16,0 0-168 0,0 0-56 16,0 0 44-16,23 36-44 15,-17-7-120-15,-4 2 0 0,1-2-224 16,-1 2-13-16,-2 1-131 0,0 0-424 15,-2-2 23-15,-3-8-23 0,1-3-1613 0</inkml:trace>
  <inkml:trace contextRef="#ctx0" brushRef="#br1" timeOffset="41259.61">29957 5810 1500 0,'0'0'2577'0,"0"0"-1868"0,0 0 379 16,27-35-636-16,-5 7-232 16,5-5 5-16,-2 0-141 0,-4 5 84 15,-3 0 300-15,-5 7-244 0,-5 8-24 16,-2 7 77-16,-6 3-277 0,2 3 0 15,-2 0 0-15,0 4 0 16,-4 10 0-16,4 7 0 0,0 4 0 16,0 3 0-16,2-2 0 0,2-1 0 15,-2 1 0-15,2-2 0 0,-1-2 0 16,-1-2 0-16,0-4 0 16,2-4 0-16,0-5 0 0,-2-6-141 15,2 1-555-15,2-2-24 0,5-5-865 16,-3 0-92-16,6-8-1136 0</inkml:trace>
  <inkml:trace contextRef="#ctx0" brushRef="#br1" timeOffset="41958.45">30339 5639 4566 0,'0'0'764'0,"0"0"-228"16,-21-45 357-16,11 36-561 0,-2 0-44 16,-1 3 112-16,1 2-188 0,0 3-20 15,-1 2-183-15,1 6-9 0,-3 5 0 16,3 2 0-16,-1 3 0 0,1-1 0 15,4 1 0-15,6-5-65 16,2-1-19-16,8-4-52 0,4-2 12 16,3-4 24-16,1-1 64 0,3-1-4 15,-5-3 40-15,1-1 0 0,-5 4-16 16,-1 1 16-16,-5 0 0 16,2 4-28-16,0 8 28 0,-2 11-8 15,2 5 20-15,-4 3-12 0,-2 2 72 16,0-2-72-16,-6 1 36 0,-4 0 56 15,-2 0-72-15,-7-2 44 0,-4 1 32 16,-2-3-64-16,1-4 4 0,-5-5 44 16,0-2-68-16,4-9 56 0,2-3-51 15,5-4-17-15,7-2 0 0,7-6 0 16,4-4 0-16,10-3 0 16,9-6 0-16,6-3 0 0,6-4 0 15,4-4-69-15,4-2-99 0,1 0 92 16,1 0-24-16,-2 2-112 0,-4 2-160 15,-6 2-421-15,-2 3 369 16,-6 0 424-16,-7 4 16 0,-6 1 264 16,-1 3 241-16,-3 0 203 0,-4 1-328 15,0-2-119-15,0 4-277 0,-2 2 0 16,-2 2 0-16,-1 3 0 16,1 0 0-16,-4 4 0 0,-2-2 0 15,-5 4 0-15,-5 4 0 0,-1 8 0 16,-2 4 0-16,5 7 0 0,5 2 0 15,5 2 0-15,8 0 0 0,4 0 0 16,11-2 0-16,5-5 0 0,5-3 0 16,0-3 0-16,0-4 0 0,-1-3 0 15,-1-3 0-15,-2-2 0 0,-3-1 0 16,-1-1 0-16,-7 0 0 16,-3 0 0-16,-3 0 0 0,-2 0 0 15,-2 0 0-15,0 0 0 0,0-2 0 16,0 1 0-16,0-2 0 0,-2-1 0 15,0-3 0-15,2-8 0 16,6-9 0-16,6-3 0 0,7-3 0 16,6 2 0-16,1 3 0 0,3 4 0 15,2 0 0-15,-6 4 0 0,-4 0 0 16,-7 4 0-16,-3 5-305 16,-7-4-2360-16</inkml:trace>
  <inkml:trace contextRef="#ctx0" brushRef="#br1" timeOffset="42705.89">29512 6064 1412 0,'0'0'3066'0,"0"0"-2206"0,0 0-208 16,11-38 309-16,-11 24-465 0,-7 2-132 15,-3 4-8-15,0 2-331 16,-5 6-25-16,1 2 0 0,-1 7 0 16,1 5 0-16,-7 5 0 0,5 2 0 15,-1 2 0-15,3-1 0 16,5-1 0-16,7-3 0 0,2-5 0 16,9-2 0-16,5-5 0 0,7-4 0 15,4-3 0-15,3-5 0 0,1-6 0 16,0-1 0-16,-4-3 0 0,-8 0 0 15,-5 2 0-15,-6 4 0 0,-4 2 0 16,0 5 0-16,-2 2 0 0,0 1 0 16,-4 3 0-16,-6 12 0 0,-2 10 0 15,-3 10 0-15,3 3 0 16,3 1 0-16,3-2 0 0,2 2 0 16,-2 1 0-16,0 0 0 0,-5-4 0 15,-5-1 0-15,-1-3 0 0,-5-1 0 16,-3-7 0-16,-2-3 0 15,2-7 0-15,-2-8 0 0,4-6 0 16,5-4 0-16,5-12 0 0,7-9 0 16,6-7 0-16,6-8 0 0,9-2 0 15,8 2 0-15,6 3-13 16,6 4-347-16,2 3 68 0,2 1-148 16,-2 0-153-16,-10 9-283 0,-4 1-1817 0</inkml:trace>
  <inkml:trace contextRef="#ctx0" brushRef="#br1" timeOffset="42959.23">29649 6063 5830 0,'0'0'1493'0,"0"0"-885"0,0 0-347 0,-19 39-261 15,15-20 0-15,2 1 0 0,2-2 0 16,4-2 0-16,4-2 0 16,3-2 0-16,3-1 0 0,1-2 0 15,1-3 0-15,1-2 0 0,-3-4 0 16,1 0 0-16,-1-4 0 15,1-5 0-15,-3-3 0 0,-4-1 0 16,0-3 0-16,-1-2 0 0,-5 4 0 16,-2 1 0-16,-2 3 0 0,-2 4 0 15,1 1 0-15,-1 1 0 16,0 1 0-16,4 2-281 0,0 0-1292 16,4 1 29-16,3 2 143 0,3 3-1992 0</inkml:trace>
  <inkml:trace contextRef="#ctx0" brushRef="#br1" timeOffset="43347.03">29911 6143 4650 0,'0'0'1220'0,"0"0"-203"0,0 0 288 16,0 0-1305-16,0 0 0 0,0 0 0 15,0 0 0-15,-31-33 0 0,27 31 0 16,-2 0 0-16,-2 2 0 16,-1 7 0-16,1 9 0 0,4 4 0 15,0 2 0-15,4-2 0 0,2-5 0 16,4-2 0-16,4-3 0 15,3-1 0-15,-3-5 0 0,3-1 0 16,-1-2 0-16,-4-1 0 0,1-1 0 16,-3-2 0-16,-2 0 0 0,2-1 0 15,2 0 0-15,-1-2 0 16,-1 2 0-16,2 1 0 0,-2 0 0 16,0 2 0-16,5 1 0 0,-1 3 0 15,0 2 0-15,5 1 0 0,-3-2 0 16,-3-1 0-16,-5-2 0 0,0-1 0 15,-2 0 0-15,2 0 0 0,0-4 0 16,2-4 0-16,1-6 0 0,-1 0 0 16,0 0 0-16,2 3 0 0,-4 3 0 15,3 2 0-15,-3 3 0 16,4 1 0-16,6 0-249 0,7 2-503 16,6 0-833-16,-6 3-44 0,-1 0-696 15</inkml:trace>
  <inkml:trace contextRef="#ctx0" brushRef="#br1" timeOffset="43548.46">30329 6157 5134 0,'0'0'880'16,"0"0"-472"-16,0 0 353 0,-11-46-393 15,11 36-84-15,-4 4 73 16,2 3-357-16,-2 2 0 0,-4 1 0 16,-5 5 0-16,-1 4 0 0,0 7 0 15,-1 3 0-15,3 1 0 0,1 3 0 16,3-2 0-16,4 0 0 0,4-3 0 15,6-5 0-15,9-4 0 0,1-4 0 16,7-5 0-16,4-3 0 0,-2-7 0 16,-1-1 0-16,-1-4 0 0,-4-4-1477 15,-5 4-440-15,-6-2-1221 0</inkml:trace>
  <inkml:trace contextRef="#ctx0" brushRef="#br1" timeOffset="43736.2">30438 5900 2633 0,'0'0'5550'0,"0"0"-5541"16,-22 57-9-16,11-18 0 0,-1 8 0 15,4-1 0-15,3 2 0 16,5 0 0-16,0-2 0 0,7-1 0 16,1-3 0-16,-2-4 0 0,0-6 0 15,-4-10-509-15,0-6-2464 0</inkml:trace>
  <inkml:trace contextRef="#ctx0" brushRef="#br2" timeOffset="71457.14">6962 5398 3009 0,'0'0'860'0,"0"0"-239"16,0 0 271-16,0 0-376 0,0 0-88 15,0 0 117-15,0 0-293 0,0 0 64 16,0 0 172-16,10 34-280 16,-10-9-151-16,0 0-57 0,2 3 0 15,-2 3 0-15,5 5 0 0,-1 2 0 16,2 2 0-16,4 3 0 0,-4 1 0 16,9 3 0-16,-5 5 0 15,1 4 0-15,-1 7 0 0,-4 1 0 16,-2 4 0-16,2 0 0 0,-3 1 0 15,1 5 0-15,0 2 0 0,0 4 0 16,-2-1 0-16,2 0 0 0,-4 3 0 16,0 0 0-16,0 3 0 0,0 3 0 15,0 2 0-15,0 1 0 16,0 2 0-16,-6 2 0 0,4 2 0 16,0 3 0-16,2 2 0 0,-4-2 0 15,2 2 0-15,0-1 0 0,-1 2 0 16,-1-1 0-16,2-2 0 15,-2-6 0-15,0-4 0 0,2-6 0 16,-2-4 0-16,0-7 0 0,2-6 0 16,-3-8 0-16,5-9 0 0,0-8 0 15,0-9 0-15,-4-12 0 16,4-10 0-16,0-6 0 0,0-5-609 16,0-8-223-16,0 0-337 0,4-18-2241 0</inkml:trace>
  <inkml:trace contextRef="#ctx0" brushRef="#br2" timeOffset="72198.67">7576 5353 1844 0,'0'0'3638'0,"0"0"-2686"0,0 0-383 0,0 0 259 0,0 0-496 16,0 0-303-16,-10 47-29 16,6-14 0-16,-1 7 0 0,5 4 0 15,0 1 0-15,5 7 0 0,5 5 0 16,2 3 0-16,3 5 0 0,-5 7 0 15,0 5 0-15,1 2 0 0,-5 0 0 16,2 3 0-16,-2 3 0 0,1 5 0 16,-1 6 0-16,-2 2 0 0,0 5 0 15,-4 3 0-15,0 6 0 16,0 6 0-16,0 4 0 0,-4 4 0 16,-6 2 0-16,3 1 0 0,-1 2 0 15,2-2 0-15,0-2 0 0,6-4 0 16,-4 2 0-16,2-5 0 15,2-2 0-15,-5-11 0 0,5-6 0 16,0-8 0-16,-4-12 0 0,4-10 0 16,0-16 0-16,0-16 0 0,0-14 0 15,4-13 0-15,-4-12-473 16,5-6-824-16,-3-18-367 0</inkml:trace>
  <inkml:trace contextRef="#ctx0" brushRef="#br2" timeOffset="72913">8459 5572 1324 0,'0'0'12'0,"0"0"-12"15,0 0 520-15,0 0 253 0,0 0-381 16,0 0 396-16,-29-36-336 0,27 31-39 15,2 0 251-15,0 0-292 16,0 3-8-16,0 1 133 0,0 1-301 16,0 3-12-16,0 10 196 0,0 13-88 15,0 10-72-15,0 8 72 0,2 4-235 16,2 7-57-16,6 9 0 0,-4 8 0 16,5 10 0-16,-1 7 0 15,0 8 0-15,-3 5 0 0,1 6 0 16,-2 6 0-16,-2 2 0 0,-2 1 0 15,7 2 0-15,-3 1 0 0,0 4 0 16,-2 1 0-16,2 3 0 0,-6 1 0 16,0 1 0-16,0-2 0 15,-6-3 0-15,2-2 0 0,-2-4 0 16,0-4 0-16,1-3 0 0,-5-6 0 16,4-10 0-16,-4-7 0 0,-1-8 0 15,1-11 0-15,4-11 0 0,-5-11 0 16,7-18 0-16,-2-11 0 15,6-11 0-15,0-8 0 0,0-16-149 16,12-22-747-16,3 0-1061 0,1-14-252 16</inkml:trace>
  <inkml:trace contextRef="#ctx0" brushRef="#br2" timeOffset="73530.89">9511 5441 2461 0,'0'0'864'0,"0"0"577"0,0 0-497 0,-6 36-560 0,6-15-28 0,0 8 281 16,2 7-269-16,-2 4-28 16,0 5 57-16,0 3-397 0,0 9 0 15,4 7 0-15,0 8 0 0,2 6 0 16,-2 7 0-16,2 8 0 15,1 7 0-15,-3 9 0 0,2 9 0 16,-6 6 0-16,0 5 0 0,0 6 0 16,-2 4 0-16,-2 1 0 0,4 3 0 15,0 2 0-15,4-1 0 0,-4 3 0 16,0-4 0-16,0-2 0 16,-8 0 0-16,1-8 0 0,-3-7 0 15,0-9 0-15,4-14 0 0,-5-16 0 16,1-16 0-16,6-19 0 0,-2-20 0 15,1-14 0-15,3-12-637 0,2-6-1660 16,0-19-148-16</inkml:trace>
  <inkml:trace contextRef="#ctx0" brushRef="#br2" timeOffset="74101.88">10489 5591 1884 0,'0'0'3846'0,"0"0"-3578"0,0 0-216 16,0 0 32-16,0 0 80 0,4 41 149 15,-4-11 279-15,0 8-212 16,0 9-164-16,-4 7 64 0,2 9-188 16,-3 11-71-16,5 9-21 0,0 10 0 15,7 9 0-15,1 7 0 0,-2 9 0 16,4 7 0-16,1 6 0 16,-5 4 0-16,4 8 0 0,1 3 0 15,-5 5 0-15,4 7 0 0,-6 2 0 16,2 8 0-16,-6 4 0 0,0 0 0 15,0 2 0-15,-6-2 0 0,0-8 0 16,-2-8 0-16,-5-11 0 16,-1-14 0-16,-3-13 0 0,1-16 0 15,-3-18 0-15,7-20 0 0,-3-21 0 16,9-19 0-16,2-16 0 0,-2-15 0 16,2-31-1730-16,-3 2-358 0,1-21-1162 15</inkml:trace>
  <inkml:trace contextRef="#ctx0" brushRef="#br2" timeOffset="74739.03">7152 5411 5858 0,'0'0'620'0,"42"-1"-247"15,-5 1 27-15,10 2-244 0,9-1-4 16,8 3-12-16,11-1-132 0,14 2 40 15,12 3 32-15,13 2-80 0,18 2 0 16,4 1 0-16,15 0 8 16,8-3-8-16,3 1 72 0,11-4-28 15,11-2 52-15,2-1 41 0,8-3-137 16,5-1 0-16,-11 0 0 16,-4-3 0-16,-14 1 0 0,-13 2 0 15,-25 0 0-15,-18 2 0 0,-30 2-489 16,-20-3-463-16,-26 3-125 0,-14-2-1532 0</inkml:trace>
  <inkml:trace contextRef="#ctx0" brushRef="#br2" timeOffset="75299.78">7322 6275 6406 0,'0'0'505'0,"0"0"171"0,0 0-492 15,0 0-64-15,0 0 4 0,0 0-116 16,60-12 64-16,0 6 25 0,16-1-97 16,15 2 0-16,8-1 0 0,13 3 0 15,12 0 0-15,12 0 0 16,3 0 0-16,12-2 0 0,8-1 0 16,13-1 0-16,11 0 0 0,8 0 0 15,-1 0 0-15,2 1 0 0,-18-1 0 16,-11 1 0-16,-20 1 0 0,-13 2 0 15,-14 1 0-15,-17 2 0 0,-19 0-65 16,-18 0-843-16,-24 0-197 0,-11 0-1796 0</inkml:trace>
  <inkml:trace contextRef="#ctx0" brushRef="#br2" timeOffset="75731.07">7313 6942 4233 0,'0'0'841'0,"40"17"-149"16,-11-9-164-16,8 1 157 0,10 1-369 0,11-3 12 15,11 3 124-15,15-6-335 0,11-1-117 16,15-2 0-16,16-1 0 15,10-2 0-15,11-5 0 0,12-3 0 16,13-1 0-16,4-2 0 0,6 2 0 16,-3 0 0-16,-5-1 0 0,-7 0 0 15,-9 4 0-15,-16 0 0 0,-16 1 0 16,-12 1-9-16,-19 2-327 16,-10 1-8-16,-21 1-28 0,-19-2-661 15,-14 1-207-15,-18-2-341 0</inkml:trace>
  <inkml:trace contextRef="#ctx0" brushRef="#br2" timeOffset="76162.88">7125 7420 5578 0,'33'7'796'0,"13"-3"-179"0,14 0-61 0,8 1 80 16,11 1-627-16,10-1-9 0,10-3 0 16,10 2 0-16,13-3 0 15,15 0 0-15,9 0 0 0,12-1 0 16,15 2 0-16,11-2 0 0,17 0 0 16,7 0 0-16,7 0 0 0,-4-2 0 15,-12-1 0-15,-9-2 0 16,-16 3 0-16,-17-1 0 0,-15 1 0 15,-22 0 0-15,-19-3-449 0,-18 0-139 16,-21-1-89-16,-25 0-1636 0,-14-2-1484 16</inkml:trace>
  <inkml:trace contextRef="#ctx0" brushRef="#br2" timeOffset="76656.39">7111 8333 6947 0,'0'0'452'0,"0"0"-44"0,0 0-172 0,56 25-87 15,8-23-149-15,18-2 0 0,20-9 0 16,3-2 0-16,15-1 0 16,6-1 0-16,11 1 0 0,5 3 0 15,5 2 0-15,10 2 0 0,6 2 0 16,11 3 0-16,-4 0 0 0,5 3 0 16,-11 3 0-16,-1 0 0 0,-10 0 0 15,-6-3 0-15,-5-2 0 0,-12-1 0 16,-14 0 0-16,-15 0 0 15,-12-1-17-15,-22-2-1395 0,-24 0 67 16,-16-1-692-16</inkml:trace>
  <inkml:trace contextRef="#ctx0" brushRef="#br2" timeOffset="77142.73">7330 8738 1388 0,'0'0'696'0,"0"0"-163"0,0 0-413 0,0 0-84 0,0 0-8 16,0 0 8-16,0 0 32 0,0 0-36 15,0 0-28-15,-4 20 44 0,-2-16 176 16,-1-1 8-16,3 2 132 0,0-1 485 15,2 1-157-15,2 3-60 0,6 4 345 16,17 3-429-16,23 2-72 0,22-2-267 16,23-4-209-16,24-3 0 15,30-4 0-15,23-1 0 0,22-3 0 16,21 0 0-16,4-6 0 0,12 0 0 16,5-1 0-16,7 0 0 0,-3-4 0 15,-5 1 0-15,5-1 0 16,-19 0 0-16,-8 2 0 0,-23-2 0 15,-14-2 0-15,-50 0-1682 0,-23-6-1895 0</inkml:trace>
  <inkml:trace contextRef="#ctx0" brushRef="#br3" timeOffset="83603.14">8837 5825 1136 0,'0'0'112'0,"0"0"-112"15,0 0-1168-15</inkml:trace>
  <inkml:trace contextRef="#ctx0" brushRef="#br3" timeOffset="83880.98">8837 5825 1760 0,'16'-30'228'0,"-16"27"2033"0,0 1-1488 15,0 1-185-15,0-3 228 0,0 2-395 16,0 1-21-16,0 0 324 0,0-1-503 16,0 2-221-16,0-1 0 15,0 1 0-15,0 0 0 0,0 0 0 16,0 0 0-16,0 7 0 0,0 8 0 15,3 12 0-15,1 8 0 0,0 8 0 16,-2 5 0-16,2-1 0 0,0 3 0 16,-4 2 0-16,6 2 0 0,-2 2 0 15,3 2 0-15,-3-1 0 0,-4 1 0 16,0-1 0-16,-4-4 0 16,0-9 0-16,1-8 0 0,3-12 0 15,0-10 0-15,3-8 0 0,1-7 0 16,2-18 0-16,2-1-277 15,-2-9-1476-15</inkml:trace>
  <inkml:trace contextRef="#ctx0" brushRef="#br3" timeOffset="84455.72">8465 5736 2213 0,'0'0'1772'15,"0"0"-1035"-15,0 0-133 0,0 0 264 0,0 0-391 0,0 0-57 16,0 0 200-16,0 0-376 0,0 0-32 15,0 0-187-15,-4 2-25 16,35 5 0-16,4-2 0 0,8 0 0 16,1-2 0-16,-5 0 0 0,-2-1 0 15,0-2 0-15,-6 0 0 0,2 0 0 16,-6-1 0-16,-6 0 0 0,-7 1-545 16,-3 0-543-16,-9 3-1578 0</inkml:trace>
  <inkml:trace contextRef="#ctx0" brushRef="#br3" timeOffset="84884.43">8417 5785 5258 0,'0'0'984'0,"0"0"-435"0,0 39 239 16,0-10-432-16,2 5-99 0,3 3-257 15,-1 1 0-15,2 3 0 0,-2 1 0 16,2 2 0-16,-2 5 0 0,-2 4 0 16,3 1 0-16,-1 3 0 0,-2-6 0 15,2-2 0-15,-2-3 0 0,2-8 0 16,-4-4 0-16,0-7 0 16,0-4 0-16,0-8 0 0,0-4 0 15,0-6 0-15,0-4 0 0,0-1-193 16,0-3-707-16,0-3-209 15,0-9-407-15</inkml:trace>
  <inkml:trace contextRef="#ctx0" brushRef="#br3" timeOffset="85150.15">8424 6609 5334 0,'0'0'1120'0,"0"0"-531"0,0 0 439 15,35 22-907-15,2-15-121 0,10-3 0 16,11-2 0-16,-4 0 0 16,4-2 0-16,-6 0 0 0,-1 0 0 15,-7 0 0-15,1-5 0 0,-8-1 0 16,-10-1 0-16,-4-3 0 15,-9 2-729-15,-3-2-4842 0</inkml:trace>
  <inkml:trace contextRef="#ctx0" brushRef="#br3" timeOffset="86160.25">8928 6037 4454 0,'0'0'588'0,"0"0"-52"0,0 0 336 16,0 0-455-16,0 0-25 0,0 0 164 15,0 0-260-15,0 0-215 0,58 14-81 16,-11-14 0-16,11-1 0 16,0-4 0-16,-2 2 0 0,-13 1 0 15,-1 0 0-15,-5 1 0 0,-10 0 0 16,-7 0 0-16,-3 1 0 15,-7 0 0-15,-1 0-741 0,-7 0-220 16,-2 0-291-16,-2 0-1397 0</inkml:trace>
  <inkml:trace contextRef="#ctx0" brushRef="#br3" timeOffset="86377.76">9283 5891 4642 0,'0'0'1496'15,"0"0"-551"-15,0 0-201 0,0 0-379 16,40 41-365-16,-20-30 0 0,5-3 0 16,-8 1 0-16,3-1 0 0,1 1 0 15,-4 3 0-15,-7 3 0 0,-6 5 0 16,-8 3 0-16,-11 6 0 16,-7-1 0-16,-3-1 0 0,2-4 0 15,7-5 0-15,1-5 0 0,5-5 0 16,10-4 0-16,-4-4-1033 15,8-4-1192-15</inkml:trace>
  <inkml:trace contextRef="#ctx0" brushRef="#br3" timeOffset="88979.15">9494 5667 1404 0,'0'0'32'16,"0"0"-32"-16,0 0-56 0,0 0-192 16,0 0 28-16,0 0-64 0,0 0 284 15,0 0 160-15,6 36 476 0,-1-32-428 16,-5 0 36-16,2-2 697 16,-2 1-605-16,0-2-12 0,0 0 440 15,0-1-183-15,0 0-17 0,0 0 268 16,0 0-375-16,0-2-57 0,0 0 244 15,0 1-360-15,0-1-95 0,0 2-189 16,-2-1 0-16,2 1 0 0,0 0 0 16,0 0 0-16,0 2 0 0,0 2 0 15,0 5 0-15,0 7 0 0,0 5 0 16,0 5 0-16,0 1 0 16,0 4 0-16,-5 0 0 0,5 3 0 15,-4 4 0-15,2 1 0 0,2 0 0 16,0 0 0-16,0-1 0 15,0 1 0-15,0 2 0 0,0 1 0 16,2 0 0-16,2 1 0 0,1 0 0 16,1 0 0-16,-2 2 0 0,2-5 0 15,0 0 0-15,3-3 0 0,-3-6 0 16,-2-1 0-16,-2-6 0 0,-2-3 0 16,4-4 0-16,-4-3 0 15,0-6 0-15,0-3 0 0,0-3 0 16,0-2 0-16,0 0 0 0,-4-11 0 15,-2-11 0-15,-5-9 0 0,5-11 0 16,-4-6 0-16,6 0 0 0,-7-3 0 16,7 2 0-16,2 0 0 0,-2 5 0 15,4 4 0-15,-6 5 0 0,2 3 0 16,4 3 0-16,-6 1 0 16,1 2 0-16,5 0 0 0,-2 3 0 15,2-3 0-15,-4 0 0 0,4-1 0 16,-4 1 0-16,2 3 0 0,2 4 0 15,0 7 0-15,0 5 0 16,0 6 0-16,0 1 0 0,0 0 0 16,0 9 0-16,0 13 0 0,0 7 0 15,0 5 0-15,0 1 0 0,0-3 0 16,0-1 0-16,0-1 0 0,0-1 0 16,0-2 0-16,-4-2-985 15,4-6-600-15,-4-1-892 0</inkml:trace>
  <inkml:trace contextRef="#ctx0" brushRef="#br3" timeOffset="91751.92">9616 6724 2305 0,'0'0'2237'15,"0"0"-1293"-15,0 0 249 0,0 0-649 16,0 0-12-16,0 0-95 0,0 0-437 16,4 52 0-16,-4-13 0 0,-4 7 0 15,-2 2 0-15,2-1 0 0,-2 0 0 16,6-3 0-16,-4-4 0 16,4-6 0-16,0-5 0 0,0-8 0 15,4-8 0-15,2-6 0 0,-2-6 0 16,6-5-349-16,1-5-707 0,-5-6-2286 0</inkml:trace>
  <inkml:trace contextRef="#ctx0" brushRef="#br3" timeOffset="92207.36">9600 6704 2869 0,'0'0'1857'16,"0"0"-1005"-16,0 0-168 0,0 0 189 16,0 0-441-16,0 0-84 0,0 0-71 15,0 0-277-15,0 0 0 16,51 0 0-16,-24 3 0 0,4 1 0 16,0 2 0-16,2 1 0 0,9 0 0 15,1 4 0-15,5-4 0 0,14 0 0 16,6-1 0-16,10-3 0 15,11-2 0-15,2-1 0 0,2 0 0 16,2-1 0-16,-4-2 0 0,-4 1 0 16,-8-1 0-16,-15 2 0 0,-17 1 0 15,-9 0 0-15,-18 0 0 0,-5 0 0 16,-15 0 0-16,0 0 0 0,-15-2 0 16,5 0-609-16,-17-3-2376 0</inkml:trace>
  <inkml:trace contextRef="#ctx0" brushRef="#br3" timeOffset="92799.27">9664 7164 5718 0,'0'0'997'0,"0"0"-541"15,0 0-76-15,0 0 28 0,0 0-240 16,0 0-103-16,58 12-65 16,4-12 0-16,16 0 0 0,3-2 0 15,-3 0 0-15,5 1 0 0,-8 1 0 16,-3 3 0-16,-4 1 0 0,-10 0 0 15,-4-1 0-15,-3 1 0 0,-9 0 0 16,1 0 0-16,-8 1 0 0,-2-3-21 16,-8-1-743-16,-2-1 108 15,-9-3-589-15,-3-3-204 0,-5-3-932 0</inkml:trace>
  <inkml:trace contextRef="#ctx0" brushRef="#br3" timeOffset="93071.25">10807 6810 5634 0,'0'0'800'0,"0"0"-227"0,-35 33 395 16,24-8-751-16,1 5-217 0,10 1 0 15,0 4 0-15,0 0 0 0,0 2 0 16,8 2 0-16,-1-2 0 0,5 0 0 16,2-2 0-16,3-4 0 0,-7 1 0 15,-3-2-141-15,-3-8-1043 16,-4-3-1986-16</inkml:trace>
  <inkml:trace contextRef="#ctx0" brushRef="#br3" timeOffset="94739.14">7330 6727 716 0,'0'0'2041'0,"0"0"-308"15,0 0-1341-15,0 0-148 0,-17-38 152 16,17 23-304-16,0 2-36 0,7 0 60 16,-5 0-112-16,6 2 8 0,2 0 72 15,-3 0 0-15,-1-1 60 0,2 2 64 16,-2 0-140-16,-2-2 36 16,3-1 145-16,3-3-69 0,-4-2 8 15,11-4 148-15,-3-3-140 0,7-5-20 16,6-3 124-16,4-1-227 15,0-2-73-15,10 1 0 0,2 5 0 16,-5 3 0-16,3 7 0 0,-4 5 0 16,-6 8 0-16,-4 4 0 0,-6 2 0 15,-1 1 0-15,-3 4 0 0,-3-1 0 16,3 3 0-16,-7-5 0 0,3-1 0 16,-3 0 0-16,-2-3-289 15,-2-5-63-15,5-4 0 0,-5-7-349 16,4-3-147-16,-6 5-200 0,-1 0-1133 0</inkml:trace>
  <inkml:trace contextRef="#ctx0" brushRef="#br3" timeOffset="95024.38">7688 6041 4137 0,'0'0'769'0,"0"0"-161"15,0 0 164-15,0 0-375 16,0 0 43-16,64 27 380 0,-19-25-571 16,3-2-249-16,-5 0 0 0,3 0 0 15,-3 5 0-15,-2 1 0 16,-8 1 0-16,-8 2 0 0,-8 4 0 16,-13 6 0-16,-12 8 0 0,-5 5 0 15,-7 5 0-15,-5 2 0 0,2-1 0 16,2-1 0-16,1-4 0 0,9-10 0 15,5-7 0-15,6-7-721 0,0-9-3097 0</inkml:trace>
  <inkml:trace contextRef="#ctx0" brushRef="#br3" timeOffset="97091.3">9515 7484 2305 0,'0'0'864'0,"0"0"-548"0,0 0 432 16,0 0-395-16,0 0-13 0,0 0 372 15,0 0-260-15,0 0-48 0,0 0 169 16,-4-17-229-16,4 16-20 0,0 1 92 16,0 0-375-16,-4 0-41 15,4 0 0-15,0 0 0 0,0 0 0 16,0 0 0-16,0 0 0 0,0 0 0 16,0 0 0-16,4 0 0 0,-4 0 0 15,4 0 0-15,2-1 0 0,-2 0 0 16,2 0 0-16,1-2 0 15,3 2 0-15,0 0 0 0,5 0 0 16,1 1 0-16,5 0 0 0,-4 0 0 16,3 0 0-16,-3 2 0 0,3 1 0 15,-3-1 0-15,2-1 0 16,1 0 0-16,-3-1 0 0,-5 1 0 16,7-1 0-16,-7 0 0 0,-1 0 0 15,-1 0 0-15,-6 0 0 0,2 0 0 16,-2 0 0-16,3 0 0 0,-1 0 0 15,4 0 0-15,0 0 0 0,5 0 0 16,6-1 0-16,-1 0 0 0,-1-1 0 16,2-2 0-16,-1 2 0 15,-3-2 0-15,1 3 0 0,-1 1 0 16,-1 0 0-16,-1 0 0 0,-3 0 0 16,3 0 0-16,-5 1 0 0,5 2 0 15,-3-2 0-15,2-1 0 16,-3 0 0-16,1 0 0 0,3-1 0 15,-5-2 0-15,7 2 0 0,-7-1 0 16,6 2 0-16,-5 0 0 0,3 0 0 16,-3 2 0-16,1-1 0 0,7 3 0 15,-3-2 0-15,1 1 0 0,3-2 0 16,7-1 0-16,-2-1 0 16,-2-4 0-16,8-2 0 0,-4 0 0 15,4-2 0-15,4 2 0 0,-6 0 0 16,0 1 0-16,-7 1 0 0,-5 4 0 15,-7 0 0-15,-2 0 0 0,-5 1 0 16,1 0 0-16,-4 0 0 0,4 0 0 16,-2 2 0-16,2-2 0 15,2 3 0-15,-6-2 0 0,4-1 0 16,-4 0 0-16,0 0-533 0,0 0-327 16,0 0-1574-16,-4-5-931 0</inkml:trace>
  <inkml:trace contextRef="#ctx0" brushRef="#br3" timeOffset="97837.65">9622 7415 1612 0,'0'0'68'0,"0"0"-44"0,0 0 52 0,0 0-40 16,0 0 32-16,0 0 553 16,0 0-413-16,0 0-84 0,0 0 40 15,0 0-108-15,31 12-16 0,-22-14 16 16,-3 1-40-16,0-1-4 0,-2 1 0 15,-2 1-12-15,2 0 8 0,-4 0 24 16,0 0-24-16,0 0 0 0,5 0-8 16,-5 0-64-16,0 0-208 15,2-1-553-15,2-4 105 0,0 3 272 16,2 0 64-16,0-2 360 0,-2 3 16 16,3 1-496-16</inkml:trace>
  <inkml:trace contextRef="#ctx0" brushRef="#br3" timeOffset="101018.01">8622 7952 1976 0,'0'0'1937'0,"0"0"-1168"0,0 0-17 16,0 0 413-16,0 0-641 0,0 0-164 15,0 0 124-15,-8 43-259 16,8-10-225-16,0 7 0 0,4 6 0 16,-4 1 0-16,4 6 0 0,-4 5 0 15,2 1 0-15,-2 2 0 16,0 1 0-16,-2 3 0 0,-2-1 0 16,-2-2 0-16,-5-4 0 0,3-7 0 15,0-7 0-15,-1-9 0 0,7-8 0 16,-2-9 0-16,0-8 0 0,2-8 0 15,2-4 0-15,-4-14 0 0,-2-14-881 16,2 1-500-16,4-10-580 0</inkml:trace>
  <inkml:trace contextRef="#ctx0" brushRef="#br3" timeOffset="101707.81">8603 8039 2028 0,'0'0'2838'0,"0"0"-1626"0,0 0-627 16,0 0-93-16,0 0 272 16,0 0-491-16,40-23-273 0,-18 28 0 15,-1-1 0-15,-4-1 0 0,7-3 0 16,-3 0 0-16,0 0 0 0,-3-1 0 15,3-4 0-15,-2 2 0 0,-7-2 0 16,2-1 0-16,-3 1 0 0,-5 0 0 16,-2 2 0-16,-2-3 0 0,2 0 0 15,0 0 0-15,3 0 0 0,-3 2-53 16,-4 0-347-16,0 2 4 16,0 1 52-16,0 1 212 0,0 0 132 15,-4 0 16-15,0 1 80 0,1 1 68 16,-1 0 244-16,0 4-140 0,2 5 32 15,-6 9-227-15,2 6-73 16,-1 6 0-16,3 6 0 0,-2 5 0 16,2 3 0-16,2 5 0 0,2 4 0 15,0 3 0-15,0 2 0 16,0 1 0-16,-4 0 0 0,-2-3 0 16,1-4 0-16,-1-7 0 0,2-8 0 15,4-7 0-15,0-9 0 0,0-7 0 16,0-6 0-16,0-7 0 0,0-3 0 15,0-3 0-15,0-9 0 0,0-6-541 16,4 0-75-16,2 2 180 0,-1 6-157 16,-3 4 293-16,2 3 56 0,0 0-228 15,-4 2 104-15,0 1-73 16,0 0-507-16,0 1 332 0,0 2-149 16,0 0-459-16,0-2 1224 0,0 1 184 15,0-2 1381-15,0 0-877 0,0 0-180 16,0-2 293-16,2 1-453 15,-2 1-36-15,0 0 232 0,0 0-156 16,0 0-24-16,-2 3 189 0,-8 6-329 16,-5 7 0-16,-6 3 196 0,-5 4-256 15,-5-1 48-15,0-3-147 16,0-5-65-16,-3-3 0 0,3-7 0 16,-6-4-37-16,12-7-711 0,-1-7-1937 0</inkml:trace>
  <inkml:trace contextRef="#ctx0" brushRef="#br3" timeOffset="105190.57">8980 9054 1648 0,'0'0'192'0,"0"0"593"16,0 0-253-16,0 0-252 0,0 0 56 15,0 0 152-15,0 0 341 0,0 0-277 16,20-32 48-16,-20 31 321 0,0 1-317 16,0 1-179-16,-8 4-425 15,2 4 0-15,-11 2 0 0,1 3 0 16,-3 1 0-16,3-1 0 0,-1-1 0 16,0 0 0-16,-1 2 0 0,-1 1 0 15,-6-2 0-15,-1 4 0 0,-5-4 0 16,4 3 0-16,-8-2 0 0,2 0 0 15,-9 1 0-15,-1-3 0 0,-9 0 0 16,0-2 0-16,-5-4 0 0,3-1 0 16,2-4 0-16,0-2 0 0,9 0 0 15,6-4 0-15,6 0 0 16,14 2 0-16,7 0 0 0,6 0 0 16,4 1 0-16,0-3 0 0,0-2 0 15,4-1 0-15,-2 0 0 16,6-1 0-16,3 0 0 0,1-1 0 15,-2 2 0-15,1 3 0 0,-7 1-193 16,-2 2-59-16,2-1-156 0,0 1 232 16,-4 0 116-16,0 1 56 0,0 0 8 15,0-1 12-15,0 0 8 16,0-1-24-16,0-2 0 0,0-2 0 16,2-2-16-16,2-3 16 0,-4-3 4 15,0-3 12-15,0 3-16 0,0-2 28 16,-4 0-24-16,2 0 52 0,-6 3 84 15,2 1-64-15,2 2 64 0,1 4 60 16,-5 2-176-16,6 1 24 0,-2 1 120 16,-6 2-84-16,3 0-7 0,1 9-77 15,-4 9 0-15,0 3 0 16,-1 5 0-16,1 1 0 0,4-2 0 16,-5 0 0-16,7 0 0 0,-2-1 0 15,2-3 0-15,4-1 0 16,-4-2 0-16,4-2 0 0,0-3 0 15,4-2 0-15,6-1 0 0,1 3 0 16,1-2 0-16,7 1 0 0,1 0 0 16,7 1 0-16,0-4 0 15,4-2 0-15,0-6 0 0,2-1 0 16,-8-8 0-16,-4-2 0 0,-5-7-4199 0</inkml:trace>
  <inkml:trace contextRef="#ctx0" brushRef="#br3" timeOffset="106706.78">7036 6943 2637 0,'0'0'2029'15,"0"0"-1417"-15,0 0-68 16,0 0 289-16,0 0-413 0,0 0-68 16,0 0 296-16,48 5-531 0,-7 1-117 15,7-1 0-15,10-4 0 0,4-1 0 16,2 0 0-16,8 0 0 0,-4 0 0 15,-3 0 0-15,-1 2 0 0,-7 3 0 16,-1 1 0-16,2 0 0 16,-4-3 0-16,-9 0 0 0,-1-3 0 15,-11 0 0-15,-8 0 0 0,-11-2 0 16,-8 0 0-16,-6 0-133 0,0-3-727 16,-4 2-141-16,-6-1-1856 0</inkml:trace>
  <inkml:trace contextRef="#ctx0" brushRef="#br3" timeOffset="107015.71">7820 6996 4181 0,'0'0'805'16,"0"0"-69"-16,4 51 473 0,0-18-521 15,-4 5-115-15,-4 0-573 0,-6 1 0 16,4-1 0-16,-5-4 0 16,7-2 0-16,4 0 0 0,0-6 0 15,0 0 0-15,0-3 0 0,0-4 0 16,4-6 0-16,-4-5 0 0,2-2-1057 15,-2-5-260-15,0-1-460 0</inkml:trace>
  <inkml:trace contextRef="#ctx0" brushRef="#br3" timeOffset="107470.16">7036 6950 5102 0,'0'0'984'0,"0"0"-431"0,0 0 351 16,0 0-476-16,-26 48-207 0,19-16-221 15,3 3 0-15,0 6 0 0,2-1 0 16,2-1 0-16,-4 3 0 0,-2-2 0 16,2 2 0-16,-7-1 0 0,1-3 0 15,0-2 0-15,-1-8 0 16,9-5 0-16,-2-8 0 0,4-8 0 16,0-2 0-16,0-4 0 0,10-1 0 15,11-1 0-15,6-1 0 0,6 1 0 16,6 4 0-16,5 5 0 0,3 4 0 15,5 1 0-15,6-2 0 16,12-5 0-16,13-6 0 0,12-7 0 16,10-9 0-16,-1-5 0 0,-5-2 0 15,-21 2 0-15,-18 1 0 0,-14 3 0 16,-19 1 0-16,-15-2 0 16,-4 3-1650-16,-8 0-2463 0</inkml:trace>
  <inkml:trace contextRef="#ctx0" brushRef="#br3" timeOffset="109047.85">7469 7801 4317 0,'0'0'1017'0,"0"0"75"0,0 0-527 16,-34 28-101-16,24-17 188 0,4 0-567 15,-2 5-85-15,1 10 0 0,1 6 0 16,6 14 0-16,-4 12 0 16,4 9 0-16,10 4 0 0,1 5 0 15,3-1 0-15,7 0 0 0,2 0 0 16,8-1 0-16,-4-2 0 0,-1-7 0 15,5-6 0-15,5-10 0 0,-3-12 0 16,-2-12 0-16,0-13 0 0,-4-10 0 16,-3-6 0-16,-5-11 0 0,-11-7-1181 15,-6 5-876-15,-4-7-2041 0</inkml:trace>
  <inkml:trace contextRef="#ctx0" brushRef="#br3" timeOffset="109491.24">7353 7783 5222 0,'0'0'772'0,"0"0"-167"0,0 0 123 16,0 0-392-16,0 0-24 0,0 0-95 15,-17 56-217-15,-3-25 0 0,3 3 0 16,-4-4 0-16,-1 0 0 16,1-4 0-16,2-2 0 0,7-6 0 15,2-9 0-15,5-3 0 0,3-6 0 16,2 0 0-16,9-6-89 0,9-11-287 15,15-12-280-15,9-8 27 16,-1-2-151-16,2 4-885 0,-1 4 505 16,-7 5 672-16,-2 7 488 0,-2 6 608 15,-8 4 96-15,2 8 881 0,-9 1-425 16,5 0-295-16,-1 8 56 16,-3 3-921-16,-3 5 0 0,-1 1 0 15,-5 2 0-15,2-1 0 0,1-1 0 16,-1-3 0-16,-4-5-473 0,-2-2-3257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41:02.32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21976 17516 5906 0,'0'0'612'16,"0"0"-351"-16,0 0-109 0,43 8-104 16,-8-5 32-16,11-3 16 0,7 0-88 15,3-2 16-15,14-1-4 0,7-3-16 16,14-1-4-16,6-3 4 16,4 2 0-16,9-3-4 0,6 3 0 15,4-1 0-15,8-1 0 0,6-1-4 16,9 2 12-16,8-3-8 0,4-1 4 15,8 2 24-15,2 0-28 0,5-1 96 16,5 0-96-16,5 0 24 0,2 0-12 16,4 4-8-16,4-2-4 0,3 2 0 15,1 2-8-15,4 1-8 0,1 2-4 16,3-1-36-16,3 4 20 16,-2 0 24-16,5 0-36 0,-3 1 48 15,2 3-8-15,2 2 4 0,-1 1 4 16,-1 1 8-16,2 3 4 0,-4 1-12 15,-3 2 0-15,1 3 0 16,-7-1 0-16,-6 2 0 0,-4 0-4 16,-10-3 4-16,-9-1-4 0,-7 0-48 15,-14-4-100-15,-13-9-509 0,-36-1-215 16,-12-3-481-16</inkml:trace>
  <inkml:trace contextRef="#ctx0" brushRef="#br0" timeOffset="4879.06">8822 4209 712 0,'31'0'32'16,"3"0"-64"-16</inkml:trace>
  <inkml:trace contextRef="#ctx0" brushRef="#br0" timeOffset="12318.05">6553 9263 1888 0,'0'0'641'0,"0"0"1444"16,0 0-1341-16,0 0-68 0,0 0 245 15,0 0-465-15,0 0 28 0,0 0-187 16,-21-32-297-16,21 32 0 0,0 0 0 16,0 12 0-16,6 10 0 0,3 13 0 15,1 8 0-15,-4 6 0 16,0 2 0-16,1 3 0 0,-5 3 0 16,0-2 0-16,2 0 0 0,-4-5 0 15,2-5 0-15,2-7 0 0,0-9 0 16,-2-6-425-16,2-11-639 15,0-8-245-15,-4-4-2361 0</inkml:trace>
  <inkml:trace contextRef="#ctx0" brushRef="#br0" timeOffset="12489.33">6400 9574 5106 0,'0'0'776'0,"0"0"-3"0,0 0-17 16,0 0-388-16,0 0 12 0,49 0-347 15,-13-7-33-15,1-2 0 0,-2 1 0 16,-2 0 0-16,2-1 0 0,2 1 0 16,-4 1-9-16,-8 1-1363 15,-4 2-3098-15</inkml:trace>
  <inkml:trace contextRef="#ctx0" brushRef="#br0" timeOffset="12772">6853 9524 6090 0,'0'0'933'16,"0"0"-197"-16,-36 6-303 0,24-1-433 16,2 3 0-16,-1 6 0 0,5 4 0 15,-2 4 0-15,6 7 0 16,2 1 0-16,2 0 0 0,6 0 0 16,2-3 0-16,1-3 0 0,-1-6 0 15,7-6 0-15,-5-6 0 0,3-6 0 16,-1-3 0-16,3-7 0 0,-7-6 0 15,0-4 0-15,1-5 0 0,-9-1 0 16,2-3 0-16,-4 0 0 0,-4-2 0 16,2 2 0-16,-7 0 0 15,7 4-69-15,-2 5-487 0,4 2-40 16,0 10-433-16,4 2 9 0,-2 5-77 16,2 1-1332-16</inkml:trace>
  <inkml:trace contextRef="#ctx0" brushRef="#br0" timeOffset="13022.98">6952 9669 4329 0,'0'0'913'0,"0"0"464"16,10 39-829-16,-10-36-132 0,2-2 144 0,2-1-511 15,0-2-49-15,3-7 0 16,-3-14 0-16,-2-4 0 0,2-5 0 16,0-2 0-16,2 4 0 0,0 3 0 15,3 4 0-15,-3 8 0 0,0 6 0 16,0 4 0-16,-2 4 0 0,3 1 0 15,1 3 0-15,2 8 0 0,3 10 0 16,1 4 0-16,-4 2 0 0,1 0 0 16,-1-1 0-16,0-1 0 15,-3-1 0-15,-1-4 0 0,4-1 0 16,-6-5 0-16,3-2-433 0,-3-6-663 16,2-2-2082-16</inkml:trace>
  <inkml:trace contextRef="#ctx0" brushRef="#br0" timeOffset="13259.94">7231 9675 5246 0,'0'0'1080'0,"0"0"-223"0,0 0 152 16,0 0-1009-16,0 0 0 0,0 0 0 16,14-34 0-16,-8 19 0 0,-1 0 0 15,-3-2 0-15,2 2 0 0,-4-2 0 16,0 4 0-16,0 2 0 0,-11 3 0 15,5 2 0-15,-4 5 0 0,0 1 0 16,5 7 0-16,-9 12 0 0,2 7 0 16,-5 10 0-16,3 0 0 15,7-2 0-15,3-4 0 0,8-5 0 16,13-7 0-16,4-7-145 0,10-9-471 16,2-7-513-16,-6-1-83 0,1-7-513 0</inkml:trace>
  <inkml:trace contextRef="#ctx0" brushRef="#br0" timeOffset="13569.22">7483 9459 5438 0,'0'0'832'0,"0"0"89"16,-52-12-297-16,30 18-332 0,-3 3-207 0,2 2-85 16,9-1 0-16,1-1 0 15,9-1 0-15,0 3 0 0,4-4 0 16,10 5 0-16,5-4 0 0,1-2 0 15,9 3 0-15,2-4 0 0,0 1 0 16,0 2 0-16,-3 1 0 0,-5 1 0 16,0 2 0-16,-3-1 0 15,-5 1 0-15,-1-1 0 0,-6-1 0 16,2 1 0-16,-6 2 0 0,-6 0 0 16,-4 2 0-16,-5 0 0 0,-5-2 0 15,-3-4 0-15,-2-2 0 0,0-3 0 16,2-4 0-16,7-11 0 15,1-4-25-15,9 0-2432 0,-2-6-1349 0</inkml:trace>
  <inkml:trace contextRef="#ctx0" brushRef="#br0" timeOffset="14347.53">8018 9622 6394 0,'0'0'849'0,"0"0"-417"0,0 0-292 16,-4 60-60-16,2-20 80 0,2 0-23 16,0-1-137-16,0-8 0 0,0-1 0 15,6-8 0-15,-6-4 0 0,4-6 0 16,-1-8 0-16,-3-2 0 15,4-2 0-15,-4-6 0 0,2-11 0 16,6-12 0-16,-2-9 0 16,-2-5 0-16,7 5 0 0,-5 7 0 15,4 5 0-15,-6 10 0 0,3 6 0 0,-3 6 0 16,2 4 0-16,0 2 0 16,0 6 0-16,9 6 0 0,-5 4 0 15,5 0 0-15,-7 0 0 0,0-2 0 16,-2-1 0-16,-2-6 0 0,-4-2 0 15,0-3 0-15,3-3 0 0,-3-1 0 16,4 0 0-16,-4-6 0 0,4-8 0 16,-2-10 0-16,6-4 0 15,2-2 0-15,1 5 0 0,-5 9 0 16,0 6 0-16,-2 4 0 0,-4 5 0 16,7 1 0-16,-3 0 0 0,2 8 0 15,-2 11 0-15,6 5 0 16,-3 3 0-16,-1 0 0 0,0-2 0 15,2 0 0-15,-2 0 0 0,5-1 0 16,-1-2 0-16,0-2-325 16,-3-5-1128-16,3-7-331 0</inkml:trace>
  <inkml:trace contextRef="#ctx0" brushRef="#br0" timeOffset="14600.49">8455 9710 5530 0,'0'0'1057'0,"0"0"395"15,0-38-1299-15,0 37-153 0,-5 1 0 16,3 6 0-16,-8 6 0 0,6 5 0 16,-2 4 0-16,6 0 0 15,0-2 0-15,10-5 0 0,0-1 0 16,3-1 0-16,3-5 0 0,3-2 0 16,2-5 0-16,-3 0 0 0,1-6 0 15,-3-2 0-15,1-3 0 16,-3-4 0-16,-3-2 0 0,-5-2 0 15,-2-1 0-15,-2-1 0 0,2 2 0 16,-4 2 0-16,0 6 0 16,0 3 0-16,0 2 0 0,0 4 0 0,0 1-1093 15,0-1-224-15,6 2-1556 0</inkml:trace>
  <inkml:trace contextRef="#ctx0" brushRef="#br0" timeOffset="14842.85">8781 9631 6218 0,'0'0'1593'16,"0"0"-1212"-16,0 0-381 0,0 0 0 16,-37 3 0-16,27 2 0 15,-3 6 0-15,3 4 0 0,2 5 0 16,1 5 0-16,7 4 0 0,0-1 0 16,0-1 0-16,5 1 0 0,5-6 0 15,-4-5 0-15,4-7 0 0,7-5 0 16,-1-6 0-16,9-10 0 15,-4-8 0-15,2-8 0 0,-3-5 0 16,-3-4-41-16,-7 7-2076 16,-2-4-448-16</inkml:trace>
  <inkml:trace contextRef="#ctx0" brushRef="#br0" timeOffset="15138.33">8822 9307 6146 0,'-6'35'773'0,"2"2"-337"0,4 11 320 15,0 0-675-15,10 2-81 0,1-1 0 16,5-1 0-16,5 0 0 0,-4-2 0 16,-3-1 0-16,3-5 0 15,-7-9 0-15,-6-8 0 0,2-13 0 16,-2-6 0-16,-4-4 0 0,2-1 0 16,3-11 0-16,-1-13 0 0,-2-5 0 15,6 0 0-15,2 6 0 16,-3 6 0-16,3 8 0 0,0 2 0 15,1 4 0-15,5 1 0 0,-3 4 0 16,5 8 0-16,-1 4 0 16,-1 3 0-16,1 2 0 0,-3 4 0 0,1-1 0 15,-5 0 0-15,0-2 0 0,-3 1 0 16,-3-1 0-16,-2-3 0 16,-2-7 0-16,0-3-1746 0</inkml:trace>
  <inkml:trace contextRef="#ctx0" brushRef="#br0" timeOffset="15944.66">9780 9772 5370 0,'0'0'896'0,"0"0"-131"0,-11-42 396 15,1 29-1161-15,0 0 0 0,-3-1 0 16,-3 2 0-16,-3 3 0 0,2 4 0 15,1 5 0-15,-1 2 0 0,3 11 0 16,-1 10 0-16,-1 4 0 0,-1 8 0 16,3 0 0-16,8-1 0 15,-1-4 0-15,7-5 0 0,7-7 0 16,7-10 0-16,3-6 0 0,10-5 0 16,4-14 0-16,2-5 0 0,2-8 0 15,-2-2 0-15,-2 1 0 0,-6 1 0 16,-5 4 0-16,-9 7 0 15,-5 5 0-15,-6 8 0 0,0 4 0 16,0 2 0-16,0 3 0 0,-10 12 0 16,-1 12 0-16,-5 12 0 0,-5 11 0 15,-4 5 0-15,2 5 0 0,-1 3 0 16,1 2 0-16,2-2 0 16,5-5 0-16,5-7 0 0,1-8 0 15,10-8 0-15,2-10 0 0,8-8 0 16,9-9 0-16,0-8 0 0,5-12 0 15,3-8 0-15,4-11 0 0,-4-9-1385 16,-6 7-832-16,0-5-2089 0</inkml:trace>
  <inkml:trace contextRef="#ctx0" brushRef="#br0" timeOffset="16271.83">9926 9683 6406 0,'0'0'1661'0,"0"0"-1536"15,0 0-125-15,0 0 0 0,0 0 0 16,0 0 0-16,0 0 0 0,-27 36 0 16,21-8 0-16,-4 5 0 0,2 5 0 15,1-1 0-15,1-2 0 16,2-3 0-16,4-2 0 0,4-9 0 16,2-3 0-16,1-6 0 0,3-5 0 15,0-2 0-15,5-5 0 0,5-5 0 16,1-7 0-16,0-7 0 0,2-4 0 15,-3-5 0-15,-3 0 0 0,-3-3 0 16,3 1 0-16,-11 3 0 0,-2 5 0 16,-4 1 0-16,0 5 0 15,-6 2 0-15,2 4 0 0,-2 3 0 16,1 5 0-16,3-1 0 0,-2 1 0 16,0 1 0-16,4-1-321 0,0 2-891 15,4 0-1190-15,7-2-307 0</inkml:trace>
  <inkml:trace contextRef="#ctx0" brushRef="#br0" timeOffset="16448.16">10152 9747 6751 0,'0'0'1132'0,"0"0"-823"0,0 0-309 16,0 0 0-16,-15 45 0 16,9-22 0-16,2 1 0 0,2 0 0 15,2-5 0-15,6-1 0 0,-2-4 0 16,2-3 0-16,0-3 0 0,-1-3-1085 15,-1-3-788-15,-4-7-1285 0</inkml:trace>
  <inkml:trace contextRef="#ctx0" brushRef="#br0" timeOffset="16560.64">10195 9482 7543 0,'0'0'649'0,"0"0"-649"0,-10-38 0 15,8 37 0-15,-2 1 0 0,4 0 0 16,0 1 0-16,0 9 0 15,10 4-461-15,0 0-1720 0,1 2-132 0</inkml:trace>
  <inkml:trace contextRef="#ctx0" brushRef="#br0" timeOffset="16838.38">10224 9875 5934 0,'0'0'1137'15,"0"0"-369"-15,48-4-415 0,-28-7-353 16,-3-5 0-16,3-5 0 0,1-3 0 15,-9-3 0-15,3 2 0 0,-9 0 0 16,-2 4 0-16,-4 2 0 0,-4 1 0 16,-6 5 0-16,-7 2 0 15,3 10 0-15,1 2 0 0,3 11 0 16,-4 8 0-16,-3 9 0 0,3 3 0 16,1 7 0-16,3 2 0 0,4 4 0 15,6-3 0-15,2-5 0 16,12-9 0-16,9-7 0 0,6-6 0 15,0-8 0-15,6-7 0 0,2-11 0 16,-4-7 0-16,2-8-1153 0,-12 2-80 16,2-3-644-16</inkml:trace>
  <inkml:trace contextRef="#ctx0" brushRef="#br0" timeOffset="17042.86">10544 9380 6286 0,'0'0'1033'0,"0"0"-181"0,0 0-831 15,0 0-21-15,-31 42 0 0,23-7 0 16,2 7 0-16,6 1 0 0,0-3 0 16,6 4 0-16,2 4 0 15,3 2 0-15,-5 3 0 0,4 0 0 16,-4-5 0-16,5-5 0 0,-3-7 0 16,-2-11 0-16,0-11-233 0,-6-7-1200 15,5-8-3029-15</inkml:trace>
  <inkml:trace contextRef="#ctx0" brushRef="#br0" timeOffset="17197.15">10489 9690 6438 0,'0'0'1013'0,"0"0"-481"16,0 0-323-16,0 0-209 16,37-5 0-16,-17 3 0 0,1 1 0 15,0 1 0-15,-5 0 0 0,5 0 0 16,-4 0 0-16,1 1 0 0,3 1-761 15,-9 1-556-15,-1-1-359 0</inkml:trace>
  <inkml:trace contextRef="#ctx0" brushRef="#br0" timeOffset="17569.43">10759 9832 5618 0,'0'0'844'16,"0"0"25"-16,38-39-8 0,-22 20-861 15,-3 1 0-15,-3-2 0 0,0 3 0 16,-2 1 0-16,-8 0 0 0,3 5 0 16,-3 4 0-16,0 3 0 0,-3 3 0 15,-1 1 0-15,-2 7 0 0,-8 12 0 16,1 12 0-16,-1 4 0 16,3 6 0-16,7-3 0 0,8-4 0 15,7-2 0-15,5-5 0 0,9-2 0 16,-2-6 0-16,4-1 0 0,2-7 0 15,-7-2 0-15,3-4 0 0,-8-2 0 16,-1 0 0-16,-7-2 0 0,-7-1 0 16,2 0 0-16,-4-4 0 15,0-4 0-15,0-6 0 0,0-10 0 16,-4-3 0-16,4-4 0 0,0 0 0 16,6 2 0-16,8-3 0 0,1 0 0 15,7-3 0-15,3 1 0 16,8 0 0-16,3 1 0 0,-3 0 0 15,-7 7 0-15,-1 0-5163 0</inkml:trace>
  <inkml:trace contextRef="#ctx0" brushRef="#br0" timeOffset="20846.5">5486 9474 1284 0,'0'0'400'0,"0"0"-124"0,0 0 1681 15,0 0-1148-15,0 0-161 0,0 0 412 16,0 0-575-16,0 0-125 0,-6 0 220 16,6 0-400-16,0 0-56 0,0 2-95 15,2 3-29-15,4 6 0 16,2 4 0-16,-1 3 0 0,3 3 0 16,-4 2 0-16,-2 1 0 0,0 2 0 15,3-1 0-15,-7 1 0 16,0 0 0-16,0-1 0 0,0 0 0 15,0-4 0-15,-4-1 0 0,1-1 0 16,-1-7 0-16,4-2-61 0,0-6-87 16,0 0 68-16,-4-2 48 15,4-1-4-15,0-1 36 0,-2 0 40 16,-2-6-24-16,0-3-16 0,-2-4 88 16,-1-2-68-16,-3-1 36 0,0 1 16 15,4 0-60-15,-5 1-12 0,1 2 8 16,4 2-4-16,2 0-4 0,4 4 0 15,0 0-4-15,0 4 0 0,0 0 0 16,2 0-40-16,2 2 24 0,2 4 16 16,2 9-28-16,3 6 32 15,-5 6-8-15,4-1-16 0,-6-2 24 16,2-3-4-16,-1 0-16 0,1 0 20 16,-4-5-8-16,2-2-4 0,0-5 12 15,-4-2 0-15,6-4 16 16,-2-1-16-16,7-5 192 0,1-8-171 15,5-4-21-15,1-7 0 0,-1-2 0 16,-1-3 0-16,-1 7-1193 0,-3-3-2153 16</inkml:trace>
  <inkml:trace contextRef="#ctx0" brushRef="#br0" timeOffset="22216.2">6313 10512 2205 0,'0'0'1276'0,"0"0"-131"15,0 0-557-15,0 0-60 0,0 0 208 16,0 0-347-16,0 0-53 0,0 0 240 16,0 0-316-16,-2-10-107 15,2 10-153-15,0 0 0 0,0 3 0 16,0 4 0-16,4 5 0 0,2 6 0 16,0 6 0-16,5 2 0 0,-5-1 0 15,2 1 0-15,3 1 0 16,-5 2 0-16,0-2 0 0,0 4 0 15,-2-1 0-15,0 0 0 0,-4 0 0 16,0-2 0-16,0-1 0 0,-4-3 0 16,0-1 0-16,2-3 0 0,-2-1 0 15,2-2 0-15,-2 0 0 16,4 0 0-16,-6-2 0 0,-3 0 0 16,3-1 0-16,0-2 0 0,-2-3 0 15,6-2 0-15,-5-1 0 0,3-4 0 16,4 1 0-16,-4-1 0 0,0-1 0 15,4-1 0-15,-2-1 0 0,2-3 0 16,0-3 0-16,0-2 0 16,-4-3 0-16,0-1 0 0,2 3 0 15,-5 3 0-15,3 1 0 0,-2 1 0 16,2 0 0-16,-2-1 0 0,-3 1 0 16,7 0 0-16,-4 0 0 0,2 1 0 15,4 1 0-15,-4 0 0 0,2 2 0 16,2-1 0-16,0 1 0 15,0 1 0-15,0 0 0 0,0 0 0 16,0 0 0-16,2 4 0 0,2 3 0 16,0 6 0-16,2 2 0 15,1 1 0-15,-3 1 0 0,2-3 0 16,-2 0 0-16,-2-2 0 0,2 1 0 16,0-3 0-16,-4-3 0 0,2-2 0 15,3-1 0-15,-5-1 0 0,4 0 0 16,4-2 0-16,4-2 0 0,5-6 0 15,4-6 0-15,-5-1 0 0,1-2 0 16,-7 0 0-16,0 3 0 0,-6-4-2950 16</inkml:trace>
  <inkml:trace contextRef="#ctx0" brushRef="#br0" timeOffset="23459.47">7163 11117 2040 0,'0'0'2025'0,"0"0"-1264"0,0 0 375 16,0 0-584-16,0 0-179 0,0 0 191 15,0 0-288-15,0 0-56 0,-5-12 25 16,5 17-245-16,0 7 0 0,5 11 0 15,-5 4 0-15,4 4 0 0,-4 1 0 16,0-3 0-16,0 2 0 0,2-1 0 16,2-2 0-16,-4-2 0 15,0-1 0-15,4-3 0 0,-4-4 0 16,0-1 0-16,-4-6 0 0,4-5 0 16,-4-2 0-16,2-1 0 0,-2-3 0 15,-3 0 0-15,-3-3 0 16,0-7 0-16,-7-3 0 0,3-4 0 15,3-2 0-15,-1 2 0 0,2 2 0 16,1 0 0-16,7 5 0 0,2 4 0 16,0 2 0-16,-4 2 0 15,4 2 0-15,0 0 0 0,0 0 0 16,0 0 0-16,4 6 0 0,-2 3 0 16,7 7 0-16,-1 1 0 0,2 2 0 15,-2-3 0-15,-1-2 0 0,3-3 0 16,-6-3 0-16,2-2 0 0,5-6 0 15,-1 0 0-15,7-6 0 0,-7-8 0 16,0-5 0-16,-6-6 0 16,-2 4-545-16,-2-4-3145 0</inkml:trace>
  <inkml:trace contextRef="#ctx0" brushRef="#br0" timeOffset="24611.65">7950 11861 4089 0,'0'0'1777'16,"0"0"-940"-16,0 0-109 0,0 0 33 16,0 0-761-16,0 0 0 0,0 0 0 15,0 0 0-15,4 54 0 0,2-26 0 16,5 4 0-16,-5 1 0 15,-6-1 0-15,4-3 0 0,-4 2 0 16,0-5 0-16,2-1 0 0,-2-5 0 16,0-3 0-16,0-3 0 0,0-2 0 15,-2-2 0-15,-2-1 0 0,-2-4 0 16,2-2 0-16,0 0 0 0,1 0 0 16,-3-2 0-16,2-1 0 0,-2 0 0 15,6 0 0-15,-4 0 0 16,0 0 0-16,4-1 0 0,-2 0 0 15,2 1 0-15,0 0 0 0,0-2 0 16,0 1 0-16,0 0 0 16,0 0 0-16,0 0 0 0,0-2 0 15,0 2 0-15,0 0 0 0,0 0 0 16,0-1 0-16,0-1 0 0,0 2 0 16,-5-1 0-16,5-1 0 0,0 1 0 15,-4-3 0-15,2 1 0 0,2 0 0 16,0-1 0-16,0-1 0 0,-4-1 0 15,4 1 0-15,0 0 0 0,-4 0 0 16,2-1 0-16,-2 2 0 16,0 2 0-16,2 0 0 0,-3 2 0 15,5 1 0-15,-2 5 0 0,2 6 0 16,0 6 0-16,0 3 0 0,2 2 0 16,3-3 0-16,-5-4 0 0,2 0 0 15,2-6 0-15,0-2 0 16,-2-2 0-16,2-4 0 0,2 0 0 15,3-1 0-15,-3 0 0 0,4-7 0 16,3-2 0-16,1-3 0 16,-4-1 0-16,1 1 0 0,-1 0 0 15,-4 5-1033-15,0-2-1200 0</inkml:trace>
  <inkml:trace contextRef="#ctx0" brushRef="#br0" timeOffset="26288.55">8843 11775 2257 0,'0'0'2425'0,"0"0"-1457"0,0 0 421 15,0 0-709-15,0 0-236 0,0 0-415 16,0 0-29-16,0 0 0 0,-14 33 0 15,14-8 0-15,4 3 0 0,0 1 0 16,2 2 0-16,0 2 0 16,-2 2 0-16,-1 0 0 0,1 2 0 15,-4-4 0-15,0 0 0 0,0-2 0 16,0-5 0-16,-4-6 0 0,4-2 0 16,0-10 0-16,0-1 0 0,0-4 0 15,0-2 0-15,0-1 0 16,0 0 0-16,0 0 0 0,-3-2 0 15,-1-7 0-15,-6-5 0 0,4-4 0 16,-9 0 0-16,3-2 0 16,2 0 0-16,-7 0 0 0,7 1 0 15,-1 1 0-15,1 4 0 0,6 4 0 16,0 4 0-16,4 3 0 0,-2 3 0 16,2 0 0-16,0 0 0 0,0 3 0 15,0 7 0-15,6 9 0 0,4 0 0 16,-4 5 0-16,9-3 0 0,-9-3 0 15,4 1 0-15,-3-2 0 0,1-1 0 16,-2-3 0-16,0-5 0 16,-2-3 0-16,1-1 0 0,-3-4 0 15,6 0 0-15,-2-6 0 0,7-9 0 16,1-10 0-16,3-5 0 0,1-2 0 16,-5 1 0-16,-3 6 0 0,0 5 0 15,-10 1-2458-15</inkml:trace>
  <inkml:trace contextRef="#ctx0" brushRef="#br0" timeOffset="28276.56">7954 13376 2989 0,'0'0'2253'0,"0"0"-900"0,0 0-649 16,0 0-116-16,0 0-283 0,0 0-305 15,-29 52 0-15,23-26 0 16,0 4 0-16,2 1 0 0,0 5 0 16,2 4 0-16,-3 2 0 0,3 3 0 15,2 2 0-15,0 1 0 0,2-2 0 16,9 0 0-16,-7-5 0 0,8-4 0 16,3-8 0-16,-1-7 0 0,3-8 0 15,3-8 0-15,1-6 0 0,2-8 0 16,-2-11 0-16,3-6 0 0,-7-7 0 15,-1 0 0-15,-9-2 0 16,-3 3 0-16,-10 5 0 0,-5 3 0 16,-9 7 0-16,-7 2 0 0,-4 5 0 15,-4 3 0-15,6 3 0 16,4 1 0-16,8 1 0 0,3 0 0 16,10 1 0-16,2 0-1105 0,2 0-292 15,0 0-628-15</inkml:trace>
  <inkml:trace contextRef="#ctx0" brushRef="#br0" timeOffset="28774.19">8244 13922 2241 0,'0'0'1784'0,"0"0"-1279"0,0 0-101 0,0 0 284 16,0 0-432-16,0 0-20 0,0 0 184 15,0 0-139-15,0 0 23 0,0 0 384 16,6 12-303-16,-6-27-385 0,0-3 0 15,0-4 0-15,0 0 0 16,4-2 0-16,2-1 0 0,5 0 0 16,1 0 0-16,7 0 0 0,1 6 0 15,3 2 0-15,2 4 0 16,-2 5 0-16,1 5 0 0,-1 3-113 16,-2 1-911-16,-5 3-1577 0,-1 0-1097 0</inkml:trace>
  <inkml:trace contextRef="#ctx0" brushRef="#br0" timeOffset="29100.37">8624 13766 5474 0,'0'0'908'0,"0"0"-291"0,-31-44 576 16,14 29-1193-16,1 1 0 0,-5 5 0 15,1 5 0-15,3 4 0 0,1 10 0 16,1 6 0-16,5 7 0 0,-1 6 0 15,9 2 0-15,-2 1 0 16,4 0 0-16,11-5 0 0,-1-3 0 16,2-5 0-16,7-6 0 0,4-9 0 15,3-4 0-15,3-7 0 16,-6-5 0-16,-2-4 0 0,-5 1 0 16,-5-3 0-16,-7 2 0 0,0-3 0 15,-4 3 0-15,-8 0 0 0,1 0 0 16,-3 3 0-16,0-2 0 15,-5 3 0-15,3 2 0 0,6 4 0 16,2 2 0-16,4 2-525 0,0 1-1388 16,4-1-456-16</inkml:trace>
  <inkml:trace contextRef="#ctx0" brushRef="#br0" timeOffset="29430.79">8853 13815 5286 0,'0'0'992'0,"-4"-38"-403"16,-6 19 551-16,-2 5-955 0,-3 0-185 15,-6 3 0-15,5 4 0 16,-1 4 0-16,7 3 0 0,-4 4 0 16,3 8 0-16,1 6 0 0,0 3 0 15,3-1 0-15,7 3 0 0,0-3 0 16,0 0 0-16,5-3 0 15,5-3 0-15,-4-3 0 0,4-6 0 16,3-2 0-16,-3-2 0 0,0-2 0 16,1-5 0-16,-3-2 0 0,0-2 0 15,1-2 0-15,-3 1 0 0,4-2 0 16,-4 2 0-16,3 3 0 0,-7 1 0 16,2 4 0-16,0 1 0 0,2 2 0 15,0 3 0-15,-2 6 0 0,7 5 0 16,-5 2 0-16,4 0 0 0,1-2-1265 15,-1-6 56-15,0-3-396 0</inkml:trace>
  <inkml:trace contextRef="#ctx0" brushRef="#br0" timeOffset="29706.47">9071 13778 5442 0,'0'0'848'0,"0"0"277"16,0 0-445-16,0 0-583 0,0 0-97 16,0 0 0-16,-40-30 0 0,20 32 0 15,5 6 0-15,-1 9 0 0,1 7 0 16,5 4 0-16,4 4 0 0,-1 2 0 16,7-2 0-16,0 0 0 0,7-7 0 15,3-6 0-15,6-7 0 0,9-9 0 16,2-4 0-16,0-9 0 0,0-7 0 15,0-5 0-15,-7-6-685 16,-5 5-1324-16,-5-2-728 0</inkml:trace>
  <inkml:trace contextRef="#ctx0" brushRef="#br0" timeOffset="29909.3">9112 13433 6234 0,'0'0'833'16,"0"0"-49"-16,-6 33-443 0,2-7-341 15,1 7 0-15,-1 3 0 16,4 1 0-16,0 7 0 0,0 1 0 16,0 1 0-16,7 0 0 0,-3-1 0 15,2-3 0-15,4-3 0 0,1-4 0 16,-5-7 0-16,2-5 0 0,-6-6-21 16,2-6-915-16,0-4-9 0,-4-4-1584 0</inkml:trace>
  <inkml:trace contextRef="#ctx0" brushRef="#br0" timeOffset="30320.53">9248 13532 5550 0,'0'0'1465'16,"0"0"-729"-16,0 0-295 0,0 0-441 16,-10 64 0-16,4-23 0 0,6 6 0 15,-4-1 0-15,4 4 0 0,0 3 0 16,0-1 0-16,0-1 0 0,4-7 0 15,2-6 0-15,4-10 0 16,5-8 0-16,-3-6 0 0,3-8 0 16,1-6 0-16,5-5 0 0,-7-8 0 15,3-7 0-15,-7-3 0 16,1-4 0-16,-9-2 0 0,-2 3 0 16,-7 1 0-16,-3 8 0 0,-6 5 0 15,-5 7 0-15,4 5 0 0,1 7 0 16,-3 6 0-16,3 1 0 15,5 4 0-15,1-4 0 0,4 1 0 16,2-5-1093-16,4-4-360 0,4-3-3105 0</inkml:trace>
  <inkml:trace contextRef="#ctx0" brushRef="#br0" timeOffset="31124.83">9583 13834 5922 0,'0'0'408'0,"0"0"21"0,-45-9 503 15,28 9-676-15,1 2-124 0,1 4-19 16,-1 2-113-16,1 5 0 0,5 5 0 15,4 3 0-15,1 3 0 16,3 2 0-16,2-3 0 0,2 0 0 16,7-5 0-16,1-4 0 0,2-5 0 15,3-7 0-15,6-2 0 16,-1-7 0-16,1-5 0 0,-2-4 0 16,-1-3 0-16,-1 0 0 0,-5 3 0 15,-2 1 0-15,-5 7 0 0,-1 3-53 16,-2 2 17-16,-2 3 32 15,4 2-60-15,-4 7 20 0,0 7-8 16,4 4-60-16,-2 2 32 0,2-1-72 16,-4-3-44-16,4 0 92 0,-2-5-32 15,3-3-16-15,-1-3-12 0,-2-4-64 16,2-1 151-16,-4-1 77 0,4-1 41 16,-2-8 67-16,4-7 96 0,5-4-12 15,3-4-164-15,1 2-16 0,1 3 4 16,1 4-8-16,-3 4-8 0,-4 5 24 15,1 4-8-15,-9 1-12 16,6 6 68-16,-6 5-48 0,4 5 60 16,-1 4 72-16,-1-3-136 0,-4-2 4 15,0-4-12-15,0-4 0 16,0-4-12-16,0-1 44 0,0-2-8 16,0 0 88-16,0 0 196 0,2-6-247 15,2-4-73-15,0-1 0 0,2 2 0 16,-2 1 0-16,-2 4 0 15,3-2 0-15,-1 3 0 0,-4 3 0 16,6 0 0-16,0 9 0 0,9 5 0 16,-3 3 0-16,2-2 0 0,1-3 0 15,-3-3 0-15,-1-1 0 0,3-3-1161 16,-4-2-348-16,-3-3-700 0</inkml:trace>
  <inkml:trace contextRef="#ctx0" brushRef="#br0" timeOffset="31354.74">10127 13919 6871 0,'0'0'948'0,"0"0"-575"0,-44-30-373 0,28 23 0 16,1 4 0-16,-1 3 0 0,1 10 0 16,-1 5 0-16,-1 7 0 0,1 7 0 15,1 3 0-15,5 0 0 0,10-2 0 16,0-2 0-16,10-8 0 15,5-3 0-15,8-8 0 0,1-5 0 16,3-6 0-16,0-11 0 0,4-8-109 16,-8-5-627-16,2-7-52 0,-11 5-1361 15,-4-3-533-15</inkml:trace>
  <inkml:trace contextRef="#ctx0" brushRef="#br0" timeOffset="31510.55">10156 13621 6274 0,'0'0'765'0,"0"0"7"0,0 0-391 16,0 0-381-16,-42 15 0 0,28 23 0 15,2 11 0-15,3 4 0 16,7-1 0-16,2 0 0 0,0-1 0 16,11-4 0-16,-1-6 0 0,6-3 0 15,5-8 0-15,2-7 0 16,-5-8-373-16,-5-6-5121 0</inkml:trace>
  <inkml:trace contextRef="#ctx0" brushRef="#br0" timeOffset="33353.05">10699 14003 3325 0,'0'0'2225'15,"0"0"-1333"-15,-6-48-271 0,4 29 359 16,-6-1-831-16,2 3-149 0,-5 4 0 16,-3 4 0-16,1 6 0 0,-1 7 0 15,-3 9 0-15,3 10 0 0,-3 7 0 16,1 5 0-16,6 1 0 0,-1-3 0 15,5-4 0-15,2-4 0 16,4-9 0-16,10-2 0 0,1-8 0 16,5-6 0-16,5-3 0 0,-1-7 0 15,1-6 0-15,0-3 0 16,-5 0 0-16,-5 1 0 0,3 3 0 16,-8 3 0-16,1 5 0 0,-7 4 0 15,4 3 0-15,-4 2 0 0,0 6 0 16,2 10 0-16,2 1 0 15,0 0 0-15,-2-4 0 0,2-5 0 16,7-2 0-16,-1-2 0 0,4-6-1165 16,-5 0-368-16,1-5-992 0</inkml:trace>
  <inkml:trace contextRef="#ctx0" brushRef="#br0" timeOffset="33753.92">11218 13706 5490 0,'0'0'936'0,"0"0"-235"0,0 0 364 15,0 0-1065-15,-37 46 0 0,27-8 0 16,4 8 0-16,1 2 0 0,1-3 0 15,2 1 0-15,2-2 0 16,0-2 0-16,0-3 0 0,0-5 0 16,2-4 0-16,2-5 0 0,3-6 0 15,1-6 0-15,-6-5-1021 16,6-5-200-16,-6-4-2849 0</inkml:trace>
  <inkml:trace contextRef="#ctx0" brushRef="#br0" timeOffset="33926.44">11344 14000 7751 0,'0'0'441'0,"0"0"-441"0,0 0 0 15,-22 44 0-15,7-14 0 0,5 5 0 16,-1 0 0-16,5-6 0 0,6-4 0 16,0-2 0-16,6-6 0 0,5-5 0 15,3-6 0-15,-1-6-729 0,-5 0-2092 16,-2-12-1765-16</inkml:trace>
  <inkml:trace contextRef="#ctx0" brushRef="#br0" timeOffset="34065.74">11406 13801 7319 0,'0'0'873'0,"0"0"-873"16,0 0 0-16,0 0 0 0,0 0 0 15,0 0 0-15,0 0 0 0,0 0 0 16,-14 38-709-16,28-29-940 15,-3-4-236-15,-5 0-1780 0</inkml:trace>
  <inkml:trace contextRef="#ctx0" brushRef="#br0" timeOffset="34282.07">11566 13775 5766 0,'0'0'1113'0,"0"0"-553"0,0 0 193 15,0 0-753-15,0 0 0 16,-23 61 0-16,15-23 0 0,5 5 0 16,-1 0 0-16,-2 3 0 0,6 0 0 15,-4 2 0-15,2-4 0 16,2-2 0-16,0-5 0 0,0-8 0 16,2-8 0-16,8-10-521 0,-3-6-1020 15,1-7-576-15</inkml:trace>
  <inkml:trace contextRef="#ctx0" brushRef="#br0" timeOffset="34468.73">11692 13783 836 0,'0'0'5666'0,"0"0"-4929"0,0 0 163 16,0 0-847-16,0 0-53 0,0 0 0 16,-13 62 0-16,5-15 0 0,6 2 0 15,2-3 0-15,0-1 0 0,2 0 0 16,2 0 0-16,-4-1 0 0,0-5 0 15,0-1 0-15,-4-6 0 16,2-8-333-16,2-9-1056 0,-4-6-591 0</inkml:trace>
  <inkml:trace contextRef="#ctx0" brushRef="#br0" timeOffset="34608.47">11518 14070 6346 0,'0'0'617'15,"0"0"-297"-15,0 0 232 0,56-31-195 16,-33 24-357-16,-3 0 0 0,1 1 0 16,2 3 0-16,-5 1 0 0,3 2-1273 15,-9 2-276-15,-1 1-1572 0</inkml:trace>
  <inkml:trace contextRef="#ctx0" brushRef="#br0" timeOffset="34982.87">11795 13809 7019 0,'0'0'676'0,"0"0"-179"16,0 0-497-16,0 0 0 0,-4 57 0 15,0-18 0-15,2 6 0 0,2-1 0 16,0-6 0-16,2-1 0 0,6-2 0 15,-2 0 0-15,-2-4 0 16,7 0 0-16,-9-2 0 0,2-6 0 16,2-6-897-16,-6-5-596 0,4-7-696 0</inkml:trace>
  <inkml:trace contextRef="#ctx0" brushRef="#br0" timeOffset="35230.16">11933 14186 3933 0,'0'0'2874'0,"0"0"-1990"0,56-27-383 16,-33 8-501-16,-2 0 0 0,-5-1 0 16,-5 2 0-16,-3-1 0 0,-6 3 0 15,-2 1 0-15,-6 1 0 0,-5 2 0 16,-5 5 0-16,1 6 0 0,-5 6 0 16,3 10 0-16,-4 11 0 0,5 8 0 15,1 3 0-15,9 6 0 0,2-1 0 16,8-1 0-16,7-7 0 15,9-6 0-15,11-7 0 0,2-13 0 16,15-8 0-16,4-8 0 0,5-15 0 16,1-7-737-16,-12 4-1308 0,-7-4-1405 0</inkml:trace>
  <inkml:trace contextRef="#ctx0" brushRef="#br0" timeOffset="36022.76">8632 14417 2733 0,'0'0'12'0,"0"0"2165"0,21-33-741 0,-15 17-743 0,-6-1-37 15,0 3-171-15,-4-1-485 0,-2 0 0 16,-5 2 0-16,1 1 0 0,0 2 0 16,-1 1 0-16,-3 5 0 0,2 4 0 15,-3 10 0-15,-1 8 0 16,-1 10 0-16,1 9 0 0,1 4 0 16,5 2 0-16,4-4 0 0,6-3 0 15,0-8 0-15,10-5 0 16,2-9 0-16,7-8 0 0,-3-6 0 15,5-6 0-15,0-8 0 0,-5-6 0 16,5-3 0-16,-5-2 0 0,-1 3 0 16,-3 0 0-16,-5 5 0 0,1 6 0 15,-6 3 0-15,2 3 0 0,-4 2 0 16,0 2 0-16,0 1 0 0,0 3 0 16,0 12 0-16,0 14 0 0,-4 9 0 15,-2 8 0-15,-5 1 0 0,-1 3 0 16,2-1 0-16,1-2 0 15,3-2 0-15,0-3 0 0,6-10 0 16,0-7 0-16,2-9 0 0,6-9 0 16,5-7 0-16,3-9 0 15,5-14 0-15,4-9 0 0,-3-7 0 16,3-7-197-16,0-3-1272 0,-6 11-251 16,-5-1-349-16</inkml:trace>
  <inkml:trace contextRef="#ctx0" brushRef="#br0" timeOffset="36302.58">8880 14240 5390 0,'0'0'1733'0,"0"0"-1037"0,-27 54-323 0,13-22-373 16,4 6 0-16,3-1 0 0,-3 1 0 16,10-1 0-16,0-1 0 0,4-6 0 15,7-3 0-15,-1-6 0 0,2-3 0 16,3-8 0-16,-3-6 0 15,-1-4 0-15,3-1 0 0,-4-6 0 16,1-8 0-16,1-4 0 0,-2-4 0 16,1-5 0-16,-1-2 0 0,0-1 0 15,1 0 0-15,-5 2 0 16,2 1 0-16,-2 5 0 0,1 2 0 16,-3 7 0-16,0 6 0 0,-4 3-53 15,0 4-435-15,0 0-1121 16,-4 1-436-16,0 0-1252 0</inkml:trace>
  <inkml:trace contextRef="#ctx0" brushRef="#br0" timeOffset="36473.16">9079 14392 4237 0,'0'0'2193'0,"-8"46"-608"16,5-23-1408-16,-1 0-177 0,-2-2 0 15,6 0 0-15,-4-3 0 0,4-3 0 16,0-5 0-16,4-3 0 15,2-1 0-15,-2-5 0 0,3-1 0 16,-3 0-545-16,2-3-824 0,0-13-535 0</inkml:trace>
  <inkml:trace contextRef="#ctx0" brushRef="#br0" timeOffset="36589.68">9159 14141 4614 0,'0'0'1808'0,"25"-57"-299"0,-14 37-1248 16,-5 13-261-16,-6 5 0 15,0 0 0-15,0 2 0 0,-4 1 0 16,4 9 0-16,-2 7 0 0,2 5-825 16,6 4-376-16,-2-7-71 0,-2 0-1818 0</inkml:trace>
  <inkml:trace contextRef="#ctx0" brushRef="#br0" timeOffset="36907.53">9190 14531 2725 0,'0'0'3882'16,"0"0"-3130"-16,0 0-28 15,0 0-615-15,38 27-109 0,-18-30 0 16,5-8 0-16,-2-6 0 0,-2-1 0 16,-1-5 0-16,1 2 0 0,-9-1 0 15,-3 2 0-15,-3 3 0 16,-6 1 0-16,0 3 0 0,-6 1 0 16,-5 4 0-16,-3 2 0 0,1 2 0 15,-1 4 0-15,-3 5 0 16,3 8 0-16,-3 6 0 0,1 6 0 15,5 4 0-15,1 1 0 0,0 2 0 16,6 2 0-16,4 0 0 0,4-4 0 16,6-3 0-16,0-7 0 0,7-6 0 15,4-4 0-15,-1-9 0 0,7-2 0 16,0-9 0-16,4-4 0 0,-4-6 0 16,0-4 0-16,-2-7-893 0,-9 8-1628 15,-6-1-1089-15</inkml:trace>
  <inkml:trace contextRef="#ctx0" brushRef="#br0" timeOffset="37126.6">9515 14173 5590 0,'0'0'1221'16,"0"0"-429"-16,0 0-203 0,0 0-589 15,-4-34 0-15,4 34 0 16,0 0 0-16,0 4 0 0,0 12 0 15,4 16 0-15,2 7 0 0,0 9 0 16,3 1 0-16,-3-2 0 0,0 1 0 16,-2 1 0-16,-2-4 0 0,-2-3 0 15,4-5 0-15,-4-6 0 0,0-10 0 16,0-8-1401-16,-6-8-784 0</inkml:trace>
  <inkml:trace contextRef="#ctx0" brushRef="#br0" timeOffset="37264.01">9494 14462 2845 0,'0'0'3293'16,"0"0"-2064"-16,0 0-849 0,0 0-36 16,0 0-243-16,0 0-101 0,33-29 0 15,-12 25 0-15,0 1 0 16,-1 3 0-16,-3 0-1073 0,-7 0-376 16,-6 0-972-16</inkml:trace>
  <inkml:trace contextRef="#ctx0" brushRef="#br0" timeOffset="37667.83">9736 14518 4834 0,'0'0'1252'0,"31"-26"-775"0,-14 7 211 16,-11 2-272-16,2 2-156 0,-6-1 5 16,-2 1-265-16,-2 1 0 0,-8 2 0 15,-1 3 0-15,1 4 0 0,-4 6 0 16,3 10 0-16,-5 5 0 15,1 9 0-15,3 5 0 0,-3 4 0 16,9 6 0-16,2 2 0 0,4-2 0 16,0-5 0-16,15-7-53 0,1-7-83 15,9-6 48-15,-2-7 8 16,1-5 80-16,3-3-8 0,-6-3-4 16,0-3 12-16,-5-3 8 0,5-2 4 15,-9-1-12-15,3 0 60 0,-5 2 0 16,-4 0 100-16,5-2-83 15,-1 3-77-15,0-4 0 0,1-3 0 16,-1 3 0-16,0-1 0 0,3 1 0 16,1-3 0-16,1 1 0 0,1-3 0 15,1-1 0-15,-1 2 0 0,3-1 0 16,4 0 0-16,1 2 0 0,3-1 0 16,4 2 0-16,2-1-465 0,-8 5-2032 15,-4-2-532-15</inkml:trace>
  <inkml:trace contextRef="#ctx0" brushRef="#br0" timeOffset="64087.94">2431 17758 1764 0,'0'0'2978'15,"0"0"-2122"-15,0 0-132 0,0 0 277 16,0 0-461-16,0 0-211 0,0 0-329 16,0 0 0-16,0 0 0 15,-23 2 0-15,19-2 0 0,2 0 0 16,2 0 0-16,-6 0 0 0,4-1 0 15,0 0 0-15,2 1 0 0,-4-1 0 16,4 0 0-16,0 1 0 0,0 0 0 16,0 0 0-16,0 0 0 15,0 0 0-15,0 0 0 0,0 0 0 16,4 0 0-16,-4 2 0 0,2-1 0 16,2 1 0-16,2 1 0 0,2-1 0 15,1 1 0-15,-1-1 0 0,2 0 0 16,1-2 0-16,-5 0 0 15,4 1 0-15,0 1 0 0,-1-2 0 16,3 0 0-16,-2 0 0 0,11 1 0 16,-4-1 0-16,3-1 0 0,1-3 0 15,0-1 0-15,-5 1 0 0,5-1 0 16,-5 1 0-16,5 1 0 16,-6 2 0-16,1 1 0 0,1 0 0 15,-3 0 0-15,3 0 0 0,-5 1 0 16,7 0 0-16,-3-1 0 0,5 0 0 15,-5 0 0-15,3 0 0 0,-3-4 0 16,1 2 0-16,4-2 0 16,-5 2 0-16,1 0 0 0,-1 0 0 15,3 2 0-15,-7 0 0 0,3 2 0 16,1 1 0-16,1 1 0 0,-1-2 0 16,3 1 0-16,-2-2 0 0,-1 0 0 15,3 1 0-15,-1-2 0 0,1 0 0 16,-3 0 0-16,1-2 0 15,-3 0 0-15,3-1 0 0,4-3 0 16,-5 4 0-16,3-3 0 0,4 0 0 16,-3 2 0-16,1-2 0 0,2 0 0 15,1 4 0-15,-3-1 0 0,6 1 0 16,-4 1 0-16,-1 0 0 0,3-3 0 16,-2 2 0-16,2-1 0 15,4-2 0-15,-2 1 0 0,4-2 0 16,0-1 0-16,0 1 0 0,0 2 0 15,-2-1 0-15,-5 2 0 0,3-1 0 16,-4 2 0-16,2 1 0 0,-5 0 0 16,1 2 0-16,0 2 0 15,2-2 0-15,-5 2 0 0,1-2 0 16,-1 1 0-16,1-1 0 0,0-1 0 16,-7 0 0-16,2-1 0 0,-7 0 0 15,-3 0 0-15,0 0 0 0,-2 0 0 16,2 0 0-16,-4 0 0 15,2-1 0-15,0 0-405 0,0 0-739 16,2-1-5-16,-4-2-508 0</inkml:trace>
  <inkml:trace contextRef="#ctx0" brushRef="#br0" timeOffset="65220.71">16392 11878 4878 0,'0'0'1112'15,"0"0"-323"-15,0 0-29 0,0 0-107 16,0 0-653-16,0 0 0 0,0 0 0 16,-20 61 0-16,9-17 0 0,5 3 0 15,2 2 0-15,2 5 0 0,-2 4 0 16,0 3 0-16,2-3 0 0,-3-3 0 15,5-4 0-15,0-6 0 0,0-8 0 16,7-5-33-16,1-12-1107 16,0-9-2054-16</inkml:trace>
  <inkml:trace contextRef="#ctx0" brushRef="#br0" timeOffset="65687.82">16766 11954 6458 0,'0'0'881'0,"0"0"-197"0,-39-40-515 16,18 29-169-16,-3 4 0 0,-7 2 0 15,0 5 0-15,4 8 0 0,0 7 0 16,6 6 0-16,1 4 0 0,7 5 0 15,3 1 0-15,6 3 0 0,4 0 0 16,6 2 0-16,8-3 0 16,17-1 0-16,2 0 0 0,13 0 0 15,4-4 0-15,1 0 0 0,1-1 0 16,-9-2 0-16,-1 2 0 0,-11-2 0 16,-11 1 0-16,-9-1 0 15,-11-1 0-15,-9 1 0 0,-9-3 0 16,-13 1 0-16,-6-4 0 0,-9-4 0 15,-1-3 0-15,-1-8 0 16,7-5 0-16,3-10 0 0,12-11 0 16,5-6 0-16,11-9 0 0,10-8 0 15,16-5 0-15,11-1 0 0,12-1 0 16,5 5 0-16,3 4 0 0,-1 8 0 16,-9 6 0-16,-10 7 0 0,-7 7 0 15,-7 6 0-15,-9 4 0 0,-4 2 0 16,0 0 0-16,0 1-1505 0,-4-3-5134 0</inkml:trace>
  <inkml:trace contextRef="#ctx0" brushRef="#br0" timeOffset="66171.92">17275 12107 6226 0,'0'0'1213'0,"0"-39"-605"0,-10 18-463 15,-1 4-145-15,-5 2 0 0,-9 7 0 16,2 5 0-16,-6 3 0 0,0 9 0 16,2 8 0-16,3 6 0 15,-1 7 0-15,4 6 0 0,5 5 0 16,5 4 0-16,5 4 0 0,6 0 0 16,6-2 0-16,9-4 0 15,10-8 0-15,8-10 0 0,10-8 0 16,9-12 0-16,4-7 0 0,-7-9 0 15,3-8 0-15,-15-5 0 16,-6-5 0-16,-8-4 0 0,-15-1 0 0,-6-3 0 16,-8-1 0-16,-7-2 0 15,-5-2 0-15,-5 1 0 0,-4-2 0 16,2 5 0-16,-1 10 0 0,5 10 0 16,4 10 0-16,9 5 0 0,6 8 0 15,2 11 0-15,2 5-885 0,2-3-1476 16,2 0-709-16</inkml:trace>
  <inkml:trace contextRef="#ctx0" brushRef="#br0" timeOffset="66560.22">17752 12165 5094 0,'0'0'0'16,"0"0"-224"-16,-8-45 208 0,16 32-16 15,5-4-92-15,1 1 124 0,3-1 32 16,-7-2 532-16,-4 0 1053 16,-6 1-621-16,-2 1-711 0,-6-1-285 15,-4 6 0-15,-9 2 0 0,-4 5 0 16,-4 3 0-16,-6 3 0 0,-2 9 0 16,2 7 0-16,-2 7 0 0,6 8 0 15,-3 8 0-15,10 6 0 0,1 4 0 16,13 0 0-16,10-1 0 0,6-6 0 15,19-5 0-15,8-9 0 0,8-11 0 16,13-6 0-16,2-9 0 16,-3-6 0-16,5-7 0 0,-6-7 0 15,-11-8 0-15,-8-4 0 0,-12-7 0 16,-7-4 0-16,-9-2 0 0,-10 1 0 16,-9-1 0-16,-9 0 0 0,-6 1 0 15,-4 7 0-15,2 4 0 16,0 7 0-16,13 6 0 0,5 5-1461 15,3 1-1265-15</inkml:trace>
  <inkml:trace contextRef="#ctx0" brushRef="#br0" timeOffset="67637.11">18563 12036 5610 0,'0'0'1249'15,"0"0"-525"-15,-15 34-115 0,7-8-609 16,0 9 0-16,-3 4 0 16,1 6 0-16,-2 1 0 0,3-2 0 15,3-1 0-15,4-3 0 0,-2-4 0 16,4-4 0-16,0-4 0 0,0-8 0 16,4-6-29-16,-2-6-1251 0,2-8-2538 0</inkml:trace>
  <inkml:trace contextRef="#ctx0" brushRef="#br0" timeOffset="68244.72">18492 12054 6122 0,'0'0'204'0,"0"0"837"0,0 0-216 16,-14-44-825-16,20 25 0 0,11 1 0 15,3 2 0-15,7 0 0 0,6 1 0 0,5 1 0 16,-1 5 0-16,0 5 0 16,-4 2 0-16,-2 3 0 0,-4 5 0 15,-6 4 0-15,-7-1 0 0,-4 4 0 16,-3 1 0-16,-3 1 0 0,-4 2 0 15,-4 3 0-15,-7 1 0 0,-1 0 0 16,-7-1 0-16,1 1 0 0,-7-5 0 16,0-1 0-16,4-3 0 15,-1-4 0-15,1-5 0 0,11-3 0 16,-1-11-401-16,11 2-811 0,0-3-705 0</inkml:trace>
  <inkml:trace contextRef="#ctx0" brushRef="#br0" timeOffset="69034.31">18588 12116 5678 0,'0'0'372'0,"0"0"573"0,0 0-125 15,0 0-452-15,0 0-359 0,10 62-9 16,-4-18 0-16,0 2 0 0,9 0 0 16,-3-9 0-16,7 0 0 15,1-4 0-15,3-3 0 0,2-3 0 16,2-6 0-16,4 0 0 0,-2-6 0 16,-4-7-589-16,-3-3-1064 15,-3-5-696-15</inkml:trace>
  <inkml:trace contextRef="#ctx0" brushRef="#br0" timeOffset="69283.61">19053 12001 6635 0,'0'0'1120'0,"0"0"-683"16,-7 35-437-16,5 0 0 0,-2 12 0 16,0 4 0-16,-2 0 0 15,6-4 0-15,-4-2 0 0,-2 0 0 16,4-4 0-16,-3-4 0 0,1-5 0 16,2-7 0-16,2-6-749 15,-2-9-572-15,2-8-3221 0</inkml:trace>
  <inkml:trace contextRef="#ctx0" brushRef="#br0" timeOffset="69764.55">18999 12001 5438 0,'0'0'1397'15,"4"-41"-629"-15,6 21-179 0,5 3-589 16,1 8 0-16,3 3 0 0,0 6 0 16,1 4 0-16,-1 7 0 0,-1 8 0 15,-1 3 0-15,-3 3 0 0,-1 3 0 16,1 1 0-16,-7 1 0 0,-3-1 0 15,-4 0 0-15,-4-1 0 0,-7-1 0 16,-9-5 0-16,-3 1 0 0,-4-5 0 16,-2-3 0-16,0-3 0 15,0-5 0-15,6-3 0 0,3-4 0 16,9 0-1053-16,5-2-264 0,6 0-312 0</inkml:trace>
  <inkml:trace contextRef="#ctx0" brushRef="#br0" timeOffset="70311.56">19330 12556 6178 0,'0'0'1209'15,"0"0"-404"-15,0 0-805 0,6-33 0 16,2 4 0-16,5-7 0 0,1-4 0 16,0-2 0-16,-1-8 0 15,5-3 0-15,-3-6 0 0,4 1 0 16,-3 3 0-16,1 5 0 0,-3 10 0 15,-8 8 0-15,5 13 0 0,-7 6 0 16,-2 7 0-16,0 6 0 16,-2 0 0-16,0 13 0 0,2 14 0 15,-2 11 0-15,0 9 0 0,-2 2 0 16,2-4 0-16,2-5 0 0,8-5 0 16,1-9 0-16,5-7 0 0,1-6 0 15,-3-7 0-15,1-6 0 0,-3-6 0 16,3-7 0-16,-1-6 0 0,-2-6 0 15,-1-1 0-15,3-1 0 0,3-4 0 16,-3 4 0-16,-1 1 0 0,3 6 0 16,-6 6 0-16,-1 8 0 15,-7 4 0-15,4 4 0 0,-2 10 0 16,4 12 0-16,-1 10 0 0,-5 8 0 16,0 3 0-16,-2-2 0 0,-2 1 0 15,0-3 0-15,2-2 0 16,0-1 0-16,0-5 0 0,0-7-917 15,0-3-956-15</inkml:trace>
  <inkml:trace contextRef="#ctx0" brushRef="#br0" timeOffset="71014.46">16214 13428 5410 0,'0'0'2265'15,"0"0"-1785"-15,0 0-443 0,0 0-37 16,52-3 0-16,-10-2 0 0,9-3 0 15,9-4 0-15,-2-1 0 16,10 0 0-16,5-2 0 0,-5 2 0 16,-4 0 0-16,-8 2 0 0,-11 4 0 15,-10 0 0-15,-8 3 0 0,-10 4 0 16,-13 0-1714-16,-4 1-539 16,-10 3-1504-16</inkml:trace>
  <inkml:trace contextRef="#ctx0" brushRef="#br0" timeOffset="71195.61">16365 13582 7319 0,'0'0'688'0,"40"15"-503"0,-9-10-185 15,6-3 0-15,4-2 0 0,7 0 0 16,3-6 0-16,3 1 0 0,-2-1 0 15,4 1 0-15,-7-1 0 16,3-5 0-16,-15 3-1678 0,-6-6-2740 0</inkml:trace>
  <inkml:trace contextRef="#ctx0" brushRef="#br0" timeOffset="72508.27">17438 13342 4273 0,'0'0'313'0,"0"0"3"0,0 0 688 15,0 0-500-15,0 0-171 0,0 0 279 16,-4-36-248-16,14 19 0 0,1-1-255 15,3 0-109-15,3 2 0 16,1 0 0-16,1 0 0 0,2 2 0 16,-1 3 0-16,1 0 0 0,-4 6 0 15,3 3 0-15,-3 2 0 0,1 8 0 16,1 5 0-16,-5 4 0 16,3 3 0-16,-7 4 0 0,1 6 0 15,-7 4 0-15,-4 4 0 0,-4 1 0 16,-3 1 0-16,-3 0 0 0,0-3 0 15,-1-2 0-15,-3-3 0 16,-3-1 0-16,-3-5 0 0,3-2 0 16,-3-3 0-16,3-8 0 0,-4-4 0 15,1-5 0-15,3-4 0 0,1-6 0 16,-3-5 0-16,2-1 0 0,5-8 0 16,-2-1 0-16,3-2 0 0,7 0 0 15,4 2 0-15,4 5 0 0,7 4 0 16,5 6 0-16,5 5 0 0,4 2 0 15,-3 9 0-15,7 4 0 16,-6 2 0-16,2 2 0 0,-2 3 0 16,1 0 0-16,-3 0 0 0,2-2 0 15,-3-3 0-15,5-3 0 0,-6-4 0 16,2-4 0-16,-5-4-1569 0,-4-1-885 16</inkml:trace>
  <inkml:trace contextRef="#ctx0" brushRef="#br0" timeOffset="73803.75">18085 13259 5174 0,'0'0'792'0,"0"0"-195"0,-10-45 27 0,4 34 116 16,-5 1-475-16,1 0-265 0,0 4 0 15,-7 2 0-15,3 4 0 0,-3 6 0 16,1 8 0-16,-5 9 0 0,6 12 0 16,-3 10 0-16,-3 7 0 0,7 5 0 15,3 2 0-15,5-2 0 0,2-3 0 16,8-6 0-16,7-9 0 0,5-9 0 15,9-9 0-15,8-11 0 16,2-10 0-16,4-7 0 0,1-12 0 16,-3-10 0-16,-4-7 0 0,-6-5 0 15,-2-5 0-15,-9-2 0 0,-6-1 0 16,-5-2 0-16,-5-3 0 16,-9 2 0-16,-3 4 0 0,-7 5 0 15,-3 11 0-15,-3 15 0 0,2 13 0 16,-2 8-313-16,7 7-2180 0,3 6-116 0</inkml:trace>
  <inkml:trace contextRef="#ctx0" brushRef="#br0" timeOffset="75845.67">18530 13241 5994 0,'0'0'416'0,"-9"-34"585"16,3 20-513-16,4 3-195 0,-2 4-293 16,0 1 0-16,0 5 0 0,-2-1 0 15,-5 2 0-15,1 13 0 0,-11 15 0 16,-2 12 0-16,-3 13 0 0,1 7 0 15,2-1 0-15,2-1 0 16,5-2 0-16,8-5 0 0,5-7 0 16,10-8 0-16,7-9 0 0,9-8 0 15,10-10 0-15,4-9 0 16,5-9 0-16,-3-11 0 0,-2-5 0 0,-6-7 0 16,-8-5 0-16,-1-3 0 15,-9-4 0-15,-11-4 0 0,-2-4 0 16,-10-2 0-16,-11-1 0 0,0 6 0 15,-6 6 0-15,5 11 0 16,1 9 0-16,2 13 0 0,3 8 0 16,6 2 0-16,-3 6-1637 0</inkml:trace>
  <inkml:trace contextRef="#ctx0" brushRef="#br0" timeOffset="76930.03">19179 13336 3605 0,'0'0'752'16,"0"0"77"-16,0 0-265 0,0 0-252 16,0 0-64-16,0 0-224 0,0 0-12 15,0 0-4-15,-23 38 4 0,40-15 36 16,-1 7 125-16,-1 5 27 16,-5-1 20-16,-4 0 140 0,-6-2-184 15,0-4-8-15,-6-3 44 0,4-6-152 16,-2-4-4-16,-3-7 97 0,3-4-153 15,0-4 0-15,2-2 0 0,-6-9 0 16,2-10 0-16,-5-8 0 16,7-2 0-16,-2-4 0 0,4-1 0 15,-2-4 0-15,0 2 0 0,4 4 0 16,10 6 0-16,0 9 0 0,7 5 0 16,-1 3 0-16,7 2 0 0,0 2 0 15,4 1 0-15,-2 1 0 0,1 1 0 16,-3 1 0-16,-2 0 0 0,-3 2 0 15,-5 0-465-15,3-1-1372 0</inkml:trace>
  <inkml:trace contextRef="#ctx0" brushRef="#br0" timeOffset="77730.06">19520 13407 5374 0,'0'0'280'0,"-17"55"272"0,11-18 133 15,6 3-225-15,0 3-92 0,4 1 105 16,2 2-473-16,-1 3 0 0,1-1 0 15,-2-1 0-15,-2-2 0 16,-2-5 0-16,4-5 0 0,-2-10 0 16,-2-8 0-16,2-7-725 0,0-5-336 15,-2-5-1768-15</inkml:trace>
  <inkml:trace contextRef="#ctx0" brushRef="#br0" timeOffset="78011.33">19491 13364 6170 0,'0'0'132'0,"0"0"617"0,-25-36 239 15,29 24-835-15,2-2-153 0,9 2 0 16,6 6 0-16,1 2 0 0,9 4 0 16,0 4 0-16,0 5 0 0,-4 4 0 15,-6 2 0-15,-5 2 0 0,-9 1 0 16,-3 2 0-16,-8 1 0 0,-7 1 0 15,-7 1 0-15,-11 1 0 16,-2-3 0-16,0-1 0 0,-2-5 0 16,6-5 0-16,2-3 0 0,8-5 0 15,13-2 0-15,2 0-101 0,6 0-467 16,13-1-857-16,-5 0 133 0,19-4-465 16</inkml:trace>
  <inkml:trace contextRef="#ctx0" brushRef="#br0" timeOffset="78479.27">20012 13272 6158 0,'0'0'901'0,"0"0"75"0,0 0-819 16,0 0-157-16,0 0 0 0,0 0 0 15,0 0 0-15,0 0 0 0,-44-32 0 16,26 35 0-16,-3 8 0 0,0 6 0 15,1 6 0-15,3 0 0 16,7 0 0-16,8-3 0 0,4-1 0 16,8-4 0-16,11 0 0 0,8-1 0 15,0-3 0-15,6-1 0 0,-2 0 0 16,-2 0 0-16,-4 1 0 0,-2 0 0 16,-9-1 0-16,-5 1 0 0,-9-1 0 15,-2 1 0-15,-7 1 0 0,-9-1 0 16,-5 1 0-16,-2-4 0 0,-5-4 0 15,-3-4 0-15,-3-5 0 16,8-5 0-16,-5-2 0 0,0-2 0 16,8 5 0-16,-6-2-2206 0</inkml:trace>
  <inkml:trace contextRef="#ctx0" brushRef="#br0" timeOffset="84740.35">5213 11884 3209 0,'0'0'544'16,"0"0"257"-16,0 0-209 0,0 0-112 16,0 38 240-16,0-14-383 0,0 3 11 15,0 5 160-15,0 3-332 16,-4 2-64-16,2 4 76 0,-2 2-140 15,0 4-12-15,2 0-36 0,2 4 8 16,0 0-8-16,0 1 0 16,2 1-8-16,6 1 8 0,-2 2 0 15,-2-3 8-15,-2 0-8 0,3-3 72 16,-1-2-59-16,2-6-13 0,-6-2 0 16,0-4 0-16,0-5 0 0,0-3 0 15,-4-4 0-15,2-5 0 0,0-6 0 16,0-3 0-16,2-5 0 0,0-1 0 15,0-2 0-15,0 2 0 16,0-2 0-16,-5 1 0 0,3-3 0 16,2 0 0-16,-4 0-173 0,4-1-263 15,0-3-1453-15,0-6-1260 0</inkml:trace>
  <inkml:trace contextRef="#ctx0" brushRef="#br0" timeOffset="85508.2">4876 13474 3381 0,'0'0'496'0,"0"0"29"16,0 0 411-16,0 0-440 0,0 0-64 16,0 0 161-16,0 0-341 0,0 0 20 15,-14-35 112-15,24 15-260 0,1-3-20 16,5 1 40-16,1 2-108 16,1 4-19-16,-1 3-17 0,3 4 0 15,-5 4 0-15,-3 5 0 0,3 5 0 16,-3 8 0-16,-4 5 0 0,3 6-77 15,-5 5 21-15,-4 3-44 16,0 1-60-16,-2 0 40 0,-4-1 52 16,0-3 48-16,-2-4 20 0,-1-1 20 15,3-3-8-15,-6-3-4 0,4-3 0 16,-5-2-4-16,3-5-4 0,2-3 0 16,0-2-24-16,0-3-4 0,1 0-64 15,-5-3 12-15,0-7 68 0,4-6 4 16,-5-3 16-16,11-1 0 0,-4 4 120 15,4 4-84-15,0 3 36 16,4 5 80-16,0 1-128 0,9 3-16 16,1 3-16-16,5 6-12 0,1 4 12 15,-1-1 0-15,-2 0-12 16,-1 0-36-16,5-3-216 0,0-1-120 16,-5-4-401-16,1-3-1091 0,-3-1-754 0</inkml:trace>
  <inkml:trace contextRef="#ctx0" brushRef="#br0" timeOffset="85820.16">5244 13379 6086 0,'0'0'609'0,"0"0"-117"0,-37-9 160 15,27 18-460-15,-5 8-48 0,9 9-127 16,-4 3-17-16,4 7 0 0,1 2 0 15,5-3 0-15,2 0 0 16,7-7 0-16,3-5 0 0,7-7 0 16,1-10 0-16,3-5 0 0,2-6 0 15,-4-8 0-15,1-5 0 16,-1-2 0-16,-6-4 0 0,-5 0 0 16,-4-2 0-16,-6 4 0 0,-4-1 0 15,-2 0 0-15,-5 3 0 0,1 3 0 16,-4 2 0-16,1 0-177 0,3 4-371 15,-1 4-32-15,1 1-345 0,10 5 157 16,-4 0-121-16,4 1-1716 0</inkml:trace>
  <inkml:trace contextRef="#ctx0" brushRef="#br0" timeOffset="86109.22">5476 13419 5470 0,'0'0'1137'0,"0"0"-385"16,0 0 81-16,0 0-833 0,-48-14 0 16,34 25 0-16,3 7 0 0,5 3 0 15,6 5 0-15,0 0 0 0,0 1 0 16,11-2 0-16,-1-1 0 16,4-3 0-16,3-9 0 0,-1-4 0 15,5-6 0-15,0-3 0 0,-1-8 0 16,3-3 0-16,-4-8 0 0,-3-1 0 15,1-4 0-15,-7-2 0 16,-6 0 0-16,-4 2 0 0,-2 0 0 16,-4 1 0-16,-6 0 0 0,-9 0-881 15,7 6-1200-15,-3-1-2481 0</inkml:trace>
  <inkml:trace contextRef="#ctx0" brushRef="#br0" timeOffset="86590.38">6048 11969 4774 0,'0'0'816'0,"-6"56"-452"0,2-17 329 0,4-1-357 16,0 5-32-16,0 1 88 0,4 2-292 15,-4 4-40-15,6-4-32 0,-6 1-28 16,5-3-32-16,1-2-576 16,-4-12-485-16,2-2-555 0</inkml:trace>
  <inkml:trace contextRef="#ctx0" brushRef="#br0" timeOffset="87060.26">5953 13136 4297 0,'0'0'1365'16,"0"0"-737"-16,0 0-107 0,0 0 155 15,13 55-324-15,-9-24-148 0,-4-1-55 16,0 0-149-16,-4-3 0 0,2 0 0 15,-2-5 0-15,-1 0 0 16,3-8 0-16,-2-4 0 0,4-3 0 16,0-5 0-16,0 0 0 0,0-2 0 15,0 0 0-15,0 0 0 0,4 0 0 16,3-3 0-16,-1-4 0 16,12-1 0-16,-1-2 0 0,-1 0 0 15,1 2 0-15,-1 1 0 0,-1 0-409 16,-1 2 25-16,3-2-428 0,-11 3-417 15,2-2-468-15</inkml:trace>
  <inkml:trace contextRef="#ctx0" brushRef="#br0" timeOffset="87230.36">6063 13244 5070 0,'0'0'640'0,"-4"40"44"16,4-13-251-16,0 1-161 0,0 3 92 15,0 1-244-15,0 1-36 16,0-1-72-16,0-3-12 0,2-6-88 16,0-3-596-16,4-6-281 0,-2-5-267 0</inkml:trace>
  <inkml:trace contextRef="#ctx0" brushRef="#br0" timeOffset="87525.91">6263 13231 6583 0,'0'0'852'0,"-41"-5"-95"0,20 8-757 16,5 5 0-16,-1 5 0 15,3 3 0-15,3 4 0 0,5 2 0 16,2 4 0-16,4 0 0 0,4 1 0 16,7-2 0-16,5-4 0 0,5-6 0 15,-1-5 0-15,7-4 0 0,-2-6 0 16,4-6 0-16,-2-4 0 0,-2-4 0 15,0-2 0-15,-9-2 0 16,-6-3 0-16,1 0 0 0,-11 0 0 16,0-1 0-16,-8 2 0 0,-3 1 0 15,-1 1 0-15,-3 5 0 0,-1 2 0 16,-5 6 0-16,5 4-225 16,5 1-403-16,5 6-797 0,2 0-136 15,4 0-880-15</inkml:trace>
  <inkml:trace contextRef="#ctx0" brushRef="#br0" timeOffset="87808.19">6491 13280 5906 0,'0'0'833'0,"0"0"387"16,-21-40-987-16,15 28-233 0,0 2 0 15,2 4 0-15,-1 4 0 0,3 2 0 16,-2 4 0-16,2 13 0 0,-2 10 0 15,4 9 0-15,2 3 0 16,6-4 0-16,3-7 0 0,-1-2 0 16,0-4 0-16,1-2 0 0,1-4 0 15,-2-6 0-15,5-4 0 0,-3-4 0 16,-1-2 0-16,3-9 0 16,-4-5 0-16,1-7 0 0,-1-3 0 15,-4-4 0-15,-6 1 0 0,0 0 0 16,0 1 0-16,-10 1 0 0,4 6-689 15,-9 1-2008-15</inkml:trace>
  <inkml:trace contextRef="#ctx0" brushRef="#br0" timeOffset="88850.38">6927 12503 4558 0,'0'0'692'16,"0"0"392"-16,0 0-515 15,-12 55-21-15,7-24 136 0,-1 4-627 16,-2-2-57-16,6-3 0 0,2-2 0 15,0-3 0-15,0 3 0 16,6 1 0-16,0 2 0 0,3 3-1457 16,1-5-312-16,-4-1-364 0</inkml:trace>
  <inkml:trace contextRef="#ctx0" brushRef="#br0" timeOffset="89364.81">6937 13276 5362 0,'0'0'744'15,"0"0"-287"-15,-37-34 43 0,27 31 88 16,-1 3-272-16,5 3-91 0,-4 8-225 15,4 7 0-15,2 8 0 16,-1 9 0-16,3 1 0 0,2 4 0 16,2 0 0-16,7-1 0 0,-3-4 0 15,6-6 0-15,3-7 0 16,5-6 0-16,-3-11 0 0,2-5 0 16,3-8 0-16,-7-7 0 0,1-5 0 15,-3-2 0-15,-5 0 0 0,-6 0 0 16,-2 4 0-16,-2 4 0 0,-8 7-149 15,-7 7 25-15,-4 3 16 16,1 9-100-16,3 6 156 0,3 1 24 16,3 2-28-16,-3-1-28 0,6-2-620 15,4-6-317-15,-1-3-296 0</inkml:trace>
  <inkml:trace contextRef="#ctx0" brushRef="#br0" timeOffset="89690.16">7169 13212 6330 0,'0'0'369'15,"-44"11"263"-15,24-5-124 0,3 3-292 16,3 4-79-16,1 4-137 16,3 6 0-16,0 8 0 0,5 2 0 15,-1 5 0-15,6-1 0 0,0-1 0 16,11-6 0-16,-1-6 0 0,6-6 0 15,5-7 0-15,2-6 0 16,2-5 0-16,2-11 0 0,-1-6 0 16,-1-7 0-16,-2-5 0 0,-4-5 0 15,-9-1 0-15,-4 1 0 0,-6 0 0 16,-4 4 0-16,-6 2 0 0,-3 1 0 16,-1 5 0-16,-7 3 0 0,5 6 0 15,-1 6-49-15,3 5-343 0,7 2-436 16,3 6-17-16,-2 1-367 0,0 2-3194 0</inkml:trace>
  <inkml:trace contextRef="#ctx0" brushRef="#br0" timeOffset="89970.18">7353 13268 6867 0,'0'0'1300'0,"0"0"-1275"16,0 0-25-16,0 0 0 0,0 0 0 15,0 0 0-15,-33-25 0 16,22 37 0-16,5 12 0 0,2 5 0 16,4 6 0-16,0-1 0 0,10-5 0 15,-3-3 0-15,3-7 0 0,4-4 0 16,-1-7 0-16,1-5 0 0,3-4 0 16,-1-7 0-16,3-9 0 0,-7-4 0 15,-1-5 0-15,-3-4 0 0,-6-2 0 16,-2-2 0-16,-2 2 0 0,-8 0 0 15,-5 1 0-15,-6 4 0 16,1 3 0-16,-1 9 0 0,5 8 0 16,-1 6-1770-16,3 3-1047 0</inkml:trace>
  <inkml:trace contextRef="#ctx0" brushRef="#br0" timeOffset="106064.46">9885 10974 3837 0,'0'0'528'0,"0"0"453"0,0 0-413 15,0 0-116-15,0 0 37 0,0 0-297 16,0 0-48-16,0 0 28 0,0 0-128 16,-12 19 16-16,7-7 92 0,-1 2-100 15,2 4 40-15,-8 3 100 16,1 0-96-16,1 4 8 0,-4 4-67 16,-3-1-37-16,-4 4 0 0,5 1 0 15,-5-1 0-15,5 2 0 0,1-2 0 16,-1 0 0-16,1 0 0 0,5 0 0 15,-1-1 0-15,5 3 0 0,0 1 0 16,2 3 0-16,-6 2 0 0,-1 3 0 16,1-1 0-16,-2 0 0 0,1-2 0 15,-3-3 0-15,3-3 0 16,1-2 0-16,-2-3 0 0,3-4 0 16,3-3 0-16,0-4-17 15,2-5 17-15,0-2-4 0,2-6-4 16,2-1 8-16,-5-1 4 0,5 0 21 15,-4 0-25-15,2-3 0 0,-2-4 0 16,-2-5 0-16,2-9 0 16,-2-5 0-16,-1-5 0 0,-1 0 0 15,2 1 0-15,0 2 0 0,-3 2 0 16,7 4 0-16,-2 3 0 0,0 7 0 16,2 3 0-16,2 2 0 0,-4 3 0 15,4 0 0-15,0 0 0 0,0 1 0 16,0 1 0-16,0 6 0 0,4 10 0 15,2 4 0-15,5 7 0 0,-1 5 0 16,4-2 0-16,-7 0 0 0,3-1 0 16,0 0 0-16,-4-4 0 15,1-4 0-15,1-4 0 0,-2-6 0 16,-2-5 0-16,-2-3 0 0,2-4 0 16,7-4 0-16,5-10 0 15,15-12 0-15,11-12 0 0,1-3 0 16,5 1 0-16,-7 7 0 0,-10 11-1105 15,-14 4-1152-15</inkml:trace>
  <inkml:trace contextRef="#ctx0" brushRef="#br0" timeOffset="108261.57">10203 10507 2549 0,'0'0'556'0,"0"0"520"15,21-39-295-15,-19 29-153 16,-2 3 328-16,0 4-375 0,0-1-133 16,0 2 169-16,-2-1-617 0,-6 1 0 15,2 2 0-15,-5 5 0 0,-5 5 0 16,1 8 0-16,3 6 0 0,-3 6 0 15,1 6 0-15,-3 4 0 16,5 3 0-16,2 7 0 0,-1 2 0 16,3 1 0-16,6 1 0 0,2-5 0 15,2-5 0-15,8-9 0 16,9-7 0-16,2-11 0 0,1-6 0 16,3-7 0-16,-2-4 0 0,4-8 0 15,-2-5 0-15,-5-4 0 0,1-2 0 16,-11-2 0-16,-4 2 0 0,-10 2 0 15,-8 3 0-15,-9 5 0 0,-4 2 0 16,3 5 0-16,-9 5 0 0,6 4 0 16,4 3 0-16,5-1 0 0,5-3 0 15,9 0 0-15,2-4-393 16,2-2-1180-16,-2 0-135 0,15-2-513 0</inkml:trace>
  <inkml:trace contextRef="#ctx0" brushRef="#br0" timeOffset="108494.63">10371 10696 5846 0,'0'0'1089'0,"0"0"51"0,0 0-1023 0,0 0-117 0,0 0 0 15,6 51 0-15,0-30 0 0,4-2 0 16,1-2 0-16,3-2 0 0,-1 0 0 16,1-2 0-16,3-2 0 0,-3-1 0 15,-1-3 0-15,1-3 0 16,-8 0-773-16,0-4-660 0,-1 0-488 0</inkml:trace>
  <inkml:trace contextRef="#ctx0" brushRef="#br0" timeOffset="108696.07">10447 10712 4790 0,'-18'33'1276'16,"-3"1"-836"-16,-8 11 13 0,0-2-49 15,4 0-316-15,3-4-32 0,1-9-52 16,11-6-4-16,5-10-312 0,1-7-1649 15,8-7-1565-15</inkml:trace>
  <inkml:trace contextRef="#ctx0" brushRef="#br0" timeOffset="110365.95">10797 10527 4494 0,'0'0'900'16,"0"0"-64"-16,0 0 241 0,0 0-581 16,0 0-124-16,-42-16-355 0,22 13-17 15,-1 3 0-15,0 0 0 16,1 0 0-16,3 0 0 0,0 0 0 16,7 4 0-16,-4 2 0 0,7 4 0 15,-3 2 0-15,4 3 0 0,2 2 0 16,4 2 0-16,0 0 0 0,4-1 0 15,6-1 0-15,3-1 0 0,7-2 0 16,7-2 0-16,4 0 0 0,0-5 0 16,0-1 0-16,-4-1 0 0,0 1 0 15,-10 1 0-15,-7 2 0 16,-2 3 0-16,-8 2 0 0,-4 1 0 16,-10 3 0-16,-3 1 0 0,-6 2 0 15,-2 1 0-15,-6-3 0 0,0 1 0 16,2-4 0-16,1-5 0 15,1-2 0-15,6-7 0 0,4-2 0 16,7-8 0-16,4-6-217 0,6-5-527 16,10-8-141-16,1 5-1192 0,5-3 45 0</inkml:trace>
  <inkml:trace contextRef="#ctx0" brushRef="#br0" timeOffset="110507.34">10935 10640 6883 0,'-12'39'660'0,"1"-1"-272"0,1 3-127 16,0-4-261-16,3-4 0 0,-1-1 0 15,6-6 0-15,-2-4 0 16,4-6 0-16,0-4-409 0,0-5-411 16,0-5-1481-16,0-2-689 0</inkml:trace>
  <inkml:trace contextRef="#ctx0" brushRef="#br0" timeOffset="110869.33">10925 10544 7171 0,'0'0'936'0,"0"0"-851"0,10-36-85 15,-2 27 0-15,5 2 0 0,-3 2 0 16,5 1 0-16,-3 4 0 0,2 0 0 15,3 5 0-15,-3 3 0 0,-1 4 0 16,1 1 0-16,-3 1 0 0,-1 4 0 16,-8 1 0-16,2 1 0 0,-8 0 0 15,-2 3 0-15,-5-3 0 16,-9 1 0-16,3 1 0 0,-3-5 0 16,-7 0 0-16,2-3 0 0,8-3 0 15,1-4 0-15,6-2 0 0,5-3 0 16,5 0 0-16,0 1 0 15,0 3 0-15,9 6 0 0,3 5 0 16,5 4 0-16,1 0 0 0,3-3 0 16,-5-3 0-16,7-2 0 0,2 0 0 15,-2 1 0-15,6-1 0 16,-7 0-473-16,-1-3-1004 0,-6-1-4613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43:39.68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26873 12008 7459 0,'0'0'620'0,"0"0"-507"0,0 0-113 16,0 0 0-16,-9 35 0 0,-5 5 0 16,-3 16 0-16,3 10 0 0,-1 8 0 15,7-1 0-15,4 10 0 0,2 10 0 16,2 11 0-16,0 14 0 0,2 10 0 15,-2 9 0-15,-2 10 0 0,-4 12 0 16,2 9 0-16,-3 11 0 16,-1 6 0-16,0 10 0 0,0 7 0 15,1 3 0-15,-1 9 0 0,0 6 0 16,-5-3 0-16,-3 7 0 0,-5 0 0 16,-2-6 0-16,-5 5 0 15,-3-6 0-15,-3-5 0 0,-3-4 0 16,4-13 0-16,-2-10 0 15,2-13 0-15,4-18 0 0,4-19 0 16,7-17 0-16,5-20 0 0,9-28 0 16,4-13 0-16,4-18 0 0,11-19-1173 15,-3-7-580-15,9-18-676 0</inkml:trace>
  <inkml:trace contextRef="#ctx0" brushRef="#br0" timeOffset="491.4">28098 11772 6254 0,'0'0'1569'0,"-2"44"-1200"16,4-3-369-16,3 12 0 0,-1 19 0 15,-4 15 0-15,-2 16 0 0,-5 12 0 16,3 11 0-16,0 9 0 0,4 7 0 15,0 13 0-15,6 8 0 0,5 9 0 16,-3 5 0-16,-2 7 0 16,0 9 0-16,3 3 0 0,-1 7 0 15,0 5 0-15,0 5 0 0,-1 6 0 16,-7 2 0-16,0 1 0 0,0 5 0 16,-5-5 0-16,1 0 0 15,-2-5 0-15,0-9 0 0,-4-1 0 16,-3-13 0-16,-1-13 0 15,-7-12 0-15,-4-15 0 0,-2-15 0 16,-2-16 0-16,-2-16 0 0,-2-23 0 16,4-14 0-16,3-24 0 0,5-17 0 15,0-17-685-15,7-10-420 0,1-9-2024 0</inkml:trace>
  <inkml:trace contextRef="#ctx0" brushRef="#br0" timeOffset="1051.32">29998 12162 7999 0,'0'86'193'0,"6"12"-193"0,7 22 0 16,1 7 0-16,1 14 0 0,-5 12 0 16,-2 17 0-16,0 12 0 0,-1 11 0 15,1 15 0-15,-2 8 0 16,-2 8 0-16,-4 10 0 0,0 7 0 15,0 7 0-15,-4 1 0 16,0 3 0-16,0-2 0 0,-4-2 0 16,-7 0 0-16,-3-7 0 0,-3-5 0 15,-4-8 0-15,0-16 0 0,0-16 0 16,3-22 0-16,-1-24 0 0,6-25 0 16,3-25 0-16,2-32 0 0,-3-21 0 15,-1-21 0-15,3-18 0 0,-10-13-3166 16</inkml:trace>
  <inkml:trace contextRef="#ctx0" brushRef="#br0" timeOffset="1522">25839 13034 8192 0,'139'16'0'0,"24"-1"0"0,33 3 0 0,5-1 0 15,10-1 0-15,4-2 0 0,8 2 0 0,6-2 0 16,11-1 0-16,16-2 0 0,17-1 0 15,15 0 0-15,15-1 0 0,10 0 0 16,9-1 0-16,3-1 0 0,-3-1 0 16,3-2 0-16,-15-1 0 0,-2-2 0 15,-11-1 0-15,-24 0 0 16,-12-1 0-16,-30-1 0 0,-32 1-597 16,-30-1-343-16,-55 1 19 0,-25-2-1436 0</inkml:trace>
  <inkml:trace contextRef="#ctx0" brushRef="#br0" timeOffset="1941.91">25250 14650 7435 0,'0'0'757'0,"41"22"-757"15,13-10 0-15,20 1 0 0,19-5 0 16,17-3 0-16,14-4 0 0,19 2 0 15,18-3 0-15,21 0 0 0,18 0 0 16,24-4 0-16,15 1 0 16,20-1 0-16,18 1 0 0,12 0 0 15,15 3 0-15,12 0 0 0,5 0 0 16,-1 5 0-16,3 2 0 0,-7 4 0 16,-10 3 0-16,-9 4 0 15,-13 2 0-15,-24 0 0 0,-16 0 0 16,-25 0 0-16,-31-1 0 0,-25-2 0 15,-51-6-1081-15,-21-4-1861 0</inkml:trace>
  <inkml:trace contextRef="#ctx0" brushRef="#br0" timeOffset="2367.94">25175 16469 8192 0,'110'13'0'0,"33"-7"0"0,43-4 0 15,12-4 0-15,25-2 0 0,17 1 0 16,16 3 0-16,19 0 0 0,15 6 0 16,14 2 0-16,10 7 0 0,12 4 0 15,7 3 0-15,8 4 0 0,5 5 0 16,3 3 0-16,-2 7 0 15,-10 2 0-15,-6 1 0 0,-17 1 0 16,-25-2 0-16,-18-4 0 0,-29-4 0 16,-33-6 0-16,-19-6 0 0,-60-9-1361 15,-24-10-2397-15</inkml:trace>
  <inkml:trace contextRef="#ctx0" brushRef="#br1" timeOffset="7570.06">26097 11955 916 0,'0'0'220'0,"0"0"1429"16,0 0-917-16,0 0-184 0,0 0 261 16,0 0-329-16,0 0-76 15,0 0 208-15,0 0-347 0,-8-2-53 16,8 2 188-16,-2-1-116 0,2 1-16 16,0 0 108-16,0 0-359 0,0 0-17 15,0 0 0-15,0 0 0 0,0 0 0 16,0 0 0-16,0 0 0 15,0 0 0-15,0 0 0 0,0 0 0 16,0 0 0-16,0 0 0 0,0 0 0 16,0 0 0-16,2 0 0 0,0 1 0 15,0 0 0-15,0-1 0 0,2 1 0 16,3-1 0-16,-1 0 0 16,2 0 0-16,5 0 0 0,-5 0 0 15,4 0 0-15,1 0 0 0,-1 0 0 16,2 2 0-16,5 2 0 0,-4 1 0 15,-3 1 0-15,4-2 0 0,-3 2 0 16,3-2 0-16,3 1 0 0,0 0 0 16,1-1 0-16,1 1 0 15,2 0 0-15,-1-2 0 0,1 3 0 16,0 1 0-16,0 1 0 0,-5 1 0 16,1 2 0-16,-1-1 0 0,1 2 0 15,0 1 0-15,-1-1 0 16,1 1 0-16,2-1 0 0,-1-1 0 15,3 0 0-15,-2 0 0 0,-1 2 0 16,3-1 0-16,-2 0 0 0,-1 1 0 16,1 1 0-16,2 3 0 0,-5-3 0 15,5 5 0-15,0-2 0 0,0-2 0 16,1 3 0-16,1-3 0 16,0 1 0-16,2-1 0 0,-2-1 0 15,2 3 0-15,-1-2 0 0,-1 2 0 16,2 2 0-16,0 0 0 0,-2 1 0 15,0 2 0-15,-1 1 0 0,1 1 0 16,0-1 0-16,0 2 0 16,-2 0 0-16,-1 0 0 0,1-1 0 15,2 1 0-15,-2 0 0 0,-1 1 0 16,-1 1 0-16,2 0 0 0,-5 2 0 16,1-1 0-16,2 3 0 0,-3-1 0 15,1 0 0-15,-3 1 0 0,1 1 0 16,2 0 0-16,-3 2 0 15,1 1 0-15,-1 1 0 0,-1 1 0 16,1 1 0-16,3 0 0 0,-5-1 0 16,5 2 0-16,-3 0 0 0,3 0 0 15,-2-1 0-15,1 0 0 16,-1 0 0-16,-1 0 0 0,1 2 0 16,-3 1 0-16,-1 2 0 0,-1 1 0 15,-2 1 0-15,1 0 0 0,-3 1 0 16,0 0 0-16,0 1 0 0,-1-1 0 15,1-2 0-15,-4 1 0 16,2 0 0-16,-2 0 0 0,1 3 0 16,-1-1 0-16,0 3 0 0,0 0 0 15,0 1 0-15,0 0 0 0,0-1 0 16,-2-2 0-16,0 1 0 0,-2-3 0 16,0 0 0-16,0-2 0 15,0 2 0-15,-4-2 0 0,0 1 0 16,0 0 0-16,-2 0 0 0,-2 2 0 15,-1-2 0-15,3-1 0 16,-2-2 0-16,0 0 0 0,-1-7 0 16,5 0 0-16,2-5 0 0,0-5 0 15,2-2 0-15,0-5 0 0,2-7 0 16,2-2 0-16,0-6 0 0,1 0 0 16,-3-2 0-16,4-2 0 0,0-9 0 15,-4-11 0-15,-2-10-557 0,0 5-2264 16,-4-5-1413-16</inkml:trace>
  <inkml:trace contextRef="#ctx0" brushRef="#br1" timeOffset="8755.73">26112 11999 1968 0,'0'0'893'16,"37"-21"-381"-16,-20 9 76 0,-9 6 353 15,-4 3-313-15,-2 0-84 0,-2 3 129 16,0 0-325-16,-8 1-12 0,-7 8-32 16,-5 5-196-16,-5 6 8 15,0 5 64-15,0 2-156 0,-4 6 5 16,0 6-29-16,-6 4 0 0,-6 7 0 16,-9 3 0-16,-8 5 0 0,-8 3 0 15,-2-2 0-15,-2 3 0 16,-1-2 0-16,-3 1 0 0,0 0 0 15,1 1 0-15,5-5 0 0,4-3 0 16,6-4 0-16,2-5 0 0,7-7 0 16,3-2 0-16,5-8 0 0,4-3 0 15,6-6 0-15,8-7-617 16,6-4-408-16,9-3-299 0,2-5-2174 0</inkml:trace>
  <inkml:trace contextRef="#ctx0" brushRef="#br1" timeOffset="9619.58">24634 13205 2969 0,'0'0'1392'0,"0"0"-119"0,0 0-729 0,0 0-167 16,0 0 111-16,0 0-220 0,0 0 24 16,0 0-8-16,0 0-240 0,2 0 20 15,-2 2 52-15,6 2-100 16,-2-2 28-16,2 0-23 0,3 1-21 15,-1-1 0-15,0 1 0 0,3-1 0 16,-3-1 0-16,0 3 0 0,7 0 0 16,1 1 0-16,5 2 0 0,6-1 0 15,2 2 0-15,0 3 0 16,2 0 0-16,2 3 0 0,2 2 0 16,6 1 0-16,0 2 0 0,5 2 0 15,4 3 0-15,-1 1 0 0,3 3 0 16,-3 2 0-16,5 1 0 0,-2 3 0 15,2 1 0-15,-1 1 0 0,5 2 0 16,-2 1 0-16,0 2 0 16,4 1 0-16,0 2 0 0,0 2 0 15,2 2 0-15,-4 1 0 0,-3 3 0 16,-1 1 0-16,-2 2 0 0,-7 5 0 16,-1 1 0-16,-3 1 0 15,-4 6 0-15,1-2 0 0,-3 5 0 16,0-2 0-16,-4-1 0 0,-2 2 0 15,0-4 0-15,-5 4 0 16,1 0 0-16,-2 2 0 0,-4 2 0 16,1-2 0-16,-5-1 0 0,-1 2 0 15,-3-1 0-15,-3 1 0 0,-4 2 0 16,0 2 0-16,-2 0 0 0,0-3 0 16,-2-2 0-16,2-5 0 0,0-5 0 15,0-3 0-15,-2-5 0 0,0-5 0 16,-2-8 0-16,-4-6 0 15,0-6 0-15,-4-8 0 0,-3-6 0 16,1-8 0-16,-3-5 0 0,1-4 0 16,-5-10-1553-16,7 0-512 0,-5-5-1549 0</inkml:trace>
  <inkml:trace contextRef="#ctx0" brushRef="#br1" timeOffset="11386.68">27108 12459 1972 0,'0'0'0'0,"0"0"1329"0,0 0-509 0,0 0-431 15,0 0-21-15,0 0 104 16,0 0-308-16,0 0-52 0,0 0 28 16,-4 0-100-16,2 0 12 0,2 0 24 15,0 0-60-15,0 0 32 0,0 0 164 16,2 0-48-16,0 0-68 0,-2 1 37 15,2-1-113-15,-2 1 12 0,0 0-8 16,0 0-16-16,0 0-16 16,0-1-153-16,2 1-243 0,-2-1-148 15,2 0-677-15,2 0 201 0,-1 0 164 16</inkml:trace>
  <inkml:trace contextRef="#ctx0" brushRef="#br1" timeOffset="11662.19">27135 12479 3969 0,'0'0'673'0,"0"0"79"15,0 0-264-15,0 0-140 0,0 0 37 16,0 0-169-16,0 0-48 0,0 0 68 15,0 0-132-15,0 0 84 0,48-25 148 16,-11 14-208-16,6-3 24 16,1 0-103-16,3 1-49 0,1 1 0 15,-5 1 0-15,-4 1 0 0,-5 1 0 16,-8 0-201-16,-3 2-463 0,-10 2 92 16,-5 2-617-16,-4-1-12 0,-2 0-143 15</inkml:trace>
  <inkml:trace contextRef="#ctx0" brushRef="#br1" timeOffset="11953.65">27431 12222 4638 0,'0'0'1092'16,"0"0"-408"-16,0 0-51 0,0 0 3 15,0 0-416-15,0 0 8 0,0 0-167 16,37 20-61-16,2-19 0 0,5-1 0 15,1-2 0-15,-8 2 0 0,0 0 0 16,-6 0 0-16,-2 0 0 0,-6 2 0 16,-4 1 0-16,-7-1-97 15,-8 2 17-15,-4 2 32 0,-2 5 48 16,-8 6 100-16,-7 4 25 0,-1 2-125 16,-3-2 0-16,0 3 0 0,-1-4 0 15,3 1 0-15,5-4 0 16,5-4 0-16,7-5-729 0,2-3-820 15,6-5-1052-15</inkml:trace>
  <inkml:trace contextRef="#ctx0" brushRef="#br1" timeOffset="12565.85">27892 13598 4922 0,'0'0'1484'0,"0"0"-967"16,0 0 47-16,0 0 124 15,0 0-671-15,0 0-17 0,0 0 0 16,0 0 0-16,33 17 0 0,-15-11 0 16,7-1 0-16,8-2 0 0,9-3 0 15,3 0 0-15,1-3 0 0,-1-2 0 16,-4-2 0-16,-1-2 0 0,-7 0-949 15,-11 2-588-15,-3 0-816 0</inkml:trace>
  <inkml:trace contextRef="#ctx0" brushRef="#br1" timeOffset="12849.78">28262 13493 5626 0,'0'0'1069'0,"0"0"-117"15,0 0-556-15,35 8-247 0,-6-7-149 16,6-1 0-16,-2 1 0 0,-4 3 0 16,-4 1 0-16,-5 2 0 0,-3 3-133 15,-5 2-259-15,-8 5 168 0,-6 1 144 16,-10 4 80-16,-9 1 0 0,-6 0 448 15,-4-1-100-15,-2-2-315 0,0-3-33 16,4-5 0-16,5-4 0 16,9-5-209-16,5-2-987 0,8-2-681 0</inkml:trace>
  <inkml:trace contextRef="#ctx0" brushRef="#br1" timeOffset="13365.81">28127 14338 2421 0,'0'0'688'0,"0"0"-248"0,0 0 164 0,0 0 261 16,0 0-313-16,0 0-32 0,0 0 245 16,0 0-365-16,-20 35 36 0,34-31 65 15,7-1-501-15,6 1 0 0,6 2 0 16,2-2 0-16,6-1 0 0,5 0 0 15,3-2 0-15,1-1 0 0,0 0 0 16,-3-3 0-16,-4 2 0 16,-7-1-905-16,-12 0-452 0,-7 0-540 15</inkml:trace>
  <inkml:trace contextRef="#ctx0" brushRef="#br1" timeOffset="13629.53">28590 14282 5034 0,'0'0'372'0,"0"0"228"0,0 0 333 16,0 0-481-16,0 0-168 0,0 0 56 16,13 39-204-16,9-26-95 0,7 3-41 15,7-2 0-15,-5-3 0 0,-2-2 0 16,-9 2 0-16,-3 2-225 0,-13 1 5 15,-4 3 124-15,-13 4 96 0,-11 3 40 16,-9 2-16-16,-7 1 184 16,-7-2 61-16,3-3-269 0,7-5 0 15,10-5-69-15,13-7-843 0,6-5-781 16</inkml:trace>
  <inkml:trace contextRef="#ctx0" brushRef="#br1" timeOffset="49095.52">10854 8997 5370 0,'0'0'656'16,"0"0"493"-16,0 0-545 0,0 0-191 16,0 0-413-16,0 0 0 15,0 0 0-15,0 0 0 0,60 13 0 16,2-23 0-16,11-5 0 0,7-2 0 16,3-2 0-16,2-2 0 0,0 1 0 15,-3 1 0-15,-11 2 0 16,-9 2 0-16,-11 5 0 0,-20 6 0 15,-4 2 0-15,-17 2-397 0,-7 2-1792 16,-3 1-648-16</inkml:trace>
  <inkml:trace contextRef="#ctx0" brushRef="#br1" timeOffset="49515.11">11208 8987 4414 0,'0'0'856'0,"0"0"-408"0,16 51 344 16,-1-21-315-16,1 4-61 0,1 6 184 16,4 5-411-16,-1 8-189 15,1 7 0-15,-4 4 0 0,-3 1 0 16,-4-1 0-16,1-1 0 0,-5-7 0 15,0-3 0-15,2-1 0 16,-6-4 0-16,3-3 0 0,-5-5 0 16,-5-7 0-16,-1-3-225 0,0-8-407 15,2-5-136-15,-2-9-1546 0,2-3-835 0</inkml:trace>
  <inkml:trace contextRef="#ctx0" brushRef="#br1" timeOffset="49746.23">10972 10085 7091 0,'0'0'1101'0,"0"0"-1101"0,62 26 0 16,-14-20 0-16,10-5 0 0,0-6 0 15,10-3 0-15,0-3 0 16,0-2 0-16,0-1 0 0,5-4 0 16,1-3 0-16,1-4 0 0,-3-4-601 15,-18 7-748-15,-7-5-4001 0</inkml:trace>
  <inkml:trace contextRef="#ctx0" brushRef="#br1" timeOffset="50456.82">12306 8511 3833 0,'0'0'949'0,"0"0"-49"0,0 0 313 0,0 0-473 15,0 0-288-15,0 0-347 0,-7 54-105 16,-3-11 0-16,0 10 0 0,3 5 0 16,-1 0 0-16,8 3 0 0,-2 1 0 15,2 0 0-15,0-2 0 16,2-3 0-16,9-3 0 0,-3-9 0 15,0-8 0-15,2-9 0 0,5-8 0 16,1-8 0-16,-5-8 0 0,5-7 0 16,-1-9 0-16,1-8 0 0,-5-6 0 15,-7-5 0-15,-4-2 0 0,-6 0 0 16,-9 1 0-16,-6 3 0 0,-1 7 0 16,3 4 0-16,-2 11 0 0,9 7 0 15,2 6 0-15,-5 8 0 16,9 3-373-16,2-3-371 0,2-2-173 15,4-5-2032-15</inkml:trace>
  <inkml:trace contextRef="#ctx0" brushRef="#br1" timeOffset="50625.28">12547 8987 7771 0,'0'0'421'0,"-22"34"-421"0,11-11 0 15,1 1 0-15,2 2 0 0,6-2 0 16,2-2 0-16,0-1 0 0,10-2 0 16,0-2 0-16,1-4 0 0,-1-7-789 15,-4-2-1552-15,0-7-2485 0</inkml:trace>
  <inkml:trace contextRef="#ctx0" brushRef="#br1" timeOffset="50765.12">12651 8701 3441 0,'0'0'3362'16,"0"0"-2642"-16,0 0-388 0,0 0-92 16,0 0-240-16,-42 24-72 15,32-2-580-15,6 1-965 0,4-6-328 16,0-3-1196-16</inkml:trace>
  <inkml:trace contextRef="#ctx0" brushRef="#br1" timeOffset="51162.6">12783 9032 6843 0,'0'0'456'0,"-31"-38"-196"15,15 22 0-15,-1 7-216 0,3 8-44 16,-1 4-44-16,3 8-40 0,1 6 72 16,1 3-76-16,6 5-32 0,2-2-132 15,4-1 88-15,2-3 108 16,6-6-84-16,3-3 92 0,1-5 48 15,-3-4 24-15,-1-1 40 0,0-4 60 16,1-4 168-16,-5 1-64 16,0 1-36-16,-2 2 120 0,2 2-228 15,3 0-67-15,-3 4-17 0,4 10 0 16,0 13 0-16,3 10 0 0,1 5 0 16,1 1 0-16,-5-1 0 15,2 0 0-15,-1 3 0 0,-7 1 0 16,-4 0 0-16,-8 1 0 0,-9 1 0 15,-6-2 0-15,-8-2 0 0,-10-3 0 16,-2-4 0-16,-9-8 0 0,0-8 0 16,5-12 0-16,-1-9 0 0,11-20 0 15,10-12 0-15,9-13 0 0,15-8 0 16,16-3 0-16,18-5-69 0,16 1-51 16,1 2 4-16,8-3-192 15,-13 21-953-15,-6-3-1504 0</inkml:trace>
  <inkml:trace contextRef="#ctx0" brushRef="#br1" timeOffset="51912.74">13250 9172 4085 0,'0'0'633'0,"0"0"583"15,-31-34-459-15,21 13-257 0,-5 0 332 16,9-2-663-16,6 1-169 0,0-1 0 16,6-2 0-16,5 0 0 0,-1 0 0 15,11 0 0-15,-5 1 0 0,5 3 0 16,0 4 0-16,-1 5 0 0,1 2 0 16,4 4 0-16,-7 3 0 0,3 3 0 15,-6 4-749-15,-9 2-1004 0</inkml:trace>
  <inkml:trace contextRef="#ctx0" brushRef="#br1" timeOffset="52195.26">13498 9094 6262 0,'0'0'885'15,"21"-37"-173"-15,-7 12-379 16,-7-1-333-16,-7 1 0 0,0-2 0 15,-4-1 0-15,-3 1 0 0,3 2 0 16,-2 8 0-16,0 7 0 0,2 7 0 16,-3 3 0-16,3 9 0 0,-6 14 0 15,-2 9 0-15,-3 9 0 0,1 4 0 16,1-1 0-16,9-3 0 0,2-5 0 16,2-4 0-16,6-6 0 15,11-7 0-15,-1-7 0 0,5-5 0 16,10-7 0-16,4-12-273 0,4-7-51 15,-1-7-624-15,-7 5-461 0,0-2-856 0</inkml:trace>
  <inkml:trace contextRef="#ctx0" brushRef="#br1" timeOffset="52398.42">13786 8877 6454 0,'0'0'861'0,"-36"-7"-53"16,16 12-739-16,3 9-69 0,3 5 0 15,-5 6 0-15,1 3 0 0,7 4 0 16,5-2 0-16,6-1 0 0,4-4 0 16,9-5 0-16,7-7 0 0,5-8 0 15,2-5-225-15,4-14-443 0,-8-1-1297 16,-5-7-832-16</inkml:trace>
  <inkml:trace contextRef="#ctx0" brushRef="#br1" timeOffset="52551.33">13856 8470 7363 0,'0'0'708'16,"0"0"-587"-16,-12 57-121 15,7-19 0-15,-1 9 0 0,2 0 0 16,0 4 0-16,2 1 0 0,2 0 0 16,0 1 0-16,2-3 0 0,2-3 0 15,2-2 0-15,5-5-361 16,-1-5-699-16,-2-11-165 0,-2-5-3197 0</inkml:trace>
  <inkml:trace contextRef="#ctx0" brushRef="#br1" timeOffset="52835.29">13959 8962 5850 0,'0'0'1409'0,"0"0"-885"15,0 0-172-15,0 0-295 0,-14 38-57 16,10-17 0-16,2 2 0 0,2 0 0 15,0-4 0-15,12-3 0 0,-2-4 0 16,9-5 0-16,2-5 0 16,1-3 0-16,3-7 0 0,-2-6 0 15,-2-3 0-15,-5-5 0 0,-6-1 0 16,-5-2 0-16,-5-1 0 0,0 0 0 16,-7 5 0-16,-3 1 0 0,0 4 0 15,1 6 0-15,-1 2 0 0,8 5 0 16,-2 2 0-16,4 1-1481 15,-2 0-252-15,4 0-596 0</inkml:trace>
  <inkml:trace contextRef="#ctx0" brushRef="#br1" timeOffset="53110.61">14276 8898 4702 0,'0'0'1736'0,"0"0"-1027"15,0 0-53-15,-44-26-267 0,26 30-389 16,5 9 0-16,-1 5 0 0,-3 7 0 16,3 4 0-16,3 3 0 15,5 0 0-15,6 1 0 0,10-2 0 16,5-4 0-16,8-5 0 0,4-9 0 15,1-7 0-15,1-6 0 0,0-11 0 16,0-9 0-16,0-10 0 0,-12 4-1333 16,-5-5-916-16</inkml:trace>
  <inkml:trace contextRef="#ctx0" brushRef="#br1" timeOffset="53269.6">14408 8420 6230 0,'0'0'1753'0,"0"0"-1544"15,-23 47-209-15,13-15 0 0,4 8 0 16,-3 4 0-16,7 4 0 0,2 6 0 16,0 4 0-16,6 5 0 15,5 2 0-15,-1 2 0 0,2-1 0 16,-1-5 0-16,-3-4 0 0,-2-5 0 16,1-18-325-16,-3-7-2940 0</inkml:trace>
  <inkml:trace contextRef="#ctx0" brushRef="#br1" timeOffset="53411.7">14348 8952 7175 0,'0'0'176'0,"0"0"488"0,0 0-487 15,37-34-177-15,-20 27 0 0,-3 0 0 16,-1-3 0-16,1 1 0 0,3 0 0 16,3 1 0-16,-3 2 0 0,8 0-317 15,-13 3-999-15,2-2-613 0</inkml:trace>
  <inkml:trace contextRef="#ctx0" brushRef="#br1" timeOffset="53570.59">14695 8914 7279 0,'0'0'913'0,"-14"40"-913"16,3-19 0-16,5 1 0 0,0-2 0 15,2-4 0-15,4-1 0 16,0-2 0-16,0-3 0 0,6-3 0 15,-6-2 0-15,4-2-1361 0,0-3-3510 0</inkml:trace>
  <inkml:trace contextRef="#ctx0" brushRef="#br1" timeOffset="53693.38">14796 8637 7815 0,'0'0'377'0,"0"0"-377"15,15-33 0-15,-15 33 0 16,0 0 0-16,0 5 0 0,0 6-581 15,10 7-1164-15,-4-1 108 0,5 1-1132 0</inkml:trace>
  <inkml:trace contextRef="#ctx0" brushRef="#br1" timeOffset="53996.47">14951 8904 8179 0,'0'0'13'16,"0"0"-13"-16,0 0 0 15,-45-34 0-15,35 34 0 0,-1 9 0 16,1 8 0-16,0 6 0 0,-1 8 0 16,9 6 0-16,2 1 0 0,2-3 0 15,9-4 0-15,3-7 0 0,7-6 0 16,-1-5 0-16,1-7 0 0,2-6 0 16,-2-5 0-16,-5-9 0 15,-1-6 0-15,-3-4 0 0,-2-7 0 16,-6 0 0-16,-4-3 0 0,-6-4 0 15,-4 0 0-15,-5 3 0 0,3 4 0 16,2 11 0-16,1 7 0 0,9 8 0 16,-2 3 0-16,2 2-765 15,0 0-196-15,2 2-1804 0</inkml:trace>
  <inkml:trace contextRef="#ctx0" brushRef="#br1" timeOffset="54194.18">15094 8994 7979 0,'0'0'213'0,"0"0"-213"0,0 0 0 16,0 0 0-16,0 0 0 0,13-58 0 16,5 23 0-16,5-1 0 0,4 6 0 15,-2 13 0-15,1 9 0 0,-1 8 0 16,-2 9 0-16,-2 12 0 0,-1 8 0 16,-3 7 0-16,-7 6 0 0,-4 1 0 15,3 0 0-15,-7 0 0 16,2-4 0-16,-4 0 0 0,0-5 0 15,0-10 0-15,-4-5-2602 0</inkml:trace>
  <inkml:trace contextRef="#ctx0" brushRef="#br1" timeOffset="60079.93">15448 5653 1192 0,'0'0'1149'0,"0"0"739"0,0 0-1015 15,0 0-265-15,0 0 16 0,-38-19 81 16,34 17-241-16,4 2-72 0,-2-1-95 15,2 0-297-15,0 1 0 16,2 0 0-16,17 1 0 0,14 4 0 16,19 1 0-16,16 2 0 0,21 2 0 15,12-3 0-15,19 0 0 0,18-2 0 16,17-3 0-16,9-2 0 0,-1 0 0 16,-2-2 0-16,-8-3 0 15,-14-1 0-15,-15-1 0 0,-17 2 0 16,-20 0-597-16,-29 2-2048 0,-15-7-2305 0</inkml:trace>
  <inkml:trace contextRef="#ctx0" brushRef="#br1" timeOffset="63782.39">8996 7952 3093 0,'0'0'2357'0,"0"0"-1140"15,0 0-569-15,0 0-92 0,0 0-235 16,0 0-321-16,-4 35 0 15,8-3 0-15,0 6 0 0,2 1 0 16,-6-2 0-16,7-2 0 0,-3 0 0 16,0-2 0-16,-2-3 0 0,2-5 0 15,0-5 0-15,-2-4 0 16,2-7-37-16,3-4-1479 0,-7-3-57 16,4-6-564-16</inkml:trace>
  <inkml:trace contextRef="#ctx0" brushRef="#br1" timeOffset="63929.48">9106 8041 6470 0,'0'0'841'0,"0"0"-285"0,0 0-231 15,0 0-325-15,0 0 0 0,37 33 0 16,-23-17 0-16,5-2 0 0,0-1 0 16,1 0 0-16,3-1 0 0,-2 1 0 15,-1-1 0-15,-3 0 0 0,-3-3-1049 16,-3-4-704-16,-1-3-1160 0</inkml:trace>
  <inkml:trace contextRef="#ctx0" brushRef="#br1" timeOffset="64094.43">9300 8052 5458 0,'0'0'816'16,"-37"14"-7"-16,12 5 79 0,2 3-667 15,-2 6-221-15,-1-1 0 0,1 1 0 16,4-4 0-16,5-2 0 15,5-6 0-15,9-4 0 0,2-6-1253 16,2-6-568-16,9-4-1149 0</inkml:trace>
  <inkml:trace contextRef="#ctx0" brushRef="#br1" timeOffset="64388.44">9389 7993 6931 0,'0'0'720'0,"-25"33"-179"15,13-6-541-15,1 1 0 0,3 4 0 16,6 1 0-16,2 0 0 0,2-5 0 16,6 1 0-16,5-6 0 0,1-3 0 15,3-2 0-15,-1-4-313 0,-1-4-1632 16,-5-5-172-16</inkml:trace>
  <inkml:trace contextRef="#ctx0" brushRef="#br1" timeOffset="64964.55">9381 7961 5158 0,'0'0'1344'15,"0"0"-547"-15,0 0-93 0,0 0-515 16,0 0-189-16,0 0 0 0,0 0 0 16,0 0 0-16,41-29 0 0,-20 23 0 15,-1 5 0-15,-3 1 0 0,-3 4 0 16,-3 5 0-16,-5 1 0 15,0 0 0-15,-2 3 0 0,-4 0 0 16,0 1 0-16,0 1 0 0,-6 0 0 16,-4-2 0-16,-1 1 0 0,1-2 0 15,-5 0 0-15,3-1 0 16,2-3 0-16,-5-2 0 0,9-2 0 16,0-1 0-16,2-3 0 0,4 0 0 15,0 0 0-15,0 0 0 16,4 0-141-16,4 0 137 0,11 0-16 15,-3 0 24-15,5 0-4 0,-5 0 0 16,-1 2 0-16,-3 0 0 0,-1 2 0 16,-1 1-8-16,0 2 8 0,-6 2 0 15,-1 2-8-15,1 3 8 0,-8 2 64 16,-3 3 16-16,-3 2-47 0,-7 3-33 16,-3-1 0-16,3-1 0 0,-3-3 0 15,3-2 0-15,-2-6 0 0,9-5 0 16,4-2 0-16,0-4-285 15,2 0-739-15,4-6-45 0,0 1-219 16,10-9-2254-16</inkml:trace>
  <inkml:trace contextRef="#ctx0" brushRef="#br1" timeOffset="65362.72">9678 7948 2265 0,'0'0'988'0,"0"0"-692"16,0 0 152-16,0 0 417 0,-4 47-309 15,8-20 40-15,-4 8 325 16,6 0-421-16,-6 1-72 0,0 2-99 15,0 1-329-15,-6-1 0 0,0-2 0 16,-2-5 0-16,2-4 0 0,1-7 0 16,3-4 0-16,-2-5-357 0,4-7-667 15,-4-1-33-15,4-6-468 0</inkml:trace>
  <inkml:trace contextRef="#ctx0" brushRef="#br1" timeOffset="65691.57">9705 7977 6118 0,'0'0'661'16,"0"0"295"-16,0 0-512 0,21-39-431 15,-5 30-13-15,-1-1 0 16,1 4 0-16,5 5 0 0,-4 1 0 16,-3 1 0-16,-2 4 0 0,3 3 0 15,-5 4 0-15,1 1 0 16,-9 2 0-16,-2 2 0 0,-2 3 0 15,-9 1 0-15,1 2 0 0,-7 0 0 16,3 2 0-16,-7 0 0 0,5 0 0 16,-1 2 0-16,3-4 0 0,3 0 0 15,5-3 0-15,6-2 0 0,6-3 0 16,9-3 0-16,5-3 0 0,3-4 0 16,-2-1 0-16,4-3 0 0,-3-1 0 15,3 0 0-15,-4-1-877 0,-5-1-2277 16</inkml:trace>
  <inkml:trace contextRef="#ctx0" brushRef="#br1" timeOffset="68695.63">16419 8845 6090 0,'0'0'685'0,"0"0"475"16,0 0-903-16,0 0-257 0,0 0 0 16,-31 52 0-16,21-18 0 0,8 1 0 15,2-1 0-15,0-2 0 16,2-3 0-16,2 1 0 0,2-4 0 15,-2-3-857-15,2-9-364 0,-6-3-491 0</inkml:trace>
  <inkml:trace contextRef="#ctx0" brushRef="#br1" timeOffset="68872.78">16491 8476 5166 0,'0'0'32'0,"0"0"-56"16,0 0 24-16,0 0-16 0,0 0-616 15,0 0-313-15,0 0-255 0</inkml:trace>
  <inkml:trace contextRef="#ctx0" brushRef="#br1" timeOffset="69144.37">16522 9121 6418 0,'0'0'1229'16,"0"0"-713"-16,0 0-487 0,0 0-29 16,0 0 0-16,19-50 0 0,-4 14 0 15,5-8 0-15,11 2 0 0,-4 4 0 16,6 5 0-16,-2 8 0 0,0 6 0 15,-6 12 0-15,-8 7 0 16,-3 7 0-16,-6 13 0 0,-8 8 0 16,0 10 0-16,-6 4 0 0,2 3 0 15,-2 0 0-15,0-2 0 0,6-7 0 16,0-8 0-16,0-9 0 0,14-12 0 16,-6-7-1401-16,3-6-1701 0</inkml:trace>
  <inkml:trace contextRef="#ctx0" brushRef="#br1" timeOffset="70488.6">17537 8838 4081 0,'0'0'773'16,"0"0"363"-16,0 0-507 0,-4-40-241 0,15 13 156 15,5-2-312-15,5-1-52 16,4 0 49-16,2 3-229 0,4 0 0 16,2 6 0-16,-2 2 0 0,4 5 0 15,-6 7 0-15,-4 6 0 0,-5 4 0 16,-3 9 0-16,-1 5 0 16,-3 6 0-16,-5 5 0 0,0 5 0 15,-6 5 0-15,-2 4 0 0,-2 2 0 16,-6 1 0-16,-2-2 0 0,-3-1 0 15,-7 0 0-15,3-3 0 16,-8 1 0-16,-2-1 0 0,-4-4 0 16,4-5 0-16,-4-4 0 0,9-7 0 15,-3-5 0-15,2-9-141 0,5-5-59 16,-3-5 12-16,4-8 48 0,7-6 72 16,0-5 68-16,6-4 128 0,4 0 96 15,4 6-104-15,12 3-4 16,5 4 33-16,0 6-149 0,7 2 0 15,-1 7 0-15,2 3 0 0,2 8 0 16,0 6 0-16,-4 5 0 0,-2-1 0 16,-4 3 0-16,-5-2 0 0,-5-2-29 15,-1-6-2132-15,-6-7-1184 0</inkml:trace>
  <inkml:trace contextRef="#ctx0" brushRef="#br1" timeOffset="70828.91">18083 9110 4189 0,'0'0'1393'0,"0"0"-641"0,37 2-143 16,-30 12 311-16,-1 2-591 0,-2 6-329 15,-4 2 0-15,0-1 0 0,-4 3 0 16,-4 0 0-16,-5 0 0 16,-3 2 0-16,-1-3 0 0,-4 0 0 15,1-2 0-15,3-5 0 0,1-4 0 16,1-8-505-16,5-5-1312 15,4-5-248-15</inkml:trace>
  <inkml:trace contextRef="#ctx0" brushRef="#br1" timeOffset="71394.28">18348 8677 6230 0,'0'0'593'0,"0"0"11"0,0 0 161 0,0 0-765 15,0 0 0-15,0 0 0 16,0 0 0-16,35-38 0 0,-12 34 0 16,-3 4 0-16,5 1 0 0,-2 6 0 15,-2 6 0-15,5 2 0 0,-5 1 0 16,0 3 0-16,-7 0 0 0,-1 0 0 16,-9 0 0-16,-4-1 0 0,-6 1 0 15,-9-1 0-15,3-2 0 16,-7 0 0-16,-2-1 0 0,-5-1 0 15,-1 0 0-15,2-3 0 0,-2-2 0 16,4-4 0-16,5-1 0 0,5-2 0 16,7-2 0-16,2 2 0 0,4-2 0 15,0 0 0-15,10 3 0 0,5 1 0 16,5 2 0-16,7 0 0 16,-4-1 0-16,4 0 0 0,-6 0 0 15,3 1 0-15,3 2 0 0,-4 2 0 16,-2 1 0-16,-7 2 0 0,1 2 0 15,-9 3 0-15,-6 0 0 16,-4 2 0-16,-3 1 0 0,-3-1 0 16,-4 0 0-16,-5 0 0 0,0-1 0 15,3-2 0-15,-1-5 0 0,7-4 0 16,0-3 0-16,3-5 0 0,5 0-305 16,0 0-867-16,-2-7-449 0</inkml:trace>
  <inkml:trace contextRef="#ctx0" brushRef="#br1" timeOffset="71622.42">18782 9123 5838 0,'0'0'1713'0,"-15"44"-1141"15,11-18-503-15,-2 2-69 0,6 0 0 16,-4-2 0-16,4 0 0 0,-2 2 0 15,-2-1 0-15,-7 0 0 16,1-3 0-16,-6-2 0 0,1-4 0 16,-4-4 0-16,1-7 0 0,-1-7-825 15,5-3-352-15,-1-10-772 0</inkml:trace>
  <inkml:trace contextRef="#ctx0" brushRef="#br1" timeOffset="72144.42">19104 8688 5498 0,'0'0'1008'0,"0"0"-595"0,0 0 11 16,0 35 328-16,-6-7-655 0,-6 5-97 15,-7 2 0-15,-2-3 0 16,3 2 0-16,-1-4 0 0,-1-2 0 16,9-2 0-16,1-2 0 0,4-4 0 15,2-5 0-15,1-5 0 0,3-4 0 16,0-1 0-16,3-3 0 0,1 2 0 15,10-2 0-15,7-1 0 16,8-1 0-16,2-5 0 0,0-4 0 16,4 1 0-16,-4-3 0 0,-2 1 0 15,-2-2 0-15,-2-1 0 0,-5-3-825 16,-5 2-1096-16,-3-3-1152 0</inkml:trace>
  <inkml:trace contextRef="#ctx0" brushRef="#br1" timeOffset="72314.62">19257 8853 7119 0,'-16'40'1073'0,"-1"-2"-1073"0,3 7 0 15,-3 0 0-15,7 3 0 0,0-1 0 16,-1 0 0-16,5-4 0 16,6-3 0-16,0-5 0 0,0-2 0 15,0-7 0-15,4-8-1690 0,-2-7-1379 16</inkml:trace>
  <inkml:trace contextRef="#ctx0" brushRef="#br1" timeOffset="72919.05">19462 9382 2661 0,'0'0'3129'0,"37"19"-1656"0,-22-3-745 15,-1 3-527-15,-8 3-201 16,-6 2 0-16,0 2 0 0,-10 2 0 16,-5-2 0-16,-7 0 0 0,-3 0 0 15,-2-3 0-15,0-3 0 0,4-5 0 16,3-4 0-16,3-9-97 0,7-2-1888 16,0-4-732-16</inkml:trace>
  <inkml:trace contextRef="#ctx0" brushRef="#br1" timeOffset="73260.23">19896 9379 7803 0,'0'0'389'0,"0"0"-389"16,0 0 0-16,0 0 0 0,0 0 0 16,0 0 0-16,0 0 0 0,0 0 0 15,41-10-1746-15,-20 5-262 0,0-2-1274 16</inkml:trace>
  <inkml:trace contextRef="#ctx0" brushRef="#br1" timeOffset="73400.52">20190 9467 5706 0,'0'0'432'0,"0"0"-276"0,0 0 96 15,0 0-252-15,0 0-296 0,0 0-588 16,0 0 220-16,0 0-313 0</inkml:trace>
  <inkml:trace contextRef="#ctx0" brushRef="#br1" timeOffset="73507.74">20493 9435 5282 0,'0'0'1164'0,"0"0"-555"0,0 0 35 15,0 0-452-15,0 0-192 0,0 0-280 16,0 0-1533-16,0 0-1624 0</inkml:trace>
  <inkml:trace contextRef="#ctx0" brushRef="#br1" timeOffset="74053.25">17347 9944 1604 0,'0'0'2413'0,"0"0"-1132"0,0 0-213 0,0 0-203 16,0 0 96-16,37-19-961 0,-24 35 0 16,3 8 0-16,-1 7 0 0,-1 1 0 15,-1 0 0-15,1 0 0 16,1 1 0-16,1-2 0 0,-3-1 0 16,1-4 0-16,3-4 0 0,-7-4 0 15,0-7 0-15,1-8-41 16,-1-7-1255-16,-4-4-245 0,-2-8-1464 0</inkml:trace>
  <inkml:trace contextRef="#ctx0" brushRef="#br1" timeOffset="74222.14">17591 9915 3621 0,'0'0'2637'0,"-33"39"-1636"0,2-3-68 16,-4 5-933-16,-8 7 0 0,1-3 0 15,9-5 0-15,2-3 0 16,15-10 0-16,5-6 0 0,5-9 0 15,8-8 0-15,8-4-1621 0,1-8-1241 0</inkml:trace>
  <inkml:trace contextRef="#ctx0" brushRef="#br1" timeOffset="74531.61">17922 9971 6787 0,'0'0'780'15,"0"0"-155"-15,0 0-625 0,0 0 0 16,-27 51 0-16,17-6 0 0,-3 7 0 16,5 4 0-16,6-6 0 0,0-1 0 15,2-2 0-15,-2-2 0 16,2-6 0-16,2-6 0 0,0-4 0 16,0-12-1149-16,-2-6-3337 0</inkml:trace>
  <inkml:trace contextRef="#ctx0" brushRef="#br1" timeOffset="74958.21">17926 9890 7115 0,'0'0'776'0,"0"0"-475"16,0 0-301-16,0 0 0 0,27-39 0 15,-6 31 0-15,5 0 0 0,1 4 0 16,2 4 0-16,0 2 0 0,-2 9 0 15,-4 3 0-15,-5 4 0 16,1 5 0-16,-9-1 0 0,-8 4 0 16,-6 3 0-16,-12-1 0 15,-7 3 0-15,-6-4 0 0,-8 2 0 16,0-4 0-16,-3-2 0 0,1-5 0 16,6-3 0-16,8-6 0 0,13-4 0 15,6-4 0-15,4 0 0 16,6-1 0-16,12 0 0 0,19-5 0 15,9 0 0-15,7-1 0 0,7 5 0 16,-10 1 0-16,4 8 0 0,-9 3 0 16,-6 5 0-16,-10 0 0 0,-12 5 0 15,-11 2 0-15,-11 3 0 0,-11 3 0 16,-9 2 0-16,-10 2 0 0,-5 0 0 16,-5-2 0-16,-1-3 0 0,5-5 0 15,-3-6 0-15,13-6 0 0,7-7 0 16,7-4 0-16,9 0 0 15,10-10-957-15,0 2-348 0,6-5-436 0</inkml:trace>
  <inkml:trace contextRef="#ctx0" brushRef="#br1" timeOffset="75178.21">18451 10021 6927 0,'0'0'652'0,"-16"47"-304"0,7-9-83 0,5 5-265 0,-2 4 0 0,4 0 0 16,2-1 0-16,0-4 0 0,0-2 0 15,2-5 0-15,-2-3 0 0,0-8 0 16,0-8-1001-16,0-8-516 0</inkml:trace>
  <inkml:trace contextRef="#ctx0" brushRef="#br1" timeOffset="75582.2">18499 9965 6751 0,'0'0'632'16,"0"0"68"-16,0 0-591 15,22-46-109-15,-7 30 0 0,-1 2 0 16,3 1 0-16,4 2 0 0,1 6 0 16,-1 5 0-16,4 3 0 0,-2 10 0 15,-3 5 0-15,-3 2 0 0,-7 5 0 16,-6 1 0-16,-4 1 0 0,-10 2 0 16,-7-1 0-16,-1-2 0 15,-9-2 0-15,4-4 0 0,-2-2 0 16,-2-5 0-16,7-6 0 0,3-2 0 15,3-3 0-15,8-2 0 0,1 0 0 16,3 0 0-16,2 0 0 0,-4 2 0 16,4 1 0-16,4 7 0 0,3 9 0 15,7 13 0-15,5 7 0 16,1 3 0-16,5-1 0 0,2-6 0 16,4-3 0-16,0-5 0 0,-8-3 0 15,2-4 0-15,-5-2 0 16,-7-5 0-16,-3-3 0 0,-6-5-209 15,-4-3-2768-15</inkml:trace>
  <inkml:trace contextRef="#ctx0" brushRef="#br1" timeOffset="104928.88">325 1781 2377 0,'0'0'3185'0,"0"0"-2649"0,0 0-348 16,0 0 105-16,0 0 219 15,0 0-88-15,0 0-216 0,0 0-80 16,0 0-108-16,-15-6-16 0,25-2 96 15,9-2-76-15,6 2-20 0,10 2 124 16,8 3-96-16,-1 3-3 0,1 0-29 16,1 0 0-16,-3 0 0 0,4 0 0 15,3 0 0-15,1 0 0 16,14-1 0-16,3-2 0 0,6 1 0 16,7-1 0-16,-3-1 0 0,3 1 0 15,3-1 0-15,3 0 0 0,2-1 0 16,4 2 0-16,0 0 0 0,-2 1 0 15,2 1 0-15,2 1 0 0,-7 0 0 16,5 0 0-16,4 0 0 16,1 2 0-16,3 0 0 0,6 1 0 15,3-2 0-15,5 1 0 0,5-2 0 16,2 0 0-16,4-2 0 0,2-1 0 16,7-2 0-16,-5 1 0 15,6 0 0-15,-6 2 0 0,7 1 0 16,-7 1 0-16,2 1 0 0,0 2 0 15,0 1 0-15,5 0 0 0,-1-1 0 16,5 1 0-16,5-2 0 0,1 0 0 16,6 1 0-16,2 0 0 0,4 0 0 15,-4-1 0-15,2 0 0 16,4 1 0-16,-6-2 0 0,4 3 0 0,0 1 0 16,0 1 0-16,1 1 0 15,1 1 0-15,2 0 0 0,2 3 0 16,-4-2 0-16,9 1 0 0,-1-2 0 15,-1-1 0-15,5-2 0 16,-1-4 0-16,1-1 0 0,-3-1 0 16,-3-6 0-16,-2-1 0 0,-1-2 0 15,-3 0 0-15,-4 0 0 0,-13-1 0 16,-1 3 0-16,-13 1 0 0,-14 1 0 16,-7 1 0-16,-9 3 0 15,-12 0 0-15,-9 2 0 0,-13 0 0 16,-12 0-241-16,-21 0-943 0,-13-5-3094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45:53.4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27511 11861 3129 0,'0'0'2229'0,"0"0"-752"16,0 0-741-16,0 0-115 0,0 0-621 15,0 0 0-15,0 0 0 0,0 0 0 16,-35 22 0-16,27 15 0 0,4 9 0 16,4 10 0-16,0 3 0 15,4 6 0-15,-4 3 0 0,0-1 0 16,-6-3 0-16,-3-6 0 0,1-7 0 15,0-8 0-15,0-6 0 16,-1-10 0-16,3-9 0 0,2-9 0 16,0-4 0-16,0-5-1181 0,2 0-636 15,-5-11-1221-15</inkml:trace>
  <inkml:trace contextRef="#ctx0" brushRef="#br0" timeOffset="171.07">27224 12209 5954 0,'0'0'1049'16,"0"0"-533"-16,0 0 157 0,37 20-673 16,-8-16 0-16,6-4 0 0,2 0 0 15,-1-1 0-15,1-1 0 0,-2 1 0 16,2 1 0-16,-4 0 0 0,-4 0 0 16,-6 1 0-16,-7 2-1097 15,-5-3-2709-15</inkml:trace>
  <inkml:trace contextRef="#ctx0" brushRef="#br0" timeOffset="340.2">27668 12267 6146 0,'0'0'1001'16,"0"0"-493"-16,-4 55 29 0,0-31-537 16,-2 5 0-16,-2 1 0 0,-1 0 0 15,-1 1 0-15,2 0 0 16,0-5 0-16,1-1 0 0,5-8-229 15,0-7-1672-15,2-5-1460 0</inkml:trace>
  <inkml:trace contextRef="#ctx0" brushRef="#br0" timeOffset="462.23">27842 11950 8192 0,'0'0'0'0,"0"0"0"16,0 0 0-16,0 0 0 0,0 0 0 15,0 0 0-15,-33 16-737 0,25-3-944 16</inkml:trace>
  <inkml:trace contextRef="#ctx0" brushRef="#br0" timeOffset="959.25">27782 12575 3721 0,'-12'37'2553'0,"-3"1"-1936"0,1 8 355 16,1 1-643-16,1 3-329 0,4 1 0 15,-3-1 0-15,3-1 0 0,2-5 0 16,2-5 0-16,0-5 0 16,-1-6 0-16,3-6 0 0,0-8 0 15,0-8 0-15,2-6 0 0,-2-14-69 16,2-12-1399-16,0 0-393 15,0-11-1193-15</inkml:trace>
  <inkml:trace contextRef="#ctx0" brushRef="#br0" timeOffset="1220.04">27799 12428 2641 0,'0'0'3950'0,"10"-44"-2642"15,7 24-1015-15,3 6-293 0,9 2 0 16,-2 4 0-16,0 3 0 0,-2 4 0 16,-3 1 0-16,-1 5 0 0,-2 3 0 15,-5 3 0-15,-4 3 0 0,-5 2 0 16,-7 2 0-16,-7 6 0 16,-5 0 0-16,-5-2 0 0,-4 2 0 15,-1-2 0-15,-3-4 0 0,-2-1 0 16,6-4 0-16,5-7 0 15,5-3 0-15,5-3 0 0,6-3-185 16,0-3-1027-16,4-7-2614 0</inkml:trace>
  <inkml:trace contextRef="#ctx0" brushRef="#br0" timeOffset="1737.05">28656 12412 6555 0,'0'0'1180'0,"0"0"-723"16,0 0-457-16,0 0 0 0,0 0 0 15,3 38 0-15,-10-5 0 16,3 8 0-16,0 3 0 0,2 0 0 15,-2 2 0-15,-2 2 0 0,-1-1 0 16,-3-4 0-16,2-5 0 0,0-6 0 16,3-7 0-16,1-9 0 0,4-6 0 15,0-5 0-15,0-5 0 16,9-3 0-16,7-9 0 0,13-16 0 0,8-8 0 16,7-8 0-16,-1 2 0 0,-4 4 0 15,-1 1 0-15,-9 6 0 16,-7 9 0-16,-5 6 0 0,-11 9 0 15,-2 4 0-15,-4 1 0 0,0 2 0 16,-2 0-417-16,-2 0-1320 16,-2 6-724-16</inkml:trace>
  <inkml:trace contextRef="#ctx0" brushRef="#br0" timeOffset="2110.9">29027 12829 1312 0,'0'0'4242'0,"4"-36"-3462"16,-4 16-335-16,0 5 63 0,2 0-28 15,-2 1-272-15,-2 3 9 0,0 1-217 16,0 5 0-16,-3 3 0 16,-1 2 0-16,-4 3 0 0,-11 12 0 15,-4 6 0-15,-2 6 0 0,1 5 0 16,7 0 0-16,7 2 0 0,5-1 0 15,9-5 0-15,9-1 0 0,7-5 0 16,7-6 0-16,2-3 0 0,2-4 0 16,2-7 0-16,-2-2 0 15,-4-9 0-15,-7-7 0 0,-3-3 0 16,-7-2 0-16,-2-4 0 0,-4-3 0 16,-2-2 0-16,-4-3 0 0,0 3 0 15,-2 5 0-15,4 7 0 16,0 9 0-16,2 4 0 0,2 5 0 15,2 0 0-15,0 0-301 0,6 4-1156 16,-3 0 49-16,1 7-901 0</inkml:trace>
  <inkml:trace contextRef="#ctx0" brushRef="#br0" timeOffset="2325.77">29122 13083 2809 0,'0'0'2697'0,"0"0"-1981"0,0 0-111 15,0 0 315-15,0 0-512 16,0 0-371-16,0 0-37 0,20-58 0 16,-5 27 0-16,1-1 0 0,1 4 0 15,-1 4 0-15,5 2 0 0,-2 2 0 16,-3 2 0-16,3 2 0 0,-5 3 0 16,1 1 0-16,3 1 0 0,1 4 0 15,0 2 0-15,-1 3-1361 16,-3 1-476-16,-5 1-981 0</inkml:trace>
  <inkml:trace contextRef="#ctx0" brushRef="#br0" timeOffset="2542.46">29622 12510 4097 0,'0'0'3410'0,"0"0"-2725"16,0 0-685-16,0 0 0 15,0 0 0-15,0 0 0 0,-27 40 0 0,12-11 0 16,1 6 0-16,2 8 0 0,-1 3 0 16,-3 8 0-16,-3 6 0 15,-4 4 0-15,-4 1 0 0,-1-3 0 16,-3-4 0-16,4-6 0 0,2-4 0 16,6-10 0-16,9-12 0 15,4-10-401-15,6-10-1184 0,2-8-2781 0</inkml:trace>
  <inkml:trace contextRef="#ctx0" brushRef="#br0" timeOffset="2696.27">29386 12913 7235 0,'0'0'957'0,"0"0"-957"0,0 0 0 16,0 0 0-16,0 0 0 16,33 13 0-16,-14-5 0 0,2 1 0 0,-1-1 0 15,-3-2 0-15,1 1 0 16,-5 0 0-16,-3-1-693 0,-2 1-912 15</inkml:trace>
  <inkml:trace contextRef="#ctx0" brushRef="#br0" timeOffset="3008.39">29564 13192 4257 0,'0'0'3362'0,"0"0"-2789"0,0 0-573 15,0 0 0-15,0 0 0 0,0 0 0 16,35 8 0-16,-4-8 0 0,4-2 0 16,0-4 0-16,-4-3 0 0,-2-1 0 15,-2-4 0-15,-4 0 0 16,-9-1 0-16,-3-3 0 0,-9 3 0 16,-2 2 0-16,-4 1 0 0,-7 6 0 15,-5 6 0-15,-7 3 0 0,-6 11 0 16,0 7 0-16,0 4 0 15,-2 5 0-15,4 4 0 0,3-1 0 0,3 1 0 16,11-4 0-16,7-1 0 0,6-3 0 16,7-5 0-16,6-3 0 15,9-4 0-15,2-7-681 0,4-6-131 16,-6-1-117-16,-2-8-1708 0</inkml:trace>
  <inkml:trace contextRef="#ctx0" brushRef="#br0" timeOffset="3242.56">29915 13141 4486 0,'0'0'1268'0,"0"0"-423"0,0 0 387 16,0 0-871-16,-8 53-361 0,8-24 0 15,6 3 0-15,1 2 0 16,3-4 0-16,2 0 0 0,5 0 0 15,-1-2 0-15,5 0 0 16,0-2 0-16,-3-4 0 0,-1-4 0 16,-7-5 0-16,-2-6-485 0,-1-4-575 15,-5-2-241-15,-2-3-3997 0</inkml:trace>
  <inkml:trace contextRef="#ctx0" brushRef="#br0" timeOffset="3755.02">30159 13243 2909 0,'0'0'1737'0,"0"0"-933"15,0 0 421-15,0 0-585 0,-33 13-104 16,2 6-195-16,-14 7-341 0,-11 7 0 15,-8 5 0-15,4-4 0 0,2 0 0 16,13-5 0-16,14-6 0 16,14-4 0-16,15-9 0 0,2-5-1642 15,8-5-3884-15</inkml:trace>
  <inkml:trace contextRef="#ctx0" brushRef="#br0" timeOffset="10437.31">13409 12579 7591 0,'0'0'192'0,"0"0"217"0,0 0-409 0,31-37 0 15,-20 13-613-15,-1 3-896 0,-4-3-916 0</inkml:trace>
  <inkml:trace contextRef="#ctx0" brushRef="#br0" timeOffset="13922.07">6726 10924 2693 0,'0'0'2645'0,"-51"-57"-2509"0,20 29-124 0,-2 4-12 0,-5 3 44 16,-7 2-16-16,-3 2 64 0,-3 2 208 16,-3 1-64-16,-4 3 0 0,-4 0 45 15,-4 4-193-15,-2 0-12 0,-5 4-16 16,-1 3-60-16,-5 2 0 0,-3 6-20 16,-3 4-128-16,0 6-16 0,-4 3-109 15,5 6 129-15,1 4 116 16,0 6 4-16,3 3 20 0,-5 4 4 15,6 8 0-15,-3 5-4 0,7 6-8 16,1 4 8-16,1 6-4 0,5 4 8 16,4 5 8-16,2 6 4 15,4 6 12-15,5 3 28 0,1 3-44 16,4 4-8-16,5 1 0 0,8 2 12 16,4 2-12-16,6 2 0 0,6 1 0 15,5 2 0-15,8 5 0 16,6 1 0-16,0 0 0 0,12 0 8 15,13-1-4-15,2-4 8 0,14-4 28 16,7-6-12-16,9-6 40 0,12-7 24 16,-1-3-88-16,10-6 44 0,5-6 25 15,4-10-61-15,6-8 12 16,8-13 24-16,3-7-40 0,3-13 32 16,7-8 56-16,-3-10-48 0,5-8 0 15,8-8 52-15,-2-11-76 0,4-10 16 16,0-9 64-16,0-9-76 0,1-9 52 15,-1-6 60-15,0-6-120 0,0-7 48 16,-6-4 72-16,-2-2-108 16,-1-5 20-16,-9-4-16 0,1-4-28 15,-3-4-8-15,-7-5 24 0,-8-2-16 16,-4-5-8-16,-13-1 20 0,-5-2-4 16,-12-3 4-16,-13 2 140 15,-5-1-116-15,-16 1 52 0,-9-1-75 16,-8 1-21-16,-10 3 0 0,-8 5 0 15,-15 1 0-15,-8 6 0 0,-13 3 0 16,-16 7 0-16,-4 7 0 0,-17 10 0 16,-8 8 0-16,-6 5 0 0,-2 7 0 15,-5 3 0-15,1 2 0 0,2 3 0 16,-1 3 0-16,7 3-277 0,-2 4-775 16,24 12-281-16,3 1-760 0</inkml:trace>
  <inkml:trace contextRef="#ctx0" brushRef="#br0" timeOffset="15022.17">8080 12075 1600 0,'0'0'408'0,"0"0"649"0,0 0-473 0,-10-34-68 0,10 29 141 0,0-1 267 16,-4-1-420-16,4 0-155 16,0 2 99-16,0-1-320 0,0 3-68 0,6-1-60 15,4 3-4-15,11 1-4 16,4 0 4-16,4 5-56 0,6 4-8 15,6-2-72-15,7 4 0 16,6-1 76-16,12 0 20 0,0 0 8 16,10 0 36-16,9 0 12 0,0-1 4 15,8-1 28-15,6 1 184 0,2 0-96 16,5-2 16-16,3 2 148 0,3-2-176 16,2-1-32-16,4-2-24 0,6 1-52 15,-2-1 4-15,8-2-8 16,6-1 4-16,3 1-12 0,5 0 0 15,5-1 12-15,2 0-12 0,6-1 0 16,2 0 4-16,5 0-4 0,3 0 20 16,1 0-8-16,1 0-12 0,3-1 24 15,-3-3-20-15,5-2-4 0,-1 0 24 16,1 0-8-16,4 0-12 16,0 0 16-16,-1 0-16 0,-1-2-4 15,-2 4 0-15,-1-1 4 0,-1 3-4 16,-9-2 0-16,1 1 4 0,-11-1-4 15,-3 1 0-15,-9-1 0 0,-9-1 0 16,-6 1 0-16,-6 0-20 16,-8-1-24-16,-11 2-176 0,-2-1-56 15,-10-2 56-15,-14 1-128 0,-7 1-185 16,-21 1-315-16,-11 0-1665 0</inkml:trace>
  <inkml:trace contextRef="#ctx0" brushRef="#br0" timeOffset="15966.02">7903 12612 4686 0,'0'0'588'0,"0"0"-144"0,0 0 56 15,0 0-292-15,0 0-67 0,-36 0 7 16,34 0-132-16,2 0-8 0,0 1-8 16,11 4-24-16,5 1 24 0,11 2 0 15,4-1 12-15,10 2-12 0,7-2 12 16,0-1-12-16,5 1 0 0,9 1 8 16,2-1-8-16,9-1 0 15,5-1 36-15,1 1-28 0,6-4 80 16,6 1 108-16,6-1-104 0,4-1-16 15,4-1-8-15,9 1-56 16,-2-1-8-16,8 2 8 0,-3-1-12 16,7-1 0-16,5 0 4 0,5 0 0 15,2 0-4-15,7 0 4 0,0 2 0 16,8-1-4-16,-3 1 4 0,10-2 0 16,-1 0-4-16,6-2 8 15,0-1 12-15,5 0-20 0,-5 1 100 16,9-2-24-16,-3 2 36 0,5-3 48 15,3 2-120-15,3-1 28 0,-2 4 48 16,2 0-112-16,2 2 4 0,-4 6 4 16,-3 0 0-16,-1 0-12 0,-2 4 0 15,-5-1 0-15,-2 1 0 0,-8 0 0 16,1-2 0-16,-12 1 0 16,-5 0 0-16,-9-2-8 0,-2-1 8 15,-14-2-44-15,-4 0-164 0,-17-1-116 16,-6-5-468-16,-15-2-117 0,-26-2-163 15,-9-5-1722-15</inkml:trace>
  <inkml:trace contextRef="#ctx0" brushRef="#br0" timeOffset="16458.58">15547 12089 4402 0,'0'0'540'0,"0"0"8"0,-31 0 92 16,14 10-316-16,3 5 1 0,-3 6 231 16,5 4-188-16,2 6-72 0,5 10-103 15,1 5-193-15,4 5 0 0,0 6 0 16,0 1 0-16,0 3 0 16,-2 3-101-16,-6 0-375 0,-2-1-64 15,-1-7-845-15,1-5 217 0,2-9 399 16,-1-9 465-16,3-11-4 0,-4-8-841 0</inkml:trace>
  <inkml:trace contextRef="#ctx0" brushRef="#br1" timeOffset="20621.23">8570 12900 5046 0,'0'0'1100'0,"0"0"-59"0,0 0-429 16,0 0-219-16,0 0-393 0,0 0 0 16,0 0 0-16,-16 63 0 15,12-20 0-15,-3 5 0 0,7 1 0 16,0-2 0-16,0-1 0 0,0 1 0 15,0-6 0-15,0-3 0 0,0-9 0 16,0-8 0-16,0-9 0 0,0-8-1489 16,0-5-1173-16</inkml:trace>
  <inkml:trace contextRef="#ctx0" brushRef="#br1" timeOffset="20760.16">8380 13161 6014 0,'0'0'1053'0,"0"0"-293"16,58 16-395-16,-25-16-365 0,2-7 0 16,2-1 0-16,-4-2 0 0,-2 1 0 15,-6 0 0-15,-2-1 0 0,-2 0 0 16,-7 1 0-16,3 1-3130 0</inkml:trace>
  <inkml:trace contextRef="#ctx0" brushRef="#br1" timeOffset="21414.96">9695 12919 4217 0,'0'0'917'0,"0"0"-241"0,0 0-8 0,0 0 353 15,0 0-449-15,0 0-451 0,0 0-121 16,0 0 0-16,0 0 0 0,0 0 0 16,0 65 0-16,0-13 0 0,-4 0 0 15,2-7 0-15,2-3 0 0,0-2 0 16,0-4 0-16,0-4 0 16,0-4 0-16,0-3 0 0,2-4-29 0,-2-7-2180 15,0-8-504-15</inkml:trace>
  <inkml:trace contextRef="#ctx0" brushRef="#br1" timeOffset="21620.42">9558 13154 6555 0,'0'0'752'0,"0"0"133"15,42 0-885-15,-20-1 0 0,9-4 0 16,0-1 0-16,5-1 0 0,-10 0 0 15,5-2 0-15,-8 1 0 0,2 0 0 16,-4-1 0-16,1-1 0 0,-5 2-2378 16,-3-2-2992-16</inkml:trace>
  <inkml:trace contextRef="#ctx0" brushRef="#br1" timeOffset="22071.84">10892 12905 4994 0,'0'0'1000'0,"0"0"-183"0,0 0 223 0,0 0-699 0,0 0-341 16,-7 65 0-16,-3-26 0 15,2 2 0-15,2-3 0 0,2 0 0 16,4-2 0-16,0 0 0 0,0-2 0 16,4-5 0-16,0-3 0 15,-2-6 0-15,2-4 0 0,2-6-513 16,-6-4-1560-16,8-6-988 0</inkml:trace>
  <inkml:trace contextRef="#ctx0" brushRef="#br1" timeOffset="22259.61">10677 13217 6170 0,'0'0'184'15,"0"0"701"-15,33 8-109 0,-4-7-599 16,4-2-177-16,-2-6 0 0,6 0 0 15,0-4 0-15,-2 1 0 16,-2 2 0-16,-2-1 0 0,-4-2 0 16,-2 4 0-16,2-3 0 0,-11 3-1662 15,1-2-867-15</inkml:trace>
  <inkml:trace contextRef="#ctx0" brushRef="#br1" timeOffset="22990.12">11979 12926 5114 0,'0'0'848'0,"0"0"25"0,0 0 251 16,0 0-891-16,0 0-233 16,0 0 0-16,0 0 0 0,0 0 0 15,6 31 0-15,-2 3 0 0,-4 4 0 16,2-3 0-16,-2-5 0 0,-2 0 0 15,-2-1 0-15,-2 0 0 16,-4-3 0-16,-5 2 0 0,3-4 0 16,1-5-1109-16,1-5-2533 0</inkml:trace>
  <inkml:trace contextRef="#ctx0" brushRef="#br1" timeOffset="23135.02">11770 13209 6799 0,'0'0'892'15,"0"0"-391"-15,52-27-501 0,-25 20 0 16,4 1 0-16,0 4 0 0,2 1 0 16,-6 1 0-16,4 0 0 0,-2 2 0 15,4-2 0-15,0 0 0 16,8-1 0-16,-14-1-913 0,4-2-2121 0</inkml:trace>
  <inkml:trace contextRef="#ctx0" brushRef="#br1" timeOffset="23533.16">13362 12931 6683 0,'0'0'972'0,"0"0"-435"16,0 0-537-16,-17 38 0 0,13-4 0 15,2 6 0-15,2 5 0 16,0-3 0-16,2 3 0 0,2 0 0 16,3-2 0-16,-7-2 0 0,4-2 0 15,-4-2 0-15,0-5 0 0,0-6 0 16,-4-3 0-16,4-9-489 0,-3-6-1168 16,-1-4-508-16</inkml:trace>
  <inkml:trace contextRef="#ctx0" brushRef="#br1" timeOffset="23719.91">13114 13251 6707 0,'0'0'252'0,"0"0"452"16,33 17-175-16,-2-10-529 0,0-2 0 16,6-3 0-16,-2-1 0 0,-2-1 0 15,2 0 0-15,-1-3 0 0,3 1 0 16,4-2 0-16,7-1 0 0,3-1 0 15,3 0 0-15,-17 2-1097 0,-6-1-1012 16</inkml:trace>
  <inkml:trace contextRef="#ctx0" brushRef="#br1" timeOffset="24152.38">14679 13002 6494 0,'0'0'957'0,"0"0"-441"0,0 0-291 0,0 0-225 15,0 0 0-15,0 0 0 0,-5 63 0 16,12-19 0-16,1 5 0 0,-2 0 0 16,0-3 0-16,-2 1 0 0,-1-3 0 15,-3-1 0-15,4-5 0 16,-4-3 0-16,-4-5 0 0,-3-5 0 16,1-5-145-16,2-8-1704 0,-2-3-1104 0</inkml:trace>
  <inkml:trace contextRef="#ctx0" brushRef="#br1" timeOffset="24313.06">14511 13336 7679 0,'0'0'28'0,"37"-8"457"0,1 4-485 16,13 1 0-16,-3 3 0 0,-1-1 0 16,1 0 0-16,-1 1 0 15,-5-2 0-15,-1 0 0 0,-14 1-1565 16,0-4-2085-16</inkml:trace>
  <inkml:trace contextRef="#ctx0" brushRef="#br2" timeOffset="26963.56">8570 11853 1920 0,'0'0'3686'0,"0"0"-2373"0,0 0-553 0,0 0-280 16,0 0-447-16,0 0-33 0,0 0 0 15,0 0 0-15,23-33 0 0,22 30 0 16,13 3 0-16,-4 0 0 0,-2 4 0 15,-5 2 0-15,1 3 0 16,4 1-221-16,-15 0-1448 0,-2-2-528 0</inkml:trace>
  <inkml:trace contextRef="#ctx0" brushRef="#br2" timeOffset="27326.19">9459 11835 6126 0,'0'0'140'16,"0"0"593"-16,0 0 387 0,0 0-1047 16,0 0-73-16,0 0 0 0,0 0 0 15,66 0 0-15,-2 1 0 16,9-1 0-16,-3 2 0 0,-2-1 0 15,0 1-489-15,-16 1-756 0,-4-2-1828 0</inkml:trace>
  <inkml:trace contextRef="#ctx0" brushRef="#br2" timeOffset="27727.92">10704 11926 6783 0,'57'-8'684'0,"16"-3"-132"0,5-3-379 15,-3 1-173-15,-7 4 0 0,-10 3 0 16,-4 0-477-16,-13 1-980 0,-6-3-1512 16</inkml:trace>
  <inkml:trace contextRef="#ctx0" brushRef="#br2" timeOffset="28165.63">11849 11839 5374 0,'0'0'472'0,"45"2"168"0,-12 0 469 15,4 0-665-15,1-1-291 0,7 1-153 0,-1 1 0 0,7-1 0 0,3 2-61 16,8-3-759-16,-19 1-297 16,9-4-2620-16</inkml:trace>
  <inkml:trace contextRef="#ctx0" brushRef="#br2" timeOffset="28552.19">13052 11884 7743 0,'0'0'380'15,"62"-13"-311"-15,-4 4-69 0,0 4 0 16,4 1 0-16,-2 4 0 0,6 1-321 16,-2 4-387-16,-10 1-1493 15,1-2-1249-15</inkml:trace>
  <inkml:trace contextRef="#ctx0" brushRef="#br2" timeOffset="29275.84">14387 11853 7103 0,'0'0'28'0,"62"-14"124"15,-4 14 60-15,10 1 100 0,11 8-184 16,-1 2 32-16,-3 5-160 0,-13 2-100 16,-19-3-696-16,-12-3-2938 0</inkml:trace>
  <inkml:trace contextRef="#ctx0" brushRef="#br3" timeOffset="37894.99">15514 13283 2197 0,'0'0'1268'0,"0"0"-644"16,0 0-55-16,0 0 63 0,0 0-292 16,0 0-20-16,0 0 228 15,0 0-167-15,0 0-37 0,12 20 176 16,-8-17-344-16,-2-1 4 0,-2 1-87 15,4 1-93-15,1 0 0 0,-3-1 0 16,6-1 0-16,-6 1 0 0,8-1 0 16,1-1 0-16,5-1 0 0,-1-4 0 15,5-2 0-15,1-3 0 0,-4-1 0 16,-1-1 0-16,3 0 0 16,-1 1 0-16,-3 1 0 0,1 1 0 15,-1 0 0-15,-1 1 0 0,-1 1 0 16,3-2 0-16,-1 0 0 0,-5 0 0 15,7-2 0-15,-3-1 0 0,-2 0 0 16,3-3 0-16,1 0 0 16,1-1 0-16,4-3 0 0,3 0 0 15,-1 0 0-15,2-2 0 0,-2 2 0 16,-3 0 0-16,1 2 0 0,0 0 0 16,-5 1 0-16,-5 2 0 15,3 2 0-15,-8-1 0 0,5 1 0 16,-3-3 0-16,-2 1 0 0,0-1 0 15,0-1 0-15,5 1 0 0,-3-1 0 16,-2 1 0-16,0 1 0 0,5 1 0 16,-5-1 0-16,-2 3 0 0,2 2 0 15,-6 0 0-15,5-3 0 0,1 0 0 16,-6-4 0-16,4 0 0 16,0 1 0-16,-2-2 0 0,2 2 0 15,-4-2 0-15,6 0 0 0,-1-2 0 16,-1 0 0-16,-2-1 0 0,4 0 0 15,-4-1 0-15,0 0 0 16,-2-2 0-16,0-1 0 0,0 1 0 16,0-1 0-16,0 4 0 0,0-1 0 15,0 2 0-15,0-1 0 0,0 1 0 16,0 1 0-16,0-2 0 0,0 3 0 16,-2 1 0-16,-6-2 0 0,4 3 0 15,-5-4 0-15,1-1 0 16,-2 0 0-16,-1-2 0 0,-1-1 0 15,-3-1 0-15,5 1 0 0,-2 1 0 16,-3 2 0-16,5 3 0 0,0 1 0 16,-1 3 0-16,-1 2 0 0,-3-1 0 15,1 3 0-15,-3-2 0 0,1 2 0 16,-5 1 0-16,-4 1 0 16,-1-1 0-16,-1 1 0 0,4 0 0 15,-2 3 0-15,4 0 0 0,5 3 0 16,-1 0 0-16,7 0 0 0,2 1 0 15,6 4 0-15,-2 0 0 16,-7 3 0-16,5 5 0 0,-4 2 0 16,-1 1 0-16,5-2 0 0,-2-2 0 15,2 1 0-15,2-1 0 0,-3 0 0 16,3 1 0-16,2-1 0 0,-2-1 0 16,4 1 0-16,0-1 0 15,0 3 0-15,6-2 0 0,-2 1 0 16,0-2 0-16,-1-2 0 0,-1 0 0 15,-2-6 0-15,2 2 0 0,-2-1 0 16,0 0 0-16,4 1 0 0,-4-3 0 16,2 1 0-16,-2-3 0 0,0 0 0 15,0 0 0-15,4 0 0 0,-4-2 0 16,4-1 0-16,-2 0 0 16,-2-1 0-16,4-2 0 0,3-1 0 15,-3-3 0-15,2-3 0 0,-2-1 0 16,-4-1 0-16,4-4 0 0,-2 1 0 15,-2-2 0-15,4-1 0 16,-2-1 0-16,-2 1 0 0,2 0 0 16,-2 0 0-16,0 3 0 0,0 0 0 15,0 1 0-15,0 2 0 0,0 1 0 16,0 4 0-16,-2 3 0 0,0 1 0 16,2 1 0-16,-4 3 0 0,4-2 0 15,0 3 0-15,0 1 0 16,4 0 0-16,3 6 0 0,9 2 0 15,9 2 0-15,12-2 0 0,7-3 0 16,1-5 0-16,-2-6 0 0,-3-5 0 16,-3-1 0-16,-4-2 0 0,-6-3 0 15,0 1 0-15,-9 4-189 0,3-1-3052 0</inkml:trace>
  <inkml:trace contextRef="#ctx0" brushRef="#br3" timeOffset="42015.29">15553 13419 204 0,'0'0'1396'0,"0"0"-844"16,0 0-447-16,0 0 1947 0,0 0-1571 15,0 0-105-15,0 0 248 0,0 0-344 16,0 0-116-16,8 15-68 0,-6-12-56 16,2 1 56-16,7 3 201 15,5 2-145-15,5 2 12 0,6 1 80 16,0-1-200-16,-2 1-24 0,8 1 16 15,-2-3-28-15,6 1-4 0,-2-4 92 16,8 0-12-16,3-2 12 0,4-3 96 16,-1-1-112-16,1-1-44 0,-3 0 20 15,3-2-48-15,-7-4 28 16,5-1 37-16,-5-2-73 0,5-3 0 16,1-2 0-16,-5-2 0 0,7-2 0 15,-3-3 0-15,-5-1 0 0,9-2 0 16,-8-1 0-16,1-3 0 0,-4-1 0 15,-1-1 0-15,-1-1 0 16,-2-1 0-16,0-2 0 0,-4-3 0 0,3 1 0 16,-5-3 0-16,-3 0 0 15,1 0 0-15,-6-1 0 0,-2-1 0 16,4 0 0-16,-5-2 0 0,1-1 0 16,-2-2 0-16,-5 0 0 0,3-4 0 15,-3 0 0-15,-2-1 0 16,-3-2 0-16,-3 0 0 0,4-2 0 15,-4 0 0-15,-1 0 0 0,-3-2 0 16,0 0 0-16,0 3 0 0,-2 0 0 16,-2 1 0-16,-2 2 0 0,-3-1 0 15,-1 2 0-15,-2 2 0 0,-1 0 0 16,-1-2 0-16,-4-1 0 0,-5 0 0 16,0 1 0-16,-4 0 0 15,-2 1 0-15,3 0 0 0,-9 3 0 16,2 3 0-16,-7 2 0 0,1 3 0 15,-6 2 0-15,-3 2 0 0,3 3 0 16,-5 1 0-16,-1 2 0 0,-1 2 0 16,-2 0 0-16,1 1 0 0,-1 1 0 15,-2 1 0-15,3 1 0 16,-7 3 0-16,0 2 0 0,-2 3 0 16,-2 2 0-16,4 2 0 15,-4 4 0-15,4 3 0 0,4 3 0 0,1 0 0 16,3 4 0-16,3 4 0 15,3 2 0-15,-1 6 0 0,1 0 0 16,3 4 0-16,0 3 0 0,3 2 0 16,-1 2 0-16,4 1 0 0,2 1 0 15,4 2-25-15,6 0 25 0,7 1 0 16,5 2 0-16,3 0 0 0,2 4 0 16,6 1-16-16,0 2 16 15,0 0 0-15,0-3-4 0,4-1 4 16,-4-4 0-16,2-3-16 0,2-3 8 15,-4-5-8-15,4-3-56 0,-2-5 36 16,-2-5 4-16,5-5-56 0,-5-1 16 16,0-2-36-16,0-1 80 0,4-1 28 15,-4-8 64-15,-4-7-64 16,-1-4 20-16,-1-4 4 0,-4-2-16 16,4-1-8-16,-3-3 24 15,1-3-4-15,0-1-20 0,2-2 48 16,1-2-48-16,-1-1 20 0,-4 1-20 0,4-1 4 15,-5 6-4-15,-3 1 0 16,2 6-60-16,-3 5 60 0,5 7-16 16,-1 6 12-16,7 4 4 0,4 4 0 15,-2 0 8-15,-2 7-8 0,4 8 0 16,4 11-48-16,2 7 48 0,1 6-4 16,1 3 0-16,-2-2 4 0,0 5 0 15,-2 1 0-15,1 2 0 16,-3-2 0-16,2-5 0 0,0-3 0 15,4-7 96-15,11-8-32 0,1-6 12 16,9-7 48-16,7-9-116 0,11-2 4 16,7-10-12-16,8 2-524 0,2-2-420 15,-8 4-1870-15</inkml:trace>
  <inkml:trace contextRef="#ctx0" brushRef="#br3" timeOffset="43275.6">15359 13194 5070 0,'0'0'740'0,"37"-7"-544"0,-16 14 116 16,-1 6 153-16,-5 5-257 0,-1 5-84 0,-1 6 16 16,-3 3-124-16,6 7 12 0,3 3 56 15,4 2-52-15,2 1 24 16,4 2 48-16,6 0-92 0,2 1-4 15,8-1 16-15,3-1-8 0,6-1-16 16,10-4 60-16,2-6-44 16,8-3 92-16,1-6 116 0,-1-7-164 15,5-7 0-15,-7-7-31 0,7-5-29 16,-7-6 0-16,2-6 0 0,-3-5 0 16,7-7 0-16,1-6 0 15,-1-5 0-15,1-6 0 0,-1-8 0 16,5-5 0-16,-4-7 0 0,-1-6 0 15,-1-5 0-15,-5-4 0 0,2-3 0 16,-1-2 0-16,-5 0 0 0,-4-1 0 16,-6-3 0-16,4-4 0 0,-10-1 0 15,-3-6 0-15,-3 0 0 0,-9 0 0 16,-6 0 0-16,-4-6 0 0,-11 2 0 16,1-4 0-16,-7 0 0 15,-10-1 0-15,0 0 0 0,-10-2 0 0,-7 3 0 16,-3 1 0-16,-7 1 0 15,-6 4 0-15,-2 3 0 0,-7 1 0 16,1 2 0-16,-9 1 0 0,-3 4 0 16,-3 2 0-16,-2 2 0 0,0-1 0 15,0 3 0-15,-6 1 0 0,-2 2 0 16,-2 7 0-16,-3 1 0 16,-5 6 0-16,-3 4 0 0,-5 1 0 15,3 7 0-15,-6 6 0 0,-4 6 0 16,2 8 0-16,0 6 0 0,1 6 0 15,-1 5 0-15,2 8 0 16,0 6 0-16,0 3 0 0,0 10 0 16,3 7 0-16,-1 6 0 0,2 10 0 15,5 5 0-15,1 6 0 0,5 7 0 16,8 7 0-16,6 5 0 0,6 4 0 16,7 4 0-16,7 4 0 0,5 5 0 15,2 2 0-15,7-1 0 0,5-3 0 16,0-1 0-16,3-3 0 15,10-2 0-15,-3-3 0 0,7-1 0 16,-2-4 0-16,0-3 0 0,2-5 0 16,-4-4 0-16,2-8 0 0,-3-3 0 15,3-11 0-15,4-8-29 16,0-9 9-16,0-8 16 0,0-3-24 16,0-4 28-16,7-5 44 0,-7-11-16 15,4-12-19-15,-4-10-9 0,0-8 0 16,-11-2 0-16,1 0 0 0,0-1 0 15,-5 0 0-15,9-1 0 16,-6-1 0-16,1 0 0 0,3 5 0 16,-2 3 0-16,-3 4 0 0,-1 7 0 15,1 7 0-15,-1 4 0 0,-3 10 0 16,-1 4 0-16,1 6 0 0,1 5 0 16,1 7 0-16,5 8 0 0,8 11 0 15,2 7 0-15,12 9 0 16,9 4 0-16,6 4 0 0,8 2 0 15,2-4 0-15,0-1 0 0,-2-5 0 16,-1-3 0-16,-8-5 0 0,-1-4 0 16,2-8 0-16,0-7 0 0,2-13 0 15,8-11 0-15,2-17 0 0,9-15 0 16,4-13 0-16,3-12 0 16,-11 11 0-16,-1-8-1754 0</inkml:trace>
  <inkml:trace contextRef="#ctx0" brushRef="#br3" timeOffset="44196.34">15766 14239 3521 0,'0'0'428'0,"0"0"1049"16,0 0-453-16,0 0-271 0,0 0 236 15,0 0-989-15,0 0 0 0,0 0 0 16,0 0 0-16,29 41 0 0,-29 15 0 16,0 9 0-16,0 4 0 0,0-4 0 15,0-3 0-15,-2 0 0 0,-2-5 0 16,2-6 0-16,-3-5 0 16,1-7 0-16,2-5 0 0,0-11 0 15,0-7-1421-15,-2-7-332 0,4-8-592 16</inkml:trace>
  <inkml:trace contextRef="#ctx0" brushRef="#br3" timeOffset="44352.69">15592 14647 7095 0,'0'0'652'0,"0"0"-207"16,0 0-445-16,40-32 0 0,-11 21 0 15,4 1 0-15,0 5 0 0,-2 0 0 16,4 2 0-16,-2-2 0 0,2-1 0 15,4 0 0-15,-4 0-405 0,-4 1-2560 16</inkml:trace>
  <inkml:trace contextRef="#ctx0" brushRef="#br3" timeOffset="44465.53">16037 14669 6330 0,'0'0'1565'0,"-19"54"-1268"0,11-27-297 16,8-3 0-16,-2 0 0 15,2-4 0-15,0-4 0 0,0-6 0 16,2-4-305-16,-2-5-1844 0,10-3-668 0</inkml:trace>
  <inkml:trace contextRef="#ctx0" brushRef="#br3" timeOffset="44601.7">16126 14244 6370 0,'0'0'4'0,"0"0"-4"0,0 0 8 15,0 0-8-15,0 0-364 0,0 0-1168 16,0 0-473-16</inkml:trace>
  <inkml:trace contextRef="#ctx0" brushRef="#br3" timeOffset="45240.76">16163 14854 5570 0,'-11'55'516'0,"5"0"245"0,0 8-53 16,6-2-272-16,0 0-235 0,-4-2-201 16,2 1 0-16,-6-5 0 15,6-3 0-15,-7-5 0 0,7-7 0 16,-2-11 0-16,-2-7 0 0,2-10 0 16,2-8 0-16,-2-4 0 0,-1-10 0 15,-1-20 0-15,0-13 0 0,-2-13 0 16,-3-11 0-16,5-4 0 0,0-6 0 15,2-5 0-15,2-2 0 0,4 0 0 16,4 3 0-16,9 5 0 0,5 14 0 16,7 9 0-16,4 12 0 0,2 11 0 15,2 6 0-15,-4 9 0 0,-4 7 0 16,0 8 0-16,-2 4 0 16,-2 10 0-16,1 4 0 0,-3 6 0 15,-4 3 0-15,-7 3 0 0,-8 1 0 16,-4 0 0-16,-13 0 0 15,-7 0 0-15,-7-1 0 0,-4-4 0 16,-4-4 0-16,-1-9 0 0,3-5 0 16,12-6-805-16,5-2-1964 0</inkml:trace>
  <inkml:trace contextRef="#ctx0" brushRef="#br3" timeOffset="45986.75">16839 14483 4702 0,'0'0'856'0,"0"0"369"0,0 0 19 15,0 0-1079-15,0 0-165 0,0 0 0 16,0 0 0-16,0 0 0 0,14 41 0 15,-5-2 0-15,-1 7 0 0,-2 4 0 16,0-4 0-16,5 3 0 0,-7-1 0 16,2 0 0-16,0-5 0 0,-2-7 0 15,2-6 0-15,-4-10 0 0,1-7 0 16,1-7 0-16,0-6 0 16,2-7 0-16,4-13 0 0,7-17 0 15,4-8 0-15,-5-8 0 0,1 3 0 16,-3 7 0-16,-2 5 0 15,1 6 0-15,-1 6 0 0,-6 10 0 16,-1 5 0-16,-1 5-1005 0,-2 6-512 16,-2-1-432-16</inkml:trace>
  <inkml:trace contextRef="#ctx0" brushRef="#br3" timeOffset="46309.55">17318 14757 6362 0,'0'0'1301'16,"0"0"-1073"-16,-33-42 73 0,17 35-301 15,1 4 0-15,3 4 0 0,-1 9 0 16,1 4 0-16,2 7 0 16,-1 3 0-16,7 4 0 0,4 1 0 15,0 1 0-15,11 2 0 0,-1-4 0 16,6-3 0-16,3-6 0 15,2-6 0-15,-1-6 0 0,1-3 0 16,-2-4 0-16,-1-6 0 0,-1-6 0 16,-5-3 0-16,-4-7 0 0,-5-1 0 15,1-2 0-15,-4-1 0 16,-7 1 0-16,-1 1 0 0,-2 0 0 16,0 6 0-16,3 3 0 0,1 8 0 15,2 2 0-15,4 4 0 0,4 1-133 16,0 0-903-16,2 3-69 0,9 2-1276 0</inkml:trace>
  <inkml:trace contextRef="#ctx0" brushRef="#br3" timeOffset="46516.14">17473 15005 5366 0,'0'0'1313'0,"0"0"-929"0,0 0 220 15,0 0-79-15,0 0-525 0,0 0 0 16,-18-36 0-16,18-1 0 15,10-2 0-15,0 0 0 0,11 7 0 16,-4 2 0-16,-3 3 0 0,3 3 0 16,-7 0 0-16,4 0 0 0,3 1 0 15,-7 4-853-15,7-2-3505 0</inkml:trace>
  <inkml:trace contextRef="#ctx0" brushRef="#br3" timeOffset="46731.7">17759 14245 7763 0,'0'0'429'0,"0"0"-429"15,0 0 0-15,-5 48 0 0,5 3 0 16,0 11 0-16,5 9 0 16,1-3 0-16,4 0 0 0,1-2 0 15,-1 0 0-15,-4-3 0 0,-4-2 0 16,-2-8 0-16,-2-5 0 15,-4-7 0-15,2-10 0 0,-2-11 0 16,-1-7-953-16,3-10-3121 0</inkml:trace>
  <inkml:trace contextRef="#ctx0" brushRef="#br3" timeOffset="46868.09">17649 14751 7031 0,'0'0'1161'0,"0"0"-1161"0,35-18 0 16,-12 14 0-16,2 2 0 0,-5-2 0 15,-3 2 0-15,6-2 0 0,-3 1 0 16,1-2 0-16,4 3 0 0,-4 0 0 16,1 2 0-16,5 5-85 0,-4 4-1672 15,-7-3 105-15,-3 3-473 0</inkml:trace>
  <inkml:trace contextRef="#ctx0" brushRef="#br3" timeOffset="47232.24">17986 14927 6018 0,'0'0'1409'0,"0"0"-741"0,0 0-571 16,0 0-97-16,0 0 0 0,41-12 0 15,-14-2 0-15,-2-4 0 0,-4 3 0 16,-5-2 0-16,-1 1 0 0,-9-1 0 15,-2-4 0-15,-4-2 0 0,-8 4 0 16,-5 0 0-16,-1 9 0 0,-3 6 0 16,1 5 0-16,-5 10 0 0,-4 10 0 15,7 8 0-15,-1 9 0 0,9 6 0 16,4 8 0-16,6 2 0 16,10 0 0-16,2-5 0 0,9-10 0 15,6-9 0-15,4-9 0 0,6-6 0 16,-2-11 0-16,2-4 0 15,-6-7 0-15,-4-8-1125 0,-8-8 128 16,-11 3-103-16,-8-1-3066 0</inkml:trace>
  <inkml:trace contextRef="#ctx0" brushRef="#br3" timeOffset="47478.78">18246 14795 5446 0,'0'0'1109'0,"0"0"-69"0,0 0-443 15,0 0-597-15,0 0 0 0,0 0 0 16,27 49 0-16,-6-17 0 16,2 4 0-16,8-4 0 0,0-7 0 15,10-2 0-15,-4-1 0 0,1-3 0 16,-7-5 0-16,-5-3 0 15,-1-3 0-15,-8-6 0 0,-7-1 0 16,-4-1 0-16,-2 0-109 0,-4-1-1456 16,0-9-311-16</inkml:trace>
  <inkml:trace contextRef="#ctx0" brushRef="#br3" timeOffset="47649.8">18546 14822 7207 0,'0'0'985'15,"-20"54"-985"-15,3-15 0 0,-10 6 0 16,-8 0 0-16,-2 2 0 0,-7-5 0 16,-1 0 0-16,8-5 0 0,-1-6 0 15,7-1 0-15,15-9 0 0,1-4-2502 0</inkml:trace>
  <inkml:trace contextRef="#ctx0" brushRef="#br0" timeOffset="59340.83">14896 12198 1412 0,'0'0'0'0,"0"0"-396"15,0 0-436-15</inkml:trace>
  <inkml:trace contextRef="#ctx0" brushRef="#br0" timeOffset="59666.12">14811 12076 1424 0,'0'0'0'0,"0"0"0"15,0 0 1533-15,0 0-108 0,0 0-629 16,0 0 188-16,0 0-383 0,0 0-113 16,0 0 196-16,0 0-427 0,10 30-257 15,-4-30 0-15,1-10 0 16,1-13 0-16,-2-11 0 0,0-10 0 16,-2-8 0-16,1-2 0 0,-5-9 0 15,0-8 0-15,-5-10 0 0,-5-6 0 16,0-9 0-16,-1-4 0 0,1-2 0 15,4 0 0-15,6 4 0 16,4 3 0-16,2 9 0 0,7 13 0 16,-3 14 0-16,0 15 0 0,-1 15 0 15,-7 9 0-15,2 10 0 0,-4 5 0 16,0 4 0-16,0 1 0 0,-4 0 0 16,-7 8 0-16,1 8 0 0,0 2-1025 15,1-2-52-15,1-3-503 0</inkml:trace>
  <inkml:trace contextRef="#ctx0" brushRef="#br0" timeOffset="60197.07">15158 10643 6426 0,'0'0'1361'0,"0"0"-956"0,0 0-405 0,0 0 0 0,-27 51 0 0,23-20 0 0,4 7 0 16,0 5 0-16,8 8 0 0,-1 11 0 16,5 12 0-16,-2 9 0 0,-5 9 0 15,-5 8 0-15,-5 7 0 0,-7 3 0 16,-2 1 0-16,-3-9 0 0,3-14 0 16,3-13 0-16,1-19 0 0,4-18 0 15,-1-14 0-15,-3-22 0 16,4-17 0-16,-4-3 0 0,1-11-1045 0</inkml:trace>
  <inkml:trace contextRef="#ctx0" brushRef="#br0" timeOffset="60584.9">14960 10775 5194 0,'0'0'1509'0,"0"0"-557"0,0 0-415 0,0 0-537 0,0 0 0 0,0 0 0 16,51-14 0-16,-5 6 0 15,8 1 0-15,-3 4 0 0,-1 3 0 16,-5 0 0-16,-7 0-421 0,-12 0-3061 15</inkml:trace>
  <inkml:trace contextRef="#ctx0" brushRef="#br0" timeOffset="72010.87">14486 11836 2373 0,'0'0'1576'0,"0"0"-915"0,0 0 71 16,0 0 168-16,0 0-587 0,0 0-193 15,0 0 124-15,0 0 80 16,48 4 36-16,-13-3 176 0,6 1-483 16,-1 0-53-16,-5 1 0 0,2 2 0 15,-6 0 0-15,-4 2 0 0,-6-1 0 16,-1-1 0-16,-3-3 0 15,-1 0 0-15,-5 1 0 0,-3-3 0 16,-6 0 0-16,-2 0 0 0,0 0-281 16,-2 0 77-16,-17 0-56 0,-8-3-380 15,-4 0 39-15,-2-2 341 0,7 2 212 16,1-4 48-16,-2 0 20 16,2-2 140-16,2-1-24 0,-4 3 56 15,-2 1 213-15,7 3-201 0,1 3 4 0,7 0 236 16,7 3-216-16,7 5 16 15,7 2-191-15,13 2-53 0,11 2 0 16,17-3 0-16,10-5 0 0,10-3 0 16,-2-4 0-16,-16-3 0 0,-9-5-1357 15</inkml:trace>
  <inkml:trace contextRef="#ctx0" brushRef="#br0" timeOffset="73567.47">14524 13366 4325 0,'0'0'1001'0,"0"0"-197"16,0 0 133-16,0 0-337 0,0 0-228 15,0 0-219-15,0 0-153 0,0 0 0 16,39-7 0-16,-10 7 0 0,6 0 0 16,2 0 0-16,-6 0 0 15,0 0 0-15,-4-1 0 0,-4 0 0 16,-3-1 0-16,1 0 0 0,0-2 0 16,-5-1 0-16,-1 1-165 15,-5 0-495-15,-4 1 0 0,-6 0-1205 16,-2-5-841-16</inkml:trace>
  <inkml:trace contextRef="#ctx0" brushRef="#br0" timeOffset="73800">14650 13022 6158 0,'0'0'312'15,"0"0"217"-15,0 0-385 0,0 0-16 16,10 50 68-16,-2-13-64 0,-2 9-76 16,1 2 24-16,-3 0-68 15,-4 2 96-15,4-1-12 0,-2-3-80 16,2-4-16-16,-4-7 0 0,4-6-32 16,-4-5-392-16,0-7-1489 15,0-8-1112-15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50:23.57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1182 4269 2172 0,'0'0'1509'0,"0"0"-1017"16,0 0 445-16,0 0-321 0,0 0-128 16,-37 12 161-16,33-7-373 15,0-3-28-15,0 1 88 0,2-1-236 16,-2 2-16-16,2-1-4 0,2 1-44 15,2-1 60-15,8 3-23 16,6-1-73-16,13 1 0 0,11 0 0 16,5-2 0-16,9 0 0 0,2-1 0 15,2 0 0-15,6-2 0 0,0 0 0 16,8 0 0-16,3-1 0 0,1 0 0 16,5 0 0-16,1 0 0 0,3 0 0 15,6 2 0-15,2-1 0 0,2 0 0 16,-4 0 0-16,6 0 0 15,-2 2 0-15,5-2 0 0,-1 1 0 0,2-1 0 16,-2-1 0-16,7 0 0 16,1 0 0-16,7-3 0 0,2 1 0 15,-5-3 0-15,5 1 0 0,-2 0 0 16,6 1 0-16,-5 2 0 0,3 0 0 16,-2 0 0-16,2 1 0 15,0 0 0-15,1 0 0 0,-1 0 0 16,6 0 0-16,2 0 0 0,3 0 0 15,-1 0 0-15,4 0 0 16,-4 0 0-16,7 0 0 0,-5 0 0 16,2 2 0-16,-4-1 0 0,-2 3 0 15,5-1 0-15,-9 2 0 0,2 0 0 16,2 0 0-16,0-1 0 0,0 1 0 16,0-3 0-16,-4 1 0 0,2-2 0 15,2-1 0-15,-2 0 0 0,0-1 0 16,-4 0 0-16,-4 1 0 0,-5 0 0 15,-11 2 0-15,-1 1 0 16,-10 3 0-16,-9 2 0 0,-5 1 0 16,-7 2 0-16,-10 0 0 0,-7 1 0 15,-13-1-465-15,-13-3-936 0,-9-3-620 16</inkml:trace>
  <inkml:trace contextRef="#ctx0" brushRef="#br0" timeOffset="7071.21">7663 6154 2757 0,'0'0'2381'16,"0"0"-1433"-16,0 0-479 0,0 0 15 16,0 0 60-16,0 0-400 15,-13 59 48-15,15-18 81 0,7 5-273 16,-3 4 0-16,-2 4 0 0,-2 5 0 16,2 0 0-16,0-1 0 0,-2-4 0 15,-2-3 0-15,0-5 0 16,0-5 0-16,-2-7-397 0,-2-11-703 15,4-7 111-15,-6-8-376 0</inkml:trace>
  <inkml:trace contextRef="#ctx0" brushRef="#br0" timeOffset="7228.48">7524 6625 6559 0,'0'0'996'15,"0"0"-648"-15,0 0-59 16,33-10-289-16,-4 3 0 0,9-5 0 15,-1-2 0-15,0-3 0 0,4 1 0 16,-3-4 0-16,3 2 0 0,2 0 0 16,-10 0-161-16,-4 7-1924 15,-12 2-1400-15</inkml:trace>
  <inkml:trace contextRef="#ctx0" brushRef="#br0" timeOffset="7506.77">8004 6593 7911 0,'0'0'281'0,"-13"56"-281"0,3-23 0 15,6-2 0-15,-2-1 0 0,0-3 0 16,6-2 0-16,0-7 0 0,6-5 0 16,4-6-1281-16,-4-7-3582 0</inkml:trace>
  <inkml:trace contextRef="#ctx0" brushRef="#br0" timeOffset="7634.33">8018 6211 7899 0,'0'0'124'0,"0"0"45"0,-35-9-169 16,25 16 0-16,8 1 0 0,2 0-709 16,0-2-908-16,10-1-412 0</inkml:trace>
  <inkml:trace contextRef="#ctx0" brushRef="#br0" timeOffset="8163.03">8134 7279 5810 0,'0'0'1033'0,"0"0"-481"16,0 0 40-16,0 0-387 0,0 0-205 15,-4-40 0-15,2-3 0 0,-2-11 0 16,4-7 0-16,-6-9 0 0,6-7 0 16,0-7 0-16,6 3 0 0,8 11 0 15,-1 9 0-15,7 13 0 16,-3 14 0-16,1 8 0 0,1 10 0 15,2 9 0-15,-1 4 0 0,-3 5 0 16,2 8 0-16,-9 5 0 0,0 4 0 16,-4 2 0-16,1 5 0 0,-1 2 0 15,-2 3 0-15,0-1 0 0,-4 1 0 16,0-1 0-16,-6-5 0 0,-2-7-453 16,6-6-788-16,-3-7 17 0,-1-5-3134 0</inkml:trace>
  <inkml:trace contextRef="#ctx0" brushRef="#br0" timeOffset="8756.16">9079 6533 4081 0,'0'0'1709'0,"0"0"-868"0,0 0-85 0,0 0 49 15,0 0-805-15,-35-16 0 0,8 13 0 16,-4 3 0-16,0 5 0 0,4 4 0 16,0 3 0-16,6 3 0 0,5 1 0 15,5 2 0-15,7 1 0 0,4-2 0 16,4-2 0-16,7-2 0 0,9-3-209 16,7-3 69-16,4-3 108 0,7 0 8 15,3-2-44-15,-8 3-68 16,-8 2-176-16,-9 3-4 0,-5 0 196 15,-9 2 116-15,-2 0 4 0,-2-1 72 16,-13 1 332-16,-1-1-60 16,-5 2 12-16,-6 3-171 0,-4-2-185 15,-6-2 0-15,2-3 0 0,6-4 0 16,4-5 0-16,8-3-397 0,11-7-591 16,2 0-389-16,4-1-3485 0</inkml:trace>
  <inkml:trace contextRef="#ctx0" brushRef="#br0" timeOffset="9177.21">9091 7368 4422 0,'0'0'920'0,"0"0"-300"0,0 0 33 16,0 0 339-16,0 0-644 16,-12-57-144-16,12 11-171 0,2-12-33 15,2-10 0-15,-4-10 0 0,6-10 0 16,2 0 0-16,5 6 0 0,8 10 0 16,-1 17 0-16,1 13 0 0,0 14 0 15,-5 8 0-15,-1 6 0 16,-9 6 0-16,0 3 0 0,0 3 0 15,2 2 0-15,-1 4 0 0,3 7 0 16,4 5 0-16,-3 5 0 0,-5-1 0 16,-4 4 0-16,-2-1 0 0,-6 3 0 15,-7-1 0-15,-1 0 0 0,-3-2 0 16,-3-4 0-16,3-6 0 0,3-2 0 16,-1-6 0-16,3-3 0 0,8-2-69 15,-2-5-1023-15,-1-2-241 16,7 0-4225-16</inkml:trace>
  <inkml:trace contextRef="#ctx0" brushRef="#br0" timeOffset="9458.51">9436 6759 2653 0,'0'0'4954'0,"0"0"-4369"16,0 0-585-16,23-36 0 0,-15 16 0 15,3-1 0-15,-9 0 0 16,2 1 0-16,-2 2 0 0,2 1 0 15,-4 0 0-15,-4 5 0 0,2 5 0 16,-8 4 0-16,-5 6 0 0,-6 10 0 16,-5 8 0-16,-1 9 0 0,2 1 0 15,2 2 0-15,9-1 0 0,8-2 0 16,6-2 0-16,4-3 0 0,12-6 0 16,11-2 0-16,0-8 0 0,10-4 0 15,2-5 0-15,-1-4 0 16,-1-5 0-16,0-2 0 0,-10-3 0 15,-2-1-157-15,-5-1-803 0,-13 3-249 16,-3-2-2641-16</inkml:trace>
  <inkml:trace contextRef="#ctx0" brushRef="#br0" timeOffset="9767.49">9627 6816 7707 0,'0'0'485'0,"0"0"-485"0,0 0 0 16,0 0 0-16,37-54 0 0,-17 28 0 15,1 1 0-15,0 2 0 0,-7 3 0 16,-5 2 0-16,-5 5 0 0,0 5 0 16,-4 3 0-16,-4 2 0 0,-7 3 0 15,-5 4 0-15,-1 8 0 0,-8 7 0 16,9 4 0-16,-5 1 0 15,11 0 0-15,0 1 0 0,3-2 0 16,7-3 0-16,11-2 0 16,5-5 0-16,5-1 0 0,10-6 0 15,0-4 0-15,-4-2 0 0,4 0-181 16,-4-4-423-16,-5-4-769 0,-3 3-404 16,-7-2-1556-16</inkml:trace>
  <inkml:trace contextRef="#ctx0" brushRef="#br0" timeOffset="10110.16">10026 6674 5678 0,'0'0'772'15,"-15"-45"-263"-15,9 24 483 0,0 3-751 16,2 9-241-16,-3 5 0 0,3 4 0 16,-6 2 0-16,-3 15 0 0,-5 8 0 15,1 9 0-15,7 7 0 16,8-1 0-16,2 2 0 0,6-2 0 15,11-4 0-15,-3-6 0 0,9-10 0 16,2-4 0-16,2-9 0 0,4-7 0 16,-5-8 0-16,1-8 0 0,-2-10-641 15,-8 6-984-15,-7-8-1292 0</inkml:trace>
  <inkml:trace contextRef="#ctx0" brushRef="#br0" timeOffset="10283.29">10083 6386 8071 0,'-20'50'121'16,"7"0"-121"-16,3 7 0 15,6-8 0-15,8-2 0 0,8-4 0 16,3-4 0-16,6-4 0 0,1-3 0 16,-1-6 0-16,-5-7-1485 0,-5-2-1213 15</inkml:trace>
  <inkml:trace contextRef="#ctx0" brushRef="#br0" timeOffset="11264.15">4610 6628 5994 0,'0'0'817'0,"0"0"-273"16,0 0 256-16,-15 44-763 0,13 1-37 15,-4 12 0-15,2 5 0 0,4-1 0 16,0 1 0-16,2-2 0 16,2 1 0-16,0-7 0 0,2-4 0 15,-2-6 0-15,1-10 0 0,1-5 0 16,-6-13-841-16,2-7-2092 0,0-9-1013 16</inkml:trace>
  <inkml:trace contextRef="#ctx0" brushRef="#br0" timeOffset="11542.91">4541 6615 6210 0,'0'0'977'16,"0"0"-525"-16,25-45-80 0,-8 32-191 16,6-2-181-16,5 2 0 0,1 4 0 15,0 2 0-15,2 5 0 0,2 3 0 16,-2 7 0-16,-4 8 0 15,-6 9 0-15,-11 6 0 0,-10 5 0 16,-6 4 0-16,-12 2 0 16,-5 0 0-16,-8-1 0 0,-2-3 0 15,2-6 0-15,2-6 0 0,6-11 0 16,6-6 0-16,7-8 0 0,6-8 0 16,10-16 0-16,9-14-1081 0,5 3-352 15,1-9-668-15</inkml:trace>
  <inkml:trace contextRef="#ctx0" brushRef="#br0" timeOffset="11900.12">4905 6142 4594 0,'0'0'1112'0,"0"0"-276"0,0 0-415 16,33-15 131-16,-6 5 4 0,2 1-435 16,-4 4-121-16,-2 5 0 0,-9 2 0 15,-3 9 0-15,-7 5 0 0,-2 5 0 16,-4 6 0-16,-9 3 0 15,1 3 0-15,-4 1 0 0,1-2 0 16,3-1 0-16,4-5 0 0,3-4 0 16,6-6 0-16,3-3 0 0,10-7 0 15,-1-4 0-15,12-2 0 0,0-4 0 16,4-2 0-16,-5 0 0 0,-1 1 0 16,-2 3 0-16,-9 2-969 0,-3 0-4830 15</inkml:trace>
  <inkml:trace contextRef="#ctx0" brushRef="#br0" timeOffset="12928.59">6489 6213 4065 0,'0'0'1389'0,"0"0"-681"0,0 0 277 16,0 0-409-16,0 0-240 0,0 0-203 15,0 0-133-15,-42 52 0 0,32-20 0 16,-4 6 0-16,1 3 0 15,-1 1 0-15,-3 5 0 0,-10 3 0 16,-2 4 0-16,-8-1 0 0,0 2 0 16,-7-5 0-16,3-2 0 15,-4-6 0-15,1-7 0 0,1-5 0 16,-3-10 0-16,3-12 0 0,6-6 0 16,6-8 0-16,6-14 0 0,8-8 0 15,1-11 0-15,6-9 0 0,-1-6 0 16,11-3 0-16,0-1 0 15,15 3 0-15,7 8 0 0,-1 15 0 16,4 7 0-16,2 13 0 0,0 10 0 16,-5 3 0-16,7 12 0 0,-2 10 0 15,6 6 0-15,4 5 0 0,3 4 0 16,7 0 0-16,1-3 0 0,1-2 0 16,1-4 0-16,0-6 0 0,-3-5 0 15,-5-4 0-15,-5-8 0 16,-10-2-1774-16,-7-5-1807 0</inkml:trace>
  <inkml:trace contextRef="#ctx0" brushRef="#br0" timeOffset="13473.98">7361 5935 3041 0,'0'0'1501'0,"0"0"-373"15,0 0-320-15,-41 54-123 0,14-19 23 16,-4 9-428-16,-4 8-239 0,4 8-41 16,4 7 0-16,4 11 0 0,9 6 0 15,11 5 0-15,6 3 0 0,17-3 0 16,5-4 0-16,12-9 0 15,11-7 0-15,3-4 0 0,14-8 0 16,-1-13 0-16,-13-16-1237 16,1-12-928-16</inkml:trace>
  <inkml:trace contextRef="#ctx0" brushRef="#br0" timeOffset="14175.07">10236 6012 2641 0,'0'0'712'0,"0"0"441"0,0 0-373 16,0 0-124-16,0 0 157 0,0 0-309 15,36 4 12-15,-26 20-99 16,6 8-417-16,5 11 0 0,0 6 0 15,-1 2 0-15,3 6 0 0,-6 6 0 16,7 6 0-16,-3 6 0 0,0-1 0 16,-5-2 0-16,-5-4 0 0,-7-6 0 15,-8-5 0-15,-7-8 0 0,-3-6 0 16,-7-6 0-16,-6-6 0 0,0-9 0 16,-4-5 0-16,0-10 0 0,5-8 0 15,-5-14 0-15,10-1 0 16,4-10-3490-16</inkml:trace>
  <inkml:trace contextRef="#ctx0" brushRef="#br0" timeOffset="15247.54">10673 5399 4782 0,'0'0'656'0,"0"0"-112"16,0 0 361-16,0 0-445 16,0 0-124-16,0 0 68 0,0 0-299 15,0 0-105-15,0 0 0 0,0 0 0 16,18-31 0-16,-18 31 0 15,-4 1 0-15,0 3 0 0,-2-2 0 16,-5 3 0-16,-5-3 0 0,-5 0 0 16,-4-1 0-16,9-1 0 0,-1 0 0 15,1 0 0-15,1-2 0 0,-1 0 0 16,1 2 0-16,3 0 0 0,-3 0 0 16,5 5 0-16,0 2 0 0,-1 3 0 15,1 2 0-15,4 2 0 0,-5 0 0 16,7 4 0-16,2-1 0 0,2 1 0 15,0 1 0-15,0-2 0 16,2 1 0-16,2 0 0 0,1-1 0 16,-3 0 0-16,-2-3 0 0,0-1 0 15,0-1 0-15,0-4 0 16,0-3 0-16,0-3 0 0,0-1 0 16,0 0 0-16,0-1 0 0,0-1 0 15,4-6 0-15,6-5 0 0,0-2 0 16,7 1 0-16,0 2 0 15,-1 2 0-15,9 1 0 0,0 3 0 16,-3 0 0-16,3 4 0 0,2 1 0 16,-4 5 0-16,2 2 0 0,-5 5 0 15,-3 2 0-15,-3 4 0 0,-7 2 0 16,-1 0 0-16,-6-1 0 0,0 5 0 16,-6-3 0-16,-9 2 0 0,-1-2 0 15,-7-1 0-15,-6-1 0 0,-4-5 0 16,-2-1 0-16,6-3 0 15,-2-8 0-15,4 0 0 0,6-3 0 16,0-7 0-16,11 0 0 0,0-6 0 16,10-2 0-16,6-2 0 0,8-3 0 15,7-2-929-15,0 4-1040 16,-5-2-1241-16</inkml:trace>
  <inkml:trace contextRef="#ctx0" brushRef="#br0" timeOffset="15640.43">10854 5600 3121 0,'0'0'4466'0,"0"0"-3861"15,0 0-605-15,0 0 0 0,0 0 0 16,0 0 0-16,34 17 0 0,-8-15 0 16,5-2 0-16,0-2 0 0,-4-2 0 15,0 0 0-15,2 0 0 0,-10 1 0 16,-5-1 0-16,-3-1-1061 0,-7-3-4762 0</inkml:trace>
  <inkml:trace contextRef="#ctx0" brushRef="#br0" timeOffset="16070.24">11344 5353 6318 0,'0'0'345'0,"21"-36"-73"0,-15 23 552 15,-6 8-476-15,0 2-263 0,0-2-85 16,-10 3 0-16,0 2 0 0,-7 7 0 16,0 11 0-16,-3 9 0 0,-1 6 0 15,0 10 0-15,-1 6 0 0,-3 6 0 16,4 5 0-16,5 1 0 15,5-1 0-15,7-5 0 0,8-8 0 16,17-6 0-16,2-8 0 0,8-9 0 16,4-11 0-16,6-10 0 0,-4-4 0 15,-3-12 0-15,-3-5 0 16,-11-5 0-16,-5-4 0 0,-13 0 0 16,-2 0 0-16,-13 2 0 0,-5 3 0 15,-3 4 0-15,-6 7 0 0,4 5 0 16,-1 6 0-16,1 5 0 15,2 5 0-15,1 6 0 0,-1 4 0 16,-4 5-801-16,9-5-676 0,-1-1-3237 0</inkml:trace>
  <inkml:trace contextRef="#ctx0" brushRef="#br0" timeOffset="27615.46">2290 5309 3621 0,'0'0'2597'0,"0"0"-2244"15,0 0-249-15,0 0 136 0,0 0 72 16,0 0 68-16,0 0 84 15,0 0-343-15,0 0-121 0,44 20 0 16,-24-18 0-16,7 1 0 0,-4-2 0 16,4 0 0-16,2-1 0 0,4 0 0 15,2-2 0-15,4-1 0 0,5 1 0 16,1 0 0-16,5-2 0 0,4 2 0 16,3 1 0-16,1 1 0 0,2 0 0 15,6 0 0-15,-1 1 0 0,7 1 0 16,-2 3 0-16,7 1 0 0,1 0 0 15,1 1 0-15,6 1 0 16,-3 0 0-16,5 0 0 0,6-1 0 16,2-1 0-16,4-2 0 0,-4 1 0 15,5-2 0-15,-1 0 0 0,2-2 0 16,0-1 0-16,3 0 0 16,-5-1 0-16,0 0 0 0,-2-3 0 15,3 3 0-15,-5 1 0 0,-6 0 0 16,-5 5 0-16,-5-3 0 15,-7-1 0-15,1 2 0 0,-9-2 0 16,-2 0 0-16,2 0 0 0,-6-1 0 16,4 3-721-16,-4-2-183 0,1 0-781 15,-17-1 320-15,3 1-484 0</inkml:trace>
  <inkml:trace contextRef="#ctx0" brushRef="#br0" timeOffset="40373.94">26219 10384 2293 0,'0'0'3029'0,"0"0"-2073"16,0 0-243-16,0 0 455 16,0 0-1135-16,0 0-33 0,0 0 0 15,0 0 0-15,-6 32 0 0,4-4 0 16,0 8 0-16,-2 5 0 0,0 4 0 15,0 6 0-15,-5 1 0 0,3 1 0 16,-2-4 0-16,4-5 0 0,2-8 0 16,4-10 0-16,4-9 0 15,6-11 0-15,3-7-865 0,-3-6-484 16,-1-8-3825-16</inkml:trace>
  <inkml:trace contextRef="#ctx0" brushRef="#br0" timeOffset="40601.39">26207 10340 4794 0,'0'0'1076'0,"0"0"461"16,0 0-752-16,0 0-785 0,0 0 0 15,0 0 0-15,0 0 0 0,0 0 0 16,43 47 0-16,-18-24 0 0,0-1 0 15,0 3 0-15,-7-1 0 0,3 2 0 16,-6-2 0-16,-3-2 0 0,-4-3 0 16,-4-1-217-16,0-5-443 0,-4-6-833 15,0-2-268-15,-4-5-1376 0</inkml:trace>
  <inkml:trace contextRef="#ctx0" brushRef="#br0" timeOffset="40947.62">26379 10604 6534 0,'0'0'937'15,"0"0"-341"-15,0 0-471 0,0 0-125 16,26-44 0-16,-7 15 0 16,0-6 0-16,1 1 0 0,-3 2 0 15,-3-1 0-15,1 4 0 0,-5-2 0 16,0 5 0-16,1 4 0 0,-3 4 0 15,-4 5 0-15,0 7 0 0,-4 4 0 16,2 0 0-16,2 1 0 0,-1 1 0 16,-1 6 0-16,0 8 0 0,-2 11 0 15,-2 11 0-15,-3 5 0 0,-1 9 0 16,2 5 0-16,0 4 0 16,0 2 0-16,2 0 0 0,2-5 0 15,0-7 0-15,4-4 0 0,0-6 0 16,2-9 0-16,3-5 0 15,-5-11 0-15,4-6 0 0,-2-7 0 16,5-10 0-16,-3-4-2046 0,0-9-1711 0</inkml:trace>
  <inkml:trace contextRef="#ctx0" brushRef="#br0" timeOffset="41138.62">26751 10600 2797 0,'0'0'4306'0,"-15"34"-3402"0,9-13-719 16,0 4-185-16,2 1 0 0,2-6 0 16,2 1 0-16,2-4 0 0,6-4 0 15,2-1 0-15,1-5 0 16,-1-3-2102-16,-2-4-503 0</inkml:trace>
  <inkml:trace contextRef="#ctx0" brushRef="#br0" timeOffset="41247.71">26821 10275 6963 0,'0'0'260'0,"0"0"-260"15,0 0-88-15,0 0-1549 0,0 0-924 0</inkml:trace>
  <inkml:trace contextRef="#ctx0" brushRef="#br0" timeOffset="41510.58">26837 10827 6310 0,'0'0'1397'16,"0"0"-912"-16,0 0-485 0,0 0 0 15,17-59 0-15,-3 23 0 16,5-3 0-16,-2 5 0 0,-1 0 0 16,1 7 0-16,-5 8 0 0,-4 7 0 15,-1 8 0-15,-5 3 0 0,2 1 0 16,0 10 0-16,0 10 0 0,2 6 0 15,2 5 0-15,-1-1 0 16,1-2 0-16,0 1 0 0,0-1 0 16,-3 2 0-16,-1-2 0 0,0 0 0 15,0-5 0-15,-4-3-1113 16,0-7-948-16,0-6-1053 0</inkml:trace>
  <inkml:trace contextRef="#ctx0" brushRef="#br0" timeOffset="41834.08">27079 10784 1680 0,'0'0'4126'0,"0"0"-2937"15,0 0 8-15,0 0-1197 0,37-23 0 16,-18 6 0-16,2-3 0 15,-5 0 0-15,-3 3 0 0,-1 2 0 16,-6-1 0-16,-2 2 0 0,-1 0 0 16,-3 1 0-16,-3 2 0 0,-1 3 0 15,0 4 0-15,-2 4 0 0,-6 4 0 16,-7 12 0-16,-4 8 0 16,-2 8 0-16,3 0 0 0,3 0 0 15,7-2 0-15,10-3 0 0,6-5 0 16,14-4 0-16,11-6 0 0,11-6 0 15,5-6 0-15,9-6 0 0,2-8 0 16,-13 2-433-16,-2-3-1360 0</inkml:trace>
  <inkml:trace contextRef="#ctx0" brushRef="#br0" timeOffset="42548.84">27865 10621 6771 0,'0'0'848'0,"-35"-10"-316"0,8 7-491 15,0-1-41-15,-4 1 0 0,0 1 0 16,0 0 0-16,0 2 0 0,2 0 0 16,8 3 0-16,5 1 0 0,5 1 0 15,7 1 0-15,4 3 0 0,4 1 0 16,9 3 0-16,7-1 0 16,9-3 0-16,7-1 0 0,5-1 0 15,4 2 0-15,1 0 0 0,-7 2 0 16,-8 1 0-16,-4 0 0 15,-13 2 0-15,-5 0 0 0,-5 1 0 16,-4 1 0-16,-8 0 0 0,-7 1 0 16,-8 0 0-16,-3-2 0 0,-5-2 0 15,-5-1 0-15,3-5 0 16,-2-5 0-16,8-2 0 0,5-10 0 16,5-6 0-16,7-6 0 0,8-7 0 15,8-5-613-15,12-2-147 0,-1 4-1017 16,6-1-56-16</inkml:trace>
  <inkml:trace contextRef="#ctx0" brushRef="#br0" timeOffset="42861.59">28001 10315 5898 0,'0'0'921'0,"-16"40"-433"16,7-8 397-16,1 6-885 0,2 3 0 15,0 7 0-15,0 2 0 0,-1 2 0 16,1 0 0-16,-2-3 0 15,2-3 0-15,-3-5 0 0,1-6 0 16,-2-9 0-16,6-10 0 0,0-7 0 16,4-7 0-16,0-2 0 0,6-11 0 15,8-11 0-15,9-14 0 16,6-5 0-16,0-1 0 0,-4 11 0 16,-11 10 0-16,-4 9 0 0,-5 8 0 15,-1 3 0-15,-4 1 0 0,2 9 0 16,-2 9 0-16,0 4 0 0,-2 5 0 15,-2-1 0-15,1-3 0 0,1-2 0 16,2-2 0-16,2-1 0 0,9-4 0 16,-1-3 0-16,3-1-905 0,1-7-2145 0</inkml:trace>
  <inkml:trace contextRef="#ctx0" brushRef="#br0" timeOffset="43171.63">28272 10715 5670 0,'-8'-34'1889'0,"-1"8"-1309"15,3 1-527-15,0 14-53 0,-2 4 0 16,0 6 0-16,-3 1 0 0,-5 8 0 16,1 3 0-16,3 8 0 0,1 0 0 15,1 1 0-15,4 4 0 16,2-2 0-16,4-1 0 0,0-5 0 16,6-3 0-16,4-4 0 0,5-6 0 15,-1-3 0-15,5-6 0 0,-3-2 0 16,-1-3 0-16,-1 0 0 0,-3 2 0 15,-5 2 0-15,-2 2 0 0,-2 2 0 16,-2-1 0-16,0 3 0 0,2 0 0 16,0 1 0-16,0 4 0 0,0 6 0 15,5 4 0-15,1 5 0 16,2 4 0-16,3-3 0 0,-1-2 0 16,2-5 0-16,1-3 0 0,1-3 0 15,1-4-349-15,-5-2-1072 0,1-3-283 0</inkml:trace>
  <inkml:trace contextRef="#ctx0" brushRef="#br0" timeOffset="43480.84">28615 10372 6006 0,'2'-37'769'0,"-2"6"351"16,0 3-823-16,-4 10-297 0,-4 4 0 15,4 4 0-15,-3 4 0 0,1 3 0 16,-2-2 0-16,-4-1 0 0,-7-1 0 15,-4-3 0-15,3 2 0 0,-1 2 0 16,6 5 0-16,5 1 0 0,4 0 0 16,0 7 0-16,0 7 0 0,-1 8 0 15,1 4 0-15,4 5 0 0,2 2 0 16,4 2 0-16,4 6 0 16,1 3 0-16,3 0 0 0,5 1 0 15,-3-2 0-15,1-1 0 0,-1-4 0 16,-4-5 0-16,-1-3 0 15,-5-4 0-15,-4-4 0 0,-2-3 0 16,-4-4 0-16,-3-5-409 0,-3-5-787 16,4-4-105-16,-3-2-1392 0</inkml:trace>
  <inkml:trace contextRef="#ctx0" brushRef="#br0" timeOffset="43608.82">28361 10681 5970 0,'0'0'729'0,"0"0"215"16,0 0-395-16,39 6-549 0,-2-7 0 15,5-10 0-15,1-3 0 0,-2-7 0 16,3-2 0-16,-3-5 0 0,-8 5-1577 16,-10 0-1101-16</inkml:trace>
  <inkml:trace contextRef="#ctx0" brushRef="#br0" timeOffset="43743.84">28743 10286 6915 0,'0'0'700'0,"-6"42"-123"15,6-15-577-15,2 5 0 16,2 6 0-16,5 1 0 0,-3 3 0 16,2-1 0-16,-2 4 0 0,-4-1 0 15,-2 3 0-15,-6 0 0 16,-4 2 0-16,-9-4-833 0,7-11-2016 16</inkml:trace>
  <inkml:trace contextRef="#ctx0" brushRef="#br0" timeOffset="43898.02">28634 10700 6731 0,'0'0'1256'0,"0"0"-1051"0,53-25-205 15,-30 21 0-15,-4 1 0 16,-3 1 0-16,1-2 0 0,2 1 0 16,1-2 0-16,5-2 0 0,4-4 0 15,-6 4-1201-15,-3-5-2533 0</inkml:trace>
  <inkml:trace contextRef="#ctx0" brushRef="#br0" timeOffset="44492.8">29428 10555 5086 0,'0'0'1112'0,"0"0"-287"0,0 0 344 15,0 0-1169-15,0 0 0 0,-40 38 0 16,30-5 0-16,4 3 0 0,6 1 0 16,6-2 0-16,4 0 0 0,7-3 0 15,-3-3 0-15,5-4 0 16,-5-5 0-16,-3-4 0 0,-3-7 0 16,-4-4 0-16,0-3 0 0,-2-2 0 15,2-2 0-15,1-6 0 0,3-14 0 16,8-11 0-16,1-8 0 15,4-5 0-15,1 2 0 0,1 3 0 16,4 3 0-16,-4 7 0 0,-3 7 0 16,-5 9 0-16,-7 7 0 0,-4 6 0 15,-2 2-241-15,-2 0-2888 0,2 0-1633 0</inkml:trace>
  <inkml:trace contextRef="#ctx0" brushRef="#br0" timeOffset="45304.06">29674 10773 4109 0,'0'0'829'0,"0"0"-89"0,0 0 449 0,0 0-581 0,45-16-36 0,-26 3-427 16,-1-5-145-16,1 0 0 0,-7-1 0 15,1 2 0-15,-5-1 0 16,0-1 0-16,-6 1 0 0,-2 0 0 16,-2 1 0-16,-8 2 0 0,-1 5 0 15,-1 3 0-15,2 7 0 0,-3 4 0 16,3 12 0-16,-2 6 0 0,-1 8 0 15,1 3 0-15,-1 6 0 16,5 4 0-16,4-1 0 0,2 0 0 16,4-7 0-16,10-8 0 0,7-7 0 15,8-11 0-15,4-5 0 0,2-5-321 16,0-10-155-16,-2-5-184 16,-4-4 207-16,-4-3 61 0,-3-3 8 15,-5 3 380-15,-3 1 4 0,-8 6 676 16,0 5-79-16,-1 4-49 0,-3 6 112 15,0 1-451-15,0 3-209 0,0 9 0 16,-3 10 0-16,-1 7 0 0,2 0 0 16,2-3 0-16,0-5 0 0,2-3 0 15,0-3 0-15,0-5 0 16,1-4 0-16,-3-1 0 0,0-5 0 16,2 0 0-16,0-7 0 0,2-10 0 15,4-8 0-15,2-8 0 0,5-6 0 16,-1 1 0-16,1 1 0 15,1 3 0-15,-3 4 0 0,1 6 0 16,-1 9 0-16,-7 7 0 0,-2 4 0 16,-2 4 0-16,-2 4 0 0,0 4 0 15,0 11 0-15,0 4 0 16,-4 5 0-16,2 1 0 0,-4 0 0 16,1 2 0-16,1-3 0 0,2-1 0 15,2-5 0-15,2-7 0 0,2-6-2326 16,1-6-1223-16</inkml:trace>
  <inkml:trace contextRef="#ctx0" brushRef="#br0" timeOffset="45502.91">30281 10214 4878 0,'0'0'2185'16,"0"0"-1585"-16,0 0-100 0,0 0-471 15,0 0-29-15,0 0 0 0,-6 56 0 16,4-11 0-16,0 6 0 0,2 2 0 15,-2 6 0-15,0 6 0 16,0 3 0-16,-4 0 0 0,-1-3 0 16,-1-5 0-16,2-4 0 0,-2-6 0 15,-1-9 0-15,1-13-1962 16,0-11-1027-16</inkml:trace>
  <inkml:trace contextRef="#ctx0" brushRef="#br0" timeOffset="45619.73">30180 10755 6715 0,'0'0'656'0,"0"0"165"16,43-18-821-16,-20 11 0 0,0 1 0 16,6-3 0-16,0 0 0 0,6-1 0 15,0 0 0-15,-2 3 0 16,-2 2-1181-16,-10 1-384 0,-5 2-676 0</inkml:trace>
  <inkml:trace contextRef="#ctx0" brushRef="#br0" timeOffset="45765.28">30469 10726 6971 0,'0'0'884'16,"-18"40"-547"-16,12-16-337 0,-1 1 0 16,5 0 0-16,2 0 0 0,0 0 0 15,6 0 0-15,1-3 0 16,1-2 0-16,0-3 0 0,-2-7-109 16,-1-4-1311-16,-1-6-537 0</inkml:trace>
  <inkml:trace contextRef="#ctx0" brushRef="#br0" timeOffset="45889.76">30552 10398 7439 0,'0'0'753'0,"0"0"-753"0,0 0 0 15,0 0 0-15,0 0 0 0,0 0 0 16,-33 13 0-16,29 2-269 16,4 1-4101-16</inkml:trace>
  <inkml:trace contextRef="#ctx0" brushRef="#br0" timeOffset="46259.05">30841 10360 4418 0,'0'0'1212'0,"0"0"-432"0,-49 19-187 15,32 1 203-15,7 10-432 16,0 9-335-16,5 10-29 0,5 7 0 16,0 4 0-16,3 1 0 0,1-4 0 15,0-2 0-15,-2-6 0 0,0-5 0 16,-2-8 0-16,0-11 0 16,0-11-985-16,0-8-492 0,0-9-4209 0</inkml:trace>
  <inkml:trace contextRef="#ctx0" brushRef="#br0" timeOffset="46431.79">30986 10355 7083 0,'0'0'1109'15,"0"53"-1109"-15,-4-6 0 0,-6 8 0 16,-1 7 0-16,-1 1 0 16,0 0 0-16,3-4 0 0,3-3 0 15,2-5 0-15,4-5 0 0,2-8 0 16,4-9 0-16,7-6 0 15,3-14 0-15,-3-6-2778 0,1-8-1288 0</inkml:trace>
  <inkml:trace contextRef="#ctx0" brushRef="#br0" timeOffset="46758.75">31127 10776 6138 0,'0'0'1625'15,"0"0"-1196"-15,-15-44-429 0,5 34 0 16,0 3 0-16,-3 3 0 0,1 4 0 15,-1 4 0-15,-1 9 0 0,-1 8 0 16,-1 2 0-16,-3 5 0 0,7 0 0 16,4 0 0-16,6-4 0 0,8-3 0 15,8-7 0-15,7-5 0 16,4-9 0-16,2-2 0 0,-3-8 0 16,1-2 0-16,-2-2 0 0,-7 0 0 15,-3 2 0-15,-5 3 0 0,-4 4 0 16,-2 2 0-16,-2 2 0 15,0 1 0-15,0 1 0 0,0 8 0 16,-4 8 0-16,2 8 0 0,0 2 0 16,2-1 0-16,4-7 0 0,7-6 0 15,5-4 0-15,-1-3-341 16,-3-4-1244-16,-2-2-920 0</inkml:trace>
  <inkml:trace contextRef="#ctx0" brushRef="#br0" timeOffset="46959.84">31375 10349 7995 0,'0'0'197'0,"0"0"-197"0,0 0 0 15,0 0 0-15,0 0 0 0,-17 55 0 16,9-6 0-16,2 12 0 16,2 3 0-16,2-2 0 0,-1 3 0 15,1-2 0-15,-2-2 0 0,2-3 0 16,-4-7 0-16,0-7 0 15,-2-11 0-15,-1-11-2358 0,1-12-1191 0</inkml:trace>
  <inkml:trace contextRef="#ctx0" brushRef="#br0" timeOffset="47070.01">31224 10745 6899 0,'0'0'48'0,"0"0"568"0,49-23 13 15,-18 16-629-15,-2 1 0 0,-4 1 0 16,2-1 0-16,0 0 0 0,2 0 0 15,4 2 0-15,-2 2-573 0,-6 1-2008 16,-7 1-893-16</inkml:trace>
  <inkml:trace contextRef="#ctx0" brushRef="#br0" timeOffset="47209.11">31546 10749 5850 0,'0'0'1249'0,"0"0"-625"16,-8 47-155-16,4-21-469 0,-4 3 0 15,1-2 0-15,-1-2 0 0,2-2 0 16,2-2 0-16,2-4 0 15,2-4 0-15,0-5 0 0,6-6 0 16,-2-2-409-16,6-5-3049 0</inkml:trace>
  <inkml:trace contextRef="#ctx0" brushRef="#br0" timeOffset="47349.21">31670 10560 4117 0,'0'0'4075'0,"0"0"-4075"16,0 0 0-16,0 0 0 0,0 0 0 15,0 0 0-15,0 0 0 0,0 0-113 16,0 57-1011-16,7-31-121 0,-1 0-1976 0</inkml:trace>
  <inkml:trace contextRef="#ctx0" brushRef="#br0" timeOffset="47551.08">31861 10904 5970 0,'0'0'1093'16,"8"-40"36"-16,-8 20-1129 15,-2 6 0-15,-2 5 0 0,-5 3 0 16,-5 5 0-16,-3 4 0 0,-1 8 0 16,-3 8 0-16,7 5 0 0,1 1 0 15,5-1 0-15,6-1 0 16,2 0 0-16,8-4 0 0,5-5 0 16,3-5 0-16,5-3 0 0,-1-5 0 15,3-1-437-15,-4-6-243 0,-5-1-925 16,-1-2-484-16</inkml:trace>
  <inkml:trace contextRef="#ctx0" brushRef="#br0" timeOffset="47832.29">31894 11011 6306 0,'0'0'853'15,"0"0"-165"-15,0 0-343 0,0 0-345 16,0 0 0-16,6-51 0 0,10 17 0 16,7-1 0-16,8-3 0 0,4 6 0 15,5 1 0-15,-3 9 0 16,-6 6 0-16,-6 10 0 0,-9 7 0 16,-4 10 0-16,-1 8 0 0,-7 10 0 15,0 5 0-15,-2 3 0 0,-2 1 0 16,0-2 0-16,0-1 0 0,0-6 0 15,0 0 0-15,0-10-341 0,0-2-3413 0</inkml:trace>
  <inkml:trace contextRef="#ctx0" brushRef="#br0" timeOffset="48534.64">27551 11253 2653 0,'0'0'3553'0,"-15"-40"-2636"0,-3 17 152 0,-5 0-1069 15,-4-1 0-15,-2 2 0 16,0 1 0-16,0 6 0 0,2 2 0 16,4 10 0-16,3 3 0 0,3 10 0 15,7 6 0-15,2 6 0 0,1 8 0 16,7 2 0-16,5 0 0 0,5 4 0 15,6 2 0-15,5 2 0 0,2 6 0 16,0 1 0-16,-5 4 0 0,-1 1 0 16,-5 0 0-16,-4 3 0 0,-1-4 0 15,-5-2 0-15,-2-5 0 16,0-4 0-16,-4-6 0 0,-5-8 0 16,1-8 0-16,2-6 0 0,-2-8 0 15,-7-7 0-15,-4-10 0 16,-1-8-281-16,1-8-1196 0,1-3 313 15,1-2 83-15,1-1-455 0,1 2 1484 16,5 5 52-16,8 4 1632 0,4 7-559 16,8 5-265-16,9 2 165 15,5 1-505-15,10 0-112 0,3 2-75 16,4 0-281-16,2 1 0 0,1 2 0 16,-1 2 0-16,1 1 0 0,-3-4-837 15,-8 3-856-15,-6-3-792 0</inkml:trace>
  <inkml:trace contextRef="#ctx0" brushRef="#br0" timeOffset="49045.17">27753 11525 6074 0,'0'0'833'0,"-39"-13"-5"0,20 9-371 15,1 4-457-15,-1 4 0 16,0 7 0-16,3 5 0 0,-1 7 0 16,3 2 0-16,4 1 0 0,3-1 0 15,7-3 0-15,9-4 0 16,9-7 0-16,5-3 0 0,8-8 0 15,4-4 0-15,4-8 0 0,1-5 0 16,-3-6 0-16,-4-1 0 0,-6 1 0 16,-9 1 0-16,-3 7 0 0,-7 2 0 15,-4 5 0-15,-4 5 0 16,0 3 0-16,0 1 0 0,0 10 0 16,0 9 0-16,0 6 0 0,0 2 0 15,2-1 0-15,0-8 0 0,7-3 0 16,-5-2 0-16,2-5 0 0,-2-5 0 15,0-2 0-15,0-2-49 0,5-2-15 16,1-7 16-16,5-7 48 0,1-2-4 16,1 0-4-16,-5 4 4 0,-4 7-88 15,-2 3-40-15,-3 4 92 16,1 0 40-16,2 3-24 0,0 6 24 16,0 3 108-16,0 2-48 0,-1-2 64 15,-3-5 49-15,0-5-173 16,-2-1 0-16,0-1 0 0,0-2 0 15,-2-8 0-15,0-8 0 0,2-6 0 16,0-3 0-16,12 2 0 0,5 4 0 16,5 3 0-16,9 4 0 0,7 4 0 15,3 8 0-15,0 8 0 16,-6 15 0-16,-6 11 0 0,-8 10 0 16,-11 4 0-16,-8 2 0 0,-6-3 0 15,-4-13 0-15,-7-7-945 0</inkml:trace>
  <inkml:trace contextRef="#ctx0" brushRef="#br0" timeOffset="60429.83">1141 9243 2969 0,'0'0'0'0,"0"0"328"0,0 0 965 16,0 0-905-16,0 0 120 0,0 0-284 16,0 0-12-16,0 0 184 15,0 0-204-15,0 19-27 0,8-18 63 16,9-1-160-16,6 0 8 0,10 0 20 15,2-1-92-15,0 0 12 0,-2 1-12 16,0-2 8-16,2 2-12 0,2 0 44 16,5-2-28-16,5 1 64 0,3-3 160 15,6-2-104-15,6 0-12 0,2-1 36 16,4-1-148-16,-4 3 16 0,2 0 24 16,-2 2-40-16,0 2-12 0,1 0 8 15,1-1 4-15,2 2-12 16,2-1 0-16,3 0 0 0,5 1 0 15,1 0 0-15,1-1 4 0,5 0-4 16,2-2 0-16,-2 0-4 16,3-3 4-16,1 0 0 0,2 0 0 15,2-1 0-15,2 1 4 0,-2 0 0 16,3 3-4-16,-1-1 4 0,0 1 0 16,8-1-4-16,0-1 20 15,5 1-20-15,-3-1 0 0,3 0 0 16,1-2 0-16,1 1 0 0,-1-3 0 15,-3 2 0-15,3-2 0 0,-1 2 0 16,2 0 4-16,-1-1-4 0,1 3 0 16,-5-1 0-16,0 0 0 0,5 2 12 15,-2 1-12-15,-1-1 0 0,5 2 4 16,-7-3 4-16,5 2-8 0,1-2 0 16,-1 3-8-16,-5-1 8 0,5 2 0 15,-1 1 0-15,-1 0 0 16,-3 0 0-16,3 1 4 0,-3 1-4 15,-6 1 4-15,7 1 4 0,-5-1-8 16,2 0 17-16,3 1-17 16,-7 1 0-16,2-2 0 0,1 1 0 15,-3 0 0-15,4-2 0 0,-4 0 0 16,-1-1 0-16,1 0 0 0,0-1 0 16,-4 0 0-16,-6 1 0 15,0 1 0-15,-4-2 0 0,-1 3 0 16,5-2 0-16,0 1 0 0,-4 0 0 15,2 1 0-15,-13-1 0 0,-4 0 0 16,-3 1 0-16,-7-2 0 0,-5 2-113 16,-7-1 1-16,-1 0 60 0,-5 1 4 15,1 0 8-15,3 2 40 0,-9 0 0 16,0 1 4-16,-6 0-4 16,-4 1 0-16,-4 0-8 0,-5-1 4 0,-5 0-444 15,-5-1-124-15,-2-2-129 16,-6-2-1340-16,-6-10-1800 0</inkml:trace>
  <inkml:trace contextRef="#ctx0" brushRef="#br0" timeOffset="68177.2">6406 17265 3445 0,'0'0'1549'0,"-6"-35"-993"16,2 15 200-16,-3 1-399 0,3 4-93 16,2 0 172-16,0 2-188 0,0 2-32 15,-2 1 92-15,0-2-251 16,2 3-57-16,-2-1 0 0,2 2 0 16,2-4 0-16,-5-1 0 0,5 1 0 15,-4-2 0-15,2-1 0 0,-2-1 0 16,0 1 0-16,2-3 0 15,-2 2 0-15,-2 0 0 0,1-3 0 16,3 3 0-16,-2-1 0 0,0-1 0 16,-2 0 0-16,2-1 0 0,0 0 0 15,2-2 0-15,-5 0 0 0,3-2 0 16,0-1 0-16,2-3 0 0,-2 1 0 16,-2-1 0-16,2-2 0 0,-1 1 0 15,-1 0 0-15,2 0 0 0,-2 1 0 16,2 2 0-16,2-1 0 15,2 1 0-15,-4 0 0 0,2-1 0 16,2-2 0-16,0-1 0 0,2-3 0 16,2-1 0-16,-4 3 0 0,0 0 0 15,0 1 0-15,0 1 0 16,0-1 0-16,0 3 0 0,-4 2 0 16,2 1 0-16,-3 0 0 0,-1 2 0 15,2 0 0-15,4 0 0 0,-6 0 0 16,6 0 0-16,-4-1 0 15,4 0 0-15,-7 1 0 0,7-2 0 16,-4 2 0-16,2-3 0 0,0 2 0 16,0-3 0-16,-2 1 0 0,2-1 0 15,-2-1 0-15,4-1 0 0,0-3 0 16,0 3 0-16,0-3 0 0,0 0 0 16,0-1 0-16,0-1 0 0,0 2 0 15,0-1 0-15,0 1 0 0,0 2 0 16,0-3 0-16,0 4 0 0,0-4 0 15,2 1 0-15,0 0 0 16,0-4 0-16,2 0 0 0,0-3 0 16,2 1 0-16,1-2 0 0,-1-1 0 15,2-1 0-15,3 1 0 0,1 1 0 16,-2 0 0-16,5 1 0 0,-3 1 0 16,3-1 0-16,-5 1 0 15,4 0 0-15,3 0 0 0,-5-2 0 16,3 2 0-16,1 0 0 0,5-2 0 15,-4 1 0-15,3 2 0 0,5-1 0 16,-2-2 0-16,4 1 0 16,2 1 0-16,4-1 0 0,2 1 0 15,2 2 0-15,0-1 0 0,5 3 0 16,-3 0 0-16,2 1 0 0,5 1 0 16,1 0 0-16,-3 3 0 0,3-2 0 15,1 1 0-15,3 2 0 0,1-2 0 16,2 2 0-16,4-1 0 0,0 0 0 15,4 0 0-15,2 2 0 16,-2 0 0-16,2 3 0 0,2 1 0 16,-2 2 0-16,0 1 0 0,2 2 0 15,4 1 0-15,3 2 0 0,-3 0 0 16,2 0 0-16,3 3 0 16,1-1 0-16,1 1 0 0,1 0 0 0,5 3 0 15,0-2 0-15,-3 3 0 16,-1 0 0-16,-1 2 0 0,5 3 0 15,-2 0 0-15,1 1 0 0,-1 0 0 16,4 2 0-16,2 1 0 0,2-1 0 16,1 0 0-16,6-1 0 0,3 0 0 15,-4-1 0-15,8 0 0 16,3 0 0-16,-1-1 0 0,11-2 0 16,-5 0 0-16,3 0 0 0,-2 0 0 15,1 1 0-15,5 1 0 0,-2-1 0 16,4 2 0-16,0-1 0 0,2 0 0 15,-2-1 0-15,6 1 0 0,-4-1 0 16,-2 1 0-16,2-2 0 16,-2-1 0-16,-5 0 0 0,1 0 0 15,-2 2 0-15,-7 0 0 0,-1 1 0 16,-9-1 0-16,-10 2 0 16,-11 0 0-16,-18 0 0 0,-10 0 0 0,-22 0 0 15,-11 0-797-15,-13 0-616 16,-23 0-544-16</inkml:trace>
  <inkml:trace contextRef="#ctx0" brushRef="#br0" timeOffset="69765.02">5025 17245 1920 0,'0'0'20'0,"0"0"76"16,0 0 1353-16,0 0-440 15,0 0-597-15,0 0 56 0,0 0 344 16,0 0-331-16,0 0-129 0,0 0 136 16,4-4-236-16,-8-2-48 0,-2-3 8 15,-4-5-195-15,3-2-17 0,-3-3 0 16,0-4 0-16,1 2 0 0,3-4 0 16,0-2 0-16,0-4 0 0,-2-1 0 15,1 0 0-15,3-6 0 0,-2 1 0 16,2-3 0-16,-2-2 0 15,0 1 0-15,-3 0 0 0,1-1 0 16,4 0 0-16,0-1 0 0,2 0 0 16,-2-2 0-16,4-1 0 0,0 0 0 15,0-2 0-15,0-2 0 16,0 1 0-16,0-4 0 0,4 0 0 16,-4-1 0-16,0 0 0 0,0 0 0 15,0 1 0-15,0 3 0 0,0 1 0 16,-7 3 0-16,3 0 0 0,-4 1 0 15,2-2 0-15,0 1 0 16,-1-1 0-16,3-1 0 0,-2 1 0 16,2-2 0-16,4 2 0 0,-4-1 0 15,2 1 0-15,2 1 0 0,0-2 0 16,0 1 0-16,0-2 0 0,0 0 0 16,0-2 0-16,0 0 0 0,0 0 0 15,0-1 0-15,0 2 0 0,0 1 0 16,0 0 0-16,0 0 0 0,6-2 0 15,-2-3 0-15,4-1 0 16,5-3 0-16,3-2 0 0,1 2 0 16,4 0 0-16,-1 1 0 0,1 4 0 15,0 2 0-15,5 1 0 0,-5 1 0 16,6 2 0-16,0-2 0 0,4 4 0 16,0 3 0-16,-4 1 0 0,4 2 0 15,-2 4 0-15,2 1 0 16,0 3 0-16,0 0 0 0,4 1 0 15,4 2 0-15,0 0 0 0,5 2 0 16,-3 3 0-16,3-2 0 0,-1 2 0 16,7 0 0-16,-3-1 0 0,3 1 0 15,-1-1 0-15,5 1 0 16,-2-1 0-16,6 2 0 0,-5-1 0 16,3 4 0-16,0-1 0 0,0 1 0 15,2 3 0-15,0 0 0 0,-5 2 0 16,3 2 0-16,-2 2 0 0,0 0 0 15,4 1 0-15,-1-1 0 16,5-2 0-16,5-1 0 0,1 0 0 16,-2 0 0-16,0 0 0 0,-2 0 0 15,4 0 0-15,1 0 0 0,3 1 0 16,2-2 0-16,1 1 0 0,1-2 0 16,1 1 0-16,-1 0 0 0,3 2 0 15,-1-2 0-15,3-1 0 16,2 1 0-16,1 0 0 0,1 0 0 15,-2 1 0-15,6-1 0 0,-5-1 0 16,7 1 0-16,-2 3 0 0,0 0 0 16,0-1 0-16,0 1 0 0,-4 3 0 15,4-1 0-15,2 1 0 16,-3 1 0-16,5 0 0 0,-4 1 0 16,6-1 0-16,0 2 0 0,7-1 0 15,-3 2 0-15,4 0 0 0,3 1 0 16,-1 0 0-16,1 0 0 0,-1 0 0 15,0 2 0-15,-1 0 0 0,-3 0 0 16,2 0 0-16,-1 0 0 16,-3 1 0-16,6 0 0 0,-3 0 0 15,1 1 0-15,-4 1 0 0,7-1 0 16,-7 4 0-16,2-2 0 0,5 2 0 16,-7 1 0-16,6-1 0 15,1-2 0-15,-7 2 0 0,0 1 0 16,-4-1 0-16,0 1 0 0,5 1 0 15,-5-3 0-15,0 1 0 0,2 1 0 16,-2 0 0-16,0-2 0 0,-4-2 0 16,-2-1 0-16,-11-1 0 0,-1 0 0 15,-7-2 0-15,-8-4 0 16,0-2 0-16,-12-3 0 0,-13 0-1521 16,-12-3-1289-16</inkml:trace>
  <inkml:trace contextRef="#ctx0" brushRef="#br0" timeOffset="70232.02">12953 13300 1576 0,'0'0'356'0,"0"0"473"0,0 0-429 15,0 0-320-15,0 0-80 0,0 0-60 16,0 0-68-16,0 0-296 0,0 0-73 16,0 0-19-16</inkml:trace>
  <inkml:trace contextRef="#ctx0" brushRef="#br0" timeOffset="70464.13">12953 13300 1360 0,'-7'-18'1409'0,"1"18"-485"15,-4 0-432-15,0 0-107 0,-1 0 51 16,1 0-252-16,-1 0-64 0,1 0-64 15,4 1-56-15,-2 1 72 0,6 2 268 16,-5 0-64-16,-1 1 8 16,2 1 217-16,2-1-265 0,4 2-48 15,0-1 200-15,0 1-212 0,14 0 32 16,13 2-51-16,10 0-157 0,15-1 0 16,12-2 0-16,2-3 0 0,5-2 0 15,3-1 0-15,-2 0 0 16,-3-4 0-16,-1-2 0 0,-10 1 0 15,-5 1 0-15,-3-2 0 0,-11 1 0 16,-10-3 0-16,-12 3-1093 0,-11-2-1384 16</inkml:trace>
  <inkml:trace contextRef="#ctx0" brushRef="#br1" timeOffset="73530.67">5534 16048 4510 0,'0'0'1640'0,"0"0"-767"15,0 0-201-15,-11 33-175 0,11 1-497 16,-4 10 0-16,2 9 0 15,2 2 0-15,-4 3 0 0,4 1 0 16,4 0 0-16,-2 2 0 0,2 4 0 16,-4 1 0-16,0 3 0 0,-4-3 0 15,2-3 0-15,-8-6 0 0,6-14 0 16,0-14 0-16,1-15 0 0,3-10 0 16,0-8-257-16,3-16-835 0,1 1-1225 15,-4-22-1969-15</inkml:trace>
  <inkml:trace contextRef="#ctx0" brushRef="#br1" timeOffset="73982.74">5517 16126 3065 0,'0'0'508'0,"0"0"108"0,17-43 633 16,-17 32-501-16,0 5-175 0,0 1 427 16,0-1-567-16,0 1-433 0,-7-1 0 15,-1 3 0-15,2 3 0 0,-4 1 0 16,-3 10 0-16,-1 6 0 0,-3 4 0 16,-3 5 0-16,1 0 0 0,0 0 0 15,-1-1 0-15,-1-3 0 0,5-5 0 16,1-5 0-16,5-7 0 0,3-4 0 15,3-4 0-15,4-12 0 16,4-7 0-16,3-8 0 0,7-2 0 16,3-1-13-16,3 2-155 0,1 4 160 15,0 6-12-15,-1 6 16 16,3 9 4-16,-2 6 152 0,4 9-91 16,-3 6-61-16,5 2 0 0,-2 2 0 15,2 0 0-15,0-2 0 0,0 1 0 16,-3-3 0-16,-1-2 0 15,2-2 0-15,-8-1 0 0,-1-2 0 16,-1-1 0-16,-1 0 0 0,-2 0 0 16,-5-2 0-16,1 1-1333 0</inkml:trace>
  <inkml:trace contextRef="#ctx0" brushRef="#br1" timeOffset="76339.46">7231 13307 1800 0,'0'0'64'0,"0"0"1733"16,0 0-872-16,0 0 131 0,0 0-448 0,0 0-199 15,0 0 171-15,0 0-232 16,0 0-64-16,-6 14 37 0,1-12-321 15,5 2 0-15,-6-1 0 0,6 0 0 16,-6 0 0-16,4 0 0 0,0-2 0 16,-2 0 0-16,0 0 0 0,2-1 0 15,-3-1 0-15,3-2 0 16,-2-1 0-16,4 0 0 0,-6 0 0 16,2 0 0-16,0-2 0 0,-2-1 0 15,-1 2 0-15,3-1 0 0,-2-1 0 16,-2-1 0-16,6-4 0 0,-5-2 0 15,7-4 0-15,0 1 0 16,3-1 0-16,1 1 0 0,0 2 0 16,2 0 0-16,0 4 0 0,0 1 0 15,3 2 0-15,-7 0 0 0,6 0 0 16,-2 0 0-16,-2 0 0 0,5-2 0 16,-1 2 0-16,2-4 0 15,1 3 0-15,1-1 0 0,-4 4 0 16,-2 4 0-16,-1 1 0 0,1 1 0 15,0 0 0-15,0 1 0 0,-2 1 0 16,3 4 0-16,-3 1 0 16,0 1 0-16,-4 0 0 0,0 2 0 15,0 1 0-15,0 5 0 0,-4-1 0 16,-3 2 0-16,-3-1 0 0,2-2 0 16,0 4 0-16,-3-2 0 0,1 1 0 15,2 1 0-15,-3-1 0 0,-1-1 0 16,2 2 0-16,-1-3 0 0,1 2 0 15,0-2 0-15,-1 1 0 16,-1 0 0-16,1-1 0 0,1 0 0 16,0-1 0-16,-1 0 0 0,1-1 0 15,0-1 0-15,4 1 0 0,-3 0 0 16,7 0 0-16,-2-1 0 16,-2 1 0-16,6-2 0 0,-4 0 0 0,4-2 0 15,0-1 0-15,0-3 0 16,4 0 0-16,2 1 0 0,4 1 0 15,3 0 0-15,1-2 0 0,7-3 0 16,-7-2 0-16,3 0 0 0,4-6 0 16,-5-1 0-16,1-4 0 15,-1-1 0-15,-1-2 0 0,-1-1 0 16,-8-2 0-16,1 0 0 0,-3-1 0 16,-2 0 0-16,0 0 0 0,-2-1 0 15,-2-3 0-15,0 0 0 0,-4 2 0 16,1-1 0-16,-1 4 0 0,-4 3 0 15,6 2 0-15,-7 5 0 16,-1 2 0-16,2 2 0 0,-1 3 0 16,1 0 0-16,0 0-69 0,-5 0-2136 0</inkml:trace>
  <inkml:trace contextRef="#ctx0" brushRef="#br1" timeOffset="78447.41">11253 12993 1020 0,'0'0'212'0,"0"0"-136"16,0 0 380-16,0 0 897 0,0 0-897 16,-4 33 433-16,0-27-309 0,4-4-176 15,0 3 120-15,-2-4-288 16,2 0 12-16,0-1 209 0,0 0-237 15,0 0-4-15,0 0 164 0,0 0-156 16,0 0 17-16,-4 0-241 0,4-1 0 16,-4 1 0-16,2-1 0 0,-2-1 0 15,-3 0 0-15,3 1 0 16,-2 0 0-16,-2 0 0 0,2-3 0 16,-1 0 0-16,-3 0 0 0,4-3 0 15,-2-3 0-15,1-3 0 0,-3-1 0 16,0 2 0-16,4-1 0 0,-1 5 0 15,-1 1 0-15,2-3 0 0,0 0 0 16,-5-1 0-16,3-3 0 16,6 0 0-16,-2 1 0 0,0 2 0 15,2-2 0-15,2-2 0 0,0 2 0 16,0-1 0-16,0 0 0 0,0 1 0 16,0-3 0-16,2 1 0 15,2 3 0-15,2-3 0 0,2 2 0 16,3-1 0-16,-1 3 0 0,0 0 0 15,3 4 0-15,-3 1 0 0,0-1 0 16,5 5 0-16,-3-1 0 0,-1 3 0 16,-1 0 0-16,4 2 0 0,-3 2 0 15,1 2 0-15,-2 2 0 16,5 2 0-16,-5-1 0 0,3 1 0 16,1-1 0-16,-4 2 0 0,1-2 0 15,-5 1 0-15,0 1 0 0,-2 1 0 16,-4 0 0-16,0 2 0 0,0 0 0 15,-6 0 0-15,2 1 0 0,-2 2 0 16,0 1 0-16,-3-1 0 16,-3 1 0-16,2 0 0 0,-1 0 0 15,-3 1 0-15,3-1 0 0,-1 3 0 16,-2-2 0-16,-1 1 0 0,3 1 0 16,1 0 0-16,-3-1 0 0,4-1 0 15,3-2 0-15,-3 0 0 16,4-2 0-16,2-1 0 0,-2-1 0 15,1-1 0-15,3 0 0 0,-2-2 0 16,0 2 0-16,4-1 0 16,-2-1 0-16,2 2 0 0,0-1 0 0,2 1 0 15,2-1 0-15,7 1 0 16,-1 1 0-16,0-1 0 0,1 0 0 16,1-1 0-16,2-2 0 0,-3-2 0 15,5-3 0-15,-1-3 0 0,1-1 0 16,-1-7 0-16,-3-4 0 0,3-3 0 15,-5-4 0-15,2-1 0 16,-1-1 0-16,-1-1 0 0,-6-1 0 16,2 0 0-16,-2 0 0 0,3 0 0 15,-3 2 0-15,-2 2 0 0,2 2 0 16,-4 2 0-16,-6 1 0 0,-5 3 0 16,-3-1 0-16,-3 4 0 15,-7-1 0-15,1 0 0 0,-2-1 0 16,9 2 0-16,-1-1 0 0,9 1 0 15,6 2 0-15,-2-1 0 0,4-5 0 16,0 2 0-16,6-6-4091 0</inkml:trace>
  <inkml:trace contextRef="#ctx0" brushRef="#br1" timeOffset="79854.6">11165 11789 2269 0,'0'0'3117'0,"0"0"-2233"15,0 0 337-15,0 0-520 0,0 0-701 16,0 0 0-16,0 0 0 0,0 0 0 16,0 0 0-16,0 57 0 0,0-25 0 15,6 6 0-15,-2 3 0 16,2 0 0-16,0 1 0 0,5-2 0 15,-7-5 0-15,6-4 0 0,-4-3 0 16,5-8 0-16,-5-6 0 16,2-7 0-16,-6-5 0 0,6-3 0 0,5-12 0 15,3-18 0-15,9-13 0 0,6-15 0 16,2-5 0-16,4-3 0 16,5-2 0-16,-1 0 0 0,0 1 0 15,3 7 0-15,-7 6 0 0,9 10 0 16,-9 6 0-16,0 8 0 0,-10 11 0 15,-13 7 0-15,-7 7 0 0,-7 5 0 16,0 1 0-16,0 0 0 0,-11 7 0 16,1 8 0-16,-7 2 0 0,3 2-565 15,4-6-1076-15,3-3-1100 0</inkml:trace>
  <inkml:trace contextRef="#ctx0" brushRef="#br1" timeOffset="80478.31">7016 12155 8103 0,'0'0'89'0,"0"0"-89"16,0 0 0-16,0 0 0 0,25 46 0 16,-5-13 0-16,3 6 0 0,8 3 0 15,6-2 0-15,5 1 0 16,1 0 0-16,2-3 0 0,-7-2 0 15,-1-1 0-15,-6-3 0 0,0-5 0 16,-10-6 0-16,-9-7 0 0,-4-3 0 16,-6-6 0-16,-2-3-29 0,-6 1-1267 15,-2-2-85-15,-15-2-3853 0</inkml:trace>
  <inkml:trace contextRef="#ctx0" brushRef="#br1" timeOffset="80668.25">6863 12637 6791 0,'0'0'1248'0,"0"0"-1095"0,47-43-153 16,-20 15 0-16,10-8 0 16,9-4 0-16,1-7 0 0,7-3 0 15,4-4 0-15,-2 1 0 0,-2 2 0 16,-3 6 0-16,-13 8 0 0,-5 9 0 16,-13 7 0-16,-5 8 0 0,-11 7 0 15,-4 3 0-15,0 2 0 16,-4 1 0-16,-2 1-1461 0,-5 3-2069 0</inkml:trace>
  <inkml:trace contextRef="#ctx0" brushRef="#br1" timeOffset="84432.19">8539 12896 1656 0,'0'0'144'16,"0"0"-60"-16,0 0 1773 0,0 0-620 15,0 0-401-15,0 0-124 0,0 0 345 16,0 0-525-16,25 45-455 16,-25 2-77-16,-4 5 0 0,-2-2 0 15,2 1 0-15,-3-3 0 0,3-3 0 16,4-5 0-16,0-7 0 0,0-7 0 16,0-11 0-16,6-5 0 0,3-10-477 15,1-7-1260-15,0-4-208 16,-3-7-1900-16</inkml:trace>
  <inkml:trace contextRef="#ctx0" brushRef="#br1" timeOffset="84587.73">8696 12736 4045 0,'0'0'2966'16,"0"0"-1950"-16,0 0-851 16,0 0-165-16,0 0 0 0,-4 62 0 15,2-23 0-15,2 5 0 0,0 1 0 16,0 4 0-16,6 1 0 0,-1 0 0 15,-3-2 0-15,6-3 0 16,2-4 0-16,-4-4 0 0,5-4-117 16,-5-12-1888-16,-2-5-240 0</inkml:trace>
  <inkml:trace contextRef="#ctx0" brushRef="#br1" timeOffset="84806.66">8839 12637 3841 0,'0'0'2954'16,"-21"57"-2430"-16,11-17-68 0,4 2-39 0,-5 5-417 15,7 5 0-15,2-1 0 0,2 0 0 16,0 0 0-16,6-1 0 16,1-2 0-16,1-1 0 0,-2-6 0 15,0-3 0-15,-2-3 0 0,-4-5-1089 16,0-7-428-16,-6-5-896 0</inkml:trace>
  <inkml:trace contextRef="#ctx0" brushRef="#br1" timeOffset="85242.18">8444 13021 6078 0,'0'0'376'0,"0"0"245"0,0 0 83 0,0 0-404 0,44-43-187 15,1 15-113-15,7-7 0 16,8-4 0-16,2-1 0 0,-4-1 0 15,-1 0 0-15,-5 5 0 0,-8 6 0 16,-9 7 0-16,-15 8 0 0,-7 5-25 16,-9 7-915-16,-4 2-1625 0,0 2-837 15</inkml:trace>
  <inkml:trace contextRef="#ctx0" brushRef="#br1" timeOffset="85446.59">8304 13327 6138 0,'0'0'441'0,"66"-35"-217"15,-12-5 764-15,3-10-587 0,16-9-401 16,1 1 0-16,-1 1 0 0,-5 6 0 16,-4 5 0-16,-6 6 0 15,-11 7 0-15,-12 9 0 0,-12 11 0 16,-13 6-277-16,-5 6-1608 0,-3 1 257 15,-4 5 87-15</inkml:trace>
  <inkml:trace contextRef="#ctx0" brushRef="#br1" timeOffset="85620.28">8339 13401 5350 0,'0'0'536'16,"74"5"557"-16,-16-15-293 0,10-9-387 16,7-11-413-16,3-8 0 0,1 0 0 15,-7-5 0-15,-4 3 0 0,-6 3 0 16,-22 10-237-16,-13 2-2628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52:33.06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23247 6654 3041 0,'0'0'1769'16,"0"0"-1377"-16,0 0-228 0,0 0-164 15,0 0 24-15,37-8-4 0,4-17 96 16,7-7 0-16,8-6-12 0,4-6 16 15,8-2-108-15,6-6 44 16,9-3 60-16,6 1-116 0,6-2 0 16,8-2-48-16,3-1-92 0,5-5 72 15,7-5 20-15,8-3 20 0,9-5 28 16,5-5 24-16,11-6-12 16,8-2 16-16,9-2 52 0,7-8-64 0,11-3 12 15,3-5 8-15,11-5-12 16,9 2-4-16,2-4 40 0,10-5-48 15,6 1 72-15,3 1 116 0,5 4-88 16,1 3-7-16,0 0 7 0,-1 0-104 16,1 2 4-16,0-1-12 0,1-3 4 15,1-1-4-15,-2-1 0 0,1 0 8 16,-5 2-8-16,-5 3 0 0,1 0 4 16,-9 0-4-16,-4 7 36 15,-8 7-4-15,-15 8 24 0,-12 13-40 16,-15 3-16-16,-20 11-56 0,-17 9-112 15,-21 6-93-15,-16 10-91 0,-22 8-420 16,-12 5 324-16,-17 5 168 0,-16 6-725 16,-11 3-952-16</inkml:trace>
  <inkml:trace contextRef="#ctx0" brushRef="#br0" timeOffset="18969.47">23522 11952 2281 0,'-40'16'12'0,"7"0"-12"16,0-3 8-16,13-6-8 0,9-3-24 15,1-1-8-15,10-2 32 0,0-1 280 16,0 0 128-16,0 0-24 0,4-2 28 16,2-4-132-16,11-4-16 0,4 1 9 15,-1-4-197-15,9 1-36 0,0-1 0 16,2 0-36-16,4-5-4 16,5 0 0-16,3-2 4 0,7-1-4 15,3-4 0-15,11-3 4 0,5-2-4 16,7-5 76-16,7-2 12 0,8-5 8 15,8-4 20-15,6-4-116 0,7-3 16 16,12-5 40-16,4-3-32 16,9-3 20-16,7-3 8 0,7-2-44 15,4-2-8-15,6-3 0 0,3-1 8 16,5 0-8-16,3 0 8 0,1 2-4 16,3-1-4-16,4 2 12 0,2-3 0 15,0-2-12-15,2 4 4 16,0-1-4-16,0 3 0 0,0 2 0 15,0-1-16-15,0 0 12 0,-2-1 0 16,2 0-12-16,0 4 16 0,-7 4 8 16,1 1-8-16,-8 5 0 0,-9 6 12 15,-8 2-12-15,-11 7 0 0,-15 3-12 16,-10 3-328-16,-11 3-64 0,-15 4-465 16,-9 6 353-16,-13 0 88 0,-12 8-36 15,-7 1 404-15,-11 4 60 16,-8 4 184-16,-4 2-20 0,-10 1-112 15,-5 3-52-15,-8-1-921 0</inkml:trace>
  <inkml:trace contextRef="#ctx0" brushRef="#br0" timeOffset="61412.57">14418 16569 1708 0,'0'0'308'0,"-60"24"-119"0,25-13-109 0,8-4 968 15,2-2-512-15,3-2-288 16,5 0-36-16,-1-2 49 0,1 3-117 15,5-2 80-15,-3 1 288 0,5 0-208 16,6-2-24-16,-3-1 92 0,3 0-219 16,-2 0-17-16,2 0 32 15,2 1-132-15,2-1 8 0,0 0 20 16,0 0-56-16,0 0 0 0,12-4 32 16,3-2-32-16,5-3 28 0,3-1 16 15,8-1-40-15,-4 0-12 0,8-1 8 16,7 1 0-16,-5-2-8 0,4 0 8 15,3-1-4-15,1-1-4 16,-2 0 16-16,5 0-4 0,4-1-12 16,-5-1 0-16,5 2 8 0,-3-3-8 15,9 2 80-15,0-1-36 0,0-1 20 16,4 0 36-16,2 0-92 16,2-4 24-16,3 2 40 0,-1-4-72 15,6 0 56-15,-1-2 60 0,3-1-104 16,3 0 20-16,-3-2 32 0,-2-1-52 15,5 0 24-15,2 0 32 0,1 0-60 16,-3 1 8-16,-1 3 24 0,-3-2-24 16,3 2-16-16,1-2 4 15,-1 4 8-15,1-1-12 0,0 0 16 16,1 0 0-16,3 0-16 0,2-1 4 16,-1 0 5-16,5-1-9 0,6-2 0 15,0-1 0-15,3-2 0 0,-1-2 0 16,0 1 0-16,2-4 0 0,-2 0 0 15,0 1 0-15,1 1 0 16,-10 3 0-16,-3 4 0 0,-12 3 0 16,-5 5 0-16,-14 2 0 0,-9 5 0 15,-12 4-369-15,-4 0-135 0,-17 5 156 16,-1 1-233-16,-7 1-11 0,-2 1-192 16,-8-4-1345-16</inkml:trace>
  <inkml:trace contextRef="#ctx0" brushRef="#br0" timeOffset="61802.82">18031 15048 3041 0,'0'0'1845'0,"0"0"-1377"0,0 0-68 16,42 13 200-16,-26-9-279 0,1-1-125 15,10-3 8-15,8 0-140 16,6 0 4-16,11 0-4 0,8 0-60 15,4 0-4-15,2 1 4 0,2 3-4 16,-6 3 0-16,-8 1 0 16,-10 8-32-16,-13 5 32 0,-21 10-4 15,-14 7 4-15,-17 8 0 0,-16 5 296 16,-11 0 116-16,-3 1-171 0,-5-5-241 16,-2-2 0-16,0-6 0 0,2-7 0 15,9-8-545-15,16-9-692 0,0-6-5173 0</inkml:trace>
  <inkml:trace contextRef="#ctx0" brushRef="#br0" timeOffset="65595.34">19230 16845 2189 0,'0'0'124'15,"50"-44"1036"-15,-25 15-528 0,0-3-91 16,2-6 179-16,4-7-392 0,0-7-96 16,6-5 56-16,0-4-164 15,2-4-8-15,-4-5 57 0,-4-2-153 16,-2-3-20-16,-6-2-60 0,2-3-137 15,-2-3 85-15,-5-1 52 0,-1-4 16 16,-1-4 44-16,1-4 0 0,-7-3 0 16,0-2 0-16,-1 1 8 0,-7 2 12 15,-2-3-20-15,-2 4 32 16,-7 0-16-16,-7 3-4 0,-9 4-12 16,-4 3-64-16,-6 4-56 0,-8 4 52 15,-3 2 32-15,-6 7 36 0,-5 3 32 16,-3 6-20-16,-2 2 44 0,-2 4 52 15,-3 2-76-15,-1 3-16 0,2 3-12 16,-4 5-4-16,-7 7-8 0,1 5-32 16,-3 6-56-16,-5 6 56 15,3 7 24-15,-6 7-20 0,2 4 36 16,1 11-8-16,1 4 16 0,8 8 12 16,3 5 68-16,4 5-80 0,4 5 8 15,6 4 48-15,0 4-60 16,6 0 12-16,5 4-12 0,3-1-4 15,3 3 0-15,10 1 0 0,8 2 0 16,5 1 0-16,9 1 24 0,7 4-24 16,2 2 28-16,5 2-24 0,5 3 4 15,6 5-8-15,3 2 0 16,0 6 0-16,10 5 0 0,2 0 0 16,2 3-4-16,4 0 4 0,4 0 0 15,3 2-8-15,7 1 8 0,3 0 0 16,2 0 4-16,4 0-4 0,2 0 4 15,6-1-4-15,0 3 0 16,0 1 24-16,7-1 52 0,1-1 64 0,5-1 109 16,-2-2-153-16,5 3 12 15,3-3-40-15,-2 3-56 0,4-3-12 16,-2-3 4-16,1-1-4 0,5-4 0 16,3-4 0-16,-1-6 4 15,6-4-4-15,-2-6 0 0,4-1 12 16,3-5-12-16,3 1 64 0,-1-1-56 15,-3-1 28-15,-12-6 0 0,-4-2-32 16,4-3 12-16,-4-1 64 0,12 2-40 16,-1-5 36-16,-5-3 84 15,0-7-92-15,-2-4 40 0,-2-7 40 16,-6-5-148-16,-1-2 20 0,-7-4-12 16,-7-3-4-16,-8 0-8 0,-14-2-16 15,-3-1-148-15,-12 0-72 0,-8-2-412 16,-13 0-73-16,-1-1-183 0,-11 0-1137 15,0-1-836-15</inkml:trace>
  <inkml:trace contextRef="#ctx0" brushRef="#br0" timeOffset="66236.6">21382 17790 5802 0,'0'0'576'0,"-35"-31"-163"0,23 12-161 0,3 2-88 0,3 7-156 16,4 4-16-16,2 4-92 15,2 3 0-15,4 11 44 0,15 11 40 16,8 9 16-16,0 1 0 0,10 2 52 16,1-3-24-16,5 0 64 0,9 3 72 15,2-1-124-15,1-1 8 0,1-3 16 16,0-2-52-16,-2-1-8 0,0-1 36 15,-2 1-20-15,-3 2 172 16,-5-2 112-16,-7 1-228 0,-2-2 24 0,-10-1-79 16,-6-3-21-16,-7-1 0 15,-8-3 0-15,-6 1 0 0,-6 0 0 16,-8 0 0-16,-13 2 0 0,-6 1 0 16,-15 4 0-16,-12 3 0 15,-6 3 0-15,-2 3 0 0,-2 1 0 16,4 2 0-16,6-2 0 0,6-7 0 15,6-7 0-15,11-10-453 0,10-7-599 16,-6-8-617-16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54:33.52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20376 15675 4113 0,'0'0'761'0,"0"0"-397"0,0 0-160 15,60 19 12-15,-11-15 36 16,19-4-200-16,7 0 52 0,14-1 132 16,10-4-80-16,6-1 21 0,17-1 63 15,4-1-160-15,5 2 16 0,5 0-32 16,5 1-56-16,3 1-8 0,5 2 0 15,2-1 12-15,8 2-12 0,2-1 8 16,9-1 4-16,4 0 88 0,-3 1 160 16,1 0-168-16,-11 2 36 15,-10-2 80-15,-13 1-160 0,-14-2-20 16,-14-2-28-16,-17-1-24 0,-12 0-84 16,-13-1-148-16,-10-2-40 0,-13 1 128 15,-8-2-188-15,-12-5-37 16,-12 3-267-16,-3-2-1993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55:40.74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28834 10939 3213 0,'0'0'912'0,"19"-32"529"16,-15 14-513-16,-4 0-295 0,-2 1 183 16,-6 1-567-16,-7 0-249 0,-1 2 0 15,-7 2 0-15,-6 0 0 0,-6 4 0 16,-7 3 0-16,-5 5 0 15,-3 4 0-15,-3 4 0 0,1 6 0 0,4 4 0 16,3 2 0-16,8 1 0 16,10 2 0-16,4-1 0 0,11 0 0 15,12 2 0-15,6 0 0 0,15 4 0 16,16 1 0-16,10-1 0 0,11 1 0 16,6-2 0-16,-2 1 0 15,-8 0 0-15,-6-1 0 0,-15 0 0 16,-11-3 0-16,-9 0 0 0,-13-2 0 15,-4 0 0-15,-13-2 0 16,-10-1 0-16,-6-3 0 0,-10 0 0 16,-7-3 0-16,-2-3 0 0,5-1 0 15,4-5 0-15,9-3 0 0,12-1 0 16,7-3 0-16,11-1 0 0,4-2-285 16,12-4-531-16,17-2-29 0,-2 1-811 15,11 1-9-15</inkml:trace>
  <inkml:trace contextRef="#ctx0" brushRef="#br0" timeOffset="317.25">28700 11399 5558 0,'0'0'904'16,"0"0"-195"-16,58-4 312 0,-27-6-1021 15,-2-2 0-15,0 0 0 0,-2-2 0 16,-1-1 0-16,5-2 0 0,-4-2 0 15,0-2 0-15,-4 0 0 16,-7 0 0-16,-7 2 0 0,-9 3 0 16,-2 1 0-16,-15 3 0 0,-6 4 0 15,-6 5 0-15,-6 5 0 0,-4 10 0 16,0 6 0-16,2 4 0 0,3 6 0 16,6 1 0-16,5 3 0 0,8 2 0 15,9 1 0-15,6-2 0 0,6-1 0 16,9-2 0-16,8-4 0 15,3-6 0-15,3-6 0 0,6-4 0 16,1-8-373-16,-10-1-1524 0,1-3-1436 0</inkml:trace>
  <inkml:trace contextRef="#ctx0" brushRef="#br0" timeOffset="749.31">29095 11554 1732 0,'0'0'2650'0,"0"0"-1762"0,0 0-496 15,0 0-92-15,0 0-44 0,0 0 12 16,0 0 193-16,0 0 443 0,0 0-563 15,8-39-341-15,-4 6 0 16,4-3 0-16,1-5 0 0,3 1 0 16,0 3 0-16,3 6 0 0,1 9 0 15,1 4 0-15,0 7 0 0,-1 3 0 16,1 2 0-16,-1 3 0 0,1 1 0 16,1 2 0-16,-1 2 0 0,-1 2-629 15,-5 2-652-15,-3-1-547 0</inkml:trace>
  <inkml:trace contextRef="#ctx0" brushRef="#br0" timeOffset="989.06">29312 11611 456 0,'0'0'6343'0,"0"0"-5587"15,0 0-188-15,0 0-499 0,-4-47-69 16,6 9 0-16,2-4 0 0,4 0 0 15,2 6 0-15,7 9 0 16,0 1 0-16,-1 9 0 0,1 3 0 16,-3 4 0-16,1 5 0 0,-1 0 0 15,0 2 0-15,5 1 0 0,0 1-1105 16,-3 1-160-16,-1 0-368 0</inkml:trace>
  <inkml:trace contextRef="#ctx0" brushRef="#br0" timeOffset="1299.15">29655 11347 5158 0,'0'0'1232'0,"0"0"-455"16,0 0 248-16,0 0-1025 0,-41-15 0 15,24 15 0-15,-4 3 0 0,-1 12 0 16,-1 7 0-16,-4 4 0 16,-2 6 0-16,4 5 0 0,0 0 0 15,7-1 0-15,10-5 0 0,6-6 0 16,6-6 0-16,12-8 0 0,9-6 0 15,4-5 0-15,6-9 0 16,2-5 0-16,0-10 0 0,-3-1 0 16,-5-1 0-16,-9 3 0 0,-3 4 0 15,-9 6 0-15,-6 5 0 0,-2 5 0 16,0 1 0-16,0 2 0 0,-4 1 0 16,-2 9 0-16,-3 11 0 0,1 7 0 15,0 4 0-15,2-2 0 0,2 0 0 16,4-1 0-16,0-3 0 0,8-3 0 15,2-6-785-15,3-5-480 16,-3-6-2180-16</inkml:trace>
  <inkml:trace contextRef="#ctx0" brushRef="#br0" timeOffset="1534.46">30052 10956 2032 0,'0'0'3178'0,"0"0"-2662"15,0 0-36-15,0 0 509 16,0 0-445-16,-11 36-91 0,-11-1-453 16,-3 7 0-16,0 4 0 0,2 4 0 15,3 2 0-15,5 2 0 0,5 3 0 16,0 0 0-16,3-2 0 0,1 2 0 16,0-3 0-16,2-2 0 0,-2-7 0 15,-3-4 0-15,-1-8-873 0,2-12-2117 16,-5-9-151-16</inkml:trace>
  <inkml:trace contextRef="#ctx0" brushRef="#br0" timeOffset="1640.25">29694 11507 5798 0,'0'0'1077'0,"50"-27"-545"0,-11 14-16 16,2 1-247-16,1 0-269 16,-1-2 0-16,0-1 0 0,-1 1 0 15,-3 2 0-15,-4 0-273 0,0 2-831 16,-10 3-161-16,-7 1-1756 0</inkml:trace>
  <inkml:trace contextRef="#ctx0" brushRef="#br0" timeOffset="1767.23">30141 11405 5534 0,'-13'33'1181'0,"5"-1"135"15,2 8-1155-15,-2-3-161 0,-3 3 0 16,3-2 0-16,2-3 0 0,2-4 0 16,2-6 0-16,2-5 0 0,2-6 0 15,2-7-405-15,-2-3-659 0,0-8-1854 16</inkml:trace>
  <inkml:trace contextRef="#ctx0" brushRef="#br0" timeOffset="1894.39">30283 11197 3417 0,'0'0'3033'0,"0"0"-1664"16,0 0-996-16,0 0-373 0,0 0 0 16,0 0 0-16,0 0-61 15,0 0-447-15,21 40-1141 0,-21-20-36 16,2 1-992-16</inkml:trace>
  <inkml:trace contextRef="#ctx0" brushRef="#br0" timeOffset="2188.1">30389 11559 3337 0,'0'0'4358'16,"0"0"-3861"-16,-25-33-497 0,10 24 0 15,1 4 0-15,0 5 0 0,-3 5 0 16,-2 6 0-16,1 8 0 15,-1 7 0-15,5 4 0 0,3 3 0 16,11 1 0-16,2-3 0 0,11-2 0 16,1-4 0-16,7-5 0 0,0-5 0 15,-1-6 0-15,3-7 0 16,-2-4 0-16,-1-13 0 0,-1-7 0 16,-5-7 0-16,-1-6 0 0,-7-6 0 15,-2-5 0-15,-4 3 0 0,0 3 0 16,-2 9 0-16,0 12 0 0,2 6 0 15,2 9 0-15,0 2-1001 16,6 2 140-16,5 3 205 0,-3 2-825 16,1 4-99-16</inkml:trace>
  <inkml:trace contextRef="#ctx0" brushRef="#br0" timeOffset="2423.46">30484 11751 4698 0,'0'0'1652'0,"-21"34"-879"0,15-22 296 16,6-8-1069-16,0-2 0 0,6-5 0 15,7-12 0-15,7-13 0 16,5-11 0-16,2-7 0 0,-2-3 0 16,-3 6 0-16,-1 2 0 0,-2 9 0 15,-5 10 0-15,-3 10 0 0,-9 7 0 16,0 5 0-16,-2 8 0 16,0 15 0-16,-4 16 0 0,-3 10 0 15,-5 8 0-15,-3 1 0 0,5-7 0 16,0-3 0-16,6-9 0 15,4-3 0-15,10-9 0 0,0-8-1457 16,3-7-1237-16</inkml:trace>
  <inkml:trace contextRef="#ctx0" brushRef="#br0" timeOffset="25938.37">6315 7928 2401 0,'0'0'24'0,"12"-32"84"0,-1 16 816 15,-5 4-628-15,2 5 80 0,-2 2 333 16,-6 2-237-16,5 1-36 0,-5 0 236 15,2 1-311-15,-2 1 79 0,0 0 124 16,0 0-364-16,0 0-52 0,0 2-87 16,0 1-61-16,0 1 0 15,0 1 0-15,4 2 0 0,6 2 0 16,7 0 0-16,3-2 0 0,5-2 0 16,8-4 0-16,2-1 0 0,9-1 0 15,3-4 0-15,5-1 0 16,-2-1 0-16,5 0 0 0,-3 0 0 15,2 0 0-15,4 0 0 0,-7 0 0 16,7 1 0-16,0-2 0 0,6 0 0 16,4 0 0-16,1-2 0 15,-1 1 0-15,4 1 0 0,3-3 0 16,-1 2 0-16,5-2 0 0,-5 1 0 16,5 2 0-16,-1 1 0 0,1 3 0 15,-5 2 0-15,-2 2 0 0,1 0 0 16,-5 2 0-16,0 1 0 0,3-1 0 15,1 2 0-15,-2-2 0 0,2-2 0 16,1 0 0-16,1 0 0 0,-1 3 0 16,1 0 0-16,0 4 0 0,5-2 0 15,0 1 0-15,-1 0 0 16,7-1 0-16,-2 0 0 0,-3 1 0 16,7 3 0-16,-2-2 0 0,-1 1 0 15,-1-1 0-15,2 3 0 16,-4-1 0-16,7 1 0 0,1-2 0 15,4-1 0-15,-2 0 0 0,2-1 0 16,4-2 0-16,3-1 0 0,-1-2 0 16,6-1 0-16,-5 0 0 0,5 0 0 15,-2 0 0-15,-1 0 0 16,3 5 0-16,-6 0 0 0,0 2 0 16,3-1 0-16,-7-1 0 0,4-1 0 15,4 0 0-15,-1-2 0 0,1 1 0 16,2-2 0-16,7-1 0 0,-2-1 0 15,1-2 0-15,-1 0 0 0,-1-1 0 16,-3 1 0-16,3-1 0 0,-3 2 0 16,-5 0 0-16,2 0 0 15,-3 2 0-15,-5 0 0 0,-6 0 0 16,-9 0 0-16,-5 0 0 0,-7 0 0 16,-12 0 0-16,-3 0 0 0,-11 2 0 15,-5 0 0-15,-6 0 0 16,-4 0 0-16,-11 1 0 0,-5-3 0 15,-7 1 0-15,2-1-33 0,-6-2-1067 16,0-11-489-16</inkml:trace>
  <inkml:trace contextRef="#ctx0" brushRef="#br0" timeOffset="41790.46">9531 12923 3593 0,'0'0'909'0,"0"0"-373"0,0 0-332 15,0 0 76-15,0 0-44 0,0 0-28 16,0 0-56-16,0 0-140 0,0 0 16 16,-24 3-8-16,17 1-20 15,1-1 0-15,-4 1 0 0,4 1 4 16,-3 0-4-16,3-1 56 0,0 0-16 16,2-1 80-16,-2 0 113 15,-5 0-125-15,-3 2-16 0,-7 0 16 16,-1 0-92-16,-3 2 16 0,-6 0-8 15,4 0-20-15,-6 1-4 0,4 1 0 16,0 0 4-16,-6 2-4 0,2-1 0 16,2 1 0-16,-4-2 0 0,1 2 0 15,-1-3 8-15,-2 2-8 0,0-2 4 16,-7 0 4-16,-3 2-8 0,-3 0 0 16,1 1 8-16,-9 1-8 0,0-1 0 15,-4 1 4-15,-2-1-4 16,2 0 0-16,-2 1 0 0,2 1 0 15,-6-1 0-15,3-1 0 0,-3 1 0 16,-4 1 0-16,-3 0 0 0,-3-1 0 16,-1 1 0-16,1 1-4 15,-3 0 4-15,-1 1 0 0,-3 1-4 16,-2 1 4-16,0-1 4 0,-2 0 0 16,0-1-4-16,0 0 0 0,-4 0-4 15,7 0 4-15,-3-2 0 16,0-1 8-16,0-1-8 0,0 0 0 15,0-3-16-15,0 1 16 0,5-4 0 16,-1 0-8-16,0-2 8 0,0-2 4 16,3-1 0-16,-1 0-4 0,2-3 0 15,3-3 0-15,5 1 0 0,3-4 4 16,2 0 8-16,6-2-12 0,0-3 12 16,4-3 0-16,4-1-12 15,-2-4 16-15,7 0-4 0,-5-2-12 16,4-2 0-16,3-2-4 0,-1-2 0 15,5-2-24-15,-2 0-68 0,1 1 48 16,7 0-8-16,6 1 12 0,-2 2 40 16,4 0 4-16,6 0-12 15,-4 1 12-15,7-1 0 0,-1 0-12 16,2 2 12-16,7-1 0 0,6 0-36 16,2-2 32-16,4 2 0 0,0 1-20 15,4 1 24-15,2 2 0 16,0 4-16-16,4 2 16 0,5 1 0 15,-3 3 12-15,7 4-12 0,0 0 8 16,3 2-8-16,1 4 0 0,4-1 0 16,4 4 8-16,0 0-8 0,6 0 8 15,4 0 8-15,7 0-16 0,0 0 8 16,-1 0 0-16,5-1-8 0,2 1 0 16,1-1 12-16,5 1-12 0,2 0 60 15,-2 1-40-15,6 0 48 0,3 0 68 16,5-1-120-16,5 0 12 15,-1 2-16-15,3-1-8 0,6 1-4 16,-3 3 0-16,1 0 8 0,4-1-8 16,0 2 12-16,0 1-4 15,0 2 8-15,-3-2 104 0,1 1-52 16,2-1 36-16,2-1 88 0,4 0-128 16,0-1-8-16,2-3 20 0,-2 3-64 15,1-3-8-15,3 3 0 0,0-1 0 16,-4 0-4-16,4 4 12 0,-2 0 4 15,-1-1-16-15,1 2 16 16,-2 2 4-16,-6 1-20 0,2 0 8 16,4-2 8-16,-2 0-16 0,6-2 20 15,-4 0-16-15,4-1-4 0,-4-2 4 16,0 2 4-16,1-1-8 0,-3-1 16 16,-5 1-12-16,-3-1 36 0,-6 1-16 15,-9-2-24-15,-2 0-12 16,-6-2-544-16,0-2-312 0,-18 0-449 15,-9-3-2941-15</inkml:trace>
  <inkml:trace contextRef="#ctx0" brushRef="#br0" timeOffset="43740.54">6644 12505 4622 0,'0'0'220'15,"0"0"-84"-15,29-39 16 0,-9 19-116 16,7-1-4-16,0-1 20 0,4 5-28 15,2-5 32-15,4 2 152 0,-1 1 8 16,1-1-12-16,0 5 72 16,-2 4-176-16,2 4-44 0,-4 7-12 15,5 1-44-15,-3 6 0 0,2 4 0 16,-6 1 4-16,0 0-4 0,2 3 0 16,-2 2-24-16,4 1 4 0,-2 1-52 15,-2 0-28-15,-4 0 52 0,-6-1 16 16,-7 0-8-16,-5-3 0 15,-9-2-44-15,0 2-12 0,-7-4 96 16,-3 0 32-16,0-3-24 0,-3-2 28 16,-1 0 28-16,-3-3-56 0,1-3 40 15,1 0 36-15,-1-6 20 16,-5-1 32-16,4-3 125 0,3-2-81 16,0-1 8-16,1 0 48 0,-1-2-156 15,3-1-20-15,5 3 4 0,6 2-60 16,4 0 28-16,7-1-12 15,5 1-20-15,5 1 0 0,8 0 0 16,2 2 16-16,6 1-16 0,4 2 48 16,1 3-44-16,-1 2 24 0,-4 0-20 15,-6 0-4-15,-4 1-8 0,-10 1-12 16,-7-1-576-16,-6 2-529 0,2-1-1900 16</inkml:trace>
  <inkml:trace contextRef="#ctx0" brushRef="#br0" timeOffset="44485.45">8250 12466 4750 0,'0'0'104'0,"0"0"104"15,0 0-16-15,25-40-32 0,-13 25 112 16,3 1-124-16,1 4-8 0,1 4 56 16,3 1-84-16,1 5 24 0,4 0-16 15,2 6-120-15,0 5 17 0,4 1-5 16,-5 4-8-16,1 0-4 15,-6 0 0-15,0 3-8 0,-1 0 8 16,-9 1 0-16,-5-2-17 0,-6 1 17 16,-6-1 4-16,-3 0 1 0,-3-2 23 15,-5-2 28-15,-1-2-56 16,1-2 28-16,-3-4 16 0,-1-4-36 16,-2-2 0-16,3-1 12 0,-5-7-12 15,4-4-4-15,2-4 24 0,-1 0-24 16,5-2 16-16,1 2 4 0,6 2-12 15,3 5-12-15,5 1 120 16,7 4-4-16,7 2-12 0,3 2-84 16,7 3-20-16,3 8 0 0,0-2 0 15,0 3-112-15,4-4-320 0,-6-2-1105 16,-2-3-704-16</inkml:trace>
  <inkml:trace contextRef="#ctx0" brushRef="#br0" timeOffset="45589.52">5680 12330 3205 0,'0'0'96'0,"0"0"172"0,0 0 300 15,0 0-344-15,0 0-83 16,0 0 55-16,11-39-76 0,12 22 16 16,8-2 160-16,4 1-88 0,-2 3-28 15,4 1 172-15,4 4-176 16,1 4-8-16,-1 5 53 0,2 5-161 16,-1 6-28-16,-1 7-16 0,-4 2-16 15,0 2 0-15,-6 4-4 0,3 0-4 16,-3 4-8-16,-7-2-28 15,-7-1-121-15,-5 1-27 0,-8-2-100 16,-4 1 96-16,-6-4 76 0,-10-1 48 16,1-5 44-16,-1 0 28 0,-9-3 16 15,2-4-8-15,-6 1-12 0,0-5 4 16,-2-3-108-16,0-2 52 0,4-5 24 16,-2-2 32-16,7-4 4 0,-3-4 76 15,6 0 16-15,5-2-4 0,4-2 16 16,10 6-72-16,4 0 56 15,12 3 12-15,5 2-76 0,6 1 36 16,4 2 76-16,2 4-132 0,4 1 0 16,2 1-8-16,-2 2-16 15,-5-1-156-15,-4-2-1476 0</inkml:trace>
  <inkml:trace contextRef="#ctx0" brushRef="#br0" timeOffset="47250.95">7779 12395 4510 0,'0'0'220'0,"0"0"60"15,0 0-12-15,20-38-216 0,-5 33-8 16,-5 3 136-16,7 0-16 0,3 0-68 16,-3 2 44-16,8 4-88 15,-3 4 32-15,3 4-12 0,2 4-64 16,-2 1-8-16,-2 1 8 0,1 0 0 16,-3 0-8-16,-2-3 4 0,-1 2-4 15,-7-2 0-15,-1-1-4 16,-8 2 4-16,-2-2 0 0,-6 3 0 0,-9-2-44 15,-5 2 24-15,-9-2-16 16,-9-2-44-16,-3-1 8 0,0-6 24 16,4-4 28-16,1-2 20 0,10-2 12 15,3-6-4-15,8-2-8 0,5-3 0 16,4 2-4-16,6 2-96 0,12-2-184 16,7 2-116-16,8 2-84 0,-7 2-865 15,3 0-1172-15</inkml:trace>
  <inkml:trace contextRef="#ctx0" brushRef="#br0" timeOffset="48092.33">8827 12490 3949 0,'0'0'284'0,"0"0"-15"16,0 0 167-16,0 0-352 15,12-37-24-15,2 24 12 0,7 1-44 16,-4 3-4-16,3 4 32 0,-3 0-40 16,4 4-4-16,-5 1-8 0,5 4-4 15,-7 3 0-15,-1 2-4 0,5 4-12 16,-5 4 16-16,1-2 0 0,-1 3 12 15,1-1-12-15,-4-2 4 16,-3-1 0-16,-1-1-4 0,-6 2 0 16,-6-4-64-16,-5 2-12 0,-5-2 52 15,-5 0-4-15,-6-3 28 0,0-3 20 16,2-3-12-16,-1-1-8 0,1-1 72 16,2-1-24-16,6-1-8 0,-1-3 52 15,8 2-52-15,3 0 28 0,1 1 64 16,6 2-108-16,4-1 20 15,2 0-40-15,7 1-4 0,8 2 0 16,3 3-4-16,7-2-4 0,-4 3-40 16,4-2-748-16,-10-1-373 0,2-2-275 15</inkml:trace>
  <inkml:trace contextRef="#ctx0" brushRef="#br0" timeOffset="51583.75">9668 12751 2249 0,'0'0'1832'0,"0"0"-1620"0,0 0-51 16,37-6-37-16,-12 11 20 0,-2 7 144 15,1 4-100-15,-1 4 28 0,2 4 84 16,2 4-144-16,0 4-36 0,-2 5 20 16,-9 1-140-16,1 2 12 0,-13 1 8 15,-4 0-16-15,0-2 0 16,-11 1 16-16,1-1-4 0,0-2-16 15,-7-2 20-15,3-3-16 0,-9-3 4 16,-2-2 8-16,-2-5-8 0,-4-5-8 16,0-9 0-16,0-8-20 15,9-6-128-15,1-11-696 0,11 1-421 16,3-7-840-16</inkml:trace>
  <inkml:trace contextRef="#ctx0" brushRef="#br0" timeOffset="52003.18">9620 12390 3817 0,'0'0'544'0,"58"15"-163"0,-16 2 279 0,-5 5-200 16,10 6-184-16,7 7 153 0,8 5-197 15,6 4-36-15,11 7 92 0,-5 7-212 16,1 6-36-16,-13 6-40 15,-11 3-144-15,-13 6-212 0,-16-1-349 16,-11 2 301-16,-13 4 348 0,-13 0 56 16,-16 2 128-16,-6 2 92 0,-6-2 297 15,-9-2-189-15,0-4-36 0,-2-8 24 16,-1-11-300-16,-5-10-16 0,-2-12-248 16,-7-8-176-16,5-9-45 15,6-12-615-15,17-6-157 0,10-7-956 0</inkml:trace>
  <inkml:trace contextRef="#ctx0" brushRef="#br0" timeOffset="52489.25">10193 12044 5750 0,'64'36'40'0,"8"6"100"0,17 14 36 16,2 7 48-16,4 7-160 0,-2 9-36 15,-4 11-20-15,-14 8 4 16,-13 8-24-16,-9 8-8 0,-9 0 12 16,-9 4 8-16,-12-1 100 0,-9 1-7 15,-14 0 15-15,-16-4 28 0,-15 1-28 16,-17-4 24-16,-10-2 200 15,-14-4-108-15,-9-7-28 0,-6-11 60 16,-4-5-216-16,-4-12-36 0,-4-8-4 16,-6-8-120-16,1-8-168 0,3-10-444 15,6-8 99-15,6-10-159 0,25-7-1061 16,8-9 12-16</inkml:trace>
  <inkml:trace contextRef="#ctx0" brushRef="#br0" timeOffset="52928.92">11092 11526 5274 0,'79'74'804'0,"5"6"-764"0,20 20 100 0,1-2 100 16,1 11 57-16,3 6-241 0,-1 6-8 16,-9 5 80-16,-6 5-60 0,-14 8 24 15,-20 9-8-15,-7 9-84 16,-21 5 0-16,-16 4-4 0,-15 5-48 16,-19 0 52-16,-20-1 0 0,-17-2 4 15,-12-3-4-15,-13-4 16 0,-12-4-4 16,-6-9 56-16,-7-7 80 15,-16-6-136-15,-4-10-12 0,-10-9-324 16,-11-13-397-16,38-31-487 0,-7-11-3742 0</inkml:trace>
  <inkml:trace contextRef="#ctx0" brushRef="#br1" timeOffset="57820.91">9321 12958 1172 0,'0'0'20'0,"0"0"1553"0,0 0-1453 15,0 0 40-15,0 0 168 0,0 0-216 16,0 0-52-16,-25-34 20 15,25 28-12-15,0 0 24 0,0 1 184 16,0 2-112-16,0-1-64 0,4 4 73 16,-2 0-73-16,2 0-16 0,0 5-24 15,3 2-56-15,3 0 4 0,4-1 0 16,9-3-4-16,2-1 4 0,8-2 0 16,-2-5-4-16,6-1-4 0,4 1 0 15,-3-1-8-15,-1 2-12 16,0 0-64-16,-6 1 40 0,0 0 32 15,0 2 12-15,-4-1-8 0,-2-2 8 16,-2 0 0-16,-3 1 4 0,1-2-4 16,-5-1 0-16,1 2 4 15,-3 0-4-15,1 1 0 0,-3 2-4 16,-1 1 0-16,-7 0-140 0,2 3-109 16,-6 0 129-16,4 3 44 0,-4 6-32 15,0 3 12-15,0 1 44 0,-4-2 52 16,0-3 4-16,4-5 0 15,4-2-4-15,6-4-4 0,5 0-8 16,8-6 12-16,1-3 4 0,-1 1 4 16,2 0 0-16,-4 1-4 0,-1 2 32 15,-1-1 72-15,-5 2 88 0,1-2 128 16,1 1-155-16,-5 1-45 0,1-1 0 16,-2 0-96-16,-1 3 0 0,-3 1-20 15,-2 1-4-15,2 0 0 0,5 6-12 16,-1 2-48-16,2 6-104 15,3-1-205-15,5-1 97 0,1 0 124 16,6-5 16-16,-11-2-288 0,9-3-596 0</inkml:trace>
  <inkml:trace contextRef="#ctx0" brushRef="#br1" timeOffset="58363.06">9360 12939 3313 0,'0'0'312'0,"0"0"236"0,0 0-295 15,0 0-105-15,0 0-36 0,4 36-84 16,17-34 0-16,10-2 0 0,2-3-20 15,2-7-4-15,2-2 36 16,0-1-28-16,-1 0 20 0,-3 2-16 16,-2 1-12-16,-5 2-4 0,-1 0 0 15,-2 1 4-15,2-1-4 0,2 0 0 16,0 0 4-16,-3 0-8 0,3 6-44 16,-4 2-240-16,2 1-85 0,-5 7-187 15,-3 2 292-15,0 3 180 0,-3 3 84 16,3 0 4-16,-7 0 4 15,4 0-4-15,3-3 4 0,-1-4-4 16,5-4 0-16,0-1-12 0,-1-4-32 16,1-4 32-16,0-3 12 15,2-2 8-15,-3 0 36 0,1 1-20 16,-11 2-24-16,5 2-576 0</inkml:trace>
  <inkml:trace contextRef="#ctx0" brushRef="#br1" timeOffset="59688.27">9385 12809 1252 0,'0'0'0'0,"0"0"-188"0</inkml:trace>
  <inkml:trace contextRef="#ctx0" brushRef="#br1" timeOffset="60551.37">9354 12808 1236 0,'0'0'4'0,"0"0"608"16,0 0-584-16,0 0-4 0,0 0-8 15,0 0 4-15,0 0 144 0,0 0 149 16,0 0-41-16,0 0-48 0,6-11 40 16,-6 9-136-16,0-1-20 0,0 2 84 15,0-3-88-15,0 2-24 0,0 0-36 16,4-2-44-16,-4 3-4 15,4-1-32-15,2-1 8 0,-6 2 24 16,5 1 0-16,1 0-8 0,-2 0 12 16,2 0-4-16,0 0 8 15,3 0-4-15,1-1 24 0,2-3-16 16,3 2 44-16,-5-3 80 0,0 3-64 16,-8 1-20-16,7-2-40 0,-7 3-4 15,-2-1-4-15,4 1 12 0,-2 0-8 16,2 0 4-16,0 0 28 15,2 0-32-15,-1-1 8 0,1-1 4 16,-2-1-8-16,6 2-4 0,-4-1 76 16,1-2-12-16,3 2 25 0,-6-2 103 15,2 3-100-15,5 0-20 0,-7 0 40 16,2 0-56-16,-2 1-20 0,2 0-28 16,-1 0-8-16,1 1-4 0,-2 1 0 15,-2-1-20-15,2-1 4 0,-2 1-16 16,2 0-4-16,-4-1 24 15,0 0 12-15,0 0-28 0,0 0-36 16,4-2-276-16,-4 1-389 0,7-4-395 0</inkml:trace>
  <inkml:trace contextRef="#ctx0" brushRef="#br1" timeOffset="61763.34">9517 12803 140 0,'0'0'1052'0,"0"0"-424"0,0 0-223 16,0 0-157-16,0 0 104 0,0 0-120 15,0 0 12-15,0 0 240 0,31-34-156 16,-21 29-80-16,-6 0 77 0,3 0-237 15,-3 3-52-15,2-2-8 16,-2 2-24-16,-2 0 12 0,2 1 20 16,-4-1-32-16,0 2 12 0,0 0-4 15,5-1-8-15,-5 1-4 0,2-1 0 16,2 0-4-16,2-2 4 0,4 1 0 16,1 0 4-16,3-1-4 0,-8 1 0 15,5 1 4-15,-7-1-4 0,6 2 8 16,-4 0 4-16,0 0-12 15,1 2 32-15,1 0-28 0,-2 0 16 16,0 2 56-16,3-3-24 0,-3 3 16 16,0-2 12-16,4 1-48 0,5-2 16 15,-5 1 56-15,-4-1-76 16,1 0 12-16,-3 1 12 0,0 1-48 16,-2-1 24-16,2 2-4 0,2 1-24 15,-2 0 4-15,3 1 8 0,-3-2-4 16,2 3-8-16,0-1 0 0,2 0 4 15,-1 1-4-15,-3 1 0 16,2-2 4-16,0 3-4 0,-2-3 8 16,2 1 0-16,-1 0 12 0,1 0 52 15,-2-1-52-15,-4 1 8 0,2-1 24 16,2 0-48-16,-4 1 8 0,0 0-8 16,0-1 8-16,0 1-12 0,0-1 0 15,0 0 12-15,0 1-12 16,0 1 0-16,0-2-16 0,0 1 16 15,0 1 0-15,0-2 4 0,0 1-4 16,0 0 0-16,0-1 4 0,0 0-4 16,0 0 0-16,0-1 0 0,0 1 0 15,0-1 0-15,0 1 0 16,0 0 0-16,0-1 0 0,0-1-4 16,4 0 4-16,-4 1-4 0,0-3-4 15,2 0 8-15,2 0 0 0,1 0 4 16,-5-2-4-16,6 3 0 15,-2-2 4-15,-4 1-4 0,6-1 0 16,-2-1 4-16,-2 0-4 0,2 0 4 16,3 0 4-16,-7 0-8 0,6-1 8 15,-2-2-4-15,0-1-4 0,2-1 16 16,1-2-12-16,1 3-4 0,-2-2 0 16,0 1-4-16,2 1 4 0,-1 0 0 15,-1 1 8-15,-2-1-8 16,2 2 0-16,0 0 0 0,-1-2 0 15,1 2 8-15,-2-2 0 0,0 1 16 16,-2-1 112-16,2-2-68 0,0 0 8 16,-2 1 4-16,-2 0-76 15,5-1 12-15,-5-1-4 0,6 1-12 16,-6 0 0-16,4-2 0 0,-4 3 4 16,2-1-4-16,2 0 0 0,-4-1-4 15,0-1-12-15,4 2 12 0,-4-2-52 16,0 3 56-16,0-1-4 15,0 0 8-15,0 0-4 0,0 1 4 16,0-1 4-16,0 1-8 0,0 2 0 16,0-1 4-16,-4 1-4 0,4 0 0 15,0 0-28-15,0-1-96 0,0 2-292 16,0-2-24-16,4 2 44 0,-2-2-201 16,9 0 185-16,-3 1-72 0,4-1-837 0</inkml:trace>
  <inkml:trace contextRef="#ctx0" brushRef="#br1" timeOffset="62878.39">9565 12784 2313 0,'0'0'0'0,"0"0"12"0,0 0-4 16,0 0 4-16,0 0 100 0,0 0 324 15,35-31-92-15,-25 25-20 0,0 0 172 16,1 2-392-16,1 1-56 0,3 2-40 16,1 1-8-16,5 0-8 0,-5 2 0 15,5 2-8-15,-4-3 12 0,3 3-8 16,1-1-36-16,4 1 24 15,-5-1-4-15,3 2 0 0,-2 2 28 16,-5-1 0-16,3 1 0 0,-7 1 0 16,-1 1 0-16,-5 0 0 0,-2 2-4 15,-4 1-204-15,0 3-104 16,0-3 108-16,-10 0-44 0,3 0-80 16,-3-4-229-16,4 0-1395 0</inkml:trace>
  <inkml:trace contextRef="#ctx0" brushRef="#br1" timeOffset="63177.43">10067 13040 880 0,'0'0'8'0,"0"0"-8"0</inkml:trace>
  <inkml:trace contextRef="#ctx0" brushRef="#br1" timeOffset="63563.77">10195 12894 1568 0,'0'0'76'0,"50"30"-60"0,-28-13-4 16,-5-1-4-16,4-1 72 0,-7 3 176 15,3 0-39-15,-7 2-17 0,0 0 176 16,1 1-200-16,-5 0 20 0,-2-2 52 16,-4 0-108-16,2-3 40 0,-2-1 192 15,0-1-256-15,0-4-76 16,-2-2-16-16,2-1-20 0,-4-4-8 15,2-1-260-15,-2-1-240 0,4-1-96 16,-7-3-2145-16</inkml:trace>
  <inkml:trace contextRef="#ctx0" brushRef="#br1" timeOffset="64866.89">9647 12773 4001 0,'0'0'208'0,"0"0"-52"0,37 12 89 0,-12-6-125 0,8 1-56 0,-6 3-28 16,4 0-32-16,-4 2-4 15,-2 5 0-15,-4-2-20 0,-5 5-72 16,1-1-100-16,-3-1 112 0,-4 2 72 16,1-2-4-16,-1-1 12 15,0 0 0-15,-3 1 0 0,-1 0 0 16,-2 1-73-16,-4 0-695 0,-6-5-164 16,2 1-1005-16</inkml:trace>
  <inkml:trace contextRef="#ctx0" brushRef="#br1" timeOffset="65457.27">10009 12691 3677 0,'0'0'248'0,"48"23"-16"0,-22-9-15 16,5 2-97-16,0 1-100 0,-4 1-20 16,-6 4-68-16,0 0-445 0,-1 5 93 15,-3 2 196-15,-1 1 44 0,-5 1 140 16,-1 0 40-16,-10 2-8 15,0-1-64-15,-10-2-88 0,-5-2 72 16,3-3 88-16,-3-3 8 0,3-5-8 16,4-5-440-16,2-4-505 0</inkml:trace>
  <inkml:trace contextRef="#ctx0" brushRef="#br1" timeOffset="66014.52">10313 12719 4526 0,'47'19'68'0,"-7"1"264"0,5 5-28 0,-8 1-288 15,-6 1-8-15,-10 3-8 16,-4 2-8-16,-7-2-4 0,-4 1 8 16,-6 1 8-16,0 0-4 0,-2 0 32 15,-12 1-12-15,-3-3 4 0,-2 1 4 16,1-5-24-16,-3-2 0 0,0-8-4 16,5-3-4-16,-3-8-300 0,7-2-1417 15,2-6-1424-15</inkml:trace>
  <inkml:trace contextRef="#ctx0" brushRef="#br1" timeOffset="67950.37">10040 12157 4337 0,'0'0'701'0,"54"7"-701"0,-17 0 0 0,4 6 8 15,7 3-8-15,-5 5-24 0,7 4-216 16,-7 4 4-16,-1 5 128 0,1 5 96 15,-2 6-4-15,1 3 16 16,1 8 4-16,-6 1 0 0,5 1-4 16,-5 1 20-16,-6 1-20 15,0-2 8-15,0 1 12 0,-4-1-16 16,-4 0 12-16,1-1 20 0,-7 2 0 16,-3 2 32-16,-3 2 32 0,-9 2-84 15,-4 2 0-15,-13-3-16 0,-1 2 0 16,-5-6 0-16,-6-2-48 0,0-6-8 15,2-2 56-15,3-4 0 16,-3-2-4-16,4-4-156 0,-2-4-233 16,-1-8-11-16,7-10-12 0,3-5-1841 0</inkml:trace>
  <inkml:trace contextRef="#ctx0" brushRef="#br1" timeOffset="69326.87">10371 11861 4590 0,'0'0'48'16,"64"51"64"-16,-23-13-8 0,-4 2-104 16,7 4 0-16,-3 4 12 0,0 5-8 15,-3 4-4-15,3 6 92 0,2 4 144 16,3 1 4-16,1 6 56 0,7 2-232 15,-2 3 16-15,-5 5 32 16,-3 4-108-16,-7 2 16 0,-6 3-12 16,-6-1 0-16,-13 4-8 0,-8 0 180 15,1 2 100-15,-10-3 29 0,-5-1 195 16,-6-6-256-16,-5-3-108 0,-6-7-68 16,-4-5-64-16,-6-5-12 15,0-5 4-15,-5-8-88 0,1-6-16 16,-7-5-216-16,7-5 52 0,0-4 20 15,8-9-329-15,2-5 133 0,0-8-8 16,8-9-509-16,8-3-27 16,3-5-381-16</inkml:trace>
  <inkml:trace contextRef="#ctx0" brushRef="#br1" timeOffset="69849.86">10536 11392 4926 0,'0'0'508'0,"56"23"-496"0,-9-1 56 0,7 9 12 15,8 8-64-15,2 5-8 0,2 6-8 16,-6 6 0-16,-4 5-24 0,-2 6-32 15,-2 5 52-15,-5 6-4 16,3 5 16-16,-1 6 0 0,-1 4 168 16,-1 3 20-16,1 3 8 0,-5 3 104 15,3 7-220-15,-9 2-19 0,-6 2-37 16,-4 1-24-16,-6 0-4 0,-11-3 28 16,-4 2 8-16,-2-2 132 0,-8-3 160 15,-12-1-168-15,-5-3-64 16,-10-1 12-16,-10-3-96 0,-9-3-8 15,-6-7 4-15,-6-2-4 0,4-6-8 16,-2-7 28-16,3-2-24 0,1-9 32 16,2-10-28-16,6-5-8 0,-3-10-12 15,7-9-460-15,9-10-337 16,-2-6-571-16</inkml:trace>
  <inkml:trace contextRef="#ctx0" brushRef="#br1" timeOffset="117438.6">12756 13531 2201 0,'0'0'356'16,"0"0"760"-16,0 0-820 0,0 0-276 15,0 0 156-15,-4 42 277 0,0-14-237 16,2 3-8-16,-2 3 200 0,0 0-180 15,4 2-44-15,0 4 60 16,0 5-148-16,4 0-16 0,0 5 4 16,-4 3-80-16,6 4 8 0,-2 7-4 15,-2 3 0-15,-2 5-8 0,0 5 0 16,0 6 8-16,0 4-8 0,0 4 20 16,0 1-16-16,0 1 64 0,0-1 129 15,-2 4-165-15,-2 3 12 0,4 0-40 16,-4 3 0-16,2 4-4 15,-2 0 0-15,-2 6-32 0,1-1 28 16,-1-2 4-16,2 1-4 0,-2 1 4 16,2 1 0-16,-2 3 8 15,1 0-8-15,-1-2 32 0,2 1 12 16,-2-2 60-16,0-1 156 0,-3-3-156 16,3-2-36-16,-4-8 4 0,4-2-64 15,-1-4 4-15,3-12 12 16,0-6-20-16,-2-13-8 0,6-8-64 15,-4-8-260-15,2-10-148 0,-2-4-1045 16,0-13 56-16,1-4-180 0</inkml:trace>
  <inkml:trace contextRef="#ctx0" brushRef="#br1" timeOffset="118607.67">12690 17455 4193 0,'0'0'357'16,"0"0"-37"-16,0 0-172 0,0 0-36 15,0 0 36-15,0 0 104 0,41 11-156 16,-20-6-44-16,4 0-16 0,-2-1-28 16,3 1-8-16,-1 1 8 0,6-1-4 15,0 0-4-15,2-2 16 16,5 2-12-16,3-3 16 0,2 1 44 15,3-1-52-15,5 1 20 0,-1 1 56 16,6 2-68-16,-2 1 20 0,4-1 44 16,4 1-28-16,2 0 32 0,0 0 60 15,8-1-104-15,2 0 8 0,5 0 5 16,0-1-53-16,3-3 12 0,-1 2 4 16,2 1-20-16,5-3 16 15,1 3 48-15,-2-2-48 0,6 2 20 16,2 0 64-16,0 1-32 0,5-3 32 15,5 3 84-15,0-1-120 0,3-4 0 16,4 3 36-16,-1-2-76 16,5-1 8-16,4 0 0 0,0 4-16 15,0 0-16-15,2 2 16 0,0 2-4 16,4 0-12-16,-4 1 40 0,2 1-20 16,-2 0 72-16,4-2 80 0,0 1-104 15,0-3 16-15,-2 1 44 16,4-1-92-16,-2 0-27 0,0-1-9 15,0 0 0-15,0 0 0 0,1 1 0 16,-1 3 0-16,-7-2 0 0,3 1 0 16,-12 0 0-16,0-2 0 0,-5 0 0 15,-2 0 0-15,13 0 0 0,0-1 0 16,0 2 0-16,-5-2 0 0,-5 0 0 16,-1 0 0-16,-6 0 0 15,1-2 0-15,-7 0 0 0,-7-1 0 16,-3 2 0-16,-11-2 0 0,-5 1 0 15,-7-2 0-15,-7 2-161 0,-5-2 25 16,-11-1-48-16,-2-1 16 16,-8 0 40-16,-10 0-168 0,-7 0-60 15,-8-1-133-15,-4-5-823 0,-4 1 27 16,-21-9-968-16</inkml:trace>
  <inkml:trace contextRef="#ctx0" brushRef="#br1" timeOffset="121036.08">12752 15840 2661 0,'0'0'456'0,"0"0"-192"0,0 0 40 15,0 0-192-15,0 0-32 0,0 0 100 16,0 0-48-16,0 0 8 0,0 0 61 16,0 0-121-16,0-18-44 0,0 14-28 15,0 0-8-15,4-1 0 0,-2 2 0 16,-2-1-4-16,4 0 4 0,1-1-4 16,-3-1 8-16,2 0-4 0,0-2 0 15,2 1 12-15,0-1-12 16,-2 2 12-16,3-1-4 0,-1-1-8 15,2 2 0-15,-2 0 4 0,0 0-4 16,-1 0 0-16,1 1 0 0,2-1 0 16,-2-2 8-16,5 0-4 15,1-3-4-15,2-2 12 0,3-1-8 16,2 0-4-16,-7 3 0 0,5-1-4 16,-7 3 0-16,0-1-32 0,5 2-12 15,-5 3 20-15,0-1 28 16,-3 4-8-16,-1 0 8 0,-2-1 28 15,2 2-16-15,-2-2 32 0,7 1 16 16,-1-1-44-16,2 0 16 0,-3 0 4 16,3-1-32-16,-2 1-4 0,5 0 0 15,1 0 4-15,1 0-4 0,-9 2 0 16,2 1 0-16,1-1 0 0,-3 0 4 16,7-3 12-16,-5 2-16 0,0-2 72 15,1 1-64-15,-1-1 12 16,-4 2 0-16,0-2-12 0,-2 3-8 15,3-4 0-15,-3 3 4 0,2-2-4 16,4 2 0-16,-6 0 4 0,7-1-4 16,-5 2 4-16,4 0-4 15,-3 1 0-15,3 0-4 0,0 0 4 16,-2 2 0-16,5 1 4 0,1 0-4 16,-1-1 0-16,1 1 0 0,-3-3 0 15,-1 0 0-15,2 1 0 16,-1-1 0-16,-1 1 0 0,4 3 0 15,-3-3 0-15,-1 0 0 0,0 1 0 16,7 0 0-16,-7-1 0 0,5 0 0 16,-3-1 4-16,5 0-4 0,-3 0 0 15,7 0 0-15,-5 0 0 0,1 0 0 16,4 0 8-16,-1 0-8 0,1 0 48 16,0 0-40-16,-5 0 16 0,1 0-20 15,1 0-4-15,-5 2 0 16,1 0 0-16,-4-1 0 0,1 1 0 15,-5-2 8-15,4 4-4 0,1-2-4 16,3 3 44-16,-1-1-40 0,-3 0 16 16,0 0 0-16,1 0-12 15,-5 1-8-15,2-2 12 0,-2 1-4 16,5 1-4-16,-1 1 4 0,2 1-4 16,-1-2-4-16,-1 1 0 0,0-2 4 15,1 1-4-15,3 1 0 0,-1 0 0 16,-3 1 0-16,4-1 0 15,-3 0 4-15,1-1-4 0,3 0 0 16,-5-1 0-16,0 2 0 0,5-1 0 16,-9-1 4-16,6 0-4 0,-1 2 0 15,-3-2 0-15,-2 0 0 0,0-1 0 16,3 0-4-16,-3 1 4 0,0 2-188 16,4 1-156-16,1-1-65 0,-5 1-363 15,4 0 276-15,-6-2 0 16,7 0-1037-16</inkml:trace>
  <inkml:trace contextRef="#ctx0" brushRef="#br1" timeOffset="122197.35">14224 15701 2405 0,'0'0'292'0,"0"0"-236"15,0 0 40-15,0 0 44 0,0 0 0 16,0 0-112-16,0 0-12 0,0 0-4 16,0 0-12-16,0 0 64 0,-33 25 148 15,33-25-96-15,0-1 20 16,0-5 256-16,6-6-184 0,-2-5-79 15,-2-5-5-15,6-5-100 0,-1-3 4 16,-1-1 64-16,2-3-4 0,-2-3 8 16,5-3 92-16,-1-4-104 15,2-4 4-15,3-2-8 0,-1-4-80 16,-1-1 0-16,3-2-216 0,3-4-36 16,-3 1 44-16,1-3-8 0,-1 1 127 15,3-2 53-15,-6 0-176 16,5 4 12-16,-1-2 124 0,-1 1 64 15,-1 0 8-15,1-1 4 0,-3 3 28 16,1 2-24-16,-4-1-8 0,1 7-52 16,-1 0-236-16,-6 14-152 0,-2 7-1397 0</inkml:trace>
  <inkml:trace contextRef="#ctx0" brushRef="#br1" timeOffset="123678.1">14555 14198 1072 0,'0'0'328'0,"0"0"448"0,0 0-427 16,0 0 7-16,0 0-108 0,0 0 24 15,0 0 240-15,10 39-276 16,-10-23-120-16,0 3-20 0,0 0-55 16,0 0-1-16,0 1-8 0,-2 0-24 15,2 2-8-15,-4 3 0 0,0 5-80 16,2 2-53-16,-7 2-187 15,7 0 236-15,-6 1 84 0,2-3 20 16,2 1-8-16,-3-1 24 0,1-1 52 16,0 0-8-16,2-1 24 0,0-1 69 15,-2 3-101-15,1-1-24 0,3 2-36 16,-2-1-12-16,0 1-16 0,2-1-36 16,-2 0 32-16,0-1 20 0,4-2 8 15,-2 0-8-15,2 0 0 0,-4 0 0 16,4 2 0-16,0-2 0 15,0 0 0-15,0 2-28 0,0-1 0 16,0 2 24-16,4 2-9 0,-2 2 9 16,-2 3-36-16,0 0-52 15,0 1 52-15,0 4 16 0,-6-3 8 16,1 2 8-16,5-3 4 0,-6 0-36 16,0-3 16-16,2-3-8 15,-2-3 20-15,6-2 0 0,-4-4-272 16,4-5 204-16,0-6 68 0,0-6-332 15,0-5-432-15,0-3-1121 0</inkml:trace>
  <inkml:trace contextRef="#ctx0" brushRef="#br1" timeOffset="124809.04">14476 15871 1088 0,'0'0'0'0,"0"0"-36"0,0 0 36 16,0 0 40-16,0 0 64 16,0 0 8-16,0 0 36 0,0 0-84 15,0 0-4-15,0 0 44 0,15 26-72 16,-15-25-12-16,4 1-20 0,-4-2-88 16,2 0-272-16,-2 0-264 0,0 0 356 15,4 0 268-15,-4 0 360 16,4 0 152-16,-2 0-24 0,-2 0 361 15,4 0-457-15,-4 0-104 0,4 0-76 16,-2-2-184-16,5 2-4 0,-3-1 76 16,0 1-12-16,-2-1 0 0,6-1 60 15,3 2-52-15,-1-1 8 0,6 1 80 16,-3 0-103-16,5 0-13 0,-5 3 24 16,1-1-64-16,-1 2 8 15,-3 0 8-15,4 1-36 0,1 0-8 16,-3 1 0-16,5 1 12 0,-3 0-12 15,1 1 4-15,-3 2 0 0,3 1-4 16,-3 1 4-16,3 3 0 16,-5-1-4-16,4 2 8 0,-5 2-4 15,5 0-4-15,-4 0 32 0,5 0 4 16,-5-1 56-16,3 2 20 0,-3-2-112 16,4-1 32-16,-3 0 52 0,1-1-48 15,-1-2 4-15,3 3 16 16,-4 0-52-16,1 2 0 0,-1 2 8 15,-4 3-8-15,5 1-4 0,-1-1 0 16,0 2-8-16,3-3 8 0,-3-1-4 16,4 0 0-16,3-2 4 0,0 0 0 15,1-2-8-15,-1 4 8 0,-5-1 0 16,7 3 0-16,-7 2 0 0,3 1-112 16,-1 2-108-16,-2 1 32 15,-1-1-96-15,-1-1 155 0,-4-4 25 16,5-3-184-16,-1-6-128 0,0-4-68 15,-4-5-517-15,3-5-219 0</inkml:trace>
  <inkml:trace contextRef="#ctx0" brushRef="#br1" timeOffset="125289.12">15311 16705 1204 0,'0'0'504'0,"0"0"289"0,0 0-441 15,0 0-40-15,0 0 344 0,0-33-204 16,0 9-19-16,0-5 195 0,0-3-404 16,4 2-172-16,2-1-52 0,-1-2-4 15,1-1-52-15,4-2-88 16,-4-4-12-16,9-3 60 0,1-4-24 15,1-4-16-15,2-1 12 0,1-2-160 16,1-1 71-16,-3-1 73 0,3 0 116 16,0 1 24-16,-1 4 8 0,-3 6 0 15,-3 4-8-15,-3 5-8 0,-1 6-228 16,-4 4-24-16,-2 4 28 0,-1 6 24 16,-3 0 208-16,4 4 4 0,-4 4-4 15,0 2-32-15,0 4-424 16,-4 2-1889-16</inkml:trace>
  <inkml:trace contextRef="#ctx0" brushRef="#br1" timeOffset="125597.9">15584 15794 2056 0,'0'0'193'0,"0"0"155"16,0 0-136-16,10 41 72 0,-10-10 104 15,0 3-220-15,0 1 44 0,7 0 252 16,-7 2-235-16,4 4-77 0,0 4-32 16,-2 5-120-16,-2 2 12 15,0 5-12-15,-2 2 0 0,2 0 0 16,-4 1 0-16,4-2 8 0,0-1-8 15,0 2 16-15,-4-2-12 0,4-4 16 16,0-5 4-16,0-5-24 16,0-5-24-16,-3-7-448 0,-1-7-389 15,4-5-311-15</inkml:trace>
  <inkml:trace contextRef="#ctx0" brushRef="#br1" timeOffset="126257.15">15669 16916 3225 0,'0'0'444'0,"0"0"12"16,0 0-348-16,0 0-88 0,0 0-16 16,0 0 4-16,0 0-8 15,0 0 4-15,0 0 0 0,0 0-4 16,41 24 4-16,-24-16 4 0,3-2-8 15,1 2 40-15,4-2-20 0,-2-1 25 16,3 0 187-16,3 0 12 16,4 0-20-16,3 1 112 0,1 4-200 15,0-1 8-15,4 3 40 0,-1 3-108 16,1 0-4-16,0 0 16 0,1 3-68 16,1-3 12-16,-2 4 0 0,5 3-32 15,-3-1 0-15,-1 4 0 16,-3 0-48-16,-4 2-16 0,2 2 32 15,0-1 12-15,1 2 20 0,-1-3 0 16,-2 1 4-16,-4 1-4 0,-4-2 16 16,0-1-8-16,-2-2 24 0,-3-3 48 15,-3-1-68-15,0-2 16 0,-5 0-16 16,0-3-12-16,-1 0-20 0,-5-2-252 16,-2-3-112-16,-2-1-48 15,-1-5-525-15,-3 0-187 0,0-4-953 0</inkml:trace>
  <inkml:trace contextRef="#ctx0" brushRef="#br1" timeOffset="135707.74">13750 14161 2313 0,'0'0'580'0,"0"0"1665"15,0 0-1381-15,0 0-255 0,0 0 251 16,0 0-512-16,0 0-80 15,0 0-163-15,-6-7-105 0,10 12 0 16,9 4 0-16,3 9 0 0,9 4 0 16,6 6 0-16,2 4 0 0,2 0 0 15,3 1 0-15,3 2 0 16,-2-3 0-16,3-3 0 0,-5-4 0 16,-2-4 0-16,-8-3 0 0,-7-4 0 15,3-2 0-15,-12-1 0 0,3-4 0 16,-8-1 0-16,-2-4 0 15,0 1 0-15,-4-2 0 0,3 0-177 16,-3-1-63-16,-3-2 0 0,-5-6-745 16,2 3-411-16,-4-5-357 0</inkml:trace>
  <inkml:trace contextRef="#ctx0" brushRef="#br1" timeOffset="136126.48">14118 14294 2213 0,'0'0'2112'16,"0"0"-1455"-16,0 0-137 0,0 0 284 16,0 0-515-16,0 0-13 0,0 0 312 15,36 31-356-15,-20-13-96 0,1 3-20 16,-1-2-100-16,-1-2-16 0,1-2 0 16,-5-3-12-16,3-3-40 0,-2-2-92 15,-1-2-20-15,-1-3 132 0,-6-1 20 16,0 0 8-16,-2-1 4 15,-2 0 20-15,5 1-12 0,-5 1 36 16,-5 7 152-16,-5 5-196 0,-6 10 20 16,-5 6 64-16,0 2-68 0,1-3 40 15,7-10 16-15,3-9-72 16,6-5-8-16,2-5-788 0,-3-2-849 16,5-16-1720-16</inkml:trace>
  <inkml:trace contextRef="#ctx0" brushRef="#br1" timeOffset="136809.49">14747 14646 3161 0,'0'0'1717'0,"0"0"-849"0,0 0 117 16,0 0-497-16,0 0-180 0,0 0 76 16,0 0-180-16,27 43-127 0,4-31-77 15,6 2 0-15,0 1 0 0,7 7 0 16,-3 0 0-16,0 6 0 0,3 2 0 16,-5 0 0-16,-2-2 0 0,-4-4 0 15,-6-4 0-15,-6-4 0 0,-5-8-665 16,-7-1 37-16,-3-5-129 15,-6 0-1180-15,0-2-536 0</inkml:trace>
  <inkml:trace contextRef="#ctx0" brushRef="#br1" timeOffset="137135.46">14753 14566 2645 0,'0'0'2301'16,"0"0"-1449"-16,0 0-296 15,0 0-79-15,-35-15-301 0,29 21 16 16,2 8-12-16,-3 10-168 0,7 3 72 16,0 3 168-16,0-4-140 0,7-3-24 15,-3-1 28-15,2-1-108 16,-2-3 20-16,0 0-28 0,-2-5-24 16,2-2-212-16,1-8-824 0,-5 0-329 15,0-4-668-15</inkml:trace>
  <inkml:trace contextRef="#ctx0" brushRef="#br1" timeOffset="137320.9">14708 14619 3309 0,'0'0'2885'16,"0"0"-2056"-16,0 0-41 0,49-32-407 15,-26 19-381-15,2 0 0 0,-3-1 0 16,3-1 0-16,2 1 0 15,0-4 0-15,-6 0 0 0,-1 4-397 16,-7-2-2696-16</inkml:trace>
  <inkml:trace contextRef="#ctx0" brushRef="#br1" timeOffset="137985.79">14602 13837 4966 0,'0'0'1072'0,"0"0"-515"0,0 0 311 16,0 0-500-16,10-48-136 0,1 7-103 16,-1-7-129-16,7-2 0 0,-7 2 0 15,0 1 0-15,1 1 0 16,-7 5 0-16,0 5 0 0,-2 8 0 15,-2 13 0-15,0 6 0 0,0 8 0 16,0 1 0-16,0 1 0 0,4 9 0 16,2 9 0-16,5 8 0 0,3 6 0 15,3 0 0-15,-1-1 0 0,9 3 0 16,-2-2 0-16,-3-1 0 16,5-1 0-16,-4-3 0 0,-5-3 0 15,-3-4 0-15,-3-3 0 0,-2-4 0 16,-5-2 0-16,-3 0 0 0,0-3 0 15,-11-1 0-15,-1 1 0 16,-9-3 0-16,-6-1 0 0,-4-3 0 16,4-2 0-16,-4-2 0 0,5-8 0 15,-3-2 0-15,6-2 0 0,6-3-109 16,3 6-1347-16,10 0-713 0</inkml:trace>
  <inkml:trace contextRef="#ctx0" brushRef="#br1" timeOffset="138568.82">15169 13118 5266 0,'0'0'1329'0,"-11"-34"-821"0,7 15 52 16,-4 1-148-16,-3 0-295 15,-3-2-117-15,0 1 0 0,-3 2 0 16,-4 0 0-16,5 3 0 0,-1 2 0 15,-3 5 0-15,3 3 0 0,3 4 0 16,-1 7 0-16,-1 4 0 16,3 5 0-16,-1 4 0 0,3 5 0 15,1 3 0-15,4 2 0 0,2 3 0 16,4 1 0-16,6 4 0 0,4 1 0 16,5 3 0-16,5 0 0 0,1 3 0 15,-4 0 0-15,3 2 0 0,1-2 0 16,-5-4 0-16,-5-2 0 15,3-6 0-15,-8-4 0 0,1-7 0 16,-1-5 0-16,-4-6-409 0,0-7-471 16,-2-2-1077-16,-2-2-72 0</inkml:trace>
  <inkml:trace contextRef="#ctx0" brushRef="#br1" timeOffset="138702.57">14974 13507 5714 0,'0'0'1093'0,"0"0"163"0,0 0-1127 16,0 0-129-16,0 0 0 0,48-23 0 15,-17 25 0-15,-4 2 0 16,4-1 0-16,4 0 0 0,-6-3 0 16,-9-3-725-16,-1-3-1860 0</inkml:trace>
  <inkml:trace contextRef="#ctx0" brushRef="#br2" timeOffset="149368.51">14145 15663 1864 0,'0'0'180'0,"0"0"5"16,0 0 2004-16,0 0-1289 15,0 0-248-15,0 0 257 0,0 0-465 16,0 0-48-16,0 0 77 0,-10-9-473 16,8 9 0-16,2 0 0 0,0 0 0 15,0 0 0-15,0 0 0 0,0 0 0 16,0 0 0-16,0 1 0 0,0 0 0 15,6 2 0-15,-2 0 0 16,-2-1 0-16,2 1 0 0,1-1 0 16,-3-1 0-16,-2 2 0 0,4-2 0 15,0 0 0-15,-2 1 0 0,2 0 0 16,0-1 0-16,-2 0 0 0,2-1 0 16,1 2 0-16,1 1 0 0,0-1 0 15,0 0 0-15,5 2 0 16,7 2 0-16,-1 0 0 0,-1 1 0 15,1 6 0-15,3-1 0 0,-5 4 0 16,1 1 0-16,1-2 0 0,-3 0 0 16,-3-3 0-16,-1-3 0 15,-4-2 0-15,0-3 0 0,-1-1 0 16,-1 1 0-16,-2-3 0 0,2 1 0 16,-4-2 0-16,0 0 0 0,0 0 0 15,0-3 0-15,-4-2 0 0,-2-1 0 16,-5-2 0-16,1-4 0 0,-11-1 0 15,1-4 0-15,1 2 0 16,-2 0 0-16,3 0 0 0,1 2 0 16,1 0 0-16,1-1 0 0,3 4 0 15,4 2 0-15,1 4 0 0,3 1 0 16,2 1 0-16,-2 0 0 0,-2 0 0 16,6 2 0-16,-4 0 0 0,4 3 0 15,-2 1 0-15,2 2 0 16,2 4 0-16,8 3 0 0,7 3 0 15,11 2 0-15,1 0 0 0,0-4 0 16,0-2 0-16,0 1 0 0,-6 1 0 16,-2-1 0-16,-5-1 0 15,-1-2 0-15,-1-4 0 0,-8-3-237 16,-4-2-971-16,-2-2-2546 0</inkml:trace>
  <inkml:trace contextRef="#ctx0" brushRef="#br2" timeOffset="150658.49">15262 16686 1788 0,'0'0'392'16,"0"0"1273"-16,0 0-608 0,0 0-617 16,0 0 120-16,0 0 437 0,0 0-505 15,0 0-44-15,0 4-95 0,2-1-353 16,8 4 0-16,6 4 0 15,5 2 0-15,10 6 0 0,4 2 0 16,-2 3 0-16,-2 0 0 0,2-5 0 16,-2-1 0-16,-4-4 0 0,2-6 0 15,-6-1 0-15,-2-2 0 0,-5-4 0 16,-5 1 0-16,-7-2 0 0,0 0 0 16,-4 0 0-16,0-2 0 15,0-4 0-15,-8-2 0 0,-9-3 0 16,0-1-53-16,-7 1-159 0,1 1 160 15,-2-1 52-15,-6 0 28 0,4-2 116 16,0 2 1-16,3 0-145 0,5 1 0 16,5 5 0-16,7 0 0 15,3 5 0-15,4-1 0 0,0 1 0 16,0 0 0-16,11 7 0 0,11 4 0 16,7 4 0-16,4 3 0 0,-2-4 0 15,-4-3 0-15,0-4 0 0,-8-5-541 16,-3-1-1100-16</inkml:trace>
  <inkml:trace contextRef="#ctx0" brushRef="#br2" timeOffset="172808.36">14412 14983 2205 0,'0'0'32'16,"-10"46"24"-16,3-13 1256 0,-3 9-483 15,0 4-665-15,-1 3-24 0,1 4 12 16,-4 4-144-16,3 3 0 0,-1 9-4 16,-5 8-4-16,-3 10 0 0,-1 4-296 15,4 2-1-15,-1 0 297 16,8-2 36-16,3 2-32 0,-3-1-8 15,4-5-376-15,-5-6-308 0,7-9-12 16,2-21-849-16</inkml:trace>
  <inkml:trace contextRef="#ctx0" brushRef="#br2" timeOffset="173151.42">14348 15533 1880 0,'0'0'457'0,"-15"-42"-337"0,9 22-108 15,2 6-12-15,2 2-4 0,-2 5-20 16,4 2-48-16,0 4 72 0,0 1 20 16,0 0 96-16,0 11 116 0,0 16 132 15,-4 12-36-15,2 13 0 16,-7 9 208-16,3 3-347 0,2 4-57 15,-6 7 20-15,-1 5-144 0,-1 6-8 16,2 7-116-16,-5 3 24 0,5 0 92 16,0-3 4-16,-1 0 0 0,5-7-4 15,0-7 16-15,6-8-16 16,0-15 92-16,0-16-12 0,6-17-64 16,4-17 0-16,1-14-16 0,5-23-84 15,-1-16-44-15,1-20-553 0,5-13 41 16,-7 13 88-16,-1-8-1233 0</inkml:trace>
  <inkml:trace contextRef="#ctx0" brushRef="#br2" timeOffset="173877.49">14402 15983 1108 0,'14'-95'988'0,"-4"8"-51"16,1-6-589-16,-9 22 24 0,-2 12 152 15,-6 10-399-15,-1 10 63 0,-3 8 156 16,-4 2-184-16,3 4-48 0,-1 2-44 16,2 1-64-16,-1 2-4 0,3 3 0 15,2 2-20-15,0 4-24 16,1 5-172-16,1 4 36 0,4 1 180 15,-2 2 4-15,-2 8 28 0,4 11-28 16,0 17-4-16,-2 9-12 0,-2 8 12 16,4 0 128-16,-4-1 4 15,4 3-16-15,0 6 12 0,-2 3-104 16,-2 6 8-16,-3 4 28 0,-1 0-56 16,2 0 8-16,2-5 12 0,2-6-24 15,2-12 8-15,0-14-4 0,2-13-4 16,6-18 0-16,2-15 0 15,3-20-36-15,3-18-12 0,3-17-44 16,-3-13-76-16,1-9 100 0,-3-4 32 16,-3-2 28-16,-5 0 8 0,-2 4 160 15,-4 2-60-15,2 7 64 0,-2 6 204 16,0 4-88-16,0 8-4 0,0 5 145 16,-2 10-221-16,-6 8-120 0,2 7 8 15,-5 4-80-15,5 2-4 0,2 1 0 16,-2 2-4-16,6-2 0 15,0 3-8-15,6-1-80 0,-2 2 12 16,-2 1-96-16,2 4-40 0,-4 1 3 16,0 5 13-16,0 1 168 0,0 3 28 15,-6-1 16-15,2-1-8 0,-6-1-4 16,-3-4 4-16,-1 1 4 16,8-2-12-16,-3-2 0 0,7-2-4 15,2 3 4-15,0 3-4 0,0 3-16 16,0 3 16-16,2 1-4 0,-2 3-20 15,4 3-8-15,-4 9-224 16,5 11 140-16,-3 7 60 0,-2 6 56 16,0-1-8-16,4 1 12 0,2 3 40 15,-2 2 36-15,0 4 52 0,-4 4 92 16,0 1-100-16,0 2 52 0,-4 5 201 16,-2 4-165-16,-2 7-52 0,1 6 28 15,-3 4-172-15,4-2 0 16,-4 0-8-16,-1-1-4 0,-3-1-12 15,3-2-420-15,-1-5 208 0,6-8 148 16,-2-11-77-16,5-8-75 0,3-13 4 16,-4-12-84-16,4-8 56 15,0-8-68-15,0-20-224 0,0-12 83 16,0-13-71-16,0 5-608 0,0-3-869 0</inkml:trace>
  <inkml:trace contextRef="#ctx0" brushRef="#br2" timeOffset="174392.52">14191 15405 2937 0,'0'0'264'0,"0"0"-100"0,0 0 548 0,0 0-363 15,0 0-217-15,0 0-80 16,-27 37-20-16,23-29 68 0,4-2 36 16,0-1-80-16,0-3 20 0,0-2 0 15,4-10 8-15,2-11 128 0,4-11 20 16,5-12-132-16,-3-4 0 0,5-6 172 16,-3-5-72-16,3-3 32 0,-1-5 209 15,-1-3-201-15,-1 0-24 0,-7 1 12 16,-1 4-188-16,-2 2 12 15,2 6-8-15,-2 4-24 0,-2 4-20 16,-2 10 48-16,0 7-40 0,0 8-8 16,0 5 0-16,0 4 0 0,0 4 0 15,4 3-8-15,-4 2-120 16,7 4-160-16,-3-1-216 0,2 1 19 16,4 1-51-16,5 1-532 0,-5 1 127 15,-4 1 33-15,0 2-1709 0</inkml:trace>
  <inkml:trace contextRef="#ctx0" brushRef="#br2" timeOffset="174798.42">14515 14248 3673 0,'0'0'889'16,"0"0"-317"-16,0 0-304 0,0 0 56 16,0 0 192-16,0 0-256 0,0 0 29 15,0 0 259-15,0 0-208 16,0 0-88-16,-8-30 9 0,6 36-261 16,-2 13 0-16,4 14 0 0,0 11 0 15,0 7 0-15,0 1 0 0,4-1 0 16,-2 4 0-16,-2 5 0 15,0 5 0-15,-6 8 0 0,-4 6 0 0,-5 8 0 16,-1 2 0-16,-1 1 0 16,3-1 0-16,1-3 0 0,5-3 0 15,-3-5 0-15,11-5 0 0,-2-10 0 16,2-9 0-16,2-10 0 0,3-10 0 16,1-9-229-16,2-10 45 0,-6-7-460 15,2-6 23-15,-4-2 17 16,0-3-508-16,0-11 535 0,-4 3-231 15,4-13-1553-15</inkml:trace>
  <inkml:trace contextRef="#ctx0" brushRef="#br2" timeOffset="175054.02">14391 14740 3049 0,'0'0'1296'16,"0"0"-843"-16,0 0-9 0,4 58 8 15,-2-15-440-15,3 10 4 0,1 12-8 16,-2 7 4-16,-4 10-12 0,0 7 20 16,-4 3-12-16,-2-3-8 0,1-2 36 15,-1-7-28-15,0-4 12 16,2-4-12-16,-2-7-8 0,2-8-180 15,2-12-260-15,2-12 260 0,-5-14-460 16,5-8-3018-16</inkml:trace>
  <inkml:trace contextRef="#ctx0" brushRef="#br2" timeOffset="175341.6">14317 15458 4237 0,'-6'36'329'0,"6"2"-281"0,0 10 272 15,0 6-196-15,2 10-96 16,-2 4-16-16,-6 7-12 0,-1 4 0 15,-7 7 0-15,-1 3-52 0,-7 1-128 16,1-7-208-16,0-10 300 0,9-23-237 16,-7-11-2516-16</inkml:trace>
  <inkml:trace contextRef="#ctx0" brushRef="#br2" timeOffset="176603.49">14245 15617 2937 0,'0'0'1945'0,"0"0"-1749"0,-38 48-76 16,28-32 220-16,0 2-304 16,3 1-36-16,3 3-76 0,4 3-184 15,0-1 56-15,4 3 0 0,7 0 96 16,-5-3 92-16,4-1 16 15,-3-7 4-15,1-5 72 0,-6-6 112 16,6-5-44-16,-6-10 36 0,2-12 324 16,0-12-240-16,-1-13-168 0,5-9-96 15,-2-7-80-15,6-4-208 0,-1-1-180 16,-1-1 292-16,0 2 176 0,1 3 12 16,-1 6 0-16,0 6 72 0,-3 6 180 15,3 4-160-15,-2 4 12 0,-6 6-20 16,2 5-68-16,-4 3-16 15,0-1-12-15,5 2 0 0,-5-2 0 16,0 0-24-16,2-1-44 0,6-3 56 16,-2 0-292-16,4-3 36 15,3-6-48-15,1-4-941 0,-3 10 281 16,5-5 892-16</inkml:trace>
  <inkml:trace contextRef="#ctx0" brushRef="#br2" timeOffset="176731.59">14548 14423 464 0,'0'0'2097'16,"0"0"-1329"-16,0 0 585 0,0 0-729 15,0 0-140-15,-41 4 4 16,29 4-480-16,1-2-8 0,3-1-260 16,8-4 20-16,-2-1 140 0,2 0-876 15,0 0-397-15,0-2-364 0</inkml:trace>
  <inkml:trace contextRef="#ctx0" brushRef="#br2" timeOffset="177881.74">13304 16183 2557 0,'0'0'1564'15,"0"0"-995"-15,0 0-33 0,0 0 224 16,-17-35-452-16,22 23-72 0,1-1 145 16,6 4-137-16,3 0-8 0,1 0 60 15,3 1-144-15,-3 1 20 0,7 2 9 16,-2 1-181-16,-5 4 0 0,5 2 0 16,-7 7 0-16,1 2 0 15,-5 6 0-15,-8 2 0 0,-2 4 0 16,-2 5 0-16,-8 4 0 0,-5 1 0 15,-1 2 0-15,-5-2 0 0,5-2 0 16,-3-3 0-16,7-3 0 0,1-2 0 16,1-4 0-16,6-3-141 0,2-4-75 15,2-5-504-15,0-1-29 16,2-2-95-16,2-1-1229 0,2 6-444 0</inkml:trace>
  <inkml:trace contextRef="#ctx0" brushRef="#br2" timeOffset="178613.61">14660 16459 4742 0,'0'0'776'0,"0"0"160"16,0 0-331-16,0 0-97 0,0 0-8 16,41 22-375-16,-24-15-125 0,8 0 0 15,-5 0 0-15,1 1 0 0,-4 1 0 16,-1 1 0-16,-6 4 0 0,-3 5 0 16,-7 3 0-16,0 9 0 15,-13 3 0-15,-1 4 0 0,-3 1 0 16,1-2 0-16,1-1 0 0,-1-3 0 15,1-3 0-15,5-3 0 0,8-7 0 16,2-7 0-16,2-1-17 0,12-5-335 16,1-3-248-16,6-1 464 15,-3 0 124-15,-3-1-132 0,-1-1-881 16,-4-1-520-16</inkml:trace>
  <inkml:trace contextRef="#ctx0" brushRef="#br2" timeOffset="178781.66">14780 17279 4305 0,'0'0'1389'0,"0"0"-340"16,0 0-753-16,0 0-296 0,0 0-4 15,0 0-1601-15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7:59:29.7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20312 15187 2405 0,'0'0'3373'0,"0"0"-2016"16,0 0-737-16,0 0-183 0,0 0-437 15,0 0 0-15,0 0 0 0,0 0 0 16,4 47 0-16,-4-12 0 0,2 1 0 16,-2 3 0-16,0-3 0 0,0 0 0 15,-2-1 0-15,0-3 0 0,2-3 0 16,0-7 0-16,0-2 0 0,0-8-1201 15,2-5-608-15,0-7-1449 0</inkml:trace>
  <inkml:trace contextRef="#ctx0" brushRef="#br0" timeOffset="626.52">24440 15194 5570 0,'0'0'1385'0,"0"0"-537"0,0 0-459 16,-19 35-389-16,7-4 0 16,-3 7 0-16,11 2 0 0,2-1 0 15,4 0 0-15,8 1 0 0,3 0 0 16,-1-1 0-16,1 3-9 0,-1-1-1139 15,-6-11-293-15,0-2-3149 0</inkml:trace>
  <inkml:trace contextRef="#ctx0" brushRef="#br0" timeOffset="57872.71">20396 7352 2541 0,'0'0'24'16,"0"0"68"-16,0 0 1024 0,0 0-888 15,0 0 28-15,-33-1 313 0,29 0-193 16,4 1 32-16,0 0 224 0,0 0-295 15,0-1-57-15,0 1 144 16,0 0-160-16,0 0-16 0,0 0 100 16,0 0-299-16,0 0-49 0,0 0 0 15,0 0 0-15,0 0 0 0,0 0 0 16,0 0 0-16,0 0 0 0,0 0 0 16,0 0 0-16,0 0 0 0,0 0 0 15,4 0 0-15,0 0 0 0,0 0 0 16,1 0 0-16,-1 0 0 0,0 0 0 15,-2 0 0-15,6 0 0 16,3 0 0-16,1 0 0 0,2 0 0 16,-1 0 0-16,3 0 0 0,-1 1 0 15,-1 3 0-15,3-2 0 0,-1 0 0 16,3 3 0-16,0-4 0 16,-3 3 0-16,3-1 0 0,1 0 0 15,1 0 0-15,0 1 0 0,-3-3 0 16,3 2 0-16,0-1 0 0,-1-1 0 15,-3-1 0-15,1 0 0 16,1 1 0-16,2-1 0 0,-1 0 0 16,1 0 0-16,6 0 0 0,-2 0 0 15,2-1 0-15,0-1 0 0,-3 1 0 16,-1-2 0-16,-2 3 0 0,4-1 0 16,-5-1 0-16,1 0 0 0,0 0 0 15,-1 2 0-15,-1 0 0 0,2-1 0 16,1 1 0-16,-1-1 0 0,-2 1 0 15,1 0 0-15,-1 0 0 16,-1 1 0-16,3 0 0 0,0 1 0 16,1-1 0-16,3 0 0 0,6 0 0 15,7 0 0-15,1-1 0 0,2 0 0 16,9 0 0-16,-3 0 0 16,3 0 0-16,2 1 0 0,1 2 0 15,1 0 0-15,6-1 0 0,0 1 0 16,2-1 0-16,2-1 0 0,2-1 0 15,0 0 0-15,3 0 0 16,1 0 0-16,0-1 0 0,7 1 0 16,-3-1 0-16,-2 1 0 0,-1 0 0 15,-3 1 0-15,-8 3 0 0,-4-2 0 16,-5-1 0-16,-7 2 0 0,-3-1 0 16,-6-1 0-16,-6 2 0 0,-4-3 0 15,-4 0 0-15,-5-3 0 0,-3-1-2898 16,-5-5-2224-16</inkml:trace>
  <inkml:trace contextRef="#ctx0" brushRef="#br0" timeOffset="64647.7">21651 8282 3881 0,'0'0'629'0,"0"0"-185"16,0 0-132-16,0 0-216 0,0 0-52 16,35 6-44-16,-27 3 0 0,-1 8 4 15,-1 1 8-15,-6 0 12 0,0 0 252 16,-8-1-52-16,-3 1-4 0,1 2 68 16,-5 0-179-16,-1 3-33 0,-1 0 32 15,1 1-96-15,-1-2 20 0,5-1-20 16,4-5-12-16,3 0 0 15,5-5-8-15,7 0-108 0,3-3-81 16,0 0-395-16,1-3-224 0,-3-1-445 0</inkml:trace>
  <inkml:trace contextRef="#ctx0" brushRef="#br0" timeOffset="65257.55">21448 8611 5750 0,'0'0'576'0,"0"0"-239"0,-6 46 303 16,4-23-344-16,2 4-108 0,-4 4-48 15,2 3-128-15,-2 3 4 0,0 2 4 16,0 1-8-16,2-4-12 15,2-1 0-15,2-4 0 0,2-6-4 16,4-5 4-16,2-5 0 0,3-7 8 16,-1-5 24-16,3-3-16 15,-5-4 4-15,4-7 84 0,-3-3-96 16,-1-5 13-16,-4-1-21 0,-4 1 0 16,-2 0-93-16,-2 0-71 15,-4 1 12-15,-2 3 40 0,2 3-100 16,-1 4-12-16,5 4 0 0,0 4-269 15,-2 2-331-15,-2 2-300 0,2 5-1778 0</inkml:trace>
  <inkml:trace contextRef="#ctx0" brushRef="#br0" timeOffset="65731.27">21688 8947 5798 0,'0'0'600'0,"0"0"229"16,0 0-445-16,-37-21-280 0,29 21 8 15,4 1-104-15,-5 4-8 0,3 3 0 16,-2 5 0-16,2 2 0 0,4 2 0 16,2-5-4-16,0-3 4 0,2-3-8 15,2-3-120-15,0 1 60 16,2-1 68-16,0 0-28 0,3-2 28 15,-3-1 12-15,2-1 4 0,-4-2-16 16,7-1 0-16,-5 0-148 0,-2 2-40 16,2 0 20-16,-2 2 72 15,-4 0 48-15,6 4-80 0,-4 6 44 16,1 4 52-16,3 1 20 0,-2 0-245 16,0-4-315-16,-2-4-981 15,8-4-115-15</inkml:trace>
  <inkml:trace contextRef="#ctx0" brushRef="#br0" timeOffset="65939.88">21895 8985 2389 0,'0'0'1796'0,"0"0"-1339"16,0 0 431-16,0 0-440 0,0 0-160 15,-37 8 177-15,24 9-249 0,-1 3 0 16,4-1 72-16,3-3-232 0,7-1-36 16,4-5-20-16,7-3-12 15,5-4-48-15,1-3-236 0,12-1-168 16,-11-4-329-16,1-3-1836 0</inkml:trace>
  <inkml:trace contextRef="#ctx0" brushRef="#br0" timeOffset="66196.09">22031 8651 6058 0,'0'0'773'0,"0"0"-385"0,0 0 84 16,-6 34-392-16,4-9-8 15,-2 7 120-15,2 2-120 0,-2 1 13 16,0 3-85-16,-1 1 0 0,-1 0 0 16,2 1 0-16,-2-1 0 15,0-2-97-15,2-4-1027 0,-3-12-53 16,3-3-408-16</inkml:trace>
  <inkml:trace contextRef="#ctx0" brushRef="#br0" timeOffset="66506.32">22004 8997 3229 0,'0'0'1589'15,"0"0"-1153"-15,0 0 84 16,0 0-56-16,0 0-264 0,42-28-35 15,-26 22-29-15,-1 3-116 0,-5 1 16 16,-4 1-32-16,-1 0-4 0,-1 1 0 16,-2 0 0-16,2 5-56 15,-4 2 40-15,-4 7 12 0,-7 3 8 16,1 3 68-16,-2 3 188 0,-3-1 16 16,5 0 28-16,0 0 4 15,5-5-248-15,5-2-24 0,2-6-36 16,9-4-56-16,7-5-304 0,7-4-945 15,-4-4-688-15</inkml:trace>
  <inkml:trace contextRef="#ctx0" brushRef="#br0" timeOffset="67174.21">22277 9052 5218 0,'0'0'668'0,"0"0"-80"0,0 0-247 0,0 0-153 0,0 0-52 15,0 0-104-15,0 0-16 16,0 0-4-16,0 0-8 0,-37-19-4 15,27 30 0-15,-7 6-8 0,5 5 8 16,2-2-4-16,1-2-4 0,9-6 8 16,0-5 0-16,0-1-20 15,0-4 20-15,0 1 0 0,9-1-28 16,-3-2 28-16,4-6 60 0,2-6-40 16,-1-2 8-16,-1 3-4 0,0 3-20 15,-5 5-4-15,-1 3 0 16,0 0-20-16,2 6 4 0,-2 10 4 15,2 5-16-15,-4 6 28 0,3 1 0 16,-3-1-16-16,4-2 16 0,-4 2 0 16,-2 1-12-16,-4 0 12 0,-7 4 0 15,-7-3-28-15,-5 0 12 0,-4-4 0 16,-4 0 20-16,2-5-4 0,-4-7 8 16,6-6 8-16,3-7-12 15,5-5 60-15,5-9-60 0,11-6-4 16,6-9-100-16,7-2-172 0,11-5 24 15,10 1-341-15,4 1 45 0,4 5-32 16,-2 2-77-16,-10 9 117 0,-4 2-288 0</inkml:trace>
  <inkml:trace contextRef="#ctx0" brushRef="#br0" timeOffset="67348.69">22356 9208 3897 0,'0'0'296'0,"0"0"17"0,0 0 255 15,0 0-472-15,0 0 28 0,0 0 320 16,0 0-60-16,0 0-12 0,0 0 245 16,0 0-301-16,-21-32-4 0,17 12 104 15,4 0-379-15,4 3-37 0,5 1 0 16,-1 4 0-16,0 4 0 0,-2 1 0 16,5 3 0-16,1 3-293 0,7 1-643 15,-5 1-33-15,-2 3-399 0</inkml:trace>
  <inkml:trace contextRef="#ctx0" brushRef="#br0" timeOffset="67612.16">22519 9163 4778 0,'0'0'1184'0,"0"0"-515"16,0 0-161-16,0 0-192 0,0 0-204 16,0 0-32-16,0 0-76 15,-41 3-4-15,35 13 0 0,-3 1 0 16,3 4-20-16,4-5 20 0,2-3 0 15,0-4-12-15,4-2 12 0,0-3-4 16,1 1 12-16,-1-4-8 0,6 0 80 16,-2 1-28-16,3-5 72 0,-1-5 92 15,-2-8-144-15,0-2-47 0,-1 0-25 16,-7 2 0-16,0 6 0 0,0 3-189 16,-2 4-635-16,2 2-125 0,-2-1-1520 15,2 2-876-15</inkml:trace>
  <inkml:trace contextRef="#ctx0" brushRef="#br0" timeOffset="67860.67">22625 9192 5106 0,'0'0'1264'16,"0"0"-751"-16,0 0 571 0,-27 44-859 16,27-32-225-16,0-4 0 15,2-2 0-15,2 0 0 0,0-4 0 16,4 3 0-16,-1-2 0 0,-1 0 0 15,4-3 0-15,-2 0 0 0,-1-5 0 16,-1-2 0-16,-2-3 0 0,-2-3 0 16,4-3 0-16,-2 1 0 0,-4 1 0 15,4 3 0-15,1 2 0 0,-3 2 0 16,-2 3 0-16,0 2-189 0,0 2-839 16,4 0-113-16,-2 4-135 0,0 3-1458 0</inkml:trace>
  <inkml:trace contextRef="#ctx0" brushRef="#br0" timeOffset="68168.33">22730 9322 2309 0,'0'0'992'0,"0"0"205"16,0 0-577-16,0 0-104 0,0 0 244 15,0 0-375-15,0 0-81 0,0 0 208 16,0 0-236-16,0 0-24 0,-25 24-183 16,29-27-69-16,5-8 0 0,5-3 0 15,3-4 0-15,-1-1 0 0,-1 4 0 16,-5 5 0-16,-2 3 0 0,-4 1 0 16,-4 5 0-16,5-1 0 0,-3 2 0 15,0 3 0-15,0 9 0 16,2 8 0-16,2 5 0 0,-2 1 0 15,2 0 0-15,-4-2 0 0,1-4-13 16,-1-1-1011-16,0-6-89 0,-2-5-636 0</inkml:trace>
  <inkml:trace contextRef="#ctx0" brushRef="#br0" timeOffset="68399.75">22951 9294 4634 0,'0'0'920'0,"0"0"177"16,0 0-513-16,-45-12-172 0,28 22-60 16,5 5-280-16,-5 4-28 0,9 5-20 15,2 0-12-15,4-2-12 16,2-1 0-16,6-5-140 0,4-7-168 15,9-4-424-15,-1-5-53 0,-1-1-367 16,-2-6-1866-16</inkml:trace>
  <inkml:trace contextRef="#ctx0" brushRef="#br0" timeOffset="68585.42">23003 9160 5566 0,'0'0'1149'0,"0"0"-429"0,0 0 37 15,0 0-757-15,-6 39 0 0,6-11 0 16,0 2 0-16,0 1 0 0,0-3 0 16,0 1 0-16,0 1 0 0,0-1 0 15,-2 3 0-15,-7-1 0 0,3-10-1065 16,-2-1-1813-16</inkml:trace>
  <inkml:trace contextRef="#ctx0" brushRef="#br1" timeOffset="78052.6">26108 6174 3157 0,'0'0'592'0,"0"0"-80"16,0 0 233-16,0 0-389 0,0 0-32 15,0 0 156-15,0 0-196 0,0 0-67 16,35-12 99-16,2 20-148 16,9 0-32-16,9-1 52 0,7-3-152 15,13-1-4-15,10-3 28 0,12 0-48 16,8-4 32-16,11-3 116 15,2-2-132-15,2-1 8 0,0 2-28 0,-7 0-8 16,-3 2-12-16,-11 1-600 16,-27 2-217-16,-12-1-563 0</inkml:trace>
  <inkml:trace contextRef="#ctx0" brushRef="#br1" timeOffset="84684.91">27761 8384 5950 0,'0'0'605'0,"0"0"-109"0,0 0 268 16,0 0-387-16,0 0-377 0,0 0 0 16,0 0 0-16,0 0 0 0,-33 45 0 15,27-14 0-15,4 2 0 0,-2 5 0 16,0 6 0-16,-2 5 0 0,-5 4 0 16,-1 2 0-16,-5 3 0 0,-1-3 0 15,-5-3 0-15,0-6 0 0,1-7 0 16,1-4 0-16,2-8 0 15,7-7 0-15,2-7 0 0,5-6 0 16,3-5 0-16,0-2 0 0,2-13 0 16,0-13-137-16,4-12-1079 0,1 3-377 15</inkml:trace>
  <inkml:trace contextRef="#ctx0" brushRef="#br1" timeOffset="84960.86">27792 8389 4694 0,'0'0'736'15,"0"0"-268"-15,0 0 116 0,0 0-75 16,0 0-301-16,-33-24 44 15,17 27 40-15,-7 6-212 0,2 3 72 16,1 2 65-16,1 0-217 0,1-2 0 16,1 1 0-16,5-1 0 0,1-2 0 15,5-3-25-15,4-2-627 16,2-4-325-16,0-1-1788 0</inkml:trace>
  <inkml:trace contextRef="#ctx0" brushRef="#br1" timeOffset="85116.94">27737 8371 5946 0,'0'0'973'0,"0"0"-77"15,0 0-519-15,0 0-377 0,47 29 0 16,-16-11 0-16,4 0 0 0,-6-1 0 16,-6-2 0-16,-4-1 0 0,-7-4 0 15,-6-2 0-15,-2-3-29 0,-4-3-3008 0</inkml:trace>
  <inkml:trace contextRef="#ctx0" brushRef="#br1" timeOffset="86020.84">28431 7190 4722 0,'0'0'800'0,"0"0"-304"0,0 0 4 0,0 0-7 16,-41 52-297-16,22-16-4 0,-1 4 88 15,1 0-180-15,0 6 64 0,-1 2 85 16,-3 0-249-16,0 1 0 0,-2 1 0 15,3-4 0-15,-1-1 0 16,2-2 0-16,3-3 0 0,1-5 0 16,5-5 0-16,-1-6 0 0,5-5 0 15,4-7 0-15,4-5 0 16,0-3 0-16,0-4 0 0,0 0-97 16,4-5 29-16,2-7 0 0,-2-3-52 15,1-1 0-15,-3 5-136 0,-2 2-52 16,0 4 52-16,-2 2-117 0,-1-2 241 15,1 2 132-15,-2-2-4 16,0 0 16-16,0 2-12 0,0-1 28 16,2-2-20-16,0 1-8 0,2-4 56 15,-2-2 0-15,2-4 41 0,-2-2 95 16,-1 2-108-16,-1 1 12 0,0 3 108 16,0 1-100-16,2 6 76 0,-2 0 132 15,4 4-172-15,-2-1 32 0,2 1-111 16,0 0-61-16,-2 1 0 0,0 7 0 15,-5 9 0-15,3 3 0 16,-2 5 0-16,4-2 0 0,2 0 0 16,0 0 0-16,4-2 0 0,0-2 0 15,5-1 0-15,-3-4 0 16,2-3 0-16,-4-4 0 0,0-2 0 16,0-3 0-16,1-2 0 0,1 0 0 15,2-5 0-15,9-8 0 0,3-6 0 16,5-1 0-16,10-3 0 0,2 2 0 15,3-1 0-15,-1-3 0 16,-4 0 0-16,-12 5 0 0,-2-3-1601 0</inkml:trace>
  <inkml:trace contextRef="#ctx0" brushRef="#br1" timeOffset="87157.91">28706 6635 3401 0,'0'0'2333'0,"0"0"-1893"0,0 0-35 16,0 0 191-16,0 0-372 0,-29 57-40 15,29-18 180-15,2 6-188 0,2 1-107 16,0-1-69-16,-1 0 0 0,-3 0 0 16,-5-3 0-16,-1-2 0 15,-2-4 0-15,2-9 0 0,0-4 0 16,-1-10 0-16,5-6 0 0,2-5 0 15,-2-2 0-15,2 0 0 16,2-7 0-16,4-11 0 0,9-14 0 16,6-6 0-16,6-3 0 0,-1 9 0 15,-3 10 0-15,-6 11 0 0,-7 8 0 16,-4 3 0-16,-2 11 0 0,-2 7 0 16,0 3 0-16,-2 4 0 0,-4 0 0 15,0 0 0-15,2-3 0 0,2-1 0 16,0-4 0-16,6-2 0 0,3-5 0 15,3-3-749-15,-2-3-432 0,1-4-2008 0</inkml:trace>
  <inkml:trace contextRef="#ctx0" brushRef="#br1" timeOffset="87297.68">28948 7049 6118 0,'0'0'1573'0,"0"0"-1072"15,-31 40-501-15,16-15 0 0,5 1 0 16,0-2 0-16,4-3 0 0,6-4 0 15,0-5 0-15,6-4 0 16,4-3 0-16,3-5 0 0,5-9-309 16,-5 0-983-16,-1-9-513 0</inkml:trace>
  <inkml:trace contextRef="#ctx0" brushRef="#br1" timeOffset="87397.12">29055 6757 6266 0,'0'0'789'16,"0"0"-361"-16,0 0-96 0,0 0-288 15,0 0-44-15,-12 52-344 0,10-23-1045 16,2-9-283-16,0 0-545 0</inkml:trace>
  <inkml:trace contextRef="#ctx0" brushRef="#br1" timeOffset="87764.26">29122 7115 6446 0,'0'0'773'0,"-19"-45"-21"0,7 25-531 15,-1 7-221-15,3 7 0 16,0 4 0-16,-1 2 0 0,1 7 0 16,2 3 0-16,-1 5 0 0,5-1 0 15,4-1 0-15,2 0 0 0,7-3 0 16,1-3 0-16,0-2 0 0,3-3 0 16,-1-2 0-16,-2-3 0 0,3-1 0 15,-3 0 0-15,-2 3 0 0,1 1 0 16,-1 5 0-16,-2 8 0 0,-2 6 0 15,-2 4 0-15,-2 4 0 0,-2 1 0 16,0 2 0-16,-2 0 0 16,-2 1 0-16,-2 0 0 0,-5 0 0 15,-1-3 0-15,-3 1 0 0,-1-7 0 16,-1 0 0-16,2-7 0 16,3-3 0-16,-1-6 0 0,5-7 0 15,2-11 0-15,6-12 0 0,2-11-573 16,2-13-287-16,4 7-1341 0,4-8-737 0</inkml:trace>
  <inkml:trace contextRef="#ctx0" brushRef="#br1" timeOffset="88055.25">29281 6712 5470 0,'0'0'788'16,"0"0"-351"-16,-21 53 199 0,11-23 172 15,-1 6-755-15,1 4-53 0,-2 4 0 16,1 4 0-16,3 0 0 0,0 1 0 15,0-3 0-15,1-5 0 0,1-6 0 16,2-8 0-16,0-8 0 16,4-8 0-16,0-7 0 0,0-4 0 15,4 0 0-15,6-10 0 0,11-15 0 16,4-7 0-16,2-6 0 0,0 2 0 16,-9 11 0-16,-5 7 0 15,-7 9 0-15,-4 7 0 0,-2 2 0 16,0 0 0-16,0 2 0 0,0 8 0 15,-6 6 0-15,-1 3 0 16,1 3 0-16,2-1 0 0,2-5 0 16,0 1 0-16,2-3 0 0,4-2 0 15,2-1-1073-15,-2-5-324 0,1-3-4177 0</inkml:trace>
  <inkml:trace contextRef="#ctx0" brushRef="#br1" timeOffset="88446.96">29428 7185 3201 0,'0'0'3450'16,"0"0"-2198"-16,47-36-963 0,-32 24-289 16,1-2 0-16,3-2 0 0,-5-1 0 15,1 0 0-15,-5-2 0 0,-4 0 0 16,-4 1 0-16,-6 4 0 0,-6 3 0 16,-7 6 0-16,-1 6 0 15,-7 9 0-15,-2 8 0 0,-2 5 0 16,4 6 0-16,2 2 0 0,7-1 0 15,6-1 0-15,8-3 0 16,6-5 0-16,12-3 0 0,7-5 0 16,4-2 0-16,4-5-13 0,4-3-87 15,-2 0-36-15,-4-2-44 0,-6 0-276 16,-3 3 24-16,-5-1 47 0,-7 1 153 16,-2-2 220-16,-4-1 12 0,-2 1 489 15,2-1-9-15,-2-1 16 0,0 0-15 16,0-3-481-16,3-6 0 0,1-10 0 15,0-1 0-15,4-5 0 16,0 1 0-16,5 4 0 0,-1 2 0 16,3 4 0-16,-3-1 0 0,-2 1 0 15,1-1-89-15,-5 2-1880 0,0-1-2321 0</inkml:trace>
  <inkml:trace contextRef="#ctx0" brushRef="#br1" timeOffset="88974.91">30118 6744 3141 0,'0'0'3289'0,"0"0"-1960"16,0 0-896-16,0 0-433 0,0 0 0 15,-12 49 0-15,-7-5 0 0,0 9 0 16,1 4 0-16,1-1 0 0,3-2 0 16,3 0 0-16,1-4 0 0,6-6 0 15,0-6 0-15,4-8 0 0,4-8 0 16,8-6 0-16,5-9 0 0,6-7 0 15,1-4 0-15,3-11 0 16,-2-6 0-16,-4-5 0 0,-5-3 0 16,-7 2 0-16,-5 1 0 0,-6 3-81 15,-9 7-215-15,-5 5 152 0,-7 6 100 16,-2 5-16-16,0 6-52 0,5 4-60 16,3-2-412-16,7-1-153 15,8-1-55-15,2-2-881 0,8 0-156 0</inkml:trace>
  <inkml:trace contextRef="#ctx0" brushRef="#br1" timeOffset="89162.47">30223 7324 4650 0,'0'0'1008'0,"0"0"237"16,0 0-549-16,0 0-340 0,0 0-119 15,11-50-237-15,-1 22 0 0,5-1 0 16,-3 4 0-16,0 4 0 0,-1 5 0 15,-5 6 0-15,0 3 0 0,-2 3 0 16,7 3 0-16,1 1-565 16,7 0-880-16,-3 3-167 0,-1 0-605 0</inkml:trace>
  <inkml:trace contextRef="#ctx0" brushRef="#br1" timeOffset="89507.81">30509 7236 5834 0,'0'0'696'0,"0"0"369"16,-36-27-529-16,26 15-475 0,-4 4-61 15,-1-2 0-15,-1 5 0 0,-3 4 0 16,3 2 0-16,-1 8 0 0,0 3 0 16,5 3 0-16,4 6 0 0,8 1 0 15,0 0 0-15,10 1 0 0,9-5 0 16,6-4 0-16,3-5 0 0,3-4 0 15,-2-4 0-15,-2-2 0 16,-6-5 0-16,-4-4 0 0,-5-2 0 16,-8-4 0-16,-2 2 0 0,-2-1 0 15,-6 0 0-15,-2 2 0 0,-3 3 0 16,-3-1 0-16,3 3 0 16,1 2 0-16,6 1-137 0,0 3-451 15,4-1 288-15,6 1-1577 0,-2 1-28 16,11 1-600-16</inkml:trace>
  <inkml:trace contextRef="#ctx0" brushRef="#br1" timeOffset="89819.9">30717 7261 5022 0,'0'0'1476'0,"0"0"-759"0,0 0 167 15,-8-50-791-15,6 34-93 0,-4 0 0 16,-2 2 0-16,1 4 0 0,-1 5 0 15,-2 5 0-15,-1 5 0 0,-3 10 0 16,-3 3 0-16,5 3 0 16,0 1 0-16,1-1 0 0,7-1 0 15,2-4 0-15,2-1 0 0,10-5 0 16,3-1 0-16,1-6 0 16,3-3 0-16,1-1 0 0,-1-5 0 15,-3-2 0-15,1-3 0 0,-3 2 0 16,-3-1 0-16,-5 4 0 0,0 4 0 15,-4 2 0-15,0 2 0 0,0 11 0 16,0 9 0-16,4 4 0 16,4 0 0-16,7-5-73 0,5-6-1027 15,-3-4-125-15,2-5-264 0</inkml:trace>
  <inkml:trace contextRef="#ctx0" brushRef="#br1" timeOffset="90037.99">30930 7249 6454 0,'0'0'1109'0,"0"0"-480"16,0 0-629-16,0 0 0 0,0 0 0 15,-20-34 0-15,11 30 0 0,-5 4 0 16,-1 6 0-16,-3 6 0 16,1 6 0-16,5 3 0 0,4 1 0 15,1-1 0-15,5-2 0 0,2-4 0 16,4-3 0-16,9-5 0 0,1-3 0 15,7-4 0-15,4-11-481 16,-9 2-667-16,3-6-441 0</inkml:trace>
  <inkml:trace contextRef="#ctx0" brushRef="#br1" timeOffset="90194.25">30984 6936 5966 0,'0'0'909'0,"0"0"-281"0,0 0 61 16,0 0-689-16,-23 56 0 0,13-13 0 15,0 4 0-15,1 5 0 0,1-2 0 16,0 0 0-16,0-4 0 16,3-2 0-16,3-5 0 0,2-7 0 15,11-9 0-15,-1-9-269 0,2-7-1260 0</inkml:trace>
  <inkml:trace contextRef="#ctx0" brushRef="#br1" timeOffset="90770.81">31234 6938 3257 0,'0'0'2777'0,"0"0"-2024"0,0 0-229 0,-41 48 276 16,22-12-719-16,1 9-81 0,3 6 0 15,1-2 0-15,1 4 0 0,7-2 0 16,0-3 0-16,6 1 0 0,0-6 0 15,4-7 0-15,2-5 0 16,7-9 0-16,3-7 0 0,7-8 0 16,2-7 0-16,2-11 0 0,-3-5 0 15,-1-8 0-15,-6 0 0 0,-7 2 0 16,-8-1 0-16,-4 3 0 16,-12 6 0-16,-9 2 0 0,-4 5 0 15,0 3 0-15,4 4 0 0,7 3 0 16,5 5 0-16,7 5-625 0,4-1-63 15,11 0-13-15,11-3-643 16,9-4 295-16,-4-1 113 0,6-4-1913 0</inkml:trace>
  <inkml:trace contextRef="#ctx0" brushRef="#br1" timeOffset="91329.93">31457 7368 5014 0,'0'0'1340'0,"0"0"-619"0,-47-25 183 15,30 18-691-15,1 4-213 0,-3 3 0 16,1 7 0-16,-3 4 0 0,4 5 0 15,7-1 0-15,2 2 0 16,8-2 0-16,2-2 0 0,6-1 0 16,2-1 0-16,5-3 0 0,-1-2 0 15,1-5 0-15,1-1 0 0,1-1 0 16,-1-6 0-16,1 0 0 16,0-4 0-16,-1 3 0 0,1-3 0 15,-1 4 0-15,-1 1 0 0,-1 5 0 16,-1 1 0-16,-5 2 0 0,-2 7 0 15,-2 2 0-15,-4 2 0 16,0 4 0-16,-4-3 0 0,-2 2 0 16,0-4 0-16,4-2 0 0,-3-3 0 15,5-2 0-15,0-3 0 0,0 0 0 16,0-2 0-16,2 0 0 0,3-5 0 16,5-6 0-16,4-5 0 0,3-1 0 15,-3 0 0-15,1 3 0 0,-7 7 0 16,-2 2 0-16,-4 4 0 0,-2 1 0 15,0 0 0-15,0 0 0 16,0 1 0-16,2 4 0 0,-2 3 0 16,0 5 0-16,0 2 0 0,0 0 0 15,3-2 0-15,-1-1 0 0,0-5 0 16,0 0 0-16,0-2 0 16,2-3 0-16,0 3 0 0,0-3 0 15,2 1 0-15,5-3 0 0,1-1 0 16,3-4 0-16,-5 0 0 0,-2 0 0 15,-2 4 0-15,-4 1 0 16,1 0 0-16,1 0 0 0,0 0 0 16,2 6 0-16,-2 1 0 0,2 5-809 15,-1 1 145-15,1-5-153 0,-4-3-1096 16,2-2-656-16</inkml:trace>
  <inkml:trace contextRef="#ctx0" brushRef="#br1" timeOffset="91521.12">31949 7528 6066 0,'0'0'909'0,"13"-39"-313"16,-7 14 25-16,-4 4-621 0,-2-1 0 15,-4 7 0-15,-4 4 0 0,-5 8 0 16,-1 6 0-16,-3 8 0 16,-1 9 0-16,-5 6 0 0,2 4 0 15,5 3 0-15,3-2 0 0,9-2 0 16,4-4 0-16,11-7 0 0,1-6 0 15,9-10 0-15,1-6-157 16,3-12-831-16,-6 1-233 0,1-5-3061 0</inkml:trace>
  <inkml:trace contextRef="#ctx0" brushRef="#br1" timeOffset="91720.94">32102 7065 7859 0,'0'0'333'0,"0"0"-333"0,0 0 0 15,-14 44 0-15,4-4 0 0,-1 7 0 16,1 4 0-16,4-2 0 16,0 1 0-16,-3 1 0 0,5 2 0 15,-2-4 0-15,4-2 0 0,0-5 0 16,2-5 0-16,0-7-133 16,2-11-1215-16,-2-10-3058 0</inkml:trace>
  <inkml:trace contextRef="#ctx0" brushRef="#br1" timeOffset="93070.2">26777 6686 2189 0,'0'0'1632'0,"0"0"-591"0,0 0 343 15,0 0-783-15,0 0-125 0,0 0 172 16,0 0-427-16,0 0-221 0,0 0 0 16,3 6 0-16,7 19 0 0,2 8 0 15,3 8 0-15,-1 0 0 0,3 1 0 16,-1 1 0-16,1 4 0 0,4 0 0 15,-3 5 0-15,1 2 0 0,-3-1 0 16,-1-3 0-16,-5-3 0 16,-2-5 0-16,-1-2 0 0,-5-3 0 15,2-5 0-15,-2-5 0 0,-2-5 0 16,2-6 0-16,-2-5 0 16,0-7 0-16,2 0 0 0,-2-3 0 15,0-1 0-15,-2-3 0 0,-2-8 0 16,-2-7 0-16,1-3 0 0,1-1 0 15,0 5 0-15,2 2 0 16,0 7 0-16,2 3 0 0,0 3 0 16,-2-1-29-16,2 0-71 0,-2 2-12 15,0-1 24-15,0 0 88 0,-2 1-20 16,-1 0 40-16,1-3-16 0,-2 2 144 16,0-3-48-16,0 2-23 0,-3-2-77 15,-3-3 0-15,-2-2 0 0,-3-3 0 16,3 1 0-16,3 4 0 0,5 2 0 15,4 1 0-15,0 4 0 16,0-1 0-16,2 1 0 0,-2 0 0 16,2 1 0-16,-2 3 0 0,0 4 0 15,-3 8 0-15,5 5 0 0,0 2 0 16,9 0 0-16,1-3 0 16,7 2 0-16,3-4 0 0,1-1 0 15,-2-3 0-15,1-4 0 0,-3-2 0 16,-5-2 0-16,-4-1 0 0,-3-3 0 15,-1 0 0-15,-2-1 0 16,2 0 0-16,0-2 0 0,2-10 0 16,5-8 0-16,1-6 0 0,2-4 0 15,-1 0 0-15,-1 1 0 0,-6 7-77 16,-3-3-2220-16</inkml:trace>
  <inkml:trace contextRef="#ctx0" brushRef="#br1" timeOffset="94083.41">25874 6302 4510 0,'0'0'2049'0,"0"0"-989"0,0 0-816 16,-4 37 85-16,0-5-329 0,-2 7 0 15,2 3 0-15,-3-1 0 0,1-1 0 16,2 1 0-16,0-2 0 16,2-4 0-16,2-2 0 0,2-3 0 15,4-5 0-15,4-5 0 0,1-8-565 16,-3-4-1020-16,2-6-576 0</inkml:trace>
  <inkml:trace contextRef="#ctx0" brushRef="#br1" timeOffset="94349.09">26002 6513 6947 0,'0'0'700'0,"0"0"-155"15,0 0-545-15,-49 16 0 0,34 5 0 16,3 4 0-16,-1 3 0 0,7 1 0 16,2-1 0-16,4-1 0 15,4-3 0-15,7-5 0 0,5-3 0 16,3-6 0-16,3-9 0 0,1-1 0 15,0-8 0-15,0-5 0 16,-7-3 0-16,-3-2 0 0,-7-3 0 16,-4 1 0-16,-2 1 0 0,0 2 0 15,-6 0 0-15,-1-2 0 0,-1 0 0 16,0 2 0-16,0 0-329 0,1 1-1252 16,3 3-372-16,4 0-1304 0</inkml:trace>
  <inkml:trace contextRef="#ctx0" brushRef="#br1" timeOffset="94741.06">26089 6481 4670 0,'0'0'2217'16,"0"0"-1545"-16,0 0-52 15,-6 49-607-15,6-22-13 0,-2 3 0 16,0-2 0-16,2-3 0 0,0-4 0 16,4-3 0-16,2-2 0 15,0-5 0-15,3-5 0 0,1-4 0 16,2-3 0-16,3-8 0 0,-3-7 0 15,3-1 0-15,-5-4 0 16,0 0 0-16,-1 2 0 0,-3 1 0 16,0 6 0-16,-4 6 0 0,-2 2 0 15,0 4 0-15,0 0 0 0,-2 7 0 16,-2 6 0-16,0 8 0 0,2 2 0 16,2-2 0-16,2-6 0 0,2-6 0 15,6-3 0-15,5-3 0 0,5-3 0 16,3-1 0-16,2-7 0 0,-2-4 0 15,-1-3 0-15,-3-3 0 0,0-1 0 16,-7-3 0-16,-4 2 0 16,-4-2 0-16,-4 0 0 0,-2 0 0 15,-4 1 0-15,2 3 0 0,0 7 0 16,2 3 0-16,0 5 0 0,2 0 0 16,0 2 0-16,0 1-1033 15,0 0-444-15,4 0-2273 0</inkml:trace>
  <inkml:trace contextRef="#ctx0" brushRef="#br1" timeOffset="95144.32">26385 6650 6166 0,'0'0'689'0,"0"0"-109"0,33 11 64 16,-13-11-531-16,3-4-113 0,-4-6 0 16,-3-4 0-16,1-2 0 0,-7-4 0 15,1 0 0-15,-5 0 0 0,-4 1 0 16,-2 2 0-16,0 2 0 0,-4 4 0 15,-7 2 0-15,1 4 0 0,-2 2 0 16,-1 3 0-16,1 3 0 0,1 6 0 16,1 5 0-16,0 4 0 15,2 4 0-15,-3 4 0 0,5 0 0 16,2 2-173-16,4-2-259 0,6-5 40 16,9-5-20-16,1-2 244 15,7-5 71-15,0-4 37 0,-1-3 0 16,1-1 24-16,-4 2 0 0,-1-3-168 15,-5 0 64-15,-5 1 124 16,-4 0 32-16,-2 0-4 0,0-1 416 16,0 1 153-16,-2 1 143 0,0-2-259 15,0 0-465-15,0-8 0 0,0-5 0 16,2-7 0-16,0-1 0 0,3-4 0 16,3 3 0-16,0-1 0 0,0 0 0 15,5 5 0-15,-1 2 0 0,1 0 0 16,3 3 0-16,3-2 0 0,3 1 0 15,-5 2-521-15,2-1-1360 0</inkml:trace>
  <inkml:trace contextRef="#ctx0" brushRef="#br1" timeOffset="95735.41">27065 6359 3677 0,'0'0'1469'0,"0"0"-653"0,0 0 17 16,-8 62-373-16,1-25-28 0,1 2 73 16,0 4-505-16,2 0 0 15,2-4 0-15,2-1 0 0,0-7 0 16,0-5 0-16,0-4 0 0,4-5 0 16,-2-8 0-16,4-6-765 15,-2-3-420-15,5-8-2200 0</inkml:trace>
  <inkml:trace contextRef="#ctx0" brushRef="#br1" timeOffset="96147.05">27067 6409 5186 0,'0'0'840'0,"0"0"265"16,23-43-437-16,-9 29-275 0,7 2-393 15,-1 2 0-15,1 2 0 0,-2 5 0 16,-1 3 0-16,-3 2 0 0,1 8 0 15,-3 5 0-15,-3 4 0 0,-4 1 0 16,-4 3 0-16,-2-1 0 0,-4 0 0 16,-2-2 0-16,-2-2 0 15,-7-2 0-15,-1-2 0 0,-3-1 0 16,-2-3 0-16,1-2 0 0,1-4 0 16,5-2 0-16,3-2 0 15,5 0 0-15,4 0 0 0,-2 0 0 16,4 0 0-16,-2 0 0 0,4 0 0 15,6 0 0-15,7 2 0 0,3 3 0 16,3 2 0-16,0 2 0 16,-5 0 0-16,-1 4 0 0,-1-1 0 15,-1 2 0-15,-3 0 0 0,-6 4 0 16,-4 0 0-16,-2 1 0 0,-8 1 0 16,-3-1 0-16,-3 1 0 0,-1-5 0 15,1 0 0-15,-1-4 0 0,3-6 0 16,-1-2 0-16,3-4 0 0,3-6 0 15,3-3 0-15,4-3-109 0,2-4-1620 16,4 4-163-16,2-2-1054 0</inkml:trace>
  <inkml:trace contextRef="#ctx0" brushRef="#br1" timeOffset="96342.38">27371 6481 5454 0,'0'0'1477'0,"-2"33"-861"0,2-7 29 0,0 8-645 16,-2 0 0-16,2-4 0 16,0 0 0-16,0-1 0 0,0-4 0 15,4-1 0-15,0-3 0 0,0-6 0 16,0-3 0-16,-2-7 0 0,0-5-1670 16,0 0-607-16,-2-13-1956 0</inkml:trace>
  <inkml:trace contextRef="#ctx0" brushRef="#br1" timeOffset="96635.64">27385 6429 5874 0,'0'0'1105'16,"58"-47"-417"-16,-21 25-163 15,1 7-525-15,-10 4 0 0,-5 3 0 16,-4 4 0-16,-3 3 0 0,-5 1 0 16,-5 3 0-16,-4 7 0 15,-2 5 0-15,-8 8 0 0,-3 5 0 16,-5 3 0-16,-5 0 0 0,-2 0 0 15,-1 0 0-15,-3-2 0 0,4-3 0 16,2-3 0-16,9-4 0 16,6-3 0-16,6 0 0 0,2 3 0 15,8 2 0-15,5 2 0 0,5 1 0 16,3 1 0-16,6 1 0 0,2-1 0 16,2-2 0-16,-2-2 0 0,0-4 0 15,-4-4 0-15,-4-2 0 0,-9-5 0 16,-6-3 0-16,-1-2 0 0,-7-4-3562 15</inkml:trace>
  <inkml:trace contextRef="#ctx0" brushRef="#br1" timeOffset="106504.11">29283 14111 1172 0,'0'0'1029'0,"0"0"667"0,0 0-735 16,0 0-237-16,0 0 613 0,0 0-765 15,0 0-76-15,43 40-291 16,-10-36-205-16,5-1 0 0,3-3 0 16,-2-3 0-16,0-1 0 0,1 0 0 15,3 1 0-15,-2 0 0 0,-1 1 0 16,-3-1 0-16,-6 3 0 0,-4 0-1177 15,-11 0-268-15,-3 1-616 0</inkml:trace>
  <inkml:trace contextRef="#ctx0" brushRef="#br1" timeOffset="106860.7">29297 14333 5674 0,'0'0'1281'16,"0"0"-721"-16,0 0-48 15,64 12-347-15,-14-7-165 0,8 0 0 16,2-2 0-16,-4-2 0 0,-1 0 0 16,1-1 0-16,-8 0 0 0,-15 0-157 15,-10-2-3296-15</inkml:trace>
  <inkml:trace contextRef="#ctx0" brushRef="#br1" timeOffset="117205.62">20169 6191 4782 0,'0'0'1668'0,"0"0"-1051"16,81-7-609-16,-13 3 84 0,21 1 80 15,16-2-116-15,11-1-24 0,20 0 36 16,11 0-60-16,16 2-4 0,3 2-4 16,-1 0-8-16,-8-1-176 15,-12-1-1073-15,-40-1-191 0,-14-5-453 0</inkml:trace>
  <inkml:trace contextRef="#ctx0" brushRef="#br1" timeOffset="135878">13366 4037 2689 0,'0'0'2237'0,"0"0"-1693"0,0 0-288 15,0 0-100-15,0 0-104 0,0 0 20 16,0 0 132-16,41 5-80 0,-14-4-44 15,6-1-28-15,4 0-52 16,9-1 4-16,12-1 12 0,0 0-12 16,10 2-4-16,4-2 0 0,9 1 8 15,4-1-8-15,8 0 4 0,8-2 4 16,4 2 20-16,3-1 137 16,4 1-37-16,-1 1-12 0,13 0 68 15,2 0-136-15,7 0-12 0,3-1-16 16,5 0-16-16,3 0-4 0,7-2 0 15,2 0 0-15,4 1 0 0,2 0-4 16,3 1-8-16,5 1 12 0,-4 0 4 16,7 0 4-16,4 1-8 0,1 0 24 15,-1 0-24-15,2 0 20 0,1-3 48 16,1 0-68-16,0-2 16 0,2-1-12 16,-3-3 0-16,3-1-4 15,0 0 0-15,-2-1 4 0,-4 0-4 16,-3 0 0-16,-1-1 4 0,-9 1-4 15,-4-1 8-15,-4 0-8 16,-4-1 0-16,-9-1 4 0,-3 1 0 16,-7 1-4-16,-8 1 8 0,-4-1-8 15,-9 2-4-15,-5-2-144 0,-9 1-40 16,-6 2 32-16,-9-1-52 16,-5 0 19-16,-13 0 17 0,-4 1-4 15,-13 0 52-15,-12 2-76 0,-8-2-568 16,-11 4-37-16,-12-2-323 0</inkml:trace>
  <inkml:trace contextRef="#ctx0" brushRef="#br1" timeOffset="138225.23">14753 3936 1012 0,'0'0'336'15,"0"0"-220"-15,0 0 56 0,0 0 228 16,0 0-179-16,0 0-173 0,0 0 560 16,0 0-272-16,0 0-64 0,41 0 184 15,-24 0-244-15,-1 1-15 0,5 1 111 16,-4 0-272-16,-3-1-28 0,-4 0-8 16,3 0-4-16,-5 1-16 15,-6-2-100-15,2 0-8 0,-4 2 100 16,0-1 28-16,0 0-28 0,0 1 28 15,-10-1 60-15,-7 1-56 16,1 1 12-16,-5-1-4 0,3 0-8 16,-1-1-4-16,5-1 8 0,3-1 4 15,1 0 4-15,6-2 136 0,-2 0-56 16,6 0 4-16,0-3 8 16,0 1-92-16,0-2 4 0,10 0-12 15,4 1-8-15,3 2 0 0,-3 1 0 16,-1 2-12-16,-3 1 12 0,-4 0 0 15,3 1-12-15,-7 2 8 0,2 1 0 16,-4 2-40-16,0 2-4 0,0-1 48 16,-4 3-4-16,-3-2 4 0,-3-1 0 15,6 0 0-15,-6-3-4 0,3 0-76 16,1-1-152-16,2-1-137 16,2-2-1199-16</inkml:trace>
  <inkml:trace contextRef="#ctx0" brushRef="#br1" timeOffset="140002.19">14883 3936 856 0,'0'0'816'15,"0"0"-620"-15,0 0-88 0,0 0 52 16,0 0-144-16,0 0-12 0,0 0-4 16,0 0-32-16,0 0 4 15,0 0-24-15,13 23-84 0,-13-23-72 16,4 0-552-16</inkml:trace>
  <inkml:trace contextRef="#ctx0" brushRef="#br1" timeOffset="141201.29">14759 3885 2140 0,'0'0'1409'0,"0"0"-829"0,0 0-476 16,0 0-92-16,0 0-12 0,0 0 28 15,0 0-24-15,0 0 16 0,0 0 36 16,25 25-35-16,-19-23 15 0,0 0 48 16,5-2 0-16,3 0 24 0,-1 0 92 15,-3-1-96-15,4 0 36 0,-3 1 36 16,3 0-136-16,-1 0-8 0,1 0 32 16,-1 0-52-16,5 0 4 15,1 0-8-15,1 0-4 0,5 0-4 16,6-3 8-16,2-2-4 0,5-1-4 15,3-4 0-15,0-1 0 16,3 0 0-16,1-2 0 0,-2 0 0 16,3 0 0-16,2-2 4 0,-5 0 4 15,2-1-8-15,-1 1 92 0,-1-2 32 16,3-1-20-16,-5-1 48 0,2-1-96 16,3-1-12-16,-3-1 16 15,1 0-60-15,3-2 12 0,-5-2-4 16,3 1-4-16,-4-2-4 0,3 0 0 15,-1-3-8-15,-1-1 4 0,-1 0 4 16,2-4-8-16,7-1 8 0,0-1 4 16,1-2 4-16,1 1-8 0,-2-3 20 15,1-3-12-15,3-1-8 0,-2-1 0 16,-7-4 16-16,3 0-16 16,-5-2 32-16,3-2 24 0,-3-3 56 0,0-1 97 15,-1 1-93-15,-1-4 12 16,-4 1 64-16,5-2-124 0,-5-3 36 15,4 0 72-15,-4-2-152 0,1 1 12 16,-1-2-24-16,-2 0-8 0,-2-1-4 16,-2-3 16-16,-4-2-16 15,4-1 0-15,-4 1 0 0,2-1 8 16,-7 0-8-16,3 0 0 0,-4 0 16 16,2-2-16-16,-3 1 0 0,1 1 28 15,0 5-20-15,-5 2 116 16,5 3-64-16,-7 1 8 0,-1 6-20 15,-7 3-32-15,-2 5-16 0,0 5 0 16,-4 8-96-16,0 4 20 0,-4 3-168 16,0 4-12-16,-2 0-88 0,-5 1-789 15,7 10-320-15,-6-2-668 0</inkml:trace>
  <inkml:trace contextRef="#ctx0" brushRef="#br1" timeOffset="141403.1">15485 1653 2953 0,'0'0'0'0,"0"0"-1761"0</inkml:trace>
  <inkml:trace contextRef="#ctx0" brushRef="#br1" timeOffset="141701.84">15189 1205 6274 0,'0'0'353'0,"0"0"-273"0,68 43-80 16,-14-28 28-16,12-5-16 0,9-5 4 16,16-3-16-16,12-2 52 0,13-4-52 15,16-3 20-15,5 0-12 16,5 0-8-16,-1 1 0 0,-5-1 16 15,1 0 0-15,-11 0 64 0,-11-1 232 16,-5 0-148-16,-15 1 0 0,-16 0 0 16,-17 3-164-16,-23-1-12 0,-14 1-732 15,-15 3-369-15,-14-5-403 0</inkml:trace>
  <inkml:trace contextRef="#ctx0" brushRef="#br1" timeOffset="141922.15">16657 1127 7267 0,'49'1'0'0,"16"1"-88"16,9-2-20-16,0-2-228 0,3 2 320 16,1 0 16-16,-3 8 0 0,-3 7-44 15,-12 7-369-15,-19 9-311 16,-14 8 476-16,-12 7 56 0,-15 5 108 15,-8 0 84-15,-5-2 128 0,-8-2 256 16,-1-3-300-16,-7-4-84 0,-8-3-12 16,10-14-744-16,-6-3-1217 0</inkml:trace>
  <inkml:trace contextRef="#ctx0" brushRef="#br1" timeOffset="142293.24">15127 2086 6194 0,'0'0'148'0,"0"0"-148"0,68 0-16 16,-10-4 16-16,15-2 168 0,18-5 317 16,18-2-197-16,21-2-48 0,13 0-64 15,4 3-176-15,0 4 8 16,-7 4-8-16,-14 4-4 0,-12 0 4 15,-21 7 0-15,-19 1-216 0,-16 3-64 16,-23 0-581-16,-18-5-479 0,-7-2-261 16</inkml:trace>
  <inkml:trace contextRef="#ctx0" brushRef="#br1" timeOffset="142556.69">16522 1788 6298 0,'0'0'301'0,"60"3"-61"16,-18 1-160-16,5 3 0 0,1 1 52 15,4 2-48-15,1 1 36 0,-1 2 20 16,2 1-140-16,-3-1 4 0,-9 5-4 16,-5 2-124-16,-12 1-132 0,-13 3-12 15,-12 3 236-15,-10 0 32 16,-11 3 268-16,-10 0-52 0,-6-1 52 15,-2 1 164-15,-7-2-320 0,-1-1-68 16,-1-6-44-16,1-2-332 0,13-7-680 16,-5-9-4071-16</inkml:trace>
  <inkml:trace contextRef="#ctx0" brushRef="#br1" timeOffset="142977.56">14937 3019 6739 0,'0'0'324'0,"0"0"-68"0,0 0-168 0,0 0-72 0,0 0-16 0,68 29 156 16,7-24 88-16,24-5 16 0,23-5-151 16,-6-3-109-16,3 0 0 0,-5 1 0 15,-8 2 0-15,-15 1 0 0,-7 0 0 16,-7-1 0-16,-13 0 0 0,-17-1-189 16,-5 2-183-16,-15 0-228 0,-7-1-597 15,-9 3 25-15,-11-4-569 0</inkml:trace>
  <inkml:trace contextRef="#ctx0" brushRef="#br1" timeOffset="143315.85">16157 2783 4682 0,'0'0'836'16,"0"0"-308"-16,0 0-120 0,0 0 113 15,0 0-217-15,0 0 112 0,37 37 81 16,-8-19-497-16,0-1 0 0,8-3 0 16,-2-1 0-16,0 2 0 0,2-1 0 15,-4 0 0-15,-6 2 0 16,-2 0 0-16,-15-1 0 0,-7 3 0 15,-14 4 0-15,-16 4 0 16,-10 2 0-16,-10 4 0 0,-11 1 0 0,-10 2 0 16,-1-2 0-16,18-8-561 15,-3-7-1196-15</inkml:trace>
  <inkml:trace contextRef="#ctx0" brushRef="#br1" timeOffset="163240.01">8796 15997 3897 0,'0'0'1605'0,"0"0"-725"16,0 0 309-16,0 0-593 0,0 0-571 15,0 0-25-15,0 0 0 16,0 0 0-16,-11 31 0 0,42-26 0 15,13-3 0-15,9-2 0 0,14-4 0 16,7-6 0-16,11-3 0 0,4 0 0 16,4-2 0-16,-4 1 0 15,-3 2 0-15,-3 1 0 0,-11 1 0 16,-8 4 0-16,-12 3 0 0,-15 2 0 16,-10 1 0-16,-12 0 0 0,-9 1 0 15,-6-1 0-15,-6-4-881 0</inkml:trace>
  <inkml:trace contextRef="#ctx0" brushRef="#br1" timeOffset="166552.01">12390 13119 4265 0,'0'0'713'16,"0"0"-233"-16,0 0 332 0,0 0-463 16,0 0-57-16,0 0 88 0,0 0-68 15,0 0-12-15,25-34-11 16,-19 20-289-16,1 1 0 0,-7 2 0 15,0 1 0-15,0-1 0 0,-7 0 0 16,-3-1 0-16,4 1 0 0,-5-2 0 16,5-2 0-16,-2-1 0 0,2-4 0 15,0-3 0-15,1-2 0 0,-1-2 0 16,2-3 0-16,-2 3 0 16,-4-5 0-16,3 1 0 0,-7-1 0 15,4-1 0-15,-1-2 0 0,-1 3 0 16,-3 0 0-16,5-1 0 0,0 4 0 15,-1-2 0-15,1-1 0 16,0 2 0-16,-1-1 0 0,1-2 0 16,-2 1 0-16,-3-1 0 0,3-3 0 15,-7 2 0-15,7-2 0 0,-3 2 0 16,5-2 0-16,0 2 0 0,-1-2 0 16,5 0 0-16,2-1 0 0,-2-1 0 15,6 1 0-15,0-1 0 16,0-1 0-16,0 0 0 0,6 0 0 15,-6-1 0-15,0-2 0 0,0 3 0 16,0-1 0-16,-2 0 0 0,-2 1 0 16,4 1 0-16,-4 0 0 0,4 0 0 15,4 0 0-15,2 2 0 0,-2 1 0 16,6 0 0-16,1-2 0 0,1 3 0 16,3-2 0-16,1 0 0 0,5 1 0 15,-5 2 0-15,5 2 0 16,-2 2 0-16,-3 1 0 0,1 0 0 15,3 4 0-15,-3 2 0 0,-1 0 0 16,5 1 0-16,-2 2 0 0,-1-1 0 16,7 1 0-16,0 2 0 15,-2 1 0-15,4 3 0 0,-3 2 0 16,-1 3 0-16,2 1 0 0,2 2 0 16,0 4 0-16,-3 1 0 0,-1 2 0 15,2 6 0-15,-8 3 0 16,-1 1 0-16,-1 4 0 0,-5 2 0 15,4 2 0-15,-1 3 0 0,-3-1 0 16,0 3 0-16,-3 1 0 0,1 2 0 16,-8 0 0-16,0 3 0 0,0 3 0 15,-4 0 0-15,0 3 0 0,-3 0 0 16,1 2 0-16,-4 2 0 0,2 0 0 16,-1-2 0-16,-1 3 0 0,-4-1 0 15,3 1 0-15,1 0 0 16,-5 1 0-16,9-1 0 0,0-3 0 15,2 1 0-15,2-1 0 0,2 2 0 16,0 1 0-16,0-1 0 16,-4 1 0-16,4 0 0 0,-7 2 0 15,3-1 0-15,-6 1 0 0,4 1 0 16,-2-1 0-16,1 0 0 16,1 0 0-16,0-3 0 0,-2 3 0 15,1-1 0-15,3 0 0 0,2-1 0 16,-2 1 0-16,0 1 0 0,-2 1 0 15,0 0 0-15,-3 1 0 0,1 1 0 16,-2 2 0-16,-5 2 0 0,5 0 0 16,-7 1 0-16,3 1 0 0,-3 1 0 15,1 0 0-15,-3 1 0 0,3 0 0 16,3-1 0-16,-1 2 0 16,-3 1 0-16,3-2 0 0,-3 2 0 15,1 1 0-15,-5-2 0 0,7 1 0 16,-7 0 0-16,0 0 0 0,5 0 0 15,-5 0 0-15,4 1 0 16,1-1 0-16,-1-1 0 0,3-3 0 16,4-4 0-16,3-1 0 0,-3-2 0 15,6-3 0-15,-2-1 0 0,6 0 0 16,-4-2 0-16,2 0 0 16,-3 1 0-16,5-1 0 0,-4 0 0 15,2 1 0-15,-2-1 0 0,0-4 0 16,2 0 0-16,-2-1 0 0,4-4 0 15,0 0 0-15,0 0 0 0,6-4 0 16,-2 2 0-16,2-1 0 16,3-1 0-16,-7 0 0 0,4-1 0 0,2 0 0 15,-2 1 0-15,-2-1 0 16,-2 1 0-16,3 0 0 0,-1-4 0 16,-2 3 0-16,6-2 0 0,-2 0 0 15,0-3 0-15,3-2 0 16,-3-2 0-16,0-7 0 0,-2 1 0 15,2-5 0-15,1-3 0 0,-3 1 0 16,6-1 0-16,5-3 0 0,1-4 0 16,7-8 0-16,2-6 0 0,-5-2 0 15,3-4 0-15,2-1 0 0,-4-2 0 16,-1 1 0-16,-3-1 0 16,-1 0 0-16,1-3 0 0,1-1 0 15,-5-2 0-15,1-1 0 0,-1-1 0 16,-3 2 0-16,-2 1 0 0,-6-1 0 15,3-2 0-15,-1 2 0 0,2 0 0 16,-2 0 0-16,-2-1 0 16,4-1 0-16,3-1 0 0,1 0 0 0,-4 0 0 15,4-3 0-15,-3 1 0 16,-3-2 0-16,0 0 0 0,-2-2 0 16,2 5 0-16,6-2 0 0,-3 4 0 15,3-1 0-15,0 2 0 0,1 1 0 16,-5-1 0-16,2 2 0 0,-6 0 0 15,-2-2 0-15,0-2 0 16,0-1 0-16,0-4 0 0,0 0 0 16,0-4 0-16,0-3 0 0,0 1 0 15,0-1 0-15,0 1 0 0,-2 1 0 16,-8 2 0-16,-9 1 0 16,-1 3 0-16,-3 1 0 0,-2 0 0 15,-2-2 0-15,4-2 0 0,3-1 0 16,-1-3 0-16,7-2 0 0,-3-1 0 15,3 0 0-15,3 2 0 0,5 5 0 16,-4 5 0-16,3 13-273 0,-3 6-4345 0</inkml:trace>
  <inkml:trace contextRef="#ctx0" brushRef="#br1" timeOffset="178729.89">6815 14809 2865 0,'0'0'372'0,"0"0"336"0,0 0-219 15,0 0-145-15,0 0-148 16,0 0 60-16,0 0 320 0,0 0-264 16,48 16-112-16,-17-12 61 0,2-1-137 15,-4-2-28-15,4 1-36 0,-6-2-48 16,4 0-24-16,0 0 0 16,0-3-252-16,-4-3-1 0,0-1-463 15,-7 0-68-15,-3 0-273 0,-3-1-2488 0</inkml:trace>
  <inkml:trace contextRef="#ctx0" brushRef="#br1" timeOffset="178979.66">7146 14697 3585 0,'0'0'1377'0,"0"0"-957"16,-37 19 80-16,33-15-344 0,0-1-72 15,1 1 56-15,3 2-120 0,3 1 8 16,7 1-16-16,8 2-4 0,9 1-8 15,4 0 0-15,7 1-24 16,-7-1 24-16,2 0 0 0,-2 1 16 16,0 1-12-16,-11-1-4 0,-3 1 4 15,-13-1-4-15,-8 2 0 16,-13 3 12-16,-7-3-24 0,-10-1-344 16,6-4-784-16,1-7-1658 0</inkml:trace>
  <inkml:trace contextRef="#ctx0" brushRef="#br1" timeOffset="179952.51">7152 10739 5394 0,'0'0'148'0,"68"21"-16"0,-6-12 168 16,9-3-240-16,11-4-24 0,7 0-4 15,11 0-28-15,1-1-4 0,13 0 16 16,3-1-8-16,3-3-8 15,0-2 28-15,2-3-8 0,-6 1-8 16,-15 2 8-16,-8 1-16 0,-20 3-4 16,-20 1 0-16,-11-1-56 15,-16-1-196-15,-9-2-812 0,-9-1-261 16,-8-7-1884-16</inkml:trace>
  <inkml:trace contextRef="#ctx0" brushRef="#br1" timeOffset="180202.11">8527 10464 6991 0,'33'19'12'16,"14"-3"-4"-16,16 2 0 0,5-2-8 16,10-2-4-16,11-1-36 0,8-2-168 15,3-1 24-15,-7 1 31 0,-19 1-679 16,-22 1 68-16,-21 0 764 15,-25 4 76-15,-12 3 376 0,-25 7 216 16,-11 9 589-16,-11 5-677 0,-14 3-255 16,3 2-325-16,0-5 0 15,8-8 0-15,23-13-1553 0,2-13-2117 0</inkml:trace>
  <inkml:trace contextRef="#ctx0" brushRef="#br1" timeOffset="191279.46">4324 10139 2513 0,'0'0'2093'0,"0"0"-1533"0,0 0-292 16,0 0-152-16,-10 53 44 0,6-26 116 15,2 5-44-15,0 6-4 0,2 7-7 16,0 7-149-16,0 11 0 0,2 9-48 16,4 7-12-16,0 9-12 0,5 9 0 15,1 11-4-15,2 11 0 0,-3 9-36 16,-1 9-48-16,-4 10 48 15,-2 11 0-15,-4 10 16 0,0 10 24 16,-6 8 48-16,0 7 80 0,2 7 144 16,0 2 428-16,2 7-460 15,0 1-43-15,0-4-197 0,-7 0 0 16,-1-2 0-16,-7-11 0 0,-3-4 0 16,-3-11 0-16,-10-16 0 15,4-13 0-15,-2-15 0 0,0-22 0 16,2-17 0-16,0-25 0 0,6-24-513 15,3-20-499-15,3-20-429 0</inkml:trace>
  <inkml:trace contextRef="#ctx0" brushRef="#br1" timeOffset="191976.83">3491 10739 3757 0,'0'0'1501'0,"0"0"-1081"15,60 48-192-15,-6-32-8 0,10-4 80 16,8-7-276-16,13-3-12 15,4-3 12-15,10-6-20 0,11-3-4 16,6-4 40-16,8 0-32 0,4 1 17 16,-2-1 15-16,-4-3-32 15,-4 2-4-15,-9-1 48 0,-5 2 52 16,-15 3 52-16,-15 3-52 0,-14 2-104 16,-10 1-8-16,-13 3-108 0,-10 2-505 15,-15 0-711-15,-4-2-2358 0</inkml:trace>
  <inkml:trace contextRef="#ctx0" brushRef="#br1" timeOffset="192319.54">5062 10521 3509 0,'0'0'3246'0,"0"0"-3090"16,50 11-124-16,-13-7-28 0,5 1 24 15,1-1-28-15,0-2 8 16,9 2-8-16,6-3 0 0,4 0 16 16,6 1-20-16,-4 4 4 0,-6 5-124 15,-4 2-24-15,-13 3-113 0,-10 1 221 16,-10 4 40-16,-17 6 16 15,-8 6-16-15,-13 5 76 0,-14 7 121 16,-6 3 19-16,-4 1 52 0,-7 1 168 16,3-4-324-16,1-5-112 0,-3-6-116 15,10-10-668-15,-1-6-617 0</inkml:trace>
  <inkml:trace contextRef="#ctx0" brushRef="#br1" timeOffset="192699.49">3620 11712 4826 0,'80'-1'224'0,"19"-10"-8"0,23-3 20 15,11-3-180-15,11 2-24 16,9-1 144-16,4 4-4 0,-4 3 148 15,-12 6 53-15,-13 3-357 0,-4 1-12 16,-12 3 52-16,-13-4 96 0,-4 0 84 16,-14-6 96-16,-9-1-192 15,-16-2-80-15,-17 1-60 0,-12-3-56 16,-17-3-376-16,-6 3-1201 0,-14-5-936 0</inkml:trace>
  <inkml:trace contextRef="#ctx0" brushRef="#br1" timeOffset="193004.15">4982 11257 8151 0,'0'0'41'0,"78"15"-41"16,-14-9 0-16,3-5 0 0,3 1 0 15,2 0-21-15,3 4-27 16,-7 4-256-16,-6 2-132 0,-4 3 48 15,-11-1 160-15,3 0 208 0,-3-1 20 16,3-3 160-16,4-1 72 0,-7 1 36 16,-3-1 104-16,-9 4-256 15,-14 5-76-15,-17 8-40 0,-15 11 28 16,-24 9-36-16,-12 6 8 0,-11 6-164 16,-17 4 20-16,-1-5-64 0,-5-1-36 15,3-6-144-15,16-15-1109 16,2-6-756-16</inkml:trace>
  <inkml:trace contextRef="#ctx0" brushRef="#br1" timeOffset="193367.82">3491 12632 6054 0,'0'0'188'0,"0"0"28"0,46 17-200 15,8-15-4-15,20-2 4 0,21-7 12 16,23-5-28-16,14-2 12 0,25-3 9 16,11 3-5-16,1 5-12 0,-1 3 76 15,-11 2-36-15,-10 4 72 0,-15 1 292 16,-14 4-156-16,-9 1-28 0,-12 3 8 16,-10 2-188-16,-10 1-20 0,-17 0-24 15,-13-3-248-15,-12-1-388 16,-18-5-1289-16,-7-3-8 0</inkml:trace>
  <inkml:trace contextRef="#ctx0" brushRef="#br1" timeOffset="193642.3">5302 12288 6739 0,'0'0'24'0,"48"12"136"15,-1-6 8-15,11-1-4 0,10 0 4 16,15-2-144-16,8 0 16 0,-2 0-28 16,-4 1-12-16,-13 4-12 0,-12 7-268 15,-13 8-72-15,-11 5 80 0,-20 6 272 16,-8 2 44-16,-8 6 292 16,-14 3 404-16,-9 2-396 0,-2 3-199 0,-10-3-145 15,-2 0 0-15,-4-2 0 16,-3-5 0-16,-7-3-21 0,11-10-847 15,-1-5-2049-15</inkml:trace>
  <inkml:trace contextRef="#ctx0" brushRef="#br1" timeOffset="194046.74">3489 14358 6142 0,'62'11'72'0,"19"-2"481"0,20 0 527 0,7-2-735 15,10-3-345-15,6 1 0 0,4 3 0 16,-2 3 0-16,0 2 0 16,-4 5 0-16,-8 2 0 0,-5 4 0 15,-10-3 0-15,-4 0 0 0,-14-2 0 16,-9-1 0-16,-10-5 0 0,-12-1 0 15,-13-5-321-15,-8-6-375 0,-16-2-765 16,-5-5-212-16,-8-10-1184 0</inkml:trace>
  <inkml:trace contextRef="#ctx0" brushRef="#br1" timeOffset="194263.88">4961 14090 7467 0,'33'8'204'0,"19"-5"76"16,20-3-39-16,7-5-241 16,16-5 0-16,10-3 0 0,5 1 0 15,6 4 0-15,-5 7 0 0,-7 7 0 16,-24 16-113-16,-18 13 21 16,-25 11-28-16,-20 17 120 0,-23 14 80 15,-27 13 165-15,-19 12-245 0,-16 2 0 16,-17 3 0-16,-4-5 0 0,-10-7 0 15,-4-6 0-15,22-26 0 0,-2-9-4279 0</inkml:trace>
  <inkml:trace contextRef="#ctx0" brushRef="#br1" timeOffset="209060.24">15803 7035 4658 0,'0'0'996'15,"0"0"-364"-15,0 0 153 0,0 0-129 16,0 0-191-16,0 0-465 0,0 0 0 16,0 0 0-16,0 0 0 0,0 7 0 15,0-4 0-15,0 5 0 16,0 7 0-16,0 12 0 0,6 5 0 16,1 5 0-16,1 4 0 0,-2 1 0 15,4 7 0-15,-3 5 0 0,-1 9 0 16,-2 5 0-16,-4 9 0 0,0 6 0 15,0 5 0-15,0 7 0 0,-4 6 0 16,-2 7 0-16,-5 7 0 0,1 6 0 16,0 3 0-16,-3 7 0 15,-1 1 0-15,1 2 0 0,-1 3 0 16,3 0 0-16,1-1 0 16,4 2 0-16,-4-5 0 0,-5-1 0 15,5-4 0-15,-1-4 0 0,-1-8 0 16,-2-8 0-16,-1-12 0 15,-1-13 0-15,3-11 0 0,-5-15 0 16,7-14 0-16,3-16 0 0,4-15 0 16,0-11 0-16,4-14 0 0,4-19-457 15,2-18-860-15,-2 4-199 0,2-6-2322 0</inkml:trace>
  <inkml:trace contextRef="#ctx0" brushRef="#br1" timeOffset="210451.98">15816 7492 5070 0,'0'0'616'15,"0"0"-304"-15,-48-14 68 0,42 12-91 16,2-1-45-16,2 1 316 0,-3 2-136 16,5-1-127-16,0 1-297 15,7 0 0-15,11 0 0 0,19 5 0 16,13 2 0-16,22 1 0 0,13-2 0 16,8-2 0-16,15-2 0 0,12-2 0 15,6 0 0-15,8 0 0 0,-2-5 0 16,-3 3 0-16,-5-4 0 0,-19-1 0 15,-6 2 0-15,-18 0 0 0,-19 3 0 16,-11-2 0-16,-13 2 0 0,-16-2-141 16,-7 2-467-16,-9 0-148 0,-6-1-1529 15,0-4-825-15</inkml:trace>
  <inkml:trace contextRef="#ctx0" brushRef="#br1" timeOffset="210712.97">16882 7217 6126 0,'0'0'497'0,"0"0"-241"16,0 0-252-16,39 28 0 0,11-15 208 16,18 1 36-16,17-1 48 0,14 1 68 15,5 3-280-15,-5-1-20 0,-14 3-64 16,-11 2 8-16,-22 0-8 0,-15 1 0 15,-21 3-52-15,-11 4-12 0,-20 1 24 16,-12 4-16-16,-10 0 56 0,-17 3-16 16,-8-2 16-16,-2 2-16 0,-4-1-200 15,2-3-296-15,18-9-145 16,-5-4-1832-16</inkml:trace>
  <inkml:trace contextRef="#ctx0" brushRef="#br1" timeOffset="211025.67">15615 8347 5754 0,'0'0'684'0,"0"0"-367"15,48 18-149-15,5-11 8 0,20-3 84 16,16-2 92-16,20-1-272 0,17-1 0 16,17 0 64-16,8-1-124 15,2-2-8-15,-4 3 0 0,-3 2-12 16,-5 3 0-16,-13 2 8 0,-2 2-8 15,-16 1 0-15,-15 1-268 0,-17-1-336 16,-22-3-197-16,-17 0-1780 0</inkml:trace>
  <inkml:trace contextRef="#ctx0" brushRef="#br1" timeOffset="211338.56">17275 8095 4237 0,'0'0'1845'15,"0"0"-1212"-15,37 8-361 0,-12-3-40 16,4 2 176-16,2 0-236 0,10 2-76 16,5 2 80-16,10 1-156 0,3 4 0 15,6 2-20-15,-8 1-16 16,-3 6-100-16,-17 0-376 0,-16 3 80 15,-17 2 244-15,-16 2 144 0,-13 0 24 16,-10 3 68-16,-9 0 160 16,1 2-88-16,-7-1-32 0,1-1-8 15,-3-3-100-15,0-3-8 0,3-5-680 16,10-6-793-16,8-6-1164 0</inkml:trace>
  <inkml:trace contextRef="#ctx0" brushRef="#br1" timeOffset="211652.2">15884 9225 6534 0,'45'11'109'0,"19"-3"607"16,19 1-408-16,12-2-196 0,15 1-56 16,14-2-52-16,10-1-4 0,5 0 16 15,-3 0-8-15,-6 1-8 0,-14 0 0 16,-11 3-8-16,-16 0-4 0,-14 3-164 15,-17-1-100-15,-7-1 56 0,-14 2-248 16,-10-5-553-16,-12-4-1220 0</inkml:trace>
  <inkml:trace contextRef="#ctx0" brushRef="#br1" timeOffset="211945.97">17149 8946 6522 0,'0'0'253'0,"0"0"-173"0,0 0 32 15,47 4-56-15,-9 2 16 0,9 2 20 16,9 0-84-16,4 2 20 0,12 1 60 16,-1 2-56-16,-1 3 24 0,-10 6 12 15,-9 4-68-15,-7 4-4 0,-13 7 4 16,-10 4-44-16,-11 5 44 0,-20 2-68 15,-11 2-12-15,-12-1 80 0,-9-1 168 16,1-5 124-16,-6-8-12 16,5-6-99-16,-1-6-181 0,6-10 0 15,8-6-1101-15,2-6-1112 0</inkml:trace>
  <inkml:trace contextRef="#ctx0" brushRef="#br1" timeOffset="212306.06">15656 10036 4818 0,'0'0'996'0,"33"13"-624"0,-2-6 85 16,17 4 163-16,14-2-288 16,12 0-96-16,22-1 72 0,17-4-255 15,20-2-53-15,9-2 0 0,3 0 0 16,-3-1 0-16,-15 1 0 15,-12 2 0-15,-20 2 0 0,-16 3-133 16,-11 1-195-16,-20 2-140 0,-15-2-853 16,-19-1-608-16</inkml:trace>
  <inkml:trace contextRef="#ctx0" brushRef="#br1" timeOffset="212524.4">16824 9965 8192 0,'0'0'0'0,"77"-19"0"0,-17 12 0 16,2 6 0-16,2 2 0 0,-2 7 0 15,-4 9 0-15,0 1 0 0,-13 4 0 16,-12 3 0-16,-6 5 0 16,-10 4 0-16,-17 5 0 0,-3 4 0 15,-11 2 0-15,-7-1 0 0,-1-2 0 16,-3-2 0-16,2-8 0 15,2-4 0-15,-3-3 0 0,7-9-941 16,3-3-1636-16</inkml:trace>
  <inkml:trace contextRef="#ctx0" brushRef="#br1" timeOffset="214427.43">13829 10413 3245 0,'0'0'568'0,"0"0"-48"15,0 0-455-15,0 0 23 0,0 0 352 16,0 0-32-16,48 9-32 0,-28-6 160 16,11 1-308-16,11-1-15 0,7-1 91 15,17 1-208-15,15-1-28 0,14-1-8 16,19 1-56-16,8-2-4 0,18 0 0 16,9 0-44-16,12 0 24 0,9 0 8 15,14 0 4-15,14 1 8 0,13 0 16 16,8 1 0-16,4 0-8 15,-3-1 8-15,-10-1-12 0,-5 0-8 16,-17 0-204-16,-14 0-457 0,-44-1-327 16,-18-5-2174-16</inkml:trace>
  <inkml:trace contextRef="#ctx0" brushRef="#br1" timeOffset="-213744.18">15584 10347 3121 0,'0'0'208'0,"0"0"-208"0,0 0-384 15,0 0 4-15,35 15-249 0,-33-10 41 16,2 1 176-16</inkml:trace>
  <inkml:trace contextRef="#ctx0" brushRef="#br1" timeOffset="-213502.41">15594 10397 2737 0,'0'0'876'0,"0"0"141"15,0 0-541-15,0 0 24 0,0 0 252 16,0 0-455-16,0 0-41 15,0 0 76-15,0 0-200 0,0 0-40 16,25-5-24-16,-25 5-60 0,0-2 0 16,0 2 0-16,2-1-8 0,-2 0 0 15,0 1-8-15,4 0-180 16,-4 0 40-16,7 0 36 0,-3 0 44 16,2 1 4-16,0 1-200 0,-4-1-81 15,0 0-91-15,-2-1-596 0,0 0 243 16,0 1-147-16,0-1-2233 0</inkml:trace>
  <inkml:trace contextRef="#ctx0" brushRef="#br1" timeOffset="-213186.33">15646 10386 1408 0,'0'0'849'0,"0"0"-829"15,0 0-20-15,0 0-24 0,0 0 24 16,0 0 28-16,0 0 328 15,0 0 444-15,0 0-196 0,0 0-99 16,-4-8 299-16,-2 4-304 0,6 2-132 16,-4-1 109-16,-3 2-265 0,1-1-64 15,-2 1 12-15,-5-2-124 16,-11 2-12-16,-7 1-20 0,-13-1 4 16,-7 1-8-16,-9 0 0 0,-9 0 4 15,-7 1-4-15,-3 0 0 0,3 0 0 16,-1-1 0-16,7-1 0 15,4-5-36-15,8-1 36 0,9 0-16 16,13 1 8-16,12 0 4 0,11 5-92 16,7 0-36-16,6 1-100 0,6 0-577 15,17 7-271-15,-2 0 223 0,26 0-1548 0</inkml:trace>
  <inkml:trace contextRef="#ctx0" brushRef="#br1" timeOffset="-212636.23">14827 10292 5394 0,'0'0'380'0,"38"-17"-144"0,-14 7 156 0,-3 2-191 0,-4 0 7 15,-3 3 60-15,-8 1-132 16,1 2-40-16,-7-1-48 0,0 1-44 16,0 0 16-16,0-1 16 0,0 2-36 15,-13 1-8-15,-8 1 0 0,-10 4-28 16,-4 2 36-16,-2 4 4 15,4 1 12-15,-4 3 0 0,2 3 180 16,8 1-28-16,2 2 44 0,8 1 1 16,11 4-213-16,10 2 0 0,15 3 0 15,12 2 0-15,17 4 0 0,14-2 0 16,6 0 0-16,0-6 0 0,-10-9-729 16,-15-9-1056-16,-12-6-3529 0</inkml:trace>
  <inkml:trace contextRef="#ctx0" brushRef="#br1" timeOffset="-204427.59">18422 1238 1760 0,'0'0'3426'0,"0"0"-2222"0,0 0-615 16,0 0 11-16,-43-10 13 0,26 10-613 16,1 1 0-16,-3 0 0 0,3 3 0 15,-5-1 0-15,-6 3 0 16,-4 2 0-16,0 3 0 0,0 5 0 15,4 2 0-15,9 2 0 0,7 1 0 16,11-3 0-16,6-1 0 0,11 0 0 16,10-3 0-16,10 1 0 0,4-2 0 15,11 1 0-15,0-2 0 0,-5 2 0 16,-7 1 0-16,-9 2 0 0,-13 2 0 16,-5 1 0-16,-7 2 0 0,-6 1 0 15,-6 1 0-15,-7 0 0 16,-8 3 0-16,-3-1 0 0,-9 0 0 15,-7-4 0-15,-3-3 0 0,6-6 0 16,2-8 0-16,6-5 0 0,8-6 0 16,6-9 0-16,5-7-989 15,6 2-216-15,4-5-1608 0</inkml:trace>
  <inkml:trace contextRef="#ctx0" brushRef="#br1" timeOffset="-204040.04">18695 827 5946 0,'0'0'1313'0,"0"0"-713"16,0 0-267-16,0 0-333 0,0 0 0 16,0 0 0-16,0 0 0 0,-39 54 0 15,30 0 0-15,3 17 0 16,6 9 0-16,6 2 0 0,-1-1 0 15,-5-3 0-15,0-2 0 0,0-4 0 16,-5-5 0-16,-1-7 0 0,4-11 0 16,-2-11 0-16,0-10 0 0,4-14-737 15,0-8-1048-15,0-7-572 0</inkml:trace>
  <inkml:trace contextRef="#ctx0" brushRef="#br1" timeOffset="-203900.05">18484 1445 4522 0,'0'0'2133'15,"0"0"-1181"-15,39-11-628 0,-14 7-63 16,4 4-261-16,-2 0 0 0,4 0 0 16,0 1 0-16,0-1 0 15,4 0 0-15,5 0 0 0,1 2 0 16,4 2-1157-16,-12 1-1773 0,-4-2-947 0</inkml:trace>
  <inkml:trace contextRef="#ctx0" brushRef="#br1" timeOffset="-203652.89">18999 1471 6146 0,'0'0'1765'15,"0"0"-1484"-15,-54-20-281 0,36 16 0 16,-1 4 0-16,2 6 0 0,-1 8 0 16,3 6 0-16,3 5 0 0,0 0 0 15,3 1 0-15,7-5 0 0,2 0 0 16,2-5 0-16,9-3 0 0,3-6 0 16,3-3 0-16,3-4 0 0,-3-3 0 15,6-2 0-15,-9-4 0 16,0 3 0-16,-3 1 0 0,-5 2 0 15,-2 3 0-15,-2 2 0 0,2 8 0 16,-4 4 0-16,2 4 0 0,1-1 0 16,-1-3 0-16,4-2 0 15,-2-4 0-15,0-4 0 0,6-3 0 16,-3-1-857-16,3-5-1928 0</inkml:trace>
  <inkml:trace contextRef="#ctx0" brushRef="#br1" timeOffset="-203296.52">19255 967 5574 0,'0'0'1013'0,"0"0"-313"0,0 0 205 15,0 0-905-15,0 0 0 16,-14 33 0-16,3 8 0 0,-1 22 0 15,-5 13 0-15,-1 6 0 0,-3 2 0 16,5-7 0-16,1-1 0 0,5-4 0 16,4-6 0-16,6-7 0 15,4-9 0-15,8-12 0 0,3-8 0 16,5-10 0-16,7-12 0 0,-6-8 0 16,6-13 0-16,-7-13 0 0,1-9 0 15,-6-10 0-15,-7-5 0 16,-8 1 0-16,-6 2 0 0,-11 11 0 15,1 11 0-15,-9 12 0 0,4 11 0 16,-2 7 0-16,-1 8 0 0,-3 5 0 16,6 2 0-16,7-1 0 0,5-7-1585 15,5-4-404-15,8-8-977 0</inkml:trace>
  <inkml:trace contextRef="#ctx0" brushRef="#br1" timeOffset="-203109.56">19576 1041 3721 0,'0'0'2525'0,"0"0"-2072"16,0 0 539-16,0 0-491 15,-44 13-501-15,21 21 0 0,5 9 0 16,3 7 0-16,9 4 0 0,6-1 0 16,0 5 0-16,0 4 0 0,0-2 0 15,0 0 0-15,0-5 0 16,0-5 0-16,0-7 0 0,0-9 0 15,0-7-369-15,0-10-883 0,2-9-2306 0</inkml:trace>
  <inkml:trace contextRef="#ctx0" brushRef="#br1" timeOffset="-202817.65">19582 1652 3557 0,'0'0'2577'16,"0"0"-1044"-16,41-12-1008 0,-24 0-525 15,3-2 0-15,-5-1 0 0,1-4 0 16,1-1 0-16,-3-2 0 0,-1 0 0 16,-3 0 0-16,-6 2 0 15,-4 4 0-15,0 3 0 0,-8 5 0 16,-6 6 0-16,-5 6 0 0,-4 13 0 16,-4 8 0-16,-2 11 0 0,3 7 0 15,1 5 0-15,6 1 0 16,9-3 0-16,6-5 0 0,14-9 0 15,6-5 0-15,5-7 0 0,10-7 0 16,0-5 0-16,2-8 0 0,-2-6 0 16,-10-4-1738-16,-7-5-1723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8:05:35.37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12626 5945 2197 0,'0'0'180'16,"0"0"1861"-16,0 0-1045 0,0 0-428 0,-21-35 41 15,21 29 347-15,-2 1-500 16,-2 3-267-16,0 1-189 0,4 1 0 16,0 0 0-16,-2 9 0 0,-2 14 0 15,0 17 0-15,-3 13 0 0,-3 11 0 16,4 4 0-16,2 0 0 15,4 5 0-15,0 3 0 0,6-2 0 16,2-2 0-16,5-9 0 0,1-8 0 16,3-10 0-16,-1-12 0 0,5-9 0 15,0-11 0-15,-1-8 0 0,1-9 0 16,2-12 0-16,1-12 0 0,1-9 0 16,-6-9 0-16,1-4 0 15,-9-1 0-15,-7 4 0 0,-8 8 0 16,-13 9 0-16,-3 9 0 0,-3 11 0 15,-2 10 0-15,2 11 0 0,-1 13 0 16,-3 3 0-16,2 4 0 0,4 0 0 16,5-6 0-16,5-10 0 15,9-5 0-15,2-8 0 0,0-2-621 16,9-11-1236-16</inkml:trace>
  <inkml:trace contextRef="#ctx0" brushRef="#br0" timeOffset="337.23">13019 5945 6795 0,'0'0'764'0,"0"0"-131"0,0 0-633 0,0 0 0 16,-35 61 0-16,22-13 0 0,5 8 0 16,2 4 0-16,6-2 0 0,10 3 0 15,0 4 0-15,7 2 0 0,-1 0 0 16,-1-3 0-16,1-7 0 15,-5-6 0-15,5-12 0 0,-5-9 0 16,-1-10 0-16,-6-8 0 0,6-9 0 16,-3-7-929-16,-1-5-300 0,2-6-2104 0</inkml:trace>
  <inkml:trace contextRef="#ctx0" brushRef="#br0" timeOffset="675.41">13234 6396 6234 0,'0'0'941'0,"0"0"-177"16,-40-30-511-16,28 28-253 15,2 2 0-15,6 2 0 0,-3 5 0 16,1 5 0-16,-2 9 0 0,2 6 0 16,2 3 0-16,4 2 0 0,0 0 0 15,4 1 0-15,0-3 0 0,-2-5 0 16,6-6 0-16,-6-10 0 15,9-4 0-15,-1-5 0 0,6-7 0 16,-1-5 0-16,1-7 0 0,-5-2 0 16,3-1 0-16,-3 3 0 0,-5 6 0 15,0 6 0-15,-6 5 0 0,0 2 0 16,4 6 0-16,0 5 0 0,-2 7 0 16,7 3 0-16,-3-1 0 15,4-3 0-15,-4-5 0 0,11-3 0 16,-3-3 0-16,3-5 0 0,8-1-445 15,-13-5-1896-15,7-3-136 0</inkml:trace>
  <inkml:trace contextRef="#ctx0" brushRef="#br0" timeOffset="977.01">13536 6359 3877 0,'0'0'2029'0,"-23"-38"-1044"0,8 23 167 15,3 9-1003-15,2 5-149 0,-1 7 0 16,1 10 0-16,0 10 0 0,-1 13 0 16,5 4 0-16,2 7 0 15,4-1 0-15,0-1 0 0,4-6 0 16,2-7 0-16,5-9 0 0,1-8 0 15,2-16 0-15,3-8 0 16,8-17 0-16,-2-13-73 0,-3-11-975 0,-5 6-189 16,-3-5-1812-16</inkml:trace>
  <inkml:trace contextRef="#ctx0" brushRef="#br0" timeOffset="1145.93">13556 5864 3581 0,'0'0'3646'0,"0"0"-2810"16,-10 61-707-16,4-16-129 15,-1 5 0-15,3 0 0 0,0 3 0 16,4 1 0-16,4 3 0 0,0 1 0 16,3 3 0-16,-1 0 0 0,4-1 0 15,1-6 0-15,5-5 0 0,-6-11 0 16,5-10-565-16,-5-10-375 0,-4-6-2006 16</inkml:trace>
  <inkml:trace contextRef="#ctx0" brushRef="#br0" timeOffset="1395.79">13686 6565 4690 0,'0'0'2305'0,"0"0"-1589"0,38-32-235 15,-22 16-481-15,-1 2 0 16,-5 2 0-16,0 0 0 0,-4 1 0 16,5 1 0-16,-5-3 0 0,-2 1 0 15,0-3 0-15,-4-1 0 0,0-1 0 16,-4 0 0-16,-6 2 0 15,-1 1 0-15,1 5 0 0,-4 7 0 16,1 6 0-16,-3 14 0 0,-3 11 0 16,3 12 0-16,-5 6 0 0,11 1 0 15,3-2 0-15,7-7 0 0,11-11 0 16,11-6 0-16,7-12 0 0,4-7 0 16,9-6 0-16,-5-10 0 15,0-7-953-15,-6 3-1376 0,-4-5-2577 0</inkml:trace>
  <inkml:trace contextRef="#ctx0" brushRef="#br0" timeOffset="1884.27">14532 6692 3065 0,'0'0'1529'0,"0"0"-377"0,0 0-696 0,0 0-87 0,0 0 35 0,0 0-228 16,0 0 56-16,0 0 256 0,0 0-240 15,2-23-175-15,-12-3-73 16,-3 0 0-16,3-2 0 0,0 3 0 15,-1-1 0-15,1 3 0 0,6 1 0 16,4 0 0-16,4-2 0 0,10 1 0 16,7-1 0-16,8 2 0 0,6 0 0 15,-2 4 0-15,6 1 0 0,-6 4 0 16,-6 3 0-16,-10 1 0 16,-3 4-241-16,-7 2-2228 0,-3-1-2669 0</inkml:trace>
  <inkml:trace contextRef="#ctx0" brushRef="#br0" timeOffset="2379.17">15016 6397 4317 0,'0'0'2021'0,"-27"-38"-1252"0,8 20-25 16,9 5-403-16,-3 5-341 0,7 4 0 15,-2 4 0-15,-2 10 0 0,-1 10 0 16,-1 13 0-16,1 11 0 0,1 3 0 16,0 3 0-16,4-3 0 15,-3-5 0-15,9-8 0 0,0-7 0 16,9-12 0-16,1-7 0 0,2-8 0 16,9-11 0-16,0-11 0 0,-1-9 0 15,3-5 0-15,-2 0 0 0,-1-1 0 16,-3 6 0-16,-7 10 0 15,1 8 0-15,-7 7 0 0,-4 6 0 16,4 4 0-16,-2 10 0 0,2 4 0 16,2 4 0-16,-2 3 0 0,-4 0 0 15,5 1 0-15,-3-1 0 0,4-6 0 16,-2-5 0-16,6-2 0 0,-3-5 0 16,-3-2-1297-16,2-5-488 0</inkml:trace>
  <inkml:trace contextRef="#ctx0" brushRef="#br0" timeOffset="2620.79">15233 5770 7123 0,'0'0'272'0,"0"0"104"0,0 0 45 16,0 0-421-16,-2 51 0 0,-3-13 0 15,1 7 0-15,4 7 0 0,0 1 0 16,0 5 0-16,4 6 0 15,1 4 0-15,-3 3 0 0,2 0 0 16,-4-2 0-16,4-4 0 0,-4-9 0 16,0-9 0-16,0-10 0 0,-4-14-41 15,4-9-1399-15,-4-10-201 0,-3-6-3145 0</inkml:trace>
  <inkml:trace contextRef="#ctx0" brushRef="#br0" timeOffset="2754.04">15107 6366 6362 0,'0'0'637'16,"41"-13"556"-16,-14 5-1193 0,-2 1 0 16,-3-1 0-16,-1 0 0 15,4 2 0-15,-5-1 0 0,1 1 0 16,2 0 0-16,-2 0 0 0,-1 0 0 16,-3 2-517-16,-7 2-3045 0</inkml:trace>
  <inkml:trace contextRef="#ctx0" brushRef="#br0" timeOffset="3053.82">15485 6487 6002 0,'0'0'1961'16,"0"0"-1732"-16,47-7-229 0,-28-8 0 16,-3-4 0-16,1-5 0 15,0-6 0-15,-3-2 0 0,-4-1 0 16,-3-1 0-16,-3 3 0 0,-4 4 0 15,-11 5 0-15,1 5 0 0,-7 7 0 16,-3 8 0-16,5 5 0 16,-5 13 0-16,-1 12 0 0,-2 9 0 15,-2 10 0-15,3 5 0 0,5 4 0 16,9-1 0-16,8-5 0 0,8-4 0 16,15-8 0-16,8-12 0 0,10-9 0 15,3-11 0-15,3-6 0 16,1-7 0-16,-1-7 0 0,-16 2-1117 15,-4-7-2685-15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8:05:51.73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6222 7823 2505 0,'0'0'1140'15,"0"0"-588"-15,0 0-175 0,0 0 127 16,-6-39-100-16,6 22 0 0,0 0 381 16,0-1-325-16,0 2 36 15,-4 3 69-15,-7 3-565 0,1 3 0 16,0 4 0-16,-7 3 0 0,7 6 0 15,-7 7 0-15,-1 7 0 0,5 8 0 16,-3 5 0-16,5 5 0 16,1 4 0-16,4 3 0 0,4 1 0 15,4-1 0-15,6-4 0 0,2-4 0 16,9-9 0-16,-2-6 0 16,3-11 0-16,7-9 0 0,4-7 0 15,2-13 0-15,2-7 0 0,-4-7 0 16,-4-3 0-16,-6-1 0 0,-9-1 0 15,-3 0 0-15,-9 2 0 0,0 1 0 16,-11 0 0-16,1 5 0 0,-5 3 0 16,1 4 0-16,2 7 0 0,1 3-433 15,5 6-183-15,2 3 152 0,4 3-189 16,4-2-307-16,2 2 111 16,5 2-415-16,3 1 648 0,-4 1-193 15,-3-2 809-15,-1-1 288 0,-2 2 589 16,-4 3 351-16,6 7-279 0,-2 8-101 15,-2 6 433-15,7 8-645 0,-3 0-128 16,4 1-459-16,-4-3-49 16,9-1 0-16,-3-6 0 0,3-6 0 15,-3-3 0-15,3-9 0 0,-1-3 0 16,-2-5 0-16,-1-4 0 16,-3-5 0-16,-2-5 0 0,5-6 0 15,-5-5 0-15,-2-4 0 0,2 1 0 16,0-1 0-16,3 1 0 0,-3 2 0 15,0 3 0-15,2 3 0 0,-2 6 0 16,1 2 0-16,-3 2 0 0,2 3 0 16,-6 1-109-16,4 4-875 0,-4 0-1377 15,0-1-541-15</inkml:trace>
  <inkml:trace contextRef="#ctx0" brushRef="#br0" timeOffset="373.85">6685 7971 6030 0,'0'0'877'0,"0"0"-161"0,0 0-147 0,37-24-569 16,-28 2 0-16,-3-2 0 0,0-3 0 15,-2 0 0-15,-4-2 0 0,0 2 0 16,0 1 0-16,-6 6 0 0,-4 3 0 16,1 9 0-16,3 6 0 15,0 5 0-15,-4 14 0 0,3 6 0 16,-1 9 0-16,2 3 0 0,6 0 0 15,-6 2 0-15,6-1 0 0,6-2 0 16,0-4 0-16,9-6 0 0,1-5 0 16,5-5 0-16,1-5 0 0,3-3 0 15,0-3 0-15,-4-3 0 0,-3-5 0 16,1-5 0-16,-9-1 0 0,-1-3 0 16,-5-1 0-16,0-5 0 15,-4-3 0-15,2 0 0 0,2-3 0 16,-4 2 0-16,4 2 0 0,-4 5 0 15,0 0 0-15,-4 1 0 0,0-2 0 16,2-4 0-16,-2-5 0 16,4 6 0-16,0-8-3883 0</inkml:trace>
  <inkml:trace contextRef="#ctx0" brushRef="#br0" timeOffset="732.87">7109 7336 5698 0,'0'0'668'0,"0"0"97"0,0 0 296 0,0 0-1061 16,0 0 0-16,0 0 0 0,0 59 0 16,0-14 0-16,2 12 0 15,2 4 0-15,-4-1 0 0,0 2 0 16,-6 1 0-16,2-4 0 0,4-6 0 15,-4-4 0-15,1-10 0 0,3-7 0 16,3-7 0-16,1-11-253 0,0-6-1872 16,2-8-464-16</inkml:trace>
  <inkml:trace contextRef="#ctx0" brushRef="#br0" timeOffset="1071.22">7320 7747 6494 0,'0'0'793'0,"-38"-31"-337"15,14 28-7-15,3 5-449 0,4 14 0 16,-3 5 0-16,7 5 0 16,-1 6 0-16,4 0 0 0,3 0 0 15,7 0 0-15,0-5 0 0,11-4 0 16,-1-7 0-16,7-5 0 16,3-7 0-16,-3-7 0 0,8-10 0 15,-3-7 0-15,-1-6 0 0,-7-4 0 16,3-3 0-16,-7 3-17 0,-3 1-67 15,-3 3 44-15,-4 5 40 0,0 6 0 16,0 7 0-16,0 7 0 0,0 4 104 16,-4 12-76-16,-1 7-19 0,3 9-9 15,-2 3 0-15,4-1 0 0,0-4 0 16,4-5 0-16,7-5 0 16,1-7-29-16,7-5-187 0,-1-7-68 15,7-3-604-15,-2-6-21 0,-5-2-243 16,-5-2-1682-16</inkml:trace>
  <inkml:trace contextRef="#ctx0" brushRef="#br0" timeOffset="1477.36">7518 7729 3525 0,'0'0'1237'0,"0"0"-9"0,0 0-655 16,0 0-225-16,0 0-172 0,-18 36-156 16,15-11 4-16,-1 0-16 15,4 0-8-15,0-5-4 0,7-5-32 16,1 2-116-16,0-9 12 0,7-2 28 15,-5-4 84-15,0-2 28 0,5-7 28 16,-5-2-28-16,0-4 64 0,-3-1 88 16,-1-2-64-16,-2 3 40 0,-4 1 128 15,0 5-104-15,0 4-36 0,0 3 128 16,0 0-28-16,0 1-135 16,2 8-81-16,2 9 0 0,0 7 0 15,2 2 0-15,5 3 0 0,-5 0 0 16,4 4 0-16,1 2 0 0,-1 4 0 15,-6 4 0-15,-4 4 0 0,-8 2 0 16,-5 1 0-16,-7-1-33 16,-1-2-35-16,-6-5 44 0,-4-6-24 15,0-9 12-15,4-10-164 0,-4-10 60 16,9-10 56-16,7-15 84 16,1-12 48-16,7-14 156 0,7-10 177 15,11-4-381-15,14-2 0 0,8 3 0 16,-2 5 0-16,0 5 0 0,-4 4 0 15,-7 3 0-15,-3 1 0 0,-3 9-1934 16,-8 0-3244-16</inkml:trace>
  <inkml:trace contextRef="#ctx0" brushRef="#br0" timeOffset="1925.05">8622 7843 3097 0,'0'0'404'0,"12"-33"-92"0,-3 15 333 0,-7 0-181 0,2 0 16 15,-4-1 320-15,0-2-295 0,-4 4 3 16,-3-2 368-16,1 4-775 0,2 7-101 15,0 3 0-15,-2 5 0 0,0 9 0 16,-9 18 0-16,-1 11 0 16,1 8 0-16,3 5 0 0,8-7 0 15,-1-5 0-15,5-5 0 0,5-6 0 16,5-9 0-16,0-11 0 16,7-10-225-16,8-16-527 0,-3-15-569 15,-3 2 121-15,0-11-597 0</inkml:trace>
  <inkml:trace contextRef="#ctx0" brushRef="#br0" timeOffset="2373.75">8758 7343 6667 0,'0'0'480'0,"0"0"332"0,0 0-579 15,0 0-233-15,-20 58 0 0,9-9 0 16,7 9 0-16,-6 3 0 16,8-1 0-16,-2 0 0 0,4-3 0 15,0-6 0-15,4-5 0 0,2-7 0 16,6-7 0-16,3-6 0 0,6-9 0 15,-1-10-245-15,3-7-763 16,2-7-9-16,-5-12-87 0,1-6 804 16,-4-2 300-16,-7-3 4 0,-6 2 80 15,-2-1 156-15,-2 2 636 0,-2 2-172 16,-6 5-83-16,2 6 239 0,-1 3-575 16,-1 4-285-16,6 2 0 15,-6 5 0-15,2 5 0 0,-5 14 0 16,-5 7 0-16,5 6 0 0,-3 5 0 15,8-5 0-15,0-3 0 0,6-1 0 16,0-7 0-16,6-3 0 0,8-7 0 16,-1-7 0-16,5-4 0 0,1-3 0 15,-1-9 0-15,3-5 0 0,-4-2 0 16,-1-1 0-16,-5 0 0 16,-5 2 0-16,2 5 0 0,-8 6 0 15,0 5 0-15,0 1 0 0,0 1 0 16,0 4 0-16,0 10 0 0,0 9 0 15,0 4 0-15,0 0 0 0,0-4 0 16,6-10 0-16,5-6 0 16,5-4-413-16,-6-3-2352 0,-3-4-981 0</inkml:trace>
  <inkml:trace contextRef="#ctx0" brushRef="#br0" timeOffset="2551.94">9137 7271 7727 0,'0'0'465'0,"0"0"-465"0,0 0 0 0,0 0 0 16,-11 69 0-16,7-20 0 0,-2 9 0 15,2 5 0-15,4 2 0 16,-6 4 0-16,2-2 0 0,4-6 0 0,-7-6 0 16,7-9 0-16,0-9 0 15,0-9 0-15,0-10-317 0,0-10-827 16,4-6-1438-16,-4-6-371 0</inkml:trace>
  <inkml:trace contextRef="#ctx0" brushRef="#br0" timeOffset="2704.95">9011 7678 5854 0,'0'0'400'0,"0"0"277"0,0 0-45 16,0 0-40-16,43 15-555 15,-29-13-37-15,3-2 0 0,0-2 0 16,-3-3 0-16,7 1 0 0,-5 2-933 15,1 0-508-15,-3 0-880 0</inkml:trace>
  <inkml:trace contextRef="#ctx0" brushRef="#br0" timeOffset="3000.12">9416 7782 4378 0,'0'0'1108'0,"0"0"-19"0,-21-50-373 0,15 30-116 15,-4 2-299-15,-1 6-301 0,-3 6 0 16,1 10 0-16,-5 12 0 16,1 9 0-16,-3 7 0 0,3 1 0 15,7 1 0-15,3-7 0 0,7-6 0 16,11-4 0-16,9-10 0 16,7-6 0-16,4-6 0 0,9-9 0 15,1-4 0-15,-6-2 0 0,-8 4 0 16,-6 4 0-16,-9 8 0 0,-8 5 0 15,-4 17 0-15,0 10 0 0,-6 7 0 16,-2 3 0-16,6-8 0 0,2-9 0 16,10-9 0-16,6-12 0 0,5-8-1193 15,0-13-4530-15</inkml:trace>
  <inkml:trace contextRef="#ctx0" brushRef="#br0" timeOffset="4636.3">12316 13111 1784 0,'0'0'1613'0,"0"0"-805"0,0 0 33 15,0 0-357-15,0 0-180 0,0 0 56 16,0 0-128-16,0 0-11 0,16-12 295 16,-11 7-96-16,-1 2-44 0,-2 0-143 15,-2 1-233-15,4 2 0 16,-4 0 0-16,0 0 0 0,-4 2 0 0,2 3 0 15,-7 4 0-15,-1 4 0 16,-6 6 0-16,-1 3 0 0,0 8 0 16,-7 5 0-16,-1 8 0 0,-4 8 0 15,-6 8 0-15,-2 5 0 0,-5 3 0 16,-1 1 0-16,2 2 0 16,3-2 0-16,3-5 0 0,6-3 0 15,-2-1 0-15,4-8 0 0,3-6 0 16,3-9 0-16,4-10 0 0,7-8 0 15,4-7 0-15,2-6 0 16,0-3 0-16,4-2 0 0,0-11 0 16,4-14 0-16,6-12 0 0,7-12 0 15,-3 7-1289-15,9-1-1132 0</inkml:trace>
  <inkml:trace contextRef="#ctx0" brushRef="#br0" timeOffset="4975.84">12306 13069 2657 0,'0'0'1929'0,"0"0"-1217"0,0 0 364 0,0 0-443 15,0 0-45-15,0 0 9 0,0 0-597 16,0 0 0-16,0 0 0 16,0 0 0-16,6 19 0 0,2 11 0 15,4 9 0-15,-1 3 0 0,3-2 0 16,-1 3 0-16,5-3 0 0,-5 2 0 16,1-6 0-16,-1-2 0 0,-3-6 0 15,0-4 0-15,-6-3 0 0,0-8 0 16,-4-3 0-16,0-5 0 0,-4-2 0 15,0-3-449-15,-2 0-559 16,-4-10-1902-16</inkml:trace>
  <inkml:trace contextRef="#ctx0" brushRef="#br0" timeOffset="5287.08">12363 13071 5582 0,'0'0'908'0,"0"0"-291"0,0 0 468 16,0 0-1085-16,0 0 0 15,-33 2 0-15,2 9 0 0,-10 5 0 16,-11 12 0-16,-6 3 0 0,5 4 0 16,-3-1 0-16,17-7 0 0,10-8 0 15,16-10 0-15,13-9 0 0,21-12 0 16,20-17 0-16,-3-1-825 0,9-13-1860 16</inkml:trace>
  <inkml:trace contextRef="#ctx0" brushRef="#br0" timeOffset="6417.84">13612 10860 4245 0,'0'0'1137'15,"0"0"-257"-15,0 0 425 0,0 0-709 16,0 0-567-16,0 0-29 16,-52-5 0-16,36 22 0 0,-9 10 0 15,2 4 0-15,-2 10 0 0,1 9 0 16,-3 4 0-16,-4 4 0 0,2 6 0 16,-6 3 0-16,-3 4 0 0,3-2 0 15,2 0 0-15,2-7 0 0,4-7 0 16,3-5 0-16,3-8 0 0,4-6 0 15,1-6 0-15,5-6 0 0,1-6 0 16,4-4 0-16,0-4 0 16,2-5 0-16,4-3 0 0,0-1 0 15,0-1 0-15,0 0 0 16,0-1 0-16,0-6 0 0,0 0 0 0,0 0 0 16,4-3 0-16,-2 2 0 15,-2 1 0-15,4 1 0 0,-2 0 0 16,2 3 0-16,-4-1 0 0,0 2 0 15,0 0 0-15,0 0 0 0,0 0 0 16,0 1 0-16,0 0 0 0,0 1 0 16,0 0 0-16,0 0 0 15,-6 2 0-15,2 1 0 0,2 1 0 16,-2 2 0-16,-1-2 0 0,-1 0 0 16,6 1 0-16,-4-1 0 0,2 0 0 15,-2 1 0-15,0-1 0 0,2-1 0 16,-7 0 0-16,7-3 0 0,-6 0 0 15,2-3 0-15,0-6 0 16,0-6 0-16,1-5 0 0,5-7 0 16,5-5 0-16,1-2 0 0,4-1 0 15,7-2 0-15,-3 6 0 0,3 3 0 16,-5 10 0-16,-2 7 0 0,-1 5 0 16,-7 4 0-16,2 2 0 15,-4 5 0-15,0 12 0 0,-6 11 0 16,-9 10 0-16,5 6 0 0,-3 1 0 15,5-3 0-15,8-4 0 0,0-4 0 16,10-7 0-16,5-6 0 16,1-4 0-16,9-9 0 0,2-4 0 15,0-5 0-15,0-11 0 0,4-6 0 16,-4-3 0-16,4-6 0 0,0-2 0 16,-8 4-397-16,5 0-1788 0</inkml:trace>
  <inkml:trace contextRef="#ctx0" brushRef="#br0" timeOffset="9033.27">14038 11060 2357 0,'0'0'1568'0,"12"48"-519"16,-8-21-265-16,0-3 185 0,-4 0-569 16,0-1-112-16,-4-4-32 15,4-5-224-15,-4-5 36 0,4-6 60 16,0-3-96-16,-2-1 28 0,-2-11 141 16,-2-12-201-16,-2-8 0 0,-3-4 0 15,5-3 0-15,-4-1 0 0,-1-1 0 16,5 1 0-16,2 3 0 0,4 6 0 15,8 6 0-15,-2 5 0 0,7 5 0 16,1 3 0-16,3 5 0 16,4 1 0-16,-1 5 0 0,5 1 0 15,-2 3 0-15,2 4 0 0,-3 1 0 16,-1 0-489-16,-7-1-1068 0,-3-2-960 0</inkml:trace>
  <inkml:trace contextRef="#ctx0" brushRef="#br0" timeOffset="9292.09">14259 11095 6026 0,'0'0'809'0,"0"0"-385"0,0 0 509 16,0 0-933-16,43-17 0 0,-24-2 0 16,-7-4 0-16,-5-1 0 0,-3 0 0 15,-4-2 0-15,-4 0 0 0,-7 1 0 16,-1 7 0-16,-3 6 0 0,-1 10 0 15,-1 7 0-15,-3 12 0 0,-1 10 0 16,0 5 0-16,1 4 0 16,3 1 0-16,7-1 0 0,6-1 0 15,4-5 0-15,10-3 0 0,9-3 0 16,3-8 0-16,9-1 0 0,7-5 0 16,3-9 0-16,6-1 0 0,1-10-669 15,-13 0-1196-15,-2-3-240 0</inkml:trace>
  <inkml:trace contextRef="#ctx0" brushRef="#br0" timeOffset="9484.4">14569 10941 6198 0,'0'0'953'0,"-21"-34"-193"0,11 24-479 16,6 9-281-16,-6 2 0 0,-7 12 0 16,1 7 0-16,-1 8 0 0,3 8 0 15,-3 4 0-15,7 2 0 0,6 0 0 16,4-3 0-16,4-6 0 0,10-9 0 15,5-8 0-15,6-11 0 0,1-10-249 16,5-15-771-16,-10 1-181 16,2-11-3029-16</inkml:trace>
  <inkml:trace contextRef="#ctx0" brushRef="#br0" timeOffset="9651">14617 10583 6867 0,'0'0'1148'0,"0"0"-971"0,0 0-177 15,-17 34 0-15,9-2 0 0,-3 7 0 16,3 5 0-16,0 0 0 16,6 4 0-16,-2 3 0 0,0 0 0 15,2 1 0-15,2-3 0 0,0-7 0 16,2-4 0-16,6-9 0 0,2-9-1065 16,-2-8-32-16,3-6-203 0,-3-7-2290 0</inkml:trace>
  <inkml:trace contextRef="#ctx0" brushRef="#br0" timeOffset="9916.61">14670 10982 5122 0,'0'0'1352'16,"0"0"41"-16,0 0-1068 0,0 0-325 15,0 0 0-15,-10 36 0 0,8-11 0 16,-2 3 0-16,4 1 0 0,0-1 0 16,6-1 0-16,4-4 0 15,9-6 0-15,0-5 0 0,5-7 0 16,3-5 0-16,0-8 0 0,-6-6 0 15,-1-8 0-15,-5-4 0 0,-5-4 0 16,-4 1 0-16,-6-1 0 16,0 2 0-16,-4 6 0 0,-6 6 0 0,8 5 0 15,-2 8 0-15,0 1 0 16,4 2-989-16,8 0-200 0,4 3-1032 16,3-1 1425-16,1 1-1685 0</inkml:trace>
  <inkml:trace contextRef="#ctx0" brushRef="#br0" timeOffset="10102.17">15001 11010 2421 0,'0'0'3945'0,"0"0"-2896"16,0 0-289-16,-37-16-743 0,16 14-17 15,5 2 0-15,-1 7 0 0,7 7 0 16,-1 8 0-16,1 3 0 0,6 4 0 16,2 1 0-16,2 1 0 15,6-2 0-15,0-3 0 0,11-6 0 16,-3-6 0-16,7-7 0 0,2-7 0 15,2-5 0-15,-1-11 0 0,-1-6 0 16,-2-9 0-16,-5 5-1553 0,-5-5-865 16</inkml:trace>
  <inkml:trace contextRef="#ctx0" brushRef="#br0" timeOffset="10287.73">15152 10629 7135 0,'0'0'948'0,"0"0"-839"0,-35 58-109 15,18-19 0-15,3 8 0 0,1 2 0 16,3 4 0-16,6 2 0 16,2 4 0-16,2 0 0 0,2-2 0 15,2-4 0-15,-4-5 0 0,6-6 0 16,-2-7 0-16,-4-9 0 16,5-7-605-16,-5-12-3429 0</inkml:trace>
  <inkml:trace contextRef="#ctx0" brushRef="#br0" timeOffset="10427.52">15005 11076 6883 0,'0'0'756'16,"0"0"-480"-16,48-36 1 15,-21 17-277-15,4-1 0 0,0 2 0 16,-4-1 0-16,-1 3 0 0,-1 0 0 16,-2 3 0-16,-4 5-513 0,-7 3-1356 15,-6 3-88-15,4 2-400 0</inkml:trace>
  <inkml:trace contextRef="#ctx0" brushRef="#br0" timeOffset="10537.43">15290 10993 2733 0,'0'0'1761'0,"0"58"15"16,-2-20-931-16,-6-1-73 16,2 0-467-16,-4 0-305 0,-1-7 0 15,9-9 0-15,-2-8 0 0,4-5 0 16,0-7 0-16,10-3-393 0,-3-2-908 16,7-14-2780-16</inkml:trace>
  <inkml:trace contextRef="#ctx0" brushRef="#br0" timeOffset="10644.79">15379 10779 2941 0,'0'0'4966'15,"0"0"-4802"-15,0 0-164 0,-6 39-188 16,2-20-700-16,4-1-597 0</inkml:trace>
  <inkml:trace contextRef="#ctx0" brushRef="#br0" timeOffset="10894.3">15561 11134 3913 0,'0'0'2694'15,"-41"-21"-1394"-15,16 10-1015 0,9 5-285 16,1 4 0-16,-1 2 0 0,-1 5 0 16,3 6 0-16,3 5 0 15,5 3 0-15,0 3 0 0,2 0 0 16,4 0 0-16,6-2 0 0,2-6 0 15,5-2 0-15,5-8 0 0,-1-1 0 16,3-3 0-16,-3-7-125 16,-1-4-87-16,3-4 0 0,-2-7-348 15,-5-2 60-15,-2-5-57 0,1 2-611 16,-7 5-9-16,2 2-668 0</inkml:trace>
  <inkml:trace contextRef="#ctx0" brushRef="#br0" timeOffset="11127.69">15590 11246 2793 0,'0'0'2861'0,"0"0"-1584"0,0 0-605 15,0 0-83-15,0 0-589 0,0 0 0 16,0-49 0-16,11 13 0 0,3-2 0 16,3 2 0-16,1 7 0 15,-1 7 0-15,-1 8 0 0,-1 7 0 0,-3 7 0 16,-2 11 0-16,5 6 0 15,-5 4 0-15,1 6 0 0,-5 0 0 16,-2 3 0-16,-2 0 0 16,4-4 0-16,-4-2 0 0,0-5 0 15,2-5-593-15,-4-3-1192 0</inkml:trace>
  <inkml:trace contextRef="#ctx0" brushRef="#br0" timeOffset="11578.02">16136 11104 6342 0,'0'0'781'0,"-17"54"-133"0,7-20-227 0,0-1-421 16,-1-1 0-16,1-2 0 0,4-5 0 16,0-3 0-16,2-6 0 15,-1-7 0-15,5-4 0 0,0-5 0 16,9-3-177-16,-7-3-1716 0,8-15-396 0</inkml:trace>
  <inkml:trace contextRef="#ctx0" brushRef="#br0" timeOffset="11716.15">16163 10730 3141 0,'0'0'3125'0,"0"0"-2436"15,0 0-673-15,-23 41 48 0,19-16-8 16,2 1-56-16,-2 3-136 0,4-2-1157 15,0-5-512-15,0 0-1944 0</inkml:trace>
  <inkml:trace contextRef="#ctx0" brushRef="#br0" timeOffset="11918.73">16194 11305 4241 0,'0'0'2394'0,"0"0"-1770"15,0 0 20-15,14-44-355 0,-1 13-289 0,1-2 0 16,7 1 0-16,-5 9 0 15,3 5 0-15,0 7 0 0,-5 6 0 16,3 5 0-16,-3 9 0 0,-2 10 0 16,-1 6 0-16,-3 8 0 15,-2 2 0-15,-2 0 0 0,-2-3 0 16,5-2 0-16,-3-6 0 0,-4-8 0 16,4-8 0-16,-4-7-1397 0</inkml:trace>
  <inkml:trace contextRef="#ctx0" brushRef="#br0" timeOffset="13099.41">16961 10654 3293 0,'0'0'1769'15,"0"0"-717"-15,0 0-515 0,0 0 351 16,0 0-504-16,0 0-115 0,0 0-269 16,-44 64 0-16,24-19 0 0,-5 9 0 15,6 4 0-15,1 7 0 0,7 4 0 16,1 5 0-16,10-1 0 0,0 0 0 15,10-5 0-15,1-7 0 16,9-11 0-16,1-11 0 0,10-14 0 16,0-15 0-16,2-10 0 0,-2-14 0 15,-4-16 0-15,-2-7 0 0,-13-8 0 16,-4 0 0-16,-8 4 0 0,-14 2 0 16,-7 3 0-16,-6 6 0 15,-10 8 0-15,0 7 0 0,2 8 0 16,4 7 0-16,12 0 0 0,5 4 0 15,10 0 0-15,2 0-1149 0,-3-1-632 16,10 0-948-16</inkml:trace>
  <inkml:trace contextRef="#ctx0" brushRef="#br0" timeOffset="14022.26">17254 11289 3201 0,'0'0'832'0,"0"0"-207"0,-6 40-33 16,2-22-128-16,4 2-76 0,-6-2 93 16,2 1-229-16,-1-5 36 0,-1-5 224 15,6-4-344-15,-2-3-28 0,2-1 16 16,-4-1-152-16,4-12 44 0,0-10-7 15,4-8-41-15,2-8 0 16,1-4 0-16,3 2 0 0,0-2 0 16,1 4 0-16,-1 6 0 0,6 5 0 15,-1 12 0-15,-3 5 0 0,3 6 0 16,1 4 0-16,3 2-329 0,4 3-499 16,-3-1-1862-16</inkml:trace>
  <inkml:trace contextRef="#ctx0" brushRef="#br0" timeOffset="14290.17">17622 11155 3181 0,'0'0'3466'0,"-41"-18"-2194"15,20 3-999-15,3 1-273 0,-1 4 0 16,-2 4 0-16,1 6 0 0,1 6 0 16,0 11 0-16,7 7 0 0,2 5 0 15,6 0 0-15,4 1 0 0,10-3 0 16,6-3 0-16,9-5 0 0,2-5 0 15,0-4 0-15,4-7 0 0,-6-3 0 16,-5-2 0-16,-7-2 0 16,-3-3 0-16,-6-2 0 0,-2-4 0 15,-2-5 0-15,-6-2 0 0,-4 4 0 16,-3 0 0-16,-1 1 0 16,0 1-37-16,3 0-1335 0,3 3 59 15,4 1-300-15</inkml:trace>
  <inkml:trace contextRef="#ctx0" brushRef="#br0" timeOffset="14599.71">17864 11083 900 0,'0'0'3073'0,"0"0"-2060"0,0 0 1044 16,0 0-1233-16,0 0-499 0,0 0-325 16,-47 3 0-16,30-4 0 0,-4 1 0 15,1 4 0-15,-1 5 0 0,-2 8 0 16,3 4 0-16,1 3 0 0,7-1 0 15,1-2 0-15,11-2 0 0,0-4 0 16,15-4 0-16,1-3 0 16,5-6 0-16,2-2 0 0,6-5 0 15,-7-5 0-15,-1-2 0 0,-4-1 0 16,-3 0 0-16,-8 2 0 0,0 3 0 16,-1 5 0-16,-5 1 0 15,0 2 0-15,0 4 0 0,0 7 0 16,0 7 0-16,0 4 0 0,0-1 0 15,6-2 0-15,4-7-653 0,5-3-163 16,1-5-41-16,-1-3-1132 0,1-2-928 16</inkml:trace>
  <inkml:trace contextRef="#ctx0" brushRef="#br0" timeOffset="14789.27">18056 11160 4826 0,'0'0'1785'0,"0"0"-865"0,-29-36-259 15,19 30-661-15,2 6 0 0,-5 8 0 16,1 7 0-16,-3 7 0 16,5 6 0-16,2 3 0 0,0 1 0 15,6-3 0-15,2-2 0 0,2-5 0 16,8-9 0-16,6-7 0 16,-5-4-917-16,7-5-1852 0</inkml:trace>
  <inkml:trace contextRef="#ctx0" brushRef="#br0" timeOffset="14943.67">18141 10692 7355 0,'0'0'837'16,"-25"60"-837"-16,13-13 0 0,2 7 0 16,-5 7 0-16,5 4 0 0,3 2 0 15,1-4 0-15,6-6 0 0,2-10 0 16,9-6 0-16,5-9 0 0,5-10-701 15,-7-6-1640-15,3-11-2245 0</inkml:trace>
  <inkml:trace contextRef="#ctx0" brushRef="#br0" timeOffset="15427.3">18710 10782 5322 0,'0'0'576'0,"0"0"389"0,0 0 75 16,0 0-751-16,0 0-289 16,-42 55 0-16,19-7 0 0,-3 12 0 15,1 7 0-15,4 1 0 0,9 0 0 16,3-3 0-16,5-2 0 16,4-7 0-16,4-9 0 0,7-4 0 15,5-12 0-15,-1-11 0 0,5-8 0 16,-3-11 0-16,4-7 0 0,-5-12 0 15,3-8 0-15,-9-5 0 0,-4-1 0 16,-6 0 0-16,-4 3 0 0,-8 4 0 16,-9 6 0-16,0 6 0 15,-3 7 0-15,3 6 0 0,4 5 0 16,11 1 0-16,2 1 0 0,4-2-789 16,0 1-288-16,17 1-67 0,-3-2-813 15,13 0 388-15</inkml:trace>
  <inkml:trace contextRef="#ctx0" brushRef="#br0" timeOffset="15908.07">18924 11225 3917 0,'0'0'2109'0,"0"0"-1268"0,0 0-101 15,-45-40-155-15,28 34-585 0,1 6 0 16,-1 2 0-16,1 10 0 0,-3 5 0 16,3 6 0-16,5 2 0 15,5 1 0-15,2-3 0 0,8-2 0 16,2-5 0-16,9-2 0 0,3-4 0 15,3-5 0-15,0-5 0 0,-1 0 0 16,1-7 0-16,0-5 0 0,-1 0 0 16,-3-1 0-16,-7 2 0 15,1 1 0-15,-3 4-29 0,-6 3-67 16,-2 2 40-16,4 1 40 0,-2 9-32 16,-2 5 28-16,4 5 20 0,-2-2 8 15,1-2-4-15,-1-4-4 0,2-5 0 16,-2-2-8-16,2 0 8 0,0-3-4 15,0 2-148-15,2-1-16 16,-1-2-36-16,-3 0 100 0,-2 0 8 16,4 0-156-16,-4 1 124 0,2-1 128 15,0 1 28-15,0 0-16 0,2-1 100 16,2-2 204-16,5-8-72 16,1-6-12-16,2-6 88 0,5-3-215 15,-7 1-105-15,-1 3 0 0,-1 4 0 16,-4 5 0-16,1 6 0 0,-5 3 0 15,0 3 0-15,-2 0 0 0,0 9 0 16,4 10 0-16,-2 11 0 0,2 4 0 16,-4 0 0-16,10-7 0 15,1-7 0-15,1-5 0 0,7-8 0 16,1-6 0-16,3-2-481 0,-2-6-1612 16,-1-4-480-16</inkml:trace>
  <inkml:trace contextRef="#ctx0" brushRef="#br0" timeOffset="16127.11">19487 11254 3369 0,'0'0'3978'0,"0"0"-3133"0,0 0-845 15,0 0 0-15,-35-42 0 0,18 31 0 16,5 5 0-16,-3 6 0 0,3 8 0 16,-3 9 0-16,-3 9 0 15,3 8 0-15,3 7 0 0,6 1 0 16,6-1 0-16,4-5 0 0,8-6 0 15,9-7 0-15,6-10 0 0,4-8 0 16,8-8 0-16,-4-12-141 16,0-7-507-16,-4-9-221 0,-10 6-1344 15,-4-4-900-15</inkml:trace>
  <inkml:trace contextRef="#ctx0" brushRef="#br0" timeOffset="16291.99">19603 10841 6895 0,'0'0'812'0,"-13"44"-327"16,5-3-485-16,-5 15 0 0,-1 6 0 15,-7 4 0-15,7 2 0 0,-3-3 0 16,5-5 0-16,10-6 0 0,2-7 0 16,12-11 0-16,5-6 0 15,3-7 0-15,-3-9-957 0,-1-6-1844 0</inkml:trace>
  <inkml:trace contextRef="#ctx0" brushRef="#br0" timeOffset="16928">15069 11929 4982 0,'0'0'2493'0,"0"0"-1776"0,0 0-717 16,-22 58 0-16,7-13 0 15,-1 10 0-15,1 1 0 0,9-3 0 16,0-1 0-16,6-2 0 0,0-5 0 16,0-4 0-16,2-4 0 0,2-5 0 15,2-7 0-15,-2-7 0 0,0-9 0 16,-2-3-1509-16,3-7-1073 0</inkml:trace>
  <inkml:trace contextRef="#ctx0" brushRef="#br0" timeOffset="17144.39">14786 11808 6567 0,'0'0'1156'0,"0"0"-732"16,29 40-379-16,-6-23-45 0,8-2 0 15,0-6 0-15,6-5 0 0,4-3 0 16,3-2 0-16,1-3 0 16,3-2 0-16,-1-1 0 0,-3 1 0 15,-3-2 0-15,0 0 0 0,-14 3-1457 16,-4 0-1597-16</inkml:trace>
  <inkml:trace contextRef="#ctx0" brushRef="#br0" timeOffset="17656.37">15636 11794 4221 0,'0'0'705'0,"0"0"223"0,0 0 369 15,0 0-525-15,0 0-503 0,0 0-269 16,0 0 0-16,-42-20 0 0,26 32 0 16,-5 3 0-16,5 2 0 0,-5 3 0 15,0 0 0-15,1 5 0 0,-1 2 0 16,-2 4 0-16,-6 3 0 0,2 3 0 15,1 4 0-15,-1 0 0 16,6-1 0-16,0-2 0 0,5-1 0 16,1-5 0-16,3-1 0 0,2-5 0 15,1-4 0-15,9-3 0 16,0-2 0-16,0-4 0 0,0-2 0 16,9-2 0-16,-3 1 0 0,4 0 0 15,7 0 0-15,3-3 0 0,5-4 0 16,2-1 0-16,4-1 0 0,8-1 0 15,1 1 0-15,3 3 0 0,0 0 0 16,-3 6 0-16,-3 0 0 16,-4 1 0-16,-2 0 0 0,-10-2 0 15,1 0 0-15,-11-2 0 0,-3-5 0 16,-6-1 0-16,2-1 0 0,-4 0-1746 16,-4-8-835-16</inkml:trace>
  <inkml:trace contextRef="#ctx0" brushRef="#br0" timeOffset="17810.16">15311 12291 7115 0,'0'0'896'0,"0"0"-715"15,0 0-181-15,0 0 0 0,0 0 0 16,48 28 0-16,-9-28 0 16,4-1 0-16,1-7 0 0,-5-2 0 15,-6 1 0-15,0-4 0 0,-12 3 0 16,0-3-1437-16</inkml:trace>
  <inkml:trace contextRef="#ctx0" brushRef="#br0" timeOffset="18318.93">16498 12164 3617 0,'0'0'1865'16,"0"0"-684"-16,0 0 23 0,0 0-879 16,-11 60-325-16,1-13 0 15,-7 7 0-15,7-1 0 0,-4-5 0 16,7-3 0-16,-3-4 0 0,8-5 0 16,2-6 0-16,0-10 0 0,0-8 0 15,0-8 0-15,2-4 0 0,4-4 0 16,3-14 0-16,3-13 0 0,2-10 0 15,3-6 0-15,0 3 0 0,1 4 0 16,-5 5 0-16,3 5 0 16,-6 7 0-16,1 9 0 0,-3 7 0 15,-6 7 0-15,6 1 0 0,-1 11 0 16,5 7 0-16,0 8 0 16,1 7 0-16,-7-1 0 0,4 0 0 15,-6 0 0-15,7-2 0 0,-5-4 0 16,4-3 0-16,1-9 0 0,-1-4-1109 15,0-6-280-15,1-5-3465 0</inkml:trace>
  <inkml:trace contextRef="#ctx0" brushRef="#br0" timeOffset="18632.07">16882 12294 7479 0,'0'0'713'0,"0"0"-713"15,-47-23 0-15,30 25 0 0,-6 11 0 16,-1 6 0-16,-1 7 0 0,-2 5 0 15,6 1 0-15,3 3 0 16,5 1 0-16,7 0 0 0,6-1 0 16,6-4 0-16,9-7 0 0,12-6 0 15,8-10 0-15,4-8 0 0,2-6 0 16,-1-12 0-16,-3-3 0 0,-8-8 0 16,-9 0 0-16,-1-2 0 0,-11-1 0 15,-6 2 0-15,-6 1 0 16,-6 1 0-16,-5 3 0 0,-3 4 0 15,-5 0 0-15,0 5 0 0,3 4 0 16,7 4 0-16,5 4 0 0,8 1-221 16,0 0-731-16,6 0-1149 15,9-2 172-15</inkml:trace>
  <inkml:trace contextRef="#ctx0" brushRef="#br0" timeOffset="18757.61">17122 12332 6743 0,'-15'35'1092'0,"-1"-3"-735"15,1 6-357-15,3-4 0 0,-2-4 0 16,7-2 0-16,3-8 0 0,4-4 0 16,0-8 0-16,6-3 0 15,7-8 0-15,3-6 0 0,1-9-45 16,-1 1-2668-16,-5-4-1041 0</inkml:trace>
  <inkml:trace contextRef="#ctx0" brushRef="#br0" timeOffset="18885.06">17238 12016 4093 0,'0'0'2746'0,"0"0"-1426"0,0 0-1287 16,0 0-33-16,0 0 0 15,0 0 0-15,0 0 0 0,-35 15-525 16,33 7-587-16,2-6-241 0,2-2-2753 0</inkml:trace>
  <inkml:trace contextRef="#ctx0" brushRef="#br0" timeOffset="19193.66">17436 12324 6210 0,'0'0'1305'0,"0"0"-721"15,0 0-491-15,0 0-93 0,-41-24 0 16,26 18 0-16,-1 3 0 16,1 3 0-16,-1 0 0 0,1 0 0 15,3 3 0-15,2 2 0 0,3-1 0 16,5-2 0-16,0 4 0 0,4 1 0 15,11 0 0-15,9 5 0 0,5-2 0 16,8 0 0-16,-1 1 0 16,-3-2 0-16,0 3 0 0,-5 2 0 15,-9 4 0-15,-3 1 0 0,-9 3 0 16,-5 1 0-16,-11-1 0 0,-3-1 0 16,-7-1 0-16,-6 0 0 0,7-4 0 15,-5-5 0-15,2-2 0 0,2-9 0 16,7-4 0-16,4-6 0 0,3-5-1029 15,7 5-316-15,4-5-344 0</inkml:trace>
  <inkml:trace contextRef="#ctx0" brushRef="#br0" timeOffset="19454.52">17585 12505 5418 0,'0'0'1293'0,"35"0"-449"15,-16-8-207-15,1-6-637 16,1-4 0-16,0-6 0 0,-5 2 0 15,-1-4 0-15,-5 1 0 0,-8-2 0 16,-2 2 0-16,-6 2 0 16,-4 9 0-16,-7 4 0 0,3 10 0 15,1 12 0-15,-5 11 0 0,-1 10 0 16,2 6 0-16,7 5 0 0,8-2 0 16,6-1 0-16,11-8 0 0,12-6 0 15,4-5 0-15,12-12 0 0,9-5 0 16,1-7 0-16,5-11-341 0,-12 1-2056 15,-7-6-820-15</inkml:trace>
  <inkml:trace contextRef="#ctx0" brushRef="#br0" timeOffset="19918.73">14600 11545 3689 0,'0'0'1661'0,"-56"33"-689"0,19-2-547 16,0 13 35-16,-7 14 84 0,-1 14-372 16,4 12 0-16,3 9-75 15,16 6-97-15,7 2 0 0,19-1 0 16,17-6 0-16,12-7 0 0,19-10 0 16,12-7 0-16,14-8 0 0,7-11-285 15,14-9-851-15,-24-16-425 0,7-9-1685 0</inkml:trace>
  <inkml:trace contextRef="#ctx0" brushRef="#br0" timeOffset="20402.2">18122 11775 2172 0,'0'0'2658'0,"0"0"-1818"0,0 0-132 16,0 0 453-16,0 0-629 15,0 0-411-15,-6 45-121 0,37 7 0 16,21 17 0-16,8 9 0 0,-2 5 0 15,4 6 0-15,-6 4 0 0,-13-1 0 16,-16 1 0-16,-19-2 0 16,-12-1 0-16,-17-6 0 0,-10-3 0 15,-4-9 0-15,-8-10 0 0,-5-11 0 16,-3-11 0-16,-3-9 0 0,2-13 0 16,3-9 0-16,9-4-869 0,7-6-3933 0</inkml:trace>
  <inkml:trace contextRef="#ctx0" brushRef="#br0" timeOffset="35414.51">4287 8093 1664 0,'0'0'0'0,"46"-28"-1352"0</inkml:trace>
  <inkml:trace contextRef="#ctx0" brushRef="#br0" timeOffset="36239.04">4440 9262 2717 0,'0'0'3253'0,"0"0"-2713"0,50-15 21 16,-15 4-173-16,6 1-44 0,1-1 45 0,7 0-389 15,7-1 0-15,4-2 0 16,6-3 0-16,2 2 0 0,-2-2 0 15,1 2 0-15,-14 1 0 0,-7 3 0 16,-15 3 0-16,-13 3 0 0,-9 4-1265 16,-7 1 56-16,-10 0-272 0</inkml:trace>
  <inkml:trace contextRef="#ctx0" brushRef="#br0" timeOffset="36688.19">4399 9114 648 0,'0'0'1989'0,"0"0"-1333"0,0 0 629 16,-37 26-433-16,28-22-192 0,3-1 253 16,2 0-417-16,2-2-100 0,2 0-99 15,0-1-297-15,0 0 0 16,6-2 0-16,9-6 0 0,11-5 0 16,8-4 0-16,7-3 0 0,0-1 0 15,1 5 0-15,-11 3 0 0,-5 3 0 16,-13 7 0-16,-5 3 0 0,-8 3 0 15,-8 13 0-15,-9 6 0 16,-10 8 0-16,-6 3 0 0,-4 0 0 16,-6 3 0-16,-1 1 0 0,1-1 0 15,2-1 0-15,10-5 0 16,10-3 0-16,11-5 0 0,10-4 0 16,10 0 0-16,11-2 0 0,10 0 0 15,6-1 0-15,-4-1 0 0,-8-3 0 16,-5 0-2506-16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8:07:39.9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21527 3199 1472 0,'0'0'104'0,"0"0"685"0,0 0-789 16,0 0-433-16,0 0-627 0,0 0 640 0</inkml:trace>
  <inkml:trace contextRef="#ctx0" brushRef="#br0" timeOffset="439">21515 3128 1000 0,'0'0'148'0,"0"0"1329"16,0 0-1185-16,0 0-40 0,0 0 384 15,0 0-11-15,0 0-33 0,0 0 392 16,0 0-427-16,0 0-53 0,4 32 248 15,-6-24-404-15,2-1-323 0,0 3-25 16,2 3 0-16,4 2 0 0,-2 8 0 16,2 2 0-16,0 3 0 15,-1 7 0-15,-1 6 0 0,-2 7 0 16,-2 7 0-16,4 5 0 0,-2 10 0 16,-2 0 0-16,-2 5 0 0,-2 0 0 15,2-2 0-15,0 1 0 16,0 2 0-16,-3-1 0 0,1 2 0 15,-2 0 0-15,-4-1 0 0,4 1 0 16,-5 3 0-16,5 3 0 16,-2 2 0-16,2 4 0 0,-5 2 0 15,5 3 0-15,-2 2 0 0,0 5 0 16,-3 3 0-16,3 3 0 0,-2 3 0 16,1-1 0-16,-1 4 0 0,0 2 0 15,-1 0 0-15,-3-2 0 0,3-1 0 16,1-1 0-16,0 1 0 15,-1-1 0-15,1-3 0 0,2-2 0 16,-2-3 0-16,-1-4 0 0,1-1 0 16,0-7 0-16,-3-6 0 15,1-10 0-15,1-11 0 0,7-11 0 16,-2-12 0-16,2-12 0 0,2-12 0 16,2-10 0-16,0-6 0 0,0-2 0 15,6-10 0-15,0-8 0 0,-2-5-805 16,5 5-452-16,-7 3-2228 0</inkml:trace>
  <inkml:trace contextRef="#ctx0" brushRef="#br0" timeOffset="698.94">21171 7343 5202 0,'0'0'1389'0,"0"0"-1077"0,0 0 180 15,36 17 305-15,-7-17-797 0,-1 0 0 16,3 1 0-16,0 1 0 0,0 4 0 16,3 1 0-16,1 3 0 15,0-1 0-15,2 1 0 0,-4 2 0 16,4-1 0-16,-6 0 0 0,-2 0 0 16,-6-1 0-16,-6 1 0 0,-7-3 0 15,-2-1 0-15,-6-3 0 0,-2-2-293 16,0-2-1312-16</inkml:trace>
  <inkml:trace contextRef="#ctx0" brushRef="#br0" timeOffset="1462.97">22114 3193 1024 0,'0'0'1016'0,"-6"-33"-663"0,2 19 91 15,2 4 44-15,0 5-104 0,0 4 4 16,2 1 237-16,0 3-321 15,0 11-76-15,-5 13 524 0,5 11-256 16,0 6-135-16,0 6 255 0,0 4-312 16,5 5-12-16,1 7-175 15,4 9-117-15,0 7 0 0,-3 11 0 16,-5 10 0-16,-2 5 0 0,-9 9 0 16,5 2 0-16,-4 5 0 0,-6 7 0 15,-1 7 0-15,-6 9 0 0,-1 6 0 16,-3 6 0-16,-4 3 0 0,-2 3 0 15,4 6 0-15,-4 2 0 0,2-6 0 16,-4 2 0-16,-2-7 0 16,2-8 0-16,0-8 0 0,4-9 0 15,6-12 0-15,4-11 0 16,3-8 0-16,8-16 0 0,-1-13 0 16,3-14 0-16,2-17 0 0,4-13 0 15,0-13 0-15,0-11 0 0,8-10 0 16,5-21 0-16,-3 1-1481 15,2-15-1013-15</inkml:trace>
  <inkml:trace contextRef="#ctx0" brushRef="#br0" timeOffset="1769.12">21357 3308 2180 0,'0'0'2398'0,"38"3"-526"0,1-1-791 16,11 1-420-16,18 1-661 0,4 1 0 16,15 2 0-16,6 1 0 15,2-1 0-15,4-1 0 0,-4 1 0 16,-6-3 0-16,-27-2 0 0,-8-2-4987 0</inkml:trace>
  <inkml:trace contextRef="#ctx0" brushRef="#br0" timeOffset="2738.15">22666 3856 2641 0,'0'0'2385'0,"0"0"-2349"0,37-50-8 16,-35 32 124-16,-2-2 212 0,-6 0 388 16,-6-2-331-16,-9-1-137 0,-10-1-20 15,-10 1-248-15,-13 1-8 0,-14 5 8 16,-5 4-4-16,-3 3-12 0,-7 4 184 15,-4 2-72-15,-6 4-56 0,-4 1-56 16,-4 12 4-16,2 4-4 0,-3 10 0 16,-1 6-4-16,-2 9 4 15,-1 8-4-15,-1 6-48 0,1 7-4 16,5 6 48-16,8 4 8 0,12-2 4 16,17-4 140-16,13-8-64 0,13-7-8 15,11-9-72-15,7-4-28 16,9-9-152-16,7-4-244 0,4-7 184 15,9-5 16-15,1-7-729 0,-4-4-371 16,4-6-557-16</inkml:trace>
  <inkml:trace contextRef="#ctx0" brushRef="#br0" timeOffset="3220.86">20533 4076 6478 0,'0'0'1029'0,"16"-44"-397"0,-7 22-579 0,-1 3-53 0,0 1 0 0,2 0 0 16,5 2 0-16,-3 0 0 0,11 0 0 15,-2 4 0-15,-3 6 0 0,-1 6 0 16,-7 11 0-16,-4 12-93 0,-10 13-375 15,-14 11 280-15,-18 10 188 0,-7 9-4 16,-9 4 8-16,-5-1 60 0,5-4 524 16,4-7-491-16,9-10-97 15,14-12 0-15,9-11 0 0,7-9 0 16,18-11 0-16,13-6 0 0,16-11 0 16,28-10 0-16,21-3 0 15,22-2 0-15,21 4-733 0,13 7-83 16,12 8 119-16,-2 10-115 0,-15 13 468 15,-38 2-89-15,-22 3-2500 0</inkml:trace>
  <inkml:trace contextRef="#ctx0" brushRef="#br0" timeOffset="4626.43">22155 5603 4117 0,'0'0'597'0,"-6"-46"135"16,4 24 372-16,-2 6-531 0,0 3 23 15,-4 3-123-15,-1 3-473 0,1 4 0 16,2 0 0-16,2 3 0 16,0 0 0-16,-3 3 0 0,5 6 0 15,0 10 0-15,2 13 0 0,9 9 0 16,3 8 0-16,9 7 0 0,5-1 0 15,5 4 0-15,7 1 0 16,7 2 0-16,7-1 0 0,8 0 0 16,6 0 0-16,8 2 0 0,5-1 0 15,4 4 0-15,1 4 0 0,-1 1 0 16,-6 4 0-16,-5-3 0 0,-10 1 0 16,-6-3 0-16,-7-3 0 0,-1-3 0 15,-7-1 0-15,-4-5 0 16,-1-7 0-16,-5-9 0 0,-7-9 0 15,7-9 0-15,-8-7 0 0,0-10 0 16,-9-3 0-16,-5-4 0 0,-5 0-649 16,-8-6-5982-16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8:08:41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23553 15479 1896 0,'0'0'2189'0,"0"0"-1584"15,0 0 487-15,0 0-460 0,0 0-123 16,0 0 419-16,0 0-587 0,0 0-341 16,20 3 0-16,1 6 0 15,6 4 0-15,12 2 0 0,15 0 0 16,12-3 0-16,13 0 0 0,16-4 0 15,14-2 0-15,15-5 0 16,15-1 0-16,16-1 0 0,10-7 0 16,11-2 0-16,0-1 0 0,-9-2 0 15,-6 1 0-15,-16 1 0 0,-21 4 0 16,-16 2 0-16,-20 5 0 0,-19-5 0 16,-26 2-2082-16,-10-8-3484 0</inkml:trace>
  <inkml:trace contextRef="#ctx0" brushRef="#br0" timeOffset="15740.35">21025 10487 2577 0,'0'0'2017'16,"-56"14"-637"-16,27-6-948 15,-2 1-151-15,6-2-85 0,4 0-180 16,9-3-16-16,10-3-36 0,6-2-421 16,6-3-583-16,11-9-4030 0</inkml:trace>
  <inkml:trace contextRef="#ctx0" brushRef="#br0" timeOffset="20312.41">19375 11729 2032 0,'0'0'3150'0,"0"0"-2602"0,-35 3 285 16,29-3-473-16,2 0-84 16,2-1 168-16,-3 0-188 0,1 1 16 15,4-1-251-15,0 0-21 0,0-2 0 16,7 1 0-16,-3-3 0 0,6 1 0 15,-2 1 0-15,1-1 0 0,1 2 0 16,11-2 0-16,-1 1 0 16,7-3 0-16,8 1 0 0,-2-1 0 15,9 0 0-15,5-1 0 0,7 0 0 16,8 1 0-16,6 0 0 0,11 1 0 16,10 2 0-16,6 1 0 0,4 1 0 15,2 1 0-15,-4 0 0 16,-6 2 0-16,-12 1 0 0,-17 1 0 15,-19 0 0-15,-16-2 0 0,-10-1 0 16,-13 0 0-16,-4-1-1205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8:09:29.71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B050"/>
    </inkml:brush>
    <inkml:brush xml:id="br4">
      <inkml:brushProperty name="width" value="0.05292" units="cm"/>
      <inkml:brushProperty name="height" value="0.05292" units="cm"/>
      <inkml:brushProperty name="color" value="#7030A0"/>
    </inkml:brush>
    <inkml:brush xml:id="br5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18887 8674 4754 0,'0'0'700'0,"0"0"-320"15,0 0 64-15,27 45-75 0,-14-4 27 16,-5 12 232-16,-8 9-396 0,0 5-12 16,-8 8-151-16,-1 11-69 15,1 9 0-15,2 11 0 0,0 7 0 16,1 8 0-16,5 6 0 0,7 7 0 16,3 0 0-16,4-2 0 15,3-7 0-15,2-9 0 0,-3-9 0 0,-3-8 0 16,-7-12 0-16,-4-13 0 15,-2-12 0-15,-4-13-397 0,-2-14-1316 16,-3-15-404-16</inkml:trace>
  <inkml:trace contextRef="#ctx0" brushRef="#br0" timeOffset="373.8">18803 8435 6402 0,'0'0'84'16,"0"0"581"-16,0 0-549 15,0 0-100-15,78 36-16 0,-12-17 24 16,17-1-8-16,12-5-16 0,10-2 12 16,19 1-8-16,9 1-8 0,3 0-92 15,1 0-80-15,-1-1 120 0,-4-2 16 16,-6 2-72-16,-4-1 76 0,-12 0 20 16,-5 3 20-16,-16-2-4 0,-16 1 0 15,-16-1-20-15,-19-1-249 0,-16-2-371 16,-9-3 164-16,-7-2 196 15,-6 0 260-15,2-1 20 0,0 2-4 16,0-1-168-16,-2-1-933 0,0 0-259 0</inkml:trace>
  <inkml:trace contextRef="#ctx0" brushRef="#br0" timeOffset="670.9">20830 8844 5306 0,'0'0'584'0,"7"44"177"0,-5-15-13 16,-2 3-424-16,-2 6-68 0,-3 10-43 15,-1 10-213-15,-2 10 0 0,0 13 0 16,2 6 0-16,-3 6 0 0,5 4 0 16,-4 4 0-16,4 1 0 15,0 1 0-15,4 0 0 0,4-2 0 16,8-5 0-16,3-6 0 0,7-2 0 15,-1-5 0-15,2-5 0 0,-5-8 0 16,-1-8 0-16,-7-9 0 16,-6-10 0-16,0-10 0 0,-1-5-77 15,-3-7-179-15,2-8-852 0,0-5-145 16,-2-7-372-16</inkml:trace>
  <inkml:trace contextRef="#ctx0" brushRef="#br0" timeOffset="872.71">20996 10889 7059 0,'-48'8'200'16,"-3"-4"380"-16,-20 0-560 0,-9-1-16 15,-18 0-4-15,-17-1-36 0,-16 2 12 16,-11-1-8-16,-1 1-72 0,-6-4-4 15,-2 4 24-15,3 0 40 0,3 3-156 16,9 2-400-16,36-2-49 0,13-4-367 16</inkml:trace>
  <inkml:trace contextRef="#ctx0" brushRef="#br1" timeOffset="5987.67">21525 8767 6450 0,'0'0'289'0,"0"0"339"15,0 0-624-15,0 0 40 0,0 0 8 16,-10 34-44-16,1-5 80 15,1 8 128-15,2 6-136 0,6 4 36 16,0 9 76-16,2 7-167 0,4 7-25 16,-2 7 0-16,-4 6 0 15,0 2 0-15,0 5 0 0,0 3 0 16,0-1 0-16,0 3 0 0,2 1 0 16,7-1 0-16,1-5 0 0,4-3 0 15,-1-8 0-15,-3-2 0 0,-4-7 0 16,-4-6 0-16,-2-8 0 15,-2-7-141-15,-4-9-299 0,-4-12-588 16,-1-6 63-16,5-12-103 0,-4-9-2546 0</inkml:trace>
  <inkml:trace contextRef="#ctx0" brushRef="#br1" timeOffset="6420">21479 10483 6751 0,'38'9'80'0,"24"-1"108"15,27 0 100-15,14-1-192 0,21-1-12 16,14 5-28-16,15 1-24 0,15 2-20 15,3 2 148-15,9 1-92 0,-4 1-24 16,8-4 36-16,0-4-8 16,0-4 24-16,-8-6-11 0,-17-1-85 15,-19-7 0-15,-22 0 0 0,-21-3-221 16,-20-3-99-16,-26-1-504 0,-17-4 27 16,-18 3-379-16,-12-3-3398 0</inkml:trace>
  <inkml:trace contextRef="#ctx0" brushRef="#br1" timeOffset="6790.3">21579 8652 7383 0,'0'0'356'0,"0"0"-160"16,0 0-196-16,60-14 0 0,0 7 12 15,20-1-12-15,13 0 0 0,13 1 0 16,9 0 0-16,22-2 4 15,10-2-4-15,10 0 0 0,6 0-8 16,-4 1 8-16,-8 1-16 0,-4 2-296 16,-19 1-104-16,-10 0 104 0,-17 1-421 15,-8 2 53-15,-14-4-8 0,-13-1-797 16,-21 2 108-16,-8-4-435 0</inkml:trace>
  <inkml:trace contextRef="#ctx0" brushRef="#br1" timeOffset="6991.29">23912 8458 6659 0,'-12'50'944'0,"12"5"-355"15,2 11-589-15,6 2 0 16,5 7 0-16,-3 6 0 0,0 6 0 16,-1 8 0-16,-3 10 0 0,-4 13 0 15,-2 8 0-15,-12 8 0 0,-3 8 0 16,-8 5 0-16,-1 3 0 15,3-3 0-15,4-7 0 0,11-10 0 16,6-10 0-16,0-32-261 0</inkml:trace>
  <inkml:trace contextRef="#ctx0" brushRef="#br1" timeOffset="12078.68">25399 10928 1296 0,'0'0'608'0,"0"0"-332"16,0 0 617-16,0 0-873 0,0 0 80 15,0 0 36-15,0 0 60 0,0 0 184 16,43 19-156-16,-28-13 45 0,-1-1 379 16,3 2-24-16,1 2-80 0,11 2 221 15,6-2-289-15,5 2-64 0,9-4-87 16,5-2-325-16,6-1 0 16,16-4 0-16,11-2-349 0,12-5-107 15,17-3-236-15,10-2-13 0,9 0-199 16,-30 2-1237-16,5-2-200 0</inkml:trace>
  <inkml:trace contextRef="#ctx0" brushRef="#br1" timeOffset="12398.91">28462 11029 7887 0,'89'18'305'0,"37"0"-305"0,35 2 0 16,9-4 0-16,-3-5 0 0,-41-2 0 15,-10-7-821-15</inkml:trace>
  <inkml:trace contextRef="#ctx0" brushRef="#br2" timeOffset="26027.23">24859 8655 2817 0,'0'0'4158'0,"0"0"-3338"0,0 0-444 16,-8 38-355-16,2-6-21 0,0 10 0 15,-3 6 0-15,3 6 0 16,0 12 0-16,0 9 0 0,-1 11 0 16,1 13 0-16,0 10 0 0,0 7 0 15,-4 6 0-15,-3 5 0 0,1 5 0 16,-3 0 0-16,5-4 0 15,2-8 0-15,1-15 0 0,3-11 0 16,0-10 0-16,-4-16 0 0,-2-20 0 16,-3-12 0-16,1-19 0 0,-3-18-581 15,9-7-720-15,-6-19-672 0</inkml:trace>
  <inkml:trace contextRef="#ctx0" brushRef="#br2" timeOffset="26722.76">24704 8621 8192 0,'0'0'0'0,"0"0"0"0,10-41 0 15,17 33 0-15,17 1 0 0,12 3 0 16,14 4 0-16,17 0 0 0,10 3 0 15,14 0 0-15,11 2 0 0,9 2-241 16,7 3-107-16,7 2-140 16,0 1 268-16,-1 1 176 0,-3 0 32 15,-5 2 24-15,-6 0 68 0,-8-3 124 16,-4-4-36-16,-10-4 72 0,-11-3-80 16,-14-2-160-16,-17-7-68 0,-13-4-268 15,-15 0 104-15,-11-2 184 0,-13-1 36 16,-4 1 0-16,-3 0 12 15,-3 1 32-15,-2 2-20 0,0 3 4 16,-2 4 12-16,0 2-12 0,0 1 16 16,2 0 88-16,-2 5-44 0,0 8 48 15,-6 10 200-15,0 11-64 0,-7 9-103 16,-1 8-157-16,-3 6 0 16,1 5 0-16,-3 11 0 0,2 6 0 15,1 8 0-15,-1 12 0 0,3 10 0 16,1 4 0-16,3 8 0 0,2 3 0 15,0 1 0-15,-3 0 0 16,-1-4 0-16,-1-8 0 0,1-6 0 16,0-6 0-16,1-6 0 0,1-10 0 15,2-8 0-15,2-9 0 0,1-15 0 16,1-4 0-16,4-10 0 0,2-10 0 16,2-5 0-16,5-6 0 0,1-9 0 15,-4-4 0-15,0-5 0 0,-1-2-317 16,-3-8-483-16,-2-4 284 15,-4-2 91-15,-7 3 425 0,-3 5 80 16,-3 7 325-16,-6 0-61 0,-1 1 52 16,-9 1 124-16,-11 3-328 0,-5-1-71 15,-13 1-121-15,-9-2 0 16,-11-1 0-16,-18-1 0 0,-15-3 0 16,-26-4 0-16,-28-5 0 0,-28-1 0 15,-24-4 0-15,-17 0 0 16,-6-4 0-16,5-5 0 0,59 4-1161 15,18-11-2729-15</inkml:trace>
  <inkml:trace contextRef="#ctx0" brushRef="#br2" timeOffset="39195.36">31364 10969 1964 0,'0'0'221'0,"0"0"-221"0,0 0-201 15,0 0-703-15</inkml:trace>
  <inkml:trace contextRef="#ctx0" brushRef="#br2" timeOffset="39641.1">31211 10922 4838 0,'0'0'504'0,"0"0"588"16,0 0-631-16,0 0-153 0,0 0 156 15,44-5-168-15,1 5-67 0,9 1-229 16,6-1 0-16,2 0 0 0,6 3 0 16,5 0 0-16,7 3 0 0,7 6 0 15,6 1 0-15,8 6 0 0,9 3 0 16,4 1 0-16,-1 2 0 15,-7-3 0-15,-11-3 0 0,-13-7-61 16,-19-6-251-16,-16-5 16 0,-16-2-80 16,-14-7-369-16,-9-2 217 0,-8-3-136 15,-6 3-917-15,-1 1-300 0</inkml:trace>
  <inkml:trace contextRef="#ctx0" brushRef="#br3" timeOffset="42920.1">30740 8786 7711 0,'0'0'272'0,"4"64"-63"15,-8-11-209-15,-10 9 0 0,-7 9 0 16,-6 10 0-16,0 10 0 0,2 14 0 15,3 11 0-15,5 17 0 16,3 13 0-16,-3 7 0 0,1 3 0 16,-5-2 0-16,0-8 0 0,3-8 0 15,3-16 0-15,7-17 0 16,6-19 0-16,4-25 0 0,6-17-833 16,0-18-432-16,1-21-2965 0</inkml:trace>
  <inkml:trace contextRef="#ctx0" brushRef="#br3" timeOffset="43500.15">30761 8818 8192 0,'33'-22'0'15,"21"9"0"-15,18 2 0 0,9 6 0 16,10 3 0-16,4 2 0 0,6 0 0 16,6 5 0-16,3 1 0 0,6 2 0 15,6 3 0-15,6 0 0 0,6 1 0 16,1 2 0-16,1 0 0 16,-2-2 0-16,-5-3 0 0,-5-1 0 15,-13-5 0-15,-5 0 0 0,-13 1 0 16,-13 0 0-16,-12 3 0 0,-12 0 0 15,-12 0 0-15,-7 6 0 0,-8 6 0 16,-4 7 0-16,-9 13 0 16,-3 11 0-16,-9 11 0 0,-8 13 0 15,-11 10 0-15,-8 10 0 0,-8 3 0 16,-2 1 0-16,-4 2 0 0,0 0 0 16,0 2 0-16,-1-2 0 0,3-5 0 15,2 0 0-15,4 1 0 0,2 1 0 16,3 8 0-16,3-6 0 0,4-4 0 15,5-6 0-15,4-7 0 16,4-2 0-16,4-1 0 0,0-4 0 16,0-9-33-16,0-10-383 0,0-13-84 15,-5-18 8-15,-11-11 492 16,-15-13 16-16,-17-9 284 0,-20-8 4 16,-12-9 84-16,-18-1 45 0,-15 0-433 15,-13 1 0-15,-19 3 0 16,-14 2 0-16,-11 0 0 0,-8-1 0 15,-10-2 0-15,-6-1 0 0,-9-4 0 16,46 7-1537-16,-2-3-1397 0</inkml:trace>
  <inkml:trace contextRef="#ctx0" brushRef="#br3" timeOffset="44853.43">4157 4947 2617 0,'0'0'2577'0,"0"0"-1973"15,0 0 32-15,0 0 345 0,0 0-505 16,50-26-175-16,-21 21-301 0,-1 1 0 16,12 1 0-16,-3 3 0 0,0 2 0 15,5 1 0-15,-5 2 0 16,0 0 0-16,4-3 0 0,-8 0 0 16,2 1 0-16,-4-3 0 0,-2 0 0 15,-4-3 0-15,-4 1 0 0,-11-3 0 16,-4 2 0-16,-1-1-257 0,-5 3-1708 15,-9-7-1100-15</inkml:trace>
  <inkml:trace contextRef="#ctx0" brushRef="#br4" timeOffset="49629.28">27708 8569 3953 0,'0'0'2081'16,"-9"59"-1488"-16,9-8-45 0,2 12 268 15,1 8-615-15,-3 7-201 0,0 8 0 16,-3 12 0-16,-9 12 0 0,-4 15 0 16,-3 9 0-16,-6 8 0 0,0 2 0 15,3 2 0-15,3-7 0 0,2-11 0 16,7-12 0-16,2-14 0 15,2-13 0-15,2-14 0 0,4-20 0 16,2-19-9-16,0-17-275 0,2-13-324 16,-2-6-1253-16,-2-24-376 0</inkml:trace>
  <inkml:trace contextRef="#ctx0" brushRef="#br4" timeOffset="50154.78">27743 8728 8192 0,'33'-12'0'0,"19"7"0"16,12 3 0-16,12 3 0 0,9 7 0 16,10-1 0-16,6-3 0 0,11 0 0 15,6 1 0-15,8-1 0 0,4-2-137 16,4-2 53-16,-1 0 84 15,-3 0-4-15,-4 0 8 0,-10 0-4 16,-7 0 0-16,-14 3 28 0,-10 5-28 16,-12 4 120-16,-14 1-72 0,-17 2-23 15,-11 2-25-15,-13 0 0 0,-9 7 0 16,-7 2 0-16,-4 8 0 16,-11 7 0-16,-1 6 0 0,-3 9 0 15,-1 10 0-15,-3 11 0 0,0 12 0 16,1 8 0-16,-1 7 0 0,-2 2 0 15,5 6 0-15,-3 2-249 16,0-3 45-16,1-4 172 0,1-10 32 16,3-6 76-16,1-8 144 0,3-2-31 15,5-5-189-15,3-4 0 0,0-9 0 16,-2-6 0-16,-4-7 0 0,-5-8 0 16,-8-1 0-16,-8-9 0 0,-14-6 0 15,-13-9 0-15,-20-7 0 0,-18-9 0 16,-15-2 0-16,-13-6 0 15,-11-3 0-15,-3 0 0 0,-3-2 0 16,5-4 0-16,4 0 0 0,1-4 0 16,1-7 0-16,-12-5 0 15,32 4-929-15,-10-4-4198 0</inkml:trace>
  <inkml:trace contextRef="#ctx0" brushRef="#br4" timeOffset="51243.81">4093 5700 3269 0,'0'0'1617'15,"0"0"-1125"-15,0 0 96 0,0 0 193 16,0 0-357-16,0 0 0 0,0 0 173 16,45-1-597-16,-5 1 0 0,1 2 0 15,7 2 0-15,9-2 0 16,3 2 0-16,7-2 0 0,3 2 0 16,-2-2 0-16,-6 2 0 0,-4-1 0 15,-11 0 0-15,-5-1 0 16,-11-2 0-16,-11 0 0 0,-7 0 0 15,-9 0 0-15,-4-5-169 0,-6 3-2020 16,-9-9-2613-16</inkml:trace>
  <inkml:trace contextRef="#ctx0" brushRef="#br4" timeOffset="52047.45">4372 5059 5386 0,'0'0'684'0,"0"0"181"0,-15 44-209 0,15-25-180 15,0 4-351-15,5 3-125 0,-1 5 0 16,2 2 0-16,4 2 0 15,-4-1 0-15,5 2 0 0,-1-2 0 16,-4-3 0-16,-1-4 0 0,-1-7 0 16,-2-2 0-16,-2-6 0 15,0-5 0-15,0-1 0 0,0-2 0 16,0 0 0-16,-2 0 0 0,-2 1 0 16,-3-2 0-16,3 0 0 0,-4-1 0 15,0-2 0-15,3 0 0 0,-5-2 0 16,4-5 0-16,-9-6 0 0,-1-4 0 15,-1-5 0-15,-1 0 0 0,1 2 0 16,1 3 0-16,1 4 0 0,5 5 0 16,2 3 0-16,4 3 0 0,4 1 0 15,-5 1 0-15,3 0 0 16,2 0 0-16,0 2 0 0,0 4 0 16,7 4 0-16,3 8 0 0,6 3 0 15,5 1 0-15,0-2 0 0,1-3 0 16,3-1 0-16,-4-2 0 15,0-2 0-15,-3 0 0 0,1-6 0 16,-9 0 0-16,-4-4 0 0,-1-2 0 16,1 0 0-16,-4-5 0 15,6-9 0-15,2-7 0 0,1-10 0 16,1-4 0-16,7-1 0 0,-1 2 0 16,5 1 0-16,-4 10-753 0,-5-2-6350 0</inkml:trace>
  <inkml:trace contextRef="#ctx0" brushRef="#br5" timeOffset="66916.73">14770 11882 5742 0,'0'0'568'0,"0"0"245"16,0 0-433-16,0 0-100 0,0 0 36 16,0 0-264-16,0 0-24 15,0 0-15-15,0 0-13 0,-11 1 0 16,28 13 0-16,1 12 0 0,3 13 0 15,-2 10 0-15,-9 8 0 0,-6 1 0 16,0 1 0-16,-4-1 0 16,-4-3 0-16,0-8 0 0,-2-6 0 15,6-9 0-15,0-11 0 0,0-7 0 16,0-7 0-16,0-6-845 0,0-1-632 16,4-10-796-16</inkml:trace>
  <inkml:trace contextRef="#ctx0" brushRef="#br5" timeOffset="67168.8">14542 11882 5710 0,'0'0'1693'0,"0"0"-993"0,0 0-611 16,0 0-89-16,0 0 0 0,64-46 0 15,-12 24 0-15,8 1 0 0,2 2 0 16,-4 7 0-16,-2 5 0 0,-7 7 0 16,-7 2 0-16,-5 6 0 15,-6 3 0-15,-11-2-2450 0,-7 1-2440 0</inkml:trace>
  <inkml:trace contextRef="#ctx0" brushRef="#br5" timeOffset="67623.16">15280 11784 3589 0,'0'0'2533'16,"0"0"-1368"-16,0 0-633 0,0 0-159 15,0 0-373-15,-37 4 0 0,27-8 0 16,-3-2 0-16,-3 0 0 16,1 0 0-16,5 2 0 0,0 4 0 15,-1 0 0-15,-5 8 0 0,1 4 0 16,-5 3 0-16,7 2 0 0,-1 1 0 16,7 0 0-16,3 1 0 0,4 0 0 15,9 0 0-15,3 2 0 16,-2 3 0-16,5-1 0 0,-5 5 0 15,-4 1 0-15,-2 3 0 0,-4 3 0 16,0-1 0-16,-4 2 0 0,0-2 0 16,2-2 0-16,-2-5 0 0,0 1 0 15,4-7 0-15,0-2 0 0,4-5 0 16,2-2 0-16,5 0 0 0,5-4 0 16,3-2 0-16,3-4 0 15,5-2 0-15,2-2 0 0,0-5 0 16,0-2 0-16,-2-3 0 0,-4 1-293 15,-3-2-967-15,-5 2 135 0,-9 2-248 0</inkml:trace>
  <inkml:trace contextRef="#ctx0" brushRef="#br5" timeOffset="67754.45">15094 12075 6907 0,'0'0'416'0,"0"0"304"15,41 3-571-15,-18-4-149 0,2-2 0 16,2-2 0-16,0-5 0 0,6-4 0 16,2-2 0-16,-8-1-517 0,-6 3-3789 0</inkml:trace>
  <inkml:trace contextRef="#ctx0" brushRef="#br5" timeOffset="68308.89">15894 12051 5938 0,'0'0'649'16,"0"0"351"-16,0 50-464 0,0-18-467 15,0 1-69-15,0-1 0 0,4 0 0 16,-4-1 0-16,0-1 0 16,2-3 0-16,-2-6 0 0,0-2 0 15,-2-3 0-15,2-8 0 0,-4-3 0 16,4-3 0-16,0-2 0 0,0-6 0 16,8-10 0-16,1-14 0 0,1-8 0 15,0-4 0-15,5 4 0 16,-5 7 0-16,5 5 0 0,-3 11 0 15,-2 8 0-15,-6 6 0 0,3 6 0 16,3 9 0-16,0 8 0 0,5 7 0 16,-3 3 0-16,3 0 0 0,-3-2 0 15,3-2 0-15,-3-2 0 0,2-1 0 16,3-6 0-16,-7-4 0 0,1-4-1934 16,-3-5-803-16</inkml:trace>
  <inkml:trace contextRef="#ctx0" brushRef="#br5" timeOffset="68590.56">16287 12189 7211 0,'0'0'752'0,"0"0"-523"0,0 0-229 16,0 0 0-16,-35-7 0 0,22 28 0 16,-3 8 0-16,1 5 0 0,5 3 0 15,4-4 0-15,6 0 0 16,0-3 0-16,2-2 0 0,8-4 0 15,0-4 0-15,9-6 0 0,0-6 0 16,-1-4 0-16,5-4 0 0,-2-11 0 16,-5-3 0-16,1-5 0 0,-7-5 0 15,-6-2 0-15,-4 1 0 0,0-3 0 16,-6 3 0-16,-2-1 0 0,-5 0 0 16,-1 4 0-16,4 1 0 15,3 6 0-15,3 5-121 0,4 5-667 16,0 2-1421-16,4-4-484 0</inkml:trace>
  <inkml:trace contextRef="#ctx0" brushRef="#br5" timeOffset="68746.7">16456 12294 6987 0,'0'0'1205'16,"-6"35"-1205"-16,2-13 0 0,-2 7 0 15,2 1 0-15,-3-3 0 16,7-2 0-16,0-5 0 0,7-6 0 15,3-7 0-15,9-6 0 0,-7-1-1926 16,-2-8-951-16</inkml:trace>
  <inkml:trace contextRef="#ctx0" brushRef="#br5" timeOffset="68887.95">16545 11958 7451 0,'0'0'336'0,"0"0"-276"16,0 0 272-16,0 0-319 0,0 0-13 15,0 0 0-15,0 0-361 0,-4 53-211 16,8-27-1141-16,2-7-280 16,3 0-808-16</inkml:trace>
  <inkml:trace contextRef="#ctx0" brushRef="#br5" timeOffset="69329.89">16766 12267 2965 0,'0'0'3770'0,"0"0"-3238"15,0 0 52-15,0 0-243 16,0 0-341-16,0 0 0 0,0 0 0 16,0 0 0-16,0 0 0 0,0 0 0 15,11-16 0-15,-7 19 0 0,-2 0 0 16,2 1 0-16,0 0 0 0,0 0 0 16,-2 0 0-16,3 0 0 15,-3 0 0-15,-2 3 0 0,0 4 0 16,-2 2 0-16,-5 3 0 0,-1-3 0 15,6 1 0-15,0-3 0 0,0-1 0 16,2-3 0-16,0-1 0 16,0-2 0-16,2-2 0 0,0 1 0 15,0 0 0-15,6-1 0 0,-1 2 0 16,-1-3 0-16,4 3 0 0,0 2 0 16,7 3 0-16,4 4 0 0,-5 5 0 15,-1 0 0-15,-1 1 0 0,-1 1 0 16,1-2 0-16,-4-1 0 15,-3-1 0-15,-7-3 0 0,4-3 0 16,-8 0 0-16,-7-3 0 0,-5-2 0 16,-9-2 0-16,-2-1 0 0,-4-2 0 15,-2-2 0-15,2-1 0 0,0-3 0 16,6 1 0-16,6 0 0 0,9 3 0 16,2 0 0-16,8-1 0 15,0 1 0-15,0-4-73 0,14-2-523 16,9-3-312-16,-2 4 219 0,-1 0-487 0</inkml:trace>
  <inkml:trace contextRef="#ctx0" brushRef="#br5" timeOffset="70070.05">17081 12498 6214 0,'0'0'1449'0,"0"0"-1153"16,0 0-63-16,0 0-233 0,0 0 0 15,0 0 0-15,47-3 0 0,-14-9 0 16,-2-5 0-16,0-3 0 0,-4 0 0 16,-6-1 0-16,-7-2 0 0,-3-2 0 15,-9 5 0-15,-2 1 0 16,-7 4 0-16,-9 5 0 0,-5 7 0 15,-6 5 0-15,-4 11 0 0,0 8 0 16,0 3 0-16,4 8 0 0,7 0 0 16,3-1 0-16,11 0 0 0,2-4 0 15,14-2 0-15,11-5 0 0,12-3 0 16,8-7 0-16,11-5 0 0,2-5 0 16,-3-7 0-16,-13 0-1261 15,-7-9-5670-15</inkml:trace>
  <inkml:trace contextRef="#ctx0" brushRef="#br5" timeOffset="71783.55">15053 4979 6214 0,'4'73'260'16,"-2"10"-91"-16,6 17 87 16,-6 1 680-16,2 12-579 0,3 8-357 15,1 13 0-15,-2 11 0 16,-4 10 0-16,-2 9 0 0,0 7 0 15,-6 1 0-15,0-1 0 0,2-3 0 16,-3-12 0-16,3-12 0 0,-2-16 0 16,0-24 0-16,-4-21 0 0,-1-20 0 15,-5-26-129-15,5-21-2664 16</inkml:trace>
  <inkml:trace contextRef="#ctx0" brushRef="#br5" timeOffset="72144.53">14869 5010 6426 0,'0'0'641'0,"0"0"-73"0,0 0-568 16,85 25 0-16,-11-2 64 0,23 1-56 16,15-3 36-16,10-6 4 0,12-4-36 15,15-4-12-15,8-5 0 0,0-2-20 16,6-1 20-16,-1-5 0 16,-7 0 24-16,-4 1-16 0,2-1 268 15,-7-1-183-15,7 0-93 0,-6 0 0 16,0 0 0-16,-7-1 0 0,-11 1 0 15,-10 1 0-15,-13 0 0 0,-15 2 0 16,-15 1-373-16,-18-1-667 0,-21 2-1414 16,-12-4-955-16</inkml:trace>
  <inkml:trace contextRef="#ctx0" brushRef="#br5" timeOffset="72344.47">18172 5345 7547 0,'-10'100'376'0,"10"12"-107"0,2 22-269 16,6-4 0-16,-2 9 0 0,-4 4 0 15,-2 6 0-15,-6 1 0 0,-6 2 0 16,-7-6 0-16,-4-9 0 16,-1-11 0-16,3-13 0 0,-6-17 0 15,0-10 0-15,-4-16 0 0,8-23-1477 16,-12-9-732-16</inkml:trace>
  <inkml:trace contextRef="#ctx0" brushRef="#br5" timeOffset="72579.23">14670 7783 8192 0,'116'-18'0'16,"58"-7"0"-16,66-7 0 0,26 6 0 16,24 2 0-16,-7 12 0 0,-12 9 0 15,-19 9 0-15,-31 9 0 16,-8 9 0-16,-17 9 0 0,-8 4 0 16,-8 4 0-16,-12 6 0 0,-13-4-945 15,-44-8-1068-15,-11-3-2113 0</inkml:trace>
  <inkml:trace contextRef="#ctx0" brushRef="#br5" timeOffset="93771.68">4763 8200 912 0,'0'0'240'15,"0"0"140"-15,0 0-224 16,0 0 785-16,0 0-141 0,0 0-192 15,0 0-55-15,0 0 235 0,0 0-192 16,0 0-64-16,35-25 101 0,-31 25-397 16,6 0-48-16,13 0 128 15,2 3-164-15,8 0-64 0,4-1-28 16,0 0-47-16,3-1-13 0,3-1 0 16,5-4 0-16,-1-3 0 0,-4 0 0 15,-5 0 0-15,-7 2 0 0,-13 2 0 16,-9 3 0-16,-5 0 0 0,-6 4-49 15,-7 6-75-15,-13 3 124 0,-7 1 16 16,-11-1-8-16,-1-2-8 16,-2-5 20-16,1-4-12 0,-3 1-8 15,1-3 28-15,1-3-16 0,2 0-12 16,1-2 4-16,11 0-4 0,9 3 0 16,9-2 32-16,5 1-24 0,6 0 29 15,0 2-37-15,0-1 0 16,9 0 0-16,9 2 0 0,13 1 0 15,6 2 0-15,3 4 0 0,-5-1 0 16,-4 1 0-16,-4-3-497 0,-7-2-463 16,1-2-645-16</inkml:trace>
  <inkml:trace contextRef="#ctx0" brushRef="#br5" timeOffset="100324.47">2970 15362 1184 0,'0'0'416'0,"0"0"-48"16,0 0-368-16,0 0-320 0,-35-7-396 15,23 0 300-15</inkml:trace>
  <inkml:trace contextRef="#ctx0" brushRef="#br5" timeOffset="101252.23">2474 15394 2317 0,'0'0'948'0,"0"0"-380"16,15-46-300-16,-11 34-128 0,0 3-28 15,-4 4-47-15,0 1 11 0,-4 4 156 16,2 0-32-16,-2-1 16 0,0 1 244 16,2 0-236-16,-5 1-52 0,5 0 68 15,0 0-112-15,2-1 4 0,0 0 33 16,0 0-137-16,0 0 16 16,0 0 52-16,0 0-64 0,0 0 36 15,4 0 100-15,3 1-76 0,-5 0-28 16,2 1 60-16,2 2-96 0,0-1 28 15,2 0 32-15,-6 0-76 16,7 0 8-16,-3-2 16 0,8-1-28 16,3 0 0-16,6-1 28 0,-1-3-36 15,1 0 24-15,-2 1 4 16,0 1-16-16,-1 0-4 0,1 0 12 16,-3 2-12-16,3 0 8 0,0-1 76 15,-3 1-80-15,1-1 44 0,2 0 36 16,-3-1-80-16,-1 1 24 0,-1 1 8 15,1-1-32-15,-3 1-8 0,-1 0-4 16,3 0 8-16,-1 0-8 0,1 0 0 16,3 0-4-16,-3 2 4 0,5 2 0 15,-4-1 12-15,3 1-12 0,1-3 0 16,0 2 4-16,-3-2-4 16,3-1 12-16,-2 0 1 0,1 0-13 15,-3 0 0-15,-3 0 0 0,3 0 0 16,-5 0 0-16,3 0 0 0,-1 0 0 15,3 0 0-15,-1 0 0 16,5 0 0-16,2-2 0 0,6 0 0 16,-3-1 0-16,1 0 0 0,0 1 0 15,0-2 0-15,0 2 0 16,-2-3 0-16,0 2 0 0,1-3 0 16,5-1 0-16,0-2 0 0,2-1 0 15,5-1 0-15,-3-1 0 0,2 4 0 16,-4-1-45-16,2 2-159 0,-6 3-156 15,0 0 48-15,2-2-56 0,-8-1-773 16,-7 0-556-16,-3-5-1748 0</inkml:trace>
  <inkml:trace contextRef="#ctx0" brushRef="#br5" timeOffset="101798.13">3921 15143 1604 0,'0'0'128'0,"0"0"-108"0,0 0 124 0,42 9-20 16,-20-13 0-16,3-8 45 0,0-4-53 15,-2-1-20-15,-3-5 80 0,3-4-44 16,-2-3 16-16,4-5 112 16,-3-5-64-16,7-5-64 0,-2-5-100 15,0-6-28-15,4-3-4 0,0-4 20 16,0-1 4-16,2-2 56 0,-2-5 140 15,-6 0-52-15,2-2 20 0,0 1 101 16,0-3-77-16,-1 3 68 0,-1-3 200 16,-2 1-368-16,-2 0-112 0,-5-1-220 15,-1 3-424-15,-5 19-197 0,-4 1-1152 16</inkml:trace>
  <inkml:trace contextRef="#ctx0" brushRef="#br5" timeOffset="101860.31">4672 13148 1344 0,'2'-58'1153'0,"2"0"-1145"0,2-6 36 15,-2 10-44-15,0 15-124 0,3 0-909 16</inkml:trace>
  <inkml:trace contextRef="#ctx0" brushRef="#br5" timeOffset="102033.38">4552 13325 4217 0,'0'71'0'0,"4"1"-224"16,0 11-272-16,4-5-168 0,1 4-1533 15,1 4 1733-15,2 4 464 0,-3 2 748 16,-1-22-620-16,-4 2-128 0</inkml:trace>
  <inkml:trace contextRef="#ctx0" brushRef="#br5" timeOffset="102854.71">4426 15170 2641 0,'0'0'1296'0,"0"0"-1048"0,0 0-68 16,0 0-95-16,0 0-77 0,0 0-8 15,0 0 0-15,0 0-28 16,0 0 28-16,31 0-8 0,-21 6 12 16,5-1-4-16,3-2 4 0,1 0 8 15,1-2-12-15,1-1 60 0,2 0 16 16,-3 0 16-16,1 0 56 16,0 0-104-16,-1 0 4 0,1 2 68 15,2 4-60-15,0 2-12 0,1 1-8 16,-1 0-36-16,6 2 0 0,-6 0 0 15,2-2-52-15,2-1-8 0,-1-2 8 16,5-3 52-16,5-3 0 0,3-3 80 16,2-3-56-16,3 0-8 0,-5 2-16 15,-2 0-4-15,-10 3-16 0,0 0-44 16,-2 0-40-16,-5 1 88 16,7-4 8-16,-4 0 8 0,4-3 0 15,4-4 0-15,-2-3-4 0,2-1 4 16,-4 0-196-16,-11 2-573 0,-3 0-915 0</inkml:trace>
  <inkml:trace contextRef="#ctx0" brushRef="#br5" timeOffset="103612.28">5354 15330 560 0,'0'0'332'0,"0"0"-68"0,16 43-40 0,-16-37 540 16,0-4-363-16,2-1 111 0,1-1-284 16,3-2 12-16,4-9-24 0,2-6-160 15,3-4-32-15,1-1-24 16,-1-1-16-16,-3 2-20 0,3 0 36 16,-3-3 0-16,3-3 36 0,-1-5 276 15,7-4 1-15,-5-3-13 0,5-5 0 16,0-3-208-16,-1-4-24 0,3-4 20 15,-2-2-36-15,-1-1 12 0,-3 0 32 16,0-1-96-16,-3-3-12 0,-10 0-160 16,2-3-44-16,-6 0 32 0,2-2 36 15,3-1 104-15,-1-3 44 0,2-4 36 16,4-4 28-16,1-5-12 0,3-3-52 16,3-2 8-16,-3 1-16 15,3 2-16-15,-5 0-8 0,2 3 32 16,-3 2 0-16,-5 4-24 0,0 1 24 15,-6 6-16-15,0 2 28 0,-6 3-12 16,-4 2 0-16,3 0 8 0,-3 2-8 16,4-1 96-16,2 4-32 15,-2 0-8-15,6 5-32 0,0 3-24 16,6 3 0-16,-2 7-4 0,2 8-64 16,-4 5 4-16,0 11-228 0,0 3-85 15,-2 5-31-15,4 6-228 0,-4 2 132 16,0 1-45-16,0 11-223 15,7 12 772-15,-1 5 84 0,4 8 576 16,5 3-199-16,-5 3-137 0,0 7 40 16,3 5-288-16,-3 7-36 0,5 6-16 15,-5 4-24-15,0 4 0 0,1 5 4 16,-5 5 44-16,4 5 220 0,-4 7 372 16,-2 4-371-16,1 4-41 15,1 2 160-15,-6 6-136 0,4 2-64 16,-4-1 156-16,2 0-104 0,-2-5-48 15,0-3-104-15,0-5-67 0,-2-5-42 16,2-27-647-16,-4-12-1301 0</inkml:trace>
  <inkml:trace contextRef="#ctx0" brushRef="#br5" timeOffset="104443.84">4577 13591 1508 0,'0'0'1033'0,"0"0"-713"16,-9-40-72-16,9 33 48 0,0 2 244 16,0 4-228-16,4 0-91 15,-4 1 187-15,5 6-28 0,1 12 28 16,-2 14 116-16,2 9-240 0,-4 9-83 15,-2 6 103-15,2 5-172 0,-2 7-28 16,0 6-28-16,2 3-72 0,5 5 8 16,1 6 48-16,-4 5-52 15,4 8-4-15,3 2 64 0,3-1 104 16,0-2 20-16,5-8 28 16,2-2-212-16,4-2-8 0,-9-6-544 15,-1-23-917-15,-9-8-1284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4-23T18:11:24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2388 12827 2625 0,'0'0'204'0,"0"0"888"15,0 0-627-15,-34 3-29 0,34-3-168 16,-4 0 156-16,2 0 56 0,2 0-36 16,0 0 33-16,2 0-261 15,2 1 64-15,3 4 208 0,3 2-228 16,0 1-227-16,3 2-33 0,1 0 0 16,-1-2 0-16,1 0 0 0,5-1 0 15,1-1 0-15,9-1 0 0,6-3 0 16,3 0 0-16,11-2 0 15,7-2 0-15,0-5 0 0,10 0 0 16,0-3 0-16,4 1 0 0,5-2 0 16,1 2 0-16,7 1 0 0,8 2 0 15,4 2 0-15,0 1 0 0,4 2 0 16,1 1 0-16,1 0 0 0,4 2 0 16,-1 0 0-16,-9 3 0 15,0-3 0-15,-2-1 0 0,-6-1 0 16,-5-1 0-16,-5-2 0 0,-9-3 0 15,-14 2 0-15,-11 1 0 0,-18-1 0 16,-13-1-1041-16,-3 2-936 16,-13-8-1785-16</inkml:trace>
  <inkml:trace contextRef="#ctx0" brushRef="#br0" timeOffset="3190.08">1761 4388 2269 0,'0'0'3593'15,"0"0"-2929"-15,-27-42-143 0,19 23 387 16,2 0-671-16,0 2-237 0,2 4 0 16,-1 5 0-16,3 6 0 15,-2 2 0-15,-6 6 0 0,-7 15 0 16,-5 10 0-16,-3 11 0 0,4 6 0 15,7 0 0-15,1 2 0 16,5 4 0-16,6 2 0 0,2 1 0 16,10 1 0-16,5-3 0 0,7 0 0 15,1-6 0-15,8-8 0 0,4-7 0 16,3-7 0-16,3-10 0 16,-4-6 0-16,2-10-737 0,-10-1-1680 15,0-9-1037-15</inkml:trace>
  <inkml:trace contextRef="#ctx0" brushRef="#br0" timeOffset="3461.04">2111 4664 7135 0,'0'0'680'0,"0"0"-303"0,-34-21-377 16,18 21 0-16,-5 2 0 16,1 9 0-16,3 3 0 0,3 4 0 15,3 3 0-15,3 3 0 0,4 5 0 16,4 6 0-16,2 0 0 0,6 3 0 15,9-2 0-15,-5-5 0 16,7-8 0-16,3-5 0 0,3-7 0 16,-2-8 0-16,2-4 0 0,-5-6 0 15,-5-7 0-15,-5-3 0 0,-6-3 0 16,-4-4 0-16,-4 0 0 16,-4-4 0-16,-2 3 0 0,-3-2 0 15,1 1 0-15,-3 0 0 0,3 0-165 16,4 3-291-16,4 3 20 0,4 4-405 15,10 4 53-15,-4 4-164 0,0 4-3154 0</inkml:trace>
  <inkml:trace contextRef="#ctx0" brushRef="#br0" timeOffset="3704.1">2266 4892 5386 0,'0'0'856'16,"0"0"93"-16,10 41-289 0,-6-37-319 15,-4-4-341-15,2-1 0 0,-2-10 0 16,-2-14 0-16,-2-12 0 0,0-8 0 15,0-2 0-15,4 5 0 16,2 8 0-16,4 7 0 0,4 11 0 16,1 6 0-16,1 7 0 0,2 4 0 15,3 11 0-15,-3 4 0 0,3 6 0 16,4 5 0-16,-5 4 0 16,5 1 0-16,-5-1 0 0,3 0 0 15,0-6 0-15,-3-4 0 0,-3-8-1533 16,-3-7-805-16</inkml:trace>
  <inkml:trace contextRef="#ctx0" brushRef="#br0" timeOffset="4014.16">2675 4593 8192 0,'0'0'0'0,"-39"-25"0"0,16 18 0 15,-2 5 0-15,2 0 0 0,-4 2 0 16,3 0 0-16,3 2 0 0,9 1 0 15,5 0 0-15,3 0 0 16,4 3 0-16,-4 4 0 0,4 5 0 16,6-1 0-16,9 0 0 0,5-2 0 15,1 0 0-15,6-4 0 0,8 0 0 16,0 0 0-16,5-2 0 16,-3 1 0-16,-4 0 0 0,-6 0 0 15,-7 0 0-15,-5 4 0 0,-5-1 0 16,-8 6 0-16,-2 1 0 0,-12 5 0 15,-5 4 0-15,-14 5 0 0,-6 0 0 16,-2-1 0-16,-7-2 0 0,-1-7 0 16,5-7 0-16,1-10 0 0,14-4-373 15,2-13-2320-15</inkml:trace>
  <inkml:trace contextRef="#ctx0" brushRef="#br0" timeOffset="4453.12">2733 3950 4137 0,'0'0'849'0,"0"0"824"0,0 0-693 0,0 0-427 15,0 0-553-15,0 0 0 16,0 0 0-16,6 57 0 0,-4-7 0 16,6 10 0-16,3 3 0 0,-1-1 0 15,4 1 0-15,3 3 0 16,2 1 0-16,-1 0 0 0,-3-5 0 16,-1-4 0-16,-2-6 0 0,-1-7 0 15,-3-8 0-15,-4-12-65 0,0-11-2328 16,-4-9-96-16</inkml:trace>
  <inkml:trace contextRef="#ctx0" brushRef="#br0" timeOffset="4593.25">2638 4570 2753 0,'0'0'4058'0,"0"0"-3426"16,0 0-220-16,64-27-75 16,-31 23-337-16,2 2 0 0,4 1 0 15,0 1 0-15,-1 0 0 0,-1 0 0 16,4 0-329-16,1-3-1024 0,-9 0-179 15,-2 2-973-15</inkml:trace>
  <inkml:trace contextRef="#ctx0" brushRef="#br0" timeOffset="4952.13">3128 4534 6014 0,'0'0'1757'0,"-58"-20"-1336"16,27 11-421-16,6 3 0 0,6 6 0 16,9 6 0-16,0 11 0 0,1 5 0 15,3 11 0-15,4 3 0 16,2 3 0-16,2-3 0 0,4-6 0 15,5-2 0-15,1-9 0 0,5-9 0 16,-1-5 0-16,5-5 0 0,-5-9 0 16,5-8 0-16,-7-3 0 0,-1-4 0 15,-3-1 0-15,-6 1 0 0,3-1 0 16,-7 2 0-16,2 4 0 16,2 6 0-16,0 4 0 0,-4 7 0 15,4 3 0-15,4 9 0 0,1 9 0 16,1 5 0-16,0 2 0 0,1-1 0 15,-1-3 0-15,2-1 0 16,3 2 0-16,-1-3 0 0,3 1 0 16,-1 2 0-16,-5-1 0 0,-1-1 0 15,0-7-409-15,-8-5-395 0,3-5 448 16,-3-2-93-16,-2-2-203 0,0-10 216 16,-2-13 184-16,-5-8-573 15,-3-5 141-15,0 0 152 0,-1 3 132 16,7 9 332-16,0 3-1005 0</inkml:trace>
  <inkml:trace contextRef="#ctx0" brushRef="#br0" timeOffset="5216.51">3380 4746 4013 0,'0'0'2001'0,"0"0"-1164"15,0 0 151-15,0 0-700 0,0 34-223 16,0-34-65-16,2-6 0 0,0-11 0 15,0-14 0-15,4-10 0 16,-2-3 0-16,2 3 0 0,3 4 0 16,-3 7 0-16,-2 8 0 0,0 10 0 15,-2 6 0-15,-2 5 0 0,0 1 0 16,4 6 0-16,-2 10 0 16,13 13 0-16,-5 9 0 0,11 5 0 15,-4-3 0-15,3-3 0 0,1-4 0 16,0-6 0-16,-5-2 0 0,1-6 0 15,-3-8-641-15,-4-9-964 0</inkml:trace>
  <inkml:trace contextRef="#ctx0" brushRef="#br0" timeOffset="5420.2">3527 3997 6655 0,'0'0'980'16,"0"0"-423"-16,0 58-557 0,0-21 0 15,2 8 0-15,2 3 0 16,4 5 0-16,9 8 0 0,-1 4 0 16,5 6 0-16,1 4 0 0,3 1 0 15,-4-2 0-15,0-10 0 0,-3-8 0 16,-3-14 0-16,-5-15-617 16,-2-12-824-16,-8-10-480 0</inkml:trace>
  <inkml:trace contextRef="#ctx0" brushRef="#br0" timeOffset="5560.18">3508 4499 7979 0,'0'0'213'16,"0"0"-213"-16,43 3 0 0,-10-10 0 15,9-3 0-15,-3-5 0 0,6-7 0 16,-1-4 0-16,1-3 0 16,-5-4 0-16,-9 7-1125 0,-7-2-2545 0</inkml:trace>
  <inkml:trace contextRef="#ctx0" brushRef="#br0" timeOffset="5902.08">4240 4241 7419 0,'0'0'732'16,"0"0"-691"-16,0 0-41 0,18 58 0 15,-7-12 0-15,-1 8 0 16,-2 0 0-16,0-2 0 0,1-2 0 16,-3-3 0-16,-2-2 0 0,-2-3 0 15,2-5 0-15,-4-10 0 0,0-12-909 16,0-5-976-16</inkml:trace>
  <inkml:trace contextRef="#ctx0" brushRef="#br0" timeOffset="6247.68">4132 4134 6703 0,'0'0'724'0,"48"-39"-76"0,-13 18-531 15,-8 3-117-15,4 2 0 0,0 1 0 16,-4 3 0-16,-1 4 0 0,-1 3 0 16,-4 5 0-16,-4 4 0 15,-1 8 0-15,5 4 0 0,-9 7 0 16,-2 4 0-16,-1 6 0 0,-9 4 0 15,-11 2 0-15,-3 0 0 16,-3-2 0-16,-5-5 0 0,1-5 0 16,-4-3 0-16,0-7 0 0,3-3 0 15,1-6 0-15,6-1 0 0,5-4 0 16,8 0 0-16,2-3 0 0,0 4 0 16,6 4 0-16,13 6 0 15,8 10 0-15,10 8 0 0,0 6 0 16,-6 2 0-16,6 4 0 0,-6-2 0 15,-2-2 0-15,0-4 0 0,-6-3 0 16,-4-5 0-16,-1-6 0 0,-3-7 0 16,-9-7-289-16,-2-8-1384 0</inkml:trace>
  <inkml:trace contextRef="#ctx0" brushRef="#br0" timeOffset="6633.55">4709 4677 5526 0,'0'0'1077'0,"0"0"255"0,0 0-1075 15,0 0-257-15,0 35 0 0,-6-31 0 16,2 0 0-16,-3-4 0 16,-1-12 0-16,2-14 0 0,0-14 0 15,-1-10 0-15,3-9 0 0,-6-5 0 16,4-3 0-16,-2-3 0 0,5 5 0 15,3 2 0-15,7 9 0 0,3 7 0 16,2 6 0-16,1 8 0 0,-1 7 0 16,-1 10 0-16,-1 4 0 0,-6 8 0 15,2 3 0-15,5 1 0 0,5 8 0 16,1 4 0-16,1 4 0 0,3 3 0 16,-5 4 0-16,1 0 0 15,-7 7 0-15,-8 0 0 0,-4 2 0 16,-8 0 0-16,-7-3 0 0,1-3 0 15,1-4 0-15,-5-3 0 16,-1-4 0-16,5-6 0 0,-5-4 0 16,6-4 0-16,5-1 0 0,2-7 0 15,4-4-269-15,4 1-2044 0,0-1-756 0</inkml:trace>
  <inkml:trace contextRef="#ctx0" brushRef="#br0" timeOffset="7117.7">4918 4813 4822 0,'0'0'1704'0,"0"0"-303"0,2-63-1136 0,2 20-265 15,-4-12 0-15,2-6 0 0,0-6 0 16,4-3 0-16,-4 2 0 16,2 2 0-16,3 8 0 0,-3 10 0 0,0 14 0 15,-2 14 0-15,-2 11 0 16,0 7 0-16,0 3 0 0,0 9 0 16,4 17 0-16,2 19 0 15,0 12 0-15,5 6 0 0,-1-6 0 16,5-14 0-16,5-10 0 0,1-12 0 15,6-10 0-15,4-7 0 0,0-11 0 16,0-13 0-16,2-12 0 0,-2-12 0 16,-4-7 0-16,4-6 0 0,-6-4 0 15,2 0 0-15,-1 2 0 0,-5 9 0 16,0 11 0-16,-11 16 0 0,-4 12 0 16,-2 11 0-16,3 20 0 15,-1 18 0-15,4 17 0 0,-6 16 0 16,2 2 0-16,-1 5 0 0,-5-1 0 15,6-8 0-15,4-7 0 16,7-12 0-16,3-13 0 0,1-16-1714 0,0-11-3292 16</inkml:trace>
  <inkml:trace contextRef="#ctx0" brushRef="#br0" timeOffset="8316.54">10220 4112 5322 0,'4'-42'1180'0,"-2"5"-467"16,2 2 7-16,-4 15-463 0,-10 8-257 15,-7 11 0-15,-3 9 0 0,-11 12 0 16,0 11 0-16,-2 10 0 15,2 8 0-15,0 7 0 0,10 5 0 16,0 3 0-16,5 4 0 0,9-2 0 16,7 2 0-16,7-3 0 0,13-8 0 15,3-10 0-15,12-11 0 0,7-16 0 16,5-11 0-16,3-10 0 16,10-13 0-16,-7-9 0 0,-11 2-953 15,-9-2-3217-15</inkml:trace>
  <inkml:trace contextRef="#ctx0" brushRef="#br0" timeOffset="8597.57">10509 4442 7119 0,'0'0'960'16,"0"0"-847"-16,-37-39-113 0,20 35 0 16,-3 4 0-16,3 3 0 15,-3 10 0-15,5 4 0 0,-1 7 0 16,5 5 0-16,7 3 0 0,2 2 0 15,2 2 0-15,10-2 0 0,3-2 0 16,1-3 0-16,7-7 0 0,2-9 0 16,8-7 0-16,-4-6 0 0,-3-11 0 15,-3-3 0-15,-4-3 0 0,-11-4 0 16,-2-1 0-16,-4-4 0 16,-6-4 0-16,-5 2 0 0,1-2 0 15,0-1 0-15,-1 4 0 0,1-1-313 16,4 4-751-16,-2 2 163 0,8 8-147 15,0 3-1173-15</inkml:trace>
  <inkml:trace contextRef="#ctx0" brushRef="#br0" timeOffset="8821.34">10656 4600 3829 0,'-14'34'2810'0,"7"-5"-1530"15,-5-2-1007-15,4-10-273 0,8-8 0 16,-2-5 0-16,2-4 0 0,0-6 0 15,2-16 0-15,6-17 0 0,4-8 0 16,5-7 0-16,1 6 0 0,-5 11 0 16,1 11 0-16,3 10 0 0,-7 12 0 15,5 5 0-15,-3 11 0 0,-2 8 0 16,5 6 0-16,-5 5 0 16,1 3 0-16,1 1 0 0,-2-5 0 0,5-3 0 15,1-6 0-15,-1-6 0 16,-3-10 0-16,3-3-661 0,-5-5-1628 0</inkml:trace>
  <inkml:trace contextRef="#ctx0" brushRef="#br0" timeOffset="9261.43">11181 4389 3545 0,'0'0'2185'15,"0"0"-568"-15,0 0-785 0,0 0-819 16,-35-20-13-16,8 17 0 0,-10 2 0 15,0 1 0-15,-1 4 0 0,3 1 0 16,8 4 0-16,1 3 0 16,5 1 0-16,11 0 0 0,3 0 0 0,14 0 0 15,7 1 0-15,9 1 0 16,12-1 0-16,8-1 0 0,5 0 0 16,4-1 0-16,-5 2 0 15,-1 0 0-15,-18 1 0 0,-7 3 0 16,-13 3 0-16,-8 2 0 0,-18 7 0 15,-9-1 0-15,-14 4 0 0,-7-2 0 16,-2-3 0-16,-1-7 0 0,9-9 0 16,9-12 0-16,13-11 0 0,16-20-801 15,10-16-192-15,8 3-303 0,13-13-2298 0</inkml:trace>
  <inkml:trace contextRef="#ctx0" brushRef="#br0" timeOffset="9444.25">11466 3859 5710 0,'0'0'1393'0,"0"0"-645"16,-33 47-407-16,13-3-341 16,3 13 0-16,7 5 0 0,3 3 0 15,3 0 0-15,4 4 0 0,11-1 0 16,-1 0 0-16,0 1 0 0,1 0 0 16,-5-4 0-16,-6-2 0 0,0-7 0 15,-10-9 0-15,-5-12 0 16,-1-14-973-16,3-12-468 0,-5-10-3669 0</inkml:trace>
  <inkml:trace contextRef="#ctx0" brushRef="#br0" timeOffset="9596.65">11208 4468 6967 0,'0'0'956'0,"0"0"-687"0,0 0-269 16,47-38 0-16,-22 32 0 16,6 1 0-16,-4 1 0 0,4 2 0 15,-4-2 0-15,0 2 0 0,0-2 0 16,0 3 0-16,2-5 0 0,-11 3-689 15,1-5-5446-15</inkml:trace>
  <inkml:trace contextRef="#ctx0" brushRef="#br0" timeOffset="10439.25">11785 4546 3121 0,'0'0'1168'0,"0"0"217"0,0 0-328 16,0 0-25-16,0 0-603 0,-21-32-429 15,0 21 0-15,-10 0 0 16,4 8 0-16,1 3 0 0,1 7 0 15,8 8 0-15,1 5 0 0,7 8 0 16,3 1 0-16,6 1 0 0,0-3 0 16,11-2 0-16,5-5 0 0,5-7 0 15,10-6 0-15,0-7 0 0,0-7 0 16,2-8 0-16,-6-4 0 16,-2-1 0-16,-5-1 0 0,-9 3 0 15,-1 2 0-15,-4 4 0 0,-6 6 0 16,4 4 0-16,-4 2 0 0,0 0 0 15,-4 4 0-15,4 9 0 0,0 8 0 16,0 3 0-16,0 3 0 0,6-6 0 16,3-3 0-16,-3-4 0 15,0-3 0-15,4-4 0 0,-6-2 0 16,1-3 0-16,-3-1-285 16,4-1-7-16,2 0 88 0,-2-10 80 15,9-5 8-15,-3-4 4 0,3 0-148 16,-3 3 20-16,3 4 79 0,-9 2 73 15,-2 5 88-15,2 2 64 0,-6 2 449 16,4 0-121-16,2 1-52 0,-1 4 28 16,-5 11-163-16,0 5-205 0,0 4 0 15,-5-2 0-15,5-4 0 0,-2-7 0 16,-2-4 0-16,4-4 0 16,0-2 0-16,0-1 0 0,4 0 0 15,3-4 0-15,3-13 0 0,2-7 0 16,9-9 0-16,-7-5 0 0,-1 0 0 15,1 4 0-15,-3 5 0 0,-5 9 0 16,2 8 0-16,-8 8 0 0,0 4 0 16,0 2 0-16,0 11 0 15,0 13 0-15,-4 7 0 0,4 3 0 16,0-7 0-16,0-7 0 0,4-9 0 16,6-5 0-16,7-8 0 0,-5-3-1573 15,7-11-1009-15</inkml:trace>
  <inkml:trace contextRef="#ctx0" brushRef="#br0" timeOffset="10627.88">12322 3871 8159 0,'0'0'33'0,"0"0"-33"0,0 0 0 0,0 0 0 16,-16 79 0-16,11-13 0 15,3 11 0-15,4 4 0 0,9-4 0 16,-1 3 0-16,0-1 0 0,-1-2 0 15,-7-1 0-15,-2-1 0 0,-2-5 0 16,-9-10 0-16,-3-10-365 0,4-17-1228 16,-1-14-2152-16</inkml:trace>
  <inkml:trace contextRef="#ctx0" brushRef="#br0" timeOffset="10737.75">12153 4600 7187 0,'0'0'432'0,"0"0"141"16,43-18-573-16,2 6 0 0,9-2 0 15,4-2 0-15,4-1 0 0,-4 0 0 16,-4 2 0-16,4-5 0 0,-7-5 0 16,-13 6-1261-16,-3-9-2933 0</inkml:trace>
  <inkml:trace contextRef="#ctx0" brushRef="#br0" timeOffset="11097.95">13261 3993 7271 0,'0'0'784'0,"-38"38"-647"0,18-5-137 16,-1 9 0-16,7 6 0 0,1 4 0 16,9 3 0-16,4 2 0 15,6-2 0-15,-2 2 0 0,7 0 0 16,-7 0 0-16,-4 0 0 0,0-3 0 15,-4-7 0-15,-7-3 0 0,-3-12 0 16,4-11-2714-16,-7-10-1712 0</inkml:trace>
  <inkml:trace contextRef="#ctx0" brushRef="#br0" timeOffset="11257.59">12977 4331 7347 0,'0'0'116'0,"38"-6"613"0,-7 4-729 15,0 0 0-15,-5 1 0 0,1-4 0 16,0-3 0-16,-2-6 0 0,8-5 0 16,2-7 0-16,7-5 0 0,-3-3 0 15,-8 8-1209-15,-4 3-700 0</inkml:trace>
  <inkml:trace contextRef="#ctx0" brushRef="#br0" timeOffset="11552.41">13467 4071 4890 0,'0'0'1500'0,"-20"63"-671"16,7-15 91-16,3 6-867 0,0 8-53 15,3 6 0-15,-1 4 0 16,2 1 0-16,2 2 0 0,-2-4 0 0,6-7 0 16,0-8 0-16,0-12 0 15,4-12 0-15,-2-16 0 0,-2-8 0 16,4-6 0-16,-4-8 0 0,6-16 0 16,2-18 0-16,-1-11 0 0,7-10 0 15,-6 1 0-15,3 12 0 16,3 6 0-16,-4 15 0 0,1 11 0 15,-5 10 0-15,2 9 0 0,-2 11 0 16,7 18 0-16,-3 10 0 0,-6 9 0 16,3 3 0-16,-7-6 0 0,4-6 0 15,2-5 0-15,4-9 0 0,1-5 0 16,-1-8 0-16,-4-5 0 16,-6-8 0-16,0-2 0 0,0-12-365 15,0-9-1096-15,-2-1-275 0,-2-3-677 0</inkml:trace>
  <inkml:trace contextRef="#ctx0" brushRef="#br0" timeOffset="11767.72">13639 4793 5338 0,'0'0'1241'15,"0"0"-717"-15,0 0 156 0,0 0-352 16,0 0-247-16,0 0-81 0,0 0 0 16,0 0 0-16,0 0 0 0,2-47 0 15,6 13 0-15,-2-1 0 16,9 3 0-16,1 1 0 0,1 5 0 15,-1 3 0-15,5 4 0 0,0 4 0 16,4 4 0-16,-5 1 0 0,-1 3 0 16,0 2 0-16,-7 2-145 0,-2 3-2688 15,-1 1-673-15</inkml:trace>
  <inkml:trace contextRef="#ctx0" brushRef="#br0" timeOffset="11959.98">13850 4617 7243 0,'-6'35'949'0,"6"-1"-949"16,0 11 0-16,2 2 0 0,6-1 0 15,2-3 0-15,7-9 0 0,10-11 0 16,10-10 0-16,4-11 0 16,3-8 0-16,-3-13 0 0,0-6 0 15,-8-8 0-15,-12-1 0 0,-7-3 0 16,-7-2 0-16,-7-4 0 0,-11 0 0 16,-1 1 0-16,-3 6 0 0,9 10 0 15,-2 9 0-15,6 10 0 16,2 5 0-16,0 2 0 0,2 3-453 15,8 6-483-15,1-1-13 0,3 3-1708 0</inkml:trace>
  <inkml:trace contextRef="#ctx0" brushRef="#br0" timeOffset="12283.37">14486 4530 4998 0,'0'0'1420'16,"15"-44"161"-16,-15 19-1388 0,-10 2-193 15,-7 5 0-15,-4 2 0 0,-3 8 0 16,-3 8 0-16,0 6 0 0,-4 6 0 15,0 6 0-15,4 3 0 0,0 3 0 16,6-2 0-16,7 3 0 0,8-5 0 16,2 3 0-16,4-4 0 15,10 0 0-15,8-4 0 0,5-1 0 16,12-2 0-16,3-3 0 0,-1-1 0 16,4-2 0-16,-8 1 0 0,-8 1 0 15,-8 3 0-15,-11 2 0 16,-6 1 0-16,-6 3 0 0,-5 3 0 15,-9 1 0-15,-3 3 0 0,-8 1 0 16,-4 0 0-16,-3-4 0 0,7-6 0 16,5-7 0-16,5-7 0 0,15-10 0 15,6-12 0-15,6-10-853 0,4 2-1712 16,11-10-301-16</inkml:trace>
  <inkml:trace contextRef="#ctx0" brushRef="#br0" timeOffset="12472.33">14825 3889 6939 0,'0'0'1253'0,"0"0"-1253"16,0 0 0-16,-14 53 0 15,-1 3 0-15,5 20 0 0,-2 13 0 16,6 3 0-16,1 3 0 0,5 1 0 16,0 0 0-16,0-4 0 0,-4-5 0 15,-6-9 0-15,0-14 0 16,-1-12 0-16,5-14 0 0,-8-18 0 15,7-9-1109-15,-3-13-768 0</inkml:trace>
  <inkml:trace contextRef="#ctx0" brushRef="#br0" timeOffset="12581.93">14610 4370 6514 0,'27'-34'1633'0,"6"11"-1588"16,19 3-45-16,-4 3 0 0,7 5 0 15,-5-1 0-15,-9 0 0 0,-3-7 0 16,-18 2 0-16,-3-10-2642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7B58D-1DE9-43B8-93DE-2A59C20AB6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1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7B58D-1DE9-43B8-93DE-2A59C20AB6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1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/>
              <a:t>Propellers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youtube.com/watch?v=YAl9PR6U63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2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14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customXml" Target="../ink/ink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16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customXml" Target="../ink/ink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21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22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customXml" Target="../ink/ink23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59130-290B-706A-1A53-27FD9FF5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974FEC-3E8C-875C-7580-288995F595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22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F82076-C88F-F6B7-D48B-5225F663B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Rotating machinery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6B5AA-1FF4-EF36-B7F4-9529A49D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96D121-1106-7D39-E3C2-74EEE421F5E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Propellers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322FFE-6367-82EB-7B58-BA4A5C365B63}"/>
                  </a:ext>
                </a:extLst>
              </p14:cNvPr>
              <p14:cNvContentPartPr/>
              <p14:nvPr/>
            </p14:nvContentPartPr>
            <p14:xfrm>
              <a:off x="5372280" y="3025080"/>
              <a:ext cx="4596840" cy="1087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322FFE-6367-82EB-7B58-BA4A5C365B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2920" y="3015720"/>
                <a:ext cx="4615560" cy="11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20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72CB-23BE-C62A-C28E-2F8FC112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E2F9-CBF2-CA19-1A57-3C5E6808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a quiet submarine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0AAE9-643E-A668-377F-992ADBF8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D4077-CE2F-9C6B-9073-2B5D7C84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774" y="70518"/>
            <a:ext cx="4191348" cy="223414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9A6090-CD85-B2B6-BDEA-00AAF8CF1F4C}"/>
              </a:ext>
            </a:extLst>
          </p:cNvPr>
          <p:cNvCxnSpPr/>
          <p:nvPr/>
        </p:nvCxnSpPr>
        <p:spPr>
          <a:xfrm>
            <a:off x="898094" y="6124431"/>
            <a:ext cx="75065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1A92A8-786F-D5FB-9573-204515A83B59}"/>
              </a:ext>
            </a:extLst>
          </p:cNvPr>
          <p:cNvCxnSpPr/>
          <p:nvPr/>
        </p:nvCxnSpPr>
        <p:spPr>
          <a:xfrm flipV="1">
            <a:off x="3236137" y="6017802"/>
            <a:ext cx="0" cy="263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06B2A9-9C02-428D-01AB-9D55DCAF0227}"/>
              </a:ext>
            </a:extLst>
          </p:cNvPr>
          <p:cNvCxnSpPr/>
          <p:nvPr/>
        </p:nvCxnSpPr>
        <p:spPr>
          <a:xfrm flipV="1">
            <a:off x="5417640" y="6017802"/>
            <a:ext cx="0" cy="263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ADA46E-F273-BE24-2CED-3BEF50E1F6D1}"/>
              </a:ext>
            </a:extLst>
          </p:cNvPr>
          <p:cNvCxnSpPr/>
          <p:nvPr/>
        </p:nvCxnSpPr>
        <p:spPr>
          <a:xfrm flipV="1">
            <a:off x="7694934" y="6017802"/>
            <a:ext cx="0" cy="2632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B9DDED-EA3A-6923-2233-6E046CFCDF5B}"/>
              </a:ext>
            </a:extLst>
          </p:cNvPr>
          <p:cNvCxnSpPr/>
          <p:nvPr/>
        </p:nvCxnSpPr>
        <p:spPr>
          <a:xfrm flipV="1">
            <a:off x="972572" y="1402079"/>
            <a:ext cx="1" cy="48615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1CEB25-1574-4226-442A-43951476B0B6}"/>
              </a:ext>
            </a:extLst>
          </p:cNvPr>
          <p:cNvCxnSpPr/>
          <p:nvPr/>
        </p:nvCxnSpPr>
        <p:spPr>
          <a:xfrm flipH="1" flipV="1">
            <a:off x="897708" y="5695951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5BD2FC-8FFB-3879-8113-0D4269F69615}"/>
              </a:ext>
            </a:extLst>
          </p:cNvPr>
          <p:cNvCxnSpPr/>
          <p:nvPr/>
        </p:nvCxnSpPr>
        <p:spPr>
          <a:xfrm flipH="1" flipV="1">
            <a:off x="897708" y="5248272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0CC176-CEF1-353B-9D38-AF9A6A9C77F8}"/>
              </a:ext>
            </a:extLst>
          </p:cNvPr>
          <p:cNvCxnSpPr/>
          <p:nvPr/>
        </p:nvCxnSpPr>
        <p:spPr>
          <a:xfrm flipH="1" flipV="1">
            <a:off x="897708" y="4801677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4F50FF-F738-4635-233F-2C9A5B7E1EC9}"/>
              </a:ext>
            </a:extLst>
          </p:cNvPr>
          <p:cNvCxnSpPr/>
          <p:nvPr/>
        </p:nvCxnSpPr>
        <p:spPr>
          <a:xfrm flipH="1" flipV="1">
            <a:off x="897708" y="4356655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D14331-4E80-45B0-2E18-6889812ED786}"/>
              </a:ext>
            </a:extLst>
          </p:cNvPr>
          <p:cNvCxnSpPr/>
          <p:nvPr/>
        </p:nvCxnSpPr>
        <p:spPr>
          <a:xfrm flipH="1" flipV="1">
            <a:off x="897708" y="3910060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9D7FE1-0373-8EDA-297F-998DEEF2F0AD}"/>
              </a:ext>
            </a:extLst>
          </p:cNvPr>
          <p:cNvCxnSpPr/>
          <p:nvPr/>
        </p:nvCxnSpPr>
        <p:spPr>
          <a:xfrm flipH="1" flipV="1">
            <a:off x="897708" y="1687364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CDAC41-9906-1D2D-B4C8-7BD73C8DD08B}"/>
              </a:ext>
            </a:extLst>
          </p:cNvPr>
          <p:cNvCxnSpPr/>
          <p:nvPr/>
        </p:nvCxnSpPr>
        <p:spPr>
          <a:xfrm flipH="1" flipV="1">
            <a:off x="897708" y="3462141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671588-5B88-72AC-87C4-B15F63C42035}"/>
              </a:ext>
            </a:extLst>
          </p:cNvPr>
          <p:cNvCxnSpPr/>
          <p:nvPr/>
        </p:nvCxnSpPr>
        <p:spPr>
          <a:xfrm flipH="1" flipV="1">
            <a:off x="897708" y="3015546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80FA9F-CA7F-91CE-BD16-B907CB070EEA}"/>
              </a:ext>
            </a:extLst>
          </p:cNvPr>
          <p:cNvCxnSpPr/>
          <p:nvPr/>
        </p:nvCxnSpPr>
        <p:spPr>
          <a:xfrm flipH="1" flipV="1">
            <a:off x="897708" y="2570524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A6B630-F965-B8A0-489A-1A6A39512D57}"/>
              </a:ext>
            </a:extLst>
          </p:cNvPr>
          <p:cNvCxnSpPr/>
          <p:nvPr/>
        </p:nvCxnSpPr>
        <p:spPr>
          <a:xfrm flipH="1" flipV="1">
            <a:off x="897708" y="2123929"/>
            <a:ext cx="14894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543964-E943-E6E8-AA1E-C0759B116DD1}"/>
              </a:ext>
            </a:extLst>
          </p:cNvPr>
          <p:cNvSpPr txBox="1"/>
          <p:nvPr/>
        </p:nvSpPr>
        <p:spPr>
          <a:xfrm>
            <a:off x="3597808" y="6219697"/>
            <a:ext cx="1551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Log (Frequency)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81381D-5DFA-CB39-32D2-2F40BBCA599C}"/>
              </a:ext>
            </a:extLst>
          </p:cNvPr>
          <p:cNvSpPr txBox="1"/>
          <p:nvPr/>
        </p:nvSpPr>
        <p:spPr>
          <a:xfrm rot="16200000">
            <a:off x="53898" y="3598341"/>
            <a:ext cx="991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SPL, dB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DEB91F-A33F-9450-3FFA-E6AF9D470CAF}"/>
              </a:ext>
            </a:extLst>
          </p:cNvPr>
          <p:cNvSpPr txBox="1"/>
          <p:nvPr/>
        </p:nvSpPr>
        <p:spPr>
          <a:xfrm>
            <a:off x="2743200" y="4181569"/>
            <a:ext cx="207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Rotor Inflow Turbulence Interacting with Rotor 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4803A4-6500-240D-8428-827C52500980}"/>
              </a:ext>
            </a:extLst>
          </p:cNvPr>
          <p:cNvSpPr txBox="1"/>
          <p:nvPr/>
        </p:nvSpPr>
        <p:spPr>
          <a:xfrm>
            <a:off x="1099112" y="4802788"/>
            <a:ext cx="1911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Dominant Sources of Rotor Excitation</a:t>
            </a:r>
          </a:p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(curves represent direct radiation – proportional to force)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11D73A-76F5-8A83-7F9E-4A9A98E0FC11}"/>
              </a:ext>
            </a:extLst>
          </p:cNvPr>
          <p:cNvCxnSpPr/>
          <p:nvPr/>
        </p:nvCxnSpPr>
        <p:spPr>
          <a:xfrm flipV="1">
            <a:off x="2752687" y="4813256"/>
            <a:ext cx="244949" cy="198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D8C940-5380-71B6-0CE1-99F957F7B233}"/>
              </a:ext>
            </a:extLst>
          </p:cNvPr>
          <p:cNvCxnSpPr/>
          <p:nvPr/>
        </p:nvCxnSpPr>
        <p:spPr>
          <a:xfrm flipV="1">
            <a:off x="4521901" y="4275979"/>
            <a:ext cx="414292" cy="1431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120">
            <a:extLst>
              <a:ext uri="{FF2B5EF4-FFF2-40B4-BE49-F238E27FC236}">
                <a16:creationId xmlns:a16="http://schemas.microsoft.com/office/drawing/2014/main" id="{8FD96420-EA57-DFF1-5661-91ED38B44019}"/>
              </a:ext>
            </a:extLst>
          </p:cNvPr>
          <p:cNvSpPr/>
          <p:nvPr/>
        </p:nvSpPr>
        <p:spPr>
          <a:xfrm>
            <a:off x="1510748" y="3228935"/>
            <a:ext cx="4114800" cy="1869839"/>
          </a:xfrm>
          <a:custGeom>
            <a:avLst/>
            <a:gdLst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18793 h 1859967"/>
              <a:gd name="connsiteX1" fmla="*/ 1103243 w 4114800"/>
              <a:gd name="connsiteY1" fmla="*/ 1350 h 1859967"/>
              <a:gd name="connsiteX2" fmla="*/ 2524539 w 4114800"/>
              <a:gd name="connsiteY2" fmla="*/ 319402 h 1859967"/>
              <a:gd name="connsiteX3" fmla="*/ 3687417 w 4114800"/>
              <a:gd name="connsiteY3" fmla="*/ 1184106 h 1859967"/>
              <a:gd name="connsiteX4" fmla="*/ 4114800 w 4114800"/>
              <a:gd name="connsiteY4" fmla="*/ 1859967 h 1859967"/>
              <a:gd name="connsiteX0" fmla="*/ 0 w 4114800"/>
              <a:gd name="connsiteY0" fmla="*/ 428665 h 1869839"/>
              <a:gd name="connsiteX1" fmla="*/ 1103243 w 4114800"/>
              <a:gd name="connsiteY1" fmla="*/ 1282 h 1869839"/>
              <a:gd name="connsiteX2" fmla="*/ 2524539 w 4114800"/>
              <a:gd name="connsiteY2" fmla="*/ 329274 h 1869839"/>
              <a:gd name="connsiteX3" fmla="*/ 3687417 w 4114800"/>
              <a:gd name="connsiteY3" fmla="*/ 1193978 h 1869839"/>
              <a:gd name="connsiteX4" fmla="*/ 4114800 w 4114800"/>
              <a:gd name="connsiteY4" fmla="*/ 1869839 h 1869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4800" h="1869839">
                <a:moveTo>
                  <a:pt x="0" y="428665"/>
                </a:moveTo>
                <a:cubicBezTo>
                  <a:pt x="341243" y="228226"/>
                  <a:pt x="682487" y="17847"/>
                  <a:pt x="1103243" y="1282"/>
                </a:cubicBezTo>
                <a:cubicBezTo>
                  <a:pt x="1523999" y="-15283"/>
                  <a:pt x="2093843" y="130491"/>
                  <a:pt x="2524539" y="329274"/>
                </a:cubicBezTo>
                <a:cubicBezTo>
                  <a:pt x="2955235" y="528057"/>
                  <a:pt x="3462130" y="927278"/>
                  <a:pt x="3687417" y="1193978"/>
                </a:cubicBezTo>
                <a:cubicBezTo>
                  <a:pt x="3912704" y="1460678"/>
                  <a:pt x="4033630" y="1660289"/>
                  <a:pt x="4114800" y="186983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C5C426-03CE-8A50-21F1-5A61217B7852}"/>
              </a:ext>
            </a:extLst>
          </p:cNvPr>
          <p:cNvSpPr txBox="1"/>
          <p:nvPr/>
        </p:nvSpPr>
        <p:spPr>
          <a:xfrm>
            <a:off x="3507075" y="5172612"/>
            <a:ext cx="254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Blade Boundary Layer Turbulence Interacting with Rotor Blade TE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65D205-DAF0-0548-725C-1321D8BAD4B3}"/>
              </a:ext>
            </a:extLst>
          </p:cNvPr>
          <p:cNvCxnSpPr/>
          <p:nvPr/>
        </p:nvCxnSpPr>
        <p:spPr>
          <a:xfrm>
            <a:off x="2752687" y="5009647"/>
            <a:ext cx="438936" cy="170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125461-0F35-E982-A141-FAB070975DEF}"/>
              </a:ext>
            </a:extLst>
          </p:cNvPr>
          <p:cNvCxnSpPr/>
          <p:nvPr/>
        </p:nvCxnSpPr>
        <p:spPr>
          <a:xfrm flipV="1">
            <a:off x="5631807" y="5079693"/>
            <a:ext cx="414292" cy="1431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124">
            <a:extLst>
              <a:ext uri="{FF2B5EF4-FFF2-40B4-BE49-F238E27FC236}">
                <a16:creationId xmlns:a16="http://schemas.microsoft.com/office/drawing/2014/main" id="{1AD21C09-2C1A-0548-E655-3A248B1E07AC}"/>
              </a:ext>
            </a:extLst>
          </p:cNvPr>
          <p:cNvSpPr/>
          <p:nvPr/>
        </p:nvSpPr>
        <p:spPr>
          <a:xfrm>
            <a:off x="3419061" y="4659504"/>
            <a:ext cx="4005469" cy="1373548"/>
          </a:xfrm>
          <a:custGeom>
            <a:avLst/>
            <a:gdLst>
              <a:gd name="connsiteX0" fmla="*/ 0 w 4005469"/>
              <a:gd name="connsiteY0" fmla="*/ 468665 h 1353247"/>
              <a:gd name="connsiteX1" fmla="*/ 1282148 w 4005469"/>
              <a:gd name="connsiteY1" fmla="*/ 1525 h 1353247"/>
              <a:gd name="connsiteX2" fmla="*/ 3041374 w 4005469"/>
              <a:gd name="connsiteY2" fmla="*/ 607812 h 1353247"/>
              <a:gd name="connsiteX3" fmla="*/ 4005469 w 4005469"/>
              <a:gd name="connsiteY3" fmla="*/ 1353247 h 1353247"/>
              <a:gd name="connsiteX0" fmla="*/ 0 w 4005469"/>
              <a:gd name="connsiteY0" fmla="*/ 488438 h 1373020"/>
              <a:gd name="connsiteX1" fmla="*/ 1451113 w 4005469"/>
              <a:gd name="connsiteY1" fmla="*/ 1420 h 1373020"/>
              <a:gd name="connsiteX2" fmla="*/ 3041374 w 4005469"/>
              <a:gd name="connsiteY2" fmla="*/ 627585 h 1373020"/>
              <a:gd name="connsiteX3" fmla="*/ 4005469 w 4005469"/>
              <a:gd name="connsiteY3" fmla="*/ 1373020 h 1373020"/>
              <a:gd name="connsiteX0" fmla="*/ 0 w 4005469"/>
              <a:gd name="connsiteY0" fmla="*/ 488438 h 1373020"/>
              <a:gd name="connsiteX1" fmla="*/ 1451113 w 4005469"/>
              <a:gd name="connsiteY1" fmla="*/ 1420 h 1373020"/>
              <a:gd name="connsiteX2" fmla="*/ 3041374 w 4005469"/>
              <a:gd name="connsiteY2" fmla="*/ 627585 h 1373020"/>
              <a:gd name="connsiteX3" fmla="*/ 4005469 w 4005469"/>
              <a:gd name="connsiteY3" fmla="*/ 1373020 h 1373020"/>
              <a:gd name="connsiteX0" fmla="*/ 0 w 4005469"/>
              <a:gd name="connsiteY0" fmla="*/ 488438 h 1373020"/>
              <a:gd name="connsiteX1" fmla="*/ 1451113 w 4005469"/>
              <a:gd name="connsiteY1" fmla="*/ 1420 h 1373020"/>
              <a:gd name="connsiteX2" fmla="*/ 3041374 w 4005469"/>
              <a:gd name="connsiteY2" fmla="*/ 627585 h 1373020"/>
              <a:gd name="connsiteX3" fmla="*/ 4005469 w 4005469"/>
              <a:gd name="connsiteY3" fmla="*/ 1373020 h 1373020"/>
              <a:gd name="connsiteX0" fmla="*/ 0 w 3985591"/>
              <a:gd name="connsiteY0" fmla="*/ 478749 h 1373270"/>
              <a:gd name="connsiteX1" fmla="*/ 1431235 w 3985591"/>
              <a:gd name="connsiteY1" fmla="*/ 1670 h 1373270"/>
              <a:gd name="connsiteX2" fmla="*/ 3021496 w 3985591"/>
              <a:gd name="connsiteY2" fmla="*/ 627835 h 1373270"/>
              <a:gd name="connsiteX3" fmla="*/ 3985591 w 3985591"/>
              <a:gd name="connsiteY3" fmla="*/ 1373270 h 1373270"/>
              <a:gd name="connsiteX0" fmla="*/ 0 w 3985591"/>
              <a:gd name="connsiteY0" fmla="*/ 469088 h 1373548"/>
              <a:gd name="connsiteX1" fmla="*/ 1431235 w 3985591"/>
              <a:gd name="connsiteY1" fmla="*/ 1948 h 1373548"/>
              <a:gd name="connsiteX2" fmla="*/ 3021496 w 3985591"/>
              <a:gd name="connsiteY2" fmla="*/ 628113 h 1373548"/>
              <a:gd name="connsiteX3" fmla="*/ 3985591 w 3985591"/>
              <a:gd name="connsiteY3" fmla="*/ 1373548 h 1373548"/>
              <a:gd name="connsiteX0" fmla="*/ 0 w 4005469"/>
              <a:gd name="connsiteY0" fmla="*/ 469088 h 1373548"/>
              <a:gd name="connsiteX1" fmla="*/ 1451113 w 4005469"/>
              <a:gd name="connsiteY1" fmla="*/ 1948 h 1373548"/>
              <a:gd name="connsiteX2" fmla="*/ 3041374 w 4005469"/>
              <a:gd name="connsiteY2" fmla="*/ 628113 h 1373548"/>
              <a:gd name="connsiteX3" fmla="*/ 4005469 w 4005469"/>
              <a:gd name="connsiteY3" fmla="*/ 1373548 h 1373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5469" h="1373548">
                <a:moveTo>
                  <a:pt x="0" y="469088"/>
                </a:moveTo>
                <a:cubicBezTo>
                  <a:pt x="387626" y="223922"/>
                  <a:pt x="944217" y="-24556"/>
                  <a:pt x="1451113" y="1948"/>
                </a:cubicBezTo>
                <a:cubicBezTo>
                  <a:pt x="1958009" y="28452"/>
                  <a:pt x="2625587" y="369695"/>
                  <a:pt x="3041374" y="628113"/>
                </a:cubicBezTo>
                <a:cubicBezTo>
                  <a:pt x="3457161" y="886531"/>
                  <a:pt x="3750365" y="1113474"/>
                  <a:pt x="4005469" y="1373548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0360C1-BCCF-0722-121A-8156CB62718B}"/>
              </a:ext>
            </a:extLst>
          </p:cNvPr>
          <p:cNvCxnSpPr/>
          <p:nvPr/>
        </p:nvCxnSpPr>
        <p:spPr>
          <a:xfrm flipV="1">
            <a:off x="2495550" y="2950000"/>
            <a:ext cx="1821" cy="278935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485740-6013-B445-0513-7C099CAE91BE}"/>
              </a:ext>
            </a:extLst>
          </p:cNvPr>
          <p:cNvCxnSpPr/>
          <p:nvPr/>
        </p:nvCxnSpPr>
        <p:spPr>
          <a:xfrm flipV="1">
            <a:off x="2714167" y="2833007"/>
            <a:ext cx="1819" cy="381765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2C79BA-767E-588F-E575-F10C3DF6AB62}"/>
              </a:ext>
            </a:extLst>
          </p:cNvPr>
          <p:cNvCxnSpPr/>
          <p:nvPr/>
        </p:nvCxnSpPr>
        <p:spPr>
          <a:xfrm flipV="1">
            <a:off x="2160113" y="2688647"/>
            <a:ext cx="0" cy="619735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0C4151-E7F9-6675-F909-FD0BAB580073}"/>
              </a:ext>
            </a:extLst>
          </p:cNvPr>
          <p:cNvCxnSpPr/>
          <p:nvPr/>
        </p:nvCxnSpPr>
        <p:spPr>
          <a:xfrm flipH="1" flipV="1">
            <a:off x="1690689" y="2998514"/>
            <a:ext cx="2665" cy="547851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49BF6C1-230F-58FF-F34C-E2B1CD8BF3AB}"/>
              </a:ext>
            </a:extLst>
          </p:cNvPr>
          <p:cNvCxnSpPr/>
          <p:nvPr/>
        </p:nvCxnSpPr>
        <p:spPr>
          <a:xfrm flipV="1">
            <a:off x="2889306" y="3132136"/>
            <a:ext cx="1848" cy="92502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D84DCE-4331-D5D0-061B-5AF153BE787A}"/>
              </a:ext>
            </a:extLst>
          </p:cNvPr>
          <p:cNvSpPr txBox="1"/>
          <p:nvPr/>
        </p:nvSpPr>
        <p:spPr>
          <a:xfrm>
            <a:off x="1477619" y="3620203"/>
            <a:ext cx="2560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Rotor Spatial Inflow Distortions Generating Rotor Unsteady Lift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F4BC659-BB93-9843-1EC7-3531BED2CAC6}"/>
              </a:ext>
            </a:extLst>
          </p:cNvPr>
          <p:cNvCxnSpPr/>
          <p:nvPr/>
        </p:nvCxnSpPr>
        <p:spPr>
          <a:xfrm flipH="1" flipV="1">
            <a:off x="2599705" y="4576555"/>
            <a:ext cx="157213" cy="433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E329B05-0A32-D032-A541-A3C8F2869B43}"/>
              </a:ext>
            </a:extLst>
          </p:cNvPr>
          <p:cNvCxnSpPr/>
          <p:nvPr/>
        </p:nvCxnSpPr>
        <p:spPr>
          <a:xfrm flipV="1">
            <a:off x="1811912" y="3176771"/>
            <a:ext cx="317923" cy="490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8CA030D-96D9-B517-313E-E1E0411E8130}"/>
              </a:ext>
            </a:extLst>
          </p:cNvPr>
          <p:cNvSpPr txBox="1"/>
          <p:nvPr/>
        </p:nvSpPr>
        <p:spPr>
          <a:xfrm>
            <a:off x="5054234" y="1687189"/>
            <a:ext cx="1896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Dominant Vibrating and Radiating Structures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99D5E2-7C48-7DF4-634C-FD38A4D6A6D4}"/>
              </a:ext>
            </a:extLst>
          </p:cNvPr>
          <p:cNvSpPr txBox="1"/>
          <p:nvPr/>
        </p:nvSpPr>
        <p:spPr>
          <a:xfrm>
            <a:off x="1985691" y="1959733"/>
            <a:ext cx="12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Shell</a:t>
            </a:r>
          </a:p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Frequency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2F774D7-DDB2-A2D4-7F8B-E56127DF110F}"/>
              </a:ext>
            </a:extLst>
          </p:cNvPr>
          <p:cNvCxnSpPr/>
          <p:nvPr/>
        </p:nvCxnSpPr>
        <p:spPr>
          <a:xfrm flipH="1" flipV="1">
            <a:off x="1688439" y="2991114"/>
            <a:ext cx="4389" cy="387157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DE0FD57-2BBC-8EC6-FD0A-AA7FBBDDFF6E}"/>
              </a:ext>
            </a:extLst>
          </p:cNvPr>
          <p:cNvCxnSpPr/>
          <p:nvPr/>
        </p:nvCxnSpPr>
        <p:spPr>
          <a:xfrm flipV="1">
            <a:off x="2160270" y="2673498"/>
            <a:ext cx="1" cy="276501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EA8D89-5AFE-E32D-7BD5-D65D4E18F343}"/>
              </a:ext>
            </a:extLst>
          </p:cNvPr>
          <p:cNvCxnSpPr/>
          <p:nvPr/>
        </p:nvCxnSpPr>
        <p:spPr>
          <a:xfrm flipH="1" flipV="1">
            <a:off x="2716392" y="2821428"/>
            <a:ext cx="139" cy="223567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147B03-0A43-75A8-1FAE-93ECCC17EBC1}"/>
              </a:ext>
            </a:extLst>
          </p:cNvPr>
          <p:cNvCxnSpPr/>
          <p:nvPr/>
        </p:nvCxnSpPr>
        <p:spPr>
          <a:xfrm flipH="1">
            <a:off x="5210176" y="2155869"/>
            <a:ext cx="561974" cy="88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A4069CF-7D4F-C95D-D3F3-9DF1FFF5A2C9}"/>
              </a:ext>
            </a:extLst>
          </p:cNvPr>
          <p:cNvCxnSpPr/>
          <p:nvPr/>
        </p:nvCxnSpPr>
        <p:spPr>
          <a:xfrm flipH="1" flipV="1">
            <a:off x="1500464" y="2392166"/>
            <a:ext cx="2309536" cy="1596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172">
            <a:extLst>
              <a:ext uri="{FF2B5EF4-FFF2-40B4-BE49-F238E27FC236}">
                <a16:creationId xmlns:a16="http://schemas.microsoft.com/office/drawing/2014/main" id="{8C51B578-B192-AFB4-CDF8-6125E7403813}"/>
              </a:ext>
            </a:extLst>
          </p:cNvPr>
          <p:cNvSpPr/>
          <p:nvPr/>
        </p:nvSpPr>
        <p:spPr>
          <a:xfrm>
            <a:off x="1341782" y="2524489"/>
            <a:ext cx="2981739" cy="1689702"/>
          </a:xfrm>
          <a:custGeom>
            <a:avLst/>
            <a:gdLst>
              <a:gd name="connsiteX0" fmla="*/ 0 w 3032010"/>
              <a:gd name="connsiteY0" fmla="*/ 1023768 h 1756259"/>
              <a:gd name="connsiteX1" fmla="*/ 725556 w 3032010"/>
              <a:gd name="connsiteY1" fmla="*/ 566568 h 1756259"/>
              <a:gd name="connsiteX2" fmla="*/ 1003852 w 3032010"/>
              <a:gd name="connsiteY2" fmla="*/ 37 h 1756259"/>
              <a:gd name="connsiteX3" fmla="*/ 1331843 w 3032010"/>
              <a:gd name="connsiteY3" fmla="*/ 536750 h 1756259"/>
              <a:gd name="connsiteX4" fmla="*/ 1570382 w 3032010"/>
              <a:gd name="connsiteY4" fmla="*/ 268394 h 1756259"/>
              <a:gd name="connsiteX5" fmla="*/ 1888434 w 3032010"/>
              <a:gd name="connsiteY5" fmla="*/ 685837 h 1756259"/>
              <a:gd name="connsiteX6" fmla="*/ 2146852 w 3032010"/>
              <a:gd name="connsiteY6" fmla="*/ 506933 h 1756259"/>
              <a:gd name="connsiteX7" fmla="*/ 2713382 w 3032010"/>
              <a:gd name="connsiteY7" fmla="*/ 1152976 h 1756259"/>
              <a:gd name="connsiteX8" fmla="*/ 2981739 w 3032010"/>
              <a:gd name="connsiteY8" fmla="*/ 1689689 h 1756259"/>
              <a:gd name="connsiteX9" fmla="*/ 3031434 w 3032010"/>
              <a:gd name="connsiteY9" fmla="*/ 1729446 h 175625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46852 w 2981739"/>
              <a:gd name="connsiteY6" fmla="*/ 506933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46852 w 2981739"/>
              <a:gd name="connsiteY6" fmla="*/ 506933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68 h 1689689"/>
              <a:gd name="connsiteX1" fmla="*/ 725556 w 2981739"/>
              <a:gd name="connsiteY1" fmla="*/ 566568 h 1689689"/>
              <a:gd name="connsiteX2" fmla="*/ 1003852 w 2981739"/>
              <a:gd name="connsiteY2" fmla="*/ 37 h 1689689"/>
              <a:gd name="connsiteX3" fmla="*/ 1331843 w 2981739"/>
              <a:gd name="connsiteY3" fmla="*/ 536750 h 1689689"/>
              <a:gd name="connsiteX4" fmla="*/ 1570382 w 2981739"/>
              <a:gd name="connsiteY4" fmla="*/ 268394 h 1689689"/>
              <a:gd name="connsiteX5" fmla="*/ 1888434 w 2981739"/>
              <a:gd name="connsiteY5" fmla="*/ 685837 h 1689689"/>
              <a:gd name="connsiteX6" fmla="*/ 2196547 w 2981739"/>
              <a:gd name="connsiteY6" fmla="*/ 496994 h 1689689"/>
              <a:gd name="connsiteX7" fmla="*/ 2713382 w 2981739"/>
              <a:gd name="connsiteY7" fmla="*/ 1152976 h 1689689"/>
              <a:gd name="connsiteX8" fmla="*/ 2981739 w 2981739"/>
              <a:gd name="connsiteY8" fmla="*/ 1689689 h 1689689"/>
              <a:gd name="connsiteX0" fmla="*/ 0 w 2981739"/>
              <a:gd name="connsiteY0" fmla="*/ 1023776 h 1689697"/>
              <a:gd name="connsiteX1" fmla="*/ 725556 w 2981739"/>
              <a:gd name="connsiteY1" fmla="*/ 566576 h 1689697"/>
              <a:gd name="connsiteX2" fmla="*/ 1003852 w 2981739"/>
              <a:gd name="connsiteY2" fmla="*/ 45 h 1689697"/>
              <a:gd name="connsiteX3" fmla="*/ 1331843 w 2981739"/>
              <a:gd name="connsiteY3" fmla="*/ 536758 h 1689697"/>
              <a:gd name="connsiteX4" fmla="*/ 1570382 w 2981739"/>
              <a:gd name="connsiteY4" fmla="*/ 268402 h 1689697"/>
              <a:gd name="connsiteX5" fmla="*/ 1888434 w 2981739"/>
              <a:gd name="connsiteY5" fmla="*/ 685845 h 1689697"/>
              <a:gd name="connsiteX6" fmla="*/ 2196547 w 2981739"/>
              <a:gd name="connsiteY6" fmla="*/ 497002 h 1689697"/>
              <a:gd name="connsiteX7" fmla="*/ 2713382 w 2981739"/>
              <a:gd name="connsiteY7" fmla="*/ 1152984 h 1689697"/>
              <a:gd name="connsiteX8" fmla="*/ 2981739 w 2981739"/>
              <a:gd name="connsiteY8" fmla="*/ 1689697 h 1689697"/>
              <a:gd name="connsiteX0" fmla="*/ 0 w 2981739"/>
              <a:gd name="connsiteY0" fmla="*/ 1023776 h 1689697"/>
              <a:gd name="connsiteX1" fmla="*/ 725556 w 2981739"/>
              <a:gd name="connsiteY1" fmla="*/ 566576 h 1689697"/>
              <a:gd name="connsiteX2" fmla="*/ 1003852 w 2981739"/>
              <a:gd name="connsiteY2" fmla="*/ 45 h 1689697"/>
              <a:gd name="connsiteX3" fmla="*/ 1331843 w 2981739"/>
              <a:gd name="connsiteY3" fmla="*/ 536758 h 1689697"/>
              <a:gd name="connsiteX4" fmla="*/ 1570382 w 2981739"/>
              <a:gd name="connsiteY4" fmla="*/ 268402 h 1689697"/>
              <a:gd name="connsiteX5" fmla="*/ 1888434 w 2981739"/>
              <a:gd name="connsiteY5" fmla="*/ 685845 h 1689697"/>
              <a:gd name="connsiteX6" fmla="*/ 2196547 w 2981739"/>
              <a:gd name="connsiteY6" fmla="*/ 497002 h 1689697"/>
              <a:gd name="connsiteX7" fmla="*/ 2713382 w 2981739"/>
              <a:gd name="connsiteY7" fmla="*/ 1152984 h 1689697"/>
              <a:gd name="connsiteX8" fmla="*/ 2981739 w 2981739"/>
              <a:gd name="connsiteY8" fmla="*/ 1689697 h 1689697"/>
              <a:gd name="connsiteX0" fmla="*/ 0 w 2981739"/>
              <a:gd name="connsiteY0" fmla="*/ 1023776 h 1689697"/>
              <a:gd name="connsiteX1" fmla="*/ 725556 w 2981739"/>
              <a:gd name="connsiteY1" fmla="*/ 566576 h 1689697"/>
              <a:gd name="connsiteX2" fmla="*/ 1003852 w 2981739"/>
              <a:gd name="connsiteY2" fmla="*/ 45 h 1689697"/>
              <a:gd name="connsiteX3" fmla="*/ 1331843 w 2981739"/>
              <a:gd name="connsiteY3" fmla="*/ 536758 h 1689697"/>
              <a:gd name="connsiteX4" fmla="*/ 1570382 w 2981739"/>
              <a:gd name="connsiteY4" fmla="*/ 268402 h 1689697"/>
              <a:gd name="connsiteX5" fmla="*/ 1888434 w 2981739"/>
              <a:gd name="connsiteY5" fmla="*/ 685845 h 1689697"/>
              <a:gd name="connsiteX6" fmla="*/ 2196547 w 2981739"/>
              <a:gd name="connsiteY6" fmla="*/ 497002 h 1689697"/>
              <a:gd name="connsiteX7" fmla="*/ 2713382 w 2981739"/>
              <a:gd name="connsiteY7" fmla="*/ 1152984 h 1689697"/>
              <a:gd name="connsiteX8" fmla="*/ 2981739 w 2981739"/>
              <a:gd name="connsiteY8" fmla="*/ 1689697 h 1689697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713382 w 2981739"/>
              <a:gd name="connsiteY7" fmla="*/ 1152989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904"/>
              <a:gd name="connsiteY0" fmla="*/ 1023781 h 1689702"/>
              <a:gd name="connsiteX1" fmla="*/ 725556 w 2981904"/>
              <a:gd name="connsiteY1" fmla="*/ 566581 h 1689702"/>
              <a:gd name="connsiteX2" fmla="*/ 1003852 w 2981904"/>
              <a:gd name="connsiteY2" fmla="*/ 50 h 1689702"/>
              <a:gd name="connsiteX3" fmla="*/ 1331843 w 2981904"/>
              <a:gd name="connsiteY3" fmla="*/ 536763 h 1689702"/>
              <a:gd name="connsiteX4" fmla="*/ 1570382 w 2981904"/>
              <a:gd name="connsiteY4" fmla="*/ 268407 h 1689702"/>
              <a:gd name="connsiteX5" fmla="*/ 1888434 w 2981904"/>
              <a:gd name="connsiteY5" fmla="*/ 685850 h 1689702"/>
              <a:gd name="connsiteX6" fmla="*/ 2196547 w 2981904"/>
              <a:gd name="connsiteY6" fmla="*/ 497007 h 1689702"/>
              <a:gd name="connsiteX7" fmla="*/ 2673626 w 2981904"/>
              <a:gd name="connsiteY7" fmla="*/ 1143050 h 1689702"/>
              <a:gd name="connsiteX8" fmla="*/ 2981739 w 2981904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73626 w 2981739"/>
              <a:gd name="connsiteY7" fmla="*/ 1143050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88434 w 2981739"/>
              <a:gd name="connsiteY5" fmla="*/ 685850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196547 w 2981739"/>
              <a:gd name="connsiteY6" fmla="*/ 497007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917589 w 2981739"/>
              <a:gd name="connsiteY5" fmla="*/ 701753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  <a:gd name="connsiteX0" fmla="*/ 0 w 2981739"/>
              <a:gd name="connsiteY0" fmla="*/ 1023781 h 1689702"/>
              <a:gd name="connsiteX1" fmla="*/ 725556 w 2981739"/>
              <a:gd name="connsiteY1" fmla="*/ 566581 h 1689702"/>
              <a:gd name="connsiteX2" fmla="*/ 1003852 w 2981739"/>
              <a:gd name="connsiteY2" fmla="*/ 50 h 1689702"/>
              <a:gd name="connsiteX3" fmla="*/ 1331843 w 2981739"/>
              <a:gd name="connsiteY3" fmla="*/ 536763 h 1689702"/>
              <a:gd name="connsiteX4" fmla="*/ 1570382 w 2981739"/>
              <a:gd name="connsiteY4" fmla="*/ 268407 h 1689702"/>
              <a:gd name="connsiteX5" fmla="*/ 1896385 w 2981739"/>
              <a:gd name="connsiteY5" fmla="*/ 696452 h 1689702"/>
              <a:gd name="connsiteX6" fmla="*/ 2215100 w 2981739"/>
              <a:gd name="connsiteY6" fmla="*/ 515560 h 1689702"/>
              <a:gd name="connsiteX7" fmla="*/ 2684227 w 2981739"/>
              <a:gd name="connsiteY7" fmla="*/ 1153652 h 1689702"/>
              <a:gd name="connsiteX8" fmla="*/ 2981739 w 2981739"/>
              <a:gd name="connsiteY8" fmla="*/ 1689702 h 1689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1739" h="1689702">
                <a:moveTo>
                  <a:pt x="0" y="1023781"/>
                </a:moveTo>
                <a:cubicBezTo>
                  <a:pt x="279123" y="880492"/>
                  <a:pt x="528429" y="776960"/>
                  <a:pt x="725556" y="566581"/>
                </a:cubicBezTo>
                <a:cubicBezTo>
                  <a:pt x="922683" y="356202"/>
                  <a:pt x="902804" y="-4919"/>
                  <a:pt x="1003852" y="50"/>
                </a:cubicBezTo>
                <a:cubicBezTo>
                  <a:pt x="1104900" y="5019"/>
                  <a:pt x="1237421" y="531131"/>
                  <a:pt x="1331843" y="536763"/>
                </a:cubicBezTo>
                <a:cubicBezTo>
                  <a:pt x="1426265" y="542395"/>
                  <a:pt x="1476292" y="241792"/>
                  <a:pt x="1570382" y="268407"/>
                </a:cubicBezTo>
                <a:cubicBezTo>
                  <a:pt x="1664472" y="295022"/>
                  <a:pt x="1773030" y="673813"/>
                  <a:pt x="1896385" y="696452"/>
                </a:cubicBezTo>
                <a:cubicBezTo>
                  <a:pt x="2019740" y="719091"/>
                  <a:pt x="2075842" y="468514"/>
                  <a:pt x="2215100" y="515560"/>
                </a:cubicBezTo>
                <a:cubicBezTo>
                  <a:pt x="2354358" y="562606"/>
                  <a:pt x="2564405" y="952661"/>
                  <a:pt x="2684227" y="1153652"/>
                </a:cubicBezTo>
                <a:cubicBezTo>
                  <a:pt x="2804049" y="1354643"/>
                  <a:pt x="2916803" y="1562481"/>
                  <a:pt x="2981739" y="1689702"/>
                </a:cubicBez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A3E16E-6311-D832-ABE3-0C8C6974C471}"/>
              </a:ext>
            </a:extLst>
          </p:cNvPr>
          <p:cNvSpPr txBox="1"/>
          <p:nvPr/>
        </p:nvSpPr>
        <p:spPr>
          <a:xfrm>
            <a:off x="4291622" y="2719167"/>
            <a:ext cx="12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Propulsor</a:t>
            </a:r>
            <a:endParaRPr lang="en-US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 Frequency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181C0C-08BA-EA98-31A2-0B888613E747}"/>
              </a:ext>
            </a:extLst>
          </p:cNvPr>
          <p:cNvCxnSpPr/>
          <p:nvPr/>
        </p:nvCxnSpPr>
        <p:spPr>
          <a:xfrm flipH="1">
            <a:off x="5486400" y="2171742"/>
            <a:ext cx="265813" cy="378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2A9D7E-F133-1BF1-E8EB-693EF4BA486E}"/>
              </a:ext>
            </a:extLst>
          </p:cNvPr>
          <p:cNvCxnSpPr/>
          <p:nvPr/>
        </p:nvCxnSpPr>
        <p:spPr>
          <a:xfrm flipH="1">
            <a:off x="3906478" y="3178387"/>
            <a:ext cx="198905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176">
            <a:extLst>
              <a:ext uri="{FF2B5EF4-FFF2-40B4-BE49-F238E27FC236}">
                <a16:creationId xmlns:a16="http://schemas.microsoft.com/office/drawing/2014/main" id="{D8A27EDA-313F-2D4B-5BE1-C0C0D7A2A5BC}"/>
              </a:ext>
            </a:extLst>
          </p:cNvPr>
          <p:cNvSpPr/>
          <p:nvPr/>
        </p:nvSpPr>
        <p:spPr>
          <a:xfrm>
            <a:off x="3701845" y="3256532"/>
            <a:ext cx="2610465" cy="2163500"/>
          </a:xfrm>
          <a:custGeom>
            <a:avLst/>
            <a:gdLst>
              <a:gd name="connsiteX0" fmla="*/ 0 w 2610465"/>
              <a:gd name="connsiteY0" fmla="*/ 387443 h 2164623"/>
              <a:gd name="connsiteX1" fmla="*/ 538316 w 2610465"/>
              <a:gd name="connsiteY1" fmla="*/ 3985 h 2164623"/>
              <a:gd name="connsiteX2" fmla="*/ 840658 w 2610465"/>
              <a:gd name="connsiteY2" fmla="*/ 601294 h 2164623"/>
              <a:gd name="connsiteX3" fmla="*/ 1194620 w 2610465"/>
              <a:gd name="connsiteY3" fmla="*/ 431688 h 2164623"/>
              <a:gd name="connsiteX4" fmla="*/ 1622323 w 2610465"/>
              <a:gd name="connsiteY4" fmla="*/ 1124862 h 2164623"/>
              <a:gd name="connsiteX5" fmla="*/ 1946787 w 2610465"/>
              <a:gd name="connsiteY5" fmla="*/ 940507 h 2164623"/>
              <a:gd name="connsiteX6" fmla="*/ 2381865 w 2610465"/>
              <a:gd name="connsiteY6" fmla="*/ 1596810 h 2164623"/>
              <a:gd name="connsiteX7" fmla="*/ 2610465 w 2610465"/>
              <a:gd name="connsiteY7" fmla="*/ 2164623 h 2164623"/>
              <a:gd name="connsiteX0" fmla="*/ 0 w 2610465"/>
              <a:gd name="connsiteY0" fmla="*/ 383805 h 2160985"/>
              <a:gd name="connsiteX1" fmla="*/ 538316 w 2610465"/>
              <a:gd name="connsiteY1" fmla="*/ 347 h 2160985"/>
              <a:gd name="connsiteX2" fmla="*/ 840658 w 2610465"/>
              <a:gd name="connsiteY2" fmla="*/ 597656 h 2160985"/>
              <a:gd name="connsiteX3" fmla="*/ 1194620 w 2610465"/>
              <a:gd name="connsiteY3" fmla="*/ 428050 h 2160985"/>
              <a:gd name="connsiteX4" fmla="*/ 1622323 w 2610465"/>
              <a:gd name="connsiteY4" fmla="*/ 1121224 h 2160985"/>
              <a:gd name="connsiteX5" fmla="*/ 1946787 w 2610465"/>
              <a:gd name="connsiteY5" fmla="*/ 936869 h 2160985"/>
              <a:gd name="connsiteX6" fmla="*/ 2381865 w 2610465"/>
              <a:gd name="connsiteY6" fmla="*/ 1593172 h 2160985"/>
              <a:gd name="connsiteX7" fmla="*/ 2610465 w 2610465"/>
              <a:gd name="connsiteY7" fmla="*/ 2160985 h 2160985"/>
              <a:gd name="connsiteX0" fmla="*/ 0 w 2610465"/>
              <a:gd name="connsiteY0" fmla="*/ 383768 h 2160948"/>
              <a:gd name="connsiteX1" fmla="*/ 538316 w 2610465"/>
              <a:gd name="connsiteY1" fmla="*/ 310 h 2160948"/>
              <a:gd name="connsiteX2" fmla="*/ 840658 w 2610465"/>
              <a:gd name="connsiteY2" fmla="*/ 597619 h 2160948"/>
              <a:gd name="connsiteX3" fmla="*/ 1194620 w 2610465"/>
              <a:gd name="connsiteY3" fmla="*/ 428013 h 2160948"/>
              <a:gd name="connsiteX4" fmla="*/ 1622323 w 2610465"/>
              <a:gd name="connsiteY4" fmla="*/ 1121187 h 2160948"/>
              <a:gd name="connsiteX5" fmla="*/ 1946787 w 2610465"/>
              <a:gd name="connsiteY5" fmla="*/ 936832 h 2160948"/>
              <a:gd name="connsiteX6" fmla="*/ 2381865 w 2610465"/>
              <a:gd name="connsiteY6" fmla="*/ 1593135 h 2160948"/>
              <a:gd name="connsiteX7" fmla="*/ 2610465 w 2610465"/>
              <a:gd name="connsiteY7" fmla="*/ 2160948 h 2160948"/>
              <a:gd name="connsiteX0" fmla="*/ 0 w 2610465"/>
              <a:gd name="connsiteY0" fmla="*/ 383803 h 2160983"/>
              <a:gd name="connsiteX1" fmla="*/ 538316 w 2610465"/>
              <a:gd name="connsiteY1" fmla="*/ 345 h 2160983"/>
              <a:gd name="connsiteX2" fmla="*/ 840658 w 2610465"/>
              <a:gd name="connsiteY2" fmla="*/ 597654 h 2160983"/>
              <a:gd name="connsiteX3" fmla="*/ 1231491 w 2610465"/>
              <a:gd name="connsiteY3" fmla="*/ 420674 h 2160983"/>
              <a:gd name="connsiteX4" fmla="*/ 1622323 w 2610465"/>
              <a:gd name="connsiteY4" fmla="*/ 1121222 h 2160983"/>
              <a:gd name="connsiteX5" fmla="*/ 1946787 w 2610465"/>
              <a:gd name="connsiteY5" fmla="*/ 936867 h 2160983"/>
              <a:gd name="connsiteX6" fmla="*/ 2381865 w 2610465"/>
              <a:gd name="connsiteY6" fmla="*/ 1593170 h 2160983"/>
              <a:gd name="connsiteX7" fmla="*/ 2610465 w 2610465"/>
              <a:gd name="connsiteY7" fmla="*/ 2160983 h 2160983"/>
              <a:gd name="connsiteX0" fmla="*/ 0 w 2610465"/>
              <a:gd name="connsiteY0" fmla="*/ 383803 h 2160983"/>
              <a:gd name="connsiteX1" fmla="*/ 538316 w 2610465"/>
              <a:gd name="connsiteY1" fmla="*/ 345 h 2160983"/>
              <a:gd name="connsiteX2" fmla="*/ 840658 w 2610465"/>
              <a:gd name="connsiteY2" fmla="*/ 597654 h 2160983"/>
              <a:gd name="connsiteX3" fmla="*/ 1231491 w 2610465"/>
              <a:gd name="connsiteY3" fmla="*/ 420674 h 2160983"/>
              <a:gd name="connsiteX4" fmla="*/ 1622323 w 2610465"/>
              <a:gd name="connsiteY4" fmla="*/ 1121222 h 2160983"/>
              <a:gd name="connsiteX5" fmla="*/ 1946787 w 2610465"/>
              <a:gd name="connsiteY5" fmla="*/ 936867 h 2160983"/>
              <a:gd name="connsiteX6" fmla="*/ 2381865 w 2610465"/>
              <a:gd name="connsiteY6" fmla="*/ 1593170 h 2160983"/>
              <a:gd name="connsiteX7" fmla="*/ 2610465 w 2610465"/>
              <a:gd name="connsiteY7" fmla="*/ 2160983 h 2160983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46787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91032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22323 w 2610465"/>
              <a:gd name="connsiteY4" fmla="*/ 1121566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81317 w 2610465"/>
              <a:gd name="connsiteY4" fmla="*/ 1143689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4147 h 2161327"/>
              <a:gd name="connsiteX1" fmla="*/ 538316 w 2610465"/>
              <a:gd name="connsiteY1" fmla="*/ 689 h 2161327"/>
              <a:gd name="connsiteX2" fmla="*/ 840658 w 2610465"/>
              <a:gd name="connsiteY2" fmla="*/ 597998 h 2161327"/>
              <a:gd name="connsiteX3" fmla="*/ 1231491 w 2610465"/>
              <a:gd name="connsiteY3" fmla="*/ 421018 h 2161327"/>
              <a:gd name="connsiteX4" fmla="*/ 1681317 w 2610465"/>
              <a:gd name="connsiteY4" fmla="*/ 1143689 h 2161327"/>
              <a:gd name="connsiteX5" fmla="*/ 1968909 w 2610465"/>
              <a:gd name="connsiteY5" fmla="*/ 937211 h 2161327"/>
              <a:gd name="connsiteX6" fmla="*/ 2381865 w 2610465"/>
              <a:gd name="connsiteY6" fmla="*/ 1593514 h 2161327"/>
              <a:gd name="connsiteX7" fmla="*/ 2610465 w 2610465"/>
              <a:gd name="connsiteY7" fmla="*/ 2161327 h 2161327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8131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44447 w 2610465"/>
              <a:gd name="connsiteY4" fmla="*/ 1145862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614950 w 2610465"/>
              <a:gd name="connsiteY4" fmla="*/ 1108991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578079 w 2610465"/>
              <a:gd name="connsiteY4" fmla="*/ 1101616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578079 w 2610465"/>
              <a:gd name="connsiteY4" fmla="*/ 1101616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  <a:gd name="connsiteX0" fmla="*/ 0 w 2610465"/>
              <a:gd name="connsiteY0" fmla="*/ 386320 h 2163500"/>
              <a:gd name="connsiteX1" fmla="*/ 538316 w 2610465"/>
              <a:gd name="connsiteY1" fmla="*/ 2862 h 2163500"/>
              <a:gd name="connsiteX2" fmla="*/ 862780 w 2610465"/>
              <a:gd name="connsiteY2" fmla="*/ 563300 h 2163500"/>
              <a:gd name="connsiteX3" fmla="*/ 1231491 w 2610465"/>
              <a:gd name="connsiteY3" fmla="*/ 423191 h 2163500"/>
              <a:gd name="connsiteX4" fmla="*/ 1578079 w 2610465"/>
              <a:gd name="connsiteY4" fmla="*/ 1101616 h 2163500"/>
              <a:gd name="connsiteX5" fmla="*/ 1968909 w 2610465"/>
              <a:gd name="connsiteY5" fmla="*/ 939384 h 2163500"/>
              <a:gd name="connsiteX6" fmla="*/ 2381865 w 2610465"/>
              <a:gd name="connsiteY6" fmla="*/ 1595687 h 2163500"/>
              <a:gd name="connsiteX7" fmla="*/ 2610465 w 2610465"/>
              <a:gd name="connsiteY7" fmla="*/ 2163500 h 21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0465" h="2163500">
                <a:moveTo>
                  <a:pt x="0" y="386320"/>
                </a:moveTo>
                <a:cubicBezTo>
                  <a:pt x="199103" y="176770"/>
                  <a:pt x="394519" y="-26635"/>
                  <a:pt x="538316" y="2862"/>
                </a:cubicBezTo>
                <a:cubicBezTo>
                  <a:pt x="682113" y="32359"/>
                  <a:pt x="725128" y="544864"/>
                  <a:pt x="862780" y="563300"/>
                </a:cubicBezTo>
                <a:cubicBezTo>
                  <a:pt x="1000432" y="581736"/>
                  <a:pt x="1082778" y="392466"/>
                  <a:pt x="1231491" y="423191"/>
                </a:cubicBezTo>
                <a:cubicBezTo>
                  <a:pt x="1380204" y="453916"/>
                  <a:pt x="1388809" y="1074578"/>
                  <a:pt x="1578079" y="1101616"/>
                </a:cubicBezTo>
                <a:cubicBezTo>
                  <a:pt x="1767349" y="1128654"/>
                  <a:pt x="1812823" y="916033"/>
                  <a:pt x="1968909" y="939384"/>
                </a:cubicBezTo>
                <a:cubicBezTo>
                  <a:pt x="2124995" y="962735"/>
                  <a:pt x="2274939" y="1391668"/>
                  <a:pt x="2381865" y="1595687"/>
                </a:cubicBezTo>
                <a:cubicBezTo>
                  <a:pt x="2488791" y="1799706"/>
                  <a:pt x="2551471" y="1981603"/>
                  <a:pt x="2610465" y="2163500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81D33C-34B7-81B9-01D2-94F81FF18701}"/>
              </a:ext>
            </a:extLst>
          </p:cNvPr>
          <p:cNvSpPr txBox="1"/>
          <p:nvPr/>
        </p:nvSpPr>
        <p:spPr>
          <a:xfrm>
            <a:off x="6330858" y="4018837"/>
            <a:ext cx="12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Rotating Blades</a:t>
            </a:r>
          </a:p>
          <a:p>
            <a:pPr algn="ctr"/>
            <a:r>
              <a:rPr lang="en-US" sz="1200" dirty="0">
                <a:solidFill>
                  <a:srgbClr val="FF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Frequency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0EF46B3-063D-0E4D-DE37-557AFCCF29A9}"/>
              </a:ext>
            </a:extLst>
          </p:cNvPr>
          <p:cNvCxnSpPr/>
          <p:nvPr/>
        </p:nvCxnSpPr>
        <p:spPr>
          <a:xfrm>
            <a:off x="5772150" y="2163920"/>
            <a:ext cx="246763" cy="406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E98446-A455-1ABD-08A7-96CE78D03A6D}"/>
              </a:ext>
            </a:extLst>
          </p:cNvPr>
          <p:cNvCxnSpPr/>
          <p:nvPr/>
        </p:nvCxnSpPr>
        <p:spPr>
          <a:xfrm flipH="1" flipV="1">
            <a:off x="5973136" y="4510214"/>
            <a:ext cx="1875464" cy="17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180">
            <a:extLst>
              <a:ext uri="{FF2B5EF4-FFF2-40B4-BE49-F238E27FC236}">
                <a16:creationId xmlns:a16="http://schemas.microsoft.com/office/drawing/2014/main" id="{442C6216-A632-A78D-3388-EF917A26C8CD}"/>
              </a:ext>
            </a:extLst>
          </p:cNvPr>
          <p:cNvSpPr/>
          <p:nvPr/>
        </p:nvSpPr>
        <p:spPr>
          <a:xfrm>
            <a:off x="5752213" y="4644438"/>
            <a:ext cx="2020187" cy="1458650"/>
          </a:xfrm>
          <a:custGeom>
            <a:avLst/>
            <a:gdLst>
              <a:gd name="connsiteX0" fmla="*/ 0 w 1956391"/>
              <a:gd name="connsiteY0" fmla="*/ 230265 h 1463641"/>
              <a:gd name="connsiteX1" fmla="*/ 372140 w 1956391"/>
              <a:gd name="connsiteY1" fmla="*/ 6981 h 1463641"/>
              <a:gd name="connsiteX2" fmla="*/ 723014 w 1956391"/>
              <a:gd name="connsiteY2" fmla="*/ 464181 h 1463641"/>
              <a:gd name="connsiteX3" fmla="*/ 1105786 w 1956391"/>
              <a:gd name="connsiteY3" fmla="*/ 411018 h 1463641"/>
              <a:gd name="connsiteX4" fmla="*/ 1339703 w 1956391"/>
              <a:gd name="connsiteY4" fmla="*/ 1027706 h 1463641"/>
              <a:gd name="connsiteX5" fmla="*/ 1669312 w 1956391"/>
              <a:gd name="connsiteY5" fmla="*/ 942646 h 1463641"/>
              <a:gd name="connsiteX6" fmla="*/ 1956391 w 1956391"/>
              <a:gd name="connsiteY6" fmla="*/ 1463641 h 1463641"/>
              <a:gd name="connsiteX0" fmla="*/ 0 w 1956391"/>
              <a:gd name="connsiteY0" fmla="*/ 230265 h 1463641"/>
              <a:gd name="connsiteX1" fmla="*/ 372140 w 1956391"/>
              <a:gd name="connsiteY1" fmla="*/ 6981 h 1463641"/>
              <a:gd name="connsiteX2" fmla="*/ 723014 w 1956391"/>
              <a:gd name="connsiteY2" fmla="*/ 464181 h 1463641"/>
              <a:gd name="connsiteX3" fmla="*/ 1105786 w 1956391"/>
              <a:gd name="connsiteY3" fmla="*/ 411018 h 1463641"/>
              <a:gd name="connsiteX4" fmla="*/ 1339703 w 1956391"/>
              <a:gd name="connsiteY4" fmla="*/ 1027706 h 1463641"/>
              <a:gd name="connsiteX5" fmla="*/ 1669312 w 1956391"/>
              <a:gd name="connsiteY5" fmla="*/ 942646 h 1463641"/>
              <a:gd name="connsiteX6" fmla="*/ 1956391 w 1956391"/>
              <a:gd name="connsiteY6" fmla="*/ 1463641 h 1463641"/>
              <a:gd name="connsiteX0" fmla="*/ 0 w 1956391"/>
              <a:gd name="connsiteY0" fmla="*/ 232878 h 1466254"/>
              <a:gd name="connsiteX1" fmla="*/ 372140 w 1956391"/>
              <a:gd name="connsiteY1" fmla="*/ 9594 h 1466254"/>
              <a:gd name="connsiteX2" fmla="*/ 712382 w 1956391"/>
              <a:gd name="connsiteY2" fmla="*/ 519957 h 1466254"/>
              <a:gd name="connsiteX3" fmla="*/ 1105786 w 1956391"/>
              <a:gd name="connsiteY3" fmla="*/ 413631 h 1466254"/>
              <a:gd name="connsiteX4" fmla="*/ 1339703 w 1956391"/>
              <a:gd name="connsiteY4" fmla="*/ 1030319 h 1466254"/>
              <a:gd name="connsiteX5" fmla="*/ 1669312 w 1956391"/>
              <a:gd name="connsiteY5" fmla="*/ 945259 h 1466254"/>
              <a:gd name="connsiteX6" fmla="*/ 1956391 w 1956391"/>
              <a:gd name="connsiteY6" fmla="*/ 1466254 h 1466254"/>
              <a:gd name="connsiteX0" fmla="*/ 0 w 2020187"/>
              <a:gd name="connsiteY0" fmla="*/ 352864 h 1458650"/>
              <a:gd name="connsiteX1" fmla="*/ 435936 w 2020187"/>
              <a:gd name="connsiteY1" fmla="*/ 1990 h 1458650"/>
              <a:gd name="connsiteX2" fmla="*/ 776178 w 2020187"/>
              <a:gd name="connsiteY2" fmla="*/ 512353 h 1458650"/>
              <a:gd name="connsiteX3" fmla="*/ 1169582 w 2020187"/>
              <a:gd name="connsiteY3" fmla="*/ 406027 h 1458650"/>
              <a:gd name="connsiteX4" fmla="*/ 1403499 w 2020187"/>
              <a:gd name="connsiteY4" fmla="*/ 1022715 h 1458650"/>
              <a:gd name="connsiteX5" fmla="*/ 1733108 w 2020187"/>
              <a:gd name="connsiteY5" fmla="*/ 937655 h 1458650"/>
              <a:gd name="connsiteX6" fmla="*/ 2020187 w 2020187"/>
              <a:gd name="connsiteY6" fmla="*/ 1458650 h 14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0187" h="1458650">
                <a:moveTo>
                  <a:pt x="0" y="352864"/>
                </a:moveTo>
                <a:cubicBezTo>
                  <a:pt x="125819" y="221729"/>
                  <a:pt x="306573" y="-24591"/>
                  <a:pt x="435936" y="1990"/>
                </a:cubicBezTo>
                <a:cubicBezTo>
                  <a:pt x="565299" y="28571"/>
                  <a:pt x="653904" y="445013"/>
                  <a:pt x="776178" y="512353"/>
                </a:cubicBezTo>
                <a:cubicBezTo>
                  <a:pt x="898452" y="579693"/>
                  <a:pt x="1065028" y="320967"/>
                  <a:pt x="1169582" y="406027"/>
                </a:cubicBezTo>
                <a:cubicBezTo>
                  <a:pt x="1274136" y="491087"/>
                  <a:pt x="1309578" y="934110"/>
                  <a:pt x="1403499" y="1022715"/>
                </a:cubicBezTo>
                <a:cubicBezTo>
                  <a:pt x="1497420" y="1111320"/>
                  <a:pt x="1630327" y="864999"/>
                  <a:pt x="1733108" y="937655"/>
                </a:cubicBezTo>
                <a:cubicBezTo>
                  <a:pt x="1835889" y="1010311"/>
                  <a:pt x="1928038" y="1234480"/>
                  <a:pt x="2020187" y="1458650"/>
                </a:cubicBezTo>
              </a:path>
            </a:pathLst>
          </a:cu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F28DC1-058C-214D-08FD-970F05BF6362}"/>
              </a:ext>
            </a:extLst>
          </p:cNvPr>
          <p:cNvSpPr txBox="1"/>
          <p:nvPr/>
        </p:nvSpPr>
        <p:spPr>
          <a:xfrm>
            <a:off x="6781800" y="4800600"/>
            <a:ext cx="1289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Cavitation</a:t>
            </a:r>
          </a:p>
        </p:txBody>
      </p:sp>
      <p:sp>
        <p:nvSpPr>
          <p:cNvPr id="60" name="Freeform 182">
            <a:extLst>
              <a:ext uri="{FF2B5EF4-FFF2-40B4-BE49-F238E27FC236}">
                <a16:creationId xmlns:a16="http://schemas.microsoft.com/office/drawing/2014/main" id="{5AD7E76B-3CEE-A81F-D0E6-2654EDA5E97D}"/>
              </a:ext>
            </a:extLst>
          </p:cNvPr>
          <p:cNvSpPr/>
          <p:nvPr/>
        </p:nvSpPr>
        <p:spPr>
          <a:xfrm>
            <a:off x="6430155" y="4642890"/>
            <a:ext cx="1888897" cy="813693"/>
          </a:xfrm>
          <a:custGeom>
            <a:avLst/>
            <a:gdLst>
              <a:gd name="connsiteX0" fmla="*/ 0 w 1729409"/>
              <a:gd name="connsiteY0" fmla="*/ 373377 h 830577"/>
              <a:gd name="connsiteX1" fmla="*/ 974035 w 1729409"/>
              <a:gd name="connsiteY1" fmla="*/ 15568 h 830577"/>
              <a:gd name="connsiteX2" fmla="*/ 1729409 w 1729409"/>
              <a:gd name="connsiteY2" fmla="*/ 830577 h 830577"/>
              <a:gd name="connsiteX0" fmla="*/ 0 w 1729409"/>
              <a:gd name="connsiteY0" fmla="*/ 364931 h 822131"/>
              <a:gd name="connsiteX1" fmla="*/ 974035 w 1729409"/>
              <a:gd name="connsiteY1" fmla="*/ 7122 h 822131"/>
              <a:gd name="connsiteX2" fmla="*/ 1729409 w 1729409"/>
              <a:gd name="connsiteY2" fmla="*/ 822131 h 822131"/>
              <a:gd name="connsiteX0" fmla="*/ 0 w 1729409"/>
              <a:gd name="connsiteY0" fmla="*/ 359005 h 816205"/>
              <a:gd name="connsiteX1" fmla="*/ 974035 w 1729409"/>
              <a:gd name="connsiteY1" fmla="*/ 1196 h 816205"/>
              <a:gd name="connsiteX2" fmla="*/ 1729409 w 1729409"/>
              <a:gd name="connsiteY2" fmla="*/ 816205 h 816205"/>
              <a:gd name="connsiteX0" fmla="*/ 0 w 1729409"/>
              <a:gd name="connsiteY0" fmla="*/ 358885 h 816085"/>
              <a:gd name="connsiteX1" fmla="*/ 974035 w 1729409"/>
              <a:gd name="connsiteY1" fmla="*/ 1076 h 816085"/>
              <a:gd name="connsiteX2" fmla="*/ 1729409 w 1729409"/>
              <a:gd name="connsiteY2" fmla="*/ 816085 h 816085"/>
              <a:gd name="connsiteX0" fmla="*/ 0 w 1729409"/>
              <a:gd name="connsiteY0" fmla="*/ 359153 h 816353"/>
              <a:gd name="connsiteX1" fmla="*/ 974035 w 1729409"/>
              <a:gd name="connsiteY1" fmla="*/ 1344 h 816353"/>
              <a:gd name="connsiteX2" fmla="*/ 1729409 w 1729409"/>
              <a:gd name="connsiteY2" fmla="*/ 816353 h 816353"/>
              <a:gd name="connsiteX0" fmla="*/ 0 w 1729409"/>
              <a:gd name="connsiteY0" fmla="*/ 349305 h 806505"/>
              <a:gd name="connsiteX1" fmla="*/ 983975 w 1729409"/>
              <a:gd name="connsiteY1" fmla="*/ 1435 h 806505"/>
              <a:gd name="connsiteX2" fmla="*/ 1729409 w 1729409"/>
              <a:gd name="connsiteY2" fmla="*/ 806505 h 806505"/>
              <a:gd name="connsiteX0" fmla="*/ 0 w 1888897"/>
              <a:gd name="connsiteY0" fmla="*/ 452186 h 813693"/>
              <a:gd name="connsiteX1" fmla="*/ 1143463 w 1888897"/>
              <a:gd name="connsiteY1" fmla="*/ 8623 h 813693"/>
              <a:gd name="connsiteX2" fmla="*/ 1888897 w 1888897"/>
              <a:gd name="connsiteY2" fmla="*/ 813693 h 813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8897" h="813693">
                <a:moveTo>
                  <a:pt x="0" y="452186"/>
                </a:moveTo>
                <a:cubicBezTo>
                  <a:pt x="392597" y="215302"/>
                  <a:pt x="828647" y="-51628"/>
                  <a:pt x="1143463" y="8623"/>
                </a:cubicBezTo>
                <a:cubicBezTo>
                  <a:pt x="1458279" y="68874"/>
                  <a:pt x="1655327" y="444288"/>
                  <a:pt x="1888897" y="813693"/>
                </a:cubicBezTo>
              </a:path>
            </a:pathLst>
          </a:cu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B1BFA3-5AC5-6C96-523F-146D98B3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E68CE-9D2A-2864-7465-B75EA5E1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25ED-86BE-D033-A7EA-B694A3DE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Propeller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47F5A-7D0C-5AF5-490C-91C6BC70F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816886" cy="5524040"/>
          </a:xfrm>
        </p:spPr>
        <p:txBody>
          <a:bodyPr>
            <a:normAutofit/>
          </a:bodyPr>
          <a:lstStyle/>
          <a:p>
            <a:r>
              <a:rPr lang="en-US" dirty="0"/>
              <a:t>Rotor noise is a dominant mechanism in many systems:</a:t>
            </a:r>
          </a:p>
          <a:p>
            <a:pPr lvl="1"/>
            <a:r>
              <a:rPr lang="en-US" dirty="0"/>
              <a:t>Boats, ships, and submarines</a:t>
            </a:r>
          </a:p>
          <a:p>
            <a:pPr lvl="1"/>
            <a:r>
              <a:rPr lang="en-US" dirty="0"/>
              <a:t>Airplanes</a:t>
            </a:r>
          </a:p>
          <a:p>
            <a:pPr lvl="1"/>
            <a:r>
              <a:rPr lang="en-US" dirty="0"/>
              <a:t>Helicopters</a:t>
            </a:r>
          </a:p>
          <a:p>
            <a:pPr lvl="1"/>
            <a:r>
              <a:rPr lang="en-US" dirty="0"/>
              <a:t>Wind turbines</a:t>
            </a:r>
          </a:p>
          <a:p>
            <a:pPr lvl="1"/>
            <a:r>
              <a:rPr lang="en-US" dirty="0"/>
              <a:t>Fans</a:t>
            </a:r>
          </a:p>
          <a:p>
            <a:r>
              <a:rPr lang="en-US" dirty="0"/>
              <a:t>Noise from rotors takes one two paths:</a:t>
            </a:r>
          </a:p>
          <a:p>
            <a:pPr lvl="1"/>
            <a:r>
              <a:rPr lang="en-US" dirty="0"/>
              <a:t>“Direct noise”: unsteady flow causes acoustic fluctuations</a:t>
            </a:r>
          </a:p>
          <a:p>
            <a:pPr lvl="1"/>
            <a:r>
              <a:rPr lang="en-US" dirty="0"/>
              <a:t>“Re-radiated noise”: unsteady flow causes vibrations, then vibrating structure radiates sound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9D04F-76FF-478A-AB4F-4DDB101D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71C3DA-C727-5DA7-6CEC-7A95D8EE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76DE3-BAE3-222A-2E74-99F64AD9F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6"/>
          <a:stretch/>
        </p:blipFill>
        <p:spPr>
          <a:xfrm>
            <a:off x="7427167" y="1083158"/>
            <a:ext cx="4478693" cy="25192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9F42FC-E838-8E80-7329-74FC80B2AF54}"/>
                  </a:ext>
                </a:extLst>
              </p14:cNvPr>
              <p14:cNvContentPartPr/>
              <p14:nvPr/>
            </p14:nvContentPartPr>
            <p14:xfrm>
              <a:off x="428040" y="899280"/>
              <a:ext cx="9278280" cy="5040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9F42FC-E838-8E80-7329-74FC80B2AF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680" y="889920"/>
                <a:ext cx="9297000" cy="505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7858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9A7D-B225-DC85-CA8C-7A53704C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Propeller noise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8663-0D73-4070-B841-AA50FE24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096000" cy="5036494"/>
          </a:xfrm>
        </p:spPr>
        <p:txBody>
          <a:bodyPr/>
          <a:lstStyle/>
          <a:p>
            <a:r>
              <a:rPr lang="en-US" dirty="0"/>
              <a:t>Noise from propellers has tonal and broadband features.</a:t>
            </a:r>
          </a:p>
          <a:p>
            <a:r>
              <a:rPr lang="en-US" dirty="0"/>
              <a:t>Broadband noise is caused by turbulence</a:t>
            </a:r>
          </a:p>
          <a:p>
            <a:pPr lvl="1"/>
            <a:r>
              <a:rPr lang="en-US" dirty="0"/>
              <a:t>Ingested turbulence</a:t>
            </a:r>
          </a:p>
          <a:p>
            <a:pPr lvl="1"/>
            <a:r>
              <a:rPr lang="en-US" dirty="0"/>
              <a:t>Self-generated turbulence</a:t>
            </a:r>
          </a:p>
          <a:p>
            <a:r>
              <a:rPr lang="en-US" dirty="0"/>
              <a:t>Tonal noise (also just called “blade rate noise”) is caused by blades interacting with large flow structures</a:t>
            </a:r>
          </a:p>
          <a:p>
            <a:pPr lvl="1"/>
            <a:r>
              <a:rPr lang="en-US" dirty="0"/>
              <a:t>Ingested wakes</a:t>
            </a:r>
          </a:p>
          <a:p>
            <a:pPr lvl="1"/>
            <a:r>
              <a:rPr lang="en-US" dirty="0"/>
              <a:t>Self-generated vortices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50465-3C88-83C7-7B77-A30B05CB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4BF2A-1D38-AF90-D623-6DD5BB51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6388" b="12891"/>
          <a:stretch/>
        </p:blipFill>
        <p:spPr>
          <a:xfrm>
            <a:off x="5734605" y="568306"/>
            <a:ext cx="6214101" cy="50364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6AB7-3CD3-26B3-C068-6DF64A19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F7AF06D-6855-4BD0-5F90-B030F1FA4F41}"/>
                  </a:ext>
                </a:extLst>
              </p14:cNvPr>
              <p14:cNvContentPartPr/>
              <p14:nvPr/>
            </p14:nvContentPartPr>
            <p14:xfrm>
              <a:off x="394560" y="877320"/>
              <a:ext cx="11366640" cy="3617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F7AF06D-6855-4BD0-5F90-B030F1FA4F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200" y="867960"/>
                <a:ext cx="11385360" cy="36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789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A4D64-115A-CEBE-A997-6F04C0C2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1D69-4504-8131-1074-9EF3E280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Turbulence ingestion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99986-D7E9-330E-5839-33189EC7F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096000" cy="5036494"/>
          </a:xfrm>
        </p:spPr>
        <p:txBody>
          <a:bodyPr/>
          <a:lstStyle/>
          <a:p>
            <a:r>
              <a:rPr lang="en-US" dirty="0"/>
              <a:t>A source of turbulence is somewhere upstream of the rotor</a:t>
            </a:r>
          </a:p>
          <a:p>
            <a:r>
              <a:rPr lang="en-US" dirty="0"/>
              <a:t>The turbulence causes unsteady forces to be applied to the propeller. The excitation depends on:</a:t>
            </a:r>
          </a:p>
          <a:p>
            <a:pPr lvl="1"/>
            <a:r>
              <a:rPr lang="en-US" dirty="0"/>
              <a:t>Amplitude of the fluctuating velocities</a:t>
            </a:r>
          </a:p>
          <a:p>
            <a:pPr lvl="1"/>
            <a:r>
              <a:rPr lang="en-US" dirty="0"/>
              <a:t>How the blade responds to fluctuating velocity (“gust response”)</a:t>
            </a:r>
          </a:p>
          <a:p>
            <a:pPr lvl="1"/>
            <a:r>
              <a:rPr lang="en-US" dirty="0"/>
              <a:t>How large the vortices are (“correlation length”)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FE872-4553-9AD8-0890-3EBD999F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D7F1EA-28AF-FFCC-959F-C3374042F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754" y="3155599"/>
            <a:ext cx="3269246" cy="3565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5401A6-DEC9-9E17-B6B9-0E8560C9D3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EC"/>
              </a:clrFrom>
              <a:clrTo>
                <a:srgbClr val="0000E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3784566" cy="38303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80F4FA-8338-CF7E-A7BF-44D7B7B6F4F4}"/>
              </a:ext>
            </a:extLst>
          </p:cNvPr>
          <p:cNvSpPr txBox="1"/>
          <p:nvPr/>
        </p:nvSpPr>
        <p:spPr>
          <a:xfrm>
            <a:off x="5764615" y="3275448"/>
            <a:ext cx="37845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By C. Fukushima and J. </a:t>
            </a:r>
            <a:r>
              <a:rPr lang="en-US" sz="1100" dirty="0" err="1"/>
              <a:t>Westerweel</a:t>
            </a:r>
            <a:r>
              <a:rPr lang="en-US" sz="1100" dirty="0"/>
              <a:t>, Technical University of Delft, The Netherlands - Own work, CC BY 3.0, https://commons.wikimedia.org/w/index.php?curid=3082535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5AA6BD9-4652-0825-6421-82ED51D5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06F91DA-92B0-252C-FD32-9FAFAA6A5963}"/>
                  </a:ext>
                </a:extLst>
              </p14:cNvPr>
              <p14:cNvContentPartPr/>
              <p14:nvPr/>
            </p14:nvContentPartPr>
            <p14:xfrm>
              <a:off x="191160" y="232560"/>
              <a:ext cx="11732040" cy="6339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06F91DA-92B0-252C-FD32-9FAFAA6A59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800" y="223200"/>
                <a:ext cx="11750760" cy="63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5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C1F5-22EE-10FA-E492-DB0B848CD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237D-D071-C113-C61F-95D05956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Turbulence ingestion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557FD-16FE-5968-D53B-6DB6FC609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096000" cy="5036494"/>
          </a:xfrm>
        </p:spPr>
        <p:txBody>
          <a:bodyPr/>
          <a:lstStyle/>
          <a:p>
            <a:r>
              <a:rPr lang="en-US" dirty="0"/>
              <a:t>TI noise has been measured in wind and water tunnels.</a:t>
            </a:r>
          </a:p>
          <a:p>
            <a:r>
              <a:rPr lang="en-US" dirty="0"/>
              <a:t>TI noise tends to be the dominant source of broadband noise below a few times the blade passage frequency.</a:t>
            </a:r>
          </a:p>
          <a:p>
            <a:r>
              <a:rPr lang="en-US" dirty="0"/>
              <a:t>The turbulence parameters can be hard to quantify and predict.</a:t>
            </a:r>
          </a:p>
          <a:p>
            <a:r>
              <a:rPr lang="en-US" dirty="0"/>
              <a:t>It is still the subject of research.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9168E-7F41-95D2-F0A6-5B17D406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67371-4442-3092-3ED7-5CC6B83D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360" y="1396397"/>
            <a:ext cx="5258534" cy="429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3D07A1-B92E-E31F-76CE-656E6B902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922" y="136525"/>
            <a:ext cx="4251410" cy="1449440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F80FE234-AB07-D166-DD10-A5C9AB2BA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168735"/>
              </p:ext>
            </p:extLst>
          </p:nvPr>
        </p:nvGraphicFramePr>
        <p:xfrm>
          <a:off x="7648348" y="3160889"/>
          <a:ext cx="1394052" cy="131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4923810" imgH="4657143" progId="MSPhotoEd.3">
                  <p:embed/>
                </p:oleObj>
              </mc:Choice>
              <mc:Fallback>
                <p:oleObj name="Photo Editor Photo" r:id="rId4" imgW="4923810" imgH="4657143" progId="MSPhotoEd.3">
                  <p:embed/>
                  <p:pic>
                    <p:nvPicPr>
                      <p:cNvPr id="30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348" y="3160889"/>
                        <a:ext cx="1394052" cy="1318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DDD0BC-77AB-39D2-6998-232CA508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88A6AD-7D1B-ABE5-E749-AD142004A308}"/>
                  </a:ext>
                </a:extLst>
              </p14:cNvPr>
              <p14:cNvContentPartPr/>
              <p14:nvPr/>
            </p14:nvContentPartPr>
            <p14:xfrm>
              <a:off x="195120" y="363240"/>
              <a:ext cx="11790000" cy="6394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88A6AD-7D1B-ABE5-E749-AD142004A3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760" y="353880"/>
                <a:ext cx="11808720" cy="641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415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97CC-1E2D-D450-47D7-A389BA71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0FCD-7142-4B5E-6CD2-ECC96D49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Self-generated turbulence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54084-788C-CAB7-5FE0-FDBA8A06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423378" cy="5036494"/>
          </a:xfrm>
        </p:spPr>
        <p:txBody>
          <a:bodyPr/>
          <a:lstStyle/>
          <a:p>
            <a:r>
              <a:rPr lang="en-US" dirty="0"/>
              <a:t>Also called “boundary layer turbulence noise” or “trailing edge noise”</a:t>
            </a:r>
          </a:p>
          <a:p>
            <a:r>
              <a:rPr lang="en-US" dirty="0"/>
              <a:t>Turbulence forms over the rotor itself.</a:t>
            </a:r>
          </a:p>
          <a:p>
            <a:r>
              <a:rPr lang="en-US" dirty="0"/>
              <a:t>When turbulence reaches the trailing edge, the eddies are suddenly able to expand or contract, causing noise.</a:t>
            </a:r>
          </a:p>
          <a:p>
            <a:r>
              <a:rPr lang="en-US" dirty="0"/>
              <a:t>Excitation depends on turbulence parameters and blade geometry.</a:t>
            </a:r>
          </a:p>
          <a:p>
            <a:r>
              <a:rPr lang="en-US" dirty="0"/>
              <a:t>TE noise tends to be the dominant source at higher frequencies.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DDAA-0C25-77C2-AD2C-4BF84458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A6F7A7-A661-5CA8-2E84-3C0E12AB0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807" y="2129157"/>
            <a:ext cx="4228091" cy="24541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BB532A-39B5-E456-37A9-72AB1155B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687" y="136525"/>
            <a:ext cx="4948851" cy="1917318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B5CE5E2-7F5C-DB69-177E-5B64936D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03211A-CDDD-D04F-66BB-B31FAEBA40D2}"/>
                  </a:ext>
                </a:extLst>
              </p14:cNvPr>
              <p14:cNvContentPartPr/>
              <p14:nvPr/>
            </p14:nvContentPartPr>
            <p14:xfrm>
              <a:off x="186840" y="615600"/>
              <a:ext cx="11639160" cy="6244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03211A-CDDD-D04F-66BB-B31FAEBA40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480" y="606240"/>
                <a:ext cx="11657880" cy="626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463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BA17-FAF2-2FDD-D3A6-DB3D514F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Trailing edge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63F60-C4AF-080F-9D09-0952FF8E7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Trailing edge serrations reduce the turbulence correlation length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https://www.youtube.com/watch?v=YAl9PR6U63k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6A20-15B1-654C-1B3A-FA5CA749C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91B45-15D2-06C6-160F-7CF07F2F2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068" y="2162528"/>
            <a:ext cx="6484754" cy="419382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6A786-D58A-742A-06CC-DBCB2BE9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8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4FEC25-BB6E-4EB5-0A8E-C08DD7C4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6366"/>
            <a:ext cx="5513047" cy="41930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A5A5EE-3705-72CA-B835-B40ABCA5EA5F}"/>
                  </a:ext>
                </a:extLst>
              </p14:cNvPr>
              <p14:cNvContentPartPr/>
              <p14:nvPr/>
            </p14:nvContentPartPr>
            <p14:xfrm>
              <a:off x="548280" y="3061440"/>
              <a:ext cx="4712400" cy="2453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A5A5EE-3705-72CA-B835-B40ABCA5EA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920" y="3052080"/>
                <a:ext cx="4731120" cy="247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901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A7E2-FC7A-CB8E-9DEB-E6FFBE77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04A6-E283-EC64-4F5A-50953AE20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649156" cy="5036494"/>
          </a:xfrm>
        </p:spPr>
        <p:txBody>
          <a:bodyPr/>
          <a:lstStyle/>
          <a:p>
            <a:r>
              <a:rPr lang="en-US" dirty="0"/>
              <a:t>An obstruction upstream causes a change in flow</a:t>
            </a:r>
          </a:p>
          <a:p>
            <a:r>
              <a:rPr lang="en-US" dirty="0"/>
              <a:t>The change in flow causes unsteady forces on the rotor each time a blade passes.</a:t>
            </a:r>
          </a:p>
          <a:p>
            <a:r>
              <a:rPr lang="en-US" dirty="0"/>
              <a:t>Similar to an impulsive source, harmonics are usually also seen.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CD720-B2E6-C0D3-7083-545A83CA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E53C3-4526-E733-4390-C074AF2E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9BBF94-DA1A-7CD5-9A87-F5DB406BA4C0}"/>
                  </a:ext>
                </a:extLst>
              </p14:cNvPr>
              <p14:cNvContentPartPr/>
              <p14:nvPr/>
            </p14:nvContentPartPr>
            <p14:xfrm>
              <a:off x="226080" y="605880"/>
              <a:ext cx="11111040" cy="5937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9BBF94-DA1A-7CD5-9A87-F5DB406BA4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720" y="596520"/>
                <a:ext cx="11129760" cy="595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388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B31B-BD6E-ADB9-FEA1-DED44059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585C-3FD8-27B9-99ED-C4730918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535F-67EC-2FAB-A6D0-2ABCF6967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649156" cy="5036494"/>
          </a:xfrm>
        </p:spPr>
        <p:txBody>
          <a:bodyPr/>
          <a:lstStyle/>
          <a:p>
            <a:r>
              <a:rPr lang="en-US" dirty="0"/>
              <a:t>Straight wakes meeting straight blades can make blade rate noise very loud.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1CB24-6BED-EBA2-8A93-077DA840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A9481-DFB1-9B27-AED3-BC3FC4CC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04AD1-8AA1-B412-C7E4-011C77779AFC}"/>
              </a:ext>
            </a:extLst>
          </p:cNvPr>
          <p:cNvSpPr txBox="1"/>
          <p:nvPr/>
        </p:nvSpPr>
        <p:spPr>
          <a:xfrm>
            <a:off x="7738533" y="5738938"/>
            <a:ext cx="31778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latin typeface="+mn-lt"/>
              </a:rPr>
              <a:t>Kim, Geon-Seok, “Discrete-Frequency and Broadband Noise Radiation from Diesel Engine Cooling Fans,” Ph.D. Thesis in Acoustics, The Pennsylvania State University, December 2007.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599470B-59F1-EDA7-82CC-CEE83F7F2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47080" y="0"/>
            <a:ext cx="4555767" cy="388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174">
            <a:extLst>
              <a:ext uri="{FF2B5EF4-FFF2-40B4-BE49-F238E27FC236}">
                <a16:creationId xmlns:a16="http://schemas.microsoft.com/office/drawing/2014/main" id="{B1EB66AC-BECB-58A5-D035-3E1FDF79FD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5583" y="3313332"/>
            <a:ext cx="2949079" cy="2821034"/>
            <a:chOff x="3408" y="912"/>
            <a:chExt cx="1536" cy="1385"/>
          </a:xfrm>
        </p:grpSpPr>
        <p:sp>
          <p:nvSpPr>
            <p:cNvPr id="10" name="Rectangle 93">
              <a:extLst>
                <a:ext uri="{FF2B5EF4-FFF2-40B4-BE49-F238E27FC236}">
                  <a16:creationId xmlns:a16="http://schemas.microsoft.com/office/drawing/2014/main" id="{4F1AB97D-8591-FB61-644B-EB28AB479D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00" y="1140"/>
              <a:ext cx="264" cy="956"/>
            </a:xfrm>
            <a:prstGeom prst="rect">
              <a:avLst/>
            </a:prstGeom>
            <a:solidFill>
              <a:srgbClr val="99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Rectangle 94">
              <a:extLst>
                <a:ext uri="{FF2B5EF4-FFF2-40B4-BE49-F238E27FC236}">
                  <a16:creationId xmlns:a16="http://schemas.microsoft.com/office/drawing/2014/main" id="{D51F4DAA-4DD4-CCD2-38B2-909411298D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72" y="1066"/>
              <a:ext cx="346" cy="115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Rectangle 95">
              <a:extLst>
                <a:ext uri="{FF2B5EF4-FFF2-40B4-BE49-F238E27FC236}">
                  <a16:creationId xmlns:a16="http://schemas.microsoft.com/office/drawing/2014/main" id="{737FC603-6A8B-4EF2-72E4-A193468DFD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8" y="1289"/>
              <a:ext cx="792" cy="742"/>
            </a:xfrm>
            <a:prstGeom prst="rect">
              <a:avLst/>
            </a:prstGeom>
            <a:solidFill>
              <a:srgbClr val="C0C0C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Box 96">
              <a:extLst>
                <a:ext uri="{FF2B5EF4-FFF2-40B4-BE49-F238E27FC236}">
                  <a16:creationId xmlns:a16="http://schemas.microsoft.com/office/drawing/2014/main" id="{94DF43AB-0C3A-7405-53C8-8D2D84CC63B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40" y="1584"/>
              <a:ext cx="576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b="1" dirty="0">
                  <a:latin typeface="Tahoma" pitchFamily="34" charset="0"/>
                  <a:ea typeface="Batang" pitchFamily="18" charset="-127"/>
                </a:rPr>
                <a:t>Engine</a:t>
              </a:r>
              <a:endParaRPr lang="en-US" altLang="ko-KR" sz="2200" dirty="0">
                <a:ea typeface="Gulim" pitchFamily="34" charset="-127"/>
              </a:endParaRPr>
            </a:p>
          </p:txBody>
        </p:sp>
        <p:sp>
          <p:nvSpPr>
            <p:cNvPr id="14" name="Rectangle 97" descr="Small grid">
              <a:extLst>
                <a:ext uri="{FF2B5EF4-FFF2-40B4-BE49-F238E27FC236}">
                  <a16:creationId xmlns:a16="http://schemas.microsoft.com/office/drawing/2014/main" id="{B1AF6833-4003-B28C-6687-D3ED30E915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35" y="1070"/>
              <a:ext cx="89" cy="1141"/>
            </a:xfrm>
            <a:prstGeom prst="rect">
              <a:avLst/>
            </a:prstGeom>
            <a:pattFill prst="smGrid">
              <a:fgClr>
                <a:srgbClr val="333333"/>
              </a:fgClr>
              <a:bgClr>
                <a:srgbClr val="C0C0C0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98">
              <a:extLst>
                <a:ext uri="{FF2B5EF4-FFF2-40B4-BE49-F238E27FC236}">
                  <a16:creationId xmlns:a16="http://schemas.microsoft.com/office/drawing/2014/main" id="{9590012C-BC7C-F52D-BCDF-D6DD03A65E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2" y="1066"/>
              <a:ext cx="0" cy="14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Line 99">
              <a:extLst>
                <a:ext uri="{FF2B5EF4-FFF2-40B4-BE49-F238E27FC236}">
                  <a16:creationId xmlns:a16="http://schemas.microsoft.com/office/drawing/2014/main" id="{25312DDF-57A9-A22B-7FC5-D31E1507ED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2" y="1994"/>
              <a:ext cx="0" cy="2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Line 100">
              <a:extLst>
                <a:ext uri="{FF2B5EF4-FFF2-40B4-BE49-F238E27FC236}">
                  <a16:creationId xmlns:a16="http://schemas.microsoft.com/office/drawing/2014/main" id="{04960902-1A28-A5D0-50E3-715760CF6F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9" y="1240"/>
              <a:ext cx="4" cy="817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Rectangle 101">
              <a:extLst>
                <a:ext uri="{FF2B5EF4-FFF2-40B4-BE49-F238E27FC236}">
                  <a16:creationId xmlns:a16="http://schemas.microsoft.com/office/drawing/2014/main" id="{F5C23ADE-53C3-8B65-BC0A-E5B79BAAD27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02" y="1632"/>
              <a:ext cx="212" cy="44"/>
            </a:xfrm>
            <a:prstGeom prst="rect">
              <a:avLst/>
            </a:pr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Rectangle 102">
              <a:extLst>
                <a:ext uri="{FF2B5EF4-FFF2-40B4-BE49-F238E27FC236}">
                  <a16:creationId xmlns:a16="http://schemas.microsoft.com/office/drawing/2014/main" id="{9483BF49-A22B-AE48-8F5C-5D0467DB6F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6" y="1555"/>
              <a:ext cx="102" cy="195"/>
            </a:xfrm>
            <a:prstGeom prst="rect">
              <a:avLst/>
            </a:pr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Rectangle 103">
              <a:extLst>
                <a:ext uri="{FF2B5EF4-FFF2-40B4-BE49-F238E27FC236}">
                  <a16:creationId xmlns:a16="http://schemas.microsoft.com/office/drawing/2014/main" id="{298E5F2E-66BA-5DC7-72D1-3566BA9F3F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98" y="1561"/>
              <a:ext cx="64" cy="198"/>
            </a:xfrm>
            <a:prstGeom prst="rect">
              <a:avLst/>
            </a:pr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104">
              <a:extLst>
                <a:ext uri="{FF2B5EF4-FFF2-40B4-BE49-F238E27FC236}">
                  <a16:creationId xmlns:a16="http://schemas.microsoft.com/office/drawing/2014/main" id="{6DEAEA65-2DEA-7FD8-336E-5CA6B73D0B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00" y="1606"/>
              <a:ext cx="24" cy="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2" name="Group 105">
              <a:extLst>
                <a:ext uri="{FF2B5EF4-FFF2-40B4-BE49-F238E27FC236}">
                  <a16:creationId xmlns:a16="http://schemas.microsoft.com/office/drawing/2014/main" id="{C8005B93-3C42-DF2D-4EAA-01F6B98F05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23" y="1186"/>
              <a:ext cx="137" cy="890"/>
              <a:chOff x="6615" y="9400"/>
              <a:chExt cx="663" cy="4317"/>
            </a:xfrm>
          </p:grpSpPr>
          <p:grpSp>
            <p:nvGrpSpPr>
              <p:cNvPr id="37" name="Group 106">
                <a:extLst>
                  <a:ext uri="{FF2B5EF4-FFF2-40B4-BE49-F238E27FC236}">
                    <a16:creationId xmlns:a16="http://schemas.microsoft.com/office/drawing/2014/main" id="{2B0B1C49-FBCB-9B55-7BF3-1137C5AC36C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15" y="9400"/>
                <a:ext cx="656" cy="1117"/>
                <a:chOff x="6630" y="9353"/>
                <a:chExt cx="656" cy="1117"/>
              </a:xfrm>
            </p:grpSpPr>
            <p:grpSp>
              <p:nvGrpSpPr>
                <p:cNvPr id="76" name="Group 107">
                  <a:extLst>
                    <a:ext uri="{FF2B5EF4-FFF2-40B4-BE49-F238E27FC236}">
                      <a16:creationId xmlns:a16="http://schemas.microsoft.com/office/drawing/2014/main" id="{A6F2603F-1CCA-8041-3453-D6F5D451787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0" y="9353"/>
                  <a:ext cx="652" cy="300"/>
                  <a:chOff x="6630" y="9353"/>
                  <a:chExt cx="652" cy="300"/>
                </a:xfrm>
              </p:grpSpPr>
              <p:sp>
                <p:nvSpPr>
                  <p:cNvPr id="87" name="Rectangle 108">
                    <a:extLst>
                      <a:ext uri="{FF2B5EF4-FFF2-40B4-BE49-F238E27FC236}">
                        <a16:creationId xmlns:a16="http://schemas.microsoft.com/office/drawing/2014/main" id="{047E3A3F-F16E-DEBA-4548-90F4BF4A67C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8" name="Rectangle 109">
                    <a:extLst>
                      <a:ext uri="{FF2B5EF4-FFF2-40B4-BE49-F238E27FC236}">
                        <a16:creationId xmlns:a16="http://schemas.microsoft.com/office/drawing/2014/main" id="{B21EADB8-3EC9-37B3-5234-76A3FBB6AE1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9" name="Rectangle 110">
                    <a:extLst>
                      <a:ext uri="{FF2B5EF4-FFF2-40B4-BE49-F238E27FC236}">
                        <a16:creationId xmlns:a16="http://schemas.microsoft.com/office/drawing/2014/main" id="{6A00F7B0-56A3-BC18-35CF-A9DB25FE554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90" name="Rectangle 111">
                    <a:extLst>
                      <a:ext uri="{FF2B5EF4-FFF2-40B4-BE49-F238E27FC236}">
                        <a16:creationId xmlns:a16="http://schemas.microsoft.com/office/drawing/2014/main" id="{B0EF60A1-E172-1586-16FB-1A32B09D64E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77" name="Group 112">
                  <a:extLst>
                    <a:ext uri="{FF2B5EF4-FFF2-40B4-BE49-F238E27FC236}">
                      <a16:creationId xmlns:a16="http://schemas.microsoft.com/office/drawing/2014/main" id="{02957845-DE72-F951-953C-52E89BEC64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1" y="9758"/>
                  <a:ext cx="652" cy="300"/>
                  <a:chOff x="6630" y="9353"/>
                  <a:chExt cx="652" cy="300"/>
                </a:xfrm>
              </p:grpSpPr>
              <p:sp>
                <p:nvSpPr>
                  <p:cNvPr id="83" name="Rectangle 113">
                    <a:extLst>
                      <a:ext uri="{FF2B5EF4-FFF2-40B4-BE49-F238E27FC236}">
                        <a16:creationId xmlns:a16="http://schemas.microsoft.com/office/drawing/2014/main" id="{3E3D8FBD-2A75-A77A-73BB-C69DA2A53AB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Rectangle 114">
                    <a:extLst>
                      <a:ext uri="{FF2B5EF4-FFF2-40B4-BE49-F238E27FC236}">
                        <a16:creationId xmlns:a16="http://schemas.microsoft.com/office/drawing/2014/main" id="{A9B3048A-BBB1-29CD-64DF-D7D4EE18417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Rectangle 115">
                    <a:extLst>
                      <a:ext uri="{FF2B5EF4-FFF2-40B4-BE49-F238E27FC236}">
                        <a16:creationId xmlns:a16="http://schemas.microsoft.com/office/drawing/2014/main" id="{522FBEBD-869A-4995-9E75-E48FCB00094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6" name="Rectangle 116">
                    <a:extLst>
                      <a:ext uri="{FF2B5EF4-FFF2-40B4-BE49-F238E27FC236}">
                        <a16:creationId xmlns:a16="http://schemas.microsoft.com/office/drawing/2014/main" id="{B3EFE104-021D-82B9-47DC-B2ED9E9C1F3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78" name="Group 117">
                  <a:extLst>
                    <a:ext uri="{FF2B5EF4-FFF2-40B4-BE49-F238E27FC236}">
                      <a16:creationId xmlns:a16="http://schemas.microsoft.com/office/drawing/2014/main" id="{38A40FD1-921E-0EDC-9333-5820E576C1C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4" y="10170"/>
                  <a:ext cx="652" cy="300"/>
                  <a:chOff x="6630" y="9353"/>
                  <a:chExt cx="652" cy="300"/>
                </a:xfrm>
              </p:grpSpPr>
              <p:sp>
                <p:nvSpPr>
                  <p:cNvPr id="79" name="Rectangle 118">
                    <a:extLst>
                      <a:ext uri="{FF2B5EF4-FFF2-40B4-BE49-F238E27FC236}">
                        <a16:creationId xmlns:a16="http://schemas.microsoft.com/office/drawing/2014/main" id="{BB3199C9-F308-9E4E-66F2-E05CC3153AA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Rectangle 119">
                    <a:extLst>
                      <a:ext uri="{FF2B5EF4-FFF2-40B4-BE49-F238E27FC236}">
                        <a16:creationId xmlns:a16="http://schemas.microsoft.com/office/drawing/2014/main" id="{320785B9-0600-8712-5AFD-B8583005BEE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Rectangle 120">
                    <a:extLst>
                      <a:ext uri="{FF2B5EF4-FFF2-40B4-BE49-F238E27FC236}">
                        <a16:creationId xmlns:a16="http://schemas.microsoft.com/office/drawing/2014/main" id="{87B55AD4-3D2E-291F-7A4F-AF53D823AF2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Rectangle 121">
                    <a:extLst>
                      <a:ext uri="{FF2B5EF4-FFF2-40B4-BE49-F238E27FC236}">
                        <a16:creationId xmlns:a16="http://schemas.microsoft.com/office/drawing/2014/main" id="{9D024D8A-5475-12FB-8C51-5CA27362582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38" name="Group 122">
                <a:extLst>
                  <a:ext uri="{FF2B5EF4-FFF2-40B4-BE49-F238E27FC236}">
                    <a16:creationId xmlns:a16="http://schemas.microsoft.com/office/drawing/2014/main" id="{C6A8ABB6-B80D-A872-C4F4-750B9F9250D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19" y="12600"/>
                <a:ext cx="656" cy="1117"/>
                <a:chOff x="6630" y="9353"/>
                <a:chExt cx="656" cy="1117"/>
              </a:xfrm>
            </p:grpSpPr>
            <p:grpSp>
              <p:nvGrpSpPr>
                <p:cNvPr id="61" name="Group 123">
                  <a:extLst>
                    <a:ext uri="{FF2B5EF4-FFF2-40B4-BE49-F238E27FC236}">
                      <a16:creationId xmlns:a16="http://schemas.microsoft.com/office/drawing/2014/main" id="{29C7C2DE-638D-6624-D0A9-A0F0AF1909B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0" y="9353"/>
                  <a:ext cx="652" cy="300"/>
                  <a:chOff x="6630" y="9353"/>
                  <a:chExt cx="652" cy="300"/>
                </a:xfrm>
              </p:grpSpPr>
              <p:sp>
                <p:nvSpPr>
                  <p:cNvPr id="72" name="Rectangle 124">
                    <a:extLst>
                      <a:ext uri="{FF2B5EF4-FFF2-40B4-BE49-F238E27FC236}">
                        <a16:creationId xmlns:a16="http://schemas.microsoft.com/office/drawing/2014/main" id="{B57CEFFE-81EC-666E-2807-DCDBE28E825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3" name="Rectangle 125">
                    <a:extLst>
                      <a:ext uri="{FF2B5EF4-FFF2-40B4-BE49-F238E27FC236}">
                        <a16:creationId xmlns:a16="http://schemas.microsoft.com/office/drawing/2014/main" id="{5F09EDE2-B6A3-714E-12E8-7B21633F923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4" name="Rectangle 126">
                    <a:extLst>
                      <a:ext uri="{FF2B5EF4-FFF2-40B4-BE49-F238E27FC236}">
                        <a16:creationId xmlns:a16="http://schemas.microsoft.com/office/drawing/2014/main" id="{47E4D00E-8A79-B413-D572-7AABDA25A6C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5" name="Rectangle 127">
                    <a:extLst>
                      <a:ext uri="{FF2B5EF4-FFF2-40B4-BE49-F238E27FC236}">
                        <a16:creationId xmlns:a16="http://schemas.microsoft.com/office/drawing/2014/main" id="{1328F93F-2174-CA64-066D-CBC2517FE75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62" name="Group 128">
                  <a:extLst>
                    <a:ext uri="{FF2B5EF4-FFF2-40B4-BE49-F238E27FC236}">
                      <a16:creationId xmlns:a16="http://schemas.microsoft.com/office/drawing/2014/main" id="{954BA0C9-5AB1-D26B-DB49-6AA06C22232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1" y="9758"/>
                  <a:ext cx="652" cy="300"/>
                  <a:chOff x="6630" y="9353"/>
                  <a:chExt cx="652" cy="300"/>
                </a:xfrm>
              </p:grpSpPr>
              <p:sp>
                <p:nvSpPr>
                  <p:cNvPr id="68" name="Rectangle 129">
                    <a:extLst>
                      <a:ext uri="{FF2B5EF4-FFF2-40B4-BE49-F238E27FC236}">
                        <a16:creationId xmlns:a16="http://schemas.microsoft.com/office/drawing/2014/main" id="{A6FCFCAC-DF47-EA47-1113-42A0892B73E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9" name="Rectangle 130">
                    <a:extLst>
                      <a:ext uri="{FF2B5EF4-FFF2-40B4-BE49-F238E27FC236}">
                        <a16:creationId xmlns:a16="http://schemas.microsoft.com/office/drawing/2014/main" id="{D31BF472-A19B-FB8F-BB66-8079635B3A8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0" name="Rectangle 131">
                    <a:extLst>
                      <a:ext uri="{FF2B5EF4-FFF2-40B4-BE49-F238E27FC236}">
                        <a16:creationId xmlns:a16="http://schemas.microsoft.com/office/drawing/2014/main" id="{71455684-B20D-9A41-E2BC-FAE8E882E73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71" name="Rectangle 132">
                    <a:extLst>
                      <a:ext uri="{FF2B5EF4-FFF2-40B4-BE49-F238E27FC236}">
                        <a16:creationId xmlns:a16="http://schemas.microsoft.com/office/drawing/2014/main" id="{0595256D-1EFC-F24F-16E5-FFF03B42023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63" name="Group 133">
                  <a:extLst>
                    <a:ext uri="{FF2B5EF4-FFF2-40B4-BE49-F238E27FC236}">
                      <a16:creationId xmlns:a16="http://schemas.microsoft.com/office/drawing/2014/main" id="{5BA9BBE1-8628-9862-4F1B-30CE87BD7F0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6634" y="10170"/>
                  <a:ext cx="652" cy="300"/>
                  <a:chOff x="6630" y="9353"/>
                  <a:chExt cx="652" cy="300"/>
                </a:xfrm>
              </p:grpSpPr>
              <p:sp>
                <p:nvSpPr>
                  <p:cNvPr id="64" name="Rectangle 134">
                    <a:extLst>
                      <a:ext uri="{FF2B5EF4-FFF2-40B4-BE49-F238E27FC236}">
                        <a16:creationId xmlns:a16="http://schemas.microsoft.com/office/drawing/2014/main" id="{8B9180C8-5E09-3C25-F787-E2B03B3D51B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63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5" name="Rectangle 135">
                    <a:extLst>
                      <a:ext uri="{FF2B5EF4-FFF2-40B4-BE49-F238E27FC236}">
                        <a16:creationId xmlns:a16="http://schemas.microsoft.com/office/drawing/2014/main" id="{58D227AD-46B2-7107-E60E-5482E85E02A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807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6" name="Rectangle 136">
                    <a:extLst>
                      <a:ext uri="{FF2B5EF4-FFF2-40B4-BE49-F238E27FC236}">
                        <a16:creationId xmlns:a16="http://schemas.microsoft.com/office/drawing/2014/main" id="{E3BEEA8F-3D2D-D9C2-7259-68FE7FE895A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6990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7" name="Rectangle 137">
                    <a:extLst>
                      <a:ext uri="{FF2B5EF4-FFF2-40B4-BE49-F238E27FC236}">
                        <a16:creationId xmlns:a16="http://schemas.microsoft.com/office/drawing/2014/main" id="{5D98EAFD-8E6F-D2B0-7322-5509820FC82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163" y="9353"/>
                    <a:ext cx="119" cy="30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39" name="Group 138">
                <a:extLst>
                  <a:ext uri="{FF2B5EF4-FFF2-40B4-BE49-F238E27FC236}">
                    <a16:creationId xmlns:a16="http://schemas.microsoft.com/office/drawing/2014/main" id="{7BE5DA8A-9B90-678B-1B93-9314177B215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19" y="10620"/>
                <a:ext cx="652" cy="300"/>
                <a:chOff x="6630" y="9353"/>
                <a:chExt cx="652" cy="300"/>
              </a:xfrm>
            </p:grpSpPr>
            <p:sp>
              <p:nvSpPr>
                <p:cNvPr id="57" name="Rectangle 139">
                  <a:extLst>
                    <a:ext uri="{FF2B5EF4-FFF2-40B4-BE49-F238E27FC236}">
                      <a16:creationId xmlns:a16="http://schemas.microsoft.com/office/drawing/2014/main" id="{58300E24-B01E-5505-1CFB-DC6CC4064E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63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8" name="Rectangle 140">
                  <a:extLst>
                    <a:ext uri="{FF2B5EF4-FFF2-40B4-BE49-F238E27FC236}">
                      <a16:creationId xmlns:a16="http://schemas.microsoft.com/office/drawing/2014/main" id="{51065E95-4DAF-9D76-07D3-0B0FCCA82B5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807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9" name="Rectangle 141">
                  <a:extLst>
                    <a:ext uri="{FF2B5EF4-FFF2-40B4-BE49-F238E27FC236}">
                      <a16:creationId xmlns:a16="http://schemas.microsoft.com/office/drawing/2014/main" id="{A93D6D37-A5C3-EE18-A2DB-F104129DFF8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99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0" name="Rectangle 142">
                  <a:extLst>
                    <a:ext uri="{FF2B5EF4-FFF2-40B4-BE49-F238E27FC236}">
                      <a16:creationId xmlns:a16="http://schemas.microsoft.com/office/drawing/2014/main" id="{EEA9ADDB-BE33-B4EC-F266-E804BB1D5B3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163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40" name="Rectangle 143">
                <a:extLst>
                  <a:ext uri="{FF2B5EF4-FFF2-40B4-BE49-F238E27FC236}">
                    <a16:creationId xmlns:a16="http://schemas.microsoft.com/office/drawing/2014/main" id="{D5BA53BE-5512-E1DA-83E0-2EFD278566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620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Rectangle 144">
                <a:extLst>
                  <a:ext uri="{FF2B5EF4-FFF2-40B4-BE49-F238E27FC236}">
                    <a16:creationId xmlns:a16="http://schemas.microsoft.com/office/drawing/2014/main" id="{3002A3FF-F7A7-A3DC-ED4A-029EA55B31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797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Rectangle 145">
                <a:extLst>
                  <a:ext uri="{FF2B5EF4-FFF2-40B4-BE49-F238E27FC236}">
                    <a16:creationId xmlns:a16="http://schemas.microsoft.com/office/drawing/2014/main" id="{12B513E1-19AC-2FEB-23F7-1AEC34A81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980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Rectangle 146">
                <a:extLst>
                  <a:ext uri="{FF2B5EF4-FFF2-40B4-BE49-F238E27FC236}">
                    <a16:creationId xmlns:a16="http://schemas.microsoft.com/office/drawing/2014/main" id="{4EE482D5-B9F1-B58F-E4EB-9E553C866E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53" y="11025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Rectangle 147">
                <a:extLst>
                  <a:ext uri="{FF2B5EF4-FFF2-40B4-BE49-F238E27FC236}">
                    <a16:creationId xmlns:a16="http://schemas.microsoft.com/office/drawing/2014/main" id="{BAEFC572-DB2F-5E18-BB00-F68DD8E88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623" y="11437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Rectangle 148">
                <a:extLst>
                  <a:ext uri="{FF2B5EF4-FFF2-40B4-BE49-F238E27FC236}">
                    <a16:creationId xmlns:a16="http://schemas.microsoft.com/office/drawing/2014/main" id="{F3744146-F24A-B69C-B315-EA78E45514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800" y="11437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Rectangle 149">
                <a:extLst>
                  <a:ext uri="{FF2B5EF4-FFF2-40B4-BE49-F238E27FC236}">
                    <a16:creationId xmlns:a16="http://schemas.microsoft.com/office/drawing/2014/main" id="{995B9E08-CB7D-F618-8BC6-1C221D9768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156" y="11437"/>
                <a:ext cx="119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47" name="Group 150">
                <a:extLst>
                  <a:ext uri="{FF2B5EF4-FFF2-40B4-BE49-F238E27FC236}">
                    <a16:creationId xmlns:a16="http://schemas.microsoft.com/office/drawing/2014/main" id="{56D3C6E8-68F4-2241-8472-6495EFA0244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26" y="12233"/>
                <a:ext cx="652" cy="300"/>
                <a:chOff x="6630" y="9353"/>
                <a:chExt cx="652" cy="300"/>
              </a:xfrm>
            </p:grpSpPr>
            <p:sp>
              <p:nvSpPr>
                <p:cNvPr id="53" name="Rectangle 151">
                  <a:extLst>
                    <a:ext uri="{FF2B5EF4-FFF2-40B4-BE49-F238E27FC236}">
                      <a16:creationId xmlns:a16="http://schemas.microsoft.com/office/drawing/2014/main" id="{4D0EC93A-BCB7-70E5-0282-8982D885C5A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63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4" name="Rectangle 152">
                  <a:extLst>
                    <a:ext uri="{FF2B5EF4-FFF2-40B4-BE49-F238E27FC236}">
                      <a16:creationId xmlns:a16="http://schemas.microsoft.com/office/drawing/2014/main" id="{19A95BB3-F004-0D93-6968-E9CA6993DEE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807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5" name="Rectangle 153">
                  <a:extLst>
                    <a:ext uri="{FF2B5EF4-FFF2-40B4-BE49-F238E27FC236}">
                      <a16:creationId xmlns:a16="http://schemas.microsoft.com/office/drawing/2014/main" id="{1BB73785-B536-0296-24CA-F00BBF4D61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99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6" name="Rectangle 154">
                  <a:extLst>
                    <a:ext uri="{FF2B5EF4-FFF2-40B4-BE49-F238E27FC236}">
                      <a16:creationId xmlns:a16="http://schemas.microsoft.com/office/drawing/2014/main" id="{8960B061-0626-B8A0-9F70-D614B3FE75F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163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48" name="Group 155">
                <a:extLst>
                  <a:ext uri="{FF2B5EF4-FFF2-40B4-BE49-F238E27FC236}">
                    <a16:creationId xmlns:a16="http://schemas.microsoft.com/office/drawing/2014/main" id="{9E6539B9-DF13-6CF9-7333-706F663779F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6623" y="11822"/>
                <a:ext cx="652" cy="300"/>
                <a:chOff x="6630" y="9353"/>
                <a:chExt cx="652" cy="300"/>
              </a:xfrm>
            </p:grpSpPr>
            <p:sp>
              <p:nvSpPr>
                <p:cNvPr id="49" name="Rectangle 156">
                  <a:extLst>
                    <a:ext uri="{FF2B5EF4-FFF2-40B4-BE49-F238E27FC236}">
                      <a16:creationId xmlns:a16="http://schemas.microsoft.com/office/drawing/2014/main" id="{7CBE3CBE-AAD1-5664-AD5F-C7545FB22F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63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0" name="Rectangle 157">
                  <a:extLst>
                    <a:ext uri="{FF2B5EF4-FFF2-40B4-BE49-F238E27FC236}">
                      <a16:creationId xmlns:a16="http://schemas.microsoft.com/office/drawing/2014/main" id="{E1F5F83F-D61B-2FA2-AB10-D4C91FA7330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807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1" name="Rectangle 158">
                  <a:extLst>
                    <a:ext uri="{FF2B5EF4-FFF2-40B4-BE49-F238E27FC236}">
                      <a16:creationId xmlns:a16="http://schemas.microsoft.com/office/drawing/2014/main" id="{C6F623A9-92CC-E74E-121E-B967605813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990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2" name="Rectangle 159">
                  <a:extLst>
                    <a:ext uri="{FF2B5EF4-FFF2-40B4-BE49-F238E27FC236}">
                      <a16:creationId xmlns:a16="http://schemas.microsoft.com/office/drawing/2014/main" id="{89F0CA23-4F1C-A469-386F-50ACFBBCFB1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163" y="9353"/>
                  <a:ext cx="119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23" name="Text Box 160">
              <a:extLst>
                <a:ext uri="{FF2B5EF4-FFF2-40B4-BE49-F238E27FC236}">
                  <a16:creationId xmlns:a16="http://schemas.microsoft.com/office/drawing/2014/main" id="{018D9296-4478-2D1C-11BE-C8A7B2F5BB4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61" y="1080"/>
              <a:ext cx="83" cy="1090"/>
            </a:xfrm>
            <a:prstGeom prst="rect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ko-KR" sz="1100" dirty="0">
                  <a:latin typeface="Tahoma" pitchFamily="34" charset="0"/>
                  <a:ea typeface="Batang" pitchFamily="18" charset="-127"/>
                </a:rPr>
                <a:t> </a:t>
              </a:r>
              <a:r>
                <a:rPr lang="en-US" altLang="ko-KR" sz="1100" b="1" dirty="0">
                  <a:latin typeface="Tahoma" pitchFamily="34" charset="0"/>
                  <a:ea typeface="Batang" pitchFamily="18" charset="-127"/>
                </a:rPr>
                <a:t>Radiator</a:t>
              </a:r>
              <a:endParaRPr lang="en-US" altLang="ko-KR" sz="2200" dirty="0">
                <a:ea typeface="Gulim" pitchFamily="34" charset="-127"/>
              </a:endParaRPr>
            </a:p>
          </p:txBody>
        </p:sp>
        <p:sp>
          <p:nvSpPr>
            <p:cNvPr id="24" name="Text Box 161">
              <a:extLst>
                <a:ext uri="{FF2B5EF4-FFF2-40B4-BE49-F238E27FC236}">
                  <a16:creationId xmlns:a16="http://schemas.microsoft.com/office/drawing/2014/main" id="{72D692EB-DC85-5E3D-9B2F-B94322A6F0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84" y="1026"/>
              <a:ext cx="791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ko-KR" sz="1100" b="1" dirty="0">
                  <a:latin typeface="Tahoma" pitchFamily="34" charset="0"/>
                  <a:ea typeface="Batang" pitchFamily="18" charset="-127"/>
                </a:rPr>
                <a:t>Finger  guard</a:t>
              </a:r>
              <a:endParaRPr lang="en-US" altLang="ko-KR" sz="2200" dirty="0">
                <a:ea typeface="Gulim" pitchFamily="34" charset="-127"/>
              </a:endParaRPr>
            </a:p>
          </p:txBody>
        </p:sp>
        <p:sp>
          <p:nvSpPr>
            <p:cNvPr id="25" name="Text Box 162">
              <a:extLst>
                <a:ext uri="{FF2B5EF4-FFF2-40B4-BE49-F238E27FC236}">
                  <a16:creationId xmlns:a16="http://schemas.microsoft.com/office/drawing/2014/main" id="{9802063A-DF14-195B-FC51-F71BFDB79A2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54" y="945"/>
              <a:ext cx="591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ko-KR" altLang="en-US" sz="2200">
                <a:ea typeface="Gulim" pitchFamily="34" charset="-127"/>
              </a:endParaRPr>
            </a:p>
          </p:txBody>
        </p:sp>
        <p:sp>
          <p:nvSpPr>
            <p:cNvPr id="26" name="Freeform 163">
              <a:extLst>
                <a:ext uri="{FF2B5EF4-FFF2-40B4-BE49-F238E27FC236}">
                  <a16:creationId xmlns:a16="http://schemas.microsoft.com/office/drawing/2014/main" id="{88C7752D-BD92-D5DB-C4D1-0550406BC3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6" y="1164"/>
              <a:ext cx="292" cy="44"/>
            </a:xfrm>
            <a:custGeom>
              <a:avLst/>
              <a:gdLst>
                <a:gd name="T0" fmla="*/ 0 w 292"/>
                <a:gd name="T1" fmla="*/ 0 h 44"/>
                <a:gd name="T2" fmla="*/ 51 w 292"/>
                <a:gd name="T3" fmla="*/ 10 h 44"/>
                <a:gd name="T4" fmla="*/ 292 w 292"/>
                <a:gd name="T5" fmla="*/ 44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2" h="44">
                  <a:moveTo>
                    <a:pt x="0" y="0"/>
                  </a:moveTo>
                  <a:cubicBezTo>
                    <a:pt x="8" y="3"/>
                    <a:pt x="2" y="3"/>
                    <a:pt x="51" y="10"/>
                  </a:cubicBezTo>
                  <a:cubicBezTo>
                    <a:pt x="100" y="17"/>
                    <a:pt x="242" y="37"/>
                    <a:pt x="292" y="44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164">
              <a:extLst>
                <a:ext uri="{FF2B5EF4-FFF2-40B4-BE49-F238E27FC236}">
                  <a16:creationId xmlns:a16="http://schemas.microsoft.com/office/drawing/2014/main" id="{677EA844-38CB-8893-448A-DB62220924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53" y="977"/>
              <a:ext cx="214" cy="80"/>
            </a:xfrm>
            <a:custGeom>
              <a:avLst/>
              <a:gdLst>
                <a:gd name="T0" fmla="*/ 0 w 1035"/>
                <a:gd name="T1" fmla="*/ 0 h 390"/>
                <a:gd name="T2" fmla="*/ 0 w 1035"/>
                <a:gd name="T3" fmla="*/ 0 h 390"/>
                <a:gd name="T4" fmla="*/ 0 w 1035"/>
                <a:gd name="T5" fmla="*/ 0 h 3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5" h="390">
                  <a:moveTo>
                    <a:pt x="0" y="0"/>
                  </a:moveTo>
                  <a:cubicBezTo>
                    <a:pt x="90" y="20"/>
                    <a:pt x="368" y="55"/>
                    <a:pt x="540" y="120"/>
                  </a:cubicBezTo>
                  <a:cubicBezTo>
                    <a:pt x="712" y="185"/>
                    <a:pt x="932" y="334"/>
                    <a:pt x="1035" y="39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165">
              <a:extLst>
                <a:ext uri="{FF2B5EF4-FFF2-40B4-BE49-F238E27FC236}">
                  <a16:creationId xmlns:a16="http://schemas.microsoft.com/office/drawing/2014/main" id="{000F53D6-7F7C-3EC7-46DD-80FFD4272DB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0" y="912"/>
              <a:ext cx="50" cy="145"/>
            </a:xfrm>
            <a:custGeom>
              <a:avLst/>
              <a:gdLst>
                <a:gd name="T0" fmla="*/ 0 w 240"/>
                <a:gd name="T1" fmla="*/ 0 h 705"/>
                <a:gd name="T2" fmla="*/ 0 w 240"/>
                <a:gd name="T3" fmla="*/ 0 h 705"/>
                <a:gd name="T4" fmla="*/ 0 w 240"/>
                <a:gd name="T5" fmla="*/ 0 h 7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705">
                  <a:moveTo>
                    <a:pt x="0" y="0"/>
                  </a:moveTo>
                  <a:cubicBezTo>
                    <a:pt x="20" y="47"/>
                    <a:pt x="95" y="168"/>
                    <a:pt x="135" y="285"/>
                  </a:cubicBezTo>
                  <a:cubicBezTo>
                    <a:pt x="175" y="402"/>
                    <a:pt x="218" y="618"/>
                    <a:pt x="240" y="705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166">
              <a:extLst>
                <a:ext uri="{FF2B5EF4-FFF2-40B4-BE49-F238E27FC236}">
                  <a16:creationId xmlns:a16="http://schemas.microsoft.com/office/drawing/2014/main" id="{9B4C5ABE-C9C2-A6C8-6FB2-E293C7FA10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32" y="1385"/>
              <a:ext cx="347" cy="36"/>
            </a:xfrm>
            <a:custGeom>
              <a:avLst/>
              <a:gdLst>
                <a:gd name="T0" fmla="*/ 0 w 1684"/>
                <a:gd name="T1" fmla="*/ 0 h 177"/>
                <a:gd name="T2" fmla="*/ 0 w 1684"/>
                <a:gd name="T3" fmla="*/ 0 h 177"/>
                <a:gd name="T4" fmla="*/ 0 w 1684"/>
                <a:gd name="T5" fmla="*/ 0 h 1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4" h="177">
                  <a:moveTo>
                    <a:pt x="0" y="0"/>
                  </a:moveTo>
                  <a:cubicBezTo>
                    <a:pt x="118" y="25"/>
                    <a:pt x="413" y="123"/>
                    <a:pt x="694" y="150"/>
                  </a:cubicBezTo>
                  <a:cubicBezTo>
                    <a:pt x="975" y="177"/>
                    <a:pt x="1478" y="162"/>
                    <a:pt x="1684" y="165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167">
              <a:extLst>
                <a:ext uri="{FF2B5EF4-FFF2-40B4-BE49-F238E27FC236}">
                  <a16:creationId xmlns:a16="http://schemas.microsoft.com/office/drawing/2014/main" id="{A24516E9-491B-6345-C9F3-B36D521D229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28" y="2094"/>
              <a:ext cx="347" cy="84"/>
            </a:xfrm>
            <a:custGeom>
              <a:avLst/>
              <a:gdLst>
                <a:gd name="T0" fmla="*/ 0 w 347"/>
                <a:gd name="T1" fmla="*/ 84 h 84"/>
                <a:gd name="T2" fmla="*/ 126 w 347"/>
                <a:gd name="T3" fmla="*/ 24 h 84"/>
                <a:gd name="T4" fmla="*/ 347 w 347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7" h="84">
                  <a:moveTo>
                    <a:pt x="0" y="84"/>
                  </a:moveTo>
                  <a:cubicBezTo>
                    <a:pt x="21" y="74"/>
                    <a:pt x="68" y="38"/>
                    <a:pt x="126" y="24"/>
                  </a:cubicBezTo>
                  <a:cubicBezTo>
                    <a:pt x="184" y="10"/>
                    <a:pt x="301" y="5"/>
                    <a:pt x="347" y="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168">
              <a:extLst>
                <a:ext uri="{FF2B5EF4-FFF2-40B4-BE49-F238E27FC236}">
                  <a16:creationId xmlns:a16="http://schemas.microsoft.com/office/drawing/2014/main" id="{7B936FD5-5E6E-4A91-ECB6-3E8449738EB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00" y="2130"/>
              <a:ext cx="154" cy="115"/>
            </a:xfrm>
            <a:custGeom>
              <a:avLst/>
              <a:gdLst>
                <a:gd name="T0" fmla="*/ 0 w 750"/>
                <a:gd name="T1" fmla="*/ 0 h 555"/>
                <a:gd name="T2" fmla="*/ 0 w 750"/>
                <a:gd name="T3" fmla="*/ 0 h 555"/>
                <a:gd name="T4" fmla="*/ 0 w 750"/>
                <a:gd name="T5" fmla="*/ 0 h 5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0" h="555">
                  <a:moveTo>
                    <a:pt x="0" y="555"/>
                  </a:moveTo>
                  <a:cubicBezTo>
                    <a:pt x="78" y="532"/>
                    <a:pt x="340" y="512"/>
                    <a:pt x="465" y="420"/>
                  </a:cubicBezTo>
                  <a:cubicBezTo>
                    <a:pt x="590" y="328"/>
                    <a:pt x="691" y="88"/>
                    <a:pt x="750" y="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169">
              <a:extLst>
                <a:ext uri="{FF2B5EF4-FFF2-40B4-BE49-F238E27FC236}">
                  <a16:creationId xmlns:a16="http://schemas.microsoft.com/office/drawing/2014/main" id="{9DAD9E87-8A62-5BF1-30B4-57107A93EA3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28" y="2130"/>
              <a:ext cx="32" cy="167"/>
            </a:xfrm>
            <a:custGeom>
              <a:avLst/>
              <a:gdLst>
                <a:gd name="T0" fmla="*/ 0 w 150"/>
                <a:gd name="T1" fmla="*/ 0 h 810"/>
                <a:gd name="T2" fmla="*/ 0 w 150"/>
                <a:gd name="T3" fmla="*/ 0 h 810"/>
                <a:gd name="T4" fmla="*/ 0 w 150"/>
                <a:gd name="T5" fmla="*/ 0 h 8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810">
                  <a:moveTo>
                    <a:pt x="0" y="810"/>
                  </a:moveTo>
                  <a:cubicBezTo>
                    <a:pt x="21" y="753"/>
                    <a:pt x="84" y="600"/>
                    <a:pt x="109" y="465"/>
                  </a:cubicBezTo>
                  <a:cubicBezTo>
                    <a:pt x="134" y="330"/>
                    <a:pt x="141" y="97"/>
                    <a:pt x="150" y="0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AutoShape 170">
              <a:extLst>
                <a:ext uri="{FF2B5EF4-FFF2-40B4-BE49-F238E27FC236}">
                  <a16:creationId xmlns:a16="http://schemas.microsoft.com/office/drawing/2014/main" id="{D1C06E84-538A-C936-1F8D-A4521BEDDE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5" y="1296"/>
              <a:ext cx="104" cy="25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69 w 21600"/>
                <a:gd name="T13" fmla="*/ 4503 h 21600"/>
                <a:gd name="T14" fmla="*/ 17031 w 21600"/>
                <a:gd name="T15" fmla="*/ 1709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Freeform 171">
              <a:extLst>
                <a:ext uri="{FF2B5EF4-FFF2-40B4-BE49-F238E27FC236}">
                  <a16:creationId xmlns:a16="http://schemas.microsoft.com/office/drawing/2014/main" id="{E5442F0C-48DE-EB0B-1C76-B7A393EF02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41" y="1863"/>
              <a:ext cx="319" cy="47"/>
            </a:xfrm>
            <a:custGeom>
              <a:avLst/>
              <a:gdLst>
                <a:gd name="T0" fmla="*/ 0 w 1545"/>
                <a:gd name="T1" fmla="*/ 0 h 232"/>
                <a:gd name="T2" fmla="*/ 0 w 1545"/>
                <a:gd name="T3" fmla="*/ 0 h 232"/>
                <a:gd name="T4" fmla="*/ 0 w 1545"/>
                <a:gd name="T5" fmla="*/ 0 h 2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45" h="232">
                  <a:moveTo>
                    <a:pt x="0" y="232"/>
                  </a:moveTo>
                  <a:cubicBezTo>
                    <a:pt x="97" y="199"/>
                    <a:pt x="328" y="74"/>
                    <a:pt x="585" y="37"/>
                  </a:cubicBezTo>
                  <a:cubicBezTo>
                    <a:pt x="842" y="0"/>
                    <a:pt x="1345" y="13"/>
                    <a:pt x="1545" y="7"/>
                  </a:cubicBezTo>
                </a:path>
              </a:pathLst>
            </a:custGeom>
            <a:noFill/>
            <a:ln w="38100">
              <a:solidFill>
                <a:srgbClr val="3366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AutoShape 172">
              <a:extLst>
                <a:ext uri="{FF2B5EF4-FFF2-40B4-BE49-F238E27FC236}">
                  <a16:creationId xmlns:a16="http://schemas.microsoft.com/office/drawing/2014/main" id="{3FCD512A-DBC2-3BE9-6CED-59FF31790E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0800000">
              <a:off x="4416" y="1747"/>
              <a:ext cx="105" cy="2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26 w 21600"/>
                <a:gd name="T13" fmla="*/ 4486 h 21600"/>
                <a:gd name="T14" fmla="*/ 17074 w 21600"/>
                <a:gd name="T15" fmla="*/ 1711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99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 Box 173">
              <a:extLst>
                <a:ext uri="{FF2B5EF4-FFF2-40B4-BE49-F238E27FC236}">
                  <a16:creationId xmlns:a16="http://schemas.microsoft.com/office/drawing/2014/main" id="{46FCDCB1-A6F6-BB3B-E7F4-5E4643503E8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0" y="935"/>
              <a:ext cx="41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ko-KR" sz="1100" b="1" dirty="0">
                  <a:latin typeface="Tahoma" pitchFamily="34" charset="0"/>
                  <a:ea typeface="Batang" pitchFamily="18" charset="-127"/>
                </a:rPr>
                <a:t>Shroud</a:t>
              </a:r>
              <a:endParaRPr lang="en-US" altLang="ko-KR" sz="2200" dirty="0">
                <a:ea typeface="Gulim" pitchFamily="34" charset="-127"/>
              </a:endParaRPr>
            </a:p>
          </p:txBody>
        </p:sp>
      </p:grpSp>
      <p:grpSp>
        <p:nvGrpSpPr>
          <p:cNvPr id="91" name="Group 175">
            <a:extLst>
              <a:ext uri="{FF2B5EF4-FFF2-40B4-BE49-F238E27FC236}">
                <a16:creationId xmlns:a16="http://schemas.microsoft.com/office/drawing/2014/main" id="{91A640C1-A3B9-7775-9767-5A3C051381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16578" y="3079876"/>
            <a:ext cx="3433579" cy="3579214"/>
            <a:chOff x="3264" y="2352"/>
            <a:chExt cx="1872" cy="1849"/>
          </a:xfrm>
        </p:grpSpPr>
        <p:pic>
          <p:nvPicPr>
            <p:cNvPr id="92" name="Picture 7" descr="Fan_OR">
              <a:extLst>
                <a:ext uri="{FF2B5EF4-FFF2-40B4-BE49-F238E27FC236}">
                  <a16:creationId xmlns:a16="http://schemas.microsoft.com/office/drawing/2014/main" id="{02DDE5D6-B533-B7CD-EE4A-B5BD3FE78E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8" y="2555"/>
              <a:ext cx="1347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Text Box 8">
              <a:extLst>
                <a:ext uri="{FF2B5EF4-FFF2-40B4-BE49-F238E27FC236}">
                  <a16:creationId xmlns:a16="http://schemas.microsoft.com/office/drawing/2014/main" id="{2D54A5E4-C746-6076-7732-F2E293E08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2352"/>
              <a:ext cx="103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latin typeface="Tahoma" pitchFamily="34" charset="0"/>
                  <a:ea typeface="Gulim" pitchFamily="34" charset="-127"/>
                </a:rPr>
                <a:t>Spider (Hub)</a:t>
              </a:r>
            </a:p>
          </p:txBody>
        </p:sp>
        <p:sp>
          <p:nvSpPr>
            <p:cNvPr id="94" name="Line 9">
              <a:extLst>
                <a:ext uri="{FF2B5EF4-FFF2-40B4-BE49-F238E27FC236}">
                  <a16:creationId xmlns:a16="http://schemas.microsoft.com/office/drawing/2014/main" id="{01B74E0F-E2E5-7F13-A463-47F551891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0" y="2519"/>
              <a:ext cx="380" cy="537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A5C75780-FBEF-B1E7-75DC-D7E99BB03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698"/>
              <a:ext cx="144" cy="263"/>
            </a:xfrm>
            <a:custGeom>
              <a:avLst/>
              <a:gdLst>
                <a:gd name="T0" fmla="*/ 28 w 200"/>
                <a:gd name="T1" fmla="*/ 61 h 352"/>
                <a:gd name="T2" fmla="*/ 17 w 200"/>
                <a:gd name="T3" fmla="*/ 28 h 352"/>
                <a:gd name="T4" fmla="*/ 0 w 200"/>
                <a:gd name="T5" fmla="*/ 0 h 3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352">
                  <a:moveTo>
                    <a:pt x="200" y="352"/>
                  </a:moveTo>
                  <a:cubicBezTo>
                    <a:pt x="185" y="320"/>
                    <a:pt x="153" y="219"/>
                    <a:pt x="120" y="160"/>
                  </a:cubicBezTo>
                  <a:cubicBezTo>
                    <a:pt x="87" y="101"/>
                    <a:pt x="25" y="33"/>
                    <a:pt x="0" y="0"/>
                  </a:cubicBezTo>
                </a:path>
              </a:pathLst>
            </a:custGeom>
            <a:noFill/>
            <a:ln w="31750" cap="flat" cmpd="sng">
              <a:solidFill>
                <a:schemeClr val="bg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Text Box 11">
              <a:extLst>
                <a:ext uri="{FF2B5EF4-FFF2-40B4-BE49-F238E27FC236}">
                  <a16:creationId xmlns:a16="http://schemas.microsoft.com/office/drawing/2014/main" id="{10EB3D2C-6F62-D60B-4331-73D3B041C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4" y="2531"/>
              <a:ext cx="58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b="1" i="1" dirty="0">
                  <a:solidFill>
                    <a:schemeClr val="bg1"/>
                  </a:solidFill>
                  <a:latin typeface="Tahoma" pitchFamily="34" charset="0"/>
                  <a:ea typeface="Gulim" pitchFamily="34" charset="-127"/>
                </a:rPr>
                <a:t>Rotation</a:t>
              </a:r>
            </a:p>
          </p:txBody>
        </p:sp>
        <p:sp>
          <p:nvSpPr>
            <p:cNvPr id="97" name="Text Box 12">
              <a:extLst>
                <a:ext uri="{FF2B5EF4-FFF2-40B4-BE49-F238E27FC236}">
                  <a16:creationId xmlns:a16="http://schemas.microsoft.com/office/drawing/2014/main" id="{79B05CB2-F2C8-5785-A127-F3BE062D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44"/>
              <a:ext cx="100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latin typeface="Tahoma" pitchFamily="34" charset="0"/>
                  <a:ea typeface="Gulim" pitchFamily="34" charset="-127"/>
                </a:rPr>
                <a:t>Leading edge</a:t>
              </a:r>
            </a:p>
          </p:txBody>
        </p:sp>
        <p:sp>
          <p:nvSpPr>
            <p:cNvPr id="98" name="Text Box 13">
              <a:extLst>
                <a:ext uri="{FF2B5EF4-FFF2-40B4-BE49-F238E27FC236}">
                  <a16:creationId xmlns:a16="http://schemas.microsoft.com/office/drawing/2014/main" id="{D642DA02-E532-BE17-79B5-061CFBEB3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6" y="3835"/>
              <a:ext cx="76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100" dirty="0">
                  <a:latin typeface="Tahoma" pitchFamily="34" charset="0"/>
                  <a:ea typeface="Gulim" pitchFamily="34" charset="-127"/>
                </a:rPr>
                <a:t>Trailing edge</a:t>
              </a:r>
            </a:p>
          </p:txBody>
        </p:sp>
        <p:sp>
          <p:nvSpPr>
            <p:cNvPr id="99" name="Line 14">
              <a:extLst>
                <a:ext uri="{FF2B5EF4-FFF2-40B4-BE49-F238E27FC236}">
                  <a16:creationId xmlns:a16="http://schemas.microsoft.com/office/drawing/2014/main" id="{DCCF0493-6226-0442-A4FB-2F8CE7A4F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3" y="3612"/>
              <a:ext cx="227" cy="23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Line 15">
              <a:extLst>
                <a:ext uri="{FF2B5EF4-FFF2-40B4-BE49-F238E27FC236}">
                  <a16:creationId xmlns:a16="http://schemas.microsoft.com/office/drawing/2014/main" id="{E20E3971-7582-AD7C-DAD7-1221B567C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3594"/>
              <a:ext cx="276" cy="250"/>
            </a:xfrm>
            <a:prstGeom prst="line">
              <a:avLst/>
            </a:prstGeom>
            <a:noFill/>
            <a:ln w="19050">
              <a:solidFill>
                <a:srgbClr val="1317B9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" name="Line 16">
              <a:extLst>
                <a:ext uri="{FF2B5EF4-FFF2-40B4-BE49-F238E27FC236}">
                  <a16:creationId xmlns:a16="http://schemas.microsoft.com/office/drawing/2014/main" id="{765BEAED-A6B6-610C-2CF7-34AFF1114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3" y="3737"/>
              <a:ext cx="29" cy="264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Text Box 17">
              <a:extLst>
                <a:ext uri="{FF2B5EF4-FFF2-40B4-BE49-F238E27FC236}">
                  <a16:creationId xmlns:a16="http://schemas.microsoft.com/office/drawing/2014/main" id="{73991042-E90B-E4E4-B7DD-4E6D9D546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" y="3988"/>
              <a:ext cx="716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ko-KR" sz="1200" dirty="0">
                  <a:latin typeface="Tahoma" pitchFamily="34" charset="0"/>
                  <a:ea typeface="Gulim" pitchFamily="34" charset="-127"/>
                </a:rPr>
                <a:t>Blade tip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134793-30DA-CC0C-E427-5733A1B9D706}"/>
                  </a:ext>
                </a:extLst>
              </p14:cNvPr>
              <p14:cNvContentPartPr/>
              <p14:nvPr/>
            </p14:nvContentPartPr>
            <p14:xfrm>
              <a:off x="2495160" y="954360"/>
              <a:ext cx="8590320" cy="2462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134793-30DA-CC0C-E427-5733A1B9D7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5800" y="945000"/>
                <a:ext cx="8609040" cy="24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1193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C344-3417-9630-047D-BB6CFF41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52CA-FA4D-55CA-B2D9-FF1895A8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7400-BB5B-B62C-C0F0-E0FF40FF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649156" cy="5036494"/>
          </a:xfrm>
        </p:spPr>
        <p:txBody>
          <a:bodyPr/>
          <a:lstStyle/>
          <a:p>
            <a:r>
              <a:rPr lang="en-US" dirty="0"/>
              <a:t>Removing the upstream obstruction to make the incoming flow more uniform.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F5165-4DA2-7A55-0037-A8230A99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C4BD6-A553-151E-FA8C-49CBE621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2DD0B-DD14-EBDB-26D5-333622714C38}"/>
              </a:ext>
            </a:extLst>
          </p:cNvPr>
          <p:cNvSpPr txBox="1"/>
          <p:nvPr/>
        </p:nvSpPr>
        <p:spPr>
          <a:xfrm>
            <a:off x="7738533" y="5738938"/>
            <a:ext cx="31778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latin typeface="+mn-lt"/>
              </a:rPr>
              <a:t>Kim, Geon-Seok, “Discrete-Frequency and Broadband Noise Radiation from Diesel Engine Cooling Fans,” Ph.D. Thesis in Acoustics, The Pennsylvania State University, December 2007.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F28B0B3-B929-1904-20FA-374F6AA73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47080" y="0"/>
            <a:ext cx="4555767" cy="388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E5A90AB1-AA0C-5832-D175-F414C77E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6" y="2657753"/>
            <a:ext cx="6194601" cy="38811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8B660E-598D-2E88-C17F-9A4F05B6CD4B}"/>
                  </a:ext>
                </a:extLst>
              </p14:cNvPr>
              <p14:cNvContentPartPr/>
              <p14:nvPr/>
            </p14:nvContentPartPr>
            <p14:xfrm>
              <a:off x="859680" y="1515240"/>
              <a:ext cx="9978840" cy="488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8B660E-598D-2E88-C17F-9A4F05B6CD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0320" y="1505880"/>
                <a:ext cx="9997560" cy="490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002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8449-3509-AF2F-FE0D-4A834E63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6CAE9-15AF-4D04-B87E-8E52B5C3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C685-3B4F-1A30-2910-16176E48D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2822"/>
            <a:ext cx="6649156" cy="5036494"/>
          </a:xfrm>
        </p:spPr>
        <p:txBody>
          <a:bodyPr/>
          <a:lstStyle/>
          <a:p>
            <a:r>
              <a:rPr lang="en-US" dirty="0"/>
              <a:t>Adjust the shape of the blades (skew) to spread out the interactions in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9D9EC-EA82-4FCC-79AF-A2A8318A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BA901-6257-1486-2294-D6667566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9BD3C-4108-49C7-6B98-21A1AAEB9E93}"/>
              </a:ext>
            </a:extLst>
          </p:cNvPr>
          <p:cNvSpPr txBox="1"/>
          <p:nvPr/>
        </p:nvSpPr>
        <p:spPr>
          <a:xfrm>
            <a:off x="8667374" y="3699513"/>
            <a:ext cx="317782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 dirty="0">
                <a:latin typeface="+mn-lt"/>
              </a:rPr>
              <a:t>Kim, Geon-Seok, “Discrete-Frequency and Broadband Noise Radiation from Diesel Engine Cooling Fans,” Ph.D. Thesis in Acoustics, The Pennsylvania State University, December 2007.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A5B660D-7E38-6DD6-CA91-7704F3F4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57118" y="0"/>
            <a:ext cx="3745728" cy="3191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E33B22F-2A30-55A0-5EC2-B817B519E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290" y="1793831"/>
            <a:ext cx="5657850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F42F95B-DAFD-4A4E-C37C-0076CD4CE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3" y="1536828"/>
            <a:ext cx="1714500" cy="155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5BFBFFE1-925A-4707-2C6B-3F4A35F89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3" y="3276960"/>
            <a:ext cx="1733204" cy="15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70FA52D9-AB4A-0F7B-D050-983C36D09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88" y="5048026"/>
            <a:ext cx="1720215" cy="156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D3CA6E-F8FA-7963-EF92-534CC1B72CDF}"/>
              </a:ext>
            </a:extLst>
          </p:cNvPr>
          <p:cNvSpPr txBox="1"/>
          <p:nvPr/>
        </p:nvSpPr>
        <p:spPr>
          <a:xfrm>
            <a:off x="3212603" y="2317977"/>
            <a:ext cx="1447800" cy="600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100" dirty="0">
                <a:latin typeface="+mn-lt"/>
              </a:rPr>
              <a:t>1xBR Dominated by  Tip/Shroud Opening Interaction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5A472D9-C097-3A0A-B593-344FF25710F6}"/>
                  </a:ext>
                </a:extLst>
              </p14:cNvPr>
              <p14:cNvContentPartPr/>
              <p14:nvPr/>
            </p14:nvContentPartPr>
            <p14:xfrm>
              <a:off x="111600" y="608760"/>
              <a:ext cx="11637000" cy="5831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5A472D9-C097-3A0A-B593-344FF25710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240" y="599400"/>
                <a:ext cx="11655720" cy="585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1897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AAE6-875D-CACE-3908-DCD902F5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Self-generated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9CEB5-B679-1504-5417-6595D380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7035282" cy="5036494"/>
          </a:xfrm>
        </p:spPr>
        <p:txBody>
          <a:bodyPr/>
          <a:lstStyle/>
          <a:p>
            <a:r>
              <a:rPr lang="en-US" dirty="0"/>
              <a:t>Wings and blades generate large-scale, relatively stable vortex structures.</a:t>
            </a:r>
          </a:p>
          <a:p>
            <a:r>
              <a:rPr lang="en-US" dirty="0"/>
              <a:t>If one blade leaves a vortex behind, the following blade can impact it, leading to blade rate tones.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D3877-841D-30CF-A4E8-3F8EECCC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C9AEE-31DE-3996-5A39-436CB875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1298DF-3323-61C2-303A-99AEE3AB0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282" y="1897793"/>
            <a:ext cx="4910331" cy="39934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76B420-6121-BE3C-5A5D-C6B1A0289A56}"/>
                  </a:ext>
                </a:extLst>
              </p14:cNvPr>
              <p14:cNvContentPartPr/>
              <p14:nvPr/>
            </p14:nvContentPartPr>
            <p14:xfrm>
              <a:off x="1504080" y="3516120"/>
              <a:ext cx="9353520" cy="2074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76B420-6121-BE3C-5A5D-C6B1A0289A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4720" y="3506760"/>
                <a:ext cx="9372240" cy="20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9179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8E84-EDA0-A9CD-B9CE-5B2311F5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DE6A-8ED8-F3F6-418A-D1A16CA9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Self-generated blade-rate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EC78-652A-DA2E-EE87-041FE396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00695"/>
            <a:ext cx="7968343" cy="5036494"/>
          </a:xfrm>
        </p:spPr>
        <p:txBody>
          <a:bodyPr/>
          <a:lstStyle/>
          <a:p>
            <a:r>
              <a:rPr lang="en-US" dirty="0"/>
              <a:t>Tip vortex</a:t>
            </a:r>
          </a:p>
          <a:p>
            <a:r>
              <a:rPr lang="en-US" dirty="0"/>
              <a:t>https://www.youtube.com/watch?v=AolOz2AkpiE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14B05-7FE7-AD88-B41B-F6003C6B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DBB6A-E000-831E-A10C-8FCA66DE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01445-4289-9557-300D-CF9203F1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36" y="2481942"/>
            <a:ext cx="5582135" cy="33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9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B1C6-CDCB-67EE-732D-240FC92A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propeller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5B938-1960-BC86-0363-C621EAE7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406882" cy="5036494"/>
          </a:xfrm>
        </p:spPr>
        <p:txBody>
          <a:bodyPr/>
          <a:lstStyle/>
          <a:p>
            <a:r>
              <a:rPr lang="en-US" dirty="0"/>
              <a:t>Reducing tip speed makes all mechanisms quieter</a:t>
            </a:r>
          </a:p>
          <a:p>
            <a:pPr lvl="1"/>
            <a:r>
              <a:rPr lang="en-US" dirty="0"/>
              <a:t>Larger fans are usually quieter for the same volumetric flow rate</a:t>
            </a:r>
          </a:p>
          <a:p>
            <a:endParaRPr lang="en-US" dirty="0"/>
          </a:p>
          <a:p>
            <a:r>
              <a:rPr lang="en-US" dirty="0"/>
              <a:t>Clean, wake-free inflow reduces turbulence ingestion and ingested wake noise</a:t>
            </a:r>
          </a:p>
          <a:p>
            <a:pPr lvl="1"/>
            <a:r>
              <a:rPr lang="en-US" dirty="0"/>
              <a:t>Avoid installing duct fans near bends and grilles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1FF28-11DF-10AB-3C69-79D54D1F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745C2-DB30-3FC2-7466-E9B592FA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FCEEF-C045-EDD8-D9C4-F4559E84E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988" y="258522"/>
            <a:ext cx="2935224" cy="33604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17D5FB3-8934-FD85-D62D-340C474809CE}"/>
                  </a:ext>
                </a:extLst>
              </p14:cNvPr>
              <p14:cNvContentPartPr/>
              <p14:nvPr/>
            </p14:nvContentPartPr>
            <p14:xfrm>
              <a:off x="405000" y="1536840"/>
              <a:ext cx="11182680" cy="4678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17D5FB3-8934-FD85-D62D-340C474809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640" y="1527480"/>
                <a:ext cx="11201400" cy="46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202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C6E5-7E2F-E6F7-BE2E-AFFEFE081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493E-52B5-9A7C-816C-12A1292C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fans and blowers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6245-E3AC-4577-C6DE-DBACC6327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8406882" cy="5036494"/>
          </a:xfrm>
        </p:spPr>
        <p:txBody>
          <a:bodyPr/>
          <a:lstStyle/>
          <a:p>
            <a:r>
              <a:rPr lang="en-US" dirty="0"/>
              <a:t>Tube axial fan: flow is along the axis of rotation, just a propeller in a tube. Dominated by low frequency noise.</a:t>
            </a:r>
          </a:p>
          <a:p>
            <a:r>
              <a:rPr lang="en-US" dirty="0"/>
              <a:t>Vane axial fan: Tube axial, but with downstream guide vanes for higher efficiency. Fan can run slower, but downstream wakes increase mid-high frequency noise.</a:t>
            </a:r>
          </a:p>
          <a:p>
            <a:r>
              <a:rPr lang="en-US" dirty="0"/>
              <a:t>Centrifugal fan: Flow turns 90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° through the fan. Generally quieter than axial fans.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5BA1D-8C1F-BD0F-B036-F33E2A0B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8C33B-B1EB-1ED2-2FFF-01935664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2" descr="#">
            <a:extLst>
              <a:ext uri="{FF2B5EF4-FFF2-40B4-BE49-F238E27FC236}">
                <a16:creationId xmlns:a16="http://schemas.microsoft.com/office/drawing/2014/main" id="{C2D13DDC-15AC-B71E-17A7-C018A985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950" y="-54060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D9EDC0-5237-46D9-409A-EF9FEE3D5528}"/>
              </a:ext>
            </a:extLst>
          </p:cNvPr>
          <p:cNvSpPr txBox="1"/>
          <p:nvPr/>
        </p:nvSpPr>
        <p:spPr>
          <a:xfrm>
            <a:off x="8610600" y="5894685"/>
            <a:ext cx="3183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https://www.greenheck.com/products/air-movement/fans/</a:t>
            </a:r>
          </a:p>
        </p:txBody>
      </p:sp>
      <p:pic>
        <p:nvPicPr>
          <p:cNvPr id="9" name="Picture 4" descr="#">
            <a:extLst>
              <a:ext uri="{FF2B5EF4-FFF2-40B4-BE49-F238E27FC236}">
                <a16:creationId xmlns:a16="http://schemas.microsoft.com/office/drawing/2014/main" id="{7F59531F-B5DC-789E-B09D-97780A0FA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434095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#">
            <a:extLst>
              <a:ext uri="{FF2B5EF4-FFF2-40B4-BE49-F238E27FC236}">
                <a16:creationId xmlns:a16="http://schemas.microsoft.com/office/drawing/2014/main" id="{251369E4-8EDB-5616-0149-C151243CA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241" y="4381500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5019DA-652B-8690-8910-6B4F83E708C0}"/>
                  </a:ext>
                </a:extLst>
              </p14:cNvPr>
              <p14:cNvContentPartPr/>
              <p14:nvPr/>
            </p14:nvContentPartPr>
            <p14:xfrm>
              <a:off x="5087880" y="792360"/>
              <a:ext cx="6419520" cy="5954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5019DA-652B-8690-8910-6B4F83E708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8520" y="783000"/>
                <a:ext cx="6438240" cy="597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6110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600C7-1AC8-5AE3-58F2-BEBE81B2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D106-6127-7291-61F4-42195CF6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fans and blowers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A22CF-3BA7-8A91-9A3D-BDB2E601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7EC82-7114-7D0D-486F-12ADC334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17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AE721C-4CA7-650E-A2A0-E16292E10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of blades in centrifugal fans can affect noise generation.</a:t>
            </a:r>
          </a:p>
        </p:txBody>
      </p:sp>
      <p:pic>
        <p:nvPicPr>
          <p:cNvPr id="12" name="Picture 2" descr="Characteristics of Centrifugal Blowers | Turbomachinery blog">
            <a:extLst>
              <a:ext uri="{FF2B5EF4-FFF2-40B4-BE49-F238E27FC236}">
                <a16:creationId xmlns:a16="http://schemas.microsoft.com/office/drawing/2014/main" id="{1CEC13A4-2A55-887C-08E0-EB35F4DA5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08" y="3433287"/>
            <a:ext cx="8502528" cy="234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1FD9E7-E6AC-FE0C-4CC9-F13C38ADDDC9}"/>
              </a:ext>
            </a:extLst>
          </p:cNvPr>
          <p:cNvSpPr txBox="1"/>
          <p:nvPr/>
        </p:nvSpPr>
        <p:spPr>
          <a:xfrm>
            <a:off x="1384529" y="5955685"/>
            <a:ext cx="65027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https://blog.softinway.com/understanding-the-characteristics-of-varying-centrifugal-blower-designs/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5AC2AE-F456-4928-DDAB-CA2F3E77B0AD}"/>
              </a:ext>
            </a:extLst>
          </p:cNvPr>
          <p:cNvSpPr/>
          <p:nvPr/>
        </p:nvSpPr>
        <p:spPr>
          <a:xfrm>
            <a:off x="388591" y="2926543"/>
            <a:ext cx="4721087" cy="3279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High-pressure applications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6C345E-3573-AC65-1D83-4C9FC3683EB7}"/>
              </a:ext>
            </a:extLst>
          </p:cNvPr>
          <p:cNvSpPr/>
          <p:nvPr/>
        </p:nvSpPr>
        <p:spPr>
          <a:xfrm>
            <a:off x="3603876" y="1938172"/>
            <a:ext cx="1807833" cy="809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Maximum efficiency, minimum noise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FE342A-1F81-7484-83E4-C1E897D16A75}"/>
              </a:ext>
            </a:extLst>
          </p:cNvPr>
          <p:cNvSpPr/>
          <p:nvPr/>
        </p:nvSpPr>
        <p:spPr>
          <a:xfrm>
            <a:off x="5431588" y="1476078"/>
            <a:ext cx="1616221" cy="179163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volume flow rate, high pressure, loud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539DED-6165-695E-C573-6E111F459266}"/>
              </a:ext>
            </a:extLst>
          </p:cNvPr>
          <p:cNvSpPr/>
          <p:nvPr/>
        </p:nvSpPr>
        <p:spPr>
          <a:xfrm>
            <a:off x="7162715" y="1952705"/>
            <a:ext cx="1616221" cy="10471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high flow rates, quiet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A55C456-EFD1-F251-FEC7-FE4BA3FC5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807" y="2106801"/>
            <a:ext cx="2859397" cy="22013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41E684-076B-5575-DA4E-ADCCF7BBE0ED}"/>
              </a:ext>
            </a:extLst>
          </p:cNvPr>
          <p:cNvSpPr txBox="1"/>
          <p:nvPr/>
        </p:nvSpPr>
        <p:spPr>
          <a:xfrm>
            <a:off x="9494696" y="4375124"/>
            <a:ext cx="2271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By </a:t>
            </a:r>
            <a:r>
              <a:rPr lang="en-US" sz="1200" dirty="0" err="1"/>
              <a:t>EagleX</a:t>
            </a:r>
            <a:r>
              <a:rPr lang="en-US" sz="1200" dirty="0"/>
              <a:t> - Own work, CC BY 3.0, https://commons.wikimedia.org/w/index.php?curid=12753938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7129C9-BCAA-8B26-2FF4-8093111554A5}"/>
                  </a:ext>
                </a:extLst>
              </p14:cNvPr>
              <p14:cNvContentPartPr/>
              <p14:nvPr/>
            </p14:nvContentPartPr>
            <p14:xfrm>
              <a:off x="7335360" y="5592240"/>
              <a:ext cx="1356120" cy="5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7129C9-BCAA-8B26-2FF4-8093111554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26000" y="5582880"/>
                <a:ext cx="1374840" cy="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181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154E-931B-49A5-1D1D-1D2F2F4C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D19B-27A9-36AB-D409-9057D06BD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6512765" cy="5036494"/>
          </a:xfrm>
        </p:spPr>
        <p:txBody>
          <a:bodyPr/>
          <a:lstStyle/>
          <a:p>
            <a:r>
              <a:rPr lang="en-US" dirty="0"/>
              <a:t>Trailing-edge noise is the dominant generation mechanism.</a:t>
            </a:r>
          </a:p>
          <a:p>
            <a:r>
              <a:rPr lang="en-US" dirty="0"/>
              <a:t>Trailing-edge noise can be reduced by</a:t>
            </a:r>
          </a:p>
          <a:p>
            <a:pPr lvl="1"/>
            <a:r>
              <a:rPr lang="en-US" dirty="0"/>
              <a:t>Serrations: reduce coherent length</a:t>
            </a:r>
          </a:p>
          <a:p>
            <a:pPr lvl="1"/>
            <a:r>
              <a:rPr lang="en-US" dirty="0"/>
              <a:t>Airfoil shaping: reduce turbulence formation</a:t>
            </a:r>
          </a:p>
          <a:p>
            <a:pPr lvl="1"/>
            <a:r>
              <a:rPr lang="en-US" dirty="0"/>
              <a:t>Brushes and porous surfaces: reduce abrupt transition at trailing edge (impedance matching)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41901-5C70-953B-30F7-47518284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A659B-6079-05DB-CA41-2FA18C51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162EE-794A-7C5B-AE22-ED9AD9D0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221" y="136525"/>
            <a:ext cx="5182323" cy="121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0577AA-4B97-74E6-A17D-C1DC5FAA2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481" y="1358260"/>
            <a:ext cx="2958199" cy="4141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FC07E-C4A7-739A-2BDF-1ECF5E42A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837" y="2633636"/>
            <a:ext cx="3105433" cy="24449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FB74CB-8332-100C-1E51-B2A05B991B45}"/>
                  </a:ext>
                </a:extLst>
              </p14:cNvPr>
              <p14:cNvContentPartPr/>
              <p14:nvPr/>
            </p14:nvContentPartPr>
            <p14:xfrm>
              <a:off x="1625400" y="2781720"/>
              <a:ext cx="9414000" cy="366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FB74CB-8332-100C-1E51-B2A05B991B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6040" y="2772360"/>
                <a:ext cx="9432720" cy="36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07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7C9B-62B1-43D0-389E-19B0E321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A539AC9-50E0-5781-46CC-34B428F1290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8385" y="2031341"/>
            <a:ext cx="6468378" cy="4105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421DE-0475-79EA-6638-7F98C001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 turbine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9161D-D582-A3D6-BFB0-7308A3379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5449"/>
            <a:ext cx="6671388" cy="5036494"/>
          </a:xfrm>
        </p:spPr>
        <p:txBody>
          <a:bodyPr/>
          <a:lstStyle/>
          <a:p>
            <a:r>
              <a:rPr lang="en-US" dirty="0"/>
              <a:t>Measuring wind turbine noise can be challenging.</a:t>
            </a:r>
          </a:p>
          <a:p>
            <a:r>
              <a:rPr lang="en-US" dirty="0"/>
              <a:t>Both the source and propagation to the ground depends strongly on atmospheric conditions.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D71DB-CCA2-176A-D870-54894877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Propellers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63DB7-3BD8-0B2E-A230-8311B1FA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19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45C8E1-D8B9-71E3-50D7-65E0D0742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447" y="-1361"/>
            <a:ext cx="4383210" cy="1830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69A020-2FC2-A02D-ACC3-28E4BEA3F875}"/>
              </a:ext>
            </a:extLst>
          </p:cNvPr>
          <p:cNvSpPr txBox="1"/>
          <p:nvPr/>
        </p:nvSpPr>
        <p:spPr>
          <a:xfrm>
            <a:off x="7228077" y="2424074"/>
            <a:ext cx="1276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Blade rate tones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42881F-CB5A-84D4-5588-6922D91F1C13}"/>
              </a:ext>
            </a:extLst>
          </p:cNvPr>
          <p:cNvSpPr txBox="1"/>
          <p:nvPr/>
        </p:nvSpPr>
        <p:spPr>
          <a:xfrm>
            <a:off x="10239568" y="4084265"/>
            <a:ext cx="1276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Indoor room mode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F2A8E8-8B20-82BB-BB47-EDBA05C071E5}"/>
              </a:ext>
            </a:extLst>
          </p:cNvPr>
          <p:cNvCxnSpPr/>
          <p:nvPr/>
        </p:nvCxnSpPr>
        <p:spPr>
          <a:xfrm flipH="1">
            <a:off x="10674220" y="4366727"/>
            <a:ext cx="65315" cy="382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F4083143-5F66-45A3-2973-C673DE2D1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323" y="2757840"/>
            <a:ext cx="4029380" cy="3774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73520B-A431-8E1F-CDF0-1473EA722361}"/>
                  </a:ext>
                </a:extLst>
              </p:cNvPr>
              <p:cNvSpPr txBox="1"/>
              <p:nvPr/>
            </p:nvSpPr>
            <p:spPr>
              <a:xfrm>
                <a:off x="819598" y="4084265"/>
                <a:ext cx="2006082" cy="1121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ref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ref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73520B-A431-8E1F-CDF0-1473EA722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598" y="4084265"/>
                <a:ext cx="2006082" cy="11212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FAE3307-5692-2560-47A8-A383F15F2503}"/>
              </a:ext>
            </a:extLst>
          </p:cNvPr>
          <p:cNvSpPr txBox="1"/>
          <p:nvPr/>
        </p:nvSpPr>
        <p:spPr>
          <a:xfrm>
            <a:off x="0" y="6467392"/>
            <a:ext cx="51676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Zajamšek</a:t>
            </a:r>
            <a:r>
              <a:rPr lang="en-US" sz="1100" dirty="0"/>
              <a:t>, B.; Hansen, K.L.; Doolan, C.J.; Hansen, C.H. </a:t>
            </a:r>
            <a:r>
              <a:rPr lang="en-US" sz="1100" dirty="0" err="1"/>
              <a:t>Characterisation</a:t>
            </a:r>
            <a:r>
              <a:rPr lang="en-US" sz="1100" dirty="0"/>
              <a:t> of wind farm infrasound and low frequency noise. J. Sound Vib. 2016, 370, 176–190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B9D227-C084-BE03-890C-F871C053C870}"/>
                  </a:ext>
                </a:extLst>
              </p14:cNvPr>
              <p14:cNvContentPartPr/>
              <p14:nvPr/>
            </p14:nvContentPartPr>
            <p14:xfrm>
              <a:off x="1256040" y="183240"/>
              <a:ext cx="10301040" cy="5589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B9D227-C084-BE03-890C-F871C053C8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6680" y="173880"/>
                <a:ext cx="10319760" cy="56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5134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E125-C03B-A6B2-3523-2E076E29C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</a:t>
            </a:r>
            <a:r>
              <a:rPr lang="en-US" dirty="0"/>
              <a:t>Mobius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D06E-FF60-31FC-3EDE-ADEEA419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authors claim a significant noise reduction.</a:t>
            </a:r>
          </a:p>
          <a:p>
            <a:r>
              <a:rPr lang="en-US" dirty="0"/>
              <a:t>How is this reduction achieved?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A2499-671A-6DBC-4464-5CD2CA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C532D-EB8E-21F3-B0AC-D631BB61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BA3AAB-2922-DE84-CE49-6275E87D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9378"/>
            <a:ext cx="8394441" cy="41873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C860F6-42A3-B6DD-6168-CC51470B0B6E}"/>
                  </a:ext>
                </a:extLst>
              </p14:cNvPr>
              <p14:cNvContentPartPr/>
              <p14:nvPr/>
            </p14:nvContentPartPr>
            <p14:xfrm>
              <a:off x="4520880" y="2077200"/>
              <a:ext cx="1158120" cy="358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C860F6-42A3-B6DD-6168-CC51470B0B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1520" y="2067840"/>
                <a:ext cx="1176840" cy="37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1947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D0647-CA96-727E-E14A-D1184056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4D70-8E56-16BF-3B86-BDD87C48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</a:t>
            </a:r>
            <a:r>
              <a:rPr lang="en-US" dirty="0"/>
              <a:t>Mobius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6D7D-B832-59B3-D26D-CAB57967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00695"/>
            <a:ext cx="11103429" cy="5036494"/>
          </a:xfrm>
        </p:spPr>
        <p:txBody>
          <a:bodyPr/>
          <a:lstStyle/>
          <a:p>
            <a:r>
              <a:rPr lang="en-US" dirty="0"/>
              <a:t>Blade rate noise: significantly reduced compared to baseline</a:t>
            </a:r>
          </a:p>
          <a:p>
            <a:r>
              <a:rPr lang="en-US" dirty="0"/>
              <a:t>Low-frequency noise: increased (more TI noise)</a:t>
            </a:r>
          </a:p>
          <a:p>
            <a:r>
              <a:rPr lang="en-US" dirty="0"/>
              <a:t>High-frequency broadband: reduced (reduced TE coherent length?)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50207-D623-B5C6-5914-652942FD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2F25B-9A74-83F5-3BAF-B1D924C1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9DEBD-C9C7-0B01-F98D-B0261283A9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00" r="45536" b="13480"/>
          <a:stretch/>
        </p:blipFill>
        <p:spPr>
          <a:xfrm>
            <a:off x="38099" y="2890136"/>
            <a:ext cx="5164911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AEA1C4-D1CA-FAD7-ACA4-C0D50CE0C00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353" t="9200" b="13480"/>
          <a:stretch/>
        </p:blipFill>
        <p:spPr>
          <a:xfrm>
            <a:off x="872347" y="2890136"/>
            <a:ext cx="4423553" cy="365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F311352-9142-C248-C751-53F18EC8F1A6}"/>
                  </a:ext>
                </a:extLst>
              </p14:cNvPr>
              <p14:cNvContentPartPr/>
              <p14:nvPr/>
            </p14:nvContentPartPr>
            <p14:xfrm>
              <a:off x="1536840" y="2617560"/>
              <a:ext cx="5520600" cy="245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F311352-9142-C248-C751-53F18EC8F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7480" y="2608200"/>
                <a:ext cx="5539320" cy="247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1871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5AD3-CD34-7ED4-F41F-D6EACBBF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C696-63A1-10D6-06AF-459B46C8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</a:t>
            </a:r>
            <a:r>
              <a:rPr lang="en-US" dirty="0"/>
              <a:t>Mobius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B7E32-2566-F2A0-9FCE-16215E1D8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5980922" cy="5036494"/>
          </a:xfrm>
        </p:spPr>
        <p:txBody>
          <a:bodyPr/>
          <a:lstStyle/>
          <a:p>
            <a:r>
              <a:rPr lang="en-US" dirty="0"/>
              <a:t>Baseline straight blades would cause wake noise from interaction with straight struts.</a:t>
            </a:r>
          </a:p>
          <a:p>
            <a:r>
              <a:rPr lang="en-US" dirty="0"/>
              <a:t>It would be more fair to compare curved</a:t>
            </a:r>
            <a:r>
              <a:rPr lang="en-US" i="1" dirty="0"/>
              <a:t> </a:t>
            </a:r>
            <a:r>
              <a:rPr lang="en-US" dirty="0"/>
              <a:t>blades without loops to curved blades with loops.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C87E3A-BBC6-BD45-B2FA-950AAE07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FE378-EB0E-2D21-51F8-5624DDCE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C61A62-E798-A242-69CE-2C4C139C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154" y="0"/>
            <a:ext cx="5595846" cy="47050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374CDB-EC2D-FE48-966F-7D2A494FA099}"/>
                  </a:ext>
                </a:extLst>
              </p14:cNvPr>
              <p14:cNvContentPartPr/>
              <p14:nvPr/>
            </p14:nvContentPartPr>
            <p14:xfrm>
              <a:off x="7310520" y="1126080"/>
              <a:ext cx="1145880" cy="1571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374CDB-EC2D-FE48-966F-7D2A494FA0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1160" y="1116720"/>
                <a:ext cx="1164600" cy="159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081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CDB8D-D832-D33D-A9B6-619B114F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2552-C685-741D-6F56-D5107D73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Mobius</a:t>
            </a:r>
            <a:r>
              <a:rPr lang="en-US" dirty="0"/>
              <a:t> Loop propellers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031E5-EB59-1A7B-9C0F-94CE75C59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5980922" cy="5036494"/>
          </a:xfrm>
        </p:spPr>
        <p:txBody>
          <a:bodyPr/>
          <a:lstStyle/>
          <a:p>
            <a:r>
              <a:rPr lang="en-US" dirty="0"/>
              <a:t>Better experimental design: single propeller with minimal wake interference.</a:t>
            </a:r>
          </a:p>
          <a:p>
            <a:r>
              <a:rPr lang="en-US" dirty="0"/>
              <a:t>Include background and motor noise measurements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30E50-3A03-3711-C5A3-DB68D65F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4BFD6-03AD-DE33-E6D4-5A1F58A2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B23411-0589-1BCF-FC05-939B8703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145" y="-9214"/>
            <a:ext cx="5552855" cy="2219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6E8AE3-B525-37D5-D191-257E0899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596" y="2282402"/>
            <a:ext cx="5471864" cy="33679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3C96AF-E767-2016-81CD-2E6A76D6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8" y="4368882"/>
            <a:ext cx="6090052" cy="14449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D04219-03A7-BB80-0BAF-3BFB2B3C863F}"/>
                  </a:ext>
                </a:extLst>
              </p14:cNvPr>
              <p14:cNvContentPartPr/>
              <p14:nvPr/>
            </p14:nvContentPartPr>
            <p14:xfrm>
              <a:off x="6954840" y="3775320"/>
              <a:ext cx="2382480" cy="183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D04219-03A7-BB80-0BAF-3BFB2B3C86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45480" y="3765960"/>
                <a:ext cx="2401200" cy="18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2593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FFA4-F376-145F-C5E5-8B5D821E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77DC-32BB-18A6-94E2-B87931CC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Mobius</a:t>
            </a:r>
            <a:r>
              <a:rPr lang="en-US" dirty="0"/>
              <a:t> Loop propellers revisited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A0240-62EF-C18C-8839-49C29DA3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8A184-1F49-7280-843D-9E35B20B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676C6-043B-4F2D-07AD-2DE2A0B9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145" y="-9214"/>
            <a:ext cx="5552855" cy="2219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9C3B42-3361-2189-D1CA-157ADE6D0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69" y="1104446"/>
            <a:ext cx="6993348" cy="5617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1122C1-57C0-296E-98C8-3B9487AC4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144" y="2965966"/>
            <a:ext cx="5552855" cy="13175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37C50C-2380-5101-11FE-0591F8E49420}"/>
                  </a:ext>
                </a:extLst>
              </p14:cNvPr>
              <p14:cNvContentPartPr/>
              <p14:nvPr/>
            </p14:nvContentPartPr>
            <p14:xfrm>
              <a:off x="889200" y="1765800"/>
              <a:ext cx="11115360" cy="3776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37C50C-2380-5101-11FE-0591F8E494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9840" y="1756440"/>
                <a:ext cx="11134080" cy="37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224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A69C-BC54-EAB6-A2C3-ACAA6C57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479704-A400-713C-A842-00FA566A6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3115"/>
            <a:ext cx="6900224" cy="38832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9AB0F-8CF8-6C65-9C2B-0ACDB789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trike="sngStrike" dirty="0"/>
              <a:t>Toroidal Mobius</a:t>
            </a:r>
            <a:r>
              <a:rPr lang="en-US" dirty="0"/>
              <a:t> Loop propellers revisited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1412D-8065-A749-09B7-673B316C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machinery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D37A9-30F3-E148-B37C-8A84544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435720-415D-7C44-7AD3-3E7384B2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145" y="-9214"/>
            <a:ext cx="5552855" cy="22198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91B063-C35B-A40C-A4B5-E08E2580C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144" y="2965966"/>
            <a:ext cx="5552855" cy="13175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A5C7B9-CB9D-210D-9649-F84EF7194FBF}"/>
                  </a:ext>
                </a:extLst>
              </p14:cNvPr>
              <p14:cNvContentPartPr/>
              <p14:nvPr/>
            </p14:nvContentPartPr>
            <p14:xfrm>
              <a:off x="564120" y="1389240"/>
              <a:ext cx="4833000" cy="3258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A5C7B9-CB9D-210D-9649-F84EF7194F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760" y="1379880"/>
                <a:ext cx="4851720" cy="327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197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34674</TotalTime>
  <Words>1176</Words>
  <Application>Microsoft Office PowerPoint</Application>
  <PresentationFormat>Widescreen</PresentationFormat>
  <Paragraphs>184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Gulim</vt:lpstr>
      <vt:lpstr>Arial</vt:lpstr>
      <vt:lpstr>Atkinson Hyperlegible</vt:lpstr>
      <vt:lpstr>Calibri</vt:lpstr>
      <vt:lpstr>Cambria Math</vt:lpstr>
      <vt:lpstr>Tahoma</vt:lpstr>
      <vt:lpstr>Office Theme</vt:lpstr>
      <vt:lpstr>Photo Editor Photo</vt:lpstr>
      <vt:lpstr>Rotating machinery</vt:lpstr>
      <vt:lpstr>How to make a quiet submarine</vt:lpstr>
      <vt:lpstr>Propeller noise</vt:lpstr>
      <vt:lpstr>Propeller noise sources</vt:lpstr>
      <vt:lpstr>Turbulence ingestion noise</vt:lpstr>
      <vt:lpstr>Turbulence ingestion noise</vt:lpstr>
      <vt:lpstr>Self-generated turbulence noise</vt:lpstr>
      <vt:lpstr>Trailing edge treatments</vt:lpstr>
      <vt:lpstr>Ingested blade-rate noise</vt:lpstr>
      <vt:lpstr>Ingested blade-rate noise</vt:lpstr>
      <vt:lpstr>Ingested blade-rate noise</vt:lpstr>
      <vt:lpstr>Ingested blade-rate noise</vt:lpstr>
      <vt:lpstr>Self-generated blade-rate noise</vt:lpstr>
      <vt:lpstr>Self-generated blade-rate noise</vt:lpstr>
      <vt:lpstr>Reducing propeller noise</vt:lpstr>
      <vt:lpstr>Commercial fans and blowers</vt:lpstr>
      <vt:lpstr>Commercial fans and blowers</vt:lpstr>
      <vt:lpstr>Wind turbine noise</vt:lpstr>
      <vt:lpstr>Wind turbine noise</vt:lpstr>
      <vt:lpstr>Toroidal Mobius propellers revisited</vt:lpstr>
      <vt:lpstr>Toroidal Mobius propellers revisited</vt:lpstr>
      <vt:lpstr>Toroidal Mobius propellers revisited</vt:lpstr>
      <vt:lpstr>Toroidal Mobius Loop propellers revisited</vt:lpstr>
      <vt:lpstr>Toroidal Mobius Loop propellers revisited</vt:lpstr>
      <vt:lpstr>Toroidal Mobius Loop propellers revisited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Dare, Tyler Patrick</cp:lastModifiedBy>
  <cp:revision>260</cp:revision>
  <dcterms:created xsi:type="dcterms:W3CDTF">2025-01-05T23:36:15Z</dcterms:created>
  <dcterms:modified xsi:type="dcterms:W3CDTF">2025-04-23T18:12:49Z</dcterms:modified>
</cp:coreProperties>
</file>