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2"/>
  </p:sldMasterIdLst>
  <p:notesMasterIdLst>
    <p:notesMasterId r:id="rId24"/>
  </p:notesMasterIdLst>
  <p:sldIdLst>
    <p:sldId id="497" r:id="rId3"/>
    <p:sldId id="423" r:id="rId4"/>
    <p:sldId id="466" r:id="rId5"/>
    <p:sldId id="467" r:id="rId6"/>
    <p:sldId id="468" r:id="rId7"/>
    <p:sldId id="469" r:id="rId8"/>
    <p:sldId id="478" r:id="rId9"/>
    <p:sldId id="470" r:id="rId10"/>
    <p:sldId id="479" r:id="rId11"/>
    <p:sldId id="477" r:id="rId12"/>
    <p:sldId id="480" r:id="rId13"/>
    <p:sldId id="471" r:id="rId14"/>
    <p:sldId id="473" r:id="rId15"/>
    <p:sldId id="482" r:id="rId16"/>
    <p:sldId id="481" r:id="rId17"/>
    <p:sldId id="483" r:id="rId18"/>
    <p:sldId id="474" r:id="rId19"/>
    <p:sldId id="484" r:id="rId20"/>
    <p:sldId id="485" r:id="rId21"/>
    <p:sldId id="486" r:id="rId22"/>
    <p:sldId id="487" r:id="rId23"/>
  </p:sldIdLst>
  <p:sldSz cx="12192000" cy="6858000"/>
  <p:notesSz cx="6858000" cy="9144000"/>
  <p:embeddedFontLst>
    <p:embeddedFont>
      <p:font typeface="Atkinson Hyperlegible" panose="020B060402020202020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Consolas" panose="020B0609020204030204" pitchFamily="49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02:41.9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3884 3130 1684 0,'0'0'3454'0,"0"0"-2754"16,0 0-232-16,-16 43 501 0,9-16-457 15,3 7-152-15,0 6-315 0,2 1-45 16,0 6 0-16,2 7 0 0,2 4 0 16,4 6 0-16,-4 3 0 15,0 2 0-15,0-1 0 0,-2-4 0 16,-2-4 0-16,0-6 0 0,0-6 0 16,2-4 0-16,0-8 0 0,0-8 0 15,0-11 0-15,0-8 0 0,0-8-1313 16,0-7-936-16</inkml:trace>
  <inkml:trace contextRef="#ctx0" brushRef="#br0" timeOffset="563.4">3963 3066 4614 0,'0'0'1004'0,"0"0"-324"0,0 0 253 16,0 0-337-16,0 0-231 0,0 0-365 16,0 0 0-16,0 0 0 0,0 0 0 15,64-16 0-15,-8 7 0 0,18 2 0 16,5 0 0-16,1 1 0 0,5 4 0 15,2 0 0-15,-7 2 0 16,-3-2 0-16,-13 2 0 0,-10-1 0 16,-9 1 0-16,-14 0 0 0,-12 0 0 15,-11 0 0-15,-8 5-729 0,-14 1-288 16,1 1-1240-16,-8-1-1932 0</inkml:trace>
  <inkml:trace contextRef="#ctx0" brushRef="#br0" timeOffset="891.83">4938 3051 5978 0,'0'0'917'0,"0"0"-441"16,0 0 345-16,0 0-821 0,0 0 0 16,0 0 0-16,-33 2 0 0,25 28 0 15,0 10 0-15,2 11 0 0,3 6 0 16,3 4 0-16,-2 7 0 0,0 4 0 16,-2 3 0-16,0-2 0 0,-2-3 0 15,2-7 0-15,2-8 0 16,-2-9 0-16,1-7 0 0,1-6 0 15,0-8 0-15,-4-8 0 0,2-6-1898 16,-2-9-1839-16</inkml:trace>
  <inkml:trace contextRef="#ctx0" brushRef="#br0" timeOffset="1476.3">3907 4204 5398 0,'45'3'1120'0,"-1"0"-687"16,12 1 131-16,-3 0 96 16,9-1-643-16,7-1-17 0,3-2 0 15,2 0 0-15,-5 0 0 0,-5-2 0 16,-7-1 0-16,-5 2 0 0,-11 1 0 16,-12 0 0-16,-12 0-233 0,-9 0-1528 15,-8 1-580-15</inkml:trace>
  <inkml:trace contextRef="#ctx0" brushRef="#br0" timeOffset="1788.63">4771 3971 5298 0,'0'0'944'0,"0"0"-347"0,0 0 183 15,0 0-548-15,0 0-68 0,-8 52 13 16,12-24-177-16,2 2 0 0,0-1 0 15,2 3 0-15,-1 1 0 0,-1 0-517 16,-2-1-391-16,0-9-313 0,-4-3-3281 16</inkml:trace>
  <inkml:trace contextRef="#ctx0" brushRef="#br0" timeOffset="2235.16">4353 4309 5214 0,'0'0'712'0,"0"0"-464"0,-16 38 461 15,14-20-385-15,2 2-120 0,0 2-44 16,0 2-120-16,2 1 8 0,2 1-12 16,-4 1-20-16,0-1-16 0,-4 1 0 15,-2-1-124-15,-1-1-212 0,3-2-613 16,-2-6-295-16,2-4-561 0</inkml:trace>
  <inkml:trace contextRef="#ctx0" brushRef="#br0" timeOffset="3078.08">4335 4722 2020 0,'0'0'2946'0,"0"0"-2426"15,-52 27-448-15,31-16 176 0,-3 2 36 16,3-1 44-16,2 1-220 0,3-1 1 16,3 0-33-16,5-3-72 15,4-2 4-15,4-2-8 0,-4 1 0 16,4-1 0-16,4 1 0 0,6 0 8 15,7-2-4-15,10 0 76 16,0-3-76-16,2 1 12 0,-3 0-16 16,1-1 0-16,-6 1-4 0,-7 1 4 15,-3 0-56-15,-5-1-48 0,-6 3-8 16,-4 3 63-16,-7 3 49 0,-5 3 24 16,-1 2-3-16,-3-1 39 0,-5-2 92 15,4 3-80-15,1-4 12 0,1 2 0 16,5-1-80-16,-1-4-4 0,9 3 0 15,4-5-16-15,2-1-8 16,2 1-88-16,12-1-60 0,3-1 40 16,4 0-37-16,-1-4 57 0,-1 0 104 15,-1 3 0-15,-1-2 12 0,-3 1-4 16,-3 1 16-16,-5-2-12 16,-2 2 0-16,2 0 0 0,-6 0 4 15,2 2-8-15,0 2 12 0,-2 0 4 16,0-1-16-16,0 0 12 0,0 0-8 15,-2 0-4-15,0 0 20 16,-6 0-16-16,-4 5 4 0,-5 2 28 16,-12 4-32-16,0 0-4 0,-6 0 0 15,2-1 4-15,2-1-4 0,4-2 20 16,6-2 32-16,7-5 25 0,8-1-41 16,6-2-36-16,2-1-16 0,8 0-29 15,9 0 45-15,8-3 17 0,-3 0 15 16,5 0-32-16,-2-1 8 0,-2 1-4 15,-2 0 8-15,-5 0-12 16,-7 1 8-16,-9 0-8 0,-2 2 0 16,-2 1-16-16,-9 5-73 0,-9 1-19 15,-11 2-332-15,0-1-288 0,8-5-261 16,2-4-2264-16</inkml:trace>
  <inkml:trace contextRef="#ctx0" brushRef="#br0" timeOffset="3525.42">4209 5476 3569 0,'0'0'1921'0,"-2"52"-877"16,2-23-591-16,4-1-81 0,0 4-100 16,2 4-252-16,2-2-8 0,3 0-12 15,1-2-8-15,3-2-80 0,-3-3-412 16,-2-1-157-16,-4-3-183 0,-3-7-1293 15,-3-2-748-15</inkml:trace>
  <inkml:trace contextRef="#ctx0" brushRef="#br0" timeOffset="4240.62">2266 5778 4478 0,'47'-5'312'15,"3"3"32"-15,18 2 268 0,4 1-220 16,13 4-116-16,14 2 121 15,15 1-97-15,8 1-8 0,14-1 24 16,13 1-196-16,8 1 12 0,15-1 60 16,8 0-163-16,8-2-29 0,10-2 0 15,3-3 0-15,-1-2 0 0,-1 0 0 16,-9-6 0-16,-10-2 0 0,-15-4 0 16,-16-1 0-16,-23 1 0 0,-33 1 0 15,-23 0-117-15,-28 2-1039 0,-22 1-3102 16</inkml:trace>
  <inkml:trace contextRef="#ctx0" brushRef="#br0" timeOffset="4662.09">3173 5864 6002 0,'-45'20'244'0,"-7"-1"-164"0,-12 7-80 16,-4 2-44-16,-11 5-52 0,5 2-364 16,-5 0-264-16,25-7-421 0,3-2-1776 0</inkml:trace>
  <inkml:trace contextRef="#ctx0" brushRef="#br0" timeOffset="4893.68">3804 5966 5678 0,'0'0'640'0,"37"-6"-528"16,-27 6-96-16,-12 0 56 0,-10 2-11 16,-19 9 203-16,-15 4-264 0,-12 3-252 15,-2 4-149-15,-4 0-151 16,2 2 112-16,4-1-20 0,7 0-65 15,11-4 345-15,16-6-188 0,13-5-1112 16</inkml:trace>
  <inkml:trace contextRef="#ctx0" brushRef="#br0" timeOffset="5065.22">4324 6003 2925 0,'0'0'2169'15,"-62"36"-2045"-15,21-13-108 16,-6 1-8-16,-1 0 0 0,-4 2-8 16,5-2 0-16,3-3-4 0,7-4-132 15,16-6-592-15,11-4-49 16,4-5 129-16</inkml:trace>
  <inkml:trace contextRef="#ctx0" brushRef="#br0" timeOffset="5284.71">4914 5897 5618 0,'57'-12'604'0,"-15"5"-452"0,-5 3-136 16,-20 4-12-16,-7 3-8 0,-10 8-4 15,-6 3-168-15,-5 2-216 0,-9 7-152 16,-13-2-220-16,-3 5-77 0,-9 0-319 16,2 2 904-16,-1-1 256 0,5-1 780 15,10-1-356-15,10-5-140 0,13-6-4 16,10-4-168-16,23-7-112 15,10-3 56-15,15-8-52 0,6-8-4 16,-4-1-236-16,-13 1-348 0,0 1-220 0</inkml:trace>
  <inkml:trace contextRef="#ctx0" brushRef="#br0" timeOffset="6107.19">4750 4327 3517 0,'0'0'596'0,"0"0"81"16,0 0-125-16,0 0 0 0,0 0 96 15,0 0-455-15,0 0-77 0,0 0 264 16,-6 34-60-16,12-8-4 0,-6 5 9 15,2 3-325-15,-2 0 0 0,0 5 0 16,0 5 0-16,-2 4 0 16,2 2 0-16,-6 3 0 0,2 0 0 15,0-3 0-15,0-3 0 0,2-4 0 16,2-4-337-16,2-3-307 16,2-8-4-16,0-2-993 0,0-9 52 15,-2-5-1680-15</inkml:trace>
  <inkml:trace contextRef="#ctx0" brushRef="#br0" timeOffset="6514.46">4641 5135 5450 0,'0'0'1333'15,"0"0"-761"-15,0 0-72 0,0 0-163 16,0 0-337-16,33 0 0 0,-8-3 0 16,6 2 0-16,6-1 0 0,-2-1 0 15,4 1 0-15,3 1 0 0,-7 0 0 16,-2-2-509-16,-13 2-732 0,-9-1-3713 15</inkml:trace>
  <inkml:trace contextRef="#ctx0" brushRef="#br0" timeOffset="7637.54">4494 5174 2601 0,'0'0'508'16,"0"0"460"-16,0 0-399 0,0 0-153 16,-17 47 140-16,17-25-288 0,2 1-72 15,7-4 72-15,1-1-124 0,0 2-23 16,1-2 91-16,-3-3-164 16,2 2-32-16,-1-4-4 0,-3-3-12 15,-2-3 0-15,-4-1-52 0,2-2-96 16,-2 0-21-16,0-1-443 0,0 1-308 15,-2-4-345-15</inkml:trace>
  <inkml:trace contextRef="#ctx0" brushRef="#br0" timeOffset="7885.77">4583 5432 3225 0,'0'0'1165'0,"37"4"-469"15,-12-4 496-15,2 0-531 0,0-4-149 16,4 1-68-16,-5-2-436 16,8-1 4-16,1-1-12 0,0-3-80 15,4 2-8-15,0-4-296 0,1 1-112 16,1 0-117-16,-4-3-683 0,-6 4 391 15,-6-1-87-15</inkml:trace>
  <inkml:trace contextRef="#ctx0" brushRef="#br0" timeOffset="8193.44">5141 5032 5206 0,'0'0'1272'0,"0"0"-831"15,0 0 11-15,0 0 140 0,0 0-468 16,0 0-60-16,-10 53-23 0,8-28-41 15,2 3 0-15,0-3 0 16,-5 1 0-16,5 1 0 0,-2-1 0 16,0-1-117-16,0 0-267 0,-2-1-588 15,-2-7-41-15,0-2-283 0</inkml:trace>
  <inkml:trace contextRef="#ctx0" brushRef="#br0" timeOffset="8475.33">4790 5452 6094 0,'0'0'989'16,"-29"69"-629"-16,8-24 140 0,4 2-251 15,-1 2-249-15,5 2 0 0,3-1 0 16,6 0 0-16,4-3-185 0,4-3-647 16,2-12-153-16,0-2-848 0</inkml:trace>
  <inkml:trace contextRef="#ctx0" brushRef="#br0" timeOffset="13798.51">4178 666 2765 0,'0'0'752'0,"0"0"949"0,0 0-585 16,0 0-615-16,0 0-145 0,0 0 52 15,-4 40-240-15,4-2-4 0,0 7 64 16,-3 5-195-16,3 1-33 0,-2 1 0 15,0 2 0-15,-4 2 0 0,-2 1 0 16,2-4 0-16,-5-3 0 0,5-6 0 16,6-5 0-16,0-7-193 0,0-11-1332 15,0-6-219-15,6-11-1234 0</inkml:trace>
  <inkml:trace contextRef="#ctx0" brushRef="#br0" timeOffset="14467.73">4151 659 4462 0,'0'0'416'15,"0"0"256"-15,0 0-276 0,0 0-108 16,0 0-28-16,0 0 9 15,74 1 159-15,-6-6 124 0,11-4-400 16,6-1-12-16,-3 2 17 0,-1 0-157 16,-2 3 0-16,-11 0 0 0,-6 4 0 15,-11 1 0-15,-7 0-93 16,-11 1-403-16,-8 4-388 0,-15-3-1706 16,0 1-507-16</inkml:trace>
  <inkml:trace contextRef="#ctx0" brushRef="#br0" timeOffset="14739.76">4918 661 4205 0,'0'0'1437'0,"0"0"-597"0,0 0-391 16,0 0-113-16,0 0-76 0,-21 51-188 16,17-18-16-16,-2 9 60 0,2-1-48 15,-1 5 12-15,3 4 44 16,2 1-108-16,2 2 20 0,3-5 20 16,-1-3-44-16,2-4-12 0,-2-5 0 15,-2-1-16-15,2-5-56 0,-4-6-636 16,0-5-141-16,0-6-375 0,-4-6-3678 0</inkml:trace>
  <inkml:trace contextRef="#ctx0" brushRef="#br0" timeOffset="15317.69">4116 1388 3853 0,'0'0'765'0,"35"3"535"0,-8 1-467 0,2 0-121 0,10 2 17 15,8-1-729-15,1-4 0 0,10-1 0 16,10 0 0-16,-4-2 0 0,8-2 0 16,-3 2 0-16,-5 1 0 0,-17 1-1261 15,-5-3-1276-15</inkml:trace>
  <inkml:trace contextRef="#ctx0" brushRef="#br0" timeOffset="15832.54">4469 1410 3613 0,'0'0'1465'0,"0"0"-1001"0,-6 55 56 0,4-29-148 0,0 3-115 0,2 2-13 16,2 0-140-16,4-1 76 0,4-1 76 15,-5 0-204-15,1 0-36 16,-2-1-12-16,-2 1-4 0,-2-2-100 16,0-2-664-16,-2-7-181 0,-2-3-375 0</inkml:trace>
  <inkml:trace contextRef="#ctx0" brushRef="#br0" timeOffset="16852.66">4502 1902 3181 0,'0'0'1401'0,"0"0"-913"15,0 0 144-15,0 0-332 0,0 0-148 16,-43 6 24-16,24 0-100 15,-1 1-24-15,-1 0 32 0,4 0-47 16,3 0-21-16,3-2 0 0,5 0-8 16,2-4-4-16,0 2-4 0,2 1-4 15,2-1-4-15,0 1-53 16,2 1 5-16,6-1 52 0,13 0-28 16,0 0-24-16,-1-2 12 0,1 2 4 15,-4-2-40-15,-5 2-16 0,-2-1-92 16,-4 1 108-16,3-2 48 0,-9 2-28 15,4-1 32-15,-2 1 28 0,2-1 0 16,-4 1-4-16,2-3 4 0,-2 1 4 16,0-1-4-16,0 2 0 0,-6 0-4 15,-9 4-12-15,-7 4-12 0,-3 1 8 16,-2 5 8-16,4-3 12 16,7-2 152-16,1-1 68 0,7-2-56 15,2-3-8-15,4-1-88 0,2-3-24 16,0 2-44-16,0-2-20 15,6 0 20-15,6-2 0 0,9 0-52 16,0-3-16-16,4-2-80 0,-3 0-88 16,3 3-112-16,-4 0-380 0,-1 0 252 15,-3 2 75-15,-3 0-23 16,-7 4 212-16,-3-1 72 0,-2 2 140 16,-2 3 0-16,-4 3 112 0,-5 5 384 15,-1-2-148-15,0 0-79 0,-5 0 71 16,1-1-120-16,-3 1 32 0,1-1-52 15,-1 1-168-15,-1-4 4 0,5 1 136 16,3 0-52-16,4-5-20 0,6-1-20 16,-5 0-80-16,5-1-8 0,5-1 0 15,3 2 0-15,6-1 8 0,11-2 8 16,-2-2 0-16,4-1-16 16,-2-3-152-16,-9 2-680 0,-1 0-845 0</inkml:trace>
  <inkml:trace contextRef="#ctx0" brushRef="#br0" timeOffset="17567.79">4521 2403 1600 0,'0'0'1733'0,"0"0"-949"0,0 0-71 16,0 0-329-16,0 0-112 0,0 0 136 15,0 0-212-15,-42 10-76 0,30-3-12 16,-4 1-76-16,1-2 0 0,9-1-12 16,2-3-16-16,0 1-8 0,4-2-8 15,0-1-152-15,2 0-180 16,4 0-792-16,4 0 483 0,1-4-347 0</inkml:trace>
  <inkml:trace contextRef="#ctx0" brushRef="#br0" timeOffset="18040.62">4446 2471 800 0,'0'0'192'0,"0"0"380"0,0 0-88 15,0 0-35-15,0 0 191 16,0 0-280-16,0 0-20 0,0 0 317 16,0 0-229-16,0 0 64 0,5-4 164 15,-5 8-432-15,0 9-84 0,0 15 9 16,-5 8-21-16,5 7 112 0,-6-2-4 15,2-2-192-15,-2-2-8 0,2-3-12 16,4-3-24-16,0-3-68 0,0-6-829 16,4-7-439-16,0-4-493 0</inkml:trace>
  <inkml:trace contextRef="#ctx0" brushRef="#br0" timeOffset="18946.72">4440 2789 640 0,'0'0'1244'16,"0"0"573"-16,0 0-1309 15,0 0-47-15,0 0 243 0,0 0-404 16,-18 42-148-16,11-18-28 0,3 0-112 16,2-4 8-16,2-4-20 0,2-3-8 15,2-3 4-15,1-3-484 16,-5-2-624-16,2-4-849 0</inkml:trace>
  <inkml:trace contextRef="#ctx0" brushRef="#br0" timeOffset="23284.93">7566 726 5550 0,'0'0'612'0,"0"0"73"16,0 0-397-16,0 0 24 0,0 0-64 16,0 0-248-16,0 0 0 0,-9 45 28 15,18-7-16-15,1 14 16 0,2 3-4 16,3-1-16-16,-5-4-16 0,-8-4-12 15,2-3-264-15,-4-3-148 0,0-4-573 16,-4-8 113-16,2-8-181 0,-2-8-2024 0</inkml:trace>
  <inkml:trace contextRef="#ctx0" brushRef="#br0" timeOffset="23722.55">7572 787 5498 0,'0'0'872'16,"0"0"-467"-16,0 0-185 0,10-35 52 16,7 13-192-16,10-2-4 0,4 5 68 15,-5 5-100-15,5 6 16 16,1 7-44-16,-1 4-16 0,0 11-4 16,-5 8-4-16,-3 6-40 0,-2 7 40 15,-7 5-16-15,-1 0-104 0,-5 5-16 16,-6-2 72-16,-2 0 68 15,-6 0 4-15,-11 1 48 0,-3 0-44 16,-11-2 20-16,-2-1 28 0,-5-2-52 16,-3-2 16-16,4-8-16 0,-3-2-12 15,7-9-64-15,7-7-224 16,9-4-225-16,7-7-91 0,6 0-1009 16,4 0-39-16</inkml:trace>
  <inkml:trace contextRef="#ctx0" brushRef="#br0" timeOffset="24292.85">8029 762 5634 0,'0'0'760'15,"0"0"-499"-15,0 0-69 0,0 0 140 16,0 0-284-16,0 0-44 0,0 0 68 16,22 40 76-16,-3-2-28 15,2 13 148-15,1 5-180 0,-7 2-40 16,-3-3-8-16,-3-5-28 0,-1-4-12 16,0-3 0-16,-2-5 0 0,-2-6 0 15,3-8 0-15,-3-4-4 0,2-7-28 16,-6-7-108-16,4-3-188 15,-4 0-140-15,0-3-409 0,0 0 153 16,2 0 144-16,-2-1-397 0,0-4 93 16,0 0 7-16,4-2 573 0,-4-1 304 15,4-4 997-15,-4-6 431 16,7-9-551-16,-1-7-61 0,4-8 225 16,5-7-441-16,1-8-168 0,-1-4-263 15,1-2-169-15,1 5 0 0,-7 6 0 16,0 9 0-16,-5 12 0 0,-5 11 0 15,0 7 0-15,0 7 0 0,0 4 0 16,0 2 0-16,0 0-761 0,0 5-2505 16</inkml:trace>
  <inkml:trace contextRef="#ctx0" brushRef="#br0" timeOffset="24724.83">8438 1385 6158 0,'0'0'1025'0,"0"0"-833"0,0 0 192 0,0 0 49 16,0 0-433-16,0 0 0 0,10-36 0 16,7-3 0-16,-1-11 0 0,-1-4 0 15,-5-3 0-15,1-2 0 16,1-3 0-16,-2 1 0 0,5 3 0 16,-5 6 0-16,0 4 0 0,-3 10 0 15,-1 12 0-15,-2 11 0 0,-2 8 0 16,-2 5 0-16,0 0 0 15,0 2 0-15,0 0 0 0,0 2 0 16,0 6 0-16,0 8 0 0,4 15 0 16,-4 13 0-16,4 14 0 0,2 5 0 15,1-3 0-15,1-5 0 16,2-8 0-16,1-3 0 0,-1-4 0 16,2-3 0-16,3-6 0 0,-5-4 0 15,1-6-117-15,-5-5-999 0,-2-7-2226 0</inkml:trace>
  <inkml:trace contextRef="#ctx0" brushRef="#br0" timeOffset="24883.89">8535 1213 7043 0,'0'0'376'0,"0"0"-32"16,0 0 8-16,0 0-275 0,35-7-77 15,-8-3 0-15,0-5 0 0,2 2 0 16,-6-2-593-16,-9 6-1092 15,-1-1-1380-15</inkml:trace>
  <inkml:trace contextRef="#ctx0" brushRef="#br0" timeOffset="41884.53">3580 426 3745 0,'0'0'857'0,"0"0"-257"0,0 0 448 16,0 0-579-16,0 0-125 0,0 0 212 15,0 0-340-15,0 0-36 0,0 0-3 16,-2-16-177-16,2 23 0 0,0 5 0 16,2 10 0-16,2 12 0 0,-4 15 0 15,0 12 0-15,0 11 0 0,-6 6 0 16,-2-7 0-16,2-9 0 16,2-11 0-16,2-15-9 0,2-5-151 15,0-10-228-15,0-5-32 0,2-7-56 16,-2-6-513-16,0-3 129 15,0 0-273-15</inkml:trace>
  <inkml:trace contextRef="#ctx0" brushRef="#br0" timeOffset="42166.16">3551 394 3925 0,'0'0'537'16,"0"0"399"-16,-35 7-512 0,19 8-168 16,1 1 88-16,-1 3-131 0,-1 0-65 15,3-2-16-15,1-3-132 0,5-5 8 16,4-4-8-16,4-3-20 15,0-1-84-15,0-1-553 0,8-3 453 16,4-7-4-16,7-8-808 0,-2 1-1 16,3-8 1-16</inkml:trace>
  <inkml:trace contextRef="#ctx0" brushRef="#br0" timeOffset="42291.63">3551 394 3933 0,'-12'-36'945'0,"12"36"-221"0,0 0 132 15,0 3-643-15,2 3-97 0,4 7 52 16,11 0 4-16,-1 2 60 0,11-3 164 15,2-1-244-15,4-5-88 0,0-1-64 16,2-2-36-16,-4 1-336 0,-10 0-1437 16,0-1-1532-16</inkml:trace>
  <inkml:trace contextRef="#ctx0" brushRef="#br0" timeOffset="48770.5">5207 3675 1564 0,'0'0'1317'0,"0"0"-297"0,0 0-547 16,0 0-133-16,0 0 192 15,0 0-148-15,27-46-24 0,-6 29 196 16,-5-1-271-16,9 1-73 0,8-1 56 16,8-2-164-16,7-2 12 0,14-3 84 15,12 0-112-15,5-4-8 0,6 3-8 16,4-1-68-16,-5 5-4 0,-1 0 0 15,-4 2-204-15,-5 2-128 0,-6 2-613 16,-20 4-227-16,-11-1-469 0</inkml:trace>
  <inkml:trace contextRef="#ctx0" brushRef="#br0" timeOffset="49479.78">6439 3367 2237 0,'0'0'1596'0,"-2"42"-1292"0,8-21-27 0,0-2-1 16,3-1-228-16,1-2-4 15,-4-3-24-15,0-1-12 0,-1-5-8 16,-1-2 8-16,-4-3 0 0,0 1 0 16,0-2 364-16,0-1 52 0,0-1 72 15,-4-10 81-15,-7-8-489 16,1-5-4-16,4-6 60 0,-1-3-96 15,5 0 16-15,2 0 52 0,5 4-96 16,5 3 4-16,0 3-8 0,5 3-16 16,1 7 0-16,5 2 0 15,-5 3-28-15,7 1 12 0,2 2 16 16,2 2-108-16,-2 0-256 0,2 2-641 16,-11 0-283-16,1-2-673 0</inkml:trace>
  <inkml:trace contextRef="#ctx0" brushRef="#br0" timeOffset="49826.55">6869 3309 1736 0,'0'0'4294'0,"-37"-16"-3721"15,16 13 19-15,0 7-296 16,5 9-132-16,-7 7-84 0,5 3-64 15,1 4-16-15,5-2 84 0,3-2-68 16,7-3 12-16,0-1-28 0,2-4 4 16,2-4-4-16,5-3 0 15,-1-2-12-15,4-4 12 0,5-2 36 16,3-1-36-16,1-10 28 0,-3-2 28 16,5 0-48-16,-5-3-8 0,1 0 4 15,2 3 0-15,-3 1-8 0,-3 7-32 16,1 4-104-16,-4 5-12 0,-5 4-196 15,1 7 212-15,-2 1 108 0,2 0 16 16,-2 0 4-16,4-4 8 0,3-4 0 16,3-2-68-16,1-6-320 0,5-1-701 15,-9-6-212-15,1-2-451 0</inkml:trace>
  <inkml:trace contextRef="#ctx0" brushRef="#br0" timeOffset="50522.45">7347 3002 1764 0,'0'0'1737'0,"0"0"-1205"0,-21-38 265 15,15 22-301-15,-1-4-128 16,-3 2 116-16,2 0-304 0,2 0-56 16,-9 1 57-16,5 2-89 0,-3 4 20 15,-1 3 52-15,2 6-124 0,-3 2-16 16,1 3-20-16,1 8-4 15,3 3-8-15,0 3 0 0,-1 2-12 16,7 2 16-16,2 4 0 0,2 1-24 16,0 5 16-16,6 1 12 0,0 4-12 15,5 3 12-15,-1 1 0 16,-2 3 0-16,1-1 0 0,-1 1 36 16,-6-3-32-16,2 1 20 0,0-5-12 15,-2-2-12-15,2-5 0 0,-4-5-20 16,0-5-376-16,0-7-281 0,0-5-1332 15,0-5-772-15</inkml:trace>
  <inkml:trace contextRef="#ctx0" brushRef="#br0" timeOffset="50676.41">7051 3390 5410 0,'0'0'328'0,"0"0"296"15,0 0 105-15,0 0-585 16,0 0 20-16,37 2 344 0,-10-6-223 15,10-2-285-15,-2-3 0 0,-2 0 0 16,5-5 0-16,-1-2 0 0,4 1-357 16,-6-4-319-16,-2 1-825 15,-12 4-436-15</inkml:trace>
  <inkml:trace contextRef="#ctx0" brushRef="#br0" timeOffset="50926.53">7510 2900 5426 0,'0'0'848'16,"0"0"213"-16,0 0-581 0,0 0-276 16,-17 44-76-16,11-6-83 0,2 6-45 15,4 0 0-15,0 0 0 0,4 1 0 16,2 0 0-16,-2 2 0 15,-1 2 0-15,-3-3 0 0,0-1 0 16,0-6 0-16,-3-3 0 0,-1-7 0 16,0-6 0-16,2-9 0 15,-2-5-737-15,4-6-428 0,-6-7-2300 0</inkml:trace>
  <inkml:trace contextRef="#ctx0" brushRef="#br0" timeOffset="51068.5">7388 3232 6591 0,'0'0'1140'16,"0"0"-679"-16,0 0-461 0,0 0 0 16,60-12 0-16,-25 9 0 0,13-1 0 15,-3 3 0-15,3 1 0 16,-5 0 0-16,-16 2 0 0,-9 3-1137 0</inkml:trace>
  <inkml:trace contextRef="#ctx0" brushRef="#br0" timeOffset="77503.64">14160 3210 2557 0,'0'0'2289'0,"-4"47"-1569"0,8-15-308 15,2 0 44-15,2 4 173 0,-2 5-337 16,5 7-100-16,-5 8 8 0,4 6-164 16,-3 10 16-16,3 8 24 0,-6 4-28 15,0 7 52-15,-4-1 33 16,0-1-133-16,-4 0 0 0,-6-6 0 16,-1-5 0-16,1-5 0 0,0-6 0 15,-1-9 0-15,5-7 0 0,0-8 0 16,2-10-293-16,0-12-203 0,4-11-913 15,0-8-404-15,0-9-1784 0</inkml:trace>
  <inkml:trace contextRef="#ctx0" brushRef="#br0" timeOffset="78001.95">14166 3209 5210 0,'0'0'216'0,"0"0"352"0,0 0-340 16,0 0 36-16,0 0 133 0,66-31-193 15,-22 26 20-15,13 1 40 0,12 1-180 16,5 1 4-16,15 2 48 0,14-1-80 16,15 1 12-16,6 0 4 0,8-1-64 15,1 1-8-15,-7-1 0 0,-10 0-132 16,-7 0-48-16,-16 1-140 16,-12 0 168-16,-5 1 56 0,-16 3-268 15,-12 0-469-15,-17-1-503 0,-11-2-3050 0</inkml:trace>
  <inkml:trace contextRef="#ctx0" brushRef="#br0" timeOffset="78308.07">15840 3206 4470 0,'0'0'408'15,"0"32"-36"-15,0-8 200 0,0 2-88 16,0 3-47-16,-4 7 179 0,4 4-368 16,0 7-100-16,0 5 0 0,4 8-24 15,3 5 28-15,3 5-139 16,0 6-13-16,1 4 0 0,-1 0 0 16,-4 3 0-16,0 2 0 0,-2-3 0 15,1-4 0-15,-3-2 0 0,2-7 0 16,-4-4 0-16,6-4 0 0,-2-8 0 15,6-4 0-15,-3-7 0 0,-3-7 0 16,6-8 0-16,-4-7 0 16,1-8-529-16,-3-6-507 0,0-5-393 15,-2-3-3265-15</inkml:trace>
  <inkml:trace contextRef="#ctx0" brushRef="#br0" timeOffset="78803.03">14160 4722 4898 0,'0'0'1132'0,"0"0"-720"0,58-19-15 0,-23 14 331 0,4 1-300 15,13-1-231-15,6 2-197 16,16 2 0-16,9 0 0 0,12 1 0 16,10 5 0-16,9 2 0 0,4 4 0 15,8-1 0-15,10 1 0 0,11-1 0 16,4-2 0-16,-4-1 0 0,-15 0 0 15,-20-4 0-15,-17 1 0 0,-27-3 0 16,-21 1 0-16,-22-2-73 16,-14 0-1435-16,-16-9-1438 0</inkml:trace>
  <inkml:trace contextRef="#ctx0" brushRef="#br0" timeOffset="80433.45">14896 4138 1896 0,'0'0'2389'0,"0"0"-1968"0,6-36 31 0,4 16 260 16,1-3-392-16,-1 1-52 15,4-3 69-15,3-2-169 0,-1-3-56 16,3-1 36-16,2-2-56 0,6-3-4 16,-1-1 40-16,1-1-88 15,4-1-4-15,2 3 12 0,3 2-44 16,-3 4 4-16,-4 7-8 0,-7 5-4 15,-5 4 4-15,-7 6 0 0,-6 4-72 16,0 2-120-16,-4 2-292 0,-4 0-45 16,-2 2-199-16,2 0-1489 0,-6 3-124 15</inkml:trace>
  <inkml:trace contextRef="#ctx0" brushRef="#br0" timeOffset="80848.95">15305 3590 2893 0,'0'0'1372'0,"0"0"-719"15,0 0-153-15,0 0-348 16,0 0-68-16,0 0 16 0,0 0-100 15,0 0-16-15,0 0-32 0,-37 3 16 16,26-3 32-16,5-1 28 0,2-1 0 16,0-1 128-16,2-2 332 0,-2-2-231 15,4-2-25-15,0-1 72 0,0 1-152 16,0 2-16-16,0 1 20 16,4 0-124-16,2-2 16 0,0 0-20 15,9 0-24-15,-3 2-4 0,3 2 0 16,-5 4-16-16,0 5 8 0,-4 4 0 15,3 1-40-15,-1 3 24 0,-4-2 20 16,0-1-16-16,-2 0 20 0,-2-1 4 16,-2 0 8-16,-2-1-12 15,0-2 36-15,-2-2-28 0,6-2-12 16,-6 0 4-16,6-2-428 0,-5 0-305 16,3-9-2116-16</inkml:trace>
  <inkml:trace contextRef="#ctx0" brushRef="#br0" timeOffset="81613.7">15359 3789 1784 0,'0'0'1589'0,"0"0"-1309"0,0 0-68 16,0 0 240-16,0 0-183 0,0 0-89 15,0 0 8-15,0 0 12 0,0 0 80 16,35-29 280-16,-35 28-216 15,2 0 1-15,-2 1 307 0,0-1-192 16,0 1-76-16,0 0-371 0,-2-3-13 16,-2-1 0-16,-2-1 0 0,1-4 0 15,-5-2 0-15,0-5 0 0,-3-2 0 16,-3-2 0-16,-5 1 0 16,0-1 0-16,-10 1 0 0,5-1 0 15,-10 2 0-15,3 3 0 0,-4 2 0 16,0 4 0-16,2 2 0 0,-7 3 0 15,1 3 0-15,-2 1 0 0,1 4 0 16,1 2 0-16,8 0 0 0,2 2 0 16,4-2 0-16,6 0 0 15,1-4 0-15,7 2 0 0,5-2 0 16,2-2 0-16,6 0 0 0,0 0-13 16,0 0-679-16,0-1-116 0,4 0-249 15,2 0-1632-15</inkml:trace>
  <inkml:trace contextRef="#ctx0" brushRef="#br0" timeOffset="82107.35">14701 3480 2645 0,'0'0'1989'0,"0"0"-949"0,31-18-568 16,-14 7-76-16,-3 1 61 0,-1-1-329 15,-3 2-80-15,0 1-32 16,-5 3-4-16,-1 2-8 0,-4 1 24 16,-4 1-16-16,-7 1 24 0,-11 4-36 15,-9 6-4-15,-5 2 4 0,5 5 24 16,4 0-20-16,1 2 32 0,5-2 64 15,6-1-16-15,9 0 16 0,6-3 8 16,0 0-84-16,11 0 16 0,5-2 8 16,5-2-48-16,-1-2 24 15,5-2 0-15,-2 0-16 0,2-1-8 16,-4 1 0-16,-5 0-32 0,-1 1 8 16,-3 2-156-16,-6 4-280 0,-2-2-188 15,-4 0-1598-15</inkml:trace>
  <inkml:trace contextRef="#ctx0" brushRef="#br0" timeOffset="86742.21">16502 3625 1956 0,'0'0'2037'15,"0"0"-1300"-15,0 0 163 0,0 0-356 16,0 0-123-16,0 0 51 0,0 0-244 16,0 0-8-16,0 0 40 0,2-14-192 15,-2 24-20-15,-10 11 20 16,1 5-60-16,-1 7 28 0,-5 1 20 16,5-5-52-16,4 2 4 0,-2-5-4 15,1-2 12-15,7-5-16 0,0-5 0 16,7-4-4-16,3-5 4 0,4-5 0 15,3-1 20-15,4-6-16 0,3-6 12 16,-5-2 4-16,2 1-20 0,-3-2 0 16,-1 1 4-16,-3 2-8 15,-5 3-28-15,-1 5-52 0,-6 2 32 16,-2 3 28-16,0 0-4 0,0 4 16 16,-2 7-16-16,-2 7 8 0,0 3 20 15,2 0 0-15,2-2 0 16,2-3 0-16,8-3-8 0,0-2 12 15,9-3-4-15,0-4 24 0,-1-1 4 16,5-3 64-16,-2-2 93 0,-1-3-185 16,-3-3 0-16,1-2 0 0,-1-3 0 15,-5-2 0-15,3-3 0 0,1-6 0 16,-1 0 0-16,-5-3 0 16,-4 1 0-16,-6 1 0 0,0 3 0 15,-10 0 0-15,-11 3 0 0,1 4 0 16,-1 2 0-16,4 6 0 0,5 0-2946 0</inkml:trace>
  <inkml:trace contextRef="#ctx0" brushRef="#br0" timeOffset="96818.43">14156 3731 2477 0,'0'0'2521'16,"0"0"-1665"-16,0 0-360 0,0 0 357 16,-48-12-397-16,32 7-208 0,-5 1-52 15,0 0-192-15,-2 3 8 0,-8 1-12 16,0 1-8-16,-6 5 8 0,-4 4 0 15,0 3-20-15,-7 0 20 0,0 2-8 16,5-1-44-16,2 1-8 0,10-2-264 16,4-2-120-16,10-2 52 15,3-4-985-15,10-2-432 0,-7-5-1636 0</inkml:trace>
  <inkml:trace contextRef="#ctx0" brushRef="#br0" timeOffset="97458.64">12616 3835 2557 0,'0'0'1596'0,"-13"35"-1311"0,9-17-137 0,-2-3 204 0,2-1-160 16,0-4-68-16,2-2 48 15,-3-4-96-15,5-2 12 0,0-1 104 0,0-1-28 16,0-1 112-16,5-9 253 16,5-7-369-16,0-5-72 0,7-4 24 15,-1-1-96-15,5 1-8 0,0 3-8 16,1 4-12-16,-7 7 4 0,-1 6-52 15,-7 5-252-15,-1 1-37 0,-2 7-99 16,2 7 216-16,-6 8 128 0,0 3 76 16,-6 1 12-16,2-2 16 15,-2-5 16-15,6-4-12 0,0-5 48 16,0-3 64-16,0-5-96 0,6-2 4 16,4-2 160-16,7-7 24 15,1-5-20-15,5-5-56 0,2 2-108 0,-5 3 1 16,-3 6 91-16,-7 3 8 15,-4 5-36-15,-1 0-24 0,-3 7-52 16,2 7 32-16,0 8 152 0,-2 8 8 16,-2 1 80-16,4-1 160 0,7-1-387 15,-1-2-57-15,11 0 0 16,-9-8-637-16,9-1-784 0</inkml:trace>
  <inkml:trace contextRef="#ctx0" brushRef="#br0" timeOffset="98850">15088 4742 3749 0,'0'0'869'0,"0"0"479"16,0 0-860-16,0 0-223 0,0 0 303 15,-4 57-240-15,-2-25-120 0,-3 4 20 16,7-4-152-16,-2 1-11 16,4-1-65-16,0 1 0 0,0-1 0 15,0 0 0-15,-4-1 0 0,4-5-105 16,0-1-695-16,-2-5 7 16,2-4-227-16,-4-6-1885 0</inkml:trace>
  <inkml:trace contextRef="#ctx0" brushRef="#br0" timeOffset="99667.88">15059 5246 3777 0,'0'0'584'15,"0"0"249"-15,0 0-337 0,0 0-228 16,-37-6-48-16,10 12-132 15,-4 4-52-15,0 3-28 0,4-3 8 16,4 2-16-16,5 1 40 0,-3 0-24 16,11-2 12-16,-3-2 16 0,9-3-8 15,2 0-4-15,2-2-32 16,0-1 12-16,2 2-12 0,8 0 49 16,7-2-37-16,8 1 12 0,6-3-4 15,0-1-12-15,-2 0-16 0,0 0-48 16,-2 0-141-16,6 1 5 0,-9 1-36 15,-1 0 48-15,-8 0-52 0,-5-1-276 16,-6 2 408-16,-4-1 100 16,0 0 20-16,-4 2 164 0,-6 3 56 15,-7-1 40-15,-4 1-220 0,-3 0-8 16,3-1-12-16,-2 1-36 0,-2-1-4 16,3 3 0-16,-3-1 4 15,2-1-4-15,2 0 16 0,5-2-16 16,6 0 32-16,1-2 88 0,7 1-84 15,2-2-36-15,0 1-4 0,6-1 4 16,9 0 12-16,6-2 52 0,5 0-60 16,1 0 8-16,0 0 4 15,-2 2-16-15,-2 0 0 0,-3 2 0 16,1 1-8-16,0-2 8 0,-1 0-8 16,-3 0 8-16,0 0 0 0,-7 0 0 15,0-1-24-15,1-1 16 0,-7 0-12 16,-4 0-16-16,0 1-8 0,0 1-56 15,-9-1 60-15,-7 2 40 16,-5 0 36-16,-6 1-32 0,5 1 28 16,-3 0 112-16,0 3-24 0,-2-1 20 15,4-1 12-15,-1 3-100 0,1-2-11 16,2-1-13-16,7-2-20 16,3-3-8-16,5 2 0 0,6-3-8 15,0 0-20-15,6 3-5 0,5-2 21 16,5 1 12-16,9 0 0 0,-2-2-104 15,2 0-92-15,-9 3-56 0,-1-2-4 16,-3 3-60-16,-8 0-668 0,0-3-325 16,-4 3-148-16</inkml:trace>
  <inkml:trace contextRef="#ctx0" brushRef="#br0" timeOffset="101192.75">14937 5735 1232 0,'0'0'940'15,"0"0"-543"-15,0 0-21 0,0 0-16 16,0 0-192-16,33-22 20 0,-25 18 152 15,-6 1-172-15,-2 2-48 0,5 0-76 16,-5 1-44-16,0 0-8 16,0 0-24-16,4 0-8 0,-2 2 32 15,2 1-16-15,2 0 0 0,-2 0 24 16,0 0 8-16,-2-1-4 16,3 0 4-16,-1 0 52 0,-2-1 24 0,-2-1 37 15,0 1 95-15,0 0-192 16,0 0-16-16,4-1-8 0,-4 2-32 15,2-1-128-15,-2-1-193 0,4 1 133 16,2-1-20-16,3 2-316 0,-3-1 240 16,4 0 172-16,0-1 140 15,5 0 4-15,-7 0 0 0,-4-2-120 16,0 0-204-16,-4 1-389 0</inkml:trace>
  <inkml:trace contextRef="#ctx0" brushRef="#br0" timeOffset="101297.39">15038 5721 1132 0,'0'0'428'0,"0"0"-48"15,-37 0 33-15,35 0-305 0,-2-1-44 0,4 1 208 16,0-1-124-16,4-1-148 16,-2 1-580-16,2-2-1345 0</inkml:trace>
  <inkml:trace contextRef="#ctx0" brushRef="#br0" timeOffset="101683.4">14995 5707 3209 0,'0'0'1128'16,"0"0"93"-16,0 0-761 0,0 0-76 16,0 0 281-16,0 59-285 0,0-26-160 15,0 3-20-15,0 1-140 16,-4 2 20-16,2 1 60 0,-2 1-120 15,4-2 5-15,0-3-25 0,0-3 0 16,0-4 0-16,0-5 0 16,4-8-97-16,2-7-407 0,-2-6-1317 15,-2-5-1128-15</inkml:trace>
  <inkml:trace contextRef="#ctx0" brushRef="#br0" timeOffset="104197.01">13598 6312 4241 0,'0'0'381'0,"37"39"199"0,4-19-168 15,11-5-116-15,16-3 172 0,13 0-179 16,14-5-41-16,25-3 148 0,12 1-232 15,19-2-32-15,8 1 56 0,15-1-148 16,3-1 8-16,1 2 36 16,6-2 4-16,-10 3 49 0,3 1-137 15,-7 0 0-15,-7 1 0 0,-16 0 0 16,-17 3-321-16,-41-2-527 0,-19-2-2430 0</inkml:trace>
  <inkml:trace contextRef="#ctx0" brushRef="#br0" timeOffset="104719.07">14224 6527 4293 0,'0'0'1481'0,"0"0"-1365"15,0 0-116-15,-37 19-44 0,-1 0 44 16,-13 5 20-16,-7 3-16 16,0-1 12-16,8 2-12 0,-1 0-4 15,5-1 0-15,3-1 0 0,6-3 0 16,6-5-48-16,14-7-84 0,9-4-384 16,8-4-180-16,14-5-409 0</inkml:trace>
  <inkml:trace contextRef="#ctx0" brushRef="#br0" timeOffset="104903.77">14821 6542 5318 0,'0'0'564'16,"0"0"-564"-16,0 0-4 0,-35 37 4 16,-2-9-16-16,-11 3-56 15,-10 1-180-15,7-3 20 0,3 1 176 16,1 0 48-16,5-3-168 0,5-3-264 15,4-2-17-15,12-7-371 16,7-5 104-16,8-4-401 0</inkml:trace>
  <inkml:trace contextRef="#ctx0" brushRef="#br0" timeOffset="105076.3">15084 6673 3677 0,'-52'29'548'0,"9"-7"-91"16,-13 4-237-16,2-1-168 0,2-1-52 15,9-5-44-15,12-5-444 0,6-4-437 16</inkml:trace>
  <inkml:trace contextRef="#ctx0" brushRef="#br0" timeOffset="105263.77">15720 6642 4738 0,'0'0'672'15,"38"0"-672"-15,-28 5-284 0,-10 2-140 16,-17 8 144-16,-18 8 87 0,-14 5-303 16,-13 3 304-16,0-1 192 0,8-1 20 15,2-1-20-15,15-5 16 0,10 0 20 16,13-4-36-16,8-7-16 0,6-4-1801 15</inkml:trace>
  <inkml:trace contextRef="#ctx0" brushRef="#br0" timeOffset="105386.93">16088 6845 3125 0,'-43'23'260'16,"-2"-1"-104"-16,-3 3-156 0,11-5-180 15,14-8-364-15</inkml:trace>
  <inkml:trace contextRef="#ctx0" brushRef="#br0" timeOffset="106580.76">15956 5184 2777 0,'0'0'2161'16,"0"0"-1265"-16,0 0-324 0,0 0 269 16,0 0-485-16,0 0-140 0,-10 45 68 15,6-13-195-15,-3 6-89 0,7 5 0 16,-4 3 0-16,4 4 0 0,-2 3 0 15,-2 2 0-15,-2 1 0 16,0-5 0-16,2-5 0 0,-1-7 0 16,5-7 0-16,0-6-281 0,5-7-175 15,-3-7-697-15,2-5-83 0,0-7-457 16</inkml:trace>
  <inkml:trace contextRef="#ctx0" brushRef="#br0" timeOffset="107092.57">15966 5577 1524 0,'0'0'2477'0,"0"0"-1804"15,0 0 207-15,0 0-296 16,0 0-167-16,0 0 95 0,48-36-300 15,-23 33 16-15,4-1 112 0,-2 4-176 16,-3 0 4-16,-3 0-155 0,0 4-13 16,-9 0 0-16,-4 1 0 15,-6 0 0-15,-2 0 0 0,-2 4 0 16,-6 3 0-16,-4 2 0 0,-9-1 0 16,5 0 0-16,-3-2 0 0,0 2 0 15,-1 1 0-15,-1-1 0 0,4 1 0 16,3-1 0-16,4 0 0 0,6-1 0 15,4-2 0-15,0 0 0 0,8-1 0 16,2 0 0-16,3-1 0 0,-3 0 0 16,0 0 0-16,1 1 0 15,-1 1 0-15,0-3-489 0,1-1-99 16,-5 0-745-16,0-4-7 0,-2 3-293 16</inkml:trace>
  <inkml:trace contextRef="#ctx0" brushRef="#br0" timeOffset="107635.97">16415 5777 4410 0,'0'0'832'0,"0"0"184"15,0 0-435-15,0 0-221 0,-48-4-8 16,36 4-296-16,-2 2 12 0,3-1 112 16,5 0-112-16,2 1 0 0,-2 0 44 15,6-1-112-15,-4 2 20 0,4 1-20 16,0 0-4-16,0 2 4 0,4 1 4 15,2 2 4-15,4 4-8 0,1 1 24 16,5 1-12-16,-1-1-12 16,-5-1 4-16,4-3 4 0,-3-1-8 15,-3-2 0-15,-4-2 0 0,-4-3 0 16,0 3 13-16,0 0-13 16,-10 2 0-16,-13-1 0 0,-12-1 0 15,-2-1 0-15,0-3 0 0,1-1 0 16,3 1 0-16,13-1-61 0,3 0-911 15,7-2-597-15</inkml:trace>
  <inkml:trace contextRef="#ctx0" brushRef="#br0" timeOffset="128074.84">19923 3946 2357 0,'0'0'2621'0,"0"0"-1801"0,-10-34-216 15,10 27 273-15,0 3-421 16,0 1-156-16,0 1-143 0,0-1-157 16,-2 1 0-16,2 2 0 0,0 0 0 15,0 1 0-15,6 10 0 0,4 9 0 16,7 9 0-16,3 8 0 16,5 6 0-16,0 5 0 0,4 6 0 15,2 3 0-15,0 1 0 0,-2 0 0 16,2-1 0-16,-6-3 0 0,-3-5 0 15,-1-4 0-15,0-3 0 0,-5-7 0 16,1-3 0-16,-5-3 0 0,-4-7 0 16,1-3 0-16,-3-6 0 15,-4-6 0-15,-2-3 0 0,0-4 0 0,0-5-725 16,-2 0-107-16,-6-11-645 0</inkml:trace>
  <inkml:trace contextRef="#ctx0" brushRef="#br0" timeOffset="130209.51">19892 2317 5854 0,'0'0'781'0,"0"0"-253"0,0 0 48 16,0 0-320-16,0 0-59 15,37 21-197-15,-10-6 0 0,-2 2 0 16,2 2 0-16,-7 1 0 0,5 3 0 15,-4 3 0-15,-5-1 0 16,-1 1 0-16,-5-2 0 0,-2-2 0 16,-3-4 0-16,-1-3 0 0,-2-4 0 15,2-4 0-15,-4-2-1269 0,0-4-24 16,0 3-476-16</inkml:trace>
  <inkml:trace contextRef="#ctx0" brushRef="#br0" timeOffset="130337.45">19900 2603 5402 0,'0'0'1161'16,"13"-43"-625"-16,9 13 92 0,1 2-163 15,0-2-465-15,0 3 0 16,-5 2 0-16,-1 1 0 0,-3-1 0 16,5-1 0-16,-5 7-949 0,1-2-1052 0</inkml:trace>
  <inkml:trace contextRef="#ctx0" brushRef="#br0" timeOffset="130906.7">20500 2030 5178 0,'0'0'888'0,"0"0"-319"0,0 0 375 15,0 0-600-15,0 0-75 0,0 0-269 16,0 0 0-16,-36 11 0 0,26 11 0 16,-4 9 0-16,1 7 0 0,1 7 0 15,-3 4 0-15,1 5 0 16,-3 7 0-16,-3 4 0 0,7 0 0 16,1-2 0-16,4-6 0 0,4-6 0 15,6-11 0-15,8-6 0 0,4-8 0 16,13-9 0-16,4-10 0 0,0-7 0 15,6-3 0-15,-1-10-341 0,-9 1-651 16,-7-5-2434-16</inkml:trace>
  <inkml:trace contextRef="#ctx0" brushRef="#br0" timeOffset="131217.47">20667 2184 5946 0,'0'0'989'0,"0"0"-369"0,0 0 17 15,0 0-637-15,0 0 0 16,0 0 0-16,-41 50 0 0,37-24 0 16,-1 4 0-16,5-1 0 0,0 2 0 15,0 1 0-15,3 2 0 0,-1 1 0 16,-2-4 0-16,2-1 0 0,-2-3 0 15,2-4 0-15,0-4 0 16,2-1 0-16,2-5 0 0,4-5 0 16,5 0 0-16,1-5 0 0,7-3 0 15,0 0 0-15,-2-1 0 0,-3-5 0 16,-1-1 0-16,-5-5-941 0,-6 4-168 16,-1-5-527-16</inkml:trace>
  <inkml:trace contextRef="#ctx0" brushRef="#br0" timeOffset="131418.84">20491 2465 5818 0,'0'0'801'0,"0"0"-541"0,0 0 188 15,42-3 236-15,-9-3-503 0,2-4-181 16,0 2 0-16,-4-3 0 0,2-1 0 15,4-2 0-15,1-4 0 0,3-1-13 16,-6-1-1563-16,-10 4-389 16,-7 0-1089-16</inkml:trace>
  <inkml:trace contextRef="#ctx0" brushRef="#br0" timeOffset="131631.56">20928 1998 5958 0,'0'0'809'0,"0"0"-325"0,51 25 457 16,-20-11-941-16,2 1 0 0,-2 7 0 15,-2 5 0-15,4 6 0 0,-6 9 0 16,2 4 0-16,-10 6 0 16,-9 6 0-16,-12 5 0 0,-17 2 0 15,-10-3 0-15,-6-4 0 0,-6-6 0 16,4-4 0-16,-5-7 0 0,5-3-17 15,6-13-1796-15,4-9-992 0</inkml:trace>
  <inkml:trace contextRef="#ctx0" brushRef="#br0" timeOffset="132656.93">20359 3923 2677 0,'0'0'1737'0,"0"0"-637"15,0 0-416-15,0 0-139 0,0 0 143 16,8-32-404-16,-8 30-20 0,0 2-51 16,-4 4-213-16,0 10 0 0,-6 15 0 15,-3 10 0-15,-1 12 0 0,-7 5 0 16,-4 4 0-16,-4 7 0 16,-2 1 0-16,0 1 0 0,-2 1 0 15,4-7 0-15,3-6 0 0,5-8 0 16,8-9 0-16,5-9 0 0,6-9 0 15,2-8-141-15,2-7-1111 16,4-7-253-16</inkml:trace>
  <inkml:trace contextRef="#ctx0" brushRef="#br0" timeOffset="133803.19">20925 3798 2100 0,'0'0'1969'0,"0"0"-1244"0,0 0-33 15,0 0 200-15,0 0-491 16,0 0-93-16,-41 31 136 0,20-7-152 16,7 8-12-16,-5 4-191 0,3 5-89 15,-3 7 0-15,3 6 0 0,1 6 0 16,1 1 0-16,5 3 0 16,5-1 0-16,2-3 0 0,2 1 0 15,2-2 0-15,5-1 0 0,1-1 0 16,0-5 0-16,2-2 0 0,1-6 0 15,1-5 0-15,1-8 0 0,-1-8 0 16,2-6-285-16,3-6-459 0,-5-8-897 16,-1-3-296-16</inkml:trace>
  <inkml:trace contextRef="#ctx0" brushRef="#br0" timeOffset="134349.23">21267 4118 1284 0,'0'0'1841'0,"0"0"-841"0,10-38-463 0,-10 25-101 16,-2-2 52-16,-4 1-276 0,-1-6-40 15,-3 2 44-15,-2-1-164 16,-1 0-4-16,1 3 28 0,-3 4-12 16,3 1 60-16,-2 3 133 0,1 3-85 15,-1 0-44-15,3 4 28 0,1 1-100 16,0 0 8-16,10 0-4 16,-4 3-60-16,-3 2 0 0,3 4 0 15,-2 8-36-15,6 4 36 0,0 4-4 16,0 4-20-16,6 2 24 0,2 5 0 15,-1 1 0-15,7 5 0 0,-1 1 4 16,1 1 0-16,-2-2-4 0,1-1 28 16,-3-3-28-16,-4-3 52 0,-4-1 20 15,3-1-68-15,-5-3 4 0,-5 0-4 16,1-3-4-16,-2-3-24 16,-2-4-352-16,0-3-80 0,1-7-197 15,1-4-1388-15,-2-5-960 0</inkml:trace>
  <inkml:trace contextRef="#ctx0" brushRef="#br0" timeOffset="134521.9">20977 4476 6030 0,'0'0'729'0,"0"0"-33"0,0 0-100 16,0 0-455-16,35-5-141 0,-6-3 0 15,4-2 0-15,-2-1 0 0,4 2 0 16,3-3 0-16,1 0 0 0,0-1 0 15,-6 0 0-15,4 1-241 0,-8 0-991 16,-10 2-369-16,-2-1-740 0</inkml:trace>
  <inkml:trace contextRef="#ctx0" brushRef="#br0" timeOffset="135354.24">21502 3759 4614 0,'0'0'820'0,"0"0"-160"0,0 0 141 15,0 0-597-15,0 0-64 0,37 23 380 16,-8 2-87-16,2 8-433 0,0 5 0 15,-4 8 0-15,-6 5 0 0,0 9 0 16,-7 4 0-16,-8 3 0 0,-6 2 0 16,-4-2 0-16,-4-3 0 0,-7-3 0 15,-3-6 0-15,-3-2 0 0,-2-4 0 16,-1-2 0-16,-5-7 0 16,-2-4 0-16,4-12-957 0,0-6-892 15</inkml:trace>
  <inkml:trace contextRef="#ctx0" brushRef="#br0" timeOffset="137841.97">19660 3666 5934 0,'0'0'749'16,"0"0"-289"-16,0 0 408 0,0 0-687 15,0 0-181-15,0 0 0 0,0 0 0 16,0 0 0-16,15 57 0 0,-3-7 0 16,5 14 0-16,-5 9 0 15,-6 8 0-15,-1 10 0 0,-5 7 0 16,-3 8 0-16,-7 0 0 0,-2 0 0 15,1-4 0-15,1-7 0 0,6-10 0 16,2-9 0-16,2-12 0 0,0-12 0 16,0-7 0-16,2-9 0 0,-2-15 0 15,0-9 0-15,0-12 0 16,0-5-2274-16,-2-16-2300 0</inkml:trace>
  <inkml:trace contextRef="#ctx0" brushRef="#br0" timeOffset="138473.44">22102 3539 2100 0,'0'0'2554'0,"0"0"-1070"0,0 0-851 0,0 0-221 16,0 0 112-16,2 59-128 0,-2-16-307 15,4 11-89-15,2 5 0 0,0 3 0 16,7 13 0-16,-1 8 0 0,3 13 0 15,-3 7 0-15,-2 2 0 16,3 1 0-16,-7 1 0 0,-2 0 0 16,-2-3 0-16,0-7 0 0,-2-8 0 15,0-12 0-15,-4-12 0 16,-4-9 0-16,-7-12 0 0,3-18 0 16,-1-12-117-16,-3-14-2556 0</inkml:trace>
  <inkml:trace contextRef="#ctx0" brushRef="#br0" timeOffset="157830.25">20237 5186 1976 0,'0'0'152'15,"54"-4"533"-15,-27-1-313 0,-2 3-236 16,-5-2-16-16,-3 3 24 0,-11 0-124 16,-2-1-16-16,-2 2 8 0,-4 0-8 15,-12 0 136-15,-13 3 20 16,-15 2-160-16,-5 2 68 0,-1 0 248 16,1 1-55-16,5 1-13 0,5-2 136 15,4 1-228-15,6-1-72 0,9-1-32 16,7-2-48-16,9-2-4 0,2 0 0 15,9 1-16-15,5-1 16 0,21-1 36 16,9-1-28-16,13 0-8 0,8 0-28 16,-3 0-140-16,6 0-92 0,-10 0-308 15,-11 0-265-15,-12 0-503 0</inkml:trace>
  <inkml:trace contextRef="#ctx0" brushRef="#br0" timeOffset="164973.59">24553 730 2677 0,'0'0'1833'0,"-4"-37"-737"16,4 25-444-16,0 5-127 0,0 5 179 15,0 0-384-15,0 0-48 0,2 2-159 16,0 0-113-16,4 2 0 16,3 8 0-16,1 9 0 0,11 11 0 15,4 12 0-15,3 9 0 0,6 6 0 16,-1 6 0-16,2 1 0 0,4 0 0 15,-2 1 0-15,0-4 0 0,-6-6 0 16,3-6 0-16,-6-5 0 0,-5-8 0 16,-4-6 0-16,-5-6 0 15,-5-5 0-15,-1-8 0 0,-6-4 0 16,-2-6 0-16,0-2-1505 0,-2-3-292 16,-6-10-1457-16</inkml:trace>
  <inkml:trace contextRef="#ctx0" brushRef="#br0" timeOffset="165577.01">24510 1524 5322 0,'0'0'1305'0,"0"0"-757"16,0 0 92-16,0 0-263 0,31-57-377 15,-8 21 0-15,6-7 0 16,4-4 0-16,4-6 0 0,4-7 0 15,9-4 0-15,4-8 0 0,5-3 0 16,6-1 0-16,3-1 0 0,-6 9 0 16,-11 14 0-16,-13 12 0 0,-18 16 0 15,-11 12 0-15,-9 7 0 0,-23 7-577 16,2 0-1264-16,-6 5-1753 0</inkml:trace>
  <inkml:trace contextRef="#ctx0" brushRef="#br0" timeOffset="166070.59">24239 1835 5442 0,'0'0'696'0,"0"0"-203"0,0 0 211 16,0 0-488-16,0 0 4 0,87 7 201 15,-2-14-421-15,22-4 0 0,9-3 0 16,-7 3 0-16,5 0 0 0,-6 3 0 16,-1 2 0-16,-8 3 0 0,-12 3 0 15,-15 0 0-15,-18 1 0 0,-19 1-1037 16,-16 1-928-16,-11-2-1253 0</inkml:trace>
  <inkml:trace contextRef="#ctx0" brushRef="#br0" timeOffset="166462.29">24677 2037 6546 0,'0'0'293'16,"0"0"343"-16,0 0-416 0,-14 37 32 15,10-9-7-15,4 9-245 0,4 6 0 16,6 0 0-16,5 6 0 0,-3 8 0 15,0 4 0-15,-3 4 0 0,-5 1 0 16,-4-3 0-16,0-4 0 0,-4-5 0 16,-3-11 0-16,-3-7 0 15,4-5 0-15,0-13 0 0,2-9 0 16,2-6 0-16,2-3-1621 0,-5-15-629 16</inkml:trace>
  <inkml:trace contextRef="#ctx0" brushRef="#br0" timeOffset="166850.72">24663 2084 6254 0,'0'0'809'0,"0"0"-277"0,39-22 65 0,-10 9-597 0,4 1 0 0,2 1 0 16,0-1 0-16,1 3 0 0,-3 2 0 16,-2 1 0-16,2 0 0 0,-2 2 0 15,-4 0 0-15,-7 3 0 0,-5 1 0 16,-5 0-333-16,-6 1-735 16,-2 0-1422-16,-2 2-1323 0</inkml:trace>
  <inkml:trace contextRef="#ctx0" brushRef="#br0" timeOffset="167069.99">24669 2343 6478 0,'0'0'649'0,"0"0"311"16,0 0-855-16,66 17-105 0,-24-17 0 15,5-4 0-15,7 1 0 0,6-1 0 16,0-1 0-16,2 0 0 0,-2-2 0 16,-2 1 0-16,-5-3 0 0,-16 2-317 15,-3-4-2312-15</inkml:trace>
  <inkml:trace contextRef="#ctx0" brushRef="#br0" timeOffset="174181.91">25271 433 1104 0,'0'0'1829'15,"0"0"-1749"-15,-27-45 60 16,10 31-8-16,-10 0-128 0,-6 0-4 16,-4 1 104-16,-4 2 264 0,-3-1-24 15,1 3 89-15,-3 0-277 0,1 3-76 16,-5 3-28-16,-1 1-52 0,-5 2 0 15,-4 5 0-15,-4 6-24 0,0 2 24 16,-5 7-8-16,-1 8 4 16,-4 5 4-16,-3 7 0 0,1 6-8 15,1 5 8-15,-1 8 0 0,8 2 4 16,6 1 0-16,14 2 36 0,15-2-28 16,6 3-8-16,9 2-4 0,7 3 0 15,7 0 0-15,6 1-4 16,8 1-4-16,9-2 8 0,8-2 8 15,8-6-8-15,4-5-8 0,13-8-8 16,6-4-44-16,4-7 60 0,6-6 0 16,5-7-20-16,3-10 20 0,7-5-4 15,1-10 16-15,7-6-4 0,-2-13 60 16,8-11 16-16,-1-10 124 0,-1-8 392 16,2-8-244-16,-2-6-32 15,0-11 177-15,-4-7-181 0,-4-8-40 16,-9-4-100-16,-7 2-180 0,-14 0 0 15,-13 4-296-15,-15 3-80 0,-15 15 8 16,-16 6-469-16,-18 8-43 16,-20 8-125-16,3 9-615 0</inkml:trace>
  <inkml:trace contextRef="#ctx0" brushRef="#br0" timeOffset="179279.34">23559 3424 3289 0,'0'0'772'16,"0"0"-295"-16,0 0 379 0,0 0-248 15,0 0-108-15,0 0 129 0,0 0-421 16,0 0-16-16,31-54 88 0,-4 26-144 16,6 5-4-16,-4 0-19 15,0 4-113-15,0-2 0 0,2-1 0 16,4-1 0-16,4-5 0 0,5-4 0 15,1-3-37-15,3-3-123 0,-1-2-320 16,-10 2-248-16,-6 8-185 0,-10 4-1644 0</inkml:trace>
  <inkml:trace contextRef="#ctx0" brushRef="#br0" timeOffset="179574.22">24016 2720 4622 0,'0'0'396'15,"0"0"216"-15,0 0-144 0,0 0-244 16,35 0-20-16,-8 0 105 0,8 1-177 16,0 2-52-16,0 0-44 15,-2 1-36-15,-4 4 0 0,-6 4-108 16,-2 2-280-16,-11 4-9 0,-4 2-27 15,-6 2 180-15,-4 3 200 0,-4 0 44 16,-3 3 80-16,-3 0 192 0,4-2 124 16,-5 5-312-16,-1-3-84 0,1-3-72 15,3-7-480-15,4-6-508 0</inkml:trace>
  <inkml:trace contextRef="#ctx0" brushRef="#br0" timeOffset="195814.76">14869 4085 1668 0,'0'0'28'0,"0"0"1401"15,0 0-257-15,0 0-843 0,0 0-89 16,0 0 84-16,0 0-128 0,0 0-8 15,0 0 92-15,0 0-116 16,16-11-48-16,-16 11 48 0,4 0-104 16,-4 2-8-16,0 2 56 0,0 0-11 15,0 1 7-15,0 1 8 0,-4-1-96 16,-2 0 4-16,2-1 4 16,2 1-16-16,-2-4 0 0,-2 0 28 15,-3-1-28-15,3 0 0 0,2 0-8 16,-2-2 8-16,2 2-8 0,4-2 0 15,0 0-12-15,0 0-8 0,0 0-40 16,4 0-232-16,6 0-1 0,5-1-223 16,-3 0-84-16,2 2-184 0,-7-1-1197 0</inkml:trace>
  <inkml:trace contextRef="#ctx0" brushRef="#br0" timeOffset="196156.94">14827 4155 1184 0,'0'0'728'0,"0"0"-7"16,0 0-309-16,0 0-44 0,0 0 364 15,0 0-215-15,0 0-85 0,0 0 68 16,0 0-360-16,0 0-84 0,11-34-44 16,-1 15-12-16,7-1-4 15,3-5-48-15,1 1-84 0,-4-4-8 16,7-5-216-16,-3-3 32 0,0-3 36 15,1-2-569-15,3 1 393 16,-8 13 120-16,3 1-969 0</inkml:trace>
  <inkml:trace contextRef="#ctx0" brushRef="#br0" timeOffset="196555.68">15193 3609 2769 0,'0'0'1837'0,"0"0"-1305"15,0 0-252-15,0 0-68 0,0 0-8 16,0 0 64-16,38-31-224 16,-32 31-28-16,-2 0 8 0,-2 3-20 15,-2 1-4-15,0 1 12 0,0 1 0 16,0 1-12-16,0-1 44 0,-6-1-40 16,2 0 8-16,2-1 128 15,-3-4 5-15,1 0 15 0,4 0 20 16,-2-6-148-16,2-4-12 0,2-3-20 15,2 2-8-15,3 2 0 0,-3 4 0 16,-4 3-144-16,4-1 16 0,-4 3 43 16,0 0 45-16,0 2-76 0,0 3-804 15,0-1-641-15,-4 1-1536 0</inkml:trace>
  <inkml:trace contextRef="#ctx0" brushRef="#br0" timeOffset="199595.78">12186 668 4838 0,'0'0'968'0,"0"0"281"0,0 0-525 16,0 0-311-16,0 0-413 0,0 0 0 15,0 0 0-15,-48-25 0 16,32 30 0-16,-5 7 0 0,0 8 0 15,5 6 0-15,5 5 0 0,1 3 0 16,0 4 0-16,8 1 0 0,-2 0 0 16,4-3 0-16,4-3 0 0,2-4 0 15,4-5 0-15,3-6 0 0,1-4 0 16,7-4 0-16,-1-6 0 0,7-4 0 16,0-6-365-16,-6-1-743 0,-1-4-2986 15</inkml:trace>
  <inkml:trace contextRef="#ctx0" brushRef="#br0" timeOffset="200459.15">12359 962 4650 0,'0'0'844'0,"0"0"-148"0,50-45 21 0,-38 30-461 15,-1-2-76-15,-1-1-92 16,-4 0-80-16,5-4 4 0,-7 1-12 15,2-1 16-15,-2 4-16 0,-4 2 4 16,0 4 12-16,-6 3-8 0,-5 4 64 16,-3 4-72-16,-3 1 40 0,3 7 12 15,-3 8-44-15,-3 3 0 0,3 7 20 16,3 2-16-16,-3 3 4 0,3 2 28 16,3 1-32-16,9 1-12 0,2-3 0 15,0-1-16-15,11-7 16 16,1-4-4-16,3-7-12 0,7-5 16 15,3-7-12-15,6-3 0 0,0-9 12 16,2-5-208-16,-2-4-288 0,0-2-61 16,-4 0-711-16,-6 0 279 15,-5 0 17-15,-9 5-769 0,-3 5 973 16,0 3 768-16,-4 7 1701 0,0 3-681 16,0 0-91-16,0 0-9 0,0 6-768 15,-4 4-104-15,0 7 40 16,1 7-64-16,3 0 8 0,-4-1 172 15,4-4 32-15,0-6 0 0,0 0 125 16,0-5-169-16,0-4-8 0,0-2 216 16,0-1-224-16,0-1-24 0,0 0 200 15,0-4-295-15,4-7-57 0,3-11 0 16,-1-11 0-16,8-7 0 0,-3 0 0 16,3 6 0-16,-1 5 0 0,-7 10 0 15,4 5 0-15,-6 7 0 16,2 2 0-16,-1 5 0 0,-1 0 0 15,-2 11-25-15,2 10 21 0,0 13 4 16,-2 8 29-16,-2 0-29 0,4-5 0 16,-4-5 0-16,6-6 0 15,1-5 0-15,3-6-33 0,4-9-715 16,-3-2-245-16,-1-5-1684 0</inkml:trace>
  <inkml:trace contextRef="#ctx0" brushRef="#br0" timeOffset="200905.77">12872 315 5438 0,'0'0'284'0,"0"0"324"0,0 0 137 16,0 0-349-16,0 0-192 0,0 0-40 15,-17 58-88-15,13-12 104 0,0 9-83 16,2-1-97-16,4 9 0 0,-2-1 0 16,4 2 0-16,0-4 0 0,-2-9 0 15,-2-2 0-15,5-7 0 16,-3-6 0-16,2-8-405 0,0-9-363 15,2-6-1481-15,-6-9-284 0</inkml:trace>
  <inkml:trace contextRef="#ctx0" brushRef="#br0" timeOffset="201092.37">12758 783 5634 0,'0'0'560'0,"0"0"317"15,0 0-301-15,0 0-268 0,0 0-71 16,0 0-237-16,0 0 0 0,58-18 0 16,-27 10 0-16,6 0 0 0,-1 1 0 15,-3 5-37-15,-9 2-779 0,-3 0-1333 16,-9 5-360-16</inkml:trace>
  <inkml:trace contextRef="#ctx0" brushRef="#br0" timeOffset="201928.95">12973 898 5218 0,'0'0'888'0,"0"0"113"15,0 0-569-15,0 0-116 0,0 0-156 16,0 0-160-16,0 0 0 0,15 51-4 16,-5-30-8-16,0-2 12 0,1-4-4 15,-9-6-36-15,2-1 8 0,0-2-132 16,-4-2 12-16,0-2 116 0,0-1 36 16,0 0 8-16,-4-1 32 0,0-2 20 15,-2-9-60-15,1-8 0 16,3-11 0-16,2-10-12 0,11-3 12 15,1 2 0-15,7 7-40 0,-1 9 8 16,-3 5-124-16,1 8-400 0,-5 4-305 16,-5 3-1980-16</inkml:trace>
  <inkml:trace contextRef="#ctx0" brushRef="#br0" timeOffset="202056.79">13230 845 6106 0,'-15'48'721'0,"9"-15"-301"0,0 2 288 16,2-9-580-16,4-5-88 0,0-8-40 16,6-4-32-16,2-8-88 0,-2-5-1080 15,5-4-541-15,-5-8-848 0</inkml:trace>
  <inkml:trace contextRef="#ctx0" brushRef="#br0" timeOffset="202176.1">13292 540 4165 0,'0'0'100'16,"0"0"-80"-16,0 0-20 0,0 0-416 16</inkml:trace>
  <inkml:trace contextRef="#ctx0" brushRef="#br0" timeOffset="202494.75">13298 1346 4041 0,'-4'46'981'16,"4"-9"-765"-16,4-4 116 0,2-18 148 16,-2-6-184-16,2-7-67 0,-2-3 171 15,3-13-4-15,-1-15 108 0,-2-12-187 16,-4-11-317-16,0-7 0 0,0-6 0 16,-4-7 0-16,4-3 0 0,4 1 0 15,10 10 0-15,3 13 0 16,6 11 0-16,-9 10 0 0,3 9 0 15,-3 6 0-15,3 7 0 0,-7 1 0 16,7 6 0-16,-7 1 0 0,0 1 0 16,1 2 0-16,-7 4 0 15,-2 4 0-15,-4 5 0 0,-9 4 0 16,-5 4 0-16,-3-4 0 0,-1 2 0 16,1-3 0-16,0-1 0 0,3-2 0 15,6-4 0-15,3-4-245 16,7-4-675-16,0-1-285 0,2-2-2152 0</inkml:trace>
  <inkml:trace contextRef="#ctx0" brushRef="#br0" timeOffset="202810.87">13602 941 5570 0,'0'0'993'0,"0"0"-53"15,0 0-476-15,0 0-332 16,0 0-84-16,0 0-3 0,0 0-45 15,22-34 0-15,-5 11 0 0,-7-2 0 16,-1 6 0-16,-9 1 0 0,0 9 0 16,-9 3 0-16,7 2 0 15,-6 3 0-15,2 1 0 0,0 3 0 16,-5 5 0-16,-3 7 0 0,-3 10 0 16,7 7 0-16,4 0 0 0,6 0 0 15,6-7 0-15,10-5 0 16,9-4 0-16,2-6 0 0,8-4 0 15,-2-5 0-15,4-3-29 0,-1-8-167 16,-3-3-32-16,-2-3 4 0,-4-6-504 16,-7 4-209-16,-3-5-463 0</inkml:trace>
  <inkml:trace contextRef="#ctx0" brushRef="#br0" timeOffset="202996.77">13924 387 6150 0,'0'0'745'15,"0"0"-85"-15,-27 48-168 0,21-25-347 16,-4 5-145-16,6 2 0 0,-3 5 0 16,3 10 0-16,2 3 0 15,2 2 0-15,0 1 0 0,2-5 0 16,-2-3 0-16,4-1 0 0,-4-3 0 16,7-6 0-16,-3-7 0 0,-2-6 0 15,2-10-973-15,-4-7-1264 16,0-4 184-16</inkml:trace>
  <inkml:trace contextRef="#ctx0" brushRef="#br0" timeOffset="203355.09">13825 898 5158 0,'0'0'812'0,"14"-36"-256"15,11 17-163-15,4-3 71 0,6 1 80 16,2 2-279-16,1 1-265 0,-3 5 0 16,-2 1 0-16,-2 5 0 15,-6 3-469-15,-9 4-315 0,-5 0-93 16,-9 2-755-16,2 1 891 0,-4-1 741 15,0 2 188-15,-4 3 377 0,-7-1 95 16,-5 2 488-16,-5 3-679 0,-2 6-153 16,3 1 212-16,-1 4-288 15,4 4-32-15,-1 1-27 0,5 0-181 16,9-3 0-16,-2-6 0 0,6-6 0 16,0-5 0-16,6-4 0 0,9-3 0 15,1-3 0-15,9-9 0 16,-2-7 0-16,2-3 0 0,-9-1 0 15,1 1 0-15,-3 4 0 0,-8 4 0 16,1 3 0-16,-3 7 0 0,-4 2 0 16,4 2 0-16,-4 0 0 0,0 6 0 15,2 7 0-15,2 5 0 0,0 8 0 16,2-1 0-16,1-3 0 0,1-6-161 16,-2-8-563-16,-4-3 28 0,2-3-793 15,3-1 308-15,-3-1-123 0</inkml:trace>
  <inkml:trace contextRef="#ctx0" brushRef="#br0" timeOffset="203569.8">14358 301 5690 0,'0'0'997'0,"0"0"-241"0,0 0-7 0,0 0-749 15,-4 34 0-15,-2 3 0 16,-2 10 0-16,1 10 0 0,3 12 0 15,-2 3 0-15,4 3 0 0,-2-5 0 16,4-13 0-16,6-6 0 0,0-5 0 16,5-7 0-16,3-3 0 0,-8-12-129 15,5-8-1588-15,-7-8-1084 0</inkml:trace>
  <inkml:trace contextRef="#ctx0" brushRef="#br0" timeOffset="204141.23">15169 425 5506 0,'0'0'732'0,"-38"-30"-231"0,18 16 87 0,-1 0-340 16,-6 0-76-16,2-2 0 0,3 2-156 16,-3 0 32-16,4 2 60 0,-2 5-56 15,7 3-3-15,-3 4-49 16,7 5 0-16,-3 9 0 0,5 5 0 15,0 7 0-15,3 6 0 0,1 5 0 16,-2 4 0-16,8 1 0 0,4 1 0 16,6 7 0-16,5-1 0 0,1 1 0 15,7 1 0-15,-4-6 0 0,1-1 0 16,-3 0 0-16,-5-3 0 0,-1-5 0 16,-3-3 0-16,-2-8 0 15,-2-1 0-15,-4-8 0 0,0-6-169 16,0-4-1003-16,-4-3-53 0,-2-5-416 0</inkml:trace>
  <inkml:trace contextRef="#ctx0" brushRef="#br0" timeOffset="204293.18">14854 866 5790 0,'0'0'456'0,"0"0"-135"16,48-9 259-16,-27 9 312 0,3 2-739 15,-3 1-153-15,0 0 0 16,1-2 0-16,5-1 0 0,4 0-45 15,7-2-579-15,3-2-160 0,0 2-205 16,-8 0-311-16,-8-1-617 0</inkml:trace>
  <inkml:trace contextRef="#ctx0" brushRef="#br0" timeOffset="204511.36">15301 827 1700 0,'0'0'2850'0,"0"0"-1822"0,-48-20-92 16,28 20-643-16,1 5-77 0,-6 8-20 15,5 5-196-15,-1 4 0 16,4 0 8-16,7 0 4 0,10-1-8 15,0-3-4-15,6-4-20 0,9-3 20 16,5-4 24-16,1-6-12 0,2-1 52 16,2-4 112-16,-5-4-132 15,-1-1 8-15,-5-2 32 0,1-2-48 16,-5-3 16-16,-4 0 40 0,-2 1-88 16,-2-2-8-16,-2 0 0 0,0-3-136 15,-2 0 16-15,-6-1-204 16,2-2-60-16,0 7-73 0,-3 3-1071 15,7 3-617-15</inkml:trace>
  <inkml:trace contextRef="#ctx0" brushRef="#br0" timeOffset="204731.08">15384 1003 5478 0,'0'0'540'16,"0"0"229"-16,0 0-309 0,0 0-216 15,0 0 112-15,0 0-240 0,-11-45-52 16,22 13 36-16,3 2-80 0,-2 4 12 16,3 7-19-16,-5 8-13 15,-4 4 0-15,1 2 0 0,-7 4 0 16,4 1 0-16,2-3-853 0,0 0-744 16,9-3-912-16</inkml:trace>
  <inkml:trace contextRef="#ctx0" brushRef="#br0" timeOffset="204996.21">15663 827 5550 0,'0'0'1189'0,"-44"0"-681"0,19 10 16 16,5 5-144-16,-1 3-339 0,4 2-41 16,7-3 0-16,6 0 0 15,4 0 0-15,4-3 0 0,11 1 0 16,1-2 0-16,5-2 0 0,2-1 0 16,-3-3 0-16,1-2 0 0,0-3 0 15,-1-2 0-15,-3 0 0 16,-7-3-389-16,0 0-515 0,-3-3-1918 0</inkml:trace>
  <inkml:trace contextRef="#ctx0" brushRef="#br0" timeOffset="205245.6">15803 962 6667 0,'0'0'1220'15,"0"0"-1024"-15,10-42-87 16,-3 19-109-16,-1-1 0 0,-6 0 0 15,4-1 0-15,-4-1 0 0,-6-2 0 16,-2 6-261-16,-5 2 57 0,-1 8-48 16,-1 9 36-16,-3 6 216 15,-1 13 48-15,-2 10 116 0,-6 11-16 16,5 6 16-16,7 4 245 0,11 4-409 16,8 0 0-16,17-1 0 0,10-5 0 15,12-6 0-15,9-9 0 16,-4-6 0-16,-7-8-669 0,2-8-2124 0</inkml:trace>
  <inkml:trace contextRef="#ctx0" brushRef="#br0" timeOffset="210693.52">12719 2059 1468 0,'0'0'1229'16,"0"0"295"-16,0 0-791 0,0 0-29 16,0 0 221-16,0 0-469 15,0 0-84-15,0 0 72 0,0 0-240 16,-14-15-71-16,14 22-133 0,-5 11 0 16,5 10 0-16,5 7 0 0,1 5 0 15,2 0 0-15,-2-4 0 16,0 0 0-16,-1-3 0 0,-3-5 0 15,2-3 0-15,0-6 0 0,-4-7 0 16,2-5 0-16,-2-3 0 0,0-4 0 16,0 0 0-16,0-7 0 0,0-8 0 15,-2-8 0-15,-2-7 0 0,-2-4 0 16,-1-2 0-16,-1 2 0 0,2-1 0 16,2 3 0-16,4 4 0 0,0 4 0 15,8 5 0-15,2 2 0 16,7 1 0-16,-1 3 0 0,5 2 0 15,0 3 0-15,-1 1 0 0,1 2 0 16,-4 4 0-16,3 1 0 0,-7 2 0 16,1 3 0-16,-8-2 0 15,-1 0 0-15,-5-3-2562 0</inkml:trace>
  <inkml:trace contextRef="#ctx0" brushRef="#br0" timeOffset="212388.04">13267 2088 2669 0,'0'0'552'0,"0"0"-156"0,0 0 292 16,0 0-279-16,0 0-53 0,0 0 348 15,0 0-236-15,4-33-35 0,-4 28 299 16,0 4-412-16,0 0-76 0,0 1-23 16,-4 7-221-16,-7 12 0 0,1 12 0 15,-2 8 0-15,-3 1 0 16,11-2 0-16,2-6 0 0,-2-4 0 15,4-3 0-15,6-2 0 0,-2-8 0 16,2-3 0-16,3-5 0 0,-3-3 0 16,4-4 0-16,3-6 0 15,5-6 0-15,-5-1 0 0,1-3 0 16,-1 0 0-16,-3 2 0 0,0 3 0 16,-6 3-29-16,3 3-163 0,-3 3 20 15,0 1-24-15,-2 4-356 16,-2 8 252-16,4 9 200 0,-2 6 36 15,2-1 40-15,7-1 24 0,-1-8-4 16,0 0-17-16,7-8 21 0,-3-2 17 16,7-5-5-16,-5-1 88 0,-1-2 208 15,-3-7-104-15,3-1 124 0,-5-5 204 16,-4-1-379-16,5-4-153 0,-5-2 0 16,4 0 0-16,-4-2 0 0,-1-3 0 15,1 1 0-15,-6 0 0 16,-6 1 0-16,-1-1 0 0,3 2 0 15,-2-1 0-15,2 1-169 0,4 4-1215 16</inkml:trace>
  <inkml:trace contextRef="#ctx0" brushRef="#br0" timeOffset="212830.36">13550 1680 4305 0,'0'0'665'0,"0"0"-137"16,0 0 480-16,52-27-559 15,-30 16-113-15,-1 3 124 0,4 3-316 16,-9 3-40-16,-3 2-56 0,-3 0-48 16,-6 1-4-16,-4 6 4 0,0 6-4 15,-4 6 4-15,-6 7 44 16,-3 0-32-16,9-2 85 0,-2-5-97 15,6 0 0-15,0-5 0 0,10-1 0 16,1-3 0-16,5-3 0 0,5-2 0 16,0-2 0-16,-1-1 0 0,-3-1-149 15,-3 0-1247-15,-1-1-902 0</inkml:trace>
  <inkml:trace contextRef="#ctx0" brushRef="#br0" timeOffset="214356.37">13918 2137 2653 0,'0'0'2445'0,"0"0"-1105"0,0 0-855 15,0 0-133-15,0 0-60 16,0 0-152-16,6 37 60 0,-2-13 85 15,2 5-285-15,-1-2 0 0,-5-2 0 16,0-1 0-16,2-2 0 0,-2 0 0 16,0-3 0-16,-2-5 0 0,2-6 0 15,0-3 0-15,0-4 0 0,0-1 0 16,0-1 0-16,6-9 0 0,0-9 0 16,8-6 0-16,-3-4 0 0,5-3 0 15,-1 2 0-15,1 2 0 16,1 1 0-16,-3 5 0 0,1 7 0 15,-3 4 0-15,-6 7 0 0,-1 4 0 16,1 2 0-16,-2 7 0 0,2 4 0 16,2 6 0-16,-6 0 0 15,3 0 0-15,-5-4 0 0,6 0 0 16,-2-5 0-16,-2-1 0 0,6-6 0 16,-2 1 0-16,9-4 0 0,1-2 0 15,7-7 0-15,-2-5 0 16,0-2 0-16,-7 1 0 0,3 0 0 15,-7 5 0-15,0 4 0 0,-4 5 0 16,-1 1 0-16,5 11 0 0,2 11 0 16,3 9 0-16,-1 7 0 0,-1 1 0 15,-3-3 0-15,4-4 0 0,-1-5 0 16,-3-3 0-16,5-5 0 0,-5-10 0 16,-4-4 0-16,5-6-1149 0</inkml:trace>
  <inkml:trace contextRef="#ctx0" brushRef="#br0" timeOffset="-212561.4">15270 3560 2613 0,'0'0'1396'0,"0"0"-659"0,0 0-85 16,0 0-284-16,0 0-172 0,0 0-124 15,0 0-72-15,0 0 0 0,25-35 0 16,-21 32-4-16,2 1 0 0,-2 0-12 16,-4 2-40-16,2 0 44 15,-2 0 12-15,0 3-12 0,0 2 12 16,0 0 16-16,0-1-12 0,0 0-4 15,0 0 44-15,4-2 0 0,-4 0 40 16,4 0 68-16,-2-1-140 16,-2-1-12-16,0 0 0 0,5 1-276 15,-5-1-296-15,0 0-1181 0,0-1-712 0</inkml:trace>
  <inkml:trace contextRef="#ctx0" brushRef="#br0" timeOffset="-211487.44">12936 3735 2785 0,'0'0'1436'15,"0"0"-1143"-15,-54-18-265 0,13 18 24 16,-7 0-8-16,1 6-40 16,-5 1 56-16,5 1 208 0,5 1-56 15,5-1 8-15,10-2 148 0,11-3-144 16,7 0-60-16,9-2 0 0,0-1-164 16,15 0 12-16,18-1-12 15,12-6 8-15,9-3 20 0,4-3-16 16,-2 1 0-16,-2 0-12 0,-7 5 24 15,-12 3 16-15,-12 4 44 0,-13 3 29 16,-10 7-109-16,-10 6-4 0,-17 6 76 16,-14 4-24-16,-7 2-20 0,-3 3-20 15,-3-2-4-15,2 2-4 0,9-2-4 16,1-4 8-16,16-3-8 0,9-7 0 16,9-5-8-16,12-3-4 15,19-7-48-15,16-2 48 0,11-8 12 16,16-9 44-16,2-1-40 0,2-1 4 15,3 1-8-15,-9 4 12 16,-13 3-4-16,-18 8 116 0,-14 3-96 16,-17 2-8-16,-4 8-20 0,-19 6 20 15,-16 9 76-15,-15 4 8 0,-5 2-96 16,-1-6-4-16,16-8 12 16,9-1-16-16,8-7-4 0,15-4-100 15,10-3-352-15,17-9-97 0,-3-1-1083 16,13-7 75-16</inkml:trace>
  <inkml:trace contextRef="#ctx0" brushRef="#br0" timeOffset="-209988.55">12279 3427 2425 0,'0'0'1945'16,"0"0"-1401"-16,0 0-16 0,0 0 316 16,0 0-367-16,0 0-97 15,0 0 228-15,0 0-192 0,0 0-391 16,0 0-25-16,6-38 0 0,4 12 0 15,-4-2 0-15,-1 0 0 0,-5-2 0 16,0-5 0-16,0-4 0 16,0-4 0-16,0-3 0 0,0-2 0 15,4-2 0-15,2 4 0 0,4 4 0 16,-4 8 0-16,5 11 0 0,-5 11 0 16,-2 6 0-16,0 5 0 15,-4 1 0-15,0 0 0 0,0 3 0 16,2 9 0-16,2 8 0 0,1 4 0 15,-3 4 0-15,6 2 0 0,-2-3 0 16,4 3 0-16,5-4 0 0,-3-4 0 16,5-4 0-16,4-5 0 0,-7-5-17 15,3-5-63-15,-3-3 80 0,-2-4 24 16,-3-4-20-16,1-5 65 0,-2-1-69 16,3-4 0-16,-1-3 0 0,4 1 0 15,1 0 0-15,-5 2 0 16,-1 5 0-16,-1 4 0 0,-6 6 0 15,2 3 0-15,0 0 0 0,2 1 0 16,1 10 0-16,-3 11 0 0,2 8 0 16,2 7 0-16,-6 5 0 15,-2-3 0-15,0 4 0 0,0-2 0 16,0-2 0-16,0-3 0 0,0-4 0 16,0-3 0-16,4-6 0 15,-4-5 0-15,2-6 0 0,3-9 0 16,-5-3-2098-16</inkml:trace>
  <inkml:trace contextRef="#ctx0" brushRef="#br0" timeOffset="-209066.95">15233 3539 2088 0,'0'0'1161'0,"0"0"-333"15,0 0-307-15,0 0-181 0,0 0-12 16,0 0-128-16,35-8 56 0,-29 5 268 16,-2 1-183-16,-2 0-53 15,-2 1 120-15,0 0-236 0,0 1-88 16,0 0-52-16,0 0-32 0,0 2 0 15,0-1 0-15,0-1-4 0,0 0-60 16,4-1-452-16,0-2-273 16,7-8-515-16</inkml:trace>
  <inkml:trace contextRef="#ctx0" brushRef="#br0" timeOffset="-208722.07">15326 3567 4037 0,'0'0'605'0,"0"0"-221"16,0 0 444-16,16-37-468 16,11 13-96-16,10-6 77 0,13-2-181 15,4-1-16-15,10-1 116 0,8-5-152 16,7 0 24-16,1-1 96 0,13 1-144 16,-2 2 8-16,2 2-28 15,-2 1-60-15,-2 3-4 0,-10 3 0 16,-15 6 0-16,-13 3 0 0,-20 7-160 15,-10 5-60-15,-15 6-48 0,-6 0-436 16,0 0-313-16,-2-1-368 0</inkml:trace>
  <inkml:trace contextRef="#ctx0" brushRef="#br0" timeOffset="-208015.95">16624 2803 3533 0,'0'0'1013'0,"0"0"47"0,0 0-596 15,0 0-76-15,0 0 189 0,0 0-421 16,25 35-48-16,-23-16 44 0,4 2-72 16,-6-3 16-16,0-3 92 15,0-2-112-15,0-2-16 0,0-5-4 16,2-2-56-16,-2-3 4 0,2 1-4 15,2-2 20-15,2-6-20 0,9-10 48 16,-3-4-44-16,9-4 0 0,-5-1-4 16,-1 5-8-16,1 0 0 0,-1 9-68 15,-9 3-12-15,2 6 52 0,-6 2 20 16,3 2-28-16,-1 8 20 0,-2 4 24 16,2 2-20-16,-2 0 20 0,-2-5 0 15,4-5-8-15,0-2 8 16,-2 1 4-16,2-3 16 0,7-1-20 15,1-1 124-15,3-5-16 0,-5-3 8 16,4 0-55-16,-1 1-61 0,-3 0 0 16,5 4 0-16,-5 3 0 15,2 3 0-15,-1 9 0 0,-1 2 0 16,0 5 0-16,1 1 0 0,-1 4 0 16,0-2 0-16,1 2 0 15,1-1 0-15,-2-8 0 0,-1-2-2434 0</inkml:trace>
  <inkml:trace contextRef="#ctx0" brushRef="#br0" timeOffset="-204719.68">25446 4134 3105 0,'0'0'2005'16,"0"-34"-1285"-16,-4 16-128 0,-6-1 101 15,-3 0-445-15,-3 0-76 0,-3 0-24 16,-3 1-148-16,-3 3 28 0,-2 1-24 16,0 4 4-16,0 2-8 15,-2 5 0-15,0 3-12 0,0 6 12 16,4 8-4-16,3 2-24 0,7 5 28 15,3 4 0-15,4 5 0 16,3 3 0-16,5 2 56 0,5 2-52 16,3 4 44-16,8 0 68 0,1 3-44 15,4 3 8-15,-1 3-16 16,3 4-56-16,-2 3 12 0,-3 3 25 16,-1-2-45-16,-7 1 0 0,0-5 0 15,-1-6 0-15,-5-4 0 0,-2-6 0 16,0-6 0-16,-2-5 0 0,-2-5 0 15,-6-5-145-15,-3-6-107 0,-3-5-572 16,1-3-13-16,-1-5-423 0</inkml:trace>
  <inkml:trace contextRef="#ctx0" brushRef="#br0" timeOffset="-204541.76">24898 4787 7259 0,'0'0'660'0,"0"0"-387"16,0 0-273-16,0 0 0 15,58-1 0-15,-20-5 0 0,1-1 0 16,-2-4 0-16,0 1 0 0,3-4 0 16,5-1 0-16,5-1 0 0,3-2 0 15,5-1 0-15,-12 4-1517 0,1-4-805 16</inkml:trace>
  <inkml:trace contextRef="#ctx0" brushRef="#br0" timeOffset="-203525.92">25891 4038 1884 0,'0'0'1429'0,"0"0"-765"0,0 0 29 15,0 0-345-15,0 0 72 0,0 0 380 16,0 0-275-16,0 0-57 0,0 0 268 16,0 0-511-16,6-32-225 0,-8 32 0 15,-4 0 0-15,-5 10 0 0,-9 16 0 16,-7 9 0-16,-2 13 0 0,-2 5 0 16,0 4 0-16,2 3 0 15,4 6 0-15,2 3 0 0,7 5 0 16,3 2 0-16,5-1 0 15,4-2 0-15,6-4 0 0,4-8 0 16,7-5 0-16,3-8 0 0,3-7 0 16,6-7 0-16,-1-5 0 0,5-9 0 15,2-7 0-15,2-6 0 16,-4-7 0-16,0-13-109 0,-4-9-1103 16,-8 1-233-16,-3-6-712 0</inkml:trace>
  <inkml:trace contextRef="#ctx0" brushRef="#br0" timeOffset="-203227.34">26079 4328 6198 0,'0'0'933'0,"0"0"-317"0,0 0-171 16,-42 0-445-16,26 17 0 15,-1 7 0-15,1 7 0 0,6 6 0 16,1 6 0-16,5 7 0 0,2 6 0 16,2 2 0-16,2 0 0 0,2-2 0 15,2-7 0-15,-1-6 0 0,1-7 0 16,2-10 0-16,2-7 0 16,5-6 0-16,1-7 0 0,5-6 0 15,2-3 0-15,0-8 0 0,1-6 0 16,-1-4 0-16,-4-4-381 0,-5-3-1144 15,-8 7-275-15,-2 2-750 0</inkml:trace>
  <inkml:trace contextRef="#ctx0" brushRef="#br0" timeOffset="-203041.86">25812 4709 6026 0,'0'0'324'0,"39"6"233"0,-3-6 79 16,1-7-280-16,6-6-63 0,1-5-293 16,3-1 0-16,3-7 0 0,1 0 0 15,5-5-121-15,-4-4-1179 0,-13 8-153 16,-6-2-756-16</inkml:trace>
  <inkml:trace contextRef="#ctx0" brushRef="#br0" timeOffset="-202799.63">26362 3989 5614 0,'0'0'1281'16,"0"0"-685"-16,0 0-188 0,0 0-115 16,0 0-293-16,52 49 0 15,-23-9 0-15,4 9 0 0,-2 8 0 16,0 2 0-16,-4 6 0 0,-5 5 0 15,-7 4 0-15,-11 2 0 16,-6 2 0-16,-15-2 0 0,-8-4 0 16,-6-6 0-16,-4-9 0 0,-2-7 0 15,0-11 0-15,2-8 0 16,2-12 0-16,8-7 0 0,8-12-2474 0</inkml:trace>
  <inkml:trace contextRef="#ctx0" brushRef="#br0" timeOffset="-202234.89">27003 4495 4878 0,'0'0'720'0,"0"0"-472"0,43 2 597 0,-6-6-293 16,9-1-52-16,1-2-51 16,3-1-449-16,-2 1 0 0,-5 0 0 15,-6-2 0-15,-4 1 0 0,-8 1 0 16,-4 2 0-16,-7 2 0 0,-3-1-1413 15,-7 2-764-15,-2 0-1881 0</inkml:trace>
  <inkml:trace contextRef="#ctx0" brushRef="#br0" timeOffset="-202034.8">27073 4646 6659 0,'0'0'1340'0,"0"0"-1147"15,0 0-193-15,0 0 0 0,46 9 0 16,-11-7 0-16,8 0 0 0,3-1 0 16,-1 0 0-16,1-1 0 0,-1 0 0 15,-2-3 0-15,-10-2-353 16,-1-3-2492-16</inkml:trace>
  <inkml:trace contextRef="#ctx0" brushRef="#br0" timeOffset="-201232.5">28111 4518 1808 0,'0'0'3174'0,"-21"36"-2010"16,17-15-751-16,2 4-189 0,2 0 56 15,2 2-84-15,4-2-36 0,2 1 28 16,1-6-132-16,-1-1 24 16,-2-5 40-16,-2-5-96 0,0-6 20 15,-1 0 48-15,-3-1-44 0,0-2 16 16,0-2-7-16,0-12-57 15,-5-9 0-15,1-8 0 0,0-6 0 16,2-3 0-16,2-3 0 0,0-1 0 16,2 0 0-16,4 4 0 0,1 7 0 15,5 7 0-15,2 8 0 0,3 5 0 16,2 5 0-16,-1 3 0 16,3 4 0-16,-1-1 0 0,7 2 0 15,0 0 0-15,2 1 0 0,0 1 0 16,0 2 0-16,-2-1 0 0,-4 2-585 15,-3-1-415-15,-7-1-145 0,-5 0-2697 0</inkml:trace>
  <inkml:trace contextRef="#ctx0" brushRef="#br0" timeOffset="-200345.82">28741 4457 2421 0,'0'0'2597'15,"-8"-34"-1781"-15,6 22-196 0,0 4 161 16,0 4-397-16,2 2-64 16,-2 1-67-16,0 1-253 0,-2 3 0 15,-3 10 0-15,-3 11 0 0,-2 7 0 16,-1 7 0-16,1-2 0 15,1-2 0-15,3 0 0 0,0-3 0 16,4-2 0-16,4-6 0 0,0-4 0 16,6-6 0-16,4-3 0 0,1-6 0 15,3-4 0-15,3-3 0 16,-3-5 0-16,1-3 0 0,-1-3 0 16,-4-2 0-16,1 2 0 0,-3 4 0 15,-4 3 0-15,-2 3 0 0,-2 4 0 16,2 0 0-16,-2 4 0 0,0 7 0 15,4 7 0-15,3 1 0 0,3 0 0 16,2-5 0-16,5-2 0 0,4-6 0 16,1-3 0-16,1-3 0 0,-4-4 0 15,-1-6 0-15,-3-3 0 0,-3-3 0 16,-4-2 0-16,-4-3 0 16,-1-3 0-16,-3-2 0 0,-3-4 0 15,1 2 0-15,2-2 0 0,0 4 0 16,0 6 0-16,0 2 0 15,5 4 0-15,-1-3-157 0,-2 4-1452 16,2 0-864-16</inkml:trace>
  <inkml:trace contextRef="#ctx0" brushRef="#br0" timeOffset="-199940.58">28989 3943 4854 0,'0'0'1368'0,"0"0"-747"0,0 0-253 15,0 0 140-15,0 0-108 16,46-3-327-16,-19-5-73 0,2-1 0 16,-7 0 0-16,-3 5 0 0,-5 1 0 15,-1 3 0-15,-7 0 0 0,-2 2 0 16,-2 3 0-16,-2 5 0 16,0 8 0-16,-8 3 0 0,2 3 0 15,-3-4 0-15,5 1 0 0,0-3 0 16,2 0 0-16,2 0 0 0,2-5 0 15,2-2 0-15,5-2 0 0,1 0 0 16,4-2 0-16,3-1 0 0,-1-2 0 16,1 1 0-16,0-1 0 0,-3 0-1501 15,-6 1-692-15,1-3-1409 0</inkml:trace>
  <inkml:trace contextRef="#ctx0" brushRef="#br0" timeOffset="-198267.78">29368 4434 4870 0,'0'0'908'16,"-7"36"-328"-16,3-13 293 0,0 3-525 16,-2 3-132-16,0 1 181 0,0 2-397 15,-1-2 0-15,3-2 0 0,2-3 0 16,0-6 0-16,2-5 0 16,0-6 0-16,0-3 0 0,0-5 0 15,0 0 0-15,4-5 0 0,2-12 0 16,7-11 0-16,1-6 0 0,3-5 0 15,-3 3 0-15,-1 6 0 0,-1 7 0 16,-4 6 0-16,-1 6 0 0,-3 8 0 16,-2 2 0-16,-2 1 0 0,2 10 0 15,-2 7 0-15,0 4 0 0,0 4 0 16,0-5 0-16,0-2 0 16,2-9 0-16,0 0 0 0,4-3 0 15,4-4 0-15,3-2 0 0,3-3 0 16,3-7 0-16,2-4 0 15,1-3 0-15,1-1 0 0,-2 4 0 16,-3 1 0-16,-3 5 0 0,-5 4 0 16,-4 4 0-16,5 7 0 0,-3 14 0 15,2 8 0-15,3 9 0 16,-1 0 0-16,-1-2 0 0,3-6 0 16,3-3 0-16,3-6 0 0,1-7 0 15,-5-7 0-15,-3-6-1421 0</inkml:trace>
  <inkml:trace contextRef="#ctx0" brushRef="#br0" timeOffset="-197199.49">30362 4459 1440 0,'0'0'1589'0,"0"0"-989"0,0 0 245 16,0 0-309-16,0 0 20 0,23-34 481 15,-23 27-341-15,0 1-64 0,-7-2-371 16,-3 1-261-16,-11 1 0 0,1 0 0 16,-1 4 0-16,0 2 0 0,5 0 0 15,1 2 0-15,1 4 0 0,2 2 0 16,1 0 0-16,3 1 0 16,2 2 0-16,-1-1 0 0,3 1 0 15,2 0 0-15,2 1 0 0,4-1 0 16,5 0 0-16,3 3 0 0,5-3 0 15,3 1 0-15,3 0 0 16,2 0 0-16,-2 1 0 0,-1 1 0 16,-1 0 0-16,-7 4 0 0,-3 1 0 15,-3 0 0-15,-2 0 0 0,-4-4 0 16,-2 2 0-16,-2-3 0 0,-6-1 0 16,-4-1 0-16,-5 1 0 0,-4-2 0 15,-3-3 0-15,-1 0 0 16,-4-3 0-16,2 0 0 0,2-4 0 15,7-1 0-15,3 0-93 0,9-6-799 16,6-1 300-16,6-6 55 0,13-6-95 16,10-6 192-16,0 5-12 0,0-1-1061 0</inkml:trace>
  <inkml:trace contextRef="#ctx0" brushRef="#br0" timeOffset="-197049.47">30569 4530 6398 0,'0'0'981'0,"-36"48"-477"0,18-24-195 0,7-5-309 16,3-2 0-16,6-5 0 0,2-4 0 15,0-3 0-15,6-4 0 0,7-1-861 16,-3-3-280-16,3-8-3021 0</inkml:trace>
  <inkml:trace contextRef="#ctx0" brushRef="#br0" timeOffset="-196686.93">30697 4581 4990 0,'0'0'876'0,"-4"51"321"0,4-32-553 16,4-12-280-16,-2-5-243 0,0-2-121 0,4-8 0 16,6-12 0-16,5-5 0 15,4-7 0-15,-1 0 0 0,1 3 0 16,2 2 0-16,-3 6 0 0,-3 5 0 16,-5 8 0-16,-7 7 0 0,-1 1 0 15,-2 9 0-15,0 10 0 16,-2 4 0-16,0 6 0 0,-2-2 0 15,2-6 0-15,0-1 0 0,6-3 0 16,6-4 0-16,3-5 0 0,3-6-185 16,-1-2-1720-16,2-6-1076 0</inkml:trace>
  <inkml:trace contextRef="#ctx0" brushRef="#br0" timeOffset="-196189.6">31536 4083 2513 0,'0'0'1368'0,"0"0"421"0,0 0-973 15,0 0-315-15,-35-10-97 0,8 26-244 16,-2 11 20-16,2 9 144 0,2 4-187 16,3 9-137-16,-1 3 0 0,2 7 0 15,1 4 0-15,-1 4 0 16,4 8 0-16,3 0 0 0,4 3 0 15,1-6 0-15,7-6 0 0,2-13 0 16,8-8 0-16,7-12 0 0,8-9 0 16,4-10 0-16,6-8 0 0,2-11-273 15,-10-3-891-15,-1-8-581 0</inkml:trace>
  <inkml:trace contextRef="#ctx0" brushRef="#br0" timeOffset="-195707.85">31567 4480 6242 0,'0'0'1101'0,"0"0"-693"16,-48 11-112-16,30 3-151 0,-1 6-145 15,3 4 0-15,1 2 0 16,5 1 0-16,6-1 0 0,4 1 0 15,8-2 0-15,4-2 0 0,5-5 0 16,2-5 0-16,-1-5 0 0,1-4 0 16,-1-4 0-16,-1-5 0 0,-3-6 0 15,-3-1 0-15,1-1 0 0,-4-1 0 16,-1 1 0-16,-3 4 0 16,-2 3 0-16,0 2 0 0,-2 4 0 15,0 0 0-15,0 3 0 0,2 6 0 16,0 8 0-16,2 0 0 0,2-1 0 15,3-3 0-15,1-5 0 16,2-1 0-16,3-3 0 0,-1-4 0 16,5-3 0-16,0-6 0 0,1-4 0 15,-1-1 0-15,-1-4 0 0,-1 0 0 16,-5 0 0-16,-5-2 0 0,-1 0 0 16,-4 2 0-16,-2 2 0 0,0 2 0 15,0 3 0-15,-4 1 0 16,2 3 0-16,2 3 0 0,0 0 0 15,0-2 0-15,4-5-373 0,0 3-1800 16,2-5-524-16</inkml:trace>
  <inkml:trace contextRef="#ctx0" brushRef="#br0" timeOffset="-195381.35">32096 4134 6014 0,'0'0'1049'0,"0"0"31"0,0 0-1031 16,0 0-49-16,0 0 0 0,0 0 0 16,-8 59 0-16,-4-20 0 0,-7 7 0 15,-2 0 0-15,-2 0 0 16,-1 5 0-16,-1 2 0 0,4 3 0 15,7-4 0-15,10-2 0 0,8-5 0 16,14-6 0-16,13-7 0 0,9-7 0 16,7-6 0-16,5-8 0 0,0-7 0 15,-3-4 0-15,-5-2 0 0,-9-4 0 16,-6-6 0-16,-9-2 0 16,-9-5 0-16,-5-4 0 0,-6 1-409 15,0 4-1512-15,-8 2-216 0</inkml:trace>
  <inkml:trace contextRef="#ctx0" brushRef="#br0" timeOffset="-195207.99">31873 4559 7179 0,'0'0'532'16,"66"8"-51"-16,-18-8-481 0,-1-4 0 15,3-4 0-15,-3-4 0 16,-1 0 0-16,-3-1 0 0,-1 0 0 15,-3-4 0-15,-2 1 0 0,-4-4-741 16,-8 4-1388-16,-4 1-2105 0</inkml:trace>
  <inkml:trace contextRef="#ctx0" brushRef="#br0" timeOffset="-194875.62">32584 4003 5514 0,'0'0'692'0,"0"0"85"0,0 0 47 15,0 0-524-15,0 0-215 0,35 42-85 16,-14 2 0-16,0 13 0 0,-5 7 0 16,-4 1 0-16,-3 4 0 0,-5 0 0 15,-2-2 0-15,-6 2 0 0,-9-5 0 16,-7-2 0-16,-3-8 0 16,-6-5 0-16,4-7 0 0,0-7 0 0,1-10 0 15,-1-9 0-15,0-6 0 16,6-7-469-16,-1-3-2304 0</inkml:trace>
  <inkml:trace contextRef="#ctx0" brushRef="#br0" timeOffset="-190251.34">25155 5763 5406 0,'0'0'744'15,"0"0"529"-15,0 0-669 0,0 0-439 16,0 0-165-16,0 0 0 15,0 0 0-15,-13 62 0 0,13-10 0 0,5 7 0 16,7 3 0-16,2 0 0 16,1 5 0-16,-5 3 0 0,-8 4 0 15,-2 0 0-15,-6-2 0 0,-2-8 0 16,0-7 0-16,1-12 0 16,3-9 0-16,4-11 0 0,0-10 0 15,4-13 0-15,5-4-333 0,1-8-2076 16,-2-10-240-16</inkml:trace>
  <inkml:trace contextRef="#ctx0" brushRef="#br0" timeOffset="-190026.85">25165 5730 4750 0,'0'0'784'0,"0"0"-60"15,56-21 225-15,-29 14-521 0,8-2-80 16,6-2-139-16,3 0-209 16,3 1 0-16,-1 2 0 0,-7 3 0 15,-6 3 0-15,-8 2 0 0,-4 5-409 16,-9 4-271-16,-6-3-1117 0,-2 2-440 16</inkml:trace>
  <inkml:trace contextRef="#ctx0" brushRef="#br0" timeOffset="-189841.46">25175 6140 7403 0,'0'0'584'0,"0"0"-379"15,34 18-205-15,-8-15 0 0,7-3 0 16,1-2 0-16,3-5 0 0,4-3 0 15,3-4 0-15,-11 2 0 16,0-2-1449-16</inkml:trace>
  <inkml:trace contextRef="#ctx0" brushRef="#br0" timeOffset="-188223.01">26006 5586 2068 0,'0'0'1973'0,"0"0"-1476"15,0 0 611-15,0 0-568 16,0 0-188-16,0 0-15 0,-35 31-205 0,15 9 52 15,-5 14 316-15,0 7-324 16,4 3-24-16,1 7 21 0,-1 3-173 16,0 4 0-16,7 3 0 0,1 1 0 15,7 0 0-15,6-1 0 0,2-4 0 16,5-5 0-16,3-11 0 16,-2-7 0-16,2-10 0 0,3-8 0 15,-1-6 0-15,1-7-77 0,3-6-399 16,-1-9-200-16,1-8-37 0,-5 0-1324 15,1-13-1224-15</inkml:trace>
  <inkml:trace contextRef="#ctx0" brushRef="#br0" timeOffset="-187704.34">26124 6139 3389 0,'0'0'3622'16,"0"0"-3034"-16,0 0-180 0,0 0-223 15,0 0-185-15,-41 49 0 0,31-15 0 16,3 4 0-16,1-2 0 0,2-2 0 15,2-2 0-15,2-2 0 0,0-4 0 16,2-3 0-16,4-5 0 0,-2-8 0 16,7-2 0-16,-1-7 0 15,5-4 0-15,-1-7 0 0,3-7 0 0,-3-4 0 16,0-2 0-16,3 1 0 16,-7 2 0-16,1 1 0 0,-5 7 0 15,-2 5 0-15,-2 3 0 0,-2 4 0 16,0 1 0-16,0 8 0 0,0 6 0 15,0 3 0-15,2-1 0 16,4-2 0-16,3-5 0 0,5-1 0 16,3-6 0-16,1-2 0 0,3-1 0 15,0-7 0-15,-5-2 0 0,1-2 0 16,-5-3 0-16,-2-1 0 16,1-1 0-16,-5-1 0 0,-2 1 0 15,-4-2 0-15,0 0 0 0,-2 1 0 16,-6-2 0-16,-1 0 0 0,1 0 0 15,4 3-377-15,2 1-455 0,2 2-713 16,2 3 140-16,2 1-443 0</inkml:trace>
  <inkml:trace contextRef="#ctx0" brushRef="#br0" timeOffset="-187350.05">26583 5656 3449 0,'0'0'2153'0,"0"0"-872"16,0 0-629-16,0 0-200 0,0 0-247 15,0 0-205-15,0 0 0 0,6 37 0 16,9 2 0-16,-1 8 0 0,3 9 0 16,-1 4 0-16,-1 6 0 0,-3 4 0 15,-1 1 0-15,-7 1 0 16,-4-2 0-16,-11 1 0 0,-7-2 0 16,-7-4 0-16,-6-2 0 0,0-8 0 15,0-10 0-15,2-9 0 0,6-12 0 16,7-11-13-16,5-8-1383 15,7-10-1026-15</inkml:trace>
  <inkml:trace contextRef="#ctx0" brushRef="#br0" timeOffset="-186764.9">27071 6113 8 0,'0'0'1952'0,"0"0"574"0,0 0-1614 0,0 0-272 15,0 0 241-15,0 0-425 16,0 0-56-16,0 0 17 0,0 0-417 16,0 0 0-16,8-9 0 0,9 8 0 15,8 1 0-15,4 0 0 0,4 0 0 16,-2 1 0-16,0 2 0 16,-2-3 0-16,2 0 0 0,-2-5 0 15,-5-1-653-15,-5-1-536 0,-3 0-2516 0</inkml:trace>
  <inkml:trace contextRef="#ctx0" brushRef="#br0" timeOffset="-186554.96">27067 6289 6458 0,'0'0'1001'0,"0"0"-449"16,0 0-371-16,0 0-181 0,49 19 0 15,-13-17 0-15,1 1 0 16,6-3 0-16,1-5 0 0,1-1 0 16,-10-2 0-16,0-1-3114 0</inkml:trace>
  <inkml:trace contextRef="#ctx0" brushRef="#br0" timeOffset="-184186.68">28179 6276 2701 0,'0'0'1753'0,"0"0"-1041"0,0 0-92 15,0 0-384-15,0 0-92 0,0 0-12 16,0 0-56-16,-8 38 36 16,8-12 117-16,6 3-57 0,0 1 36 15,0 0 264-15,-2 0-224 0,1-3-20 16,-3 0-79-16,0-5-149 0,-2-3 0 15,0-5 0-15,0-5 0 16,-2-5 0-16,2-3 0 0,0 0 0 16,0-1 0-16,-2-6 0 0,0-7 0 15,2-6 0-15,-5-7 0 0,1-2 0 16,2-2 0-16,-2-2 0 16,2-5 0-16,0-2 0 0,2-2 0 15,2 2 0-15,6 2 0 0,7 7 0 16,3 3 0-16,7 5 0 0,2 7 0 15,-6 5 0-15,-1 5 0 0,-1 2 0 16,-3 3 0-16,1 0 0 0,-3 4 0 16,-1 2 0-16,3-1 0 0,1-2-229 15,-5-3-727-15,5 0-413 0</inkml:trace>
  <inkml:trace contextRef="#ctx0" brushRef="#br0" timeOffset="-183472.79">28659 6177 2577 0,'0'0'3017'0,"0"0"-2373"0,0 0-19 0,0 0 27 16,0 0-556-16,0 0-52 0,-21 43 156 15,8-11 0-15,-1 6-63 0,4-1-137 16,-1-4 0-16,5 1 0 0,0-5 0 15,4-3 0-15,2-1 0 0,0-11 0 16,2-3 0-16,4-4 0 0,7-5 0 16,1-2 0-16,5-2 0 0,-3-10 0 15,1-1 0-15,-3-2 0 16,-1-3 0-16,-3 1 0 0,0 3 0 16,-1 2 0-16,-7 6 0 0,0 4-33 15,0 2-283-15,-2 9 144 0,0 6 56 16,0 3 108-16,2 2 12 0,2-4-4 15,6-3 52-15,7-3 20 16,3-2 64-16,1-6 212 0,4-2-315 16,-2-2-33-16,1-7 0 0,-3-3 0 15,-2-3 0-15,-5-2 0 0,-3-1 0 16,-3 0 0-16,-4-4 0 16,-2-1 0-16,-2-4 0 0,0-3 0 15,-4-1 0-15,0 2 0 0,0 3 0 16,2 4 0-16,2 3 0 0,0 3-1121 15,0 3-1004-15,2-3-2285 0</inkml:trace>
  <inkml:trace contextRef="#ctx0" brushRef="#br0" timeOffset="-183142.94">28975 5793 1752 0,'0'0'3994'0,"0"0"-3129"15,0 0-257-15,0 0-52 0,0 0-392 16,35-15 89-16,-2 7-253 0,2 4 0 16,-2 2 0-16,-8 5 0 15,-6 5 0-15,-5 3 0 0,-6 5 0 16,-6 3 0-16,-4 7 0 0,-6-1 0 15,-2 5 0-15,-3-4 0 0,1 0 0 16,0-1 0-16,3-4 0 0,3-2 0 16,6-4 0-16,2-2 0 0,4-3 0 15,7-1 0-15,5-3 0 16,7 0 0-16,6-2 0 0,0-2 0 16,4-2 0-16,-2 0 0 0,3-3 0 15,-12 0-2734-15,1-1-2228 0</inkml:trace>
  <inkml:trace contextRef="#ctx0" brushRef="#br0" timeOffset="-182414.09">29450 6254 2128 0,'0'0'2518'16,"0"0"-1422"-16,-10 48-412 0,8-24 237 15,-2 3-529-15,0 2-84 0,-3-1-163 16,1-2-145-16,4-1 0 0,-2-5 0 16,2-5 0-16,2-3 0 0,0-6 0 15,0-2 0-15,0-2 0 16,4-2 0-16,6-6 0 0,9-9 0 16,4-10 0-16,2-5 0 0,-1-2 0 15,-3 2 0-15,-4 1 0 0,-1 4 0 16,-4 3 0-16,-1 6 0 0,-5 7 0 15,-2 4 0-15,-4 3 0 16,2 2 0-16,0 3 0 0,0 7 0 16,-2 6 0-16,5 5 0 0,-3-2 0 15,4-2 0-15,0-5 0 0,2-3 0 16,5-5 0-16,-1-3 0 16,0-2 0-16,7-6 0 0,0-4 0 15,-1-2 0-15,3 0 0 0,-2 2 0 16,-1 3 0-16,-1 5 0 0,-1 3 0 15,-1 8 0-15,-1 7 0 0,1 9 0 16,-1 1 0-16,1 7 0 0,-3 0 0 16,0-3 0-16,1 0 0 0,-5-7 0 15,0-3 0-15,-1-8 0 0,-3-4-337 16,-2-7-2952-16</inkml:trace>
  <inkml:trace contextRef="#ctx0" brushRef="#br0" timeOffset="-175650.62">28574 6938 780 0,'0'0'644'15,"0"0"-512"-15,0 0 1673 0,0 0-384 16,0 0-589-16,0 0-48 0,35-25 197 16,-27 20-513-16,3 0-123 0,11 1-345 15,5 3 0-15,6 1 0 0,7 4 0 16,-3 0 0-16,0 0 0 16,0-2 0-16,-10-2-861 0,0-3-1788 0</inkml:trace>
  <inkml:trace contextRef="#ctx0" brushRef="#br0" timeOffset="-174075.43">23805 6852 3861 0,'0'0'1037'0,"2"58"-361"0,0-28-132 16,0-2-35-16,-2 2 95 0,0 2-288 15,0 2-28-15,0 4 48 16,-2 5-315-16,-2 3-21 0,0 9 0 16,0 4 0-16,0 11 0 0,1 7 0 15,1 7 0-15,0 9 0 0,2 5 0 16,0 6 0-16,0 8 0 0,4 4 0 15,3 8 0-15,3 6 0 0,2 4 0 16,3 7 0-16,1 4 0 16,-3 8 0-16,1 5 0 0,-3 4 0 15,-5 1 0-15,-2 1 0 0,-4 3 0 16,0-5 0-16,-2 4 0 16,-4-5 0-16,2-2 0 0,-5-5 0 15,3-2 0-15,0-9 0 0,0-3 0 16,0-6 0-16,-1-11 0 0,3-10 0 15,-2-15 0-15,0-12 0 16,2-13 0-16,-1-16 0 0,3-21 0 16,0-14-61-16,2-12-1123 0,-2-13-2218 0</inkml:trace>
  <inkml:trace contextRef="#ctx0" brushRef="#br0" timeOffset="-173539.37">23999 11692 4093 0,'56'12'2682'0,"16"-5"-1934"16,21 0-79-16,13-6-669 0,14-2 0 16,12-6 0-16,25-6 0 0,13 0 0 15,18-4 0-15,18 2 0 0,22-5 0 16,16 1 0-16,16 0 0 0,17 2 0 15,13 3 0-15,3 4 0 16,-1 2 0-16,-11 4 0 0,-23 4 0 16,-12 0 0-16,-27 0 0 0,-29 2 0 15,-22 0 0-15,-32 3 0 0,-34-1-741 16,-36-1-624-16,-23-3-504 0</inkml:trace>
  <inkml:trace contextRef="#ctx0" brushRef="#br0" timeOffset="-172530.49">26918 12160 2533 0,'0'0'932'16,"0"0"-380"-16,0 0 749 15,0 0-437-15,0 0-211 0,0 0 323 16,0 0-652-16,0 0-267 0,-39 36-57 16,22 3 0-16,3 5 0 0,3-1 0 15,5-5 0-15,4-3 0 0,2-2 0 16,6-2 0-16,3-5 0 16,5-1 0-16,3-7 0 0,1-5 0 0,3-6 0 15,2-5 0-15,1-2 0 16,1-8 0-16,-2-5 0 0,-2-2 0 15,-3-4 0-15,-1 2 0 0,-5 0 0 16,-4 6 0-16,-3 2 0 0,-3 8 0 16,0 1-25-16,-2 1-223 0,0 11-64 15,-4 7 176-15,4 4 64 16,0 2 52-16,2-4 20 0,8-2-12 16,2-6 12-16,7-4 84 0,4-4 16 15,4-5 68-15,2-6 172 0,4-7-207 16,-4-7-133-16,-3-3 0 15,-3-4 0-15,-4 0 0 0,-7-4 0 16,1 0 0-16,-5 1 0 0,2 1 0 16,1 1 0-16,-5 4 0 0,2 6 0 15,-6 6 0-15,0 6-229 0,-2 4-1396 16,0-4-784-16</inkml:trace>
  <inkml:trace contextRef="#ctx0" brushRef="#br0" timeOffset="-171552.73">22315 8888 6214 0,'0'0'561'0,"0"0"179"15,0 0-63-15,0 0-677 0,0 0 0 16,0 0 0-16,8 63 0 16,-2-17 0-16,0 9 0 0,-2 8 0 15,3 1 0-15,-7 6 0 0,0 3 0 16,0 1 0-16,-7-8 0 0,-3-7 0 15,2-8 0-15,2-15 0 0,-1-8 0 16,7-11 0-16,0-11 0 16,7-6 0-16,-1-16-689 0,2-1-1320 15,0-12-780-15</inkml:trace>
  <inkml:trace contextRef="#ctx0" brushRef="#br0" timeOffset="-171383.66">22317 8906 6855 0,'0'0'776'0,"39"-21"-348"16,0 5-295-16,0 1-133 0,3 0 0 15,1 0 0-15,-4 1 0 0,-1 3 0 16,-5-1 0-16,-6 5 0 0,-7 2-217 16,-3 3-1340-16,-9 1-371 15,-6 1-1278-15</inkml:trace>
  <inkml:trace contextRef="#ctx0" brushRef="#br0" timeOffset="-171213.23">22281 9249 6454 0,'0'0'525'0,"40"19"-205"0,-1-11 573 15,2-3-893-15,5 3 0 0,-1 0 0 16,1 2 0-16,-3 2 0 0,-8-3 0 15,-10-4-1818-15,-4-1-2720 0</inkml:trace>
  <inkml:trace contextRef="#ctx0" brushRef="#br0" timeOffset="-165417.16">23972 11612 1336 0,'0'0'144'15,"0"0"0"-15,0 0 32 16,0 0 1769-16,0 0-1441 0,0 0-71 15,0 0 175-15,0 0-344 0,0 0-64 16,7 0 120-16,-7 0-140 0,0 0-48 16,0 0-20-16,0 0-88 0,0 0-4 15,0 3 5-15,0 1-5 0,0 0 40 16,2 1 100-16,0-1-88 16,0-1 8-16,0 0 72 0,0 0-88 15,0-2 12-15,0 1 48 0,0 0-56 16,0-1 16-16,0-1 56 0,0 1-120 15,0 0 8-15,0-1 20 16,9 1-40-16,1-1 44 0,5 0 36 16,1 0-80-16,3-1 4 0,4 0 8 15,-2 0 0-15,6-2-12 0,4-2 128 16,4-3-136-16,0-4 20 0,11-1-12 16,-1-3 0-16,1-2-8 0,3 0 8 15,1-3-8-15,2-1 0 16,6-4 24-16,2-3-15 0,4-4-9 15,2-4 0-15,2-3 0 0,5-4 0 16,1-4 0-16,1-3 0 0,-1-4 0 16,1-4 0-16,-3-3 0 0,1-3 0 15,-1-1 0-15,-2-4 0 16,-1 1 0-16,-1-3 0 0,-2-3 0 16,-2-3 0-16,2-4 0 0,-1-1 0 15,-3-1 0-15,0 1 0 0,-2-3 0 16,-2 0 0-16,-2-2 0 0,-1-3 0 15,-3 0 0-15,0 2 0 0,-2 2 0 16,-1-4 0-16,-1 0 0 0,0-3 0 16,-3-2 0-16,-4 2 0 15,-1 0 0-15,-1-1 0 0,-2 0 0 16,1-1 0-16,-1 2 0 0,-2 3 0 16,-2 2 0-16,0 3 0 0,-4 2 0 15,3 1 0-15,-6 4 0 0,-1 2 0 16,-2 6 0-16,-4 5 0 0,-3 4 0 15,-1 4 0-15,-7 2 0 0,-1 5 0 16,-5 1-109-16,-2 8-131 0,-2 4-176 16,0 5 68-16,0 4 64 0,0 7-225 15,0 5-51-15,0 5-248 16,2 4-1657-16</inkml:trace>
  <inkml:trace contextRef="#ctx0" brushRef="#br0" timeOffset="-156201.65">15789 7676 2072 0,'0'0'2794'0,"0"0"-2374"0,0 0-328 0,4 37 436 15,-4-7-116-15,2 6-95 16,2 8 115-16,0 3-196 0,6 7 44 16,1 9 120-16,-5 8-284 0,0 13-23 15,-2 9-93-15,-4 7 0 16,-4 8 0-16,2 7 0 0,-2 8 0 15,-2 5 0-15,-2 8 0 0,1 8 0 16,-3 5 0-16,-2 9 0 0,1 6 0 16,1 5 0-16,0 4 0 15,1 9 0-15,-1 0 0 0,0-1 0 16,-1 1 0-16,-1-2 0 0,2-6 0 16,-1-4 0-16,1-8 0 0,0-15 0 15,3-12 0-15,1-14 0 0,-2-17 0 16,6-14 0-16,-2-16 0 15,0-17 0-15,4-12 0 0,0-14 0 16,0-13-813-16,4-9-448 0,-4-9-447 16</inkml:trace>
  <inkml:trace contextRef="#ctx0" brushRef="#br0" timeOffset="-155642.71">15594 11919 5330 0,'0'0'360'0,"0"0"156"0,0 0-396 16,0 0 24-16,35 15 301 15,9-11-161-15,20-1-64 0,19-3 124 16,18 0-256-16,15 0-48 0,14-2 32 16,17-2 0-16,14 0 48 0,15-1-83 15,12 0-37-15,21-2 0 0,3 1 0 16,20-2 0-16,-3-1 0 0,13 3 0 16,4 0 0-16,0 3 0 0,2 1 0 15,-4 2 0-15,0 0 0 16,-12 0 0-16,-5 3 0 0,-10-2 0 15,-14 1 0-15,-9 0 0 0,-8-2 0 16,-16 0 0-16,-15 0 0 0,-19 0 0 16,-26 0 0-16,-17 0 0 0,-25-2 0 15,-25 0 0-15,-18 2 0 0,-19 0 0 16,-10-1 0-16,-21-4-545 16,3 1-327-16,-22-6-2610 0</inkml:trace>
  <inkml:trace contextRef="#ctx0" brushRef="#br0" timeOffset="-151983.62">15737 9855 1120 0,'0'0'88'0,"0"0"384"15,0 0 1069-15,0 0-993 0,0 0-44 16,0 0 217-16,0 0-293 16,0 0-72-16,0 0 132 0,0 0-224 15,-2 2-27-15,2-2 119 0,0 0-152 16,0 0-68-16,0 0 4 0,0 1-108 15,-4 2 0-15,4 0-20 16,0 3 8-16,4 0-20 0,-2 4 24 16,8-1-16-16,1-1-8 0,9 3 24 15,7-4-16-15,-2-1-4 0,6-2 24 16,-4-2 8-16,4-2 8 0,0 0-16 16,2 0-20-16,-2-2-8 0,0-1 4 15,2 1 0-15,-6-3-4 0,4-1 4 16,0-1-4-16,4-1 0 0,2-3 4 15,3-1 0-15,1-1-4 16,4-1 0-16,3-3-4 0,-5-2 4 16,5-2 0-16,-3-1-60 0,3-3 28 15,-1-4-4-15,-3-1-24 0,5-1 36 16,-1-5 4-16,2-2-12 16,-3-1 8-16,5-4 8 0,-5 0-28 15,1-3 44-15,-1-1-4 0,1-3 0 16,4 1 4-16,-5 0 8 0,5-1 0 15,0-1-8-15,-3 0 20 0,3 0-16 16,2-1 0-16,-3 2-4 0,1 1 4 16,2-1-4-16,-3 2 0 15,1 2-36-15,0 2 36 0,2 5 0 16,-7 2-36-16,1 4 28 0,-1 6-4 16,1 3-16-16,-1 5 20 0,-5 6 4 15,3 5-12-15,-6 2 16 0,3 6 0 16,1 3 0-16,-2 5 0 0,1 6 24 15,3 3-20-15,-5 4 4 0,-1 5-4 16,0 3-4-16,2 5 0 16,3 2 12-16,-3 5-4 0,1 2-8 15,3 6 4-15,-6 2 4 0,7 3-8 16,-3 5 24-16,1 2-8 16,1 8 12-16,-4 2 44 0,3 7-20 15,-3 3 48-15,7 2 100 0,-3 1-104 16,1 3-35-16,-1 0-61 0,3 4 0 15,3 1 0-15,3 3 0 16,0-2 0-16,2 1 0 0,2-1 0 0,6-1 0 16,2 0 0-16,4-2 0 15,6-4 0-15,5-3 0 0,6-2 0 16,4-4 0-16,0-3 0 0,2-3 0 16,-2-2 0-16,-2-3 0 0,-2-6 0 15,-7-4 0-15,-3-5 0 0,-9-4 0 16,-10-4 0-16,-9-4 0 15,-11-5-605-15,-14-9-728 0,-9-5-820 0</inkml:trace>
  <inkml:trace contextRef="#ctx0" brushRef="#br0" timeOffset="-150410.65">13961 8765 3445 0,'0'0'1297'0,"0"0"-293"16,0 0-396-16,0 0-103 0,0 0 67 16,0 0-300-16,0 0 116 0,46 33-287 15,-23-5-101-15,1 5 0 0,7 2 0 16,2 4 0-16,5 4 0 0,7 6 0 15,-1 3 0-15,3 0 0 0,-6 0 0 16,1-5 0-16,-9-7 0 16,-4-7 0-16,-2-5 0 0,-7-6 0 15,-7-8 0-15,-3-5-829 0,-2-5-448 16,-8-4-2540-16</inkml:trace>
  <inkml:trace contextRef="#ctx0" brushRef="#br0" timeOffset="-150178.72">14034 9419 5542 0,'0'0'1101'16,"24"-47"-473"-16,-5 13 160 0,6-4-655 15,6-6-133-15,2-2 0 0,2-5 0 16,2-2 0-16,7 1 0 0,-3-1 0 15,5 6 0-15,-7 3 0 0,-4 6 0 16,-2 9 0-16,-8 7 0 16,-9 12 0-16,-5 5 0 0,-7 5-1497 15,-4 2-4510-15</inkml:trace>
  <inkml:trace contextRef="#ctx0" brushRef="#br0" timeOffset="-149805.71">13875 9619 5850 0,'0'0'696'0,"0"0"481"0,0 0-708 15,0 0-469-15,47 9 0 0,7-6 0 16,20-5 0-16,11-6 0 0,4-2 0 15,4-1 0-15,2 3 0 0,-10 3 0 16,-3 3 0-16,-11 2 0 0,-9 1 0 16,-15 4 0-16,-16 4-77 15,-14-3-1263-15,-9 2-657 0</inkml:trace>
  <inkml:trace contextRef="#ctx0" brushRef="#br0" timeOffset="-149523.58">14129 9965 6142 0,'0'0'360'0,"-6"38"-3"0,1-6-133 15,-1 4-8-15,6 4 96 16,0 0-212-16,4 2-16 0,-2 0 164 0,3 2-168 16,-1 0-24-16,-2-1-43 15,-2-5-13-15,0-4 0 0,0-4-13 16,0-9-239-16,0-6-120 0,0-7-845 16,0-5-123-16,-2-3-673 0</inkml:trace>
  <inkml:trace contextRef="#ctx0" brushRef="#br0" timeOffset="-149337.24">14160 9874 7039 0,'0'0'636'16,"0"0"-400"-16,0 0 45 0,43 2-281 15,-14-9 0-15,10-4 0 0,1-3 0 16,-1 1 0-16,2-1 0 0,1 3 0 15,-5 5-101-15,-10 6-859 0,-7 0-49 16,-9 6-419-16</inkml:trace>
  <inkml:trace contextRef="#ctx0" brushRef="#br0" timeOffset="-149166.04">14187 10162 6286 0,'0'0'849'0,"0"0"-477"16,41 4 313-16,-10-2-685 0,6 2 0 16,-4 4 0-16,7 2 0 0,-3 3 0 15,0 4 0-15,-6-5 0 0,-8-3-605 0</inkml:trace>
  <inkml:trace contextRef="#ctx0" brushRef="#br0" timeOffset="-148039.49">18329 12341 5862 0,'0'0'969'0,"0"0"-281"0,0 0-15 16,0 0-673-16,-41 34 0 0,20-2 0 16,3 7 0-16,-1 5 0 0,9-1 0 15,1-2 0-15,9 1 0 0,0-3 0 16,9-4 0-16,1-3 0 0,2-7 0 16,7-6 0-16,0-8 0 0,1-9 0 15,7-2 0-15,-2-7 0 0,-2-6 0 16,-3-3 0-16,-1-4 0 15,-3 0 0-15,-3 1 0 0,-1 6 0 16,-6 4-129-16,1 4-267 0,-3 5 72 16,2 0-88-16,0 11 284 0,5 7 128 15,-1 5 4-15,-2 2 36 16,2-5 148-16,3-3 176 0,1-8-136 16,7-5 32-16,2-4 45 0,4-11-305 15,-1-5 0-15,3-8 0 0,0-5 0 16,-4-4 0-16,-4 0 0 15,-5 0 0-15,-5 1 0 0,-5 2 0 16,-6 4 0-16,0 3 0 0,0 4 0 16,-6 3 0-16,6 1 0 0,0 3-633 15,0 1-1148-15,-2 3-1248 0</inkml:trace>
  <inkml:trace contextRef="#ctx0" brushRef="#br0" timeOffset="-139618.65">21401 9396 2036 0,'0'0'1909'0,"0"0"-540"16,0 0-505-16,35-20-119 0,-31 18 239 15,0 2-699-15,0-2-285 0,-1 2 0 16,-1 0 0-16,2 2 0 0,-4 0 0 15,0 1 0-15,0 1 0 0,-4 3 0 16,-3 0 0-16,-7 2 0 16,2 0 0-16,-3-4 0 0,11-3 0 15,2-2 0-15,-2 0 0 0,2-4 0 16,2-4 0-16,0-4 0 0,2-1 0 16,-2 2 0-16,0 1 0 15,0 4 0-15,-4-4-3490 0</inkml:trace>
  <inkml:trace contextRef="#ctx0" brushRef="#br0" timeOffset="-138015.74">29254 9364 2529 0,'0'0'2813'16,"0"0"-2101"-16,0 0 205 0,0 0-301 15,0 0-276-15,0 0-75 0,0 0-265 16,41 3 0-16,1-2 0 0,9-1 0 16,3-1 0-16,0-3 0 0,4-6 0 15,2 2 0-15,-5-1 0 16,1-1 0-16,-8 2 0 0,-11-2 0 16,-10 5-733-16,-11 2-1064 0</inkml:trace>
  <inkml:trace contextRef="#ctx0" brushRef="#br0" timeOffset="-137796.81">29411 9539 6090 0,'0'0'709'0,"0"0"447"0,0 0-919 15,0 0-237-15,45 9 0 0,-7-9 0 16,7-7 0-16,1-4 0 0,1-2 0 16,5-2 0-16,2-5-117 15,-13 5-2412-15,-2-6-2689 0</inkml:trace>
  <inkml:trace contextRef="#ctx0" brushRef="#br0" timeOffset="-136848.25">30471 8589 2993 0,'0'0'3329'0,"0"0"-2496"0,0 0 59 15,0 0-747-15,0 0-145 0,0 0 0 16,23 53 0-16,-2-12 0 16,10 11 0-16,4 4 0 0,2 2 0 15,2 4 0-15,1 2 0 0,-3 3 0 16,-4-3 0-16,-2-4 0 0,-4-5 0 16,-4-10 0-16,-1-8 0 0,-3-8 0 15,-5-10 0-15,-5-7-13 16,-3-7-595-16,-6-5-985 0,0 0-3 15,-2-14-734-15</inkml:trace>
  <inkml:trace contextRef="#ctx0" brushRef="#br0" timeOffset="-136614.85">30467 9276 6086 0,'0'0'1185'0,"0"0"-281"0,0 0-887 16,0 0-17-16,15-42 0 16,5 4 0-16,11-11 0 0,7-8 0 15,5 0 0-15,3-2 0 0,3 0 0 16,-1 1 0-16,1 1 0 0,-1 2 0 16,-3 5 0-16,-3 9 0 15,-5 5 0-15,-8 10 0 0,-9 6 0 16,-3 4-545-16,-7 4-2340 0</inkml:trace>
  <inkml:trace contextRef="#ctx0" brushRef="#br0" timeOffset="-135806.56">31608 7968 5522 0,'0'0'60'0,"0"0"376"0,0 0-196 16,0 0-128-16,-2 60 60 0,0-11 57 16,0 10-53-16,2 8 0 15,2 5 168-15,2 8-144 0,-2 10-28 16,-2 12 44-16,-2 14-136 0,-6 7-23 16,-6 9-57-16,-1 7 0 0,-3 4 0 15,-3 2 0-15,2 1 0 16,1-3 0-16,3-3 0 0,3-5 0 15,4-8 0-15,8-13 0 0,2-12 0 16,6-11 0-16,2-10 0 0,3-15 0 16,-3-10 0-16,4-16-405 15,-5-15-1000-15,-1-11-860 0</inkml:trace>
  <inkml:trace contextRef="#ctx0" brushRef="#br0" timeOffset="-135492.29">31315 10675 6454 0,'74'10'669'16,"21"-9"-141"-16,23 0 13 16,8-2-541-16,13-5 0 0,10 1 0 15,4-2 0-15,4 1 0 0,-4-2 0 16,-5 1 0-16,-3 2 0 0,-11 3 0 16,-7 2 0-16,-16 8 0 0,-14 5 0 15,-18 3-497-15,-29-1-611 0,-15 2-2026 0</inkml:trace>
  <inkml:trace contextRef="#ctx0" brushRef="#br0" timeOffset="-134915.62">32336 11233 4666 0,'0'0'656'0,"0"0"-12"16,0 0 301-16,0 0-457 0,0 0-276 16,0 0-128-16,0 0-60 0,0 0-16 15,-21 62 96-15,15-22-72 0,2 0 52 16,0-3 76-16,4 0-124 16,2-1-8-16,2-2-7 0,4-6-21 15,5-4 0-15,1-6 0 0,7-6 0 16,4-8 0-16,6-5 0 0,2-10 0 15,4-8 0-15,-4-4 0 16,-4-2 0-16,0-1 0 0,-11 6-45 16,-5 5-147-16,-5 6 100 0,-6 6 0 15,-2 2 20-15,0 1 64 0,-2 7-48 16,-2 6 28-16,0 8 28 0,4 2 40 16,6 0 4-16,6-5 44 0,11-9 180 15,2-4-123-15,6-5-145 0,4-8 0 16,-2-9 0-16,-4-6 0 0,-2-7 0 15,-4-6 0-15,-7-3 0 16,-1-1 0-16,-5-1 0 0,-2 1 0 16,-3 7 0-16,-5 1 0 0,0 7 0 15,-5 6-1169-15,-1 6-348 0,-2 3-1032 16</inkml:trace>
  <inkml:trace contextRef="#ctx0" brushRef="#br0" timeOffset="-129497.85">31526 10397 1240 0,'0'0'20'0,"0"0"72"0,0 0-68 16,0 0-24-16,0 0-4 0,0 0-356 15,-15 33 56-15,13-30 92 0</inkml:trace>
  <inkml:trace contextRef="#ctx0" brushRef="#br0" timeOffset="-128749.9">31507 10455 308 0,'0'0'572'0,"0"0"-360"16,0 0 172-16,0 0-292 0,0 0-68 16,0 0 1221-16,0 0-949 0,0 0-244 15,0 0-36-15,-4 34-8 0,4-29-8 16,0 0 4-16,0-1 4 0,2 1 36 16,2-1 212-16,-2-2 4 0,0-1 52 15,2 0 141-15,1 0-173 16,-3-1-36-16,4 1 56 0,-2 0-196 15,2-1-8-15,0 1-16 0,3 0-68 16,-3-1-12-16,2 0 28 0,2 0-24 16,5-6 24-16,-1-2 176 15,7-7-92-15,-2-1-8 0,-1-3 32 16,1-2-96-16,-1-3-16 0,3-1 4 16,0-1-28-16,-1-2 0 0,-1-2 0 15,2-2 0-15,-1-2 0 0,1 0 0 16,-2 1 0-16,-1 1 0 0,1 0 8 15,-1-5-8-15,1 2 0 16,0-7 44-16,1 1-24 0,-3-2 0 16,1-1 12-16,-1 2-24 0,0-1-8 15,1-1 0-15,-1 1-4 0,-3 1 4 16,1-1-4-16,1-1 4 0,1 0 0 16,1 0-4-16,1-3 16 0,2 1-12 15,-1-3 0-15,1 2 12 16,2 1 0-16,-3-1 41 0,1 2-49 15,2 1 16-15,-3 1 4 0,5 1-20 16,-2 1-4-16,2 3 0 0,-2 0-4 16,3 3 4-16,-1 1 0 0,0 2-12 15,2 2 12-15,-2 3 8 16,2 2-8-16,-3 3 0 0,1 4 0 16,-2 4-4-16,-4 5 0 0,-3 4 4 15,-6 3-28-15,1 2 16 0,-1 3-37 16,-2 6-3-16,5 3 40 0,-7 5 8 15,0 3-12-15,0 0 4 0,-2 4 4 16,1 0-8-16,-1 4 16 16,0 1-8-16,2 1 12 0,-2 2-4 15,2 0 0-15,5 0 0 0,-1 3 0 16,2 1 0-16,1 2 8 0,3 2 20 16,-1 1-24-16,3 0 8 0,-1 3-12 15,2-1 0-15,-1 3-4 16,1 0 4-16,-1 2-4 0,-1 0 0 15,0 1-8-15,1-1-16 0,1 2 12 16,-1 1 16-16,5 0 16 0,0 1 72 16,2 2 69-16,-3-1 187 15,3 0-212-15,0 1-40 0,2-6-72 16,-2-2-8-16,2-3-24 0,-3-5-140 16,-1-1-164-16,0-6-41 0,-7-9-967 15,-1-5-409-15</inkml:trace>
  <inkml:trace contextRef="#ctx0" brushRef="#br0" timeOffset="-125561.72">32706 8456 1160 0,'0'0'160'16,"0"0"48"-16,0 0-124 0,0 0-80 15,0 0 4-15,0 0 1233 0,0 0-245 16,0 0-347-16,0 0-101 0,25-7 368 15,-25 7-440-15,0 0-91 0,0 0 131 16,0 0-304-16,0 0-52 0,0 7-20 16,0 7-128-16,0 8 4 15,0 7 40-15,0 6-48 0,0-2-8 16,0 0 16-16,-2-2-4 0,0-2-12 16,0-1 76-16,-3-6-68 15,1-3 16-15,2-6 24 0,-2-6-48 0,4-3 20 16,0-3-4-16,0-2-8 15,0-9-16-15,0-6-104 0,0-8-140 16,2-5 16-16,0-2-160 0,0 2 104 16,2 1 36-16,-1-2-53 0,-3 0 177 15,0 3 132-15,2 2 72 0,-2 7 120 16,0 5 29-16,0 6 47 16,0 2-84-16,0 3 52 0,0 2 88 15,0 0-212-15,0 3-20 0,0 10-36 16,-2 8-56-16,-1 5 56 0,1 3 108 15,2 0-139-15,2-5-25 0,3 3 0 16,-1-3 0-16,-2 0 0 16,2-4 0-16,-4-1 0 0,2-4 0 15,-2-2 0-15,0-6 0 0,0-3 0 16,0-3 0-16,-2 0 0 0,2-1 0 16,0-5 0-16,0-8 0 15,4-9 0-15,0-7 0 0,0-3 0 16,0-1 0-16,1 4 0 0,-3 1 0 15,-2 5 0-15,2 8 0 0,-2 7 0 16,0 5 0-16,0 3 0 0,-2 7 0 16,-5 7 0-16,-1 11-73 0,0 6-227 15,2-6-296-15,4-5-1997 0</inkml:trace>
  <inkml:trace contextRef="#ctx0" brushRef="#br0" timeOffset="-120688.74">18362 8308 840 0,'0'0'892'16,"0"0"-848"-16,0 0 1305 15,0 0-861-15,0 0-224 0,0 0 305 0,0 0-253 16,0 0 0-16,17 44 172 16,-7-26-236-16,-4-1-24 0,-2 1 24 15,-4 1-196-15,0 0-28 0,0 2-4 16,0-2-20-16,0-1-8 0,-6-3-76 15,2-1-188-15,0-6-24 0,2-2-296 16,-2-3 120-16,4-3 132 16,0 0-205-16,6-4 361 0,-2-7 156 15,2-7 24-15,3-6 0 0,-3-1 16 16,-2-1 24-16,-2 4 72 0,2-3 28 16,-4 6 92-16,0 3-148 0,0 6-28 15,0 5 0-15,0 3 97 16,-4 2 83-16,4 0 128 0,-2 1-232 15,2 7-64-15,-4 6 228 0,4 2-56 16,-4 4-36-16,2 1 108 0,-3-1-127 16,1 1 15-16,-2-1 124 0,4-1-204 15,-6-3-48-15,8-3-32 16,-2-5-40-16,2-4 0 0,0-2 0 16,6-1-68-16,4-1-24 0,3-8-28 15,7-3 4-15,-5-3-8 0,-5 0-40 16,-6 2 79-16,-4 2 85 0,-2 2 33 15,-8 1-33-15,-3 5 0 0,-3 4-177 16,-1 6-343-16,3 7-340 16,4-3-789-16,3 4 364 0</inkml:trace>
  <inkml:trace contextRef="#ctx0" brushRef="#br0" timeOffset="-108525.11">32084 8671 1120 0,'0'0'292'0,"0"0"-112"15,12-41 1333-15,-10 31-1113 0,0 1 424 16,0 2-367-16,0 1-57 0,-2 3 320 15,3 0-360-15,-3 1-35 0,0 0 127 16,0 0-176-16,0 1-24 16,0 1 96-16,-3 0-208 0,1 0-7 15,0 0-133-15,-4 5 0 0,0 5 0 16,-4 7 0-16,1 5 0 0,-1 6 0 16,0 4 0-16,-1 1 0 0,-1 5 0 15,-3 2 0-15,-1 3 0 16,-1 1 0-16,-1-1 0 0,-1 0 0 15,3 0 0-15,-3-1 0 0,2-1 0 16,1-1 0-16,6-4 0 0,-1-3 0 16,5-2 0-16,2-6 0 0,2-4 0 15,0-3 0-15,2-8 0 16,0-2 0-16,0-5 0 0,0 2 0 16,0 0 0-16,0-1 0 0,0-3 0 15,-2-3 0-15,-2-7 0 0,2-10 0 16,-3-6 0-16,3-4 0 0,0-1 0 15,0 1 0-15,2 2 0 0,0 2 0 16,0 5 0-16,0 4 0 16,0 6 0-16,0 5 0 0,0 2 0 15,0 3 0-15,0 0 0 0,0 7 0 16,-2 7 0-16,-2 5 0 0,-2 4 0 16,2 3 0-16,0-1 0 0,-1 3 0 15,3-2 0-15,0 0 0 0,0-1 0 16,2-1 0-16,0-3 0 15,2-2 0-15,2-5 0 0,5-1 0 16,1-2 0-16,2-7 0 0,5-3 0 16,4-3 0-16,3-7 0 0,1-6 0 15,0-2 0-15,-2-3 0 16,-3-3 0-16,-3 2 0 0,-5 5-1057 16,-3 1-1668-16</inkml:trace>
  <inkml:trace contextRef="#ctx0" brushRef="#br0" timeOffset="-102823.85">33223 8510 2197 0,'0'0'3113'0,"0"0"-2225"0,0 0-215 16,0 0 467-16,0 0-959 15,0 0-181-15,0 0 0 0,0 0 0 0,0 0 0 16,2 62 0-16,4-19 0 15,4 0 0-15,5-1 0 0,1 0 0 16,1-2 0-16,2 5 0 16,1 3 0-16,1-1 0 0,2 2 0 15,-3-3 0-15,1-1 0 0,-2-3 0 16,-3-4 0-16,1-4 0 0,-1-6 0 16,1-7 0-16,-5-4 0 0,3-6 0 15,-3-5 0-15,-6-2 0 0,0-4 0 16,-1 0 0-16,-3-5 0 0,0-2 0 15,0 0 0-15,0 1 0 0,-2 4 0 16,0-1 0-16,0 1 0 16,-2 0 0-16,0 0 0 0,-2 0 0 15,-1 2 0-15,1 0 0 0,-2 0 0 16,2 0 0-16,0 0 0 0,0 0 0 16,2-1 0-16,-1 1 0 0,1-3 0 15,0 0 0-15,2 1 0 16,-2-1 0-16,0 0 0 0,2-1 0 15,-2 2 0-15,2-3 0 0,0-1 0 16,-2-2 0-16,2-3 0 0,-2-6 0 16,0-6 0-16,2-7 0 0,-2-3 0 15,0 1 0-15,2 3 0 16,0 6 0-16,0 5 0 0,0 8 0 16,0 5 0-16,0 4 0 0,0 1 0 15,0 0 0-15,0 0 0 0,2 6 0 16,-2 4 0-16,2 8 0 0,2 4 0 15,0 7 0-15,0 1 0 0,3-2 0 16,-3 1 0-16,-2-6 0 16,4 2 0-16,-2 0 0 0,-2-2 0 15,0-2 0-15,0-5 0 0,0-3 0 16,0-5 0-16,-2-2 0 0,0-3 0 16,0-2 0-16,-2 3 0 0,-8-2 0 15,-7 3 0-15,-7-2 0 0,-11-2 0 16,4-1 0-16,4-2 0 15,6 0 0-15,13-1 0 0,2 0 0 16,1 3 0-16,5-2-829 0,-10-4-4674 16</inkml:trace>
  <inkml:trace contextRef="#ctx0" brushRef="#br0" timeOffset="-73357.08">13980 11150 2269 0,'-41'3'420'0,"5"-3"112"0,-1 0-532 16,6 0 12-16,4 2 44 0,5-2 12 16,1 2 80-16,6 0 352 15,9-1-248-15,6 0-91 0,0-1-21 16,6 1-140-16,11 1 104 0,14-1 276 16,10-1-160-16,13 0-44 0,8-2 12 15,6 0-144-15,7-1-12 0,-3 1 28 16,-4 1-16-16,-6 1-4 0,-18 0-40 15,-13 0 4-15,-15 2-4 0,-10-1 0 16,-8 1-16-16,-14 2 16 16,-19 4 48-16,-13 2-40 0,-14 2-4 15,-2 0-4-15,2-1-68 0,-2 0 8 16,6-1 56-16,13-1-8 16,12-3 12-16,18-1 16 0,9-2-16 15,6 3-4-15,21-2-88 0,22 1 72 16,23-2 20-16,9-2 0 0,9-1-232 15,-28 0-404-15,-2-1-1649 0</inkml:trace>
  <inkml:trace contextRef="#ctx0" brushRef="#br0" timeOffset="-72073.73">22488 10304 2545 0,'0'0'768'0,"-39"11"-768"15,14-5 0-15,2 1-104 0,-1-2-432 16,1 1-665-16</inkml:trace>
  <inkml:trace contextRef="#ctx0" brushRef="#br0" timeOffset="-71902.33">22133 10392 2473 0,'0'0'392'0,"0"0"-72"0,0 0-24 16,0 0-200-16,35 0 12 0,6-6 156 15,11-1-176-15,8 0-40 0,-4 3-20 16,8-2-24-16,-9 4-4 0,-11 1-16 15,-5 1-188-15,-18 0-36 0,-13 2-148 16,-8 4 232-16,-8 2 52 0,-17 4 104 16,-10 3 40-16,-6 3 0 15,-7 1-24-15,-4 0-16 0,9-3-56 16,2-5-1697-16</inkml:trace>
  <inkml:trace contextRef="#ctx0" brushRef="#br0" timeOffset="-47186.22">12700 2780 1728 0,'0'0'1577'16,"0"0"-789"-16,-43-34-419 16,26 20-73-16,-3-2 212 0,-1 0-184 15,-4-2-24-15,-2 1 4 0,1 1-192 16,-1-2-72-16,0 5-24 0,-2 1-16 15,0 5 0-15,-6 5-4 16,2 2-28-16,-9 4 8 0,1 8 20 16,-2 6-20-16,-7 6 24 0,0 5 0 15,-1 7-4-15,3 4 4 0,-4 10 20 16,5 4-8-16,6 10 12 0,-3 8-8 16,7 6-16-16,6 4 0 0,10 2-4 15,11 4-16-15,14 3 4 0,19-1 12 16,12-1-84-16,15-7-92 0,16-9-452 15,2-10-64-15,13-11-9 16,7-12-347-16,8-10 836 0,3-11 216 16,6-12 400-16,-1-7-80 0,-5-6 20 15,-8-13 489-15,-2-10-321 16,-11-10 4-16,-5-8 196 0,-16-6-295 16,-17-10 35-16,-16-8 208 0,-11-10-364 15,-13-8-255-15,-8-5-37 0,-11-4 0 16,-8-1 0-16,0-3 0 0,-4 1 0 15,-6 3 0-15,-4 8 0 16,-7 8 0-16,-4 11 0 0,-1 11-741 16,9 19-356-16,-5 4-331 0</inkml:trace>
  <inkml:trace contextRef="#ctx0" brushRef="#br0" timeOffset="-40269.78">9354 4166 2088 0,'0'0'385'0,"0"0"1616"16,0 0-1345-16,0 0-132 0,0 0 124 16,0 0-412-16,0 0-23 0,0 0 59 15,0 0-72-15,-13-32 44 0,13 32 140 16,7 3-216-16,-3 9-4 15,-2 13-155-15,2 7-9 0,-4 10 0 16,-4 1 0-16,-2 0 0 0,-5 1 0 16,1-1 0-16,4 0 0 15,-3-3 0-15,7-6 0 0,-2 0 0 16,4-7 0-16,0-8 0 0,0-7-1381 16,4-7-688-16</inkml:trace>
  <inkml:trace contextRef="#ctx0" brushRef="#br0" timeOffset="-39536.74">9647 4227 5318 0,'0'0'668'0,"0"0"-27"0,-37-29 151 0,23 24-548 16,1 5-112-16,-1 6 52 15,3 6-148-15,-1 8-8 0,-3 5 12 16,5 6-40-16,4 3 36 0,2 2 8 16,4 3-44-16,4-1 0 0,2-5 4 15,4-3-4-15,7-7 0 0,4-7 0 16,-1-9-4-16,7-5 4 0,0-5 29 16,4-8-29-16,0-4 0 0,-4-5 0 15,-2-3 0-15,-5-1 0 16,-7-1 0-16,-3 0 0 0,-6 2 0 15,-4-2 0-15,-6 2 0 0,-8-1 0 16,-1 1 0-16,-1-1 0 0,-1 5 0 16,3 6 0-16,3 5-113 0,9 2-375 15,-2 5-929-15,4 0 57 16,0 1-593-16</inkml:trace>
  <inkml:trace contextRef="#ctx0" brushRef="#br0" timeOffset="-39225.07">9974 4231 6346 0,'0'0'693'0,"0"0"-185"0,0 0 137 16,-31-38-645-16,18 36 0 0,3 4 0 16,-4 9 0-16,-3 8 0 0,1 7 0 15,1 5 0-15,3 3 0 0,1 4 0 16,7 1 0-16,4 1 0 15,4 0 0-15,7-4 0 0,5-5 0 16,7-7 0-16,6-8 0 0,8-6 0 16,0-9 0-16,5-1 0 15,-5-8 0-15,-4-7 0 0,-2-5 0 16,-15-2 0-16,-5-4 0 0,-3-2 0 16,-8-2 0-16,-10-1 0 0,-5 0 0 15,-12-1 0-15,1 4 0 0,-5-2 0 16,4 3 0-16,12 8-2334 15,5 0-1311-15</inkml:trace>
  <inkml:trace contextRef="#ctx0" brushRef="#br0" timeOffset="-38864.81">10509 3923 5678 0,'0'0'224'0,"0"0"757"15,0 0-501-15,-37 19-264 0,20 11 28 16,7 10-116-16,4 7-8 0,6 2 1 16,2 2-121-16,4 1 0 0,2 5 0 15,3 2 0-15,-5 1 0 0,-2-3 0 16,-4-2 0-16,0-6 0 0,0-8 0 16,-4-5 0-16,4-12 0 0,0-9-693 15,6-10-251-15,3-5-301 16,-3-6-3205-16</inkml:trace>
  <inkml:trace contextRef="#ctx0" brushRef="#br0" timeOffset="-38549.81">10513 4393 3957 0,'0'0'881'15,"0"0"-221"-15,0 0 397 0,0 0-593 16,17-40-116-16,-1 26 216 15,9 0-303-15,2 1-261 0,0 0 0 16,-2 5 0-16,-5 2 0 0,-3 3 0 16,0 3 0-16,-11 0 0 0,-2 2 0 15,0 3 0-15,-4 5 0 0,-8 7 0 16,-5 5 0-16,-1 1 0 0,-7 1 0 16,5 1 0-16,-5-1 0 0,9-1 0 15,-3-3 0-15,11-4 0 16,4-1 0-16,4-5 0 0,6-1 0 15,5-1 0-15,1-5 0 0,1-1 0 16,4-2 0-16,1 0-129 0,-1-1-543 16,4-3-865-16,-9 0-92 15,5-3-1104-15</inkml:trace>
  <inkml:trace contextRef="#ctx0" brushRef="#br0" timeOffset="-38131.82">10923 4338 5486 0,'0'0'600'0,"-35"0"-123"16,8 6-165-16,6 3-164 0,0 5 100 15,-1 1-168-15,3 2 24 0,7-1 92 16,7-2-180-16,3-2 8 0,2-3-24 16,7 0-4-16,9-5 4 0,-1-2-8 15,7-2 28-15,-1-5-4 0,4-2 52 16,-5-1-60-16,-3-1 12 15,-5 2 40-15,-1 2-56 0,-1 2 76 16,-6 3 28-16,2 0-108 0,-1 2 0 16,5 9 0-16,2 4 0 15,3 7 0-15,1 3 12 0,1 3-4 16,-3 0-8-16,3 2 12 0,1 5-8 16,-5 0-4-16,-3 3 32 0,-6 1-20 15,-4 3-8-15,-14 0 41 0,-7 1-45 16,-12-4 0-16,-2-1 0 15,-2-5 0-15,-7-2 0 0,-1-6 0 16,-3-6 0-16,1-11 0 0,5-8 0 16,9-9 0-16,6-13 0 0,13-2 0 15,10-4 0-15,12 1 0 0,15 2 0 16,8-1 0-16,10-1 0 0,13 2 0 16,-6 1 0-16,3 0-53 0,-16 6-2376 15,-8-4-2601-15</inkml:trace>
  <inkml:trace contextRef="#ctx0" brushRef="#br0" timeOffset="-37573.82">9459 5156 3649 0,'0'0'1881'0,"-23"38"-1577"0,13-12 557 16,4 0-445-16,2 6-176 0,4 1 100 16,0 2-232-16,4 1-20 0,2 1 20 15,0-1-104-15,5-3 12 16,-5-4-16-16,2-3-8 0,2-4-12 15,1-9-780-15,1-6-285 0,-6-4-403 16,5-6-2966-16</inkml:trace>
  <inkml:trace contextRef="#ctx0" brushRef="#br0" timeOffset="-37324.23">9732 5156 6875 0,'0'0'708'0,"0"0"-99"15,-52 39-609-15,34-16 0 0,-3 4 0 16,0 4 0-16,5 3 0 0,-3 4 0 16,9 2 0-16,4 3 0 0,6 0 0 15,6-2 0-15,8-3 0 0,7-5 0 16,6-4 0-16,4-9 0 0,2-7 0 16,-2-8 0-16,4-8 0 15,-4-10 0-15,-8-5 0 0,-9-7 0 16,-3-5 0-16,-5-4 0 0,-6-2 0 15,-6-2 0-15,-5-2 0 0,1 1 0 16,-9-2 0-16,1 4 0 0,-1 4 0 16,7 7-2806-16,4 4-1932 0</inkml:trace>
  <inkml:trace contextRef="#ctx0" brushRef="#br0" timeOffset="-36948.92">10156 5054 6226 0,'0'0'581'0,"0"0"95"0,0 0 33 0,0 0-709 15,0 0 0-15,0 0 0 0,0 0 0 16,-31 40 0-16,31-1 0 0,6 6 0 16,4 2 0-16,1 6 0 0,-1 2 0 15,-6 1 0-15,2-2 0 16,-6-4 0-16,0-7 0 0,0-7 0 15,0-9 0-15,4-9 0 0,-1-10-1501 16,1-4-264-16,2-8-504 0</inkml:trace>
  <inkml:trace contextRef="#ctx0" brushRef="#br0" timeOffset="-36668.6">10257 5366 6575 0,'0'0'456'0,"0"0"16"16,0 0 172-16,25-37-599 0,-13 29-45 16,3 3 0-16,-5 3 0 15,0 1 0-15,1 1 0 0,-5 2 0 16,0 4 0-16,-2 4 0 0,-4 5 0 16,0 2 0-16,-10 4 0 0,-5 0 0 15,-1 3 0-15,-7 3 0 0,3-2 0 16,-1-2 0-16,11-1 0 15,-1-5 0-15,11-1 0 0,0-5 0 16,6-3 0-16,5-1 0 0,9-6 0 16,5-1 0-16,-2-1 0 0,8-6-937 15,-10 2-348-15,-1-1-231 0</inkml:trace>
  <inkml:trace contextRef="#ctx0" brushRef="#br0" timeOffset="-36202.94">10499 5374 4866 0,'0'0'840'16,"-52"0"-272"-16,29 8 89 0,3 6-433 16,-1 3-32-16,5 2 68 0,1 2-108 15,5 1-40-15,4-3-40 16,6-1-60-16,6-5-12 0,8-3 0 15,3-4-20-15,3-6 20 0,5-3 32 16,-4-7-16-16,-2 1-16 0,-1-4 40 16,-5 0-24-16,-3 2-12 0,-4 2 68 15,-2 4 5-15,0 2-77 0,-4 3 0 16,2 0 0-16,3 6 0 0,9 6 0 16,3 9 0-16,3 6 0 15,1 6 0-15,0 1 0 0,-5 2 0 16,-3 3 0-16,1 1 0 0,-4 4 0 15,-6 2 0-15,-8 4 0 0,-10 1 0 16,-7-1 0-16,-6-2 0 0,0-5 0 16,1-6 0-16,-1-8 0 15,0-4 0-15,-2-10 0 0,2-10 0 16,0-7 0-16,6-16 0 0,5-9 0 16,1-10 0-16,9-3 0 0,6 3 0 15,11 4 0-15,9 9 0 16,7 3 0-16,6 4 0 0,9 3 0 15,-5 1 0-15,-2 5 0 0,-2-1 0 16,-12 5 0-16,-1-5-1261 0</inkml:trace>
  <inkml:trace contextRef="#ctx0" brushRef="#br0" timeOffset="-34602.99">9641 6589 2921 0,'0'0'2517'16,"0"0"-1565"-16,0 0-295 0,0 0 383 15,0 0-935-15,0 0-105 0,0 0 0 16,0 0 0-16,0 0 0 0,0 47 0 16,0-15 0-16,0 2 0 0,2 4 0 15,2 7 0-15,-4 9 0 0,0 9 0 16,0 3 0-16,-4 8 0 16,2-4 0-16,-2-3 0 0,-2-6 0 15,2-8 0-15,-1-8 0 0,3-8 0 16,2-10 0-16,0-9 0 15,0-8 0-15,0-8-921 0,0-2-1400 0,2-8-2365 16</inkml:trace>
  <inkml:trace contextRef="#ctx0" brushRef="#br0" timeOffset="-34208.49">10083 6573 3009 0,'0'0'2457'0,"0"0"-1721"0,0 0-488 0,-14 48 145 15,8-9 179-15,0 5-280 16,1 3-56-16,-1 1 13 0,2 0-249 16,2 6 0-16,-6 0 0 0,2 3 0 15,-1 1 0-15,-3-2 0 16,2-5 0-16,2-6 0 0,-1-7-225 15,3-5-455-15,2-8-125 0,2-8-1340 16,0-9-428-16</inkml:trace>
  <inkml:trace contextRef="#ctx0" brushRef="#br0" timeOffset="-33887.58">10094 7103 4618 0,'0'0'732'15,"51"-35"0"-15,-28 21 81 0,-2 3-573 16,-7 5-80-16,-3 1-72 0,-5 2-84 16,0 2 0-16,-2 1 8 0,-4 0-4 15,0 0-8-15,0 2 124 16,-4 6-20-16,-8 8 28 0,-3 11 108 15,-8 6-59-15,-6 5-181 0,7-1 0 16,1-4 0-16,5-3 0 0,5-4 0 16,3-5 0-16,8-4 0 0,4-4 0 15,11-4 0-15,5-3 0 0,7-2 0 16,0-4 0-16,6 0 0 0,2-4-13 16,-2 0-603-16,2 0-184 15,-8 0-1321-15,-6-3-501 0</inkml:trace>
  <inkml:trace contextRef="#ctx0" brushRef="#br0" timeOffset="-33401.86">10410 7068 6026 0,'0'0'529'16,"0"0"-169"-16,-43-14 372 0,32 21-560 16,-3 5 4-16,1 3 21 0,3 3-197 15,-4 2 0-15,3 0 0 16,-1 4 0-16,2-5 0 0,5-1 0 15,-1-3 0-15,6-2 0 0,0-6 0 16,2 0 0-16,7-2 0 0,3-1 0 16,9-3 0-16,-7-1 0 0,3-3 0 15,-1 0 0-15,3 0 0 0,-7 1 0 16,3 1 0-16,-9 1 0 0,-2 0 0 16,-2 0 0-16,2 0 0 0,0 5 0 15,2-1 0-15,1 6 0 16,1 3 0-16,-2 2 0 0,0 4 0 15,5 3 0-15,-7 0 0 0,-2 7 0 16,2 4 0-16,-8 5 0 16,-2 7 0-16,-5 5 0 0,-5 4 0 15,-1 3 0-15,-3-1 0 0,-5-1 0 16,-2-2 0-16,-4-5 0 16,-2-3 0-16,-2-2 0 0,2-8 0 15,2-5 0-15,0-5 0 0,-2-10 0 16,2-7 0-16,0-8 0 0,4-11 0 15,2-9 0-15,-2-13 0 0,2-9 0 16,2-4 0-16,7 0 0 0,6 4 0 16,10 8 0-16,10 3 0 0,13 3 0 15,4 0 0-15,8 2 0 0,6 0 0 16,7-1 0-16,5-2 0 0,5-4 0 16,-12 7-1253-16,1-4-952 0</inkml:trace>
  <inkml:trace contextRef="#ctx0" brushRef="#br0" timeOffset="-30901.09">7667 4875 888 0,'37'9'0'0,"-2"2"-888"0</inkml:trace>
  <inkml:trace contextRef="#ctx0" brushRef="#br0" timeOffset="-30496.63">7683 4529 5670 0,'0'0'704'0,"0"0"-195"0,0 0 251 16,0 0-484-16,-26 36-92 15,13 4-95-15,-1 10-89 0,3 7 0 16,7 2 0-16,2 4 0 0,-2 3 0 16,4-1 0-16,4 3 0 15,-2-2 0-15,-2-1 0 0,0-4 0 16,-2-8 0-16,2-12 0 0,0-11 0 16,0-10 0-16,0-10 0 0,11-8 0 15,1-10 0-15,4-17-925 0,3 1-448 16,-7-10-1164-16</inkml:trace>
  <inkml:trace contextRef="#ctx0" brushRef="#br0" timeOffset="-30260.49">7603 4569 5322 0,'0'0'768'0,"0"0"-352"0,0 0 89 16,-10 36-177-16,10-14-44 15,10 7 168-15,2 4-335 0,7 0-117 16,-1 5 0-16,3 0 0 0,0-2 0 16,-1 0 0-16,1 0 0 0,-4-4 0 15,-3-5 0-15,-3-1 0 16,-1-3 0-16,-4-6-409 0,-2-6-511 16,-2-4-345-16,2-7-3369 0</inkml:trace>
  <inkml:trace contextRef="#ctx0" brushRef="#br0" timeOffset="-29859.34">7789 5010 5278 0,'0'0'1509'0,"0"0"-897"15,29-43 44-15,-11 10-519 0,7-6-137 16,-4-1 0-16,0-5 0 0,-1-3 0 16,7 2 0-16,0-1 0 0,-2 3 0 15,2 2 0-15,0 8 0 0,-7 5 0 16,-3 8 0-16,-3 10 0 0,-8 5 0 15,1 6 0-15,-3 3 0 16,2 11 0-16,-2 17 0 0,-4 11 0 16,-6 12 0-16,-9 11 0 0,1 4 0 15,-3 3 0-15,7 3 0 0,4-7 0 16,2-8 0-16,8-4 0 0,2-11 0 16,9-6 0-16,1-11 0 0,-1-6 0 15,1-12-113-15,-1-5-1428 16,-3-6-4209-16</inkml:trace>
  <inkml:trace contextRef="#ctx0" brushRef="#br0" timeOffset="-28790.73">9279 3700 4321 0,'0'0'453'0,"0"0"-161"0,0 0 24 15,0 0-4-15,0 0-56 0,0 0-20 16,0 0-192-16,0 0 0 0,-10 44 4 16,-17-20-44-16,-4 4 4 0,-6 3 8 15,-4 2-12-15,-3 5 4 0,3 1 40 16,-1 3 20-16,1 2 53 15,10 1 139-15,2 0-108 0,8-1-20 16,11-3-4-16,6-1-124 0,4-1 0 16,14-4-4-16,3-5-8 0,10-2 8 15,10-7-4-15,4-2-16 0,7-1 8 16,0-3-32-16,-1 2-36 16,-6-3 4-16,-10 0-112 0,-14 2-56 15,-11-2 31-15,-8 4-119 0,-12 1 164 16,-13 1 120-16,-6 4-4 0,-9 2-60 15,-5 1 40-15,-1 1 4 16,3 1 0-16,1-3 24 0,9 0 8 16,12-3 20-16,9-2-8 0,10-3-400 15,8-4 116-15,6-1 132 0,7-3-5 16,10-2 157-16,2-1 24 0,4 4 52 16,-6 1-52-16,-3 3 0 0,-7 3-148 15,-7 3-120-15,-6 5 268 16,-4 6 328-16,-10 7 173 0,-11 7-161 15,-3 9-52-15,-3 3-180 0,-6 6 32 16,4-1 228-16,6 0-168 0,9-4-72 16,11-3-12-16,3-6-92 0,17-4-24 15,10-7-316-15,0-12-688 16,10-6-409-16</inkml:trace>
  <inkml:trace contextRef="#ctx0" brushRef="#br0" timeOffset="-28158.08">11065 3714 4514 0,'0'0'464'15,"0"0"180"-15,0 0-40 0,0 0-400 16,0 0-79-16,0 0-101 0,0 0-12 15,48-1 12-15,16 8 120 16,19 1-92-16,-3 2-28 0,-3 4-24 16,-9 5 0-16,-10 6-40 0,-21 6-465 15,-10 5 61-15,-17 3 124 0,-10 3 88 16,-6 5 224-16,-15 3 8 0,-3 4 64 16,-10 4 44-16,-1 0 16 0,-2 4 92 15,0-1-100-15,0 1-16 16,2 2-32-16,1-1-64 0,8-3 0 15,7-4-4-15,13-6-32 0,10-6-208 16,17-7-452-16,10-4 68 0,6-6 139 16,6-5-99-16,-1-1 472 0,1-6 112 15,-2 2 12-15,-6-2 108 16,-8 4 128-16,-4 6 268 0,-4 7-243 16,-9 7-73-16,-8 6 116 0,-2 10-96 15,-10 5-12-15,-3 5 156 0,-7 5-212 16,-5 0-48-16,-6 0 8 15,4-2-80-15,0-4 20 0,0-5 52 16,-4-2-36-16,-6-5 56 0,0-5 141 16,-5-4-153-16,1-6-56 0,-6-6-36 15,-5-5-20-15,-6-4-216 0,10-5-1633 16,-9-8-2517-16</inkml:trace>
  <inkml:trace contextRef="#ctx0" brushRef="#br0" timeOffset="-26097.49">8217 6546 4974 0,'0'0'284'16,"0"0"164"-16,58-8-388 15,0 1-48-15,12-1-8 0,19-1 12 16,10 1-16-16,21-1 0 0,18 2 60 16,24-1-8-16,17 1 80 0,16 0 80 15,14 0-128-15,8-2-32 0,8 2-16 16,0 2-28-16,3 0-4 0,1 3 24 16,-2 0 36-16,3 2 5 0,-13 5-17 15,-8 0-48-15,-13 3-8 16,-24-1-145-16,-15 0-439 0,-52-2-284 15,-20-2-1569-15</inkml:trace>
  <inkml:trace contextRef="#ctx0" brushRef="#br0" timeOffset="21426.93">4603 10161 5178 0,'0'0'868'0,"0"0"-111"0,0 0 211 16,0 0-547-16,0 0-421 0,0 0 0 16,17 59 0-16,-17-22 0 0,0 5 0 15,0 5 0-15,0 7 0 16,4 8 0-16,-4 4 0 0,2 3 0 16,0 1 0-16,-2-3 0 0,-2-2 0 15,0-6 0-15,-2-6 0 0,2-8 0 16,2-9 0-16,0-9 0 0,6-9 0 15,-4-10-153-15,0-5-1424 16,4-8-748-16</inkml:trace>
  <inkml:trace contextRef="#ctx0" brushRef="#br0" timeOffset="21919.26">4672 10120 3405 0,'0'0'2977'0,"0"0"-2676"0,0 0-89 16,0 0 364-16,47-1-252 0,-5-2 20 15,15-2-291-15,8 0-53 0,7 2 0 16,4 0 0-16,5 3 0 15,0 0 0-15,-3 4 0 0,1 0 0 16,-7 4 0-16,-6 1-261 0,-16-2-699 16,-7-1-601-16</inkml:trace>
  <inkml:trace contextRef="#ctx0" brushRef="#br0" timeOffset="22303.51">5614 10067 3961 0,'0'0'809'16,"0"0"-165"-16,0 0 44 0,-18 33-304 15,7-4-15-15,3 6 303 0,6 5-304 16,-2 3-71-16,4 6-297 16,0 4 0-16,-2 8 0 0,2 4 0 15,-2 4 0-15,0 1 0 0,-2 1 0 16,1-3 0-16,3-2 0 0,0-5 0 15,7-2 0-15,-1-8 0 0,4-6 0 16,-6-6-321-16,-2-12-939 16,-2-7-2014-16</inkml:trace>
  <inkml:trace contextRef="#ctx0" brushRef="#br0" timeOffset="22753.38">4620 11067 3949 0,'0'0'2541'0,"0"0"-1468"0,0 0-637 16,58 0-243-16,-11 0-193 0,15 1 0 15,7 0 0-15,3-1 0 0,9 0 0 16,3 0 0-16,1 0 0 16,2 0 0-16,-2-1 0 0,-7 0 0 15,-20 0-889-15,-6-2-1588 0</inkml:trace>
  <inkml:trace contextRef="#ctx0" brushRef="#br0" timeOffset="23360.06">5166 11115 2937 0,'0'0'2497'0,"0"0"-1709"0,0 0-19 16,0 0-433-16,0 0-60 0,-11 59 164 15,11-23-320-15,0 5-91 0,5 1-29 16,1-1 0-16,0 1 0 0,4 2 0 16,-1 1 0-16,-3 1 0 0,0-2 0 15,0-2 0-15,-2 1 0 16,-4-4-441-16,0-3-475 0,-4-11-189 16,-2-4-1908-16</inkml:trace>
  <inkml:trace contextRef="#ctx0" brushRef="#br0" timeOffset="24228.78">5203 11796 1672 0,'0'0'1989'0,"0"0"-1285"0,0 0-195 16,-41 11-257-16,14-5 28 0,0 0 316 16,2 0-300-16,4-3-76 0,5 1 97 15,-1-1-153-15,7 1-24 16,6-3 16-16,2 1-128 0,-2-1 4 16,4 1-32-16,0 1-32 0,6 2 12 15,4 2 12-15,7 0 4 16,1 0 4-16,3-1 4 0,-2 0-4 15,1-1-32-15,5 3-88 0,-8-2-24 16,-1 1 40-16,-3-3-128 0,-7 2 31 16,0 0 5-16,-6-1 28 15,0 2 136-15,-6 1 32 0,-5 4 44 16,-5 0-36-16,-5 2 8 0,1-3 0 16,-1 0-8-16,4-1-8 0,-3 1 12 15,1 0-8-15,0 2-4 0,5-1 4 16,-3 1 0-16,9-1-4 0,6-2 0 15,2-3-16-15,0-2-4 0,0-3 8 16,6 2-40-16,5-2 52 0,9-1-4 16,1-1 4-16,-4 0 0 0,-1 0 0 15,-1 4-8-15,-3-1 4 16,2 4 4-16,1 2-220 0,-5 0 16 16,-2 2 12-16,1 1 156 0,-7-1 36 15,2 0 0-15,0 1 8 16,-4 0-8-16,0-4 20 0,0-2-12 15,0 2 0-15,0-1 92 0,-6 2-52 16,-7 0 0-16,1 0 16 0,-9-1-44 16,1-1 28-16,7-2 144 15,3-2-96-15,0-1-32 0,6-1 32 16,1 0-76-16,1-1-20 0,2 0-8 16,5-1-668-16,-1-3-328 0,12-3-2850 0</inkml:trace>
  <inkml:trace contextRef="#ctx0" brushRef="#br0" timeOffset="24686.17">5067 12325 3961 0,'0'0'621'0,"0"0"-121"16,0 0 208-16,0 0-504 0,0 0-72 16,0 0 152-16,0 0-79 0,43 12-37 15,-33-6 28-15,-1-3-176 16,-3 1-20-16,-2 0-32 0,2 0-256 15,4 2-57-15,-5-1-515 0,1 0 60 16,-2-2 131-16,2 1-307 0,-6-3 119 16,4 0-563-16</inkml:trace>
  <inkml:trace contextRef="#ctx0" brushRef="#br0" timeOffset="25045.95">5098 12348 1812 0,'0'0'2790'15,"0"0"-2030"-15,0 0 44 0,0 0-572 16,0 0-140-16,0 35 189 0,-5-10-121 16,3 5 8-16,2 4 92 15,0 3-144-15,2 7 4 0,3 3 292 16,-5 4-227-16,0 2-185 0,-7 0 0 16,-3-1 0-16,0-1 0 0,-1-4 0 15,1-4 0-15,0-4 0 0,3-6 0 16,5-4 0-16,2-7 0 0,2-5 0 15,15-10-413-15,-7-5-451 0,13-4-2142 16</inkml:trace>
  <inkml:trace contextRef="#ctx0" brushRef="#br0" timeOffset="25771.2">4546 13090 1580 0,'0'0'2806'0,"0"0"-2246"16,37 4-392-16,-6-1 448 15,16-2-112-15,11-1-43 0,4 3 123 16,13-2-208-16,3 1-36 0,-3 1-143 16,-1 1-197-16,-6 0 0 0,-6 0 0 15,-4 1 0-15,-6-1-269 0,-13 0-323 16,-4-1 108-16,-12 0-113 0,-9 0-671 15,-9-1-5-15,-5-1-39 0</inkml:trace>
  <inkml:trace contextRef="#ctx0" brushRef="#br0" timeOffset="26225.34">4525 13158 4730 0,'0'0'828'0,"0"0"-540"0,0 0 172 16,0 0 5-16,0 0-441 0,12 39 40 16,-12-3 116-16,0 9-132 15,2 2 48-15,0 0 100 0,3 6-112 16,-5 2-24-16,0 4 20 0,0-1-52 15,-7 1 4-15,3-3 68 16,-4-4-20-16,6-5 8 0,-2-5 32 0,2-5-120 16,-2-7 0-16,-1-6-20 15,3-8-292-15,2-7-172 0,0-3-1017 16,0-5-328-16,0-2-1568 0</inkml:trace>
  <inkml:trace contextRef="#ctx0" brushRef="#br0" timeOffset="26447.16">4453 13944 4241 0,'0'0'581'16,"45"14"-249"-16,3-12 1020 0,5-2-607 15,11-6-81-15,5-2-387 0,3 0-277 16,2 0 0-16,-1 1 0 0,-5 1 0 15,0 1 0-15,-6 2 0 16,-2 1 0-16,-2 0 0 0,-8 1 0 16,-7-1 0-16,-6-2 0 0,-12 1-465 15,-8-1-427-15,-7 0-213 0,-10-4-2941 0</inkml:trace>
  <inkml:trace contextRef="#ctx0" brushRef="#br0" timeOffset="26834.4">5434 13179 5382 0,'0'0'560'0,"0"0"-180"0,0 0-23 16,-16 46-57-16,6-7 48 0,-1 6 264 15,5 5-359-15,6-2-253 0,2 0 0 16,6-1 0-16,3 2 0 16,-5-3 0-16,4 3 0 0,-6-3 0 15,3-1 0-15,-7-4 0 0,0-1 0 16,0-12-1718-16,-7-5-1427 0</inkml:trace>
  <inkml:trace contextRef="#ctx0" brushRef="#br0" timeOffset="27788.96">5056 13958 4750 0,'0'0'848'0,"0"0"52"16,0 0-375-16,0 0-101 0,4 49-72 16,-4-18-272-16,0 3-8 0,-4 3 12 15,0-1-84-15,2 1 12 0,2-1-12 16,-4 1 0-16,4-2-4 0,4-3-4 15,-4-3-252-15,6-4-140 16,-2-7-781-16,0-6-207 0,-1-4-437 0</inkml:trace>
  <inkml:trace contextRef="#ctx0" brushRef="#br0" timeOffset="28480.32">5108 14423 1948 0,'0'0'2894'0,"0"0"-1870"16,0 0-596-16,0 0-107 0,0 0-89 15,0 0-224-15,0 0 0 0,-37 32 32 16,12-8-32-16,-2-1 4 0,0 1 68 15,2-2-56-15,3-1 32 16,1-1 0-16,2-2-48 0,7-6-8 16,6-4 0-16,6-3-4 0,0-2-12 15,0 2 16-15,10-2 12 0,7-1 60 16,7-2 96-16,5 0-128 16,0-2-12-16,-2-1-28 0,-4 2 4 15,-2 1-4-15,-7 0 0 0,-4 1-40 16,-8 0 20-16,-2 3 4 0,0 3-24 15,-6 1 40-15,-8 4 48 16,-7 3-44-16,2-1 16 0,1-3 8 16,1 0-24-16,7-4-4 0,4-1 0 15,-3-1-20-15,7 0-4 0,-4-2-144 16,2 2 8-16,4-1 80 0,-4-1 12 16,2 2 16-16,2-2 48 0,6 2 0 15,4 1 4-15,7 0 24 0,4 1 76 16,3 0-72-16,3-1 0 15,-4 0-8-15,2 0-4 0,-2 1-16 16,-3 0 0-16,-3 3 8 0,-3-2-8 16,-3-1 0-16,-7 5-36 0,-2-1 8 15,-4 2 12-15,-7 2 0 16,-3-2 16-16,-9 4 32 0,-5-2-28 16,-5 4 20-16,0-1 108 0,4 1-68 15,0-1 32-15,6-1 88 0,2 0-160 16,7 0-12-16,2-2 8 15,4-2-8-15,1 0 8 0,3 0 0 16,-2-1-16-16,4 1-4 0,-8-1 24 16,0 1-12-16,-1-1-4 0,3-4 12 15,0-1-20-15,2-2 0 0,8 0-80 16,6 1-256-16,17-3-24 0,0 2-901 16,0-5-528-16</inkml:trace>
  <inkml:trace contextRef="#ctx0" brushRef="#br0" timeOffset="29053.35">3880 15341 3637 0,'0'0'1681'0,"0"0"-1045"0,-37-5-208 0,37 5 153 16,8-1-321-16,13-3-112 0,22-2 112 15,15-2-48-15,21-4-16 0,16 2-43 16,8 1-153-16,19 2 0 0,21 4 0 16,7 0 0-16,14 2 0 0,3 1 0 15,3 0 0-15,-3 4 0 0,-8-1 0 16,-8 1 0-16,-12 0 0 15,-19 2 0-15,-19-1 0 0,-18 1 0 16,-26-2 0-16,-19-1-101 0,-20 1-499 16,-12-2-1653-16,-16-1-576 0</inkml:trace>
  <inkml:trace contextRef="#ctx0" brushRef="#br0" timeOffset="29460.94">4490 15284 2517 0,'0'0'1292'0,"0"0"-760"0,0 0-439 16,0 0-13-16,0 0-80 0,-44-12 0 15,7 21 52-15,-8 7 252 0,-5 3-48 16,-2 5-28-16,-3 2 152 0,-1 2-200 15,4 1-64-15,-2-1 48 16,9-2-104-16,8-6-28 0,6-2-32 16,14-8-160-16,17-5-240 0,4-5-864 15,9-2-349-15,20-10-688 0</inkml:trace>
  <inkml:trace contextRef="#ctx0" brushRef="#br0" timeOffset="29660.12">4998 15329 1216 0,'0'0'2745'0,"0"0"-2493"0,-31 50-83 15,-2-31 319-15,-8 2-184 0,-13 1 80 16,-6 1-48-16,4 0-216 16,5-2 32-16,3-2 56 0,9-6-188 15,10-2-20-15,8-5-112 0,11-4-292 16,10-2-120-16,23-7-665 0,1 0 1 15,7-4-21-15</inkml:trace>
  <inkml:trace contextRef="#ctx0" brushRef="#br0" timeOffset="29848.17">5687 15330 2977 0,'0'0'292'0,"45"0"124"0,-35 2 509 15,-10 3-537-15,-10 7-124 16,-15 8 272-16,-12 5-428 0,-8 4-84 0,-5-1-24 15,2-3-24-15,7 0-12 16,-4 0 0-16,5-5-152 0,3-1 32 16,12-7-244-16,3-4-88 0,13-3-81 15,9-5-475-15,4 0-89 0,13-4-387 16</inkml:trace>
  <inkml:trace contextRef="#ctx0" brushRef="#br0" timeOffset="29987.89">6177 15413 5710 0,'39'4'684'16,"-12"4"-528"-16,-11 5 325 0,-18 7 131 16,-18 5-520-16,-16 8-28 0,-11 5 40 15,-11-2-104-15,-6 2-4 0,2-2-508 16,-2 0-264-16,16-10-325 0,9-2-1880 0</inkml:trace>
  <inkml:trace contextRef="#ctx0" brushRef="#br0" timeOffset="31934.55">4021 8727 1712 0,'0'0'8'0,"0"0"1773"0,0 0-1397 16,0 0 24-16,0 0 361 15,0 0-385-15,0 0-60 0,0 0 124 16,0 0-236-16,0 18-19 0,31-11 263 16,10-1-172-16,19-1-12 0,18-4 76 15,11-1-264-15,15 0-20 0,18 0-3 16,10 0-61-16,19 0 0 16,12 0 0-16,11-1 0 0,4-1 0 15,1 2 0-15,-1 1 0 0,-10 1 0 16,-13 1 0-16,-15-2 0 0,-20-1 0 15,-25 0-305-15,-16 0-323 0,-36 0-309 16,-12-4-2044-16</inkml:trace>
  <inkml:trace contextRef="#ctx0" brushRef="#br0" timeOffset="32412.56">4546 8302 5130 0,'0'0'296'0,"-42"34"-228"0,7-6-28 0,-4 4-40 0,-9 4 8 16,-3 5 0-16,-7 1-8 0,6 0 0 15,2-2-464-15,9-2-244 16,10-7-37-16,10-10-635 0,11-8-493 0</inkml:trace>
  <inkml:trace contextRef="#ctx0" brushRef="#br0" timeOffset="32619.17">5333 8353 3365 0,'0'0'1841'16,"-25"33"-1613"-16,-2-4-216 0,-8 3 16 15,-8 0-20-15,-3-2-8 0,1 0 0 16,4-2-24-16,3-3-88 16,12-3-288-16,5-5-100 0,6-6-221 15,11-4-1228-15</inkml:trace>
  <inkml:trace contextRef="#ctx0" brushRef="#br0" timeOffset="32835.99">6044 8199 3397 0,'0'0'1973'15,"0"0"-1493"-15,-53 31-288 16,9-10-108-16,-6 5-52 0,-3 2-20 15,-5 0 0-15,2 3-24 0,9-3 8 16,7 2-60-16,9-2 8 0,11-2-160 16,3-6-280-16,7-4-128 0,10-7-413 15,6-6 425-15,8-3 64 0,7-3-753 0</inkml:trace>
  <inkml:trace contextRef="#ctx0" brushRef="#br0" timeOffset="32974.65">6485 8283 5046 0,'0'0'692'16,"-48"47"-188"-16,7-13 489 0,-7 1-713 15,-10 3-44-15,5 1 64 0,1-4-284 16,4-1-16-16,11-2-260 0,6 1-748 16,10-10-373-16,5-1-1933 0</inkml:trace>
  <inkml:trace contextRef="#ctx0" brushRef="#br0" timeOffset="33626.11">5178 8782 2012 0,'0'0'3090'0,"0"0"-2462"0,0 0 64 16,0 0-427-16,0 36-45 0,0-10 212 16,-2 2-180-16,2-1-88 0,0-3 36 15,0 2-168-15,0-1 0 16,0-1-16-16,0-2-4 0,2-1-24 16,2-4-160-16,2-2-428 0,3-3-100 15,-7-5-1301-15,2-3-433 0</inkml:trace>
  <inkml:trace contextRef="#ctx0" brushRef="#br0" timeOffset="34334.86">5217 9164 2201 0,'0'0'1332'16,"0"0"-263"-16,0 0-645 0,0 0 96 15,0 0 40-15,0 0-436 16,38-4-64-16,-38 7 24 0,0 2-56 16,0 5 32-16,-17 4 105 0,-2 1-109 15,-7 3 24-15,-1 0-28 0,0-3-40 16,2 1-12-16,2-3 8 0,3 0-4 16,3-3-4-16,7-2 4 0,6-3 0 15,4-3-8-15,0-1-20 16,10 2-72-16,11-3 48 0,-1 0-8 15,7 0-93-15,0 0-43 0,-6 0-120 16,-5 0 196-16,-1 0 44 0,-3 2-124 16,-4-1-52-16,-8 2-64 0,2 1-188 15,-2 0 123-15,-2 2 101 16,-2-1 224-16,0 2 52 0,-2-1 12 16,0-1 104-16,-3 0 24 0,3 0-28 15,0 0 145-15,-4 1-37 0,-7 2 60 16,-1 1 156-16,-1-1-268 0,5 1 16 15,-1-3 96-15,9-1-204 16,0-2-16-16,6 0-52 0,-4 0-8 0,4 1-20 16,0 2 0-16,10-1-32 15,0 1 20-15,5 0-44 0,3-1-80 16,3 1-24-16,-2-2-228 0,-3-1 188 16,1 1 164-16,-3-1-120 15,-2 0 108-15,-3 0 68 0,-3-2 0 16,-6 3-4-16,2-2-64 0,-2 4 0 15,-6 2 68-15,-7 2 16 0,-5 2 156 16,-1-1 52-16,5-1 48 0,-3 0 200 16,3-2-244-16,3-1-48 0,5 0 12 15,0-2-168-15,2-3-24 16,4 1-16-16,-4 0-592 0,2-2-548 0</inkml:trace>
  <inkml:trace contextRef="#ctx0" brushRef="#br0" timeOffset="34658.4">5118 9639 4454 0,'0'0'2265'0,"0"0"-1841"0,0 0 88 16,-10 44 25-16,6-15-537 0,4 6 0 16,-2 1 0-16,2-1 0 0,-2 4 0 15,0-1 0-15,-3 1-265 0,3-2-347 16,-8-5-593-16,6-12-347 0,-6-6-2338 0</inkml:trace>
  <inkml:trace contextRef="#ctx0" brushRef="#br0" timeOffset="37557.24">5953 14148 5630 0,'0'0'612'0,"0"0"-275"0,-14 42 291 16,10-14-408-16,2 4 32 0,2 0 236 16,0 5-463-16,0-2-25 0,0 4 0 15,0 1 0-15,0 0 0 0,2 0 0 16,-2 0 0-16,0-4 0 0,0-3 0 15,0-3 0-15,0-6 0 16,2-5 0-16,0-5 0 0,-2-7-229 16,4-2-1464-16,-2-4 33 0,6-2-645 0</inkml:trace>
  <inkml:trace contextRef="#ctx0" brushRef="#br0" timeOffset="38262.88">5943 14484 4810 0,'0'0'676'0,"0"0"653"0,0 0-437 0,0 0-407 0,0 0-485 15,0 0 0-15,0 0 0 16,0 0 0-16,62-38 0 0,-25 26 0 16,0 1 0-16,-4 4 0 0,-2 1 0 15,-10 4 0-15,0 2 0 16,-11 0 0-16,-4 2 0 0,-2 5 0 16,-4 3 0-16,-10 4 0 0,2 1 0 15,-5 2 0-15,-3 0 0 0,1 0 0 16,-5 1 0-16,3 1 0 0,1 0 0 15,-3 0 0-15,7-3 0 16,1 0 0-16,5-3 0 0,2-1 0 0,4-1 0 16,0-5 0-16,0-1 0 15,0-1 0-15,0 1 0 0,0 1 0 16,6 0 0-16,0 0 0 0,7 0 0 16,3 1 0-16,5-3 0 0,0 0 0 15,6-3 0-15,-1-1-653 0,-9 0-1432 16,4-2-216-16</inkml:trace>
  <inkml:trace contextRef="#ctx0" brushRef="#br0" timeOffset="38639.47">6369 14602 6202 0,'0'0'1517'0,"0"0"-1044"0,0 0-473 0,0 0 0 0,-15 41 0 15,9-14 0-15,2 4 0 16,2-2 0-16,2 0 0 0,6-2 0 16,-2-1 0-16,2-4 0 0,-1-5 0 15,1-4 0-15,-4-8 0 0,2-4 0 16,-4-4-1810-16</inkml:trace>
  <inkml:trace contextRef="#ctx0" brushRef="#br0" timeOffset="40687.64">6106 11654 3057 0,'0'0'2337'0,"0"0"-1541"0,0 0 129 15,0 0-473-15,-27 42-164 16,21-13 49-16,4 7-337 0,2 2 0 16,4-2 0-16,7 5 0 0,-5 1 0 15,2 5 0-15,-2 3 0 16,-2 2 0-16,-4-1 0 0,0-4 0 15,-4-2 0-15,4-9 0 0,-4-5 0 16,2-9-193-16,2-7-1195 0,0-6-221 16,0-9-608-16</inkml:trace>
  <inkml:trace contextRef="#ctx0" brushRef="#br0" timeOffset="41059.51">6143 12013 4510 0,'0'0'628'16,"0"0"596"-16,0 0-451 0,0 0-321 15,0 0 116-15,0 0-531 16,36-37-37-16,-7 29 0 0,2 3 0 15,-7 3 0-15,-3 2 0 0,-4 1 0 16,-5 3 0-16,-4 0 0 0,-6 0 0 16,-2 4 0-16,-2 3 0 15,-8 7 0-15,-11 4 0 0,1 2 0 16,-7 1 0-16,0 1 0 0,0 2 0 16,6-2 0-16,7-2 0 0,3-2 0 15,11-3 0-15,0-5 0 0,11-1 0 16,9-1 0-16,5-5 0 0,8 0 0 15,5-2 0-15,-1-2 0 0,4 0-257 16,-14-2-1248-16,0-1-1008 0</inkml:trace>
  <inkml:trace contextRef="#ctx0" brushRef="#br0" timeOffset="42133.11">6501 12268 4818 0,'0'0'816'0,"0"0"-284"0,0 0 549 15,56-10-617-15,-23 5-92 0,-6 1-263 16,-2 3-109-16,-3 1 0 0,-7 2 0 15,-5 2 0-15,-6-1 0 0,-4 4 0 16,0 7 0-16,-8 5 0 0,-2 3 0 16,-3 3 0-16,-5-2 0 0,5-4 0 15,5 0 0-15,6 0 0 16,2-3 0-16,2 2 0 0,10-3 0 16,11-2 0-16,4-2 0 0,8-1 0 15,7-6 0-15,7-4 0 16,3-1 0-16,-11-4-1425 0,-4-7-1333 0</inkml:trace>
  <inkml:trace contextRef="#ctx0" brushRef="#br0" timeOffset="42714.82">6177 9126 6767 0,'0'0'632'0,"0"0"-276"0,0 0 81 0,0 0-437 0,0 0 0 16,8 33 0-16,2-3 0 0,0 9 0 15,3 4 0-15,-3 3 0 16,-1 1 0-16,-3 1 0 0,-2-3 0 16,-2-4 0-16,2-4 0 0,-4-5 0 15,0-6 0-15,0-6-549 0,0-7-868 16,-4-6-820-16</inkml:trace>
  <inkml:trace contextRef="#ctx0" brushRef="#br0" timeOffset="43053.05">6212 9442 5362 0,'0'0'1048'0,"0"0"-483"16,20-36 423-16,-3 23-759 0,4 0-229 15,10-1 0-15,0 1 0 0,0 2 0 16,2 1 0-16,-2 1 0 0,-9 2 0 15,-3 4 0-15,-2 1 0 16,-13 2 0-16,-2 2 0 0,-2 4 0 16,-2 6 0-16,-13 3 0 0,-8 7 0 15,-1 1 0-15,-3 1 0 0,2 1 0 16,2-2 0-16,3-1 0 0,3-3 0 16,7-5 0-16,8-1 0 15,2-2 0-15,8-3 0 0,2-1 0 16,7-2 0-16,3 0 0 0,1-3 0 15,0 0 0-15,-1 0 0 0,3-1 0 16,-2 1 0-16,0 0-757 0,-7 1-1748 16,-2-3-1053-16</inkml:trace>
  <inkml:trace contextRef="#ctx0" brushRef="#br0" timeOffset="43718.36">6623 9481 5322 0,'0'0'776'0,"0"0"-231"0,0 0 483 0,0 0-864 15,0 0-40-15,35-7 109 0,-10 4-233 16,2 0 0-16,0 3 0 0,-5 0 0 16,-1 0 0-16,-6 4 0 15,-5-2 0-15,-10 0 0 0,4 3 0 16,-4 3 0-16,-10 5 0 0,-1 2 0 15,-7-1 0-15,-3-1 0 0,3-1 0 16,-3-4 0-16,2 1 0 0,7-4 0 16,6-1 0-16,-3-1 0 0,9-1 0 15,-2 1 0-15,4 2 0 16,7 4 0-16,7 1 0 0,5 2 0 16,6-1 0-16,-5 2 0 0,3-3 0 15,0 1 0-15,-4 2 0 0,-5 0 0 16,-3 0 0-16,-5 1 0 0,-8 2 0 15,-10 0 0-15,-5 2 0 16,-10 0 0-16,3-4 0 0,-5-1 0 16,6-3 0-16,0-3 0 0,1-2 0 15,3-3 0-15,7-1-1557 0,-5-1-1349 16</inkml:trace>
  <inkml:trace contextRef="#ctx0" brushRef="#br0" timeOffset="48013.13">4740 13379 1748 0,'0'0'1885'15,"0"0"-1229"-15,0 0 253 0,0 0-77 16,0 0-171-16,0 0 291 0,0 0-488 15,0 0-379-15,0 0-85 0,-10-22 0 16,-5 9 0-16,-12-3 0 16,-4-4 0-16,-12 1 0 0,-5-1 0 15,-8 2 0-15,-3 4 0 0,-4 6 0 16,-5 5 0-16,-2 7 0 0,2 7 0 16,6 3 0-16,10 1 0 0,17-3 0 15,14-4 0-15,13-2 0 0,8-5 0 16,6-1-429-16,-2-1-719 0,13-9-2078 0</inkml:trace>
  <inkml:trace contextRef="#ctx0" brushRef="#br0" timeOffset="48752.31">2975 13129 4846 0,'0'0'1008'0,"0"0"-516"0,0 0 189 0,-9 47-249 16,1-12-180-16,-2 4 40 0,1-1-212 15,3-4-16-15,6-3-19 0,-6 0-45 16,6-3 0-16,-4-4 0 0,0-3 0 16,2-6 0-16,2-7 0 15,0-5 0-15,0-2 0 0,0-1 0 16,0-3 0-16,2-10 0 0,6-12 0 16,2-5 0-16,3-6 0 0,1-2 0 15,3 0 0-15,-1-2 0 0,1 2 0 16,1 3 0-16,3 7 0 0,-4 10 0 15,-7 6 0-15,-6 10 0 0,2 2 0 16,-2 2 0-16,3 11 0 16,-3 4 0-16,2 5 0 0,-6 1 0 15,0-3 0-15,0-4 0 0,2-5 0 16,0-2 0-16,0-4 0 0,2-1 0 16,7-3 0-16,7-2 0 15,5-8 0-15,4-5 0 0,2-3 0 16,-4-1 0-16,-3 5 0 0,-3 2 0 15,-7 6 0-15,-1 3 0 0,-3 4 0 16,-2 11 0-16,5 8 0 16,-7 6 0-16,2 5 0 0,-6-1 0 15,4-1 0-15,2-1 0 0,-2-5 0 16,5-2 0-16,1-4 0 0,4-4 0 16,-1-4 0-16,1-3 0 0,1-6-1794 15,-5-1-1059-15</inkml:trace>
  <inkml:trace contextRef="#ctx0" brushRef="#br0" timeOffset="48956.37">3653 13368 2705 0,'0'0'4442'0,"-11"34"-4230"16,3-3 212-16,2 5-15 0,4 1-409 15,2 1 0-15,0-3 0 16,2-1 0-16,4-5 0 0,2-5 0 0,3-4 0 16,-5-6 0-16,0-6-277 15,-4-5-1360-15,-2-7-1008 0</inkml:trace>
  <inkml:trace contextRef="#ctx0" brushRef="#br0" timeOffset="49485.55">4818 10592 344 0,'0'0'2933'0,"0"0"-2329"0,27-44-67 15,-16 30 331-15,-5 2-444 0,-2 2 88 16,-4 3 225-16,-4-1-245 0,-13 1-64 15,-16 2-115-15,-12 2-313 0,-17 3 0 16,-6 1 0-16,-3 8 0 16,-5 2 0-16,6 4 0 0,7 0 0 15,10-1 0-15,7 1 0 0,13-3 0 16,6-1 0-16,7-4 0 16,9-2-929-16,5-2-828 0</inkml:trace>
  <inkml:trace contextRef="#ctx0" brushRef="#br0" timeOffset="50165.5">2964 10340 5082 0,'0'0'876'0,"0"0"-688"0,-20 46 221 0,9-13 207 15,-1 5-376-15,4-2-96 16,3 0-60-16,3 2-72 0,2-5-8 16,0-3 68-16,0-4 48 0,0-6 44 15,0-5 17-15,0-6-181 0,0-4 0 16,0-3 0-16,0-2 0 0,0-3 0 15,2-13 0-15,7-12 0 16,7-10 0-16,5-6 0 0,4-1 0 16,-3 2 0-16,1 4 0 0,-2 6 0 15,-5 9 0-15,-5 11 0 0,-3 8 0 16,-8 5 0-16,0 9 0 16,2 6 0-16,0 10 0 0,-2 1 0 15,6 2 0-15,-6-6 0 0,4-7 0 16,3-2 0-16,-3-3 0 0,2-5 0 15,0-3 0-15,5-3 0 0,-1-7 0 16,4-3 0-16,3-3 0 0,-7-3 0 16,7 1 0-16,-7 1 0 0,0 4 0 15,3 5 0-15,-5 3 0 16,-2 3 0-16,5 4 0 0,-5 9 0 16,4 8 0-16,5 7 0 0,-5 5 0 15,0 0 0-15,-1-2 0 0,-1-3 0 16,2-2 0-16,1-4 0 0,-1 0 0 15,0-8 0-15,1-3-533 16,-3-9-1716-16</inkml:trace>
  <inkml:trace contextRef="#ctx0" brushRef="#br0" timeOffset="50616.68">3537 10597 6450 0,'0'0'757'0,"0"0"-77"0,0 0-375 0,37-16-305 15,-6 7 0-15,0 0 0 0,0 4 0 16,-8 1 0-16,-7 4 0 16,-5 1 0-16,-5 5 0 0,-6 6 0 15,0 5 0-15,-6 4 0 0,-7 3 0 16,-1 1 0-16,-3-2 0 0,-1 2 0 15,5-2 0-15,3-5 0 0,4-4 0 16,6-5 0-16,0-3 0 0,8-1 0 16,6 1 0-16,7-1 0 0,4 1 0 15,2-1 0-15,-2 1 0 16,1 3 0-16,1-1 0 0,0 3 0 16,-4-3 0-16,-4-1-1205 0,-9-6-896 0</inkml:trace>
  <inkml:trace contextRef="#ctx0" brushRef="#br0" timeOffset="52427.83">4686 13991 4261 0,'0'0'1633'0,"0"0"-824"15,0 0 299-15,0 0-727 0,0 0-381 16,-2 43 0-16,0-10 0 16,-2 6 0-16,0 1 0 0,2-3 0 15,-2 0 0-15,1-2 0 0,3-1 0 16,0-3 0-16,0-2 0 0,0-2 0 15,0-6 0-15,-2-3-225 16,2-8-919-16,-2-2-361 0</inkml:trace>
  <inkml:trace contextRef="#ctx0" brushRef="#br0" timeOffset="52683.16">4446 14481 4890 0,'0'0'1304'15,"0"0"-507"-15,0 0 404 0,42 4-1201 16,-11-3 0-16,2 0 0 15,0 3 0-15,-2-2 0 0,-2-1 0 0,2 2 0 16,2-1 0-16,-10-1 0 0,-1-1 0 16,-5 0-1549-16,-5-2-4582 0</inkml:trace>
  <inkml:trace contextRef="#ctx0" brushRef="#br0" timeOffset="53516.89">4351 14521 6258 0,'0'0'521'0,"0"0"35"0,0 0 72 16,0 0-524-16,0 0-56 0,0 0-40 15,-31 43 8-15,25-25-16 0,2 1 20 16,2-2-4-16,2-2-16 0,2 2 17 15,2-6-17-15,-2-1 0 16,2-3 0-16,0-2 0 0,-4-1 0 16,2 0 0-16,3-1-61 0,-1 0-239 15,2 0-336-15,-4-2 64 16,6-1 75-16,-4-1-375 0,3-2 108 16,-1-3 119-16,2 4-63 0,-2-3 480 15,0 3 144-15,-1-2 84 0,-3 2 168 16,2-1 192-16,-4 2 224 0,2-1-324 15,2 2-15-15,0 0 167 16,-2 0-160-16,2 6-48 0,5 1 196 16,1 1-152-16,9 3 0 0,5-2 249 15,7-3-173-15,7-1 0 0,-1-5 272 16,4 0-351-16,0-6-245 0,-3-1 0 16,-7 0 0-16,-4-4 0 0,-11 4 0 15,-3 0 0-15,-9-1-261 0,-4 2-2112 16,-2-5-1789-16</inkml:trace>
  <inkml:trace contextRef="#ctx0" brushRef="#br0" timeOffset="53845.28">4852 14474 5518 0,'0'0'1613'0,"-5"63"-881"0,-1-21-403 16,-4-1-329-16,4 3 0 0,-1-6 0 15,3-4 0-15,8-4-137 0,-1-10-827 16,5-4-2294-16</inkml:trace>
  <inkml:trace contextRef="#ctx0" brushRef="#br0" timeOffset="54201.78">4583 14723 5194 0,'0'0'1208'15,"-4"32"-683"-15,-3-3 387 0,1 5-559 16,0 5-353-16,2 5 0 0,0 1 0 15,2 0 0-15,2-3 0 16,2-3 0-16,2-5 0 0,-2-4 0 16,2-7 0-16,0-6 0 0,-4-9 0 15,0-3-433-15,-4-5-1088 0</inkml:trace>
  <inkml:trace contextRef="#ctx0" brushRef="#br0" timeOffset="54903.34">4715 11142 4998 0,'0'0'952'16,"0"0"-460"-16,-16 54 57 0,11-20-21 16,3 4-320-16,2 2-8 0,0 5 12 15,0 2-172-15,0 3-27 16,0 2-13-16,0 0 0 0,0-3 0 16,0-2 0-16,0-5 0 0,2-4-29 15,3-6-307-15,-5-6-248 0,0-6-117 16,0-7-1155-16,-5-5-637 0</inkml:trace>
  <inkml:trace contextRef="#ctx0" brushRef="#br0" timeOffset="55134.31">4457 11823 4410 0,'0'0'680'0,"0"0"-256"0,41 20 564 15,-12-15-339-15,6 0-169 16,2-4 81-16,5 0-561 0,-9-1 0 16,4 1 0-16,-2-1 0 0,-4 1 0 15,0-1 0-15,-10 1 0 16,-5-1-713-16,-5 0-1156 0,-1-1-368 0</inkml:trace>
  <inkml:trace contextRef="#ctx0" brushRef="#br0" timeOffset="55695.7">4341 11787 1116 0,'0'0'2193'0,"0"0"-1869"0,0 0 392 0,0 0-355 0,-8 48-65 0,16-18 212 0,-8 3-252 15,2-2-128-15,-2 0-24 0,0-4-88 16,0-2 24-16,0 0 8 0,0-6-48 16,0-2 0-16,0-4-12 15,0-6-392-15,0-2-284 0,0-2-1417 0</inkml:trace>
  <inkml:trace contextRef="#ctx0" brushRef="#br0" timeOffset="55895.75">4413 12141 4081 0,'0'0'276'0,"54"3"33"0,-17-10 527 16,7-4-572-16,3 0-40 0,5 1 12 15,0 1-116-15,-5 4-32 16,1 2-88-16,-7 3-116 0,-8 2-32 16,-4 4 16-16,-10-1 68 0,-7 0 4 15,-6-2-248-15,-4 0-84 16,-2-1-216-16,-6-1-2418 0</inkml:trace>
  <inkml:trace contextRef="#ctx0" brushRef="#br0" timeOffset="56117.96">4761 11882 5866 0,'0'0'304'0,"6"-34"137"15,-2 19-205-15,-4 5-132 0,0 4-48 16,0 3-52-16,0 3 12 0,0 0-16 16,2 6-28-16,2 10 28 0,2 13 8 15,1 9 24-15,-3 2 64 16,0 1 60-16,-4-4-80 0,0-1-12 16,-4-1-64-16,4-5 0 0,-2-1-324 15,2-9-1517-15,0-3-388 0</inkml:trace>
  <inkml:trace contextRef="#ctx0" brushRef="#br0" timeOffset="56545.75">4657 12114 2645 0,'-6'33'3645'0,"0"4"-3160"0,2 8-113 0,4 4 252 16,0 3-448-16,0 5-68 0,6 2 29 16,4 6-137-16,-2 4 0 0,1 2 0 15,-5-1 0-15,0 0 0 0,-4-6 0 16,0-4 0-16,-4-9 0 0,-2-11 0 15,-3-12 0-15,-1-12-225 0,2-11-1764 16,-3-10-1228-16</inkml:trace>
  <inkml:trace contextRef="#ctx0" brushRef="#br0" timeOffset="57210.46">4725 8808 5842 0,'0'0'160'0,"-4"48"-100"16,2-15 384-16,-4-1-203 0,4 1 67 15,0 1 76-15,2 0-308 0,0-2-8 16,0-3-36-16,0-1-32 0,0-1 0 16,0-4-260-16,0 1-276 15,0-5-157-15,0-5-1356 0,0-2-636 0</inkml:trace>
  <inkml:trace contextRef="#ctx0" brushRef="#br0" timeOffset="57443.75">4498 9275 4818 0,'0'0'860'0,"0"0"-444"0,0 0 65 16,0 0-97-16,0 0-92 0,37 14 52 15,-10-9 132-15,6-1-355 0,6-2-121 16,-1-2 0-16,-1 0 0 0,-6 0 0 15,0 0 0-15,-8 1 0 0,-3 1 0 16,-5 1-109-16,-9-2-1075 16,0-1-457-16</inkml:trace>
  <inkml:trace contextRef="#ctx0" brushRef="#br0" timeOffset="57893.77">4453 9149 3661 0,'0'0'484'0,"-11"35"141"15,9-13-53-15,2 3-220 0,0 0 196 16,0 1-296-16,0-1-67 16,-4-1-29-16,2-3-152 0,0 1-4 15,0-5-60-15,-2-1-345 0,2-5-391 16,-2-2-1477-16</inkml:trace>
  <inkml:trace contextRef="#ctx0" brushRef="#br0" timeOffset="58070.89">4477 9481 4037 0,'0'0'1221'0,"44"0"-605"15,-13-3 145-15,4-3 79 16,2 1-556-16,4 3-236 0,5 1-44 15,-1 1 4-15,1 0-8 0,-3 0 0 16,-1 1-36-16,-5 1-44 0,-10-1-176 16,-5-1-108-16,-7 0-84 0,-7 0-865 15,-2 0-316-15,-6-5-1352 0</inkml:trace>
  <inkml:trace contextRef="#ctx0" brushRef="#br0" timeOffset="58287.59">4924 9196 5158 0,'0'0'756'0,"-21"47"-55"0,15-22-289 15,-2-1-260-15,6-2 4 16,2 1-156-16,0-2 0 0,6 1-176 15,-2-1-304-15,2 0-157 0,-4 1-971 16,0-6 91-16,-2-2-1148 0</inkml:trace>
  <inkml:trace contextRef="#ctx0" brushRef="#br0" timeOffset="58601.73">4686 9524 5626 0,'0'0'832'0,"2"41"-459"0,-2-7 443 15,-4 2-464-15,2 5-159 0,-2 2-193 16,2 0 0-16,0 1 0 0,2-2 0 16,0-1 0-16,2-3 0 0,0 0-105 15,-2 1-643-15,0-3-173 16,-4-11-1236-16,-2-4-428 0</inkml:trace>
  <inkml:trace contextRef="#ctx0" brushRef="#br0" timeOffset="59510.65">3793 9032 5210 0,'0'0'668'15,"0"0"305"-15,0 0-369 0,-41-22-340 16,16 22 48-16,-2 6-196 0,0 10-71 15,-4 6-45-15,4 8 0 0,-4 7 0 16,5 7 0-16,1 1 0 16,4 1 0-16,9-1 0 0,3-3 0 15,7-4 0-15,6-5 0 0,9-6 0 16,3-5 0-16,9-6 0 0,2-5 0 16,8-4 0-16,4-5 0 15,3-2 0-15,-5 0 0 0,0-4-337 16,-2-2-423-16,-14 0-281 0,-4-2-2364 0</inkml:trace>
  <inkml:trace contextRef="#ctx0" brushRef="#br0" timeOffset="59951.73">3897 9285 6947 0,'0'0'520'0,"0"0"-92"16,0 0-131-16,0 0-297 0,41-16 0 16,-16 10 0-16,2 4 0 15,-1 0 0-15,-1 2 0 0,-4 3 0 16,-5 3 0-16,-3 1 0 0,-5 3 0 16,-2-1 0-16,-6 3 0 0,-4 1 0 15,-4-5 0-15,-5 3 0 16,1-4 0-16,-9 0 0 0,5 0 0 15,-9-1 0-15,6-3 0 0,5-1 0 16,4-1 0-16,6-1 0 0,1 0 0 16,3 0 0-16,0 0 0 0,7 0 0 15,3 0 0-15,4 4 0 0,5 0 0 16,0 2 0-16,-3 1 0 16,-1 0 0-16,-3 1 0 0,0 2 0 15,-1 1 0-15,-1 0 0 0,-2 2 0 16,-8 2 0-16,-6 0 0 15,-6 4 0-15,-7 2 0 0,-6 0 0 0,-1-2 0 16,1 0 0-16,2-1 0 16,2-5 0-16,-1-1 0 0,7-5-193 15,5-2-1340-15</inkml:trace>
  <inkml:trace contextRef="#ctx0" brushRef="#br0" timeOffset="60604.53">3632 11587 6807 0,'0'0'748'0,"-66"14"-228"0,22 2-403 16,1 3-117-16,2 8 0 0,-1 3 0 15,9 5 0-15,4 1 0 0,11 1 0 16,9 0 0-16,7-2 0 0,9 0 0 15,5-2 0-15,9-4 0 0,8-2 0 16,-3-6 0-16,5-2 0 0,-2-7 0 16,0-4 0-16,-2-3 0 0,-2-5 0 15,-2-2-537-15,-3-3-780 16,-5-4-3441-16</inkml:trace>
  <inkml:trace contextRef="#ctx0" brushRef="#br0" timeOffset="60883.61">3669 11903 5250 0,'0'0'1196'16,"0"0"-623"-16,0 0 11 0,0 0-68 16,52-23-443-16,-29 16-73 0,-3 3 0 15,-5 3 0-15,-5 1 0 0,0 0 0 16,-10 1 0-16,5 1 0 0,-5 5 0 15,0 5 0-15,-5 6 0 0,-5 6 0 16,-7 3 0-16,3 0 0 0,2-2 0 16,-1-3 0-16,5 0 0 0,4-4 0 15,0 0 0-15,8-2 0 16,6-2 0-16,5 0 0 0,9-2 0 16,10-1 0-16,-1-4 0 0,8 0 0 15,-2-1 0-15,-4-2-1561 16,-4-2-733-16</inkml:trace>
  <inkml:trace contextRef="#ctx0" brushRef="#br0" timeOffset="61642.8">3527 14187 6270 0,'0'0'1229'15,"0"0"-609"-15,-36-37-547 0,24 35-73 16,-9 5 0-16,1 8 0 0,-7 7 0 15,2 5 0-15,2 4 0 16,5 4 0-16,5 2 0 0,3 3 0 16,0 0 0-16,5 1 0 0,5-2 0 15,5-3 0-15,1-5 0 0,8-6 0 16,3-4 0-16,8-7 0 16,1-1 0-16,1-8 0 0,6-2 0 15,0-9-577-15,-6 2-1712 0,-4-3-820 0</inkml:trace>
  <inkml:trace contextRef="#ctx0" brushRef="#br0" timeOffset="61844.47">3758 14398 6498 0,'0'0'1221'0,"0"0"-748"0,0 0-473 15,-4 43 0-15,4-11 0 16,-2 7 0-16,2 0 0 0,0-1 0 16,0-1 0-16,0-3 0 0,-4-2 0 15,-3-2 0-15,3-10 0 0,-2-2-1121 16</inkml:trace>
  <inkml:trace contextRef="#ctx0" brushRef="#br1" timeOffset="95769.46">13728 8430 4301 0,'0'0'793'15,"0"0"-757"-15,0 48 16 0,0-16 152 16,0 6-124-16,0 6-52 0,0 6 24 16,0 9-52-16,0 5 4 15,2 9 12-15,-2 3-12 0,0 6-4 16,0 4 0-16,0 4 20 0,0 6-12 15,0 5 196-15,-2 4-164 0,-2 4 4 16,-7 5-44-16,-3 3 20 16,1 2-20-16,-3-3 0 0,1-2 0 15,1-5 0-15,2-7 64 0,-3-4 88 16,-1-8-20-16,1-10-32 16,-1-10-96-16,-1-11-4 0,0-9-268 15,3-13-144-15,4-15-268 0,-1-10-1229 16,9-13-1132-16</inkml:trace>
  <inkml:trace contextRef="#ctx0" brushRef="#br1" timeOffset="96373.61">13618 8378 6571 0,'0'0'428'0,"52"6"-404"0,-3-4 36 16,13-1-44-16,11-1 4 0,12 0 44 16,10-2-64-16,16 1 0 0,15-2 12 15,5 1-4-15,11 1-8 0,-5 2 0 16,-11 6-44-16,-10 5-396 0,-11 1-569 16,-16 2 333-16,-6 0 280 0,-19-2 107 15,-7 0 237-15,-11-2 52 16,-15-2 60-16,-12-1-19 0,-5 3 31 15,-10-2 148-15,-4 3-92 0,-8 0 8 16,-4 0 48-16,-7 2-168 0,0 2 0 16,-1 3 16-16,-1 4-20 15,0 4 32-15,5 10 392 0,-3 7-220 16,-4 7-80-16,7 7 44 0,-5 4-44 16,-4 7 0-16,5 6 37 0,3 7-97 15,5 10 0-15,1 6 76 16,3 4-48-16,-2 3 48 0,4 3 152 15,-1 5-172-15,-1-2-4 0,2 2 68 16,0-2-136-16,0-5 12 0,-3-7-3 16,3-1-69-16,0-8 0 0,-2-9 0 15,-3-6 0-15,5-6-101 0,-4-13-367 16,4-9-28-16,-5-10 28 16,11-15-1461-16,-10-7-1065 0</inkml:trace>
  <inkml:trace contextRef="#ctx0" brushRef="#br1" timeOffset="96605.83">13502 11014 3141 0,'0'0'2297'0,"0"0"-1549"0,0 0-363 0,0 0-181 0,58 1 324 16,17-6 36-16,24-4-239 0,27-3-325 16,10-2 0-16,11 0 0 0,6 1 0 15,-6 3 0-15,-15 6 0 0,-18 4 0 16,-23 2-237-16,-33 3-1264 16,-13-4-4401-16</inkml:trace>
  <inkml:trace contextRef="#ctx0" brushRef="#br1" timeOffset="117118.93">5922 12823 2897 0,'0'0'2425'0,"0"0"-1140"15,0 0-677-15,0 0-80 0,0 0-144 16,-16 46-319-16,16-11-65 0,0 6 0 15,0 5 0-15,6 2 0 0,0 7 0 16,2 8 0-16,-1 6 0 16,-5 3 0-16,-2 1 0 0,-2-5 0 15,-7-8 0-15,1-5 0 0,4-9 0 16,-2-9 0-16,-3-6 0 0,7-11 0 16,2-8 0-16,-4-8 0 0,4-8 0 15,0-3-2094-15,4-21-951 0</inkml:trace>
  <inkml:trace contextRef="#ctx0" brushRef="#br1" timeOffset="117415.84">5991 12772 5174 0,'0'0'1517'16,"0"0"-869"-16,0 0-76 15,0 0-291-15,0 0-281 0,-44 41 0 16,30-24 0-16,-7 6 0 0,0-3 0 16,-6 3 0-16,1 0 0 15,-3 1 0-15,0-1 0 0,-2 1 0 0,4-5 0 16,-2 0 0-16,6-6 0 15,2-2 0-15,7-5-317 0,2-4-671 16,3 0-405-16,7-2-2377 0</inkml:trace>
  <inkml:trace contextRef="#ctx0" brushRef="#br1" timeOffset="117637.76">5844 12873 5862 0,'0'0'1125'16,"0"0"-713"-16,0 0 28 0,58 36-87 16,-25-25-353-16,2 2 0 15,6-1 0-15,-4 1 0 0,1 4 0 16,-7-2 0-16,-5 3 0 0,-9 1 0 16,-9 1 0-16,-6 0-685 0,-2-3-424 15,-6-5-3221-15</inkml:trace>
  <inkml:trace contextRef="#ctx0" brushRef="#br1" timeOffset="119293.98">5517 10717 2977 0,'48'7'1260'0,"12"-6"-927"0,22-1-65 15,3 0 160-15,10-1-168 16,11-4 8-16,11-1 108 0,5 2-216 16,4 2-12-16,7 2 101 0,-1 0-201 15,4 6-20-15,-1 1-28 16,-3 1 20-16,0 0-20 0,-1-1 8 16,-5-3-4-16,-6 0-4 0,-15-4 0 15,-10 0 4-15,-16 0-4 0,-17 0 0 16,-19-1-272-16,-16-2-189 0,-17-1-847 15,-6 0 15-15,-10-5-568 0</inkml:trace>
  <inkml:trace contextRef="#ctx0" brushRef="#br1" timeOffset="120079.53">7756 9851 612 0,'0'0'8'16,"0"0"340"-16,0 0-200 0,0 0 240 15,0 0 833-15,0 0-805 0,0 0-40 16,0 0 236-16,-35-8-287 16,35 4-77-16,0 2 116 0,0 2-32 15,0 0 60-15,0 5 32 0,-2 9-264 16,2 10 201-16,-5 8 307 0,1 7-320 16,2 4-80-16,-8 3-95 15,0 4-173-15,-1 6 0 0,-3 6 0 16,-3 6 0-16,5-2 0 0,-3-3 0 15,-1-4 0-15,1-8 0 0,9-7 0 16,0-10 0-16,2-6 0 0,4-13-53 16,0-4-443-16,0-9-216 0,4-2-1689 15,2-7-957-15</inkml:trace>
  <inkml:trace contextRef="#ctx0" brushRef="#br1" timeOffset="120417.73">7712 9863 5694 0,'0'0'708'0,"0"0"-187"0,0 0 247 16,0 0-532-16,0 0-44 0,0 0-119 16,0 0-73-16,-41 15 0 0,14 14 0 15,2 4 0-15,-1 1 0 16,1-4 0-16,8-5 0 0,1-2 0 15,5-8 0-15,5-6-493 16,6-5-279-16,0-4-1838 0,13-6-1143 0</inkml:trace>
  <inkml:trace contextRef="#ctx0" brushRef="#br1" timeOffset="120578.25">7760 9871 6434 0,'0'0'829'0,"0"0"-421"0,6 44 113 15,11-27-521-15,10-2 0 0,4 3 0 16,4-1 0-16,-2-1 0 0,2 0 0 16,-8-5-1325-16,0-1-980 0</inkml:trace>
  <inkml:trace contextRef="#ctx0" brushRef="#br1" timeOffset="122958.45">6458 13186 4882 0,'0'0'804'0,"0"0"-104"15,0 0 289-15,0 0-653 0,0 0-132 16,-7 42 73-16,7-9-277 0,3 8 0 16,1 3 0-16,-4 1 0 0,6 2 0 15,-2-1 0-15,-4 0 0 0,6-4 0 16,-6-3 0-16,0-4 0 15,0-4 0-15,-6-7 0 0,6-8 0 16,0-7 0-16,-4-3 0 0,4-6-45 16,0-2-579-16,0-3-1157 15,0-14-564-15</inkml:trace>
  <inkml:trace contextRef="#ctx0" brushRef="#br1" timeOffset="123126.95">6464 13175 6490 0,'0'0'857'0,"0"0"-365"16,0 0-139-16,0 0-353 0,52-18 0 15,-15 4 0-15,6 1 0 0,-4 1 0 16,-1 3 0-16,-7 4 0 0,-4 2 0 16,-11 3-1085-16,-6 0-348 0,-5 4-568 15</inkml:trace>
  <inkml:trace contextRef="#ctx0" brushRef="#br1" timeOffset="123291">6509 13406 5674 0,'0'0'1025'0,"0"0"468"15,0 0-1493-15,44 20 0 0,-32-17 0 16,7 0 0-16,1-3 0 0,7 0 0 15,6-6 0-15,3-2 0 0,1-6 0 16,-15 3-1585-16,3-5-1837 0</inkml:trace>
  <inkml:trace contextRef="#ctx0" brushRef="#br1" timeOffset="123916.84">8345 9433 2617 0,'0'0'4070'0,"0"0"-3342"0,0 0-236 0,0 0-207 15,0 0-285-15,0 0 0 0,0 0 0 16,56 52 0-16,-23-25 0 0,4 4 0 16,0 5 0-16,5 5 0 0,-5 7 0 15,-2 6 0-15,-8 4 0 16,-11 1 0-16,1 1 0 0,-9-8 0 15,-2-6 0-15,-6-8 0 0,0-11 0 16,0-8-1902-16,0-10-1099 0</inkml:trace>
  <inkml:trace contextRef="#ctx0" brushRef="#br1" timeOffset="124150.95">8359 9978 5598 0,'0'0'904'0,"0"0"-159"0,0 0 200 16,17-58-945-16,4 27 0 0,1-4 0 15,14-7 0-15,1-2 0 0,10-2 0 16,1-1 0-16,8 1 0 16,-3 4 0-16,-1 5 0 0,-4 5 0 0,-11 4 0 15,-6 2 0-15,-11 6 0 16,-9 2-6068-16</inkml:trace>
  <inkml:trace contextRef="#ctx0" brushRef="#br1" timeOffset="130265.83">12148 12887 3053 0,'0'0'2537'16,"0"0"-1460"-16,0 0-353 0,0 0-96 15,0 0-455-15,0 0-173 0,0 0 0 16,0 0 0-16,5 0 0 15,15 28 0-15,11 9 0 0,2 9 0 16,5 3 0-16,7 8 0 0,3 5 0 16,9 5 0-16,1 3 0 15,0 2 0-15,-4-6 0 0,-6-6 0 16,-7-5 0-16,-4-10 0 0,-10-9 0 16,-6-4 0-16,-3-10 0 0,-12-7 0 15,-4-7 0-15,-2-5 0 0,-2-4 0 16,-8-11-409-16,-4-1-948 0,-3-10-3141 0</inkml:trace>
  <inkml:trace contextRef="#ctx0" brushRef="#br1" timeOffset="130801.13">12248 13566 4005 0,'0'0'1429'15,"0"0"-597"-15,0 0 237 0,0 0-569 16,0 0-143-16,0 0-357 0,0 0 0 16,0 0 0-16,0 0 0 0,0 0 0 15,51-55 0-15,-13 12 0 16,9-10 0-16,5-8 0 0,2 1 0 16,8-3 0-16,-2-2 0 0,6 3 0 15,-8 3 0-15,-5 5 0 0,-5 13 0 16,-17 10 0-16,-15 13 0 0,-7 11 0 15,-7 6 0-15,-9 1 0 0,-7 4-837 16,2 0-1160-16,-9 3-2137 0</inkml:trace>
  <inkml:trace contextRef="#ctx0" brushRef="#br1" timeOffset="132247.81">12957 13582 2697 0,'0'0'876'0,"0"0"-192"0,0 0 457 16,0 0-641-16,0 0-88 0,0 0 353 15,0 0-153-15,0 0-144 0,0 0-431 16,0 0-37-16,-4-5 0 0,4 5 0 16,8 0 0-16,13 0 0 0,18-2 0 15,19-4 0-15,8-3 0 16,2 0 0-16,-8 4 0 0,-12 0 0 16,-17 4 0-16,-11 1 0 0,-16 1 0 15,-4 6 0-15,-10 6 0 0,-17 9 0 16,-14 6 0-16,-11 4 0 15,-2 2 0-15,7-2 0 0,5-4 0 16,18-2 0-16,13-7 0 0,15-3 0 16,17-4 0-16,23-4 0 0,13-5 0 15,12-3 0-15,3-2 0 16,0-1 0-16,-3 3 0 0,-12 0 0 16,-13 8 0-16,-19 2 0 0,-15 0-1890 15,-10 1-1191-15</inkml:trace>
  <inkml:trace contextRef="#ctx0" brushRef="#br1" timeOffset="133083.87">11996 14095 5090 0,'0'0'1076'15,"0"0"-435"-15,0 0-185 0,0 0 256 16,0 0-495-16,0 0-217 0,0 0 0 16,0 0 0-16,64 2 0 0,4 0 0 15,31-2 0-15,21-1 0 0,16-1 0 16,11 2 0-16,6 0 0 0,6 0 0 15,-4 1 0-15,-12 2 0 0,-23 1 0 16,-23 1 0-16,-25 3 0 0,-28 2 0 16,-13-3-57-16,-21-1-699 15,-6-3-1093-15,-14-2-788 0</inkml:trace>
  <inkml:trace contextRef="#ctx0" brushRef="#br1" timeOffset="133891.23">12279 14507 6835 0,'0'0'1357'15,"0"0"-1357"-15,0 0 0 0,0 0 0 16,0 0 0-16,-11 43 0 0,7-4 0 15,4 12 0-15,-6 6 0 0,6 2 0 16,-4 5 0-16,-2 6 0 0,-1 0 0 16,-7 0 0-16,2-1 0 15,1-10 0-15,1-7 0 0,2-10 0 16,8-14 0-16,0-10 0 0,10-12 0 16,4-12 0-16,3-15-81 15,-3-3-1307-15,-1-9-4191 0</inkml:trace>
  <inkml:trace contextRef="#ctx0" brushRef="#br1" timeOffset="134058.74">12237 14477 5326 0,'0'0'292'0,"0"0"1041"16,17-48-625-16,4 34-208 0,3-3-467 15,9 1-33-15,5-1 0 0,7-1 0 16,7 4 0-16,-3 4 0 0,-3 4 0 15,-5 4 0-15,-12 2 0 0,-4 7 0 16,-13 4 0-16,-3 1 0 0,-9 2-765 16,0-2-904-16,-9-3-768 0</inkml:trace>
  <inkml:trace contextRef="#ctx0" brushRef="#br1" timeOffset="134233.32">12217 14720 6591 0,'0'0'732'0,"37"22"-12"0,0-12-571 15,4-7-149-15,7-3 0 0,0 0 0 16,7 0 0-16,-1 0 0 0,8-2 0 16,-4-1 0-16,-17 1 0 0,-3 1-4195 0</inkml:trace>
  <inkml:trace contextRef="#ctx0" brushRef="#br1" timeOffset="134729.85">12899 15156 7247 0,'0'0'792'0,"0"0"-639"0,-31 53-153 0,20-9 0 15,1 7 0-15,10 4 0 0,4-1 0 16,2 2 0-16,9-2 0 16,1-2 0-16,1-3 0 0,4-3 0 15,-1-4 0-15,-3-6 0 0,-3-9 0 16,-3-8-253-16,-5-10-2780 0</inkml:trace>
  <inkml:trace contextRef="#ctx0" brushRef="#br1" timeOffset="147830.37">15679 13073 3697 0,'0'0'2297'16,"0"0"-1464"-16,0 0 71 0,0 0-524 15,0 0-299-15,0 0-81 16,0 0 0-16,0 0 0 0,48 59 0 16,-13-18 0-16,8 9 0 0,-1 5 0 15,-1 3 0-15,-4 6 0 0,4 2 0 16,-7-3 0-16,1-3 0 0,-8-7 0 15,-7-4 0-15,1-7 0 0,-9-4 0 16,-1-5 0-16,-3-6 0 0,-2-6-573 16,0-7-580-16,-6-7-195 0,0-3-2398 15</inkml:trace>
  <inkml:trace contextRef="#ctx0" brushRef="#br1" timeOffset="148260.2">15656 13911 6102 0,'0'0'1009'0,"27"-36"-273"0,0 5-391 0,4-7-345 16,6-7 0-16,11-7 0 0,-3-4 0 16,5-6 0-16,6-4 0 0,-2-5 0 15,3 1 0-15,-5 5 0 16,-4 6 0-16,-7 13 0 0,-10 13 0 16,-12 11 0-16,-9 10 0 0,-6 6 0 15,-4 4-413-15,-4 0-1196 0</inkml:trace>
  <inkml:trace contextRef="#ctx0" brushRef="#br1" timeOffset="148725.69">16429 13648 3137 0,'0'0'2645'0,"-6"44"-1320"0,0-8-545 15,-2 6-475-15,-3 4-305 0,1 4 0 16,0-1 0-16,4-2 0 0,1-2 0 16,3-7 0-16,4-6 0 15,7-5 0-15,3-5 0 0,7-9-433 16,-7-5-1904-16,5-7-2389 0</inkml:trace>
  <inkml:trace contextRef="#ctx0" brushRef="#br1" timeOffset="149630.29">15363 14397 5674 0,'0'0'1101'16,"0"0"-537"-16,0 0-172 0,0 0 24 15,43-5-371-15,13 3-45 0,18-3 0 16,22 2 0-16,9-1 0 0,9 2 0 16,1 1 0-16,1 1 0 15,-4 2 0-15,-3 4 0 0,-14 1 0 16,-12 4 0-16,-19 2 0 0,-10 0-381 16,-23 1-2052-16,-10-2 384 0,-11-4-1128 15</inkml:trace>
  <inkml:trace contextRef="#ctx0" brushRef="#br1" timeOffset="150130.2">15778 14770 4502 0,'0'0'1904'15,"0"0"-1151"-15,0 0 31 0,0 0-535 16,-53 46-249-16,22-7 0 0,6 8 0 15,8 3 0-15,5 2 0 0,8 5 0 16,4 1 0-16,0 3 0 0,10-1 0 16,-4 0 0-16,0-5 0 15,-1-2 0-15,1-6 0 0,-6-8 0 16,0-6 0-16,0-6 0 0,0-10 0 16,0-9-741-16,0-6-552 15,0-6-451-15</inkml:trace>
  <inkml:trace contextRef="#ctx0" brushRef="#br1" timeOffset="150414.35">15741 14740 7015 0,'0'0'436'15,"0"0"305"-15,0 0-741 0,0 0 0 16,0 0 0-16,0 0 0 0,41 5 0 16,-7-8 0-16,7-3 0 15,0-3 0-15,3-2 0 0,3 1 0 16,1 1 0-16,-7-1 0 0,-10 5-297 15,-6 0-1568-15</inkml:trace>
  <inkml:trace contextRef="#ctx0" brushRef="#br1" timeOffset="150634.97">15694 15189 6959 0,'0'0'872'15,"0"0"-511"-15,43 30-361 0,-8-20 0 16,2-1 0-16,1-3 0 0,3-3 0 16,6-1 0-16,1-2 0 15,0-1 0-15,-13-2-513 0,-8-2-2136 0</inkml:trace>
  <inkml:trace contextRef="#ctx0" brushRef="#br1" timeOffset="151135.43">16235 15530 6202 0,'0'0'1269'0,"0"0"-661"0,0 0-495 0,-12 64-113 0,1-13 0 15,1 11 0-15,2 1 0 0,2-5 0 16,1-1 0-16,5-1 0 16,0-2 0-16,-2-4 0 0,-2-1 0 15,0-13 0-15,-2-4-3698 0</inkml:trace>
  <inkml:trace contextRef="#ctx0" brushRef="#br1" timeOffset="162168.59">21678 12736 1868 0,'0'0'92'0,"0"0"1709"16,0 0-1152-16,6 42 203 0,-6-18-288 15,0 3-100-15,0 5 181 0,-2 1-325 16,-2 5-36-16,4 6 120 16,-2 6-216-16,-2 7-127 0,0 4-61 15,-1 5 0-15,-1 5 0 0,0 3 0 16,0 3 0-16,0 3 0 0,-1 3 0 15,5 3 0-15,0 6 0 0,2 2 0 16,0 2 0-16,2-1 0 0,2 1 0 16,-1 0 0-16,-3-1 0 15,0 2 0-15,-7-2 0 0,3-5 0 16,-6-6 0-16,2-3 0 0,-3-6 0 16,1-8 0-16,0-6 0 15,3-8 0-15,-1-11 0 0,8-10 0 16,0-10 0-16,0-11-197 0,0-8-463 15,4-3-241-15,2-9-1768 0</inkml:trace>
  <inkml:trace contextRef="#ctx0" brushRef="#br1" timeOffset="163275.69">21639 15136 1540 0,'0'0'1701'0,"0"0"-829"16,0 0-415-16,0 0-9 0,0 0 172 16,0 0-296-16,0 0-76 0,0 0 97 15,0 0-181-15,14-4 4 0,-10 2 92 16,7 1-120-16,5-1 20 0,5 2 100 15,4 0-164-15,4 2-20 0,6 0-36 16,10-1-24-16,9 3-16 0,14-4 16 16,11 0-4-16,14 0-12 15,12-1 8-15,11-2 4 0,12 2-12 16,19 1 20-16,6 0-16 0,10 2 44 16,9 3 64-16,10 1-87 15,6 1-25-15,10 1 0 0,5 3 0 16,5 2 0-16,7-1 0 0,9-1 0 15,1-2 0-15,4 1 0 16,3-2 0-16,-3-1 0 0,-3-2 0 0,-5 1 0 16,-10-3 0-16,-13 2 0 15,-10-1 0-15,-14-1 0 0,-17-1 0 16,-14-1 0-16,-19-1 0 0,-17 0 0 16,-16 0 0-16,-19 0-149 0,-12 0-871 15,-16 0 31-15,-15 0-163 0,-13 0-1489 0</inkml:trace>
  <inkml:trace contextRef="#ctx0" brushRef="#br1" timeOffset="165276.18">24541 15679 3633 0,'0'0'2377'0,"0"0"-1861"0,0 0 213 15,0 0-181-15,0 0-224 0,-6-34-259 16,-1 34-65-16,-3 8 0 0,-2 12 0 16,-3 8 0-16,1 6 0 0,1 3 0 15,1-2 0-15,6-2 0 0,0-4 0 16,4-1 0-16,2-6 0 0,0-7 0 15,2-5 0-15,4-3 0 16,8-7 0-16,5 0 0 0,4-5 0 16,1-5 0-16,-3-4 0 0,0 0 0 15,-5 2 0-15,-1 1 0 0,-3 4 0 16,-6 2 0-16,-2 4-73 16,-1 1-31-16,-1 1-8 0,-2 11 28 15,0 7 84-15,-5 4-12 0,1 5 20 16,0 0-8-16,2-6 0 0,2-1 4 15,8-5-4-15,9-4 0 16,4-4-4-16,3-4 4 0,5-4 24 16,0-7-24-16,0-4 80 0,-2-8 193 15,-2-3-273-15,-2-5 0 0,-5-2 0 16,1-2 0-16,-7-1 0 0,1-1 0 16,-3 1 0-16,-2 5 0 0,-4 4 0 15,-4 7 0-15,0 4 0 0,-6 6 0 16,0 3-217-16,0 1-1820 0</inkml:trace>
  <inkml:trace contextRef="#ctx0" brushRef="#br1" timeOffset="170399.7">21657 13783 1860 0,'0'0'172'0,"0"0"949"16,0 0-337-16,0 0-343 0,0 0 15 15,0 0 256-15,0 0-344 0,0 0-104 16,0 0 32-16,-4-2-175 15,4 2 23-15,0 0 128 0,0 0-132 16,0-1 52-16,0 1 72 0,0 0-156 16,0 0 24-16,0 0 96 0,0 0-111 15,0 0-117-15,0 0 0 16,0 0 0-16,0 0 0 0,0 0 0 16,0 0 0-16,0 0 0 0,0 0 0 15,0 0 0-15,0 0 0 0,0 0 0 16,0 0 0-16,0 0 0 0,0 0 0 15,0 0 0-15,0 0 0 0,0 0 0 16,0 0 0-16,0 0 0 0,0 0 0 16,0 0 0-16,0 0 0 0,0 0 0 15,0 0 0-15,0 0 0 16,0 0 0-16,2 0 0 0,0 0 0 16,-2 2 0-16,4-1 0 0,0 0 0 15,-1-1 0-15,1 2 0 0,0-1 0 16,-2 1 0-16,6-1 0 15,-2 1 0-15,1 0 0 0,1 0 0 16,0-1 0-16,7 2 0 0,-3-1 0 16,2 1 0-16,-1 0 0 0,-1-3 0 15,1 2 0-15,-3 0 0 16,0 0 0-16,3 0 0 0,-1 0 0 16,-4-1 0-16,1 1 0 0,1-2 0 15,0 0 0-15,3 0 0 0,-3 0 0 16,5 0 0-16,-9 0 0 0,8 0 0 15,-3 0 0-15,1-2 0 0,2-1 0 16,3 1 0-16,2-2 0 0,-1 0 0 16,1 0 0-16,1-1 0 0,-1 2 0 15,2-2 0-15,-3 2 0 16,1 1 0-16,2 1 0 0,-3-1 0 16,1-2 0-16,-3 3 0 0,5-3 0 15,-2 0 0-15,-1 0 0 0,1-2 0 16,1-1 0-16,1 0 0 15,0-2 0-15,0 0 0 0,-1 0 0 16,3 0 0-16,-2-1 0 0,-3 0 0 16,3 1 0-16,0-2 0 0,-1 0 0 15,1-1 0-15,0-1 0 16,1-1 0-16,-1 0 0 0,2-1 0 16,-1 1 0-16,1-2 0 0,-2-2 0 15,2 1 0-15,-1-2 0 0,-1 0 0 16,0-2 0-16,1-1 0 0,-1-1 0 15,-2 0 0-15,-1 0 0 0,3 0 0 16,4 1 0-16,-2-2 0 0,-1 1 0 16,-1-2 0-16,2 0 0 0,-3-1 0 15,1 0 0-15,-2-3 0 16,3-1 0-16,-1 0 0 0,0-2 0 16,-1 1 0-16,1-1 0 0,-2 2 0 15,-1 0 0-15,1-2 0 0,-3 1 0 16,1 1 0-16,-3-2 0 15,-1 4 0-15,-1-1 0 0,-1 3 0 16,-3-1 0-16,2 0 0 0,3 2 0 16,-3-1 0-16,-2 3 0 0,0 2 0 15,1 0 0-15,1 3 0 0,-4 0 0 16,2 4 0-16,-1 0 0 16,-3 3 0-16,0 3 0 0,-2 2 0 15,-2 2 0-15,0 1 0 0,2 1 0 16,-2 1 0-16,0 0 0 0,0 1 0 15,0 0 0-15,0 0 0 0,0 0 0 16,2 2 0-16,0 3 0 0,2 1 0 16,-2 0 0-16,3 0 0 0,-3 1 0 15,2 0 0-15,-2 0 0 16,0 3 0-16,4-1 0 0,-4 5 0 16,0-1 0-16,-2 3 0 0,6-4 0 15,-4-2 0-15,1 3 0 0,1-1 0 16,0 1 0-16,0-1 0 0,2 1 0 15,2-2 0-15,1-2 0 16,-1 2 0-16,2-3 0 0,-1 2 0 16,1-2 0-16,0 2 0 0,1-1 0 15,-1-1 0-15,-2 3 0 0,0 0 0 16,1-2 0-16,-3 3 0 16,0-1 0-16,0 0 0 0,1 0 0 15,-3 1 0-15,0-1 0 0,2 2 0 16,0-1 0-16,0 0 0 0,-1 0 0 15,5 2 0-15,-4 0 0 0,0-2 0 16,3 2 0-16,-1-1 0 0,-2 1 0 16,0-1 0-16,0 1 0 0,1 1 0 15,-1-1 0-15,0 0 0 16,0 0 0-16,0 0 0 0,1 3 0 16,-1-4 0-16,2 0 0 0,-2 2 0 15,5-1 0-15,-3-2 0 0,0-1 0 16,2 1 0-16,1-1 0 0,-1 0 0 15,0-1 0-15,3 0 0 16,-1 0 0-16,1 0 0 0,-1-1 0 16,1 2 0-16,1-2 0 0,-2 1 0 15,5-1 0-15,-3 1 0 16,1-1 0-16,1 1 0 0,1 0 0 16,4-1 0-16,-1 0 0 0,3-1 0 15,2 1 0-15,2 0 0 0,0 0 0 16,2 0 0-16,-1 1 0 0,3 0 0 15,0 2 0-15,5 0 0 0,-1 2 0 16,2-1 0-16,-2 3 0 0,4-2 0 16,-1 1 0-16,1 1 0 0,0-2 0 15,5 3 0-15,-1 0 0 16,7 1 0-16,-1 0 0 0,5 1 0 16,-2 2 0-16,-1 1 0 0,3 2 0 15,-4 3 0-15,-1 1 0 0,-1 3 0 16,-1 1 0-16,-1 1 0 15,-3 3 0-15,1 1 0 0,-3 1 0 16,-2 1 0-16,-2-1 0 0,1-1 0 16,-1 1 0-16,-2 0 0 15,0 1 0-15,-2-1 0 0,0 1 0 16,-2 0 0-16,-2 2 0 0,-2 0 0 16,0-2 0-16,-2 0 0 0,0-2 0 15,-3-1 0-15,-1-2 0 0,0-6 0 16,-3-1 0-16,-5-5 0 0,1-4 0 15,-4-5 0-15,-3-5 0 0,-3-3 0 16,-2-3 0-16,-2-2 0 0,2 0 0 16,-2 0 0-16,0-2 0 15,0-10 0-15,0-7 0 0,2-6 0 16,2-2 0-16,0 2 0 0,5 0 0 16,1 4 0-16,2 0 0 0,5 2 0 15,-1-2 0-15,3 0 0 16,0 1 0-16,3-4 0 0,1 3 0 15,4-4 0-15,2 1 0 0,2-1 0 16,4 0 0-16,4-1 0 0,1 1 0 16,3 0 0-16,0 3 0 15,5 1 0-15,-3 2 0 0,7 2 0 16,0 4 0-16,6 2 0 0,8 3 0 16,2-1 0-16,4 1 0 0,5 3 0 15,-1 1 0-15,1-1 0 0,3 1 0 16,-1 0 0-16,0-2 0 0,-3-2 0 15,-2 0 0-15,-1-2 0 0,-7-1 0 16,-2 0 0-16,-6-2 0 0,-2 1 0 16,-5-1 0-16,-1 0 0 15,-5-1 0-15,-5 1 0 0,-3 1 0 16,-6 1 0-16,-2 1 0 0,-4 0 0 16,-5 4 0-16,-7 1 0 0,-7 2 0 15,-4 1 0-15,-2 1-749 0,0-1-472 16,-4-2-2244-16</inkml:trace>
  <inkml:trace contextRef="#ctx0" brushRef="#br0" timeOffset="182354.91">21767 13866 2425 0,'0'0'780'0,"-35"10"489"0,24-7-765 16,5-3-44-16,6 1 156 0,0 1-364 16,0 0-96-16,4 4 73 0,7 2-53 15,5 2 60-15,15 0 152 16,2-5-216-16,6-5-32 0,7-5 76 16,6-8-160-16,12-7-20 0,6-8-20 15,9-8-8-15,7-9-8 0,7-7 8 16,2-7 4-16,9-5-12 0,-3-5 37 15,5-5-37-15,-1-4 0 0,-4 0 0 16,-4-2 0-16,-2-1 0 0,-10 4 0 16,-6 2 0-16,-3 4 0 0,-16 6 0 15,-2 5 0-15,-17 7 0 16,-7 13 0-16,-10 4 0 0,-9 10 0 16,-5 9 0-16,-8 7 0 0,2 6 0 15,-4 3 0-15,0 1 0 0,-4 6 0 16,-2 15 0-16,-4 19 0 0,-1 12 0 15,1 10 0-15,0 5 0 16,8-3 0-16,0 6 0 0,4 1 0 16,6 4 0-16,6 1 0 0,7 1 0 15,6-2 0-15,6-1 0 16,4-4 0-16,7-6 0 0,3-5 0 16,7-4 0-16,6-5 0 0,4-6 0 15,4-4 0-15,4-5 0 0,5-6 0 16,4-5 0-16,5-5 0 0,9-6 0 15,7-7 0-15,7-4 0 0,7-6 0 16,8-8 0-16,4-2 0 0,5-4 0 16,1-3 0-16,4-2 0 0,-1-4 0 15,1-3 0-15,3-2 0 16,-1-3 0-16,7-4 0 0,0-2 0 16,0-5 0-16,0-4 0 0,-7-4 0 15,-6-7 0-15,-12-4 0 0,-14-5 0 16,-19 0 0-16,-19-2 0 0,-18 2 0 15,-17 2 0-15,-14 2 0 16,-9 2 0-16,-6 9 0 0,-2 2 0 16,0 11 0-16,-4 10 0 0,0 9 0 15,-10 10 0-15,-6 13 0 0,-3 7 0 16,-6 15 0-16,-4 13-569 16,-2 9-87-16,2 12 139 0,-2 4-499 15,-2 8 604-15,-4 8 412 0,-2 9 156 16,-1 6 336-16,1 6 68 0,6 0 521 15,6-3-529-15,11-1-223 0,14-8-329 16,10-1 0-16,15-6 0 0,12-5 0 16,6-7 0-16,13-9 0 0,10-8 0 15,10-7 0-15,9-5 0 16,6-3 0-16,4 2 0 0,2-2-381 16,-21-6-1924-16,-5 2-136 0</inkml:trace>
  <inkml:trace contextRef="#ctx0" brushRef="#br0" timeOffset="183641.92">26114 13680 1172 0,'0'0'1657'0,"60"-21"-789"16,-27 7-380-16,-2 0-55 0,0-2 151 16,4-3-308-16,2-1-68 0,1-3-32 15,-1 0-148-15,2-3 40 16,0-1 272-16,1-1-7 0,1-1 15 16,0-1 124-16,5-1-288 0,-1 0-56 15,3-4-56-15,5-3-64 0,3-3-8 16,6-2 4-16,0-2 4 0,2-2-8 15,-2 0 4-15,0-2 16 16,-2 2-16-16,-2-1 100 0,-6 3-100 16,-7 4 4-16,-5 5-8 0,-13 10-72 15,-9 11-148-15,-10 9-388 0,-5 6 136 16,-8 21 55-16,-11 12 29 16,-7 17 384-16,-10 10 4 0,-6 9 72 15,-3 11-32-15,-3 10 20 0,2 11 340 16,1 5-103-16,9 1-1 0,10-4 300 15,9-3-340-15,12-5-76 0,8-4-3 16,15-5-177-16,10-8 0 0,12-10 0 16,15-8 0-16,12-9 0 15,19-11 0-15,17-8 0 0,18-13 0 16,18-9 0-16,13-10 0 0,9-7 0 16,-1-4 0-16,-4 2 0 0,-43 3-521 15,-9 1-2408-15</inkml:trace>
  <inkml:trace contextRef="#ctx0" brushRef="#br0" timeOffset="187635.26">23433 12031 2633 0,'0'0'260'0,"0"0"912"16,0 0-855-16,-25 51-133 0,19-22-44 15,6 5-104-15,2 5-16 0,8 4-4 16,3 3-16-16,3 4-16 0,1 2-316 16,-5 1-237-16,-6-12 113 15,-4 0-789-15</inkml:trace>
  <inkml:trace contextRef="#ctx0" brushRef="#br0" timeOffset="187807.9">23462 13278 3485 0,'0'0'1201'0,"-8"52"-697"0,1-24-64 15,1-4-188-15,-2 0-172 0,6 0-48 16,-4-1-32-16,1 0 0 0,1 2-148 15,-2 3-248-15,0 4-200 0,2-7-1273 16,-2 2 32-16</inkml:trace>
  <inkml:trace contextRef="#ctx0" brushRef="#br0" timeOffset="187961.77">23307 14293 2565 0,'-6'43'2897'0,"-1"0"-2369"15,-3 10 16-15,0-4 93 0,-5 5-445 16,5 1-36-16,-7 1-104 0,3 0-36 16,1-5-32-16,3-9-156 0,6-12-616 15,0-8-709-15</inkml:trace>
  <inkml:trace contextRef="#ctx0" brushRef="#br0" timeOffset="188465.7">27150 12365 5270 0,'0'0'908'0,"-19"33"-648"16,7-2-71-16,-3 13 139 0,1 9-220 16,5 5-72-16,3 8-24 0,6 5-12 15,6 10-28-15,5 3-384 16,-3 1-69-16,-2-20-151 0,-2-2-1613 0</inkml:trace>
  <inkml:trace contextRef="#ctx0" brushRef="#br0" timeOffset="188669.41">26912 14428 5014 0,'-6'48'280'0,"2"-1"-236"16,-1 5 348-16,3-9-292 0,0-2-16 16,0 1 200-16,0-4-192 15,2 2-84-15,0 0 12 0,0 3-12 0,0 3 0 16,0 4 72-16,-6 4-72 15,-4 2 0-15,-5 5-8 0,3-18-140 16,-5 0-780-16</inkml:trace>
  <inkml:trace contextRef="#ctx0" brushRef="#br0" timeOffset="195613.89">22286 11687 3073 0,'0'0'1713'0,"0"0"-925"16,0 0-216-16,0 0 213 0,0 0-365 16,0 0-128-16,0 0-20 0,0 0-248 15,0 0-8-15,0 13 8 16,2 5-16-16,-2 7-8 0,6 4 4 15,-2 7 0-15,-4 2-4 0,0 3 8 16,0 1-4-16,-4 4-4 0,-2-2 0 16,-1-1 0-16,-1-4-4 0,2-3-72 15,0-8-168-15,4-3 8 0,0-5-384 16,2-8-1-16,0-4-243 0,2-5-1561 16</inkml:trace>
  <inkml:trace contextRef="#ctx0" brushRef="#br0" timeOffset="196135.99">22288 11769 5394 0,'0'0'540'0,"0"0"76"0,0 0 197 16,0 0-409-16,0 0-148 0,0 0-87 15,0 0-169-15,56 3 0 0,-15-10 0 16,6-3 0-16,-1 1 0 0,-5-1 0 16,-4 0 0-16,1 3 0 0,-7 0 0 15,-4 3 0-15,-9 1-713 16,-8 3-1484-16,-3 0-676 0</inkml:trace>
  <inkml:trace contextRef="#ctx0" brushRef="#br0" timeOffset="196351.93">22356 11973 6014 0,'0'0'857'0,"0"0"-285"0,0 0 16 16,0 0-427-16,35 21-161 0,-12-15 0 16,6-2 0-16,0-3 0 0,2-1 0 15,4-6 0-15,-6 1-441 0,0-2-2552 0</inkml:trace>
  <inkml:trace contextRef="#ctx0" brushRef="#br0" timeOffset="196648.83">22701 11954 4846 0,'0'0'396'0,"0"0"616"0,-39 1-411 16,26 10-377-16,-1 8 148 0,-3 1-252 16,7 5-8-16,0 2 96 15,4-1-152-15,3 0-12 0,3-2-32 16,9-2-8-16,1-5-4 0,11-4 44 15,2-6-36-15,1-3 28 0,-1-4 28 16,0-7-52-16,0-3 0 0,-7-4-3 16,-6 0-9-16,-1-4 0 0,-9-1 0 15,0 1 0-15,-4 3 0 0,-5-2 0 16,-3 3 0-16,-1-3 0 0,-3 2 0 16,6 1 0-16,1 1-245 15,3 1-719-15,6 6 131 0,0-1-83 16,2 4-1113-16,4 0-520 0</inkml:trace>
  <inkml:trace contextRef="#ctx0" brushRef="#br0" timeOffset="196823.66">22776 12229 4365 0,'0'0'1121'15,"0"0"-477"-15,0 0 33 0,0 0 195 16,20-57-508-16,-14 29-215 0,3-1-149 15,-3 7 0-15,4-1 0 0,-2 6 0 16,3 2 0-16,-1 2 0 0,0 2 0 16,5 1 0-16,6 1 0 0,1 0-1381 15,-7 2-692-15,6 0-1997 0</inkml:trace>
  <inkml:trace contextRef="#ctx0" brushRef="#br0" timeOffset="197032.58">23055 11992 5386 0,'0'0'1553'0,"0"0"-1009"16,-40 16-236-16,32-6-192 0,-2 4-100 15,8 1-16-15,-2 1 80 0,-1 3-40 16,5 0 12-16,0-1-20 0,7 0-24 16,1-3-8-16,2-3 57 15,3-3-57-15,1-2 0 0,3-4 0 16,1-3 0-16,1 0 0 0,-3-6 0 15,-1-3-77-15,1 1-871 0,-3-1-2058 0</inkml:trace>
  <inkml:trace contextRef="#ctx0" brushRef="#br0" timeOffset="197297.05">23203 12107 6647 0,'0'0'924'0,"0"0"-303"16,0 0-621-16,0 0 0 0,0 0 0 15,0 0 0-15,46-38 0 0,-30 22 0 16,-1-1 0-16,-7-1 0 16,-2 0 0-16,-4 0 0 0,-2-1 0 15,-6 3 0-15,-4 5 0 0,0 5 0 16,-3 6 0-16,-5 9 0 0,1 6 0 16,-4 7 0-16,1 4 0 15,1 2 0-15,3-1 0 0,9 1 0 16,5-3 0-16,8-1 0 0,13-3 0 15,6-5 0-15,12-4 0 0,13-5 0 16,6-3 0-16,-11-2-561 0,7-2-2144 0</inkml:trace>
  <inkml:trace contextRef="#ctx0" brushRef="#br0" timeOffset="197712.81">24041 12142 5682 0,'0'0'724'0,"0"0"-95"0,0 0 431 16,0 0-963-16,0 0-97 0,-9-37 0 16,1 33 0-16,0 4 0 0,-3 0 0 15,1 8 0-15,2 11 0 0,-2 4 0 16,5 4 0-16,3 0 0 0,2-3 0 16,2-2 0-16,5-4 0 15,3-5 0-15,4-4 0 0,5-7 0 16,0-2 0-16,3-8 0 0,-1-5 0 15,2-5 0-15,-7-1 0 0,1-1 0 16,-7-1 0-16,-4-1 0 16,-4 1 0-16,-2-1-877 0,0 7-560 15,-2 1-452-15</inkml:trace>
  <inkml:trace contextRef="#ctx0" brushRef="#br0" timeOffset="197975">24189 12228 4734 0,'0'0'940'0,"-14"38"353"16,8-19-757-16,4-7-272 0,0-4 80 16,2-3-263-16,0-3-81 0,6-2 0 15,8-5 0-15,7-11 0 0,4-8 0 16,0-7 0-16,-1-1 0 0,-5 6 0 16,-5 1 0-16,-3 10 0 15,-5 5 0-15,-4 4 0 0,0 5 0 16,-2 1 0-16,0 6 0 0,0 10 0 15,0 9 0-15,4 4 0 0,5 3 0 16,1-6 0-16,6-4 0 16,5-5 0-16,8-2 0 0,0-6 0 15,6-4 0-15,-8-3-2478 0,-2-2-2664 0</inkml:trace>
  <inkml:trace contextRef="#ctx0" brushRef="#br0" timeOffset="198647.33">24927 12165 6827 0,'0'0'716'0,"0"0"-432"0,0 0 81 15,-6 43-365-15,2-15 0 0,-2 1 0 16,0-4 0-16,4-5 0 0,2-4 0 16,0-3 0-16,4-5 0 15,-2-5 0-15,4-1 0 0,4-2 0 16,5-8 0-16,1-10 0 0,7-5 0 15,-4-7 0-15,-3 3 0 0,-1-2 0 16,-5 6 0-16,-2 3 0 16,-1 6 0-16,-5 7 0 0,0 5 0 15,-2 2 0-15,0 2 0 0,0 9 0 16,0 7 0-16,0 1 0 0,0 0 0 16,2-4 0-16,0-4 0 15,0-4 0-15,2-5 0 0,0 1 0 16,4-3 0-16,3-4 0 0,1-4 0 15,1-4 0-15,-1-2 0 0,-2 0 0 16,-1 3 0-16,-1 1 0 0,-4 4 0 16,-2 5 0-16,-2 1 0 0,2 1 0 15,0 10 0-15,2 9 0 0,2 6 0 16,1 0 0-16,3 0 0 0,2-4 0 16,5-4 0-16,4-4 0 15,3-5 0-15,1-2 0 0,2-3-821 16,-6-4-1976-16</inkml:trace>
  <inkml:trace contextRef="#ctx0" brushRef="#br0" timeOffset="198956.73">25473 12169 6615 0,'0'0'860'0,"0"0"-412"0,-45-15-179 15,26 20-269-15,0 7 0 0,-1 4 0 16,-1 1 0-16,2 3 0 0,3-1 0 15,1-1 0-15,7-1 0 0,4-4 0 16,2-3 0-16,2-2 0 0,8-2 0 16,7-4 0-16,3-2 0 0,5-6 0 15,2-5 0-15,-2-2 0 0,-5-1 0 16,-1 2 0-16,-7 4 0 0,-4 3 0 16,-2 3 0-16,-4 2 0 15,0 0 0-15,0 2 0 0,0 11 0 16,-4 10 0-16,2 3 0 0,0 1 0 15,2-6 0-15,6-3 0 16,3-5 0-16,5-3 0 0,3-2-193 16,3-3-427-16,1-3-921 0,-4-2-68 15,-5 0-840-15</inkml:trace>
  <inkml:trace contextRef="#ctx0" brushRef="#br0" timeOffset="199325.33">25787 12170 4758 0,'0'0'740'0,"0"0"-96"0,0 0 89 16,-45-20-549-16,28 15 56 0,1 0 132 16,-5 2-240-16,0 1-12 15,1 2 4-15,1 4-96 0,5 1 24 16,1 3 13-16,5 1-65 0,4 1 0 15,2 2 0-15,4-2 0 0,6 0 0 16,5 2 0-16,3 0 0 16,1-2 0-16,1 1 0 0,-1 0 0 15,-1 0 0-15,-1-2 0 0,-1-1 0 16,-5 1 0-16,-5-4 0 0,-2-1 0 16,0 2 0-16,-2 0 0 15,-6 2 0-15,-7 4 0 0,-10 1 0 16,-3 1 0-16,-3-3 0 0,4-5 0 15,6-4 0-15,7-2 0 0,6 0-441 16,6 0-291-16,10-3-101 0,2-2-1296 16,7-2 281-16</inkml:trace>
  <inkml:trace contextRef="#ctx0" brushRef="#br0" timeOffset="199648.95">25926 12146 6390 0,'0'0'1129'0,"0"0"-617"16,0 0-351-16,-37-13-161 0,18 13 0 15,-2 0 0-15,3 6 0 0,-1 1 0 16,1 1 0-16,1 2 0 0,5-3 0 16,5 0 0-16,3 1 0 15,4 2 0-15,4 0 0 0,9 3 0 16,1-3 0-16,7-3 0 0,-2 0 0 15,1 1 0-15,-1-2 0 0,-1 3 0 16,-3 0 0-16,-5 2 0 0,-2 0 0 16,-3 1 0-16,-3 2 0 0,-4 0 0 15,-7 3 0-15,-5-2 0 0,-3 0 0 16,-1 0 0-16,1-5 0 0,3-3 0 16,3-2 0-16,3-4 0 15,4-1-393-15,2-1-703 0,2-11-633 0</inkml:trace>
  <inkml:trace contextRef="#ctx0" brushRef="#br0" timeOffset="200094.98">26188 11996 5126 0,'0'0'820'0,"0"0"-107"0,0 0-525 16,40-42 116-16,-9 10 184 0,4-2-308 15,-2-1-52-15,-6 5-40 0,-7 3-80 16,-1 5-8-16,-7 4 16 0,-3 5-12 16,-5 7-4-16,-2 3 44 0,-2 3-44 15,0 1 48-15,-2 10-28 16,-2 10-3-16,-3 7-17 0,1 6 0 15,0 4 0-15,2-1 0 0,0 5 0 16,0-2 0-16,4-1 0 0,0 0 0 16,0-2 0-16,0-2 0 0,-2-5 0 15,0 0-237-15,-3-4-595 0,3-7-1321 16,-6-6-1109-16</inkml:trace>
  <inkml:trace contextRef="#ctx0" brushRef="#br0" timeOffset="200234.11">26188 12350 6847 0,'0'0'1112'0,"0"0"-879"16,50 4-233-16,-19-4 0 0,4 0 0 15,0-2 0-15,0 1 0 0,5 0 0 16,-3-1 0-16,0-2 0 16,-10 3-961-16,-2-5-2157 0</inkml:trace>
  <inkml:trace contextRef="#ctx0" brushRef="#br0" timeOffset="202115.12">28100 12649 5982 0,'0'0'1025'0,"-12"51"-381"0,0-13-103 16,-3 2-541-16,-1 5 0 0,-1-2 0 16,1-1 0-16,5-4 0 0,3-7 0 15,8-2 0-15,6-7 0 0,9-4 0 16,3-5 0-16,1-4-1093 16,-1-4-3309-16</inkml:trace>
  <inkml:trace contextRef="#ctx0" brushRef="#br0" timeOffset="203386.99">28365 13665 2457 0,'0'0'2285'0,"0"0"-1529"16,0 0-12-16,0 0 217 0,0 0-509 15,0 0-152-15,0 0-63 16,0 0-237-16,0 0 0 0,46-10 0 16,-20 5 0-16,-1 3 0 0,-4 2 0 15,-3 6 0-15,-3 4 0 0,-9 5 0 16,-4 4 0-16,-6 4 0 0,-8 4 0 15,-5 1 0-15,-4 4 0 0,3-3 0 16,-1-1 0-16,7-4 0 0,6-5 0 16,2-3 0-16,6-3 0 0,10-6 0 15,9-1 0-15,10-4 0 16,6-2 0-16,4-5 0 0,5 0 0 16,-5-1 0-16,-4 2 0 0,-6 2-273 15,-12 1-2688-15,-7 0-1997 0</inkml:trace>
  <inkml:trace contextRef="#ctx0" brushRef="#br2" timeOffset="-208822.59">1466 13403 5238 0,'0'0'236'0,"62"0"-204"15,-9-5 36-15,13-3-28 0,11-3 64 16,8-2-12-16,-1-1-92 0,1-1-20 15,-23 4-1148-15,-6-6-765 0</inkml:trace>
  <inkml:trace contextRef="#ctx0" brushRef="#br2" timeOffset="-208390.93">1676 10282 6350 0,'89'8'124'0,"17"1"81"0,16 3-149 0,-13 0-56 0,-1 0-88 0,-30-5-1329 16,-5-2-940-16</inkml:trace>
  <inkml:trace contextRef="#ctx0" brushRef="#br2" timeOffset="-206858.69">7010 14696 5654 0,'0'0'672'0,"0"0"-367"16,47 25 227-16,1-19-8 0,16-4-184 16,14-2-175-16,9-6-165 0,8-2 0 15,2-5 0-15,7 0 0 16,-3-4 0-16,-18 4-1197 0,-11-5-1184 0</inkml:trace>
  <inkml:trace contextRef="#ctx0" brushRef="#br2" timeOffset="-206464.33">7497 12015 6130 0,'34'26'264'0,"13"1"105"16,25-1 75-16,7-6 132 15,12-7-460-15,8-3-28 0,-4-5-44 16,0-3-44-16,-6-4-148 0,-23-2-1541 15,-8-9-792-15</inkml:trace>
  <inkml:trace contextRef="#ctx0" brushRef="#br2" timeOffset="-206156.7">7566 9046 8111 0,'84'6'44'0,"16"1"-44"16,15 1 0-16,1-3-64 0,-15 0-532 15,-1 1 132-15,-16-1 116 0,-5 0-589 16,-17-2-223-16,-8 0-581 0</inkml:trace>
  <inkml:trace contextRef="#ctx0" brushRef="#br2" timeOffset="-205608.89">1710 14471 5594 0,'41'16'164'0,"17"-5"-36"0,20-2-56 0,3-5-48 15,8-3 8-15,4-1-32 16,-8 0-4-16,-21 0-804 0,-6-1-1293 0</inkml:trace>
  <inkml:trace contextRef="#ctx0" brushRef="#br2" timeOffset="-205177.57">1412 11838 5022 0,'87'10'52'0,"10"3"28"0,14 0 128 15,-3-3-148-15,1-1-52 0,-5-1 8 16,-7-1-16-16,-4-3-20 0,-25-1-744 16,-10-4-1661-16</inkml:trace>
  <inkml:trace contextRef="#ctx0" brushRef="#br2" timeOffset="-204842.56">1567 9057 8192 0,'58'0'0'0,"31"10"0"15,31 4 0-15,12 1 0 16,10 2 0-16,7 1-153 0,6 1-75 15,4-4-812-15,-39-6-773 0,-4-4-1821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29:03.5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14203 11365 5146 0,'0'0'100'0,"0"0"-100"16,0 0-52-16,42-25-144 0,-16 22 100 15,-1 3 96-15,6 3 84 16,2 4 120-16,4 0 344 0,13 3-172 16,0-2-36-16,16-1 101 0,12-1-233 15,13-1 4-15,21-3 24 16,14-1-228-16,15-1 0 0,18-1 4 0,8-2-12 16,11 1 0-16,10 0 0 0,-2 2-44 15,6 0-20-15,-1 0 28 16,-7 0 16-16,-7 1 20 0,-7 2 0 15,-15 0 4-15,-17 1-8 0,-18-1-120 16,-18 1-116-16,-20-2-32 0,-18-2-513 16,-16 0-35-16,-21-2-545 0</inkml:trace>
  <inkml:trace contextRef="#ctx0" brushRef="#br0" timeOffset="414.48">14429 12447 3045 0,'68'0'2809'0,"31"0"-2365"0,27-1-179 15,10-1 59-15,17-1-232 16,15 2-28-16,16 0 0 0,16-1-24 16,19 2 4-16,9 0 60 0,14 3-48 15,4 3-16-15,-9 2-40 0,-3 4 0 16,-13 2-240-16,-20 2-405 16,-52-4-219-16,-21-5-701 0</inkml:trace>
  <inkml:trace contextRef="#ctx0" brushRef="#br0" timeOffset="4957.81">7940 14802 1700 0,'0'0'1993'0,"0"0"-1365"0,0 0 109 16,0 0-405-16,0 0-48 0,0 0 0 16,0 0-112-16,0 0-12 15,-6-7 8-15,22-14-140 0,11-5 12 16,14-6 37-16,7-5-41 0,10-3 28 16,14-9 128-16,13-8-64 0,20-9 24 15,15-10 60-15,17-8-164 16,11-5-12-16,20-6-12 0,6-5-12 15,14-4-12-15,2-3 0 0,10 0 8 16,5 4-8-16,0 4 36 0,-1 6-36 16,1 5 72-16,-7 5 40 0,-7 8-100 15,-14 7 72-15,-18 8-44 0,-16 7-40 16,-17 6-4-16,-18 3-96 16,-17 5-248-16,-13 2 4 0,-20 4-124 15,-10 4 63-15,-22 3-31 0,-11 0-492 16,-9 6 47-16,-12-3-255 0</inkml:trace>
  <inkml:trace contextRef="#ctx0" brushRef="#br0" timeOffset="5409.27">7983 9532 4482 0,'56'36'160'0,"18"3"20"0,19 8-108 0,9 3-16 15,18 7-48-15,6 5-4 16,12 5 20-16,17 8-20 0,11 3 168 15,16 4 340-15,12 1-160 0,6 0-44 16,15-2 229-16,13-3-281 16,7-2-24-16,11-5-20 0,2-2-196 15,-6-2 12-15,-12 4-28 0,-19 1-172 16,-27 1-340-16,-58-19-1361 0,-21-8-920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29:29.37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12862 3367 5094 0,'0'0'1661'0,"0"0"-1489"0,0 0-32 15,-17 49 360-15,13-18-220 0,0 4-136 16,4 3 0-16,4-2-87 0,2 0-57 15,-2 3 0-15,2-2 0 16,-1 1 0-16,1-5 0 0,-6-4 0 16,4-2 0-16,-4-8 0 0,2-3 0 15,2-5-437-15,-4-6-868 0,4-5-211 16,-2-3-649-16</inkml:trace>
  <inkml:trace contextRef="#ctx0" brushRef="#br0" timeOffset="187.75">12882 3250 1388 0,'0'0'4706'15,"0"0"-4422"-15,0 0-43 16,0 0 499-16,50-20-416 0,-19 9-128 16,4-3-88-16,2 1-100 0,0 2-8 15,-1 4 0-15,-7 2-148 0,-1 5-148 16,-11 2-841-16,-5 1-303 0,-12 4-517 0</inkml:trace>
  <inkml:trace contextRef="#ctx0" brushRef="#br0" timeOffset="361.17">12903 3551 6230 0,'0'0'1097'15,"0"0"-605"-15,0 0-119 0,0 0-373 16,0 0 0-16,37 13 0 0,-10-11 0 16,10-2 0-16,0-3 0 0,11-3 0 15,0-3 0-15,-7 0 0 16,0-2-3382-16</inkml:trace>
  <inkml:trace contextRef="#ctx0" brushRef="#br0" timeOffset="747.82">13699 3505 5166 0,'0'0'1252'0,"41"-6"-683"16,-14 0-57-16,-6 0-80 0,3 0-412 16,-1-1-20-16,2 0-48 0,-4 2-252 15,1-1-132-15,3 0-757 0,-12 3-391 16,1-1-1018-16</inkml:trace>
  <inkml:trace contextRef="#ctx0" brushRef="#br0" timeOffset="918.69">13761 3678 6302 0,'0'0'445'0,"0"0"-101"16,41 6 448-16,-18-6-700 0,6-1-68 15,0-4-24-15,12-1-132 0,7-2-480 16,3-1-1465-16,-5 1 836 0,1-3-1376 15</inkml:trace>
  <inkml:trace contextRef="#ctx0" brushRef="#br0" timeOffset="1340.86">14852 3229 5586 0,'0'0'784'0,"0"0"-315"15,0 0-85-15,6 44 48 0,-6-14 105 16,-4 6-537-16,4 2 0 0,-2 1 0 15,2 4 0-15,-4 5 0 0,4 3 0 16,0 2 0-16,-4 0 0 0,-2-3 0 16,2-4 0-16,-3-9 0 0,1-9-865 15,6-10-204-15,-4-8-359 0</inkml:trace>
  <inkml:trace contextRef="#ctx0" brushRef="#br0" timeOffset="1555.62">14854 3197 6174 0,'0'0'729'0,"0"0"-653"16,0 0 140-16,62-12 352 0,-14-1-316 16,-1-3-140-16,1 2-47 0,-11 2-65 15,-2 4 0-15,-8 2 0 16,-6 4-85-16,-5 2-335 0,-7 2-977 15,-7 0-463-15,-2 7-1414 0</inkml:trace>
  <inkml:trace contextRef="#ctx0" brushRef="#br0" timeOffset="1742.07">14832 3569 5478 0,'0'0'1036'0,"0"0"-535"15,0 0 223-15,43-16-271 16,-24 9-453-16,3 3 0 0,-1 0 0 16,6 2 0-16,4 0 0 0,2 2-153 15,2 0-723-15,-8 0-845 0,0 0-1184 0</inkml:trace>
  <inkml:trace contextRef="#ctx0" brushRef="#br0" timeOffset="2025.74">15152 3773 5482 0,'0'0'480'0,"-35"-10"-100"16,14 12 329-16,-2 9-397 0,-1 4-96 15,7 5-40-15,1 3-96 0,5 2 56 16,5 1-52-16,6-1-72 15,6-4-12-15,11-3 0 0,-1-4 0 0,9-6 0 16,6-5 64-16,0-4-3 16,-2-9-61-16,0-4 0 0,-2-2 0 15,-6-3 0-15,-9 1 0 0,-4 0 0 16,-6-1 0-16,-2 2 0 0,-6 0 0 16,-4-2 0-16,4 5-1473 15,-3-7-672-15</inkml:trace>
  <inkml:trace contextRef="#ctx0" brushRef="#br0" timeOffset="2628.58">16088 3402 2829 0,'0'0'2077'0,"0"0"-1449"0,0 0-36 16,-37-29 37-16,12 21-377 0,-4 2 36 15,1 2 156-15,1 3-284 0,0 1-48 16,4 3 28-16,-2 6-99 0,0 2-41 15,3 5 0-15,-3 2 0 0,4 3 0 16,5 2 0-16,5-3 0 16,5-1 0-16,6 0 0 0,10-5 0 15,7-2 0-15,14-1 0 0,4-5 0 16,4-2 0-16,9 0 0 0,0-1 0 16,-7 2 0-16,-10 2 0 15,-4 2-13-15,-9 3 1 0,-9 1 4 16,-5 2-16-16,-6 2 24 0,-7 0 28 15,-7-1-24-15,-5 4 21 0,-2-2-25 16,-1-2 0-16,-3 1 0 0,0-6 0 16,6-5 0-16,3-5 0 15,5-1-201-15,3-5-423 0,6-5-76 16,4-1-769-16,8-4 460 0,0 5 29 16,1 0-921-16</inkml:trace>
  <inkml:trace contextRef="#ctx0" brushRef="#br0" timeOffset="2802.1">16266 3485 4065 0,'0'0'1245'0,"-4"41"-545"16,-2-11-31-16,-9-1 135 0,7 1-404 16,0-3-168-16,2-3-155 15,1-3-77-15,5-6 0 0,0-5 0 16,5-4-173-16,-1-4-599 0,-2-2-1533 15,4-10-993-15</inkml:trace>
  <inkml:trace contextRef="#ctx0" brushRef="#br0" timeOffset="2927.95">16465 3010 6723 0,'0'0'12'0,"0"0"-12"15,0 0-32-15,0 0 32 0,-15 43-4 16,5-11-229-16,4 0-627 0,1-8-192 15,5-3-3446-15</inkml:trace>
  <inkml:trace contextRef="#ctx0" brushRef="#br0" timeOffset="3158.48">16419 3750 4117 0,'-2'37'1249'0,"2"-15"92"16,2-3-529-16,8-12-324 0,5-11-303 15,8-10-185-15,8-11 0 0,2-13 0 16,-2-4 0-16,4-4 0 0,-4 3 0 15,-4 7 0-15,-7 9 0 0,-7 12 0 16,-9 8 0-16,0 7 0 0,-4 7 0 16,0 14 0-16,-4 15 0 0,-6 8 0 15,-1 3 0-15,1-2 0 16,10-9 0-16,0-4 0 0,8-5 0 16,11-7 0-16,10-5 0 0,10-8 0 15,-2-6-1786-15,3-5-1483 0</inkml:trace>
  <inkml:trace contextRef="#ctx0" brushRef="#br0" timeOffset="3671.23">17180 3616 5626 0,'0'0'700'16,"0"0"109"-16,0 0-365 0,0 0-196 15,0 0-152-15,0 0-96 0,0 0 0 16,-6 47 8-16,4-18 0 0,0-1 8 15,-3 1 60-15,1-1-60 16,-2 1 8-16,0-3 24 0,2-2-44 16,2-6 4-16,2-5-8 0,0-5-8 15,6-3 8-15,6-5 0 0,1 0 0 16,5-6 0-16,1-8 28 0,-1-2-16 16,3-3-12-16,-2-2 0 15,-7 2-64-15,5 1-72 0,-7 6-48 16,-6 5 72-16,2 5 48 0,-6 3 24 15,0 6-40-15,0 8 80 0,0 2-16 16,0 1 28-16,0 1-12 0,4-3 0 16,1-3 0-16,1-4-4 0,4-2 4 15,3-4-16-15,1-3 16 16,3-6 36-16,-3-6 72 0,3-2 168 16,-7-2 37-16,0-2-313 0,-4 0 0 15,-1 0 0-15,-5-1 0 0,0-2 0 16,0-4-1029-16,0 5-480 0,-5-5-1068 15</inkml:trace>
  <inkml:trace contextRef="#ctx0" brushRef="#br0" timeOffset="3953.65">17748 3068 5518 0,'0'0'1089'0,"0"0"-681"0,0 0 100 0,0 0 104 15,0 0-555-15,0 0-57 0,0 0 0 16,0 0 0-16,11 74 0 0,-22-22 0 16,1 7 0-16,-7 5 0 0,1 7 0 15,-5 8 0-15,1 4 0 16,-1-3 0-16,4-4 0 0,9-11 0 16,8-9 0-16,4-9 0 0,17-9 0 15,6-9 0-15,10-10 0 0,10-11 0 16,1-7 0-16,4-6 0 0,-5-7 0 15,-5-5 0-15,-5-4 0 16,-8-5 0-16,-11-3 0 0,-7 5-513 16,-5-1-1636-16</inkml:trace>
  <inkml:trace contextRef="#ctx0" brushRef="#br0" timeOffset="4125.51">17595 3534 6647 0,'0'0'336'0,"0"0"444"16,0 0-351-16,48 3-429 0,-11-5 0 16,4 1 0-16,1-1 0 0,-5 2 0 15,-4 0 0-15,-4-1-737 16,-6-4-3493-16</inkml:trace>
  <inkml:trace contextRef="#ctx0" brushRef="#br0" timeOffset="6925.85">19392 3600 5094 0,'0'0'696'0,"47"3"-24"0,-20-3 49 15,4-1-505-15,0-2-116 16,2-1-68-16,2-3-24 0,3-1-16 16,-3-2-68-16,2-1-412 0,-4-1-97 15,-6 1-971-15,-9 2 51 0,-5 2-960 0</inkml:trace>
  <inkml:trace contextRef="#ctx0" brushRef="#br0" timeOffset="7082.33">19512 3738 4742 0,'0'0'516'0,"0"0"352"16,47 3-211-16,-24-6-165 0,10 2-236 15,0-1-256-15,4 2-8 0,5 0-388 16,-9-1-613-16,0-3-916 0</inkml:trace>
  <inkml:trace contextRef="#ctx0" brushRef="#br0" timeOffset="7730.27">21575 3799 4726 0,'0'0'1084'0,"0"0"-632"0,0 0-99 0,0 0 139 0,0 0-204 16,18 33-68-16,7-27 124 0,8-6-148 16,8-5-159-16,9-10-37 15,0-4 0-15,-1-6 0 0,-3-2 0 16,-5-3 0-16,-10 0 0 0,-4-1 0 15,-9 2 0-15,-5 1 0 0,-11 2 0 16,-4 2 0-16,-13 0 0 0,-9 5 0 16,-5 5 0-16,-11 5 0 0,-7 9 0 15,-3 9 0-15,-8 9 0 16,0 10 0-16,1 7 0 0,5 6 0 16,6 4 0-16,13-1 0 0,9 1 0 15,13-3 0-15,11-2 0 0,11-3 0 16,11-1 0-16,9-6 0 0,11-4 0 15,11-7 0-15,7-4 0 0,4-7 0 16,1-4 0-16,-6-3 0 16,-5-1 0-16,-17-5-1237 0,-6-3-1288 0</inkml:trace>
  <inkml:trace contextRef="#ctx0" brushRef="#br0" timeOffset="8434.67">22259 3181 3493 0,'0'0'2429'15,"0"0"-1536"-15,0 0-121 0,0 0-167 16,0 0-605-16,0 0 0 0,0 0 0 15,0 0 0-15,20 40 0 0,-1-9 0 16,10 8 0-16,0 2 0 0,2 0 0 16,-6-1 0-16,-5 0 0 0,-9 0 0 15,-7-2 0-15,-4-1 0 16,-13-5 0-16,-3-3 0 0,-5-5 0 16,-6-3 0-16,-4-6 0 0,0-4 0 15,0-8 0-15,2-7 0 0,5-11 0 16,7-14 0-16,5-12-625 0,5 4-984 15,1-13-3465-15</inkml:trace>
  <inkml:trace contextRef="#ctx0" brushRef="#br0" timeOffset="8582.29">22331 2865 5638 0,'0'0'1021'0,"0"0"-149"0,0 0-211 15,0 0-661-15,0 0 0 0,0 0 0 16,0 0 0-16,0 0 0 0,0 0 0 16,-29-16-453-16,29 15-1040 0,6 1-4753 0</inkml:trace>
  <inkml:trace contextRef="#ctx0" brushRef="#br0" timeOffset="9265.84">22577 3109 4646 0,'0'0'728'0,"0"0"-244"0,0 0 225 15,-37 21-321-15,24-5-164 0,-1 3 164 16,4 3-240-16,-1-3-24 0,5 2 64 15,2 0-136-15,2-1 12 0,2-3-15 16,0-1-49-16,2-4 0 0,8-4 0 16,1-4 0-16,5-4 0 0,3-2 0 15,1-6 0-15,1-2 0 0,0-1 0 16,-5-1 0-16,-3 3 0 16,-3 2-193-16,-4 4-51 0,-2 3 4 15,1 0-168-15,1 5 304 0,-2 4 104 16,-2 5 20-16,8 1-16 0,-3-1 60 15,-3-6 164-15,2-2-76 16,2-2-28-16,5 0 4 0,1-1-124 16,7-3 28-16,-5-4 28 0,1-5-48 15,-7-2 12-15,0-4 20 0,-1-2-44 16,-7 1 24-16,2-2 12 0,-4 0-28 16,0-1-16-16,-6-5-200 15,-3-1-620-15,7 4-373 0,-2-3-3109 0</inkml:trace>
  <inkml:trace contextRef="#ctx0" brushRef="#br0" timeOffset="10015.78">23077 2663 2701 0,'0'0'2533'16,"0"0"-1881"-16,0 0-100 16,0 0 161-16,0 0-365 0,0 0-116 15,-22 40 12-15,3-2-68 0,-6 11-135 16,-2 4-41-16,3 3 0 0,1 2 0 15,4 0 0-15,5 3 0 0,3-7 0 16,11-4 0-16,7-6 0 16,7-6 0-16,7-8 0 0,8-5 0 15,4-8 0-15,2-6 0 0,-2-7 0 16,2-4 0-16,-4-6 0 0,-2-5 0 16,-4-6 0-16,-5-5 0 15,-3-5 0-15,-9 6-1013 0,-4-4-2953 0</inkml:trace>
  <inkml:trace contextRef="#ctx0" brushRef="#br0" timeOffset="10198.48">22819 2992 2641 0,'0'0'4426'16,"0"0"-3594"-16,0 0-616 0,41 2-139 15,-8-4-77-15,11 1 0 0,-3 0 0 16,0 1 0-16,1 0 0 0,-1 3 0 15,0 0 0-15,1 1-33 0,-11-1-1171 16,-2 0-2054-16</inkml:trace>
  <inkml:trace contextRef="#ctx0" brushRef="#br0" timeOffset="11622.12">20837 3251 2333 0,'0'0'1400'15,"0"0"-763"-15,0 0 543 0,0 0-364 16,0 0-195-16,0 0 203 0,0 0-560 16,0 0-147-16,0 0-117 15,0 49 0-15,0-2 0 0,4 6 0 16,2 0 0-16,0 6 0 0,-2 1 0 15,-4 2 0-15,-4 0 0 0,0-6 0 16,-4-5 0-16,-5-7 0 0,5-6 0 16,0-11 0-16,2-8 0 15,6-8 0-15,0-7-521 0,0-6-447 16,0-3-1530-16</inkml:trace>
  <inkml:trace contextRef="#ctx0" brushRef="#br0" timeOffset="11791.04">20863 3212 5982 0,'0'0'396'0,"0"0"105"0,58-20-233 16,-31 11 36-16,8 0 40 0,-2-2-300 16,5 2-24-16,-7 1-20 15,0 3-272-15,-7 1-400 0,-11 4-1333 16,-3 1-849-16</inkml:trace>
  <inkml:trace contextRef="#ctx0" brushRef="#br0" timeOffset="11962.27">20822 3594 6110 0,'0'0'673'0,"0"0"87"16,62-7-111-16,-35-2-649 0,8 1 0 15,-2 0 0-15,0 0 0 16,-2-1 0-16,0 1 0 0,-2-7 0 16,-8 2-1145-16,2-3-5330 0</inkml:trace>
  <inkml:trace contextRef="#ctx0" brushRef="#br0" timeOffset="12195.83">20541 2920 6478 0,'0'0'309'0,"60"15"-81"15,8-12 632-15,25-4-543 0,25-7-317 16,12-2 0-16,0 3 0 0,-6 2 0 15,-14-3 0-15,-36 0-1617 16,-7-9-4366-16</inkml:trace>
  <inkml:trace contextRef="#ctx0" brushRef="#br0" timeOffset="14930.39">19913 3194 3957 0,'0'0'1497'0,"0"0"-1017"15,-38 40-228-15,34-17 0 16,4 8 49-16,4 2-169 0,7 5-40 16,-1 1 8-16,-4 4-84 0,5 1-8 15,-5-1 28-15,-2 2-36 0,-4-4-4 16,0-2-376-16,0-12-505 0,-4-5-515 15</inkml:trace>
  <inkml:trace contextRef="#ctx0" brushRef="#br0" timeOffset="15280.52">19865 3199 6242 0,'0'0'561'0,"23"-53"-33"16,0 22-136-16,1 3-156 0,7 1-3 16,0 3-233-16,4 2 0 0,-4 6 0 15,0 6 0-15,-6 4 0 0,-6 6 0 16,-3 7 0-16,-5 7 0 16,-1 7 0-16,-10 5 0 0,0 4 0 15,-10 3 0-15,-5 3 0 0,-5 1 0 16,-7 0 0-16,0-3 0 0,-2 1 0 15,0-4 0-15,4-3 0 16,2-3 0-16,13-4 0 0,0-1 0 16,6-2 0-16,2 2 0 0,2-2 0 15,0 1 0-15,2 1 0 0,2 0 0 16,4 1 0-16,-2 0 0 0,0-1 0 16,5-1 0-16,1-4 0 15,3-1 0-15,-1-3 0 0,1-4-837 16,-3-3-320-16,-2-3-339 0</inkml:trace>
  <inkml:trace contextRef="#ctx0" brushRef="#br0" timeOffset="15557.02">20175 3581 6122 0,'0'0'829'15,"0"0"-17"-15,0 0-420 0,0 0-355 16,31-56-37-16,-14 29 0 0,-7-1 0 15,-4 6 0-15,-6 1 0 16,-2 5 0-16,-8 5 0 0,-5 7 0 16,1 5 0-16,-9 12 0 0,7 8 0 15,-9 10 0-15,4 6 0 0,-2 4 0 16,7 1 0-16,3-1 0 0,11-4 0 16,4-4 0-16,11-9 0 15,3-8 0-15,9-7 0 0,2-9 0 16,4-11 0-16,4-9-777 0,-10 2-1328 15,2-7-240-15</inkml:trace>
  <inkml:trace contextRef="#ctx0" brushRef="#br0" timeOffset="16189.53">20529 2649 4906 0,'0'0'840'0,"0"0"-252"0,0 0 385 16,0 0-549-16,0 0-208 0,0 0 8 16,-40-12-203-16,22 19-21 0,-3 5 0 15,-2 1 0-15,11 2 0 0,-3 4 0 16,1 3 0-16,4 1 0 16,8 0 0-16,-1 2 0 0,3-1 0 15,3 0 0-15,3 1 0 0,0 1 0 16,4-1 0-16,1 1 0 0,-1 0 0 15,0-2 0-15,5 1 0 0,-3-1 0 16,-2 0 0-16,1-1 0 16,-5-1 0-16,-2-1 0 0,4-3-101 15,-1-2 41-15,-1-4 24 0,-2 1 12 16,2-5 24-16,-4-3-4 0,0 0 0 16,-2-3 4-16,2 2 4 15,3-1-4-15,-3 1 0 0,0 1-4 16,0 3-96-16,-2 4 76 0,-2 8 12 15,-9 5 20-15,-1 1-8 0,-7 5 116 16,1-1 40-16,-3 4-71 0,-4 0-85 16,2 5 0-16,5 2 0 0,1 1 0 15,5 2 0-15,6 1 0 16,4-1 0-16,2-2 0 0,6 0 0 16,6-3 0-16,7-1 0 0,4-4 0 15,3-3 0-15,3-3 0 0,5-3 0 16,-1-4 0-16,2-7-817 0,-8-4-284 15,-3-8-4581-15</inkml:trace>
  <inkml:trace contextRef="#ctx0" brushRef="#br0" timeOffset="16982.68">23352 2548 4305 0,'0'0'661'0,"46"-15"-149"0,-24 9 220 0,-3 1-379 0,-2 3-137 0,1-1-20 16,-1 3-120-16,3 0 8 16,3 0 4-16,0 0-80 0,-2 3-8 15,-3 5 0-15,-5 7 0 0,-9 8-12 16,-6 9-4-16,-13 6 16 0,-12 8 28 15,-2 4 124-15,-10 2-52 16,2 1-12-16,-2-1 44 0,-1 0-100 16,5-4-16-16,2-3 8 0,12-1-24 15,3-1 0-15,8-4 0 0,1-1-24 16,9-4 4-16,11-4-56 16,1-4-52-16,9-4 68 0,6-5-64 15,-3-2-20-15,3-3 92 0,-2 0 44 16,0-2-4-16,-7-1 12 0,-5 0 0 15,-7 1 0-15,-2 2 0 0,-4 2 0 16,-6 5-16-16,-6 5 12 0,-3 3-128 16,1 1 36-16,-1 0 96 0,3-1 0 15,3 0 8-15,5-1-8 16,2 0 112-16,4-1-32 0,5 2 4 16,1 2-16-16,4 1-60 0,1 3-4 15,3 2 0-15,3 2 20 0,-3 0-24 16,-3 1 36-16,-3 1-32 0,-8 0 12 15,-2 0 324-15,-10 1-48 16,-7-1-59-16,-3-2-233 0,-7 0 0 16,-2-5 0-16,-4-6 0 0,2-2 0 15,-7-9 0-15,10-4 0 0,-12-10-2210 0</inkml:trace>
  <inkml:trace contextRef="#ctx0" brushRef="#br0" timeOffset="24595.58">10902 4353 2000 0,'0'0'180'16,"0"0"969"-16,0 0-4 0,0 0-705 15,0 0-28-15,0 0 84 0,0 0-300 16,0 0-44-16,10-9 16 16,-10 9-120-16,2 6 12 0,3 8 61 15,-5 4-49-15,4 5 4 0,-4 3-36 16,0 0-28-16,0-1-12 0,-4-2 0 15,4-3-12-15,0-1-8 0,0-4-289 16,0-6-99-16,0-2-108 0,0-5-893 16,0-2-259-16</inkml:trace>
  <inkml:trace contextRef="#ctx0" brushRef="#br0" timeOffset="24893.73">10908 4283 1684 0,'0'0'2982'0,"0"0"-1946"16,0 0-644-16,0 0-140 0,0 0-76 16,0 0-79-16,58-1 31 0,-23-1 40 15,-2-2-164-15,-2 2 8 0,-4-2-12 16,0 2-28-16,-6 1-268 16,-7 0-613-16,-3 1-27 0,-9 0-189 15</inkml:trace>
  <inkml:trace contextRef="#ctx0" brushRef="#br0" timeOffset="25130.28">11165 4288 4766 0,'0'0'984'16,"0"0"-676"-16,0 0-8 0,-21 33 89 15,17-11-261-15,2 3-48 0,-2-1 68 16,4-1-28-16,4-2 12 0,-2 2 76 16,2-3-144-16,-2 0-12 0,2-1-32 15,-4-2-4-15,0-3-16 16,0-4 0-16,0-2-68 0,0-5-212 16,-4 1-516-16,4-2-229 0,-2-1-420 15</inkml:trace>
  <inkml:trace contextRef="#ctx0" brushRef="#br0" timeOffset="25282.42">10987 4546 5098 0,'-48'7'336'0,"11"-1"308"16,2-1-304-16,18-1-212 0,7-2-99 15,14-2-29-15,17-2-321 0,-1-2-1804 16,9-5-1256-16</inkml:trace>
  <inkml:trace contextRef="#ctx0" brushRef="#br0" timeOffset="28401.79">11423 4536 1624 0,'0'0'84'0,"0"0"72"0,0 0 841 15,0 0-313-15,0 0-304 0,0 0 145 16,0 0-237-16,0 0-20 0,0 0 280 16,0 6-288-16,4-11-108 0,-4 0-4 15,6 0-96-15,-2 0 4 0,-2 0 40 16,3-1-88-16,1 1 16 16,2 2 0-16,0-3-16 0,7 1-8 15,5-2 64-15,1 0-16 0,2 0 25 16,2-1 71-16,-5 4-68 0,1-1 8 15,2 4-8-15,-7 1-68 16,3 0-8-16,-3 7 12 0,1 0 0 16,-3 3-12-16,-3 1 8 0,1 4 0 15,3-1-8-15,-5 3 4 0,2 0 4 16,3 3-8-16,-1 2 16 16,-1 3 0-16,5 2-4 0,-1 5 68 15,-1 1-56-15,-1 4 8 0,-3 2 12 16,3 3-36-16,-5 0-4 0,0 3 0 15,-3 0 4-15,-1 0-8 0,2 2 0 16,-2-1 8-16,5-1-8 0,-1 1 4 16,0-1 12-16,1-1 4 15,-1 1 116-15,2-2-108 0,-3-2 0 16,3-1-12-16,-2 1-16 0,5-4 0 16,1-2 4-16,-3 0 20 0,5-4-24 15,-1-1 12-15,4-4-4 0,-5-2-8 16,5-2 4-16,-5-3 4 15,-1-3-8-15,1-4 4 0,-1-2 0 16,-3-2-4-16,-1-5 0 0,-1-1 0 16,0-2 0-16,1-6 8 15,3-4 4-15,-2-2-12 0,-1-2 12 16,5-4-12-16,3-1 0 0,-3-1 0 16,5-4 0-16,0 3 0 0,-5-3 0 15,5 2-36-15,0-1 36 0,-5 1-8 16,1 0-8-16,-3 1 16 0,-1-1 0 15,1 1 4-15,1 0-4 0,-3-3 0 16,-2 2 8-16,1-2-8 0,-1 1 0 16,4 0-4-16,-1-1 4 15,1-1 0-15,3 4-4 0,-1-3 4 0,-1 5 0 16,1 0-8-16,1 0 8 16,2 1 0-16,-3 1 4 0,-4 1-4 15,9 2 0-15,-2-1-12 0,-3 0 12 16,5 2 0-16,-5-1-20 15,5 3 20-15,-4 1-8 0,-1 0-8 16,3 3 16-16,-7 1-4 0,3-1-16 16,-5 2 20-16,2 2 0 0,-1-2 4 15,-1 0-4-15,0 3 0 16,5-2-4-16,-3 3 4 0,-1 1-4 16,-1 0 0-16,0 0 0 0,-1 1 4 15,-3 3-36-15,4 2 36 0,7 2-8 16,-3 2-8-16,-4 1-12 0,-3 1 0 15,-1 1-8-15,-2 3 36 0,-2-1 0 16,2 1 12-16,-4 0-12 0,0 2 0 16,0-3-4-16,0 2 4 0,0-4 0 15,4 1-8-15,-2-2 0 16,3 0-12-16,1-4-40 0,4-2 60 16,5-1-12-16,1-2 8 0,1-1 4 15,-3-2 40-15,7-4-24 0,-5 1 24 16,5-3 4-16,-4 1-32 15,-3 0-12-15,-2 2 12 0,3-2-4 16,-5 1-8-16,1 1 0 0,-1-2 8 16,2-1-8-16,3 0 4 0,1-2 8 15,5-3-12-15,0-2 36 16,6 1-32-16,-3-1 8 0,3-1 0 16,4 2-8-16,0 2-4 0,0 0 0 15,-2 3 4-15,2 1-4 0,-4 0 16 16,2 4-12-16,-6 0-4 0,-3 2 4 15,5 3 0-15,-6 0-4 0,6 3 20 16,-5 1-4-16,7 2-16 0,-2-1 32 16,-2 0-28-16,4 3 32 15,-3 1 60-15,-1-1-88 0,2-2 4 16,-4 1 16-16,-1-1-20 0,1-2 8 16,-5-1 44-16,1 0-56 0,0-4 4 15,-7 1-8-15,-2-1 4 0,-2-2-4 16,-2 1 0-16,3-1-12 15,-1 0 4-15,4 0 4 0,5-2-24 16,1-5 28-16,1-1 0 0,3-1 0 16,1 0 0-16,-6 4 0 0,-3 1-20 15,2 3 0-15,-7 1 16 16,-1 0-44-16,-2 5 48 0,0 0 0 16,2 1-20-16,1 2 20 0,-3 0-4 15,6 2-60-15,7-1 64 0,3-3-8 16,5-4-4-16,4-2 12 0,0-3 0 15,0-3-8-15,0-2 0 0,0-1-24 16,0 1-12-16,0-1 44 0,-9 3-12 16,1 1 4-16,-2 4 4 15,-7 1-144-15,-6 0-64 0,-2 2 68 16,0 2-68-16,-2 0-89 0,3 2-63 16,-5 1-332-16,0-1 8 0,-7-1-629 0</inkml:trace>
  <inkml:trace contextRef="#ctx0" brushRef="#br0" timeOffset="30990.59">10499 5224 2345 0,'0'0'1480'0,"0"0"-903"0,14 34-137 15,-12-26 268-15,3-3-348 0,-1-2-124 16,2 1 56-16,-2 0-204 15,6-2 1-15,3-2 127 0,1-9-16 16,3-6 92-16,-1-5 184 0,5-7-220 16,4-2-119-16,-5-5-137 0,7 0 0 15,-4-4 0-15,-4 8-69 16,-13-4-1972-16</inkml:trace>
  <inkml:trace contextRef="#ctx0" brushRef="#br0" timeOffset="45813.6">1495 5591 1688 0,'62'0'1469'0,"0"0"-1121"15,12 0-116-15,5 0-8 16,7 1 56-16,11 3-127 0,11-1 7 16,16 1 64-16,12 0-148 0,17-1 36 15,15 0 212-15,12-1-100 0,18 0-16 16,9 4 56-16,12 0-176 15,6 0-48-15,7 2-20 0,10 1-12 16,4-1-8-16,12 0 12 0,5 3-8 16,9-1 12-16,7 3 132 0,1 2-100 15,3-1-12-15,-6 2-4 16,-2 0-28-16,-13 0 4 0,-6 1-4 16,-3-2 0-16,-16-2-4 0,-7-2 0 15,-9-1-8-15,-16-3-32 0,-15-2-148 16,-17-3 32-16,-15-2 44 0,-26 0-8 15,-16-5-24-15,-17 0-152 0,-27-4-588 16,-24 0-157-16,-21-2-448 0</inkml:trace>
  <inkml:trace contextRef="#ctx0" brushRef="#br0" timeOffset="46399.25">1352 4217 3269 0,'68'-10'1281'0,"17"1"-709"0,20-2-396 16,7 0-20-16,16-5 112 15,17 1-136-15,22-3 144 0,21-3 60 16,23-3-235-16,19-1-21 0,16-3-48 15,18 0-28-15,19 2 4 0,13 3-4 16,12 2 4-16,6 4-8 0,9 6 4 16,1 3 8-16,-1 5-12 0,12 3 8 15,-5 7 4-15,3 4-4 0,2 3 40 16,-4 4-44-16,-9 2-8 0,-12-1 0 16,-8-4-305-16,-81-5-455 15,-16-4-3078-15</inkml:trace>
  <inkml:trace contextRef="#ctx0" brushRef="#br0" timeOffset="55811.01">1058 7017 2116 0,'0'0'44'16,"0"0"1773"-16,0 0-988 16,0 0-309-16,0 0-40 0,0 0 232 0,0 0-351 15,0 0-69-15,0 0 32 0,-12-1-252 16,12 1-16-16,0 0 40 16,2 0-56-16,2 0 48 0,6 0 72 15,1 1-116-15,5 2-12 0,5 1 16 16,0 3-40-16,-3-2-8 0,3-1 16 15,0-1-12-15,-1-1-4 0,5 1 12 16,-4-1-8-16,4 2-4 16,-1-2 0-16,5 1 4 0,2 1-4 15,5-2 4-15,3 2 5 0,-4-1-9 16,8 0 0-16,-5 3 0 0,7 0 0 16,3 1 0-16,-1 1 0 0,3 0 0 15,-3 2 0-15,-1 1 0 16,1-1 0-16,1 2 0 0,-1 0 0 15,5 0 0-15,2-4 0 0,4 0 0 16,6-3 0-16,4-1 0 0,4-2 0 16,3-1 0-16,3 1 0 0,5-2 0 15,0 0 0-15,1 0 0 16,1 2 0-16,-2-2 0 0,-3 5 0 16,-1-2 0-16,0 2 0 0,1 0 0 15,3 1 0-15,0 1 0 0,1-1 0 16,1 0 0-16,-2 0 0 0,4-3 0 15,-1 1 0-15,5-2 0 0,-2 0 0 16,2 0 0-16,2-2 0 16,-2 0 0-16,2-2 0 0,6 0 0 15,-8-3 0-15,4 1 0 0,3 0 0 16,-3-2 0-16,4 1 0 0,2 1 0 16,-2 0 0-16,7-2 0 0,-5 3 0 15,7-2 0-15,-1-1 0 16,3 2 0-16,-1 0 0 0,3-1 0 15,-3-2 0-15,1-3 0 0,0 2 0 16,-3-3 0-16,0 2 0 16,-1-2 0-16,-1 3 0 0,-3-2 0 0,-3 2 0 15,-4 0 0-15,-2 2 0 16,-2-1 0-16,-2 0 0 0,0 0 0 16,0 0 0-16,-1 0 0 0,-1 0 0 15,0 0 0-15,2 0 0 0,-2-1 0 16,6 1 0-16,-4-3 0 0,2 3 0 15,-2-2 0-15,4 0 0 0,-5 2 0 16,-3 1 0-16,0 1 0 16,-2 0 0-16,-5 1 0 0,-3 1 0 15,-1-1 0-15,5 1 0 0,-1 0 0 16,1 0 0-16,1 0 0 0,-1 2 0 16,4-2 0-16,-5 2 0 15,3-1 0-15,1 2 0 0,-3 0 0 16,-1 2 0-16,-3 2 0 0,3 0 0 15,-5 0 0-15,1 0 0 0,-1 1 0 16,-3-2 0-16,2 2 0 0,-2-2 0 16,-1 1 0-16,3-3 0 0,-4 0 0 15,0-1 0-15,5 0 0 16,-3 0 0-16,-2-1 0 0,-2-2 0 16,-6-1 0-16,2 2 0 0,-8-2 0 15,-2-1 0-15,-5 3 0 0,-5-2 0 16,-1 2 0-16,-8 1 0 0,-6-1 0 15,-2 1 0-15,-13 1 0 0,-4 0-509 16,-5 0-816-16,-3-2-491 0</inkml:trace>
  <inkml:trace contextRef="#ctx0" brushRef="#br1" timeOffset="63376.01">5722 8567 5690 0,'-4'37'340'0,"-3"1"-76"15,3 12 101-15,-10 4-97 16,1 8 8-16,3 5 20 0,4 8-244 15,2 6-24-15,8 7-8 0,4 10 12 16,7 10-12-16,5 7 40 16,-3 10 20-16,1 11 56 0,-1 9 100 15,0 10-207-15,-7 8-29 0,0 9 0 16,1 7 0-16,-9 10 0 0,6 3 0 16,-4 5 0-16,4 3 0 0,1 2 0 15,1 3 0-15,-4 3 0 16,-4-5 0-16,2 1 0 0,-4-2 0 15,-4-4 0-15,-4 1 0 0,-13-3 0 16,-6-8 0-16,-4-7 0 0,-4-10 0 16,-4-18 0-16,4-15 0 15,-9-20 0-15,9-22 0 0,-2-18 0 16,6-21 0-16,4-22-161 16,6-21-899-16,5-13-429 0,6-12-2725 0</inkml:trace>
  <inkml:trace contextRef="#ctx0" brushRef="#br1" timeOffset="63912.24">3553 10578 5746 0,'0'0'588'0,"0"0"81"0,0 0-349 0,-6 39-52 16,0 0 116-16,2 12-224 0,4 7-103 15,0 3-57-15,0 3 0 16,6 2 0-16,2 5 0 0,1-1 0 16,-3-2 0-16,2-3 0 0,-4-6 0 15,2-8-141-15,1-15-959 16,-1-13-109-16,2-11-560 0</inkml:trace>
  <inkml:trace contextRef="#ctx0" brushRef="#br1" timeOffset="64096.83">3506 10549 6418 0,'0'0'257'0,"0"0"35"15,0 0-272-15,0 0-12 0,45-16 108 16,-1-9 124-16,7-7-200 0,7 0-16 16,-4 2-24-16,-2 3-180 0,-9 6-476 15,-12 5-1461-15,-6 9-1021 0</inkml:trace>
  <inkml:trace contextRef="#ctx0" brushRef="#br1" timeOffset="64297.98">3576 11050 5174 0,'0'0'816'16,"50"-9"-55"-16,-13-3 71 0,0-4-223 16,4 0-609-16,-1-2 0 0,5-1 0 15,-1-1 0-15,1-2 0 0,-8 4-2398 16,-6 0-1516-16</inkml:trace>
  <inkml:trace contextRef="#ctx0" brushRef="#br1" timeOffset="66268.89">4298 10196 2509 0,'0'0'996'16,"0"0"-320"-16,0 0 317 0,0 0-473 16,0 0-140-16,-36-13 145 0,30 20-237 15,0 11-132-15,-4 15 52 0,-1 12-88 16,1 12 20-16,-2 6 92 15,3 6-168-15,-1 3 8 0,2 5 44 16,-1 5-112-16,5 0 8 0,-2 2-12 16,6 0-12-16,0-3-8 0,6-8-12 15,5-9-64-15,1-13 24 0,9-15-280 16,-1-12-100-16,5-14-109 0,4-12-919 16,-6-6-37-16,0-9-952 0</inkml:trace>
  <inkml:trace contextRef="#ctx0" brushRef="#br1" timeOffset="66546.92">4519 10412 5374 0,'0'0'900'0,"0"0"33"0,0 0-421 15,0 0-196-15,0 38-159 0,-4-12-157 16,-3 6 0-16,-1 5 0 15,2 2 0-15,0 5 0 0,-5 7 0 16,5 3 0-16,2 6 0 0,4 1 0 16,0 0 0-16,0-3 0 0,10-6 0 15,5-5 0-15,3-10 0 0,7-9 0 16,2-7 0-16,4-10 0 0,-4-8 0 16,0-6 0-16,0-10 0 0,2-7-229 15,-9-7-531-15,-3 4-149 0,-5-4-1840 16</inkml:trace>
  <inkml:trace contextRef="#ctx0" brushRef="#br1" timeOffset="66716.84">4374 10960 4582 0,'0'0'188'0,"39"-5"188"16,-6-9 332-16,5-8 133 15,-1-7-441-15,2-6-292 0,0-2-108 16,3-5-568-16,-7-2-409 0,-6 11-1336 16,-2-4 232-16</inkml:trace>
  <inkml:trace contextRef="#ctx0" brushRef="#br1" timeOffset="66965.72">4763 10193 5086 0,'0'0'820'15,"29"43"229"-15,-11-13-401 0,1 3-140 16,1 5-427-16,3 8-81 16,2 3 0-16,-2 7 0 0,2 3 0 15,1 5 0-15,-9 4 0 0,-3 7 0 16,-7 3 0-16,-7 5 0 15,0-1 0-15,-7-3 0 0,1-7 0 16,2-9 0-16,4-10-33 0,0-20-2360 16,2-12-1849-16</inkml:trace>
  <inkml:trace contextRef="#ctx0" brushRef="#br1" timeOffset="67655.92">5933 11223 5742 0,'0'0'953'0,"0"0"-457"16,0 0-16-16,0 0-8 0,0 0-423 15,0 0-49-15,0 0 0 16,0 0 0-16,62-17 0 0,-7 12 0 15,14 0-77-15,9 0-27 0,5 1 48 16,10 0-20-16,12 0 60 0,7 0 8 16,18-2-16-16,7 1 24 0,9-2 36 15,14-2-20-15,7 0 72 0,13-1 133 16,12 1-221-16,0 1 0 0,13 1 0 16,4 3 0-16,6 0 0 0,10 3 0 15,2 1 0-15,9 0 0 0,6 0 0 16,4 0 0-16,2 0 0 15,4 1 0-15,4-1 0 0,3 2 0 16,-3-1 0-16,3-1 0 0,3-1 0 16,-3-4 0-16,1-3 0 0,-2-2 0 15,-10-1 0-15,-2 0 0 16,-10 0 0-16,-19 1 0 0,-8 2 0 16,-15 2 0-16,-24 2 0 0,-19 1 0 15,-25-1 0-15,-25-2 0 0,-18 0-469 16,-30 0-880-16,-22 2-2464 0</inkml:trace>
  <inkml:trace contextRef="#ctx0" brushRef="#br1" timeOffset="68647.7">15127 11721 3589 0,'0'0'2177'0,"0"0"-1332"15,0 0-457-15,0 0 4 0,0 0 132 16,0 0-247-16,0 0-277 0,0 0 0 16,0 0 0-16,-27 54 0 0,11-9 0 15,1 6 0-15,-1 1 0 16,1 10 0-16,-1 3 0 0,-5 4 0 15,5 2 0-15,-1 0 0 0,7-3 0 16,6-10 0-16,8-6 0 16,8-9 0-16,7-10 0 0,3-6 0 15,5-8 0-15,8-9 0 0,-1-8 0 16,7-6 0-16,-4-9 0 0,4-7 0 16,-3-6 0-16,-7-6-1658 0,-7 6-378 15,-5 0-1618-15</inkml:trace>
  <inkml:trace contextRef="#ctx0" brushRef="#br1" timeOffset="68803.7">14753 12197 7663 0,'0'0'529'0,"0"0"-529"0,0 0 0 16,37-19 0-16,21-1 0 0,17-4 0 15,7-3 0-15,7-2 0 16,-14 2 0-16,-3-1-37 0,-18 8-1495 15,-7 0-5091-15</inkml:trace>
  <inkml:trace contextRef="#ctx0" brushRef="#br1" timeOffset="73587.84">5844 11146 1944 0,'0'0'188'0,"0"0"1425"16,0 0-1013-16,0 0-75 0,0 0 231 16,0 0-364-16,0 0-28 0,0 0 69 15,0 0-245-15,-23 15 4 0,23-15 124 16,0 0-156-16,0 0 24 0,0 0 120 16,0 0-271-16,0 0-33 0,0 0 0 15,0 1 0-15,0 0 0 0,0 1 0 16,0-1 0-16,0 1 0 15,2-2 0-15,2 3 0 0,-4-2 0 16,2 1 0-16,2-1 0 0,1 0 0 16,-3-1 0-16,2 1 0 0,0 0 0 15,-2 0 0-15,2 0 0 16,0 2 0-16,2 1 0 0,-4-1 0 16,3 0 0-16,3 1 0 0,4 0 0 15,-1 0 0-15,5-2 0 0,1-2 0 16,1 0 0-16,-1-1 0 15,-3-1 0-15,3-1 0 0,-5 2 0 16,3-1 0-16,-1 1 0 0,-3 0 0 16,1 0 0-16,-2 0 0 0,5 1 0 15,-5 0 0-15,0-1 0 0,3 0 0 16,1-1 0-16,3 0 0 0,-3 1 0 16,-1-1 0-16,1 2 0 0,-1 0 0 15,1 0 0-15,-4 1 0 0,3 1 0 16,-1 0 0-16,1 1 0 15,-3-2 0-15,4 1 0 0,-1-1 0 16,3-1 0-16,-1 0 0 0,-1 0 0 16,3-1 0-16,-1-2 0 0,1 0 0 15,1 0 0-15,-1 0 0 16,-3-1 0-16,3 3 0 0,0 0 0 16,-7 1 0-16,2 0 0 0,3 0 0 15,-5 0 0-15,0 1 0 0,5 0 0 16,-3-1 0-16,3 0 0 15,1 0 0-15,1 0 0 0,1 0 0 16,1-2 0-16,6-1 0 0,-4 0 0 16,1-1 0-16,5-1 0 0,-2 2 0 15,2 1 0-15,-2 1 0 0,-3 1 0 16,3 0 0-16,-10 3 0 0,3 0 0 16,1 2 0-16,-3-1 0 0,1-1 0 15,4 1 0-15,-1-2 0 0,-3 0 0 16,8-1 0-16,-5-1 0 15,1 0 0-15,2-2 0 0,1 1 0 16,-5 0 0-16,6 0 0 0,-4 0 0 16,-5 1 0-16,5-1 0 0,-1 0 0 15,1 0 0-15,0 0 0 16,-5 0 0-16,5 0 0 0,-4-3 0 16,3 2 0-16,-5-1 0 0,3 0 0 15,1 1 0-15,-3-1 0 0,1-1 0 16,0 2 0-16,-3-1 0 15,0 0 0-15,-1 0 0 0,1-1 0 16,-1-2 0-16,1 2 0 0,-8-2 0 16,3 1 0-16,-7 0 0 0,2 0 0 15,0-1 0-15,-2-3 0 0,2-4 0 16,-4-5 0-16,0-3 0 0,0-2 0 16,0-2 0-16,0-1 0 0,0-3 0 15,0-5 0-15,0-3 0 0,0-3 0 16,0-1 0-16,0-3 0 15,0-1 0-15,0-2 0 0,0-4 0 16,-4-4 0-16,4 0 0 0,0-3 0 16,0-2 0-16,0-3 0 0,4 2 0 15,0-2 0-15,-2-1 0 0,3 0 0 16,1-1 0-16,4-1 0 16,-4 1 0-16,5 2 0 0,-1 1 0 15,0 1 0-15,1 2 0 0,3 3 0 16,-2-1 0-16,3 4 0 0,-1-1 0 15,3 4 0-15,0 1 0 0,-1 2 0 16,5 5 0-16,-7 1 0 16,3 4 0-16,-1 4 0 0,1 4 0 15,1 3 0-15,3 2 0 0,-2 3 0 16,5 2 0-16,7 2 0 0,-4 2 0 16,6-1 0-16,3 3 0 0,-3-1 0 15,2 1 0-15,2 3 0 0,4-1 0 16,-3 3 0-16,3 1 0 15,0 2 0-15,-1 2 0 0,-1 1 0 16,-2 0 0-16,2-1 0 0,7 0 0 0,-3-2 0 16,3-1 0-16,1-3 0 15,-3 0 0-15,1-1 0 0,-2 0 0 16,-1 1 0-16,-5-1 0 0,-2 1 0 16,-2 2 0-16,-8 1 0 0,-6 2 0 15,-5-1 0-15,-4 4 0 16,-5 1 0-16,-3 0 0 0,-2 0 0 15,4 3 0-15,-4 0 0 0,0-2 0 16,-4 4 0-16,2-3 0 0,-3 1 0 16,1-1 0-16,-2 1 0 15,6-1 0-15,-6-1 0 0,6 0 0 16,-4 1 0-16,4 1 0 0,0 1 0 16,0 2 0-16,0 3 0 0,4 8 0 15,2 3 0-15,4 5 0 0,1 2 0 16,-1 1 0-16,0 2 0 0,1 6 0 15,-1 5 0-15,-4 4 0 16,1 7 0-16,1 5 0 0,-6 6 0 16,-2 3 0-16,0 3 0 0,0 5 0 15,-6 0 0-15,2 3 0 0,-3 1 0 16,1 0 0-16,2 0 0 16,4-5 0-16,0-3 0 0,0-6 0 15,0-2 0-15,4-5 0 0,2 0 0 16,-6-3 0-16,0 2 0 15,0-3 0-15,0 0 0 0,0-2 0 16,0-3 0-16,0 2 0 0,0-4 0 16,0-2 0-16,0 0 0 0,0-1 0 15,0 1 0-15,0 2 0 0,0 2 0 16,0 5 0-16,0 1 0 0,-6 5 0 16,2 3 0-16,-2 2 0 0,-5 0 0 15,5 2 0-15,-2 1 0 16,-2 1 0-16,-1 2 0 0,-1 0 0 15,2-1 0-15,-7-1 0 0,3 0 0 16,-3-1 0-16,3-1 0 16,-3 3 0-16,0-3 0 0,3-1 0 15,-3 2 0-15,3-3 0 0,2-5 0 16,1-1 0-16,1-3 0 0,6-4 0 16,0-4 0-16,2 0 0 0,2-2 0 15,0-1 0-15,0 0 0 16,0-3 0-16,0 0 0 0,0-2 0 15,-5-1 0-15,5-2 0 0,0-4 0 16,0 0 0-16,0-4 0 0,0 3 0 16,0-5 0-16,7-2 0 0,1-2 0 15,-2-5 0-15,4-4 0 0,-3-1 0 16,7-4 0-16,-4-3 0 16,3-5 0-16,1 0 0 0,1-9 0 15,1-6 0-15,5-4 0 0,0-4 0 16,6-5 0-16,-7-4 0 0,7 0 0 15,0-3 0-15,4-2 0 16,0-1 0-16,2-1 0 0,2 0 0 16,-2-3 0-16,2 2 0 0,-1-3 0 15,1-2 0-15,-2 2 0 0,2 0 0 16,-2 0 0-16,-2 1 0 0,0 3 0 16,-4 0 0-16,-2 2 0 0,-7 2 0 15,1-1 0-15,-3 1 0 16,-1 0 0-16,-3 2 0 0,-1 1 0 15,-1 0 0-15,0 1 0 0,1 1 0 16,-5 1 0-16,2 0 0 0,-6 1 0 16,2 2 0-16,2 1 0 0,-6 2 0 15,5 1 0-15,-5 3 0 0,0 0 0 16,6 2 0-16,-6 0 0 0,6 0 0 16,2 0 0-16,3 1 0 0,1 1 0 15,2 2 0-15,3 2 0 16,-3 0 0-16,7 4 0 0,-4 2 0 15,3 3 0-15,3-1 0 0,2 1 0 16,2 1 0-16,4 0 0 0,6-1 0 16,0 2 0-16,5 0 0 15,-1 0 0-15,6 4 0 0,-3 1 0 16,3 2 0-16,-1 1 0 0,-3 3 0 16,-1 2 0-16,-1 4 0 0,-4 1 0 15,0-2 0-15,1 4 0 16,-1 0 0-16,0 1 0 0,-2 4 0 15,-2-2 0-15,2 2 0 0,-4-3 0 16,0 0 0-16,-2-2 0 0,2-2 0 16,4-4 0-16,-1-2 0 0,1-5 0 15,-2-2 0-15,4-4 0 0,-2-2 0 16,-2-4 0-16,4-4 0 0,5-1 0 16,-7-3 0-16,4-1 0 0,2-4 0 15,1-1 0-15,1-3 0 16,3-2 0-16,1-1 0 0,-3-3 0 15,1 0 0-15,-1-3 0 0,-3-1 0 16,0 2 0-16,-4-2 0 0,-3 2 0 16,1 0 0-16,-4 0 0 15,0 1 0-15,-4-2 0 0,-5 2 0 16,3 0 0-16,-4-1 0 0,1 3 0 16,-1 1 0-16,-4 1 0 0,3 2 0 15,1 1 0-15,-2 2 0 0,-3 1 0 16,1 0 0-16,-1 1 0 15,5 0 0-15,-7-2 0 0,9 2 0 16,-2-1 0-16,-1 1 0 0,5 0 0 16,-2 0 0-16,4 1 0 0,2 1 0 15,-2 0 0-15,0 3 0 0,-5 3 0 16,7 1 0-16,-6 4 0 0,-2 2 0 16,-1 3 0-16,1 1 0 0,0 5 0 15,1 0 0-15,-3 3 0 0,-2 1 0 16,5-1 0-16,-3 1 0 15,-3 1 0-15,1 0 0 0,0-1 0 16,-3 1 0-16,-4 1 0 0,3-2 0 16,-3 2 0-16,5 0 0 0,-5 0 0 15,-4 0 0-15,4-1 0 16,-5 0 0-16,1-1 0 0,-2-1 0 16,2-2 0-16,-2-2 0 0,-4-2 0 15,2 0 0-15,-2-1 0 16,0 0 0-16,0-2 0 0,0-1 0 15,0-7 0-15,4-8 0 0,1-10 0 16,-3-6 0-16,6-3 0 0,-2 0 0 16,-2 2 0-16,2-2 0 0,1-2 0 15,-3 1 0-15,-2-1 0 0,6 0 0 16,-2 3 0-16,0-4 0 0,5 1 0 16,-3-2 0-16,2 1 0 0,3-1 0 15,1-5 0-15,3 0 0 0,-1-1 0 16,5-1 0-16,0 2 0 0,-1 0 0 15,1 4 0-15,2 2 0 16,-5 5 0-16,1 3 0 0,2 4 0 16,-3 5 0-16,-1 3 0 0,3 3 0 15,1 5 0-15,0 3 0 16,2 2 0-16,-3 5 0 0,1 6 0 16,2 6 0-16,-3 6 0 0,1 2 0 15,0 6 0-15,3 3 0 0,-5 3 0 16,0 3 0-16,-3 2 0 15,1 4 0-15,-3 3 0 0,-1 4 0 16,-3 1 0-16,-2 2 0 0,-2 0 0 16,1 1 0-16,3-2 0 0,-2-2 0 15,-2-1 0-15,7-2 0 0,-3-2 0 16,5-3 0-16,1-3 0 0,-1-3 0 16,1-6 0-16,5-4 0 0,-5-4 0 15,5-4 0-15,4-5 0 0,-2-3 0 16,3-3 0-16,-1-2 0 15,-2-3 0-15,2 0 0 0,-2-3 0 16,6-3 0-16,-3-3 0 0,1 0 0 16,10-5 0-16,-1 0 0 0,1-3 0 15,0-2 0-15,6 0 0 16,-3-1 0-16,-1-2 0 0,2 1 0 16,-3-1 0-16,3-1 0 0,-4 4 0 15,0 1 0-15,-6 4 0 0,-4 2 0 16,2 5 0-16,-10 0 0 15,1 5 0-15,1 1 0 0,-4 1 0 16,-3 1 0-16,1 2 0 0,-3 4 0 16,4 0 0-16,-5 3 0 0,7 1 0 15,-1 1 0-15,4 0 0 0,-1 2 0 16,3-3 0-16,4 0 0 0,8 1 0 16,6-4 0-16,3 1 0 0,7-2 0 15,7-3 0-15,6-1 0 0,3-2 0 16,3-1 0-16,8 0 0 15,1 0 0-15,0-4 0 0,1 2 0 16,-8 0 0-16,-3-3 0 0,-22 3 0 16,-5-6-2914-16</inkml:trace>
  <inkml:trace contextRef="#ctx0" brushRef="#br1" timeOffset="81909.77">393 3541 1324 0,'0'0'168'16,"0"0"48"-16,10 34 164 15,-10-28 537-15,2-2-497 0,0-1 276 16,0-1-279-16,0 0-49 0,0-1 316 15,0 1-260-15,1-2-64 0,1 1 69 16,-4-1-221-16,4 2 24 0,2-2 168 16,-2-3-220-16,4-6-36 0,5-6-4 15,5-11-136-15,9-12-4 0,11-13 0 16,13-16-8-16,15-9-52 0,5-1-116 16,5-3-380-16,-6 9-44 0,-18 22-921 15,-9 2-412-15</inkml:trace>
  <inkml:trace contextRef="#ctx0" brushRef="#br1" timeOffset="82980.06">368 4997 652 0,'0'0'2369'15,"-4"39"-2189"-15,4-27 320 0,6-1 44 16,-2-2-251-16,2 0-9 16,1-5 164-16,-1 1-128 0,-2-5-56 15,2 0 260-15,4 0-171 0,3-8-5 16,3-8 160-16,7-4-292 15,2-5-56-15,0-4-12 0,8-7-144 16,2-4-4-16,8-9 0 0,9-4-120 16,12-8-272-16,15-15-632 0,-11 16 15 15,2-9-820-15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31:28.80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16419 4046 2641 0,'0'0'1881'0,"0"0"-1289"15,0 0 336-15,0 0-339 0,0 0-129 16,0 0 52-16,0 0-440 0,0 0-36 15,0 0-12-15,15-1-12 0,7 1-12 16,13 1 44-16,9 3-40 16,8-2 40-16,10 1 80 0,6-1-96 15,12 1 36-15,9 0 73 0,13 2-137 16,7 0 0-16,7 2 0 0,10-1 0 16,0 1 0-16,4 2 0 15,3-2 0-15,7 0 0 0,1 2 0 16,1 0 0-16,7-1 0 0,6 1 0 15,4-1 0-15,5-2 0 0,7-2 0 16,3-2 0-16,8-1 0 0,0-1 0 16,2-1 0-16,10-4 0 0,-4 0 0 15,5 0 0-15,-1 0 0 0,-6 0 0 16,-2 0 0-16,-2 0 0 0,-6 0 0 16,-1-1 0-16,5 2 0 15,-6 1 0-15,6 3 0 0,-8 0 0 16,-9 0 0-16,-6 0 0 0,-10 0-141 15,-39 0-2008-15,-9-4-976 0</inkml:trace>
  <inkml:trace contextRef="#ctx0" brushRef="#br0" timeOffset="32848.11">19749 4755 2505 0,'0'0'2221'15,"0"0"-1561"-15,21-46 408 0,-19 32-423 16,-2 1-121-16,-2 2-48 15,-8 0-383-15,-1 1-93 0,-5 0 0 16,-1 3 0-16,-3 3 0 0,1 4 0 16,0 1 0-16,1 6 0 0,1 3 0 15,3 2 0-15,1 0 0 0,5 1 0 16,2 1 0-16,2-2 0 0,4 0 0 16,4 0 0-16,6 1 0 0,7 0 0 15,3 2 0-15,1 2 0 16,6 1 0-16,-2 0 0 0,0-1 0 15,-3 1 0-15,-5-1 0 0,-3-4-161 16,-8-1-19-16,-6-1 124 0,0 1 56 16,-12 5 24-16,-7 1 28 15,-1-3 88-15,-1-2 41 0,-2-1-181 16,-1-4 0-16,1-3 0 0,4-4 0 16,3-1 0-16,10-1-77 0,3-5-279 15,3-5-220-15,13 1-521 16,3-6 93-16,11 5 3 0,-6 2-944 15</inkml:trace>
  <inkml:trace contextRef="#ctx0" brushRef="#br0" timeOffset="33131.15">19956 4813 3977 0,'0'0'1369'0,"0"0"-513"0,0 0 229 15,0 0-661-15,0 0-220 16,-37-25 16-16,18 36-172 0,1 6-39 15,-3 4-9-15,2 2 0 0,5 3 0 16,-1-1 0-16,9 0 0 0,2-2 0 16,4-3 0-16,6-1 0 15,2-4 0-15,7-6 0 0,-3-4 0 16,11-5 0-16,-2-4 0 0,-1-5 0 16,-1-3 0-16,-2-1 0 0,-5-4 0 15,-2 2 0-15,-6-3 0 16,-4-1 0-16,0 0 0 0,0-2 0 15,-4-3-297-15,-2-1-619 0,2 6-1281 16,2 0-1393-16</inkml:trace>
  <inkml:trace contextRef="#ctx0" brushRef="#br0" timeOffset="33548.99">20001 4898 6102 0,'0'0'949'0,"-20"36"-365"0,14-18-296 15,1-8-19-15,5-3-269 0,0-5 0 16,11-2 0-16,-1-3 0 0,7-9 0 16,3-8 0-16,5-7 0 15,-4-2 0-15,-5-1 0 0,-1 2 0 16,-3 1 0-16,-6 5 0 0,1 7 0 16,-5 5 0-16,0 5 0 0,-2 4 0 15,0 1 0-15,-4 11 0 0,-3 7 0 16,3 4 0-16,0 3 0 15,4-1 0-15,2-5 0 0,4-4 0 16,1-2 0-16,3-4 0 0,0-6 0 16,3-2 0-16,-1-2 0 0,1-7 0 15,-1-4 0-15,-2-5 0 0,1-1 0 16,-1 1 0-16,0-1 0 0,-4 5 0 16,1 1 0-16,-1 5 0 0,-6 2 0 15,4 5 0-15,0 2 0 16,2 8 0-16,5 7 0 0,-5 4 0 15,4 4 0-15,5-4 0 0,-5-3 0 16,2 0 0-16,5-5 0 0,2 0 0 16,-1-2 0-16,3-1 0 15,-3 0-401-15,-5-3-1632 0,-3-2-248 0</inkml:trace>
  <inkml:trace contextRef="#ctx0" brushRef="#br0" timeOffset="33781.08">20462 4934 5686 0,'0'0'1033'0,"0"0"187"15,9-41-967-15,1 24-253 0,2 0 0 16,-3 0 0-16,-1-2 0 0,-2-1 0 16,0-2 0-16,-6 1 0 0,0 0 0 15,0 3 0-15,0 5 0 0,-4 5 0 16,2 4 0-16,-4 4 0 0,-2 3 0 16,-5 12 0-16,-3 9 0 15,1 8 0-15,5 3 0 0,6-2 0 16,8-5 0-16,8-2 0 0,3-4 0 15,12-5 0-15,8-4 0 0,4-5 0 16,7-7 0-16,-1-2 0 0,-12-5-1353 16</inkml:trace>
  <inkml:trace contextRef="#ctx0" brushRef="#br0" timeOffset="34173.18">20826 4294 6426 0,'0'0'721'0,"0"0"-389"0,-12 36 160 0,4-6-271 16,-3 6-221-16,7 2 0 15,-2 5 0-15,6 3 0 0,0 2 0 16,0 2 0-16,0 2 0 0,0 0 0 16,0-2 0-16,0-2 0 0,-4-8 0 15,-2-5 0-15,-1-9 0 0,1-9-969 16,2-6-412-16,-4-6-460 0</inkml:trace>
  <inkml:trace contextRef="#ctx0" brushRef="#br0" timeOffset="34322.82">20644 4760 5290 0,'0'0'592'16,"0"0"64"-16,42-11 297 0,-22 8-753 0,-1-4-180 15,4-2-20-15,1-1-224 16,5-3-108-16,2-4-613 0,-4 6-435 16,0-1-277-16</inkml:trace>
  <inkml:trace contextRef="#ctx0" brushRef="#br0" timeOffset="34449">20994 4648 4994 0,'0'0'980'0,"-27"55"-492"0,12-23 89 16,5 1-361-16,0-1 16 0,8-2-4 15,2-4-228-15,2-2 0 0,6-5-20 16,0-4-532-16,3-4-93 0,-5-4-1235 16,-2-7-25-16</inkml:trace>
  <inkml:trace contextRef="#ctx0" brushRef="#br0" timeOffset="34964.51">21070 4416 4374 0,'0'0'396'15,"0"0"-128"-15,0 0-248 16,0 0 0-16,0 0-16 0,15 40-4 16,-15-20-4-16,0 4-88 0,0 3-64 15,0 3 112-15,-2 4 40 0,-1 3 8 16,-3 2 16-16,4 2 176 15,0-3-100-15,0-5-48 0,0-6 12 16,2-6 96-16,0-6 164 0,0-8 140 16,2-6-248-16,0-1-20 0,2-4 305 15,2-11 15-15,3-8-244 0,3-8-20 16,-1-4-212-16,1 2 12 0,0 7-11 16,-5 6-37-16,1 5 0 0,-6 7 0 15,-2 6 0-15,0 1 0 16,0 1 0-16,0 2-25 0,0 9 13 15,0 5-4-15,-2 3 32 0,0 3-12 16,2-5 12-16,0 0 1 0,0-3-17 16,2-2 0-16,0-5 0 0,2-1 0 15,2-5 0-15,5 2 0 16,7-3 0-16,1-4 0 0,1-3 0 16,1-5 0-16,0 3 0 0,-5-1 0 15,-5 3 0-15,-3 2 0 0,-6 3 0 16,-2 2 0-16,0 1 0 15,4 5 0-15,-4 5 0 0,-4 5 0 16,4 3 0-16,-4 0 0 0,2-2 0 16,2-4 0-16,0-3 0 0,6-1 0 15,8-2 0-15,3-4 0 0,-1 1 0 16,5-3-21-16,-4-1-371 0,-1 0-536 16,-3 0 35-16,-5-1-143 15,-4 1-1329-15</inkml:trace>
  <inkml:trace contextRef="#ctx0" brushRef="#br0" timeOffset="35173.75">21393 4889 2801 0,'0'0'1897'0,"0"0"-1073"0,0 0-212 16,0 0-91-16,0 0-137 15,33 18 4-15,-6-20 196 0,4-8-403 16,4-3-181-16,-13 0 0 0,-1 0 0 16,-8 0 0-16,-7-1 0 0,-6 1 0 15,0-3 0-15,-9 2 0 0,-1 2 0 16,-2 3 0-16,-7 4 0 15,3 5 0-15,-5 4 0 0,0 9 0 16,-1 3 0-16,-3 5 0 0,4 2 0 16,4 1 0-16,5-1 0 0,8-2 0 15,10-6 0-15,11-2-425 0,14-5-735 16,-4-3 267-16,4-5-279 0</inkml:trace>
  <inkml:trace contextRef="#ctx0" brushRef="#br0" timeOffset="35455.35">21790 4701 4646 0,'0'0'1444'0,"-44"-11"-819"15,13 11 263-15,4 3-580 16,7 2-76-16,3 1-183 0,5-1-49 16,3 0 0-16,7-2 0 0,0 3 0 15,2 6 0-15,8 6 0 0,9 3 0 16,4 4 0-16,6-1 0 15,-1-2 0-15,3 2 0 0,-2-3 0 16,-4-2 0-16,-2-1 0 0,-5-4 0 16,-5-1 0-16,-5-1 0 0,-6-1 0 15,-6 0 0-15,-5-1 0 0,-9 2 0 16,-11-1 0-16,-7 0 0 0,-3-2 0 16,-2-2 0-16,5-3 0 15,7-4-1049-15,11 0-556 0,3-7-840 0</inkml:trace>
  <inkml:trace contextRef="#ctx0" brushRef="#br0" timeOffset="37757.07">22654 4759 4101 0,'0'0'2277'0,"0"0"-1704"0,0 0 315 16,0 0-592-16,-50-15-239 0,27 32-57 15,-4 9 0-15,3 5 0 0,1 3 0 16,6 0 0-16,5-2 0 0,6-2 0 16,6-2 0-16,8-3 0 0,8-6 0 15,7-5 0-15,6-7 0 16,8-7 0-16,5-4 0 0,1-6 0 15,-12-1-1545-15,-4-1-1097 0</inkml:trace>
  <inkml:trace contextRef="#ctx0" brushRef="#br0" timeOffset="38063.25">22906 4817 7551 0,'0'0'641'16,"0"0"-641"-16,-46-26 0 15,34 26 0-15,2 1 0 0,-3 6 0 16,1 2 0-16,1 4 0 0,1 2 0 16,2 1 0-16,4 1 0 0,4 0 0 15,6-3 0-15,4-2 0 0,5-4 0 16,1-3 0-16,1-3 0 0,-3-2 0 16,-1 0 0-16,-3-1 0 15,2-1 0-15,-3-1 0 0,-5 2 0 16,0 1 0-16,-2 0 0 0,2 0 0 15,-2 5 0-15,2 3 0 0,0 5 0 16,-1 1 0-16,3-1 0 0,-2-3 0 16,4-3 0-16,5-2 0 15,1-2 0-15,7 2 0 0,-1-5 0 16,-3 1-137-16,-5 2-1207 0,-3-2-105 16,-3 0-504-16</inkml:trace>
  <inkml:trace contextRef="#ctx0" brushRef="#br0" timeOffset="38315.33">23168 4516 6362 0,'0'0'1069'0,"-20"52"-605"0,9-14-167 15,3 1-297-15,2 4 0 0,6 1 0 16,4 1 0-16,2 0 0 0,7-3 0 16,-1-1 0-16,0-3 0 15,-1-6 0-15,-1-9-541 0,-2-7-1216 16,-4-10-884-16</inkml:trace>
  <inkml:trace contextRef="#ctx0" brushRef="#br0" timeOffset="38487.18">23348 4453 7043 0,'0'0'728'0,"-8"64"-307"15,2-24-421-15,-5 3 0 0,5 2 0 16,0 5 0-16,2-1 0 0,2 2 0 16,-2-1 0-16,2-1 0 15,-3-4 0-15,3-3 0 0,0-6 0 16,2-7 0-16,4-10-353 0,3-10-1700 15</inkml:trace>
  <inkml:trace contextRef="#ctx0" brushRef="#br0" timeOffset="38967.21">23532 4885 5070 0,'0'0'1320'0,"0"0"-651"0,0 0-189 16,0 0 92-16,0 0-491 0,0 0-81 15,0 0 0-15,0 0 0 16,33-21 0-16,-6 5 0 0,-2-6 0 16,6 4 0-16,-8 1 0 0,-5 0 0 15,-1 3 0-15,-9 3 0 0,-4 3 0 16,-4 2 0-16,-4 2 0 15,-10 3 0-15,-15 6 0 0,-7 9 0 16,-1 10 0-16,4 8 0 0,6 2 0 16,5 2 0-16,5 2 0 0,9-5 0 15,8 0 0-15,10-3 0 0,7-4-29 16,7-2-515-16,3-8 24 0,11-5-309 16,-1-6 169-16,-6-4-92 0,0-3-1341 15</inkml:trace>
  <inkml:trace contextRef="#ctx0" brushRef="#br0" timeOffset="39154.98">23867 4877 4938 0,'0'0'1020'0,"-33"-25"129"0,14 21-557 16,1 6-244-16,-3 11-203 0,-2 5-145 16,3 4 0-16,3 2 0 0,5 2 0 15,3 0 0-15,9-1 0 16,11-1 0-16,3-6 0 0,5-4 0 15,4-6 0-15,1-4 0 0,1-7 0 16,2-6 0-16,0-9-145 0,-2-8-1151 16,-9 4-445-16,1-7-928 0</inkml:trace>
  <inkml:trace contextRef="#ctx0" brushRef="#br0" timeOffset="39323.4">24026 4363 6595 0,'0'0'784'0,"-29"51"-248"16,17-17-259-16,-1 4-277 0,3 5 0 16,2 3 0-16,2 2 0 0,1 5 0 15,-1-1 0-15,6 4 0 16,0-3 0-16,0-6 0 0,11-7 0 16,3-13-213-16,1-10-4401 0</inkml:trace>
  <inkml:trace contextRef="#ctx0" brushRef="#br0" timeOffset="39757.07">24855 4443 6218 0,'0'0'957'0,"0"0"-373"0,0 0-196 15,0 0-343-15,64 1-45 0,-10-4 0 16,10 0 0-16,8-1 0 0,-6-2 0 16,-1 1 0-16,-3-2 0 0,-7 0 0 15,1 0 0-15,-2-2 0 16,-9 2 0-16,-7 0 0 0,-14 2-361 15,-11 2-891-15,-9 2 139 0,-6 0-408 0</inkml:trace>
  <inkml:trace contextRef="#ctx0" brushRef="#br0" timeOffset="40207.94">25297 4486 5906 0,'0'0'793'15,"0"0"259"-15,0 0-611 0,0 0-441 16,0 0 0-16,0 0 0 0,0 0 0 16,-33 62 0-16,33-19 0 0,7 5 0 15,-1 6 0-15,4 6 0 16,-4 3 0-16,-2 1 0 0,-4-5 0 16,0-3 0-16,-2-9 0 0,-4-4 0 15,-2-8 0-15,-5-6 0 16,-3-4 0-16,-5-6 0 0,-6-6 0 15,-2-7 0-15,-2-6 0 0,0-5 0 16,0-9 0-16,11-9 0 0,-1-8 0 16,5-7 0-16,1-4 0 0,5-3 0 15,1 2 0-15,3 8 0 0,0 11 0 16,2 8 0-16,2 9 0 0,2 6-1357 16,-2 1-1569-16</inkml:trace>
  <inkml:trace contextRef="#ctx0" brushRef="#br1" timeOffset="64130.9">11601 7963 1908 0,'-56'1'76'0,"8"-1"-36"0,1 0 345 0,10 0-221 16,6 0-8-16,8-3 56 0,2-1 324 15,5 3-228-15,1-4 0 0,1 3 21 16,7-2-153-16,3 3 12 0,4 0 156 16,0 0-200-16,15-2-144 0,12 3-12 15,18 0 4-15,13 0 8 16,12 4 8-16,3 1 0 0,16-1-8 16,16 1 20-16,7-2-4 0,18-2-12 15,6-1 72-15,11 0-20 16,12 0 96-16,9-4 268 0,11-1-164 15,10-2-48-15,5 0 81 0,6-2-181 16,9 2 0-16,2 3 72 0,10 0-128 16,-2 2 8-16,3 1 56 0,3 1-116 15,2 0 16-15,-1 2-8 16,-5 1-4-16,-6 1-4 0,0 1 0 16,-4 0-12-16,-7 2-4 0,-5-2-8 15,-15-2-20-15,-7 1 40 0,-17-2 0 16,-10 0-40-16,-17 1-52 0,-22-2-236 15,-11-1-105-15,-32 0-339 0,-12 0-1541 0</inkml:trace>
  <inkml:trace contextRef="#ctx0" brushRef="#br1" timeOffset="82021.33">2164 9129 2293 0,'0'0'164'0,"0"0"68"0,0 0 1108 15,0 0-983-15,0 0-21 0,0 0 264 16,-35-1-192-16,35 1-40 0,0-1 209 16,0 0-277-16,0 0-24 15,0 0 140-15,0 0-236 0,0-1-4 16,2 1-7-16,2-1-169 0,0 0 0 16,7 2 0-16,1 0 0 0,13 5 0 15,6 3 0-15,6 1 0 0,5 0 0 16,5-2 0-16,3-1 0 0,6-1 0 15,6-5 0-15,8 0 0 16,6-2 0-16,9-4 0 0,10-2 0 16,2-3 0-16,11 1 0 0,3 0 0 15,9 0 0-15,-2 4 0 0,6 0 0 16,2 0 0-16,0 3 0 16,3-1 0-16,-1 3 0 0,0 0 0 15,2 1 0-15,0 0 0 0,5 1 0 16,-1 1 0-16,5 0 0 0,1 1 0 15,1-3 0-15,1 2 0 0,5 2 0 16,2 0 0-16,2 1 0 0,-2 1 0 16,-3 2 0-16,-1 0 0 0,-2 1 0 15,-7 0 0-15,1 0 0 16,-5 1 0-16,-2 2 0 0,-4-1 0 16,0 1 0-16,0 0 0 0,-4-2 0 15,-6-1 0-15,-4-3 0 0,-7-2 0 16,-8-1 0-16,-8-2 0 0,-8-1 0 15,-17 0 0-15,-12-3 0 16,-15 1 0-16,-17 0 0 0,-9-2 0 16,-11-4-389-16,-6 0-2024 0,-15-11-2365 0</inkml:trace>
  <inkml:trace contextRef="#ctx0" brushRef="#br1" timeOffset="89837.17">15290 5308 2637 0,'0'0'2741'0,"0"0"-1917"0,0 0-684 16,0 0-8-16,0 0 201 0,0 0 15 15,63 21-16-15,-1-16-64 16,8-4-220-16,8 0-12 0,1-1-16 15,-1 0-8-15,5 1-12 0,-8 2 4 16,-7-1 0-16,-6 4-4 0,-25-3 0 16,-14 1-88-16,-13 0-28 0,-10 0-24 15,-12 2-124-15,-17 3 208 0,-11 1 48 16,-11-1-76-16,-1-2 24 0,5-1-60 16,-5-4-48-16,4-1 8 0,-1-1-129 15,3 0 13-15,-1-2-8 16,9-6 64-16,7 0 204 0,5-1 16 15,11 0 92-15,5 0 92 0,10 1 40 16,8 2 256-16,4 1-283 0,15 5-129 16,13 0-12-16,3 4 28 15,15 6 92-15,0 2 24 0,6 1-184 16,-2 1-4-16,0 1-12 0,-10-1-8 16,-15-1-200-16,-14-2-1389 15,-9-9-784-15</inkml:trace>
  <inkml:trace contextRef="#ctx0" brushRef="#br1" timeOffset="92179.34">14685 5333 2024 0,'-42'3'221'0,"9"-3"1559"15,-4 0-1287-15,2 3-141 16,2 0 224-16,4-2-216 0,13 2 72 15,11-2 29-15,3 0-337 0,2 0-40 16,0-1 40-16,7 0-68 0,9 0 48 16,15 0 292-16,15-2-220 15,1 1-52-15,1 1 36 0,-11 0-136 16,0 5-4-16,-10 0-20 0,0 0 4 16,-7 1-4-16,-5-2 0 0,-9-1-16 15,-2-2 8-15,-4-1-4 16,0 2-36-16,0-1 48 0,0-1 24 15,0 0-8-15,0 0-4 0,-6 0 40 16,-2-3-40-16,-3-1-24 0,1 0-72 16,0 1-396-16,10 3-156 0,10 1-809 15,5 2-360-15,1 2-296 0</inkml:trace>
  <inkml:trace contextRef="#ctx0" brushRef="#br1" timeOffset="103030.46">22205 9856 2417 0,'0'0'2429'0,"0"0"-1421"0,0 0-624 15,0 0-200-15,0 0 177 0,-2 44-113 16,0-13 24-16,0 5 68 0,0 5-268 16,0 0 4-16,2 7 64 15,0 5-68-15,-2 7 20 0,2 8-28 16,-5 7-40-16,-1 6-15 0,0 6-9 16,0 3 0-16,2 5 0 0,0 3 0 15,-1 5 0-15,1 6 0 0,2 3 0 16,0 3 0-16,0 1 0 0,0 3 0 15,2 0 0-15,-2 2 0 0,0 1 0 16,0-1 0-16,0 1 0 16,0-1 0-16,-2 0 0 0,-3-3 0 15,7-1 0-15,-4-1 0 16,2-2 0-16,-2-6 0 0,2-4 0 16,0-8 0-16,0-4 0 0,2-3 0 15,-4-7 0-15,4-7 0 0,0-9 0 16,4-6 0-16,2-12 0 15,-2-5 0-15,2-9 0 0,1-7-41 0,-3-9-427 16,0-8-252-16,0-5-973 16,-2-5-232-16</inkml:trace>
  <inkml:trace contextRef="#ctx0" brushRef="#br1" timeOffset="103711.2">22089 13674 1864 0,'0'0'2994'0,"0"0"-2338"0,0 0-152 16,0 0 193-16,0 0-389 0,0 0-84 15,35 10 208-15,1-5-360 0,9-1-20 16,11 1 108-16,8-1-152 16,12-1 8-16,11-1 8 0,12 1-20 15,11-1-4-15,14 0 16 16,10 1-12-16,15-1-4 0,15-1 28 0,7 1-12 15,13-1-12-15,8 1 60 16,9 2-56-16,14 0 29 0,2 2-37 16,8-1 0-16,7 1 0 0,1-1 0 15,9 0 0-15,4 0 0 0,4-2 0 16,9 0 0-16,3-1 0 0,7 1 0 16,4-3 0-16,4 2 0 0,0 2 0 15,0 0 0-15,-7 0 0 16,-5 2 0-16,-9-2 0 0,-5-2 0 15,-14 1 0-15,-9-3 0 0,-13 0 0 16,-15 0 0-16,-12-1 0 0,-18-1 0 16,-17 0 0-16,-19-2 0 0,-18-1 0 15,-23-2-193-15,-17 3-55 16,-20 0 4-16,-21 0-220 0,-16 0-105 16,-13 1-211-16,-16-3-1673 0</inkml:trace>
  <inkml:trace contextRef="#ctx0" brushRef="#br1" timeOffset="104596.51">26765 14352 1932 0,'0'0'4494'15,"0"0"-4041"-15,0 0-141 0,0 0 156 16,0 0-52-16,0 0-316 0,0 0-83 16,0 0-17-16,0 0-21 15,-37 35 21-15,18 0 21 0,3 5-21 0,-1 3 0 16,3 2 0-16,-1 3 0 16,1 2 0-16,3 2 0 0,1 0 0 15,2 3 0-15,2 0 0 0,2 2 0 16,-3-1 0-16,3-4 0 15,0 0 0-15,2-9 0 0,2-4 0 16,6-6 0-16,7-7 0 0,5-6 0 16,9-6 0-16,6-5 0 0,11-6 0 15,1-3 0-15,9-6 0 0,-1-3 0 16,1-4 0-16,0-2-109 0,-6-2-867 16,-7-2 263-16,-8-3-123 0,-14 7-869 15,-9-3-308-15</inkml:trace>
  <inkml:trace contextRef="#ctx0" brushRef="#br1" timeOffset="104783.22">26286 14723 7643 0,'49'12'300'0,"15"1"-51"15,15 1-249-15,5-2 0 0,1-2 0 16,0 0 0-16,-4 2 0 0,-7-5-661 16,-22-2-1840-16,-7-4-2057 0</inkml:trace>
  <inkml:trace contextRef="#ctx0" brushRef="#br1" timeOffset="110014.25">25155 13435 1864 0,'0'0'2229'16,"0"0"-1500"-16,0 0 603 0,0 0-427 16,0 0-165-16,0 0-347 0,0 0-393 15,0 0 0-15,14 38 0 0,-14-2 0 16,0 7 0-16,0 5 0 15,0-1 0-15,0 3 0 0,4 1 0 16,3 1 0-16,-1-1 0 0,-2 0 0 16,2-13-1241-16,-2-3-492 0</inkml:trace>
  <inkml:trace contextRef="#ctx0" brushRef="#br1" timeOffset="110920.15">25167 14384 4233 0,'0'0'1557'0,"0"0"-801"16,-12-34-39-16,1 25 147 0,1 4-799 15,-4 2-65-15,-3 3 0 16,-4 7 0-16,5 10 0 0,-5 9 0 16,1 6 0-16,1 7 0 0,2 8 0 15,7 5 0-15,8-2 0 0,6 0 0 16,13-2 0-16,10-9 0 0,18-4 0 16,7-9 0-16,14-8 0 15,2-13 0-15,-4-7 0 0,-4-14 0 16,-16-8 0-16,-9-4 0 0,-15-8 0 15,-13-3 0-15,-12-3 0 0,-13-5 0 16,-11-1 0-16,-6-2 0 16,-7 1 0-16,-1-2 0 0,6 14-801 15,2 1-884-15</inkml:trace>
  <inkml:trace contextRef="#ctx0" brushRef="#br1" timeOffset="114220.14">20440 11462 1948 0,'0'0'84'0,"0"0"1545"16,0 0-64-16,4-35-765 15,-4 25-143-15,0-3 203 0,-6-2-516 16,1 4-92-16,-1 2-199 0,4 4-53 15,-2-1 0-15,-4-1 0 0,-3-2 0 16,-7-2 0-16,-3 1 0 16,-4-3 0-16,5 5 0 0,-3 1 0 15,-2 0 0-15,0 3 0 0,3 0 0 16,1 3 0-16,0 1 0 0,11 1 0 16,2 2 0-16,4 0 0 0,-1 4 0 15,3 5 0-15,0 10 0 0,2 4 0 16,0 8 0-16,4 2 0 0,7 3 0 15,-1 6 0-15,3 4 0 0,1 7 0 16,-4 6 0-16,5-1 0 16,-5 2 0-16,-4-3 0 0,-4-4 0 15,-2-2 0-15,-8-4 0 0,-2-4 0 16,-5-7-357-16,5-7-51 16,-2-8-64-16,1-12-845 0,3-4-344 15,2-8-1520-15</inkml:trace>
  <inkml:trace contextRef="#ctx0" brushRef="#br1" timeOffset="114361.69">20004 11953 6390 0,'0'0'717'0,"0"0"-249"0,0 0 124 16,0 0-567-16,35 2-25 0,-8-2 0 16,1-7 0-16,8-3 0 0,-1-6 0 15,8-3 0-15,3-4-117 0,-11 5-1804 16,-2-4-412-16</inkml:trace>
  <inkml:trace contextRef="#ctx0" brushRef="#br1" timeOffset="114658.66">20665 11392 3165 0,'0'0'2789'0,"0"0"-1820"0,0 0-453 16,0 0-48-16,0 0-208 0,0 0-235 15,-6 37-25-15,-7-5 0 0,-7 6 0 16,-5 5 0-16,0 2 0 16,2 7 0-16,-1 2 0 0,1 3 0 15,2-2 0-15,0-1 0 0,9-1 0 16,-2-2 0-16,7-3 0 0,3-5 0 16,4-4 0-16,11-6 0 0,5-6 0 15,5-2 0-15,10-8 0 0,6-6 0 16,9-5 0-16,1-4 0 0,-4-5 0 15,1-5 0-15,-7-5 0 16,-6-6 0-16,-4-6-657 0,-8 4-620 16,-7-7-4577-16</inkml:trace>
  <inkml:trace contextRef="#ctx0" brushRef="#br1" timeOffset="114888.42">20907 11561 7535 0,'0'0'596'16,"0"0"-535"-16,0 0-61 16,-23 39 0-16,-4-13 0 0,-4 7 0 15,-4 1 0-15,2 2 0 0,6 1 0 16,9 4 0-16,9 1 0 0,9 0 0 16,9 2 0-16,11-4 0 0,9-3 0 15,4-5 0-15,11-5 0 0,-5-5 0 16,-2-8 0-16,-4-2 0 0,-2-5 0 15,-4-6-21-15,-6-1-815 16,-11-1-853-16,-2-4-580 0</inkml:trace>
  <inkml:trace contextRef="#ctx0" brushRef="#br1" timeOffset="115061.61">20611 11859 6567 0,'0'0'368'0,"37"5"16"16,-6-6 376-16,7-9-647 16,7-3-113-16,3-6 0 0,-1-2 0 15,1-4 0-15,-1-2 0 0,-3-4-1998 16,-13 6 57-16,0-4-1500 0</inkml:trace>
  <inkml:trace contextRef="#ctx0" brushRef="#br1" timeOffset="115263.37">21184 11312 6334 0,'0'0'849'16,"0"0"160"-16,0 0-1009 0,0 0 0 15,0 38 0-15,25-9 0 0,8 10 0 16,12 8 0-16,3 7 0 0,5 6 0 16,-5 8 0-16,0 3 0 15,-15 3 0-15,-19 1 0 0,-14 1 0 16,-10 0 0-16,-17-1 0 0,-4-4 0 15,-6-4 0-15,10-19-1189 16,-4-10-1400-16</inkml:trace>
  <inkml:trace contextRef="#ctx0" brushRef="#br0" timeOffset="119612.23">22129 13652 1604 0,'0'0'316'0,"0"0"761"0,0 0-61 0,0 0-303 16,0 0-9-16,0 0 296 16,0 0-615-16,0 0-181 0,-7-34 188 15,-1 32-164-15,6 2-64 0,-6-1 76 16,6 0-128-16,-2 1-75 0,-1-1-37 16,5 1 0-16,-2 0 0 0,2 0 0 15,0 0 0-15,0 0 0 16,0 0 0-16,0 0 0 0,0 0 0 15,0 0 0-15,0 0 0 0,0 0 0 16,0 0 0-16,0 0 0 0,0 0 0 16,0-1 0-16,0 1 0 15,2 0 0-15,-2 0 0 0,5 0 0 16,-1 2 0-16,-2 0 0 0,6 0 0 16,-2 2 0-16,0-1 0 0,5 1 0 15,-3 0 0-15,2 2 0 0,3 0 0 16,3 1 0-16,1-1 0 15,-1-1 0-15,3 0 0 0,-3-2 0 0,1-1 0 16,4-1 0-16,-1 0 0 16,1 0 0-16,0 0 0 0,-5 1 0 15,1-1 0-15,1 1 0 0,-5 1 0 16,1 2 0-16,1-2 0 0,-3 2 0 16,-2-1 0-16,3 0 0 0,1-2 0 15,1 0 0-15,1 0 0 16,1-2 0-16,4 0 0 0,1 0 0 15,-3 0 0-15,-3-1 0 0,-1-1 0 16,-5 2 0-16,-1-1 0 0,-3 1 0 16,-2-1 0-16,0 1 0 0,4 0 0 15,-2 0 0-15,1 0 0 16,-1 0 0-16,0 0 0 0,2 0 0 16,3 0 0-16,1 0 0 0,7-1 0 15,1-2 0-15,-1 0 0 0,-5-2 0 16,5 1 0-16,-7 1 0 0,-1 1 0 15,-1 0 0-15,-4 1 0 0,3 0 0 16,-7 1 0-16,2 0 0 16,2 0 0-16,0 0 0 0,2-1 0 15,5 0 0-15,3 0 0 0,-1-1 0 16,1 1 0-16,1-1 0 0,-7 1 0 16,3-1 0-16,-5 0 0 0,-4 1 0 15,2-1 0-15,-2 1 0 16,3 1 0-16,3-3 0 0,0 2 0 15,7-2 0-15,-1 1 0 0,-1 1 0 16,-3-1 0-16,3 1 0 0,-3 0 0 16,0 0 0-16,3 1 0 15,-1-1 0-15,1-1 0 0,1 0 0 16,5 0 0-16,4-1 0 0,0 0 0 16,4 2 0-16,0-1 0 0,-3 1 0 15,1 0 0-15,4 0 0 0,-4 1 0 16,4 0 0-16,-4 0 0 0,2 1 0 15,0 0 0-15,0 0 0 0,-4 1 0 16,0-2 0-16,-1 3 0 16,-1-2 0-16,-2 0 0 0,-1 1 0 15,-3-1 0-15,-3 0 0 0,-7 0 0 16,3-1 0-16,-4 1 0 0,-2 0 0 16,0 0 0-16,3 0 0 0,-1 1 0 15,2-2 0-15,-2 3 0 16,5-2 0-16,1 1 0 0,3 0 0 15,-3 0 0-15,2 0 0 0,1-1 0 16,-3 0 0-16,3 1 0 0,-3-1 0 16,1 1 0-16,-3-2 0 15,0 1 0-15,1-1 0 0,-1 0 0 16,2 1 0-16,1 0 0 0,1 0 0 16,1 0 0-16,1 0 0 0,1 0 0 15,3 0 0-15,-3 0 0 0,-1 1 0 16,-1-1 0-16,-1 0 0 15,1 2 0-15,1-2 0 0,-3 1 0 16,1-1 0-16,1-1 0 0,-5 1 0 16,0 0 0-16,-1-1 0 0,-1 1 0 15,-6 0 0-15,8 0 0 0,1 0 0 16,3 2 0-16,1-2 0 0,-1 0 0 16,1 1 0-16,-1-2 0 0,0 1 0 15,5-1 0-15,0 1 0 16,1-1 0-16,-1 0 0 0,4 0 0 15,-5 0 0-15,-1 0 0 0,-7 1 0 16,3-1 0-16,-7 0 0 0,0 0 0 16,-2 0 0-16,0 0 0 0,0 0 0 15,1 0 0-15,1 0 0 16,-2 0 0-16,2 0 0 0,0 0 0 16,5 0 0-16,1 0 0 0,0 0 0 15,3 2 0-15,-5-2 0 0,-4 1 0 16,1 0 0-16,-5-1 0 15,2 1 0-15,0-1 0 0,2 1 0 16,0 0 0-16,1-1 0 0,1 1 0 16,-2 0 0-16,2-1 0 0,3 2 0 15,3-1 0-15,1 1 0 0,-3-1 0 16,-2 0 0-16,-1 0 0 0,-3 0 0 16,0 0 0-16,0 1 0 0,-2-1 0 15,0-1 0-15,1 0 0 16,-1 1 0-16,2-1 0 0,-2 0 0 15,2 0 0-15,3 0 0 0,-1 0 0 16,0 0 0-16,0 0 0 0,1 0 0 16,-1 0 0-16,-2 0 0 15,0 0 0-15,0 0 0 0,3 2 0 0,-1-1 0 16,-2 0 0-16,2 1 0 16,3 0 0-16,-1-1 0 0,5 1 0 15,-3-1 0-15,0 1 0 0,-1-1 0 16,-5 0 0-16,0-1 0 15,-4 1 0-15,2 0 0 0,0-1 0 16,-1 0 0-16,3 0 0 0,-2 1 0 16,0-1 0-16,-2 0 0 0,2 0 0 15,-2 0 0-15,0 0 0 0,3 0 0 16,-3 0 0-16,4 0 0 0,0-1 0 16,0 1-129-16,2 0-303 0,5-1-504 15,1 0-37-15,-1 0-163 16,-3-1-2582-16</inkml:trace>
  <inkml:trace contextRef="#ctx0" brushRef="#br0" timeOffset="120043.53">25165 13744 3045 0,'0'0'1120'0,"0"0"129"0,0 0-365 16,0 0-283-16,0 0 179 0,0 0-488 15,0 0-148-15,0 0-67 16,0 0-77-16,0 0 0 0,-2-8 0 16,2 8-29-16,0 0-259 0,0 0-1113 15,0-1-627-15</inkml:trace>
  <inkml:trace contextRef="#ctx0" brushRef="#br0" timeOffset="121671.36">25169 11205 4574 0,'0'0'980'16,"0"0"-520"-16,0 0 36 16,0 0-275-16,0 0-13 0,0 0 188 15,0 0-212-15,0 0-12 0,-14 43 280 16,10-23-403-16,4 2-49 0,0 3 0 16,4-1 0-16,-2 5 0 0,-2 4 0 15,0 6 0-15,-2 3 0 0,-2 5 0 16,-3 3 0-16,1 3 0 0,2 1 0 15,0-1 0-15,4 0 0 0,0-2 0 16,0-3 0-16,0 1 0 16,4-2 0-16,2 2 0 0,-2 1 0 15,3 1 0-15,-1 1 0 0,-2 0 0 16,-2 0 0-16,2 0 0 16,-2-1 0-16,0-1 0 0,-2 0 0 15,2-2 0-15,0 2 0 0,-2 4 0 16,0 0 0-16,3 1 0 15,-3-1 0-15,0-1 0 0,2-2 0 0,-2-1 0 16,2-2 0-16,0-3 0 16,2-1 0-16,0 0 0 0,2-1 0 15,0 2 0-15,-1 0 0 0,1 0 0 16,-4 2 0-16,-2-2 0 0,-2 0 0 16,-4-4 0-16,-3 0 0 0,-1-5 0 15,0-2 0-15,-1-5 0 16,3-3 0-16,4-3 0 0,2-4 0 15,-2-3 0-15,4-4 0 0,0-6 0 16,0-3 0-16,4-3 0 0,0-6 0 16,0-14 0-16,0-1 0 0,2-17-1489 15</inkml:trace>
  <inkml:trace contextRef="#ctx0" brushRef="#br0" timeOffset="122197.98">25227 11157 1964 0,'0'0'1541'0,"0"0"736"15,0 0-1104-15,0 0-489 0,-33 28-131 16,10-7-553-16,3 6 0 0,1 7 0 15,5 0 0-15,-1 2 0 0,1 2 0 16,1-1 0-16,3-1 0 16,2-3 0-16,1-4 0 0,5-6 0 15,2-6 0-15,0-7 0 0,5-6-237 16,3-9-1308-16,-2-2-71 0,4-8-589 16</inkml:trace>
  <inkml:trace contextRef="#ctx0" brushRef="#br0" timeOffset="122346.46">25198 11263 5286 0,'0'0'1172'16,"37"5"-83"-16,-14 3-444 0,0 5-645 15,2 4 0-15,-3 5 0 0,1 3 0 16,0 1 0-16,0-1 0 0,-3 1 0 16,-1-5 0-16,0-2 0 0,-3-2 0 15,1 1 0-15,-3-4 0 0,-4-2-945 16,-1-5-880-16,-3-5-884 0</inkml:trace>
  <inkml:trace contextRef="#ctx0" brushRef="#br0" timeOffset="123234.8">25097 11222 3469 0,'0'0'1521'15,"0"0"-597"-15,0 0-183 0,0 0 371 16,0 0-687-16,0 0-425 16,0 0 0-16,0 0 0 0,-41-8 0 15,10 37 0-15,0 10 0 0,-9 8 0 16,-1 3 0-16,8-4 0 0,6-3 0 16,4-5 0-16,13-6 0 15,4-5 0-15,6-9 0 0,0-6-277 16,8-9-1348-16</inkml:trace>
  <inkml:trace contextRef="#ctx0" brushRef="#br0" timeOffset="124781.16">26037 11392 2513 0,'0'0'1184'0,"0"0"-668"16,0 0 53-16,0 0-221 0,0 0-8 15,0 0 264-15,0 0-240 0,0 0-71 16,0 0 123-16,-18-19-164 0,18 8-4 16,0-5 40-16,4-4-212 15,2-3-20-15,0 1-56 0,3-1 8 16,3 1-8-16,-2 0 0 0,7 0-16 15,-1 2 16-15,1 2 0 0,0 4-12 16,-5 4 12-16,-4 6-4 16,-2 4-36-16,-4 0 16 0,5 7-8 15,-3 10-72-15,4 11 92 0,0 7 0 16,1 4-48-16,-1-2-4 0,4-2-36 16,3-3 72-16,3-3 28 0,7-3-4 15,4-5 0-15,0-4 4 0,2-4 24 16,-2-6-16-16,-2-4-8 0,-6-3 20 15,-3-7-8-15,1-6-12 0,-7-6 56 16,3-3-40-16,-5-4-16 16,-2-2 0-16,-2-1-40 0,-4-3-40 15,-4 0-48-15,-4 1 28 0,-4 3 100 16,-5 6-8-16,-1 7 28 0,1 4-12 16,-3 9 108-16,-1 2-108 0,1 6 4 15,-5 8-12-15,0 1-24 16,0 2 24-16,1 2 0 0,-5 2-32 15,0 0 24-15,-2-2-276 0,0 1-144 16,-2-2-77-16,0-3-819 16,10-7 43-16,1-3 57 0</inkml:trace>
  <inkml:trace contextRef="#ctx0" brushRef="#br0" timeOffset="126114.24">25198 13723 2124 0,'0'0'1869'0,"0"0"-1284"16,0 0-205-16,0 0 296 0,0 0-404 15,0 0-120-15,0 0 32 16,0 0-124-16,0 0 28 0,-20-4 117 16,20 4-85-16,0 0-8 0,0 0 16 15,0 1-108-15,0 1 24 0,0 1 76 16,0 1-104-16,0-1 12 0,2 0-8 16,0 0-8-16,6 0-12 0,2 0 24 15,7 1-4-15,3-1-20 0,5 1 24 16,0-1-24-16,-4 2 0 15,6 0 32-15,2-2-24 0,2 2 8 16,6-3 40-16,4 0-52 0,5 1 8 16,3-3-12-16,-1 0 4 15,1 0-4-15,3 0 0 0,0 0 4 0,-1 0-4 16,-1 0 0-16,2 0 4 16,-3 0-4-16,1 0 0 0,4 0 8 15,-1 0-8-15,-1 0 0 0,4 1-12 16,-2 2 12-16,-1-1-4 0,3 0-52 15,-4 1 44-15,2-1 4 16,-3 0-8-16,-1 1 16 0,2-2 0 16,-3 1 12-16,-3-1-12 0,1 1 0 15,-1-1 0-15,-3-1 0 0,5 0 8 16,-1 0 8-16,1 0-16 0,-1 0 0 16,1 0-4-16,-1-1 4 0,-1-1-4 15,1 0-16-15,-1 1-8 16,-1-1-24-16,-1 0 8 0,-3 1 44 15,3 0-16-15,-1 0 20 0,0-1-4 16,1-1 0-16,-1 2-8 0,1-4 8 16,1 3 4-16,5-3-4 0,-1 2 0 15,3-1 0-15,0-1 8 0,3 3-8 16,1-2 0-16,0 1 0 16,4-1 0-16,-2 2 0 0,2-2-4 15,4 1 4-15,0-1 0 0,0 1 0 16,4-1 0-16,0-2 0 15,3 3-8-15,-1 1 8 0,0-1 0 16,1 0 4-16,-1 0-4 0,0 1 24 16,-2-1-16-16,-1 0 0 0,-1-1 12 15,-2 1-20-15,-2-3 0 0,-2 2 0 16,-2-1-4-16,-1 2 4 0,-1-1 0 16,0 1 0-16,-2 0 0 0,-2 0 0 15,-1 1 4-15,-5 1-4 16,-3 1 0-16,-6 2-148 0,-6 1-300 15,-4 1-589-15,-8-1 13 0,-5 0-381 0</inkml:trace>
  <inkml:trace contextRef="#ctx0" brushRef="#br0" timeOffset="136356.81">17170 15045 1884 0,'0'0'3814'16,"0"0"-3506"-16,0 0-88 0,0 0 189 16,0 0-145-16,47-14 260 0,7-4 228 15,14-6-735-15,15-7-17 0,6-5 0 16,8 0 0-16,2-6 0 0,0 2 0 16,-10 0 0-16,-6 4 0 0,-19 6 0 15,-17 7-41-15,-20 9-891 0,-12 6-1781 16</inkml:trace>
  <inkml:trace contextRef="#ctx0" brushRef="#br0" timeOffset="136603.01">17234 15433 4586 0,'0'0'2761'0,"0"0"-2177"0,45-7-368 16,-12-7-171-16,11-10-45 0,1-4 0 15,13-5 0-15,4-5 0 0,-2 0 0 16,6 0 0-16,-2 1 0 0,-2 4 0 16,2 2 0-16,-6 6 0 0,0 5-269 15,-6 7-251-15,-11 5-244 0,-12 4-1385 16,-8 4 60-16</inkml:trace>
  <inkml:trace contextRef="#ctx0" brushRef="#br0" timeOffset="136835.99">17244 15480 7367 0,'47'-5'825'0,"5"-9"-825"0,16-5 0 16,-4-4 0-16,5-2 0 0,3 0 0 15,-2-1 0-15,-2 0 0 0,-1-1 0 16,-3 1 0-16,-6 2 0 0,-11 3-1285 16,-12 4-664-16,-8-1-1813 0</inkml:trace>
  <inkml:trace contextRef="#ctx0" brushRef="#br0" timeOffset="137713.96">18567 15069 3517 0,'0'0'1189'0,"0"0"-581"0,0 0 564 16,0 0-291-16,0 0-165 0,0 0-607 16,47-57-109-16,-22 24 0 0,2-3 0 15,0 0 0-15,0-1 0 0,-2 1 0 16,2 2 0-16,-5 3 0 0,3 6 0 16,-8 5 0-16,-1 8 0 0,-8 7 0 15,-6 2 0-15,3 5 0 0,-3 8 0 16,0 12 0-16,0 8 0 0,-2 8 0 15,4 4 0-15,-2 0 0 16,0 5 0-16,0 1 0 0,-2 1 0 16,0-3 0-16,4-1 0 0,-2-5 0 15,0-2 0-15,0-2 0 16,5-5 0-16,-3-4-621 0,0-2-79 16,-2-6 23-16,-2-6-963 0,0-2-333 0</inkml:trace>
  <inkml:trace contextRef="#ctx0" brushRef="#br0" timeOffset="137960.28">18641 15387 7295 0,'0'0'897'0,"0"0"-897"0,58 4 0 16,-12-4 0-16,9-7 0 0,3-2 0 15,4-2 0-15,2 1 0 16,-4 1 0-16,-8 1 0 0,-4 5 0 16,-15-1-825-16,-6 0-3957 0</inkml:trace>
  <inkml:trace contextRef="#ctx0" brushRef="#br0" timeOffset="148305.94">3405 14369 1668 0,'0'0'1397'0,"0"0"-165"16,0 0-419-16,0 0 227 0,0 0-523 15,0 0-81-15,0 0 164 16,-25 54-408-16,14-27-52 0,1 2 17 16,0-5-157-16,-1 0 0 0,5-1 0 15,-4 0-37-15,2-3-211 0,-1-1-568 16,1-4-77-16,2-3-311 0,2-6-2366 0</inkml:trace>
  <inkml:trace contextRef="#ctx0" brushRef="#br0" timeOffset="148513.31">3564 14429 2633 0,'0'0'4070'16,"0"0"-3370"-16,-31 51-32 0,25-27-547 15,-5 5-121-15,-3 6 0 0,1-1 0 16,3 2 0-16,-7-2 0 15,3-2 0-15,4-6 0 0,-3-1-321 16,5-9-855-16,2-7-773 0</inkml:trace>
  <inkml:trace contextRef="#ctx0" brushRef="#br0" timeOffset="149010.49">3758 14607 3533 0,'0'0'2453'0,"0"0"-1556"0,0 0-205 15,0 0-75-15,0 0-617 0,0 0 0 16,-31 58 0-16,27-15 0 16,2 4 0-16,2 7 0 0,0 1 0 15,0 3 0-15,0 4 0 0,0-2 0 16,0 0 0-16,-4-7 0 15,2-9-417-15,2-10-371 0,0-12-1477 16,2-12-1165-16</inkml:trace>
  <inkml:trace contextRef="#ctx0" brushRef="#br0" timeOffset="149333.01">3679 14591 5230 0,'0'0'676'15,"0"0"-36"-15,-4-40-79 16,13 30 115-16,7 0-476 0,5 3-112 16,4 1 33-16,8 6-121 0,4 0 0 15,-2 7 0-15,8 4 0 0,-5 8 0 16,-3 7 0-16,-4 7 0 16,-4 10 0-16,-9 3-89 0,1 5 29 15,-9 2 60-15,-8 2-4 0,-2-2-24 16,-6 1 28-16,-10-3 4 15,-1-5 4-15,-6-2-8 0,-4-6 28 16,1-4-16-16,-5-7-12 0,-3-3 20 16,1-7-20-16,0-5 0 0,4-3-4 15,0-5-32-15,7-2-132 0,5-2-608 16,9 0-297-16,6 1-323 0,2-1-2378 0</inkml:trace>
  <inkml:trace contextRef="#ctx0" brushRef="#br0" timeOffset="149516.26">4219 15100 4890 0,'0'0'1404'0,"-31"49"-831"0,14-21-45 15,13 1-252-15,-2-3-44 16,4-5-192-16,4-2-16 0,4-6-24 15,7-3-40-15,1-7-192 0,1-4-1085 16,-5-5-463-16,0-8-1370 0</inkml:trace>
  <inkml:trace contextRef="#ctx0" brushRef="#br0" timeOffset="149613.24">4225 14676 6675 0,'0'0'508'16,"0"0"-464"-16,-31 13-44 0,15-4-1077 15,-3 4-912-15</inkml:trace>
  <inkml:trace contextRef="#ctx0" brushRef="#br0" timeOffset="150153.06">4310 15207 1624 0,'0'0'661'16,"0"0"947"-16,-12 36-911 15,12-32-417-15,0-1-28 0,2 0 68 16,2-1-92-16,0 0-36 0,-2-2 304 16,-2 0-83-16,0-6 123 0,0-5 300 15,-6-8-787-15,2-5-49 0,-3-3 0 16,7-1 0-16,0 2 0 0,0 2 0 16,11 1 0-16,-1 3 0 0,7 2 0 15,-3-1 0-15,5 1 0 0,1 0 0 16,5 1 0-16,-4 2 0 15,2 4 0-15,-3 2 0 0,1 3 0 16,-7 3-1934-16,3 1-595 0</inkml:trace>
  <inkml:trace contextRef="#ctx0" brushRef="#br0" timeOffset="150636.54">4668 14956 5250 0,'0'0'980'0,"0"0"-267"0,-34 0 179 0,18 3-648 16,1 7-131-16,1 6-113 0,2 4 0 16,-3 10 0-16,5 3 0 0,4 3 0 15,6-1 0-15,0-2 0 0,0-4 0 16,4-5 0-16,2-9 0 15,-2-4 0-15,2-4 0 0,-4-6 0 16,7-1 0-16,3-2 0 0,2-8 0 16,3-5 0-16,-3-5 0 0,-1 1 0 15,-3 1 0-15,1 4 0 0,-3 5 0 16,-2 6 0-16,0 3 0 0,0 2 0 16,3 10-137-16,-1 8 93 0,2 2 44 15,1 0-32-15,-1-5 32 0,-2-6-4 16,5-3-68-16,1-3-192 15,1-5-440-15,1-2-169 0,1-3-223 16,-7-3-2890-16</inkml:trace>
  <inkml:trace contextRef="#ctx0" brushRef="#br0" timeOffset="150854.03">4955 15012 5622 0,'0'0'1433'15,"-46"11"-793"-15,24 5-143 0,1 1-497 16,4 5 0-16,3 1 0 0,4 2 0 16,3 0 0-16,7 0 0 0,7-1 0 15,3-3 0-15,4-2 0 0,9-2 0 16,4-8 0-16,4-3 0 0,4-6 0 16,-2-5 0-16,5-4 0 0,-10 2-1105 15,1-6-916-15</inkml:trace>
  <inkml:trace contextRef="#ctx0" brushRef="#br0" timeOffset="151584.25">5718 15072 6819 0,'0'0'656'15,"-42"-17"-96"-15,20 10-403 0,3 0-157 16,-2 3 0-16,9 3 0 15,-3 5 0-15,5 8 0 0,2 8 0 16,-3 8 0-16,3 8 0 0,2 3 0 16,0 0 0-16,6 0 0 0,2-6 0 15,8-3 0-15,7-11 0 0,8-12 0 16,6-12 0-16,6-15 0 0,10-14-425 16,-14 2-892-16,3-11-872 0</inkml:trace>
  <inkml:trace contextRef="#ctx0" brushRef="#br0" timeOffset="151757.34">5821 14550 6518 0,'0'0'525'0,"0"0"-237"16,0 44 236-16,-2-10-344 16,0 10-23-16,-4 3-157 0,2 6 0 15,4 5 0-15,-7 7 0 0,7 1 0 16,0 0 0-16,0-2 0 15,7-5 0-15,-5-8 0 0,6-8-273 16,-4-8-519-16,2-12-169 0,0-6-2336 0</inkml:trace>
  <inkml:trace contextRef="#ctx0" brushRef="#br0" timeOffset="152031.2">5916 15271 6663 0,'0'0'808'0,"0"0"-87"15,48-44-721-15,-28 22 0 0,-3-1 0 16,-1-2 0-16,-5 0 0 0,-1-1 0 16,0 0 0-16,-10 1 0 0,2 0 0 15,-4-1 0-15,-8 5 0 16,0 0 0-16,-7 7 0 0,1 9 0 16,1 7 0-16,1 14 0 0,1 14 0 15,-5 12 0-15,1 7 0 0,1 6 0 16,5-2 0-16,5-4 0 15,6-6 0-15,10-8 0 0,11-8 0 16,2-7 0-16,12-9 0 0,8-11-269 16,-12-5-903-16,11-9-337 0</inkml:trace>
  <inkml:trace contextRef="#ctx0" brushRef="#br0" timeOffset="152464.84">6301 14517 4361 0,'0'0'2366'0,"0"0"-1374"0,0 0-519 0,0 0-473 15,0 0 0-15,-25 50 0 0,23-10 0 16,2 10 0-16,0 4 0 0,0 5 0 16,2 7 0-16,2 5 0 0,0 1 0 15,-2 1 0-15,2-6 0 16,0-8 0-16,-2-10 0 0,3-9 0 16,-1-10 0-16,2-12-313 0,-6-8-1192 15,4-9-716-15</inkml:trace>
  <inkml:trace contextRef="#ctx0" brushRef="#br0" timeOffset="152683.17">6468 14577 5710 0,'0'0'1785'16,"0"0"-1221"-16,0 0-431 0,-21 39-133 15,17-12 0-15,0 5 0 0,4 3 0 16,0 4 0-16,4 6 0 0,0 5 0 15,0 3 0-15,3 2 0 16,-7 0 0-16,0-1 0 0,0-3 0 16,-9-5 0-16,1-7 0 0,0-7 0 15,2-13-809-15,2-8-824 16,1-9-620-16</inkml:trace>
  <inkml:trace contextRef="#ctx0" brushRef="#br0" timeOffset="152807.22">6443 15035 6330 0,'0'0'881'0,"0"0"100"16,0 0-981-16,0 0 0 0,52-41 0 16,-29 32 0-16,6-1 0 0,-3 1 0 15,5 1-733-15,7 3-248 0,-11 3-1484 16,-7 1 44-16</inkml:trace>
  <inkml:trace contextRef="#ctx0" brushRef="#br0" timeOffset="153069.87">6762 14964 4189 0,'0'0'1473'0,"0"0"-492"15,-56 12 87-15,29-2-760 0,0 6-135 16,-2 5-173-16,2 5 0 0,4 4 0 16,3-1 0-16,9-1 0 0,7-7 0 15,8-8 0-15,7-2 0 16,3-8 0-16,9-3 0 0,-2-7 0 16,3-5 0-16,3-2 0 0,-4-5 0 15,-4 0 0-15,-3 1 0 0,-5 4 0 16,-5 1 0-16,-6 7 0 15,0 3 0-15,0 3 0 0,0 0 0 16,0 7 0-16,0 9 0 0,0 9 0 16,10 7 0-16,0 4 0 0,7-6 0 15,-1-6 0-15,3-4 0 0,4-6 0 16,2-4 0-16,-7-4-437 0,3-3-3341 0</inkml:trace>
  <inkml:trace contextRef="#ctx0" brushRef="#br0" timeOffset="153580.07">7663 14729 1404 0,'0'0'96'0,"8"-50"2093"0,-8 25-960 0,-4 2-429 0,-6-2-80 0,-11-1 65 15,-6 1-529-15,0 2-100 16,-10 2 84-16,0-3-176 0,-5 4-24 16,1 1 16-16,4 1-48 0,6 5 4 15,8 5 24-15,5 3-20 0,11 4-16 16,-3 1 85-16,4 6-85 16,2 8 0-16,-3 9 0 0,-3 8 0 15,4 6 0-15,-2 6 0 0,6 2 0 16,2 7 0-16,2 3 0 15,12 3 0-15,3 0 0 0,7 6 0 16,-1 0 0-16,2 0 0 0,-2-1 0 16,-3-5 0-16,1-6 0 0,-6-8 0 15,-5-7 0-15,-4-10 0 0,-2-8 0 16,-4-7-741-16,0-6-456 0,0-6-2180 0</inkml:trace>
  <inkml:trace contextRef="#ctx0" brushRef="#br0" timeOffset="153706.71">7320 15093 6374 0,'0'0'385'16,"0"0"639"-16,0 0-615 0,0 0-409 15,47-6 0-15,-26 6 0 16,2-2 0-16,1-3 0 0,-1-2 0 16,8-4 0-16,6-1 0 0,3-2-1189 15,-11 2 108-15,0 1-1944 0</inkml:trace>
  <inkml:trace contextRef="#ctx0" brushRef="#br0" timeOffset="153911.41">7661 15016 5794 0,'0'0'732'0,"-37"64"-51"0,22-26 103 15,5-4-583-15,4-2-201 0,6-4 0 16,10-6 0-16,6-2 0 0,5-7 0 16,6-4 0-16,4-6 0 0,0-5 0 15,-4-9 0-15,-4-3 0 0,-5-5 0 16,-5-5 0-16,-5-1 0 15,-6-2 0-15,-2 0 0 0,-2-2 0 16,-6 3 0-16,-3 3 0 0,1 5 0 16,4 2 0-16,6 7 0 0,0 2-573 15,4 2-1908-15,6-1 104 0</inkml:trace>
  <inkml:trace contextRef="#ctx0" brushRef="#br0" timeOffset="154161.07">7898 15132 5034 0,'0'0'872'0,"-26"61"-183"0,19-34 559 16,3-9-948-16,4-4-251 0,4-6-49 15,-2-2 0-15,3-4 0 0,5-3 0 16,0-9 0-16,7-10 0 0,-3-9 0 16,3-4 0-16,-3-2 0 0,-8 7 0 15,1 7 0-15,-1 5 0 0,-2 9 0 16,0 6 0-16,-2 1 0 0,6 7 0 15,9 10 0-15,4 8 0 16,-1 7 0-16,1 0 0 0,-2-4 0 16,-1-9 0-16,3-2 0 0,6-7 0 15,-7-3-1678-15,1-7-1799 0</inkml:trace>
  <inkml:trace contextRef="#ctx0" brushRef="#br0" timeOffset="154636.09">8370 14986 5810 0,'0'0'448'0,"0"0"105"0,-46-34 435 16,34 33-692-16,-3 2-199 0,-1 7-97 16,1 8 0-16,3 5 0 0,2 5 0 15,-1 6 0-15,3 5 0 0,2 3 0 16,2-2 0-16,4 2 0 0,2-3 0 16,6-5 0-16,7-6 0 0,1-8 0 15,9-9 0-15,2-9 0 0,8-10 0 16,2-14 0-16,7-7 0 15,-1-11-537-15,-8 5-1400 0,-4-6-1340 0</inkml:trace>
  <inkml:trace contextRef="#ctx0" brushRef="#br0" timeOffset="154815.54">8585 14537 6843 0,'0'0'728'16,"0"0"-276"-16,0 0-283 0,-35 62-169 15,28-28 0-15,3 3 0 16,4 5 0-16,4 4 0 0,3 5 0 16,3 4 0-16,0 0 0 0,-4 2 0 15,5-3 0-15,-1-3 0 0,-6-3 0 16,-4-7 0-16,0-4 0 0,0-10-737 16,0-10-1452-16,-4-10-1533 0</inkml:trace>
  <inkml:trace contextRef="#ctx0" brushRef="#br0" timeOffset="154982.34">8465 15053 6735 0,'0'0'880'0,"0"0"-303"15,0 0-577-15,37-40 0 16,-20 30 0-16,3 0 0 0,-3 0 0 16,8-2 0-16,-3 0 0 0,3 0 0 15,0 3-293-15,-2 0-1620 0,-9 4 76 16,-3 0-556-16</inkml:trace>
  <inkml:trace contextRef="#ctx0" brushRef="#br0" timeOffset="155105.65">8744 15017 5458 0,'-10'37'1545'15,"3"-6"-665"-15,3 6-571 0,-6-2-309 16,4-3 0-16,6-5 0 0,0-5 0 16,4-7 0-16,8-2 0 0,-1-7 0 15,3-6-209-15,-2-8-707 0,3-3-1689 16,-5-8-1801-16</inkml:trace>
  <inkml:trace contextRef="#ctx0" brushRef="#br0" timeOffset="155214.31">8870 14683 6851 0,'0'0'168'0,"0"0"-16"0,0 0-32 16,0 0-120-16,0 0-236 0,0 0-501 15,10 33-875-15</inkml:trace>
  <inkml:trace contextRef="#ctx0" brushRef="#br0" timeOffset="155460.07">8975 15106 6779 0,'0'0'736'0,"0"0"-59"0,-37 1-677 16,17 10 0-16,3 6 0 0,0 5 0 15,3 3 0-15,4 0 0 0,10-3 0 16,0-3 0-16,14-3 0 15,3-4 0-15,-1-5 0 0,5-6 0 16,4-1 0-16,-9-8 0 0,1-4 0 16,-7-3 0-16,-4-2 0 0,-6-3 0 15,0-4 0-15,-6-2 0 16,-4 0 0-16,4-3 0 0,-5 1 0 16,5-1 0-16,6 4-1646 0,0 8-254 15,0 0-1326-15</inkml:trace>
  <inkml:trace contextRef="#ctx0" brushRef="#br0" timeOffset="155721.76">9118 15123 6402 0,'0'0'877'0,"-29"52"36"16,15-30-913-16,7-10 0 0,7-5 0 16,0-3 0-16,0-3 0 0,0-1 0 15,7-5 0-15,-1-5 0 0,8-12 0 16,-1-4 0-16,1-3 0 15,1-1 0-15,-5 4 0 0,2 1 0 16,5 4 0-16,-3 5 0 0,3 7 0 16,-3 4 0-16,3 5 0 0,-3 7 0 15,3 7 0-15,-3 11 0 16,-3 7 0-16,-3 5 0 0,0 0 0 16,-6-2 0-16,3-5 0 0,-1-6 0 15,-2-9 0-15,2-7-117 16,0-6-2396-16</inkml:trace>
  <inkml:trace contextRef="#ctx0" brushRef="#br0" timeOffset="156201.56">9410 14376 1400 0,'0'0'5423'0,"0"0"-4443"0,0 0-591 0,0 0-389 15,0 0 0-15,12 33 0 16,2-10 0-16,7 1 0 0,-4 0 0 16,-1-1 0-16,1-3 0 0,-3-4 0 15,-4-4 0-15,1-2 0 0,-7-4 0 16,-2-4-429-16,2-1-896 16,2-1-487-16</inkml:trace>
  <inkml:trace contextRef="#ctx0" brushRef="#br0" timeOffset="156332.28">9631 14320 6615 0,'0'0'1080'0,"0"0"-583"0,16 38-497 16,-1-13 0-16,-3 1 0 0,3 1 0 16,1-1 0-16,5-2 0 0,-1-1-173 15,1-7-855-15,-4-3-541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34:38.65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12206 4563 1356 0,'0'0'2473'0,"0"0"-1760"16,-6-39-141-16,6 29 472 0,0 1-583 15,0 2-69-15,-4 0 308 16,4 3-344-16,0 2-231 0,0 2-125 16,0 0 0-16,0 0 0 0,-2 7 0 15,-2 12 0-15,0 15 0 0,2 10 0 16,2 10 0-16,2 4 0 0,8-1 0 16,0 1 0-16,5-1 0 0,8-6 0 15,1-6 0-15,7-7 0 0,0-10 0 16,2-7 0-16,3-9 0 0,-3-6 0 15,-2-8 0-15,0-11 0 16,0-7 0-16,-9-8 0 0,-1-4 0 16,-4-4 0-16,-7-6 0 0,-2-5 0 15,-6-8 0-15,-2-2 0 0,-10-1 0 16,-2 4 0-16,-3 8 0 0,5 11 0 16,-1 11 0-16,5 12 0 15,6 7 0-15,0 5 0 0,0 4-785 16,0 2-532-16,0 8-1568 0</inkml:trace>
  <inkml:trace contextRef="#ctx0" brushRef="#br0" timeOffset="353.15">12663 4937 2585 0,'0'0'2005'0,"0"0"-1069"16,0 0-256-16,0 0-163 0,0 0 147 15,6 34-464-15,-1-27-80 16,-5-1 92-16,0-2-188 0,0-1 16 16,4-3 128-16,-4 0-127 0,2-6-41 15,2-8 0-15,-4-6 0 0,4-7 0 16,-2-4 0-16,2 0 0 0,2 4 0 16,-1 3 0-16,1 6 0 15,2 7 0-15,-6 6 0 0,-2 1 0 16,4 4 0-16,0 1 0 0,3 9 0 15,3 6 0-15,0 8 0 0,1 5 0 16,-5 2 0-16,0-1 0 16,-2 0 0-16,2-1 0 0,0 0 0 15,-1-4 0-15,1-6 0 0,2-6 0 16,2-7-265-16,3-6-655 0,-5-4-1285 16,2-5-501-16</inkml:trace>
  <inkml:trace contextRef="#ctx0" brushRef="#br0" timeOffset="525.29">12926 4823 5870 0,'0'0'1465'0,"0"0"-741"0,0 0-591 15,0 0-133-15,0 0 0 0,0 53 0 16,0-23 0-16,0 2 0 0,0-5 0 16,0-1 0-16,4-1 0 15,6-4 0-15,1-4 0 0,-1-7 0 16,-4-6-285-16,0-5-3637 0</inkml:trace>
  <inkml:trace contextRef="#ctx0" brushRef="#br0" timeOffset="648.91">13004 4383 7975 0,'0'0'217'0,"0"0"-217"15,0 0 0-15,0 0 0 0,0 0 0 16,0 0 0-16,0 0-29 0,0 0-1848 15,0 0-388-15</inkml:trace>
  <inkml:trace contextRef="#ctx0" brushRef="#br0" timeOffset="832.81">13099 4450 6138 0,'0'0'1709'0,"-10"34"-1377"16,8-6-319-16,2 9-13 0,2 2 0 15,6 2 0-15,-2 4 0 0,5 2 0 16,-5 5 0-16,-2 0 0 16,-4 5 0-16,0 0 0 0,-10-4 0 15,4-3 0-15,-9-6 0 0,5-7 0 16,-1-11-1077-16,1-11-152 0,4-8-1892 0</inkml:trace>
  <inkml:trace contextRef="#ctx0" brushRef="#br0" timeOffset="960.37">13010 5020 5094 0,'0'0'1244'0,"0"-37"-295"0,0 24-44 15,9 6-905-15,-3-3 0 16,10 2 0-16,1-1 0 0,8 0 0 16,2 4 0-16,8 0 0 0,2 0 0 15,0 0 0-15,-6 3-1357 0,-4-2-1117 0</inkml:trace>
  <inkml:trace contextRef="#ctx0" brushRef="#br0" timeOffset="1270.16">13829 4856 6542 0,'0'0'1249'0,"0"0"-848"0,0 0-401 16,0 0 0-16,4 57 0 0,-8-31 0 15,4-2 0-15,0-8 0 16,10-4 0-16,1-6-417 0,-5-1-984 15,2-5-748-15</inkml:trace>
  <inkml:trace contextRef="#ctx0" brushRef="#br0" timeOffset="1392.28">13951 4509 2225 0,'0'0'296'0,"0"0"-196"0,-6 51-24 15,6-36-76-15,0 5-661 0</inkml:trace>
  <inkml:trace contextRef="#ctx0" brushRef="#br0" timeOffset="1765.25">13912 5095 984 0,'0'0'2509'0,"0"0"-1572"16,0 0 7-16,43 17-260 15,-28-37-167-15,1-8 159 0,-1-3-408 16,-3-4-116-16,2 1 8 0,-7 3-128 15,3 5 4-15,-6 9 12 0,-2 8-28 16,-2 5 36-16,0 4 113 16,0 0-169-16,0 9 0 0,4 5 0 15,-4 0 0-15,7 4 0 0,-3-4 0 16,-4-3 0-16,6-1 0 0,-6-2 0 16,4-1 0-16,-4-4 0 0,2 1 0 15,-2-1 0-15,0 0 0 0,0-3 0 16,0-6 0-16,10-10 0 0,1-10 0 15,7-7 0-15,1-1 0 16,2 2 0-16,-7 6 0 0,1 9 0 16,-9 7 0-16,-2 7 0 0,-2 3 0 15,-2 5 0-15,0 8 0 0,-2 7 0 16,-6 6 0-16,1 4 0 0,3-5 0 16,4-3 0-16,0-4 0 15,4-3 0-15,7 0 0 0,1-4 0 16,3 1 0-16,1 0 0 0,3 1-657 15,-11-5-836-15,2 3-3993 0</inkml:trace>
  <inkml:trace contextRef="#ctx0" brushRef="#br0" timeOffset="2159.98">14397 4946 5454 0,'0'0'1036'0,"-6"65"-767"0,2-20 79 0,4 0 192 16,0 4-368-16,4 1-56 0,0-2-64 15,3 2-40-15,-3-5-12 0,-2-2 0 16,-2-4-4-16,0-5-12 0,-2-8-468 15,-2-8-192-15,-1-8-321 16,5-9-2620-16</inkml:trace>
  <inkml:trace contextRef="#ctx0" brushRef="#br0" timeOffset="2438.07">14360 4931 1120 0,'0'0'5523'15,"-2"-43"-4891"-15,4 21 108 0,7 4-563 16,1-1-177-16,2 1 0 16,5 0 0-16,-3 5 0 0,7 3 0 15,0 4 0-15,-1 5 0 0,-3 4 0 16,-1 8 0-16,1 5 0 0,-9 8 0 16,-6 3 0-16,-2 4 0 0,-2 1 0 15,-6 1 0-15,-4-2 0 0,-3 0 0 16,3-5 0-16,-3-4 0 0,1-4 0 15,-3-1 0-15,5-8 0 16,-3-3-485-16,9-3-115 0,2-3-165 16,0-3-1628-16,4-6-1452 0</inkml:trace>
  <inkml:trace contextRef="#ctx0" brushRef="#br0" timeOffset="2687.84">14581 4928 5446 0,'0'0'1064'15,"-12"38"-739"-15,8-15 31 0,4-1 160 16,4 1-316-16,2-1-52 0,5 1-11 16,5-3-137-16,3-2 0 0,3-4 0 15,5-6 0-15,4-4 0 0,7-4 0 16,-7-8 0-16,4-4 0 0,-13-5 0 15,-1-3 0-15,-11-2 0 16,-5-2 0-16,-5-2 0 0,-5-3 0 16,-1 1 0-16,-2-1 0 0,-2 0 0 15,1 5-1473-15,1-1-1009 0</inkml:trace>
  <inkml:trace contextRef="#ctx0" brushRef="#br0" timeOffset="2920.06">14889 4548 6178 0,'0'0'941'0,"-24"62"-209"16,13-26-391-16,11 0-341 0,0 4 0 16,4 0 0-16,3 4 0 0,3 4 0 15,-6-2 0-15,2 1 0 0,3-2 0 16,-3-3 0-16,0-8 0 0,-2-3 0 15,-2-5 0-15,2-9 0 16,0-7-1561-16,-1-5-1157 0</inkml:trace>
  <inkml:trace contextRef="#ctx0" brushRef="#br0" timeOffset="3348.52">15280 4874 6350 0,'0'0'817'0,"-37"12"-225"0,14-6-159 15,3-2-433-15,5 0 0 0,3-2 0 16,3-2 0-16,-1 0 0 16,4 0 0-16,4-1 0 0,-2 0 0 15,0 0 0-15,4 1 0 0,0 0 0 16,8 4 0-16,4 7 0 0,5 2 0 16,3 1 0-16,5 2 0 15,-2-2 0-15,4-1 0 0,-2 1 0 16,-5-2 0-16,-3 0 0 0,-3 1 0 15,-12-1 0-15,-2 1 0 0,-2 1 0 16,-12 0 0-16,-3 1 0 16,-8-2 0-16,3 0 0 0,-5-5 0 15,2-2 0-15,-2-5 0 0,7-1 0 16,-1-2-197-16,8-2-647 0,5-1-1421 16,6-2-541-16</inkml:trace>
  <inkml:trace contextRef="#ctx0" brushRef="#br0" timeOffset="3582.89">15427 5011 3473 0,'0'0'1325'16,"0"0"520"-16,41-25-973 0,-35 14-195 15,-1-2-677-15,1-4 0 0,-6-1 0 16,0 4 0-16,0-3 0 0,-6 2 0 16,1 1 0-16,3 3 0 0,-4 5 0 15,2 4 0-15,-2 2 0 16,-4 3 0-16,-9 14 0 0,2 7 0 15,-3 4 0-15,7 4 0 16,5-5 0-16,6-1 0 0,4-1 0 16,8-2 0-16,9-5 0 0,4-4 0 15,8-7 0-15,10-7 0 0,9-8 0 16,1-11 0-16,-9 2-93 0,-5-4-6014 0</inkml:trace>
  <inkml:trace contextRef="#ctx0" brushRef="#br0" timeOffset="4348.96">16491 4761 6166 0,'0'0'1273'0,"0"0"-520"0,0 0-753 0,0 0 0 16,0 0 0-16,-24 53 0 16,7-17 0-16,7 3 0 0,-5-1 0 15,9-6 0-15,2 0 0 0,2-7 0 16,2-2 0-16,2-6 0 0,6-5 0 16,3-7 0-16,-1-4-985 0,-4-7-3241 0</inkml:trace>
  <inkml:trace contextRef="#ctx0" brushRef="#br0" timeOffset="4514.42">16609 4523 7383 0,'0'0'600'16,"0"0"-416"-16,0 0-159 0,0 0-25 0,0 0 0 16,0 0-29-16,0 0-631 15,-22 38-160-15,28-19-1353 0,4-1-709 0</inkml:trace>
  <inkml:trace contextRef="#ctx0" brushRef="#br0" timeOffset="4839.07">16818 4799 3853 0,'0'0'1477'0,"0"0"-293"15,-10-33-527-15,8 27-109 0,-7 3-75 16,3-2-473-16,-8 2 0 0,-3 3 0 15,1 3 0-15,1 4 0 16,-1 2 0-16,9 2 0 0,-1 1 0 16,8 0 0-16,0 1 0 0,0 1 0 15,8-1 0-15,5 1 0 0,3 2 0 16,3-1 0-16,2-1 0 0,-1 3 0 16,3-2 0-16,2 1 0 15,-2-1 0-15,-3-1 0 0,-3 2 0 16,-7-2 0-16,-4 0 0 0,-6-1 0 15,-2 0 0-15,-8-1 0 0,-11 1 0 16,1-1 0-16,-3-4 0 16,-6 1 0-16,6-5 0 0,-2-1 0 15,5-2 0-15,3-2-385 0,7-3-1568 16,4-4-512-16</inkml:trace>
  <inkml:trace contextRef="#ctx0" brushRef="#br0" timeOffset="5522.04">17513 4906 4778 0,'0'0'1128'0,"0"0"-475"0,0 0 87 15,0 0-244-15,37-7-99 0,-16-4-397 16,-1-3 0-16,1-2 0 0,-5 0 0 16,-1-3 0-16,1-1 0 0,-1-2 0 15,-5 1 0-15,-4 2 0 0,1 1 0 16,-7 3 0-16,0 1 0 0,-9 2 0 15,-5 4 0-15,-7 5 0 16,-2 3 0-16,1 11 0 0,-7 6 0 16,2 6 0-16,-2 7 0 0,6 3 0 15,3 1 0-15,3 3 0 0,7-1 0 16,1-2 0-16,9-2 0 0,9-2 0 16,7-7 0-16,5 0-133 15,2-9-95-15,8-3-204 0,0-9 20 16,6-2-101-16,-10-5-967 0,0-3-401 15</inkml:trace>
  <inkml:trace contextRef="#ctx0" brushRef="#br0" timeOffset="5952.94">17918 4776 2697 0,'0'0'1424'15,"0"0"-847"-15,0 0 67 0,0 0 244 16,0 0-435-16,0-35-69 16,-6 27 312-16,-1-1-360 0,-3 3-243 15,-11 4-93-15,1 3 0 0,-7 11 0 16,4 9 0-16,2 5 0 0,3 5 0 16,1 4 0-16,7-4 0 15,6-2 0-15,4-4 0 0,10-4 0 16,5-6 0-16,5-7 0 0,1-3-141 15,2-5-83-15,-5-6-12 0,-1-5 136 16,-5-2 100-16,-1-5 20 16,-3 2-8-16,-6-2 0 0,2-2 120 15,0 2-60-15,-4 2-16 0,0 3-24 16,0 5-12-16,-4 6-20 0,4 2 92 16,-6 4 24-16,-4 13-28 0,-5 14-68 15,-6 11 0-15,3 7-11 0,-5 7-9 16,0-1 0-16,3 5 0 0,-1-1 0 15,4-1 0-15,3-5 0 16,8-12 0-16,6-8 0 0,10-10 0 16,0-10 0-16,11-11 0 0,0-4 0 15,2-16-97-15,5-7-303 0,-1-9-200 16,-4 2-1025-16,-2-4-468 0</inkml:trace>
  <inkml:trace contextRef="#ctx0" brushRef="#br0" timeOffset="6266.94">18027 4670 6843 0,'0'0'1104'16,"0"0"-859"-16,0 0-245 0,-27 33 0 0,21-10 0 0,0 4 0 16,2 1 0-16,0 4 0 0,4 5 0 15,-2 1 0-15,2 1 0 0,2-2 0 16,2-3 0-16,6-5 0 0,5-8 0 15,1-7 0-15,3-7 0 16,4-7 0-16,-1-5 0 0,5-10 0 16,-2-6 0-16,-2-7 0 0,-7-1 0 15,-3-3 0-15,-5 1 0 0,-4 3 0 16,-4-2 0-16,0 1 0 0,-4 4 0 16,2 3 0-16,2 6 0 15,0 4-13-15,0 2-1115 0,6 2 31 16,0 2-15-16,-2-2-1874 0</inkml:trace>
  <inkml:trace contextRef="#ctx0" brushRef="#br0" timeOffset="6406.08">18284 4767 5762 0,'0'0'1821'16,"-25"64"-1212"-16,8-26-609 0,1 0 0 16,1 0 0-16,3-5 0 0,4-7 0 15,6-2 0-15,2-10 0 0,10-4 0 16,2-8 0-16,3-4-221 0,-1-5-1844 15,-1-9-596-15</inkml:trace>
  <inkml:trace contextRef="#ctx0" brushRef="#br0" timeOffset="6532.3">18329 4454 6186 0,'0'0'929'0,"8"-36"-49"0,-8 28-683 0,0 8-197 15,0 0 0-15,-6 7 0 16,6 7 0-16,0 7-1341 0,0-4-616 15,4 0-1489-15</inkml:trace>
  <inkml:trace contextRef="#ctx0" brushRef="#br0" timeOffset="6768.8">18410 4863 5974 0,'0'0'1253'0,"-4"56"-489"0,4-22-563 15,-2 1-201-15,-3-2 0 0,5-1 0 16,7-4 0-16,7-6 0 0,3-5 0 15,3-6 0-15,11-6 0 16,-4-9 0-16,6-10 0 0,-2-6 0 16,-2-10 0-16,-6-1 0 0,-2-3 0 15,-7-4 0-15,-6 0 0 0,-3 0 0 16,-5 4 0-16,0 4 0 0,0 10 0 16,0 8 0-16,0 6 0 15,0 5 0-15,0 4-1261 0,0 0-676 16,10 5-684-16</inkml:trace>
  <inkml:trace contextRef="#ctx0" brushRef="#br0" timeOffset="7033.03">18829 4925 6098 0,'0'0'1409'0,"0"0"-724"0,-35-23-685 16,19 13 0-16,-5 3 0 0,7 4 0 15,-3 3 0-15,7 7 0 0,-1 5 0 16,3 5 0-16,0 3 0 0,2 1 0 15,2-1 0-15,4-1 0 16,6-3 0-16,2-6 0 0,4-2 0 16,3-5 0-16,-3-3 0 0,3-7 0 15,-5-5 0-15,0-1 0 0,1 0 0 16,-1 0 0-16,-6 2 0 0,-2 4 0 16,2 4 0-16,-2 1 0 15,-2 4 0-15,5 7 0 0,3 14 0 16,2 3 0-16,3 5 0 0,7-5 0 15,-3-6 0-15,8-6 0 0,-3-6-381 16,-5-4-723-16,-3-4-1934 0</inkml:trace>
  <inkml:trace contextRef="#ctx0" brushRef="#br0" timeOffset="7233.12">19063 4396 6394 0,'0'0'1241'0,"0"0"-684"15,-10 62-557-15,3-15 0 16,-3 11 0-16,2 2 0 0,0 2 0 16,1 1 0-16,1-2 0 0,4-6 0 15,2-5 0-15,2-5 0 0,4-6 0 16,1-8-189-16,-1-10-1708 0,-2-10-1232 16</inkml:trace>
  <inkml:trace contextRef="#ctx0" brushRef="#br0" timeOffset="8010.04">19241 4995 2837 0,'0'0'1492'0,"0"0"-443"0,0 0-529 16,0 0 60-16,0 0 145 16,0 0-365-16,0 0-72 0,51-13 53 15,-30-4-341-15,-4-2 0 0,1 0 0 16,-5 1 0-16,-7 1 0 0,0 0 0 16,-6 5 0-16,0 0 0 0,-8 4 0 15,-7 1 0-15,-1 3 0 0,-5 6 0 16,0 9 0-16,1 8 0 15,-1 6 0-15,5 3 0 0,-1 1 0 0,7 2 0 16,1-3 0-16,9 1 0 16,5-9 0-16,9-3-197 0,9-8 41 15,4-9 52-15,2-2 64 0,2-9 40 16,-2-3 12-16,2-3-8 0,-7 1-4 16,-1-1 12-16,-4 3-12 15,-7 2 0-15,-4 5 4 0,-6 1-4 16,5 4 0-16,-7-1 0 0,6 2 0 15,-2 1 0-15,2 0 0 0,-2 5-4 16,0 1 4-16,1 1 16 16,-3 1 4-16,2-1-16 0,-4 0 84 15,0 0-64-15,0 1 28 0,-4-3 48 16,-3 0-56-16,1 0 36 0,2-4-39 16,0-1-41-16,2 0 0 0,2-9 0 15,8-8 0-15,7-1 0 0,3-4 0 16,1-1 0-16,-1 3 0 0,3 0 0 15,-4 2 0-15,-5 5 0 16,-2 6 0-16,-5 2 0 0,-5 5 0 16,0 5 0-16,-5 8 0 0,3 11 0 15,-6 5 0-15,2 6 0 0,-4-4 0 16,7-5 0-16,-1-3 0 0,4-5 0 16,2-5 0-16,3-7 0 15,1-4 0-15,8-6-509 0,-3-6-1480 16,3-5-1064-16</inkml:trace>
  <inkml:trace contextRef="#ctx0" brushRef="#br0" timeOffset="8187.55">19853 4384 6875 0,'0'0'916'0,"0"0"-515"0,0 0-401 0,0 0 0 15,0 0 0-15,-11 39 0 0,3 3 0 16,6 9 0-16,-2 4 0 0,0 5 0 15,4 5 0-15,-7 1 0 0,3 2 0 16,-2-5 0-16,2-6 0 16,-2-8 0-16,6-5 0 0,-4-8 0 15,-3-15-2802-15,5-8-532 0</inkml:trace>
  <inkml:trace contextRef="#ctx0" brushRef="#br0" timeOffset="8320.51">19691 4870 6370 0,'0'0'869'0,"0"0"-157"0,38-9-471 16,-14 8-241-16,7-3 0 16,-2 0 0-16,6-3 0 0,-1-1 0 15,-8 1-581-15,-1-3-996 0</inkml:trace>
  <inkml:trace contextRef="#ctx0" brushRef="#br0" timeOffset="8815.34">20901 4353 3089 0,'0'0'1789'0,"0"0"-793"0,0 0 217 0,0 0-465 0,0 0-391 16,0 0-357-16,-29 56 0 15,14-19 0-15,5 5 0 0,2 2 0 16,1 6 0-16,3 6 0 0,4 4 0 15,0 5 0-15,0 2 0 0,0 1 0 16,0-4 0-16,-2-8 0 16,-2-5 0-16,0-7 0 0,2-8 0 15,-2-10-21-15,-2-11-1632 0,4-10-4445 0</inkml:trace>
  <inkml:trace contextRef="#ctx0" brushRef="#br0" timeOffset="8987.52">20783 4818 6583 0,'0'0'512'16,"0"0"336"-16,54 0-599 0,-38 6-249 15,5 1 0-15,2-2 0 0,1 0 0 16,7-3-277-16,-8-2-779 0,4 0-549 16</inkml:trace>
  <inkml:trace contextRef="#ctx0" brushRef="#br0" timeOffset="9203.91">21174 4827 6530 0,'0'0'949'0,"-52"22"-236"15,25-2-713-15,2 7 0 0,2 5 0 16,9 4 0-16,2-1 0 0,7 0 0 16,5-4 0-16,11-4 0 0,9-6 0 15,5-3 0-15,8-6 0 0,9-7 0 16,3-5 0-16,3-7 0 0,-3-9 0 15,-6-4 0-15,-8-3 0 0,-10-3 0 16,-9 0 0-16,-7-1 0 16,-7-1 0-16,-11-1 0 0,-1-3 0 15,-7 5 0-15,0-2 0 0,-1 6 0 16,5 6-1890-16,-2 2-1343 0</inkml:trace>
  <inkml:trace contextRef="#ctx0" brushRef="#br0" timeOffset="10008.4">22087 4693 5206 0,'0'0'1573'0,"0"0"-741"0,0 0-251 0,0 0-581 16,0 0 0-16,-27 37 0 0,23 3 0 15,2 8 0-15,2 2 0 0,2 0 0 16,9-2 0-16,1-4 0 15,2-4 0-15,7-6 0 0,6-12 0 16,0-9 0-16,0-7 0 0,2-9 0 16,-5-13 0-16,-1-6 0 0,-6-9 0 15,-1-4 0-15,-3 1 0 0,-7-2 0 16,-2 1 0-16,-4-1 0 0,0 3 0 16,-4 2 0-16,0 8-889 15,0 7-500-15,-3 6-2272 0</inkml:trace>
  <inkml:trace contextRef="#ctx0" brushRef="#br0" timeOffset="10303.42">22377 4918 3557 0,'-11'41'1685'0,"1"-5"-557"16,4 4-635-16,0-3-161 0,3-5 320 15,1-5-392-15,2-8-175 0,2-8-85 16,3-5 0-16,1-6 0 0,4-15 0 15,5-6 0-15,3-11 0 0,-1-4 0 16,-5 0 0-16,-2-2 0 16,3 1 0-16,-5 3 0 0,-2 5 0 15,-4 10 0-15,0 8 0 0,-2 8 0 16,0 3 0-16,0 6 0 0,0 7 0 16,0 11 0-16,0 5 0 0,0 5 0 15,0-1 0-15,0-1 0 16,0-3 0-16,7 1 0 0,-1-4 0 15,4-3 0-15,1-6 0 0,-1-2 0 16,0-6 0-16,-2-6-1734 16,-1-3-467-16,-3-6-1740 0</inkml:trace>
  <inkml:trace contextRef="#ctx0" brushRef="#br0" timeOffset="10458.17">22647 4888 7443 0,'0'0'749'16,"0"0"-749"-16,0 0 0 0,0 0 0 15,0 0 0-15,-8 45 0 16,4-12 0-16,-2 4 0 0,2 1 0 16,2-6 0-16,2-2 0 0,0-4 0 15,4-6 0-15,-2-6-241 0,2-7-1408 16</inkml:trace>
  <inkml:trace contextRef="#ctx0" brushRef="#br0" timeOffset="10628.06">22825 4342 7595 0,'0'0'597'15,"0"0"-597"-15,0 0 0 0,0 0 0 16,0 0 0-16,0 0 0 0,0 0 0 16,0 0 0-16,0 0 0 0,-4 43-221 15,6-24-1087-15,0 0-369 0</inkml:trace>
  <inkml:trace contextRef="#ctx0" brushRef="#br0" timeOffset="10875.15">22769 4647 4189 0,'0'0'2698'0,"0"0"-1874"16,0 0-343-16,-8 46-481 0,12-23 0 15,7 6 0-15,-3 4 0 0,0 3 0 16,2 7 0-16,-1 3 0 16,-7 1 0-16,2 0 0 0,-8-3 0 15,2 0 0-15,-7-5 0 0,5-6 0 16,-2-2 0-16,4-11 0 0,-2-5 0 16,2-6 0-16,0-6 0 0,2-3-1257 15,-6-4-1028-15</inkml:trace>
  <inkml:trace contextRef="#ctx0" brushRef="#br0" timeOffset="11061.32">22629 4916 7031 0,'0'0'1161'0,"0"0"-1161"15,0 0 0-15,0 0 0 0,58-27 0 16,-23 13 0-16,2 3 0 0,-4 3 0 15,-4 2 0-15,-2 2 0 0,-4 1 0 16,-9 2 0-16,-2-4-5255 0</inkml:trace>
  <inkml:trace contextRef="#ctx0" brushRef="#br0" timeOffset="11495.24">23751 4952 6194 0,'0'0'821'15,"-20"-34"-309"-15,9 21-128 0,1 7-103 16,0 6-281-16,-5 3 0 0,1 15 0 15,-3 8 0-15,-2 10 0 16,5 5 0-16,4 3 0 0,6 1 0 16,6-1 0-16,6-4 0 0,2-4 0 15,9-9 0-15,1-7 0 0,3-8 0 16,0-12 0-16,2-5 0 0,2-11 0 16,-5-13-409-16,-5 6-1412 15,-3-11-1344-15</inkml:trace>
  <inkml:trace contextRef="#ctx0" brushRef="#br0" timeOffset="11820.41">23993 4548 6530 0,'0'0'897'0,"-23"65"-469"0,11-21-91 16,-3 1-337-16,1 2 0 0,2 3 0 15,-1 1 0-15,3-1 0 0,2-2 0 16,1-1 0-16,7-5 0 0,0-4 0 15,9-3 0-15,1-9 0 16,2-10 0-16,7-5 0 0,0-11 0 16,3-7 0-16,5-12 0 0,-2-7 0 15,0-4 0-15,-5 1 0 0,-3 1 0 16,-7 8 0-16,-3 11 0 0,-5 5 0 16,-2 4 0-16,0 6 0 15,-2 13 0-15,-1 10 0 0,3 5 0 16,0 3 0-16,0-5 0 0,3-10 0 15,3-3 0-15,4-6 0 0,0-3 0 16,3-3 0-16,-1-6 0 16,1-2-125-16,1-10-923 0,-8 2-1409 15,3-4-949-15</inkml:trace>
  <inkml:trace contextRef="#ctx0" brushRef="#br0" timeOffset="12362.76">24307 4933 7035 0,'0'0'828'0,"-8"-44"-499"0,2 34-329 15,-2 7 0-15,-3 6 0 16,-5 7 0-16,1 7 0 0,-1 4 0 16,3 4 0-16,-1 0 0 0,8 1 0 15,1-2 0-15,3-3 0 0,2-2 0 16,7-5 0-16,-1-3 0 16,6-5 0-16,1-5 0 0,1-1 0 15,1-5 0-15,-1-4 0 0,0-3 0 16,-3-2 0-16,-1-2 0 0,0 2 0 15,-3 0 0-15,-1 3 0 0,-2 4 0 16,-2 5 0-16,2 2 0 16,0 1 0-16,3 10 0 0,1 5 0 15,2 6 0-15,-2 0 0 0,1-3 0 16,-3-5 0-16,0-1 0 0,0-2 0 16,-2-5 0-16,1-1 0 0,-3-4 0 15,2 0 0-15,-2-1 0 0,4-5 0 16,4-4 0-16,1-9 0 0,1 1 0 15,-2 1 0-15,-3 5 0 0,-3 6 0 16,-2 2 0-16,0 3 0 16,0 0 0-16,-2 2 0 0,2 9 0 15,0 4 0-15,0 3 0 0,0-1 0 16,0-3 0-16,0-5 0 0,3-3 0 16,-3-2 0-16,2-4 0 15,0 0 0-15,0-1 0 0,2-9 0 16,7-8 0-16,-3-3 0 0,0-4 0 15,1 0 0-15,-1 5 0 0,-2 1 0 16,-2 7 0-16,-1 5 0 16,-1 4 0-16,-2 3 0 0,0 0 0 15,2 7 0-15,0 8 0 0,2 10 0 16,3 4 0-16,-1-2 0 0,4-6-1093 16,1-8-200-16,-1-6-376 0</inkml:trace>
  <inkml:trace contextRef="#ctx0" brushRef="#br0" timeOffset="12935.38">24921 4978 5198 0,'0'0'1365'0,"-27"-46"-577"0,11 28 53 0,-3 12-841 0,1 6 0 16,-5 6 0-16,0 7 0 0,-2 9 0 16,1 6 0-16,-1 4 0 15,2 2 0-15,6 3 0 0,11-5 0 16,6-2 0-16,6-8 0 0,9-4 0 15,3-7 0-15,3-5 0 0,-2-5 0 16,-1-2 0-16,1-8 0 16,-7 0 0-16,-1-2 0 0,-3 0 0 15,-2 4 0-15,-4 3 0 0,2 1 0 16,1 2 0-16,-1 2 0 0,4 12 0 16,0 13 0-16,-2 11 0 0,3 2 0 15,-5 5 0-15,0-3 0 0,-2-1 0 16,-2-1 0-16,-4-2 0 0,-6-2 0 15,-3 1 0-15,-8-6 0 16,-3-4 0-16,1-5 0 0,-2-7 0 16,2-9 0-16,5-5 0 0,3-6 0 15,3-12 0-15,6-8 0 0,2-11 0 16,4-7 0-16,4-2 0 16,6 2 0-16,11 9 0 0,4 5 0 15,1 7 0-15,5 4 0 0,0 3 0 16,-2 1 0-16,-4-1 0 0,-2 2 0 15,-5 0 0-15,1-2 0 0,-4 1 0 16,-5-2 0-16,0-1 0 16,-4-2 0-16,1 0 0 0,-3-1 0 15,-2-3 0-15,-2 0 0 0,-2 1 0 16,-4-1 0-16,1 9 0 0,1 4 0 16,-4 7 0-16,-2 12 0 0,-7 14 0 15,-6 12 0-15,-6 14 0 0,9 4 0 16,-1 0 0-16,9-2 0 0,12-7 0 15,14-8 0-15,11-9 0 16,14-9 0-16,15-12 0 0,8-8-465 16,-10-5-1576-16,4-10-392 0</inkml:trace>
  <inkml:trace contextRef="#ctx0" brushRef="#br0" timeOffset="13284.18">25746 4988 2617 0,'0'0'4202'0,"0"0"-3102"0,0 0-827 16,0 0-273-16,0 0 0 15,-10 54 0-15,1-21 0 0,-1 1 0 16,4-6 0-16,4-9 0 0,2-4 0 15,0-5 0-15,0-5 0 0,2-4 0 16,0 0-921-16,0-8-2797 0</inkml:trace>
  <inkml:trace contextRef="#ctx0" brushRef="#br0" timeOffset="13408.57">25884 4550 4742 0,'0'0'116'0,"0"0"-116"16,-24 47-16-16,17-26-613 0,5 0-507 0</inkml:trace>
  <inkml:trace contextRef="#ctx0" brushRef="#br0" timeOffset="13628.68">25843 5170 5830 0,'0'0'869'16,"0"0"-325"-16,0 0 344 0,0 0-827 15,0 0-61-15,27-34 0 0,-6-3 0 16,3-2 0-16,1 5 0 16,-4 6 0-16,-2 9 0 0,-7 7 0 15,-6 8 0-15,0 4 0 0,1 1 0 16,-3 8 0-16,0 9 0 0,-2 2 0 16,-2 4 0-16,0-5 0 0,0-6 0 15,8-1 0-15,13-7 0 0,8-5-1077 16,0-4-1172-16,4-8-2453 0</inkml:trace>
  <inkml:trace contextRef="#ctx0" brushRef="#br0" timeOffset="14272.29">26811 4870 2777 0,'0'0'2161'0,"0"0"-1177"0,0 0-452 16,0 0 53-16,6 36-289 0,-15 3 64 15,1 6 128-15,0 0-479 0,2-6-9 16,4-4 0-16,0-5 0 0,0-5 0 16,2-5 0-16,-3-8 0 15,3-6 0-15,0-3 0 0,3-2 0 16,1-1 0-16,4-11 0 0,6-10 0 15,1-8 0-15,1-3 0 0,-1 1 0 16,-3 3 0-16,1 3 0 16,-3 5 0-16,-2 6 0 0,-4 5 0 15,1 7 0-15,-3 3-21 0,2 10-15 16,0 7 4-16,0 4 32 0,-4 5 16 16,0-2 0-16,0-3-16 0,0-3 36 15,0-6-24-15,2-4-3 0,2-4-9 16,2-2 0-16,5-3 0 0,5-7 0 15,5-7 0-15,0-8 0 16,-3-4 0-16,-1-1 0 0,-3 5 0 16,-3 2 0-16,-7 7 0 0,-2 6 0 15,-2 3 0-15,0 4 0 0,0 0 0 16,0 1 0-16,0 10 0 0,0 8 0 16,0 6 0-16,4 2 0 15,0-3 0-15,6-4 0 0,3-3 0 16,3-4 0-16,3-4-1085 0,-5-3-888 15,1-5-952-15</inkml:trace>
  <inkml:trace contextRef="#ctx0" brushRef="#br0" timeOffset="14548.87">27336 4978 7883 0,'0'0'309'0,"0"0"-309"0,0 0 0 16,-36-32 0-16,28 31 0 0,-4 1 0 15,-1 6 0-15,-1 3 0 0,2 8 0 16,-3 2 0-16,1 3 0 16,1 5 0-16,3-1 0 0,4 0 0 15,6-1 0-15,0-4 0 0,8-1 0 16,4-5 0-16,7-4 0 0,2-5 0 16,1-6 0-16,-1 0 0 15,0-9 0-15,-5-6 0 0,-3-2 0 16,-3-5 0-16,-4-1 0 0,-4-4 0 15,0-1 0-15,-2 1 0 0,-4-1 0 16,0 2 0-16,-4 6 0 16,4 3-737-16,2 5-420 0,2 3-1900 0</inkml:trace>
  <inkml:trace contextRef="#ctx0" brushRef="#br0" timeOffset="14938.28">27464 5004 4185 0,'0'0'1473'0,"-9"48"-589"0,3-26 293 15,-2-1-753-15,2-3-375 0,2 0-49 16,0-8 0-16,1-3 0 16,3-5 0-16,0-2 0 0,0 0 0 15,3 0 0-15,3-7 0 0,6-11 0 16,7-9 0-16,4-6 0 0,-1 1 0 16,-1 6 0-16,-7 7 0 15,-3 6 0-15,-5 5 0 0,-2 5 0 16,-2 3 0-16,-2 0 0 0,0 8 0 15,0 10 0-15,0 2 0 0,-2 4 0 16,0-3 0-16,2-4 0 16,0-4 0-16,0-5 0 0,2-3 0 15,0-4 0-15,0 1 0 0,4-2 0 16,3 0 0-16,1-9 0 0,4-8 0 16,3-2 0-16,0 0 0 0,-5 3 0 15,-4 5 0-15,-2 4 0 0,-1 2 0 16,-5 4 0-16,2 1 0 0,2 3 0 15,0 8 0-15,2 12 0 16,0 3 0-16,-2 0 0 0,3-1 0 16,-3-7 0-16,4-4 0 0,4-5 0 15,-1-4-1854-15,-1-5-1107 0</inkml:trace>
  <inkml:trace contextRef="#ctx0" brushRef="#br0" timeOffset="15477.01">27857 5054 6530 0,'0'0'1662'16,"0"0"-1662"-16,0 0 0 0,0 0 0 15,28-49 0-15,-11 28 0 0,-5 1 0 16,-3 1 0-16,-7 1 0 0,-2 2 0 16,0 4 0-16,0 5 0 0,-2 4 0 15,-2 3 0-15,-1 5 0 0,-7 9 0 16,-7 12 0-16,-3 7 0 0,1 7 0 15,2-1 0-15,5 0 0 16,8-5 0-16,6-1 0 0,2-4 0 16,12-8 0-16,1-2 0 0,5-8 0 15,1-6 0-15,2-5 0 0,4-4 0 16,-5-9 0-16,1-5 0 0,0-3 0 16,-2-3 0-16,-5 2 0 15,-1 1 0-15,-3 6 0 0,-6 4 0 16,-2 5 0-16,-2 4 0 0,-2 2 0 15,0 0 0-15,0 6 0 0,0 7 0 16,-4 10 0-16,0-1 0 16,0 1 0-16,4-7 0 0,0-5 0 15,2-5 0-15,0-3 0 0,2 0 0 16,4-3 0-16,5-7 0 0,1-9 0 16,3-5 0-16,-3-5 0 0,-1-4 0 15,-5 2 0-15,0-2 0 0,-1 2 0 16,-3 3 0-16,2 2 0 0,-4 10 0 15,0 4 0-15,-2 6 0 16,0 3 0-16,0 3 0 0,0 11 0 16,0 13 0-16,-2 9 0 0,0 4 0 15,-4 0 0-15,4-6 0 0,2-5 0 16,0-10 0-16,8-8-485 0,-2-6-996 16,4-8-3589-16</inkml:trace>
  <inkml:trace contextRef="#ctx0" brushRef="#br0" timeOffset="15708.48">28390 4389 7831 0,'0'0'361'0,"0"0"-361"0,0 0 0 16,0 0 0-16,-8 38 0 0,8 0 0 15,0 10 0-15,2 6 0 0,2 5 0 16,-4 7 0-16,0 5 0 15,-2 2 0-15,-7-2 0 0,-3-5 0 0,2-5 0 16,-1-7 0-16,3-6 0 16,0-10 0-16,2-11 0 0,1-10-453 15,-1-10-2856-15</inkml:trace>
  <inkml:trace contextRef="#ctx0" brushRef="#br0" timeOffset="15815.65">28222 4995 7063 0,'0'0'1000'0,"0"0"-871"15,0 0-129-15,52-22 0 0,-27 20 0 16,2-2 0-16,2 0 0 16,-5-1 0-16,-1-2 0 0,-2 1 0 15,-5-3 0-15,-5 1-117 0,-5 0-3304 0</inkml:trace>
  <inkml:trace contextRef="#ctx0" brushRef="#br0" timeOffset="16265.1">28541 4991 6555 0,'0'0'780'0,"0"0"-496"0,0 0 156 15,-21 52-324-15,17-17-99 0,4 3-17 16,2-4 0-16,6-3 0 15,7-6 0-15,7-4 0 0,5-6 0 16,2-5 0-16,0-6 0 0,-2-4 0 16,-4-10 0-16,-5-3 0 0,-5-7 0 15,-5-4 0-15,-4-6 0 0,-4-2 0 16,-2-3 0-16,-2-4 0 0,-2 2 0 16,2 5 0-16,4 6 0 15,0 11-1069-15,2 9-1404 0,4 2-413 0</inkml:trace>
  <inkml:trace contextRef="#ctx0" brushRef="#br0" timeOffset="16685.32">28876 5066 4738 0,'-21'34'1012'0,"6"-3"-115"16,1 2-345-16,8-5-52 0,6-6-16 15,0-4-475-15,8-6-9 0,2-8 0 16,3-4 0-16,1-6 0 0,1-9 0 15,1-5 0-15,1-6 0 0,-1-5 0 16,-3-5 0-16,1 1 0 16,-3-2 0-16,-1 4 0 0,-2 6 0 15,-4 8 0-15,0 9 0 0,-1 7 0 16,-3 3 0-16,2 3 0 0,2 14 0 16,0 12 0-16,0 8 0 15,-4 5 0-15,2-7 0 0,0-4 0 16,2-5 0-16,0-9 0 0,1-7 0 15,-1-5 0-15,2-5 0 0,6-2 0 16,7-12 0-16,4-5 0 16,1-4 0-16,-3-1 0 0,-2 4 0 15,-1 4 0-15,-3 1 0 0,-3 7 0 16,-4 5 0-16,-1 3 0 0,-3 3 0 16,2 10 0-16,2 10 0 0,0 6 0 15,-3 4 0-15,-3 1 0 0,-2-5 0 16,0 0 0-16,0-3 0 15,0-5 0-15,6-3 0 0,2-5 0 0,7-6-125 16,-5-2-1283-16,2-5-505 0</inkml:trace>
  <inkml:trace contextRef="#ctx0" brushRef="#br0" timeOffset="18506.2">24772 1121 2529 0,'0'0'3061'0,"0"0"-2277"0,0 0-103 0,0 0 95 16,0 0-468-16,-2 32-255 0,-2 6-53 15,0 15 0-15,2 5 0 0,2 4 0 16,0-3 0-16,2-8 0 16,0 2 0-16,-2-1 0 0,0-2 0 15,0-3 0-15,0-9 0 0,0-8 0 16,4-12 0-16,0-7 0 0,5-8 0 16,1-11-1409-16,-4-3 156 0,0-10-496 15</inkml:trace>
  <inkml:trace contextRef="#ctx0" brushRef="#br0" timeOffset="18678.23">24750 1022 5426 0,'0'0'108'0,"0"0"568"16,0 0-151-16,45-26-73 0,-20 23 108 15,4-1-400-15,2-2-52 0,6 0 16 16,0 3-112-16,-6 1-12 0,0 3 0 15,-8 4-376-15,-6 3-448 0,-9-1-1713 16,-2 1-1609-16</inkml:trace>
  <inkml:trace contextRef="#ctx0" brushRef="#br0" timeOffset="18813.46">24772 1398 5386 0,'0'0'792'0,"0"0"321"0,17 35-561 15,-1-28-203-15,9-3-349 0,12-2 0 16,5-2 0-16,3-3 0 0,1 2 0 16,-3-1 0-16,-4 2 0 0,-3 0 0 15,-12 0-409-15,-3-6-5750 0</inkml:trace>
  <inkml:trace contextRef="#ctx0" brushRef="#br0" timeOffset="19363.77">25417 1742 5706 0,'0'0'684'0,"0"0"-47"0,0 0 507 16,0 0-1123-16,0 0-21 0,0 0 0 15,0 0 0-15,2-57 0 0,19 23 0 16,2-4 0-16,-3 1 0 0,3 2 0 15,-4 0 0-15,-3 0 0 0,-1 1 0 16,-5 1 0-16,0 5 0 16,-3 7 0-16,-3 10 0 0,-4 6 0 15,0 5 0-15,2 0 0 0,-2 13 0 16,0 13 0-16,0 9 0 0,2 7 0 16,0 2 0-16,2-1 0 15,4-1 0-15,5 1 0 0,1-4 0 16,3-4 0-16,4-6 0 0,-1-4 0 15,1-6 0-15,-9-6 0 0,-1-5 0 16,-7-3 0-16,-4-3 0 16,-2-1 0-16,-11 2 0 0,-9-1 0 0,-14 2 0 15,-7 3 0-15,-3 1 0 16,5 1 0-16,-2-1 0 0,6-7 0 16,6-1 0-16,8-7 0 0,15-8 0 15,8-5-1105-15,8 1-64 0,8-3-2605 0</inkml:trace>
  <inkml:trace contextRef="#ctx0" brushRef="#br0" timeOffset="19868.99">26071 930 2377 0,'0'0'2581'0,"0"0"-1857"0,0 0-4 16,0 0 273-16,0 0-657 0,0 0-212 16,0 0 213-16,-25 70-337 15,10-11 0-15,-1 16 0 0,-1 2 0 16,1-2 0-16,-1-7 0 0,1-7 0 15,-3-3 0-15,4-6 0 0,5-6 0 16,4-5 0-16,6-11 0 0,8-5 0 16,9-7 0-16,8-8 0 0,8-4 0 15,4-6 0-15,4-5 0 16,1-6 0-16,-3-1 0 0,-4-4 0 16,-2-3 0-16,-8-3 0 0,-7-4 0 15,-7 7-1209-15,-7-1-832 0</inkml:trace>
  <inkml:trace contextRef="#ctx0" brushRef="#br0" timeOffset="20039.1">25812 1362 4602 0,'0'0'1716'16,"0"0"-1235"-16,0 0-25 15,44 18 68-15,-5-18-111 0,8-5-413 16,9-7 0-16,0-5 0 0,2 0 0 15,-13 3 0-15,-3-4-3042 0</inkml:trace>
  <inkml:trace contextRef="#ctx0" brushRef="#br0" timeOffset="20397.27">26697 1366 5282 0,'0'0'804'0,"0"0"-27"0,0 0-489 15,0 0 68-15,39 12 108 16,-8-10-276-16,6-2-155 0,1-2-33 16,-5 0 0-16,-4-2 0 0,-9 3 0 15,-3 0 0-15,-7 1 0 0,-4 0-1305 16,-4 0-156-16,-2 0-568 0</inkml:trace>
  <inkml:trace contextRef="#ctx0" brushRef="#br0" timeOffset="20533.45">26713 1594 5218 0,'0'0'416'0,"0"0"312"0,46 2 105 16,-21-2-261-16,6-1-147 0,0-2-425 15,6 2 0-15,2 0 0 0,0-1 0 16,-8-1-681-16,-4-5-5254 0</inkml:trace>
  <inkml:trace contextRef="#ctx0" brushRef="#br0" timeOffset="21173.22">27923 1414 5118 0,'0'0'380'0,"0"0"448"16,0 0-579-16,0 0 11 0,0 44 356 0,-9-6-344 15,-1 4-60-15,2-3 45 0,6-5-257 16,0-5 0-16,2-3 0 16,0-4 0-16,2-5 0 0,0-5 0 15,4-6 0-15,-2-2 0 0,0-4 0 16,5-2 0-16,3-9 0 0,4-10 0 15,3-7 0-15,2-5 0 0,-3-3 0 16,1 3 0-16,0-1 0 16,-1 3 0-16,-1 4 0 0,-7 9 0 15,-4 7 0-15,-2 5 0 0,-2 4 0 16,1 2 0-16,1 2 0 0,-2 7 0 16,2 6 0-16,2 2 0 15,-4-1 0-15,0-1 0 0,-2-4 0 16,2-2 0-16,-2-3 0 0,0-2 0 15,2-4 0-15,0 1 0 0,5-1 0 16,3-6 0-16,4-8 0 0,5-4 0 16,2-3 0-16,-3 2 0 0,-3 4 0 15,-3 6 0-15,-4 5 0 16,-3 2 0-16,-1 5 0 0,2 9 0 16,2 12 0-16,2 7 0 0,1 5 0 15,-1-2 0-15,0-3 0 0,5-6 0 16,1-6 0-16,3-5 0 0,4-8 0 15,6-6 0-15,2-10 0 0,-4-1-1013 16,0-8-2661-16</inkml:trace>
  <inkml:trace contextRef="#ctx0" brushRef="#br0" timeOffset="21782.21">28917 1735 2793 0,'0'0'1508'15,"0"0"-759"-15,0 0 295 0,0 0-331 16,0 0-205-16,0 0 156 0,43-53-451 15,-24 24-213-15,2-3 0 0,-3-1 0 16,3 0 0-16,-5-2 0 0,3 1 0 16,-4-2 0-16,-3 2 0 0,-2 2 0 15,-1 3 0-15,-3 8 0 16,-4 8 0-16,0 6 0 0,-2 5 0 16,0 2 0-16,0 2 0 0,0 12 0 15,2 17 0-15,0 7 0 0,0 8 0 16,4 4 0-16,0-1 0 0,3 1 0 15,1-1 0-15,2-4 0 0,3-5 0 16,-3-6 0-16,3-7 0 16,-3-6 0-16,-4-4 0 0,-3-8 0 15,-3-4 0-15,-2-2 0 0,-2-3 0 16,-11 3 0-16,-14-2 0 0,-6 2 0 16,-6-1 0-16,-2-2 0 0,8 0 0 15,0 0 0-15,2-5 0 16,10-1 0-16,10-3 0 0,11-4 0 15,13-4-33-15,14-3-1259 0,10 1 203 16,-6 3-131-16,0 1-2086 0</inkml:trace>
  <inkml:trace contextRef="#ctx0" brushRef="#br0" timeOffset="22109.18">29502 1369 6326 0,'0'0'625'0,"0"0"91"16,0 0-191-16,0 0-525 0,0 0 0 16,0 0 0-16,8 66 0 0,-4-23 0 15,3 2 0-15,1-3 0 16,4 1 0-16,5-2 0 0,-1-5 0 15,5-4 0-15,-4-5 0 0,-1-8 0 16,-1-5 0-16,-5-7 0 0,-2-5 0 16,0-7 0-16,9-15 0 0,-1-11 0 15,9-10 0-15,4-7 0 16,0 3 0-16,2 0 0 0,-2-2 0 16,-2 4 0-16,-6 5 0 0,-7 6 0 15,-6 7 0-15,-6 9-277 0</inkml:trace>
  <inkml:trace contextRef="#ctx0" brushRef="#br0" timeOffset="24431.29">23958 1382 3277 0,'0'0'1641'0,"0"0"-557"16,0 0-431-16,0 0-145 0,0 0-152 15,0 0-276-15,47 16 152 0,-1-10 112 16,6-2-327-16,-3-4-17 0,-1-4 0 15,-7-1 0-15,-4 2 0 0,-10-1 0 16,-8 3-97-16,-9-1-707 16,-6 2-1537-16,-4-1-873 0</inkml:trace>
  <inkml:trace contextRef="#ctx0" brushRef="#br0" timeOffset="24594.12">23968 1571 4874 0,'0'0'380'16,"37"-1"-56"-16,1-5 829 15,5 0-445-15,3 0-328 0,-7-1-32 16,-6 3-323-16,-8 1-25 0,-13 0-49 16,-4 1-999-16,-6-3-1049 0</inkml:trace>
  <inkml:trace contextRef="#ctx0" brushRef="#br0" timeOffset="25173.28">22850 1428 3277 0,'0'0'2353'0,"0"0"-1657"16,0 0 277-16,0 0-481 0,-6-33-212 16,20 5-159-16,7-4-121 15,2-3 0-15,-3 2 0 0,3-1 0 16,-2 4 0-16,-3 4 0 0,-1 5 0 15,-7 8 0-15,-4 6 0 0,-4 4 0 16,-2 3 0-16,0 0 0 0,0 2 0 16,5 8 0-16,-1 8 0 0,2 11 0 15,2 13 0-15,0 7 0 16,-3 6 0-16,-1 2 0 0,-4-2 0 16,-6 1 0-16,-3-5 0 0,1-7 0 15,2-6 0-15,0-5 0 0,1-8 0 16,3-6 0-16,0-5 0 0,2-4 0 15,-2-4-305-15,0-3-519 0,2-2-1137 16,-4-1-44-16</inkml:trace>
  <inkml:trace contextRef="#ctx0" brushRef="#br0" timeOffset="25362.6">22788 1783 5522 0,'0'0'1165'0,"0"0"-641"16,0 0 16-16,0 0-99 0,60-3-441 16,-23-6 0-16,7 1 0 0,-1 3 0 15,4 2 0-15,-1 3 0 0,1 0 0 16,3 4 0-16,0-2 0 16,-13-1-117-16,0-1-2072 0</inkml:trace>
  <inkml:trace contextRef="#ctx0" brushRef="#br0" timeOffset="26058.57">30463 1440 3173 0,'0'0'1785'0,"0"0"-1017"16,0 0 325-16,0 0-577 0,0 0-132 16,0 0-60-16,0 0-175 15,52 8-149-15,-7-3 0 0,5-3 0 16,2-2 0-16,-9-2 0 0,-4 0 0 15,-8 0 0-15,-6 1 0 0,-10 0 0 16,-5 0-437-16,-6 1-1444 16,-4 0-284-16</inkml:trace>
  <inkml:trace contextRef="#ctx0" brushRef="#br0" timeOffset="26214.53">30529 1608 5390 0,'0'0'284'0,"0"0"424"16,0 0 17-16,0 0-37 16,54 0-291-16,-17-5-397 0,3 1 0 15,-3 1 0-15,-8 2 0 0,-2 0 0 16,-7 1-2486-16,1-4-2272 0</inkml:trace>
  <inkml:trace contextRef="#ctx0" brushRef="#br0" timeOffset="26726.5">31385 1491 3797 0,'0'0'1097'0,"0"0"-457"15,0 0 605-15,0 0-465 16,0 0-260-16,0 0-407 0,17-55-113 15,5 29 0-15,7-3 0 0,0 4 0 16,-4 0 0-16,2 2 0 0,-4 0 0 16,-1 5 0-16,-3 0 0 0,-2 6 0 15,-3 3 0-15,-4 1 0 16,-3 5 0-16,-5 2 0 0,0 1 0 16,0 1 0-16,0 6 0 0,0 7 0 15,-2 12 0-15,0 6 0 0,0 10 0 16,0 4 0-16,-2 0 0 0,2 5 0 15,-2 3 0-15,-2 0 0 0,-1 1 0 16,-3-5 0-16,2-5 0 16,-2-6 0-16,2-5 0 0,1-11 0 15,3-7 0-15,0-7 0 0,2-5 0 16,0-4-681-16,2-3-368 0,0-1-183 16,5-13-2750-16</inkml:trace>
  <inkml:trace contextRef="#ctx0" brushRef="#br0" timeOffset="26926.54">31344 1844 6430 0,'0'0'517'0,"0"0"463"16,0 0-715-16,49 32-265 0,-9-19 0 15,7-1 0-15,7-3 0 0,2-1 0 16,4-3 0-16,2 0 0 0,0-5 0 15,2-2 0-15,2-11 0 0,-16 0-317 16,-3-10-4361-16</inkml:trace>
  <inkml:trace contextRef="#ctx0" brushRef="#br0" timeOffset="30888.44">14555 6051 2028 0,'0'0'1945'0,"0"0"-132"0,0 0-1053 16,0 0-175-16,0 0 235 0,0 0-592 16,0 0-215-16,0 38-13 0,0-3 0 15,0 5 0-15,0 5 0 0,4-4 0 16,-4 1 0-16,0 0 0 15,0-1 0-15,0 0 0 0,0-4 0 16,-6-3 0-16,-3-6 0 0,7-8 0 16,-2-8 0-16,4-5 0 0,0-7 0 15,0-1 0-15,4-12 0 0,2-11 0 16,9-10 0-16,1-6 0 0,-3-1 0 16,1 1 0-16,1-3 0 0,-9 0 0 15,4 3 0-15,1 6 0 0,-5 12 0 16,-2 8 0-16,-2 8 0 0,2 6 0 15,0 0 0-15,2 10 0 16,1 7 0-16,1 7 0 0,-2 2 0 16,-2-1 0-16,2-2 0 0,-3-4 0 15,1-1 0-15,0-3 0 16,-2-5 0-16,-2-3 0 0,4-6 0 16,-4-1 0-16,6-2 0 0,5-12 0 15,3-11 0-15,3-7 0 0,3-4 0 16,5-2 0-16,-2 5 0 15,2 0 0-15,1 1 0 0,-3 5 0 16,2 4 0-16,-8 9 0 0,-1 7 0 16,-8 5 0-16,-1 5 0 0,-1 18 0 15,-2 13 0-15,0 11 0 0,-2 8 0 16,-2 0 0-16,0 2 0 0,4-1 0 16,-4-2 0-16,6-5 0 0,5-5 0 15,-1-8 0-15,0-9 0 0,-3-12-865 16</inkml:trace>
  <inkml:trace contextRef="#ctx0" brushRef="#br0" timeOffset="32915.6">15280 6074 1752 0,'0'0'256'15,"0"0"1597"-15,0 0-644 0,0 0-441 16,0 0-27-16,0 0 267 15,0 0-580-15,0 0-251 0,-2-29-177 16,2 33 0-16,0 7 0 0,6 11 0 16,5 5 0-16,3 9 0 0,-2 0 0 15,5 0 0-15,-2 1 0 0,-5 0 0 16,4-1 0-16,-3-2 0 0,-3-2 0 16,-4-2 0-16,2-4 0 0,-2-4 0 15,1-5 0-15,-3-5 0 0,-2-6 0 16,4-2 0-16,-4-2 0 0,4-2-225 15,2-4-663-15,-2 0-157 16,2-10-2212-16</inkml:trace>
  <inkml:trace contextRef="#ctx0" brushRef="#br0" timeOffset="33548.49">15410 6593 2529 0,'0'0'536'0,"0"0"-304"16,0 0 236-16,0 0-176 0,0 0 4 16,0 0 293-16,0 0-73 0,0 0 156 15,0 0 453-15,0 0-433 16,5-16-447-16,1-2-245 0,4-8 0 16,5-7 0-16,3-6 0 0,3-4 0 15,8-5 0-15,0-6 0 0,6-1 0 16,-2 1 0-16,6 5 0 15,-6 7 0-15,-6 11 0 0,-10 10 0 16,-13 13 0-16,-4 5 0 0,-4 3 0 16,-3 3-1678-16,-3 2-1799 0</inkml:trace>
  <inkml:trace contextRef="#ctx0" brushRef="#br0" timeOffset="34486.74">15704 6663 1608 0,'0'0'88'0,"0"0"1513"15,0 0-797-15,0 0-279 0,0 0 331 16,0 0-392-16,0 0-56 0,12-34 281 16,-10 27-213-16,-2 0-76 0,2-4-127 15,-2-3-273-15,0 3 0 0,-2 2 0 16,-2 3 0-16,0 5 0 0,-6-1 0 16,-1 2 0-16,-9 9 0 0,-3 5 0 15,-2 10 0-15,5 2 0 0,3 0 0 16,7 1 0-16,3 0 0 15,7-3 0-15,7 0 0 0,7-5 0 16,9-4 0-16,8-6 0 0,6-8 0 16,4-6 0-16,-3-6 0 0,-7-5 0 15,-7-2 0-15,-7 0 0 16,-13 0 0-16,-8 0 0 0,-6 0 0 16,-15-1 0-16,4 4 0 0,-12-4-2610 0</inkml:trace>
  <inkml:trace contextRef="#ctx0" brushRef="#br0" timeOffset="36361.18">16115 6313 4169 0,'0'0'2177'0,"0"0"-1776"16,0 0 39-16,0 0 384 15,56-19-643-15,-29 16-181 0,0-1 0 16,4 0 0-16,4 0 0 0,-2-1 0 16,-2 1 0-16,-4 2 0 0,-6 1 0 15,-9 1 0-15,-4 0 0 0,-6 1 0 16,2 2 0-16,1 1-609 0,-5-1-2132 16,0 1-993-16</inkml:trace>
  <inkml:trace contextRef="#ctx0" brushRef="#br0" timeOffset="36561.71">16167 6436 5770 0,'0'0'849'0,"0"0"103"0,0 0-500 15,0 0-283-15,45 14-169 0,-11-8 0 16,7-1 0-16,-4 3 0 15,4 0 0-15,1 0 0 0,1-1 0 16,5-6 0-16,-11-1 0 0,-2-7-3726 0</inkml:trace>
  <inkml:trace contextRef="#ctx0" brushRef="#br0" timeOffset="37313.57">17289 6231 1308 0,'0'0'3190'0,"0"0"-1914"15,0 0-748-15,0 0-19 0,33-54 107 16,-12 28-320-16,4 0-84 15,-2 3 45-15,-1-2-257 0,-1 1 0 16,-2 3 0-16,-3 2 0 0,-3 3 0 16,-3 7 0-16,-6 2 0 0,-4 6 0 15,4 1 0-15,0 2 0 0,3 10 0 16,-1 11 0-16,4 10 0 16,0 9 0-16,-3 8 0 0,-7 4 0 15,0 7 0-15,-7 3 0 0,-3 1 0 16,0-2 0-16,-1-6 0 15,5-4 0-15,-2-9 0 0,2-6 0 16,4-5 0-16,0-6 0 0,0-7 0 16,-3-5 0-16,5-6 0 0,0-5-1313 15,-2-4-180-15,-2 0-664 0</inkml:trace>
  <inkml:trace contextRef="#ctx0" brushRef="#br0" timeOffset="37527.61">17275 6702 3329 0,'0'0'2461'15,"0"0"-888"-15,0 0-845 16,0 0-627-16,0 0-101 0,41 3 0 16,-1-2 0-16,5 1 0 0,7 0 0 15,-1-1 0-15,-1 5 0 16,6-2 0-16,0 0 0 0,-5-1 0 15,-9-2 0-15,-5-2-1898 0</inkml:trace>
  <inkml:trace contextRef="#ctx0" brushRef="#br0" timeOffset="39205.85">18794 5743 4990 0,'0'0'764'0,"0"0"205"16,0 0-337-16,0 0-264 0,0 0-40 16,-6 40-208-16,6-4-99 0,0 9-21 15,0 8 0-15,0 1 0 0,0 3 0 16,-4 1 0-16,4-1 0 0,-6-3 0 15,2-3 0-15,-5-6 0 16,1-4 0-16,4-8 0 0,-2-6 0 16,4-10 0-16,2-6-681 0,0-7-288 15,2-4-1908-15</inkml:trace>
  <inkml:trace contextRef="#ctx0" brushRef="#br0" timeOffset="39561.22">18747 6141 5902 0,'0'0'797'0,"0"0"-201"0,0 0 260 16,0 0-815-16,0 0-41 0,20-34 0 15,5 26 0-15,2 1 0 0,4 3 0 16,-4 1 0-16,-2 3 0 0,-7 0 0 15,-1 0 0-15,-9 3 0 16,-4-1 0-16,-2 0 0 0,-2 2 0 16,0 0 0-16,0 3 0 0,-6 4 0 15,-10 8 0-15,-5 4 0 16,-4 4 0-16,2 2 0 0,7-3 0 16,1 2 0-16,5-5 0 0,6-2 0 15,4-3 0-15,6-4 0 0,4-1 0 16,5-6 0-16,6-1 0 15,-1-5 0-15,3-1 0 0,2-1 0 16,0-5-541-16,-3-3-203 0,-1-1-913 16,-4 2-52-16,-3-3-1372 0</inkml:trace>
  <inkml:trace contextRef="#ctx0" brushRef="#br0" timeOffset="40026.33">19166 6156 5370 0,'0'0'988'16,"0"0"181"-16,0 0-561 0,-31-39-551 16,21 30-57-16,0 3 0 0,3 4 0 15,-5 2 0-15,0 8 0 16,-5 8 0-16,5 6 0 0,-3 6 0 16,1 1 0-16,3 0 0 0,5-1 0 15,2-4 0-15,4-8 0 0,4-3 0 16,5-4 0-16,3-6 0 15,4-2 0-15,3-2 0 0,0-8 0 16,-1-3 0-16,-5-1 0 0,1-1 0 16,-4 1 0-16,-3 1 0 0,-1 3 0 15,-4 2 0-15,0 4 0 0,-2 2 0 16,0 1 0-16,0 0 0 0,0 6 0 16,4 10 0-16,-4 9 0 0,2 5 0 15,-2 4 0-15,0 1 0 0,0 1 0 16,-2 3 0-16,-4 5 0 0,-2 2 0 15,-5 1 0-15,-5 1 0 16,-5 0 0-16,-4-1 0 0,-2-1 0 16,-4-4 0-16,2-5 0 0,0-5 0 15,0-12 0-15,4-8 0 16,6-11 0-16,9-8 0 0,4-12 0 16,6-10 0-16,2-11 0 0,6-5 0 15,4 0 0-15,1 5 0 16,-1 6 0-16,2 4 0 0,1 4-97 15,-5 6-1115-15,0 0-745 0</inkml:trace>
  <inkml:trace contextRef="#ctx0" brushRef="#br0" timeOffset="40613.46">19460 6257 7231 0,'0'0'764'0,"0"0"-567"0,0 0-197 16,0 0 0-16,0 0 0 0,0 0 0 16,0 0 0-16,0 0 0 0,0 0-1265 15,49 1-1000-15,-34-10-2397 0</inkml:trace>
  <inkml:trace contextRef="#ctx0" brushRef="#br0" timeOffset="41536.92">19764 6102 5814 0,'0'0'753'0,"0"0"-245"16,0 0 312-16,0 0-696 0,0 33-68 15,-2-3 61-15,0 5-117 16,-3 1 0-16,5-2 0 0,-4-4 0 16,2-2 0-16,-2-3 0 0,0-5 0 15,-2-5 0-15,6-6 0 0,-2-5 0 16,2-3 0-16,0-1 0 15,0-3 0-15,2-10 0 0,8-10 0 16,5-8 0-16,1-2 0 0,3 4 0 16,-5 3 0-16,1 2 0 0,-1 3 0 15,-8 7 0-15,3 6 0 0,-7 5 0 16,2 3 0-16,-4 7 0 0,0 8 0 16,0 4 0-16,0 4 0 0,-4-4 0 15,4 0 0-15,0-6 0 0,0-3 0 16,0-4 0-16,6-2 0 0,0 0 0 15,4-3 0-15,5-1 0 16,6-8 0-16,-5-5 0 0,5-1 0 16,-1-1 0-16,3 1 0 0,-8 3 0 15,1 4 0-15,-5 4 0 16,-7 3 0-16,2 0 0 0,-2 9 0 16,-4 3 0-16,4 10 0 0,-4 2 0 15,0 1 0-15,0-5 0 0,0-4 0 16,2-3 0-16,9-4 0 15,-1-2 0-15,4-2 0 0,1-1-1293 16,1-4-1337-16</inkml:trace>
  <inkml:trace contextRef="#ctx0" brushRef="#br0" timeOffset="41988.86">20386 6017 3381 0,'0'0'1161'0,"-15"43"-445"0,-1-8 284 16,-3 3-519-16,-1 7-37 0,-1 5 332 15,-4 1-543-15,0 4-233 16,-1 0 0-16,-5 5 0 0,-3 0 0 16,3-1 0-16,0-2 0 0,0-4 0 15,7-9 0-15,3-4 0 16,6-9 0-16,9-8 0 0,4-8 0 16,2-7 0-16,2-7-973 0,0-1-248 15,13-6-231-15</inkml:trace>
  <inkml:trace contextRef="#ctx0" brushRef="#br0" timeOffset="42444.43">20452 6542 5762 0,'0'0'1077'16,"0"0"-293"-16,0 0-215 0,0 0-569 16,0 0 0-16,-35-25 0 0,20 21 0 15,-1 1 0-15,1 3 0 0,3 0 0 16,6 2 0-16,2 1 0 15,0 2 0-15,2 4 0 0,2 4 0 16,2 4 0-16,6 1 0 0,2 0 0 16,3-3 0-16,3 0 0 0,-1 0 0 15,5 1 0-15,1-1 0 0,2-1 0 16,2 0 0-16,-5-2 0 0,-5 0 0 16,-3-1 0-16,-6-2 0 0,-6-3 0 15,0 2 0-15,-8 1 0 0,-6 1 0 16,-7 2 0-16,-2-1 0 15,0-7 0-15,1 0 0 0,-1-4 0 16,4 0 0-16,-1 0 0 0,3-4 0 16,7 0 0-16,-1 0-605 0,7-5-1244 0</inkml:trace>
  <inkml:trace contextRef="#ctx0" brushRef="#br0" timeOffset="57143.02">28504 6019 2645 0,'0'0'1584'0,"0"0"-915"16,0 0-29-16,0 0 316 0,0 0-411 15,0 0-121-15,0 0 104 16,0 0-327-16,-3-3-201 0,10 19 0 0,1 9 0 16,4 4 0-16,5 3 0 15,6 3 0-15,3 3 0 0,3 5 0 16,2 3 0-16,-2 2 0 0,-6 2 0 16,-6-3 0-16,-5-3 0 0,-4-6 0 15,1-5 0-15,-5-6 0 0,2-8 0 16,-2-5 0-16,0-7 0 0,-2-5-653 15,0-2-580-15,-2-5-343 0</inkml:trace>
  <inkml:trace contextRef="#ctx0" brushRef="#br0" timeOffset="57467.13">28429 6635 5406 0,'0'0'1273'0,"0"0"-305"0,0 0-423 16,0 0-545-16,46-56 0 15,-15 22 0-15,4-5 0 0,4-1 0 16,0-3 0-16,5-2 0 0,-1 1 0 16,-4 1 0-16,-1 4 0 0,-7 7 0 15,-9 7 0-15,-5 4 0 16,-9 8-261-16,-4 3-4133 0</inkml:trace>
  <inkml:trace contextRef="#ctx0" brushRef="#br0" timeOffset="58021.36">29084 6564 3729 0,'0'0'2433'0,"0"0"-2020"0,0 0 235 0,0 0 132 16,0 0-591-16,-43-5-189 0,29 9 0 15,-1 0 0-15,5 6 0 0,-1 2 0 16,3 8 0-16,4 0 0 0,0 4 0 15,2-1 0-15,2-2 0 16,6-4 0-16,4-4 0 0,3-4 0 16,5-5 0-16,1-4 0 0,6-4 0 15,-3-7 0-15,1-1 0 16,0-3 0-16,-4-2 0 0,-1 1 0 16,-1-1 0-16,-9 0 0 0,-2 1 0 15,-4 1 0-15,-4-1 0 0,-4 2 0 16,-6-2 0-16,-5 1 0 0,7 5 0 15,-3 1-1806-15</inkml:trace>
  <inkml:trace contextRef="#ctx0" brushRef="#br0" timeOffset="58624.58">29618 6286 5094 0,'0'0'896'0,"0"0"-183"0,0 0 55 0,0 0-476 0,47-7-36 0,-22 7-83 16,2 0-173-16,2 0 0 0,2-2 0 15,2 1 0-15,-2-2 0 0,0 0 0 16,-6 1 0-16,-5 1 0 0,-3-1 0 16,-7 0-689-16,-3 0-632 0,-5-2-3173 0</inkml:trace>
  <inkml:trace contextRef="#ctx0" brushRef="#br0" timeOffset="58826.41">29597 6434 5534 0,'0'0'740'16,"0"0"-183"-16,0 0 663 0,0 0-1079 15,41 30-141-15,-10-23 0 0,9-3 0 16,1-3 0-16,4-1 0 0,3-2 0 16,0-2 0-16,-13 1-949 15,2-5-1892-15</inkml:trace>
  <inkml:trace contextRef="#ctx0" brushRef="#br0" timeOffset="59580.03">30664 6183 4053 0,'0'0'381'0,"0"0"143"0,4-48 712 15,-6 34-591-15,-2 1-145 0,-1 3 228 16,-1 2-603-16,-2 6-125 0,-4 2 0 15,-5 8 0-15,-6 10 0 16,-6 10 0-16,0 8 0 0,0 7 0 16,3 6 0-16,5 5 0 0,6 0 0 15,7 0 0-15,8-1 0 16,8-8 0-16,13-6 0 0,10-12 0 16,8-7 0-16,5-11 0 0,-1-9 0 15,1-5 0-15,-5-13 0 0,-4-9 0 16,-4-6 0-16,-6-3 0 0,-7-4 0 15,-7-2 0-15,-9 2 0 16,-6-1 0-16,-9 1 0 0,-7 4 0 16,-7 1 0-16,0 7 0 0,0 5 0 15,6 6 0-15,5 7 0 0,1 5-657 16,7 5-1276-16,0 0-1208 0</inkml:trace>
  <inkml:trace contextRef="#ctx0" brushRef="#br0" timeOffset="60318.18">28398 7262 4710 0,'0'0'1112'0,"0"0"-315"0,0 0 439 15,0 0-899-15,0 0-337 16,0 0 0-16,0 0 0 0,0 0 0 15,2 32 0-15,4 0 0 0,3 6 0 16,3 4 0-16,-2 2 0 0,3 3 0 16,-1 6 0-16,-1 2 0 15,1-3 0-15,0-2 0 0,-1-11 0 16,3-7 0-16,1-8 0 0,-1-8 0 16,5-5 0-16,-1-11 0 0,3-8 0 15,2-11 0-15,-1-16 0 0,5-8 0 16,-4-10 0-16,-2-6 0 0,-3-6 0 15,1 0 0-15,-7 7 0 0,-1 8 0 16,-3 11 0-16,-4 15 0 16,-2 9 0-16,-2 7 0 0,0 7-833 15,-6 0-1960-15</inkml:trace>
  <inkml:trace contextRef="#ctx0" brushRef="#br0" timeOffset="61174.81">28991 7754 1084 0,'0'0'412'0,"0"0"1253"0,0 0 480 15,0 0-1233-15,0 0 321 0,0 0-569 16,0 0-587-16,0 0-77 15,0 0 0-15,0 0 0 0,-41-28 0 0,22 41 0 16,-1 5 0-16,3 4 0 16,3 3 0-16,5 4 0 0,3 0 0 15,6 1 0-15,9-2 0 0,5-3 0 16,5-4 0-16,7-5 0 0,1-9 0 16,0-3 0-16,-4-7 0 0,-2-6 0 15,-7-7 0-15,-1-2 0 16,-7-4 0-16,-2-3 0 0,-4 0 0 15,-2 0 0-15,-4 0 0 0,-3 2 0 16,1-1 0-16,0 6 0 0,2 1-1341 16</inkml:trace>
  <inkml:trace contextRef="#ctx0" brushRef="#br0" timeOffset="61871.15">29343 7588 2108 0,'0'0'3358'16,"0"0"-2678"-16,0 0-191 0,0 0 355 16,58-7-452-16,-23 3-120 0,0-4-223 15,0 1-49-15,4-1 0 0,-1 2 0 16,-3 0 0-16,-6 4 0 0,-11 2 0 16,-1 0 0-16,-7 0-189 0,-4 2-1596 15,-2-1-376-15</inkml:trace>
  <inkml:trace contextRef="#ctx0" brushRef="#br0" timeOffset="62111.46">29392 7706 5518 0,'0'0'1505'16,"0"0"-709"-16,0 0-423 0,0 0-373 15,46 1 0-15,-9-2 0 0,9-3 0 16,1-2 0-16,-3 3 0 0,-3-1 0 16,-2 3 0-16,-8 1 0 0,-6-4 0 15,-6 2-621-15,-9-5-2512 0</inkml:trace>
  <inkml:trace contextRef="#ctx0" brushRef="#br0" timeOffset="62755.25">30600 7164 2000 0,'0'0'4114'0,"0"0"-3073"0,0 0-337 0,0 0-371 16,0 0-333-16,0 0 0 0,-2 39 0 16,6-6 0-16,4 5 0 15,0 3 0-15,-2-2 0 0,1 2 0 16,-3 3 0-16,-4 1 0 0,-2-2 0 16,-5-2 0-16,1-4 0 0,-2-6 0 15,0-7 0-15,4-10-1926 0,-1-10-1091 16</inkml:trace>
  <inkml:trace contextRef="#ctx0" brushRef="#br0" timeOffset="63266.92">31118 7240 2989 0,'0'0'2597'0,"0"0"-1761"0,0 0-47 0,0 0-333 0,-35 52-144 15,17-15-99-15,-5 5-213 0,-2 5 0 16,0 5 0-16,-6 5 0 0,0 7 0 16,-6 5 0-16,-2-1 0 0,2 1 0 15,1-7 0-15,1-5 0 16,8-5 0-16,3-8 0 0,3-6 0 16,4-7 0-16,1-8 0 0,6-6 0 15,1-7 0-15,3-6-473 0,2-3-876 16,0-5-379-16</inkml:trace>
  <inkml:trace contextRef="#ctx0" brushRef="#br0" timeOffset="63824.21">31021 7827 5654 0,'0'0'1065'0,"-22"48"139"0,9-18-935 16,7-3-269-16,2 1 0 0,-2 0 0 15,6-3 0-15,-2-3 0 0,2-4 0 16,0-5 0-16,0-7 0 0,2-1 0 15,-2-4 0-15,4-1 0 16,0-7 0-16,4-10 0 0,5-12 0 16,1-7 0-16,5-4 0 0,-3-1 0 15,1 7 0-15,-3 3 0 0,1 9 0 16,-5 7 0-16,-4 8 0 0,-2 5 0 16,0 3 0-16,3 9 0 15,-1 10 0-15,-2 6 0 0,-2 2 0 16,-2 1 0-16,2-4 0 0,-2-4 0 15,4-1 0-15,2-5 0 0,3-5 0 16,1-6 0-16,5-4 0 0,1-6 0 16,3-6 0-16,1-6 0 0,1-1 0 15,0-3 0-15,-3 1 0 16,1 3 0-16,-9 5 0 0,1 4 0 16,-7 6 0-16,-2 3 0 0,4 3 0 15,2 10 0-15,5 10 0 0,1 5 0 16,-2 4 0-16,1 1 0 0,-5-2 0 15,-2-3 0-15,1-1 0 16,-5-4 0-16,0 0 0 0,-2-2 0 16,-4-4 0-16,-1-6-733 0,-1-4-4742 0</inkml:trace>
  <inkml:trace contextRef="#ctx0" brushRef="#br0" timeOffset="71782.2">12016 8139 2537 0,'0'0'2921'15,"0"0"-1540"-15,0 0-769 0,0 0-88 16,0 0-307-16,0 0-217 0,17 34 0 16,-3-3 0-16,3 4 0 0,3 2 0 15,7-4 0-15,0 1 0 16,0 0 0-16,4-1 0 0,-4 0 0 16,-2 0 0-16,-1-1 0 0,-7-2 0 15,0-6 0-15,-7-4 0 16,0-4 0-16,-4-6 0 0,-1-1 0 15,-5-6 0-15,4 0 0 0,-4-2-1405 16,0-1-108-16,-9-1-696 0</inkml:trace>
  <inkml:trace contextRef="#ctx0" brushRef="#br0" timeOffset="72080.31">12012 8689 5506 0,'0'0'1065'16,"0"0"-325"-16,35-47 141 15,-8 10-881-15,4-5 0 0,0-5 0 16,-2 2 0-16,2-2 0 0,-4 2 0 16,-2 1 0-16,2 0 0 0,-7 0 0 15,-3 3 0-15,1-1 0 0,-7 13-1786 16,-3-2-3988-16</inkml:trace>
  <inkml:trace contextRef="#ctx0" brushRef="#br0" timeOffset="72630.38">12783 7799 3681 0,'0'0'2257'0,"0"0"-1428"16,0 0-21-16,0 0-191 0,0 0-617 15,0 0 0-15,0 0 0 0,-25 43 0 16,5-1 0-16,3 9 0 0,5 7 0 15,-3 2 0-15,1 13 0 16,1 5 0-16,3 1 0 0,4 2 0 16,-2-4 0-16,8-4 0 0,0-2 0 15,0-7 0-15,4-9 0 0,10-10 0 16,3-10 0-16,5-8 0 0,7-13 0 16,4-9 0-16,9-7 0 0,5-12 0 15,-3-7 0-15,3-8 0 16,-7-3-1001-16,-12 7-964 0,-7-4-2217 0</inkml:trace>
  <inkml:trace contextRef="#ctx0" brushRef="#br0" timeOffset="73353.05">13103 8031 5418 0,'0'0'792'0,"0"0"301"0,0 0-409 0,0 0-479 15,0 0-205-15,0 0 0 16,0 0 0-16,0 0 0 0,-20 69 0 16,9-16 0-16,1 5 0 0,0 0 0 15,-1 4 0-15,1 1 0 0,0 1 0 16,-1-2 0-16,11-6 0 15,0-6 0-15,5-8 0 0,5-10 0 16,0-8 0-16,11-6 0 0,2-9 0 16,1-6 0-16,10-3 0 0,-6-9 0 15,-1-5 0-15,-6-4 0 0,-4-2 0 16,-11-2 0-16,-2 4-1077 0,-4-1-2453 0</inkml:trace>
  <inkml:trace contextRef="#ctx0" brushRef="#br0" timeOffset="73537.17">12810 8445 6567 0,'0'0'480'16,"0"0"184"-16,0 0-183 0,0 0-481 16,52 27 0-16,-9-27 0 0,9-9 0 15,1-6 0-15,-5-2 0 0,4-3 0 16,-5-3 0-16,-5-1 0 15,-11 5-213-15,0-4-1964 0</inkml:trace>
  <inkml:trace contextRef="#ctx0" brushRef="#br0" timeOffset="73817.09">13387 7696 6210 0,'0'0'657'0,"0"0"123"16,0 0-235-16,0 0-545 0,0 0 0 15,0 0 0-15,43 37 0 16,-16-5 0-16,2 8 0 0,-2 5 0 16,0 8 0-16,0 8 0 0,-7 9 0 15,1 6 0-15,-11 7 0 0,-4 0 0 16,-6-1 0-16,-6-3 0 15,-8-4 0-15,-3-7 0 0,3-6 0 16,-3-8 0-16,5-12 0 0,1-16 0 16,3-13-13-16,2-13-2484 0</inkml:trace>
  <inkml:trace contextRef="#ctx0" brushRef="#br0" timeOffset="74397.5">14087 8200 3689 0,'0'0'2717'0,"0"0"-1124"16,0 0-1400-16,0 0-193 0,0 0 0 15,0 0 0-15,0 0 0 0,62 8 0 16,-20-8 0-16,5-3 0 0,1-2 0 16,-7 4 0-16,1-1 0 0,-9 1 0 15,-6 1 0-15,-7-1 0 16,-5 1 0-16,-9 0 0 0,0 0-1001 15,-6 0-1800-15</inkml:trace>
  <inkml:trace contextRef="#ctx0" brushRef="#br0" timeOffset="74581.37">14143 8364 6715 0,'0'0'884'16,"0"0"-312"-16,0 0-551 15,48 28-21-15,-25-19 0 0,8-1 0 16,0-3 0-16,0-1 0 0,10-1 0 16,-2 0 0-16,3-3 0 0,-11 2 0 15,-5-3-2430-15</inkml:trace>
  <inkml:trace contextRef="#ctx0" brushRef="#br0" timeOffset="75396.33">15547 7910 4057 0,'0'0'829'15,"0"0"-173"-15,20-42 445 0,-13 35-573 16,-7 3 64-16,0 2-163 0,0 0-429 15,0 2 0-15,0 0 0 16,-2 7 0-16,-7 13 0 0,-1 18 0 16,-2 13 0-16,-7 11 0 0,-4 6 0 15,-2 3 0-15,-3 6 0 0,-3 4 0 16,-5-3 0-16,-1-1 0 0,10-4 0 16,0-6 0-16,3-7 0 0,7-8 0 15,3-11 0-15,3-13 0 16,11-11 0-16,0-16 0 0,9-8-865 15,-3-6-1904-15,8-11-1293 0</inkml:trace>
  <inkml:trace contextRef="#ctx0" brushRef="#br0" timeOffset="75761.55">15574 7847 2401 0,'0'0'2461'16,"0"0"-1673"-16,0 0 76 15,0 0 513-15,0 0-1076 0,0 0-301 16,0 0 0-16,0 0 0 0,0 59 0 15,0-17 0-15,4 5 0 0,8 5 0 16,-1 6 0-16,7 9 0 16,-1 6 0-16,-1 2 0 0,-1 3 0 0,-3 0 0 15,-4-3 0-15,-1 0 0 16,-3-5 0-16,-2-8 0 0,-2-6 0 16,4-11 0-16,-4-12 0 0,0-13 0 15,0-9 0-15,0-10 0 16,0-1-9-16,0-8-1648 0</inkml:trace>
  <inkml:trace contextRef="#ctx0" brushRef="#br0" timeOffset="75963.11">15359 8544 6847 0,'0'0'1345'0,"0"0"-1345"0,51 0 0 16,-15 0 0-16,-3 1 0 0,-2 1 0 16,0 2 0-16,0-1 0 0,-2 0 0 15,-1-3 0-15,-7 0-753 16,-4-8-3253-16</inkml:trace>
  <inkml:trace contextRef="#ctx0" brushRef="#br0" timeOffset="77055.55">16150 8603 1748 0,'0'0'72'0,"0"0"1813"16,0 0-1036-16,0 0-61 0,0 0 585 15,0 0-645-15,0 0-152 0,0 0-403 16,31 10-173-16,-18-6 0 0,14-4 0 16,-2-3 0-16,10-6 0 15,-2-5 0-15,-2-3 0 0,-4-1 0 16,-1-4 0-16,-5 2 0 0,0-2 0 15,-5 1 0-15,-5 0 0 0,-7 1 0 16,-4 1 0-16,-4 0 0 0,-7 2 0 16,-1 3 0-16,-9 2 0 0,-6 6 0 15,-4 5 0-15,-6 4 0 16,-8 9 0-16,3 9 0 0,-1 8 0 16,8 9 0-16,6 6 0 0,4 3 0 15,11 2 0-15,7 2 0 0,7 1 0 16,11-1 0-16,5-1 0 15,9-7 0-15,6-6 0 0,0-9 0 16,6-8 0-16,1-9 0 0,3-7 0 16,-4-4 0-16,-10-3 0 0,-2-8-2110 0</inkml:trace>
  <inkml:trace contextRef="#ctx0" brushRef="#br0" timeOffset="79646.53">16473 7953 5194 0,'0'0'1212'0,"0"0"-579"0,0 0 267 16,0 0-700-16,0 0-147 0,0 0-53 15,0 0 0-15,52 22 0 0,-17-22 0 16,4-4 0-16,2-3 0 0,-1-1 0 16,-7-1 0-16,0 0 0 15,-4 1 0-15,-7 0 0 0,-5 3-985 16,-7-1-2021-16</inkml:trace>
  <inkml:trace contextRef="#ctx0" brushRef="#br0" timeOffset="80173.12">16981 7697 5626 0,'0'0'1261'16,"0"0"-845"-16,-20 43-8 0,9-16 73 16,-1 5-481-16,-2-2 0 15,1 4 0-15,3 2 0 0,-5-1 0 16,9 0 0-16,-2-2 0 0,8-2 0 15,0-5 0-15,0-6 0 0,8-5 0 16,2-7 0-16,3-6 0 0,3-4 0 16,3-9 0-16,-2-4 0 0,3-6 0 15,-3-1 0-15,-1-1 0 16,-1 2 0-16,-5 2 0 0,-4 3 0 16,-2 6 0-16,-2 4 0 0,-2 4 0 15,0 2 0-15,0 2 0 0,0 8 0 16,-2 6 0-16,2 5 0 0,0 2 0 15,0 0 0-15,7-7 0 16,3 0 0-16,6-7 0 0,5-2 0 16,4-5 0-16,-2-2 0 0,2-3 0 15,-5-8 0-15,-3-3 0 0,-3-4 0 16,-1-4 0-16,-3-5 0 0,0-2 0 16,-4-3 0-16,3 0 0 15,-7 0 0-15,-2 4 0 0,-6 4 0 16,1 7 0-16,3 5 0 0,-2 9 0 15,4 1 0-15,0 2-1021 0,0 0-552 16,0 4-3885-16</inkml:trace>
  <inkml:trace contextRef="#ctx0" brushRef="#br0" timeOffset="80652.33">17370 8123 5490 0,'0'0'952'16,"0"0"-419"-16,0 0 283 0,0 0-460 16,0 0-311-16,0 0-45 0,-14-34 0 15,7 32 0-15,1 2 0 0,-4 7 0 16,-5 12 0-16,-1 7 0 15,5 6 0-15,1 1 0 0,10-4 0 16,4-2 0-16,7-4 0 0,5-5 0 16,5-4 0-16,6-7 0 0,0-7 0 15,-1-1 0-15,-1-9 0 0,2-4 0 16,-10-2 0-16,-7-4 0 0,-6-1 0 16,-4 1 0-16,-4-1 0 15,-6 1 0-15,-7 1 0 0,5 2 0 16,-7-2 0-16,3-2 0 0,3 4 0 15,-1-1-2490-15</inkml:trace>
  <inkml:trace contextRef="#ctx0" brushRef="#br0" timeOffset="82320.09">17721 7368 2100 0,'0'0'1673'16,"0"0"-876"-16,0 0-201 0,0 0 352 16,0 0-512-16,0 0-87 0,0 0 107 15,0 0-272-15,0 0-72 16,0 0-16-16,-10 21-88 0,6 14 24 15,4 5 60-15,0 3-88 0,4-4 24 16,2 1 44-16,5-2-60 0,3-4-4 16,3-4-8-16,-1-6 12 15,9-5-12-15,-2-8 0 0,-3-2 8 16,5-7-8-16,-2-2 20 0,-2-8 0 16,-1-5-12-16,-1-5 113 0,-1-1-121 15,-3-5 0-15,-1 2 0 0,-3-3 0 16,-3 0 0-16,0 1 0 15,-6 2 0-15,2 0 0 0,-4 1 0 16,-4 2 0-16,-2 3 0 0,-4-1 0 16,-1 2 0-16,-3 3 0 0,-3 2 0 15,-1 4 0-15,-1 4 0 0,3 2 0 16,-5 4 0-16,0 6 0 0,1 3 0 16,-1 6 0-16,-2 5 0 0,-1 2 0 15,3 1 0-15,4 4 0 16,5 1 0-16,4 0 0 0,1 1 0 15,12-1 0-15,3 0 0 0,6-1 0 16,7-4 0-16,2-1 0 0,-1-2 0 16,1 0 0-16,0-3 0 0,-4 2 0 15,-3-2 0-15,-6-1 0 16,-3-1 0-16,-3 2 0 0,-4 1 0 16,-4 0 0-16,-7 2 0 0,1-1 0 15,0-1 0-15,-7-2 0 0,5-2 0 16,-3-1 0-16,-1-6 0 0,-3-1 0 15,3-3 0-15,-5-5 0 16,4-2 0-16,1-2 0 0,-1-4 0 16,-1-2 0-16,5 0 0 0,-1 0 0 15,3 2-449-15,5 1-968 0,2 0-4093 0</inkml:trace>
  <inkml:trace contextRef="#ctx0" brushRef="#br0" timeOffset="82859.39">18364 7408 5146 0,'0'0'1661'0,"0"0"-937"0,0 0-188 16,0 0-411-16,-22 38-125 0,7 0 0 15,-1 8 0-15,-5 4 0 16,4-1 0-16,5 0 0 0,0 4 0 16,-1-1 0-16,3 0 0 0,6-1 0 15,4-1 0-15,0-5 0 0,8-5 0 16,0-2 0-16,7-7 0 0,1-7 0 15,5-6 0-15,4-7 0 16,2-7 0-16,-1-4 0 0,-1-5 0 16,2-7 0-16,-4-3 0 0,-2-2 0 15,-7-2 0-15,0 0 0 0,-7 2 0 16,-5 0 0-16,-4-1-1089 0,-2 6-1380 16,-3 0-449-16</inkml:trace>
  <inkml:trace contextRef="#ctx0" brushRef="#br0" timeOffset="83015.56">18143 7852 5994 0,'0'0'729'15,"0"0"-21"-15,46 3 28 16,-13-3-711-16,6 1-25 0,0 0 0 16,3 1 0-16,-7 0 0 0,-2 1 0 15,-2-1 0-15,-4-2 0 0,-5 0-1998 16,1-2-2216-16</inkml:trace>
  <inkml:trace contextRef="#ctx0" brushRef="#br0" timeOffset="84408.71">19154 8499 2477 0,'0'0'1208'0,"0"0"-403"0,0 0 123 15,0 0-312-15,0 0-124 0,0 0 209 16,27-34-253-16,-25 29-76 0,2 1-227 16,-2-1-145-16,-2 2 0 15,0 0 0-15,0 1 0 0,0 1 0 0,-2-2 0 16,-2 1 0-16,-2 0 0 15,-5 1 0-15,-5 1 0 0,-11 1 0 16,-8 5 0-16,-2 4 0 0,-1 3 0 16,7 0 0-16,0 0 0 0,9 0 0 15,3-1 0-15,7 1 0 16,5-1 0-16,7 1 0 0,2-1 0 16,9 1 0-16,12 0 0 0,-3 0 0 15,3 0 0-15,0-1 0 0,2 1 0 16,-3 1 0-16,1 0 0 15,-2 0 0-15,-3 0 0 0,-5 1 0 16,1-3 0-16,-8 2 0 0,3 0 0 16,-7-2 0-16,-2 0 0 0,-2 0 0 15,-7-1 0-15,3 2 0 0,-8-1 0 16,-3 1 0-16,-4-1 0 0,1 0 0 16,-7-2 0-16,4-1 0 15,0-2 0-15,1-4 0 0,7-2 0 16,5-1 0-16,4-7 0 0,4-6 0 15,8-5-773-15,0 2-336 0,11-3-423 16</inkml:trace>
  <inkml:trace contextRef="#ctx0" brushRef="#br0" timeOffset="84628.4">19326 8540 3933 0,'0'0'925'0,"0"0"-373"0,0 0 244 16,0 0-476-16,0 0-27 0,0 0 435 15,-17 51-260-15,15-25-291 0,-2 3-177 16,0-1 0-16,-3 1 0 0,1-1 0 16,0-1 0-16,2-3 0 0,0-3 0 15,4-3 0-15,-2-7 0 16,2-4 0-16,0-4-25 0,-2-5-1888 0</inkml:trace>
  <inkml:trace contextRef="#ctx0" brushRef="#br0" timeOffset="84782.22">19425 8083 7107 0,'0'0'308'16,"0"0"-308"-16,0 0-12 0,0 0-861 0,0 40-351 15,0-20-709-15</inkml:trace>
  <inkml:trace contextRef="#ctx0" brushRef="#br0" timeOffset="85004.27">19435 8706 5902 0,'0'0'981'0,"-10"34"-25"0,10-24-603 15,0-6-353-15,0-4 0 0,0 0 0 16,8-5 0-16,4-9 0 15,5-10 0-15,2-5 0 0,-3 1 0 16,-1 5 0-16,-5 9 0 0,-4 5 0 16,-2 5 0-16,-2 4 0 15,-2 2 0-15,4 9 0 0,-2 12 0 16,-2 7 0-16,0 3 0 0,0-1 0 16,3-9 0-16,5-2 0 0,2-4 0 15,11-7 0-15,0-4-329 0,5-7-2392 16</inkml:trace>
  <inkml:trace contextRef="#ctx0" brushRef="#br0" timeOffset="85472.06">20345 7885 4558 0,'0'0'884'0,"0"0"345"0,0 0-505 0,0 0-236 0,-44 5-179 16,21 18-309-16,-1 9 0 0,-3 12 0 16,6 7 0-16,-4 7 0 0,7 12 0 15,-3 7 0-15,-2 9 0 16,1 6 0-16,-1 6 0 0,2 3 0 15,3 2 0-15,5-6 0 0,7-8 0 16,6-10 0-16,2-12 0 0,12-13 0 16,3-11 0-16,6-7 0 0,2-13 0 15,1-10 0-15,3-10 0 16,-6-8 0-16,4-18 0 0,-13 4-1197 16,-1-10-1292-16</inkml:trace>
  <inkml:trace contextRef="#ctx0" brushRef="#br0" timeOffset="85941.25">20522 8405 5890 0,'0'0'436'0,"0"0"385"15,0 0 224-15,0 0-1045 0,0 0 0 16,0 0 0-16,-20 62 0 0,3-20 0 16,1 5 0-16,1-6 0 0,9 2 0 15,2-2 0-15,4-2 0 16,0-3 0-16,4-9 0 0,2-2 0 16,4-8 0-16,1-8 0 0,5-5 0 15,3-5 0-15,0-12 0 0,1-5 0 16,1-6 0-16,0-1 0 15,-1-1 0-15,-3 2 0 0,-7 7 0 16,-4 5 0-16,-2 6 0 0,-4 4 0 16,5 2 0-16,-5 11 0 0,2 11 0 15,0 6 0-15,0 3 0 0,8-3 0 16,7-6 0-16,3-6 0 0,5-3 0 16,2-5 0-16,-2-4 0 15,2-4 0-15,-7-7 0 0,-3-4 0 16,-1-5 0-16,-1-4 0 0,-5-6 0 15,1-4 0-15,-3-4 0 0,-4-3 0 16,-4-2 0-16,4 1 0 0,-8 5 0 16,4 8 0-16,-4 9 0 0,2 8 0 15,-2 5-729-15,4-6-2108 0</inkml:trace>
  <inkml:trace contextRef="#ctx0" brushRef="#br0" timeOffset="86485.58">21132 8867 840 0,'0'0'652'0,"0"0"237"0,0 0-109 0,0 0-316 0,0 0 68 0,0 0 373 15,0 0-329-15,0 0-16 0,0 0 369 16,31-11-245-16,-31 2-303 0,0-3-381 16,-6 2 0-16,-8 2 0 0,-1 4 0 15,-1 4 0-15,-3 6 0 0,-2 7 0 16,3 6 0-16,1 3 0 15,1 3 0-15,5 1 0 0,3 0 0 16,8-1 0-16,2 0 0 0,10-3 0 16,5-2 0-16,4-7 0 0,3-7 0 15,3-6 0-15,4-4 0 16,-4-9 0-16,2-8-269 0,-10 5-1468 16,-3-4-1160-16</inkml:trace>
  <inkml:trace contextRef="#ctx0" brushRef="#br0" timeOffset="86687.69">21277 8490 7087 0,'0'0'1105'16,"0"0"-1105"-16,0 0 0 0,-8 41 0 16,1 0 0-16,-5 13 0 15,0 4 0-15,-1 1 0 0,5 2 0 16,2-1 0-16,4-2 0 0,2-5 0 15,10-8 0-15,2-7 0 0,3-7 0 16,6-13 0-16,-5-9 0 0,-1-9-1169 16</inkml:trace>
  <inkml:trace contextRef="#ctx0" brushRef="#br0" timeOffset="87528.34">21783 8270 2373 0,'0'0'1456'0,"19"-36"-251"16,-17 26-293-16,4 6-155 0,-6 1 423 16,0 1-871-16,0 2-309 15,0 0 0-15,0 6 0 0,-6 12 0 16,2 15 0-16,-2 9 0 0,4 4 0 15,0 4 0-15,-5-3 0 0,7 6 0 16,-10 4 0-16,2 4 0 0,-7 5 0 16,-1-2 0-16,1-1 0 0,-1-9 0 15,7-9 0-15,3-7 0 16,6-7 0-16,13-7 0 0,9-4 0 16,7-7 0-16,9-5 0 0,3-8 0 15,0-3 0-15,5-6 0 16,-5-6 0-16,-4-4 0 0,-8-3 0 15,-10 2-1461-15,-9-1-1005 0</inkml:trace>
  <inkml:trace contextRef="#ctx0" brushRef="#br0" timeOffset="87705.33">21508 8672 6631 0,'0'0'220'16,"0"0"1121"-16,0 0-1341 0,0 0 0 15,40-11 0-15,-5 5 0 0,10 0 0 16,-1 1 0-16,-3 3 0 0,-2 2 0 16,-1 0 0-16,1 0 0 0,-2 0 0 15,2 0 0-15,1 0 0 16,-9-1-301-16,0-4-4701 0</inkml:trace>
  <inkml:trace contextRef="#ctx0" brushRef="#br0" timeOffset="88331.01">22308 7981 2281 0,'0'0'484'0,"0"0"-16"0,0 0-228 0,0 0 84 15,0 0 249-15,0 0-253 0,0 0-56 16,0 0 316-16,0 0-148 0,0 0 16 15,27-31 261-15,-23 28-249 0,-2 0-100 16,1 1-111-16,-1-1-249 0,8 3 0 16,6 10 0-16,11 13 0 0,4 16 0 15,4 15 0-15,1 12 0 16,-10 7 0-16,-3 6 0 0,-4 6 0 16,-13 3 0-16,-6-2 0 0,-6 3 0 15,-7-2 0-15,-5-5 0 0,-5-3 0 16,-4-5 0-16,-6-8 0 15,-8 1 0-15,-9-7 0 0,-6-7 0 16,7-5 0-16,-1-11 0 0,7-13 0 16,1-9 0-16,3-15 0 0,8-3-1297 15,0-10-5234-15</inkml:trace>
  <inkml:trace contextRef="#ctx0" brushRef="#br0" timeOffset="92634.71">12016 10220 2108 0,'0'0'3590'0,"0"0"-2645"0,0 0-293 15,0 0 245-15,0 0-897 0,0 0 0 16,0 0 0-16,0 0 0 16,0 0 0-16,-14 38 0 0,32-4 0 15,-1 8 0-15,6 2 0 0,-5 2 0 16,-1 4 0-16,-5 2 0 0,3 3 0 16,-9-1 0-16,2-2 0 15,-6-4 0-15,2-7 0 0,2-6 0 16,3-7 0-16,-3-12 0 0,0-7 0 15,4-8 0-15,1-8 0 0,5-13 0 16,-5-12 0-16,5-11 0 0,-1-8 0 16,-1-6 0-16,-1-6 0 0,-5-1 0 15,0 2 0-15,7 9 0 0,-9 13 0 16,4 9 0-16,-6 11 0 0,2 5 0 16,-6 5 0-16,5 3 0 15,-1 2-2330-15,-2-2-1844 0</inkml:trace>
  <inkml:trace contextRef="#ctx0" brushRef="#br0" timeOffset="93147.49">12777 9825 3053 0,'0'0'2553'0,"0"0"-1769"0,0 0 357 0,0 0-480 15,0 0-661-15,0 0 0 16,0 0 0-16,-35 55 0 0,14-4 0 15,5 9 0-15,-5 3 0 0,6 2 0 16,7 8 0-16,-2 6 0 0,2 5 0 16,5 7 0-16,-1 0 0 0,0-4 0 15,4-4 0-15,0-8 0 0,0-10 0 16,8-7 0-16,3-12 0 0,5-11 0 16,7-9 0-16,6-12 0 15,4-10 0-15,2-9 0 0,4-13 0 16,-1-13-1113-16,-9 6-428 0,-7-8-880 0</inkml:trace>
  <inkml:trace contextRef="#ctx0" brushRef="#br0" timeOffset="93423.78">13056 10042 6859 0,'0'0'1292'15,"0"0"-1251"-15,0 0-41 0,0 0 0 16,0 0 0-16,-17 39 0 0,3 0 0 16,-1 12 0-16,3 9 0 0,-2 1 0 15,7 7 0-15,3 4 0 0,-2-2 0 16,6-1 0-16,-4-10 0 0,4-10 0 16,0-9 0-16,4-10 0 15,2-10 0-15,5-6 0 0,5-7 0 16,5-4 0-16,4-3 0 0,1-8 0 15,5-1 0-15,-4-3 0 16,-2-1 0-16,-2-1-849 0,-9 3-896 16,-3-2-500-16</inkml:trace>
  <inkml:trace contextRef="#ctx0" brushRef="#br0" timeOffset="93611.09">12835 10528 5706 0,'0'0'592'0,"0"0"-323"0,43-6 979 16,-6-4-871-16,-1-6-377 0,-3-1 0 15,4-2 0-15,-6-2 0 0,4 1 0 16,-8-2 0-16,0-2 0 0,-7 4-1441 16,-3-3-1617-16</inkml:trace>
  <inkml:trace contextRef="#ctx0" brushRef="#br0" timeOffset="93846.82">13263 9751 5854 0,'0'0'660'0,"0"0"-235"0,0 0 39 0,0 0-76 15,45 46-52-15,-18-8-271 16,4 9-65-16,-4 9 0 0,0 3 0 15,10 7 0-15,-6 8 0 0,0 4 0 16,-10 6 0-16,-15 3 0 0,-12 1 0 16,-9-2 0-16,-14-6 0 0,-6-8 0 15,-2-8 0-15,0-11 0 0,-1-14-321 16,10-15-959-16,1-13-837 0</inkml:trace>
  <inkml:trace contextRef="#ctx0" brushRef="#br0" timeOffset="94447.8">13897 10330 2461 0,'0'0'3437'0,"0"0"-2568"15,0 0-93-15,0 0-252 0,0 0-399 16,54 24-125-16,-15-23 0 0,5-1 0 15,-1-5 0-15,-2 1 0 0,-3-2 0 16,-7 1 0-16,-4 0 0 16,-13 3 0-16,0-1-45 0,-11 2-1383 15,1-1-605-15</inkml:trace>
  <inkml:trace contextRef="#ctx0" brushRef="#br0" timeOffset="94635.66">13932 10557 6879 0,'0'0'948'0,"0"0"-583"0,48 7-365 16,-11-7 0-16,7 0 0 0,1-3 0 16,-2 2 0-16,5 0 0 15,4 1 0-15,-1-2 0 0,-13-2-457 16,-5-6-6778-16</inkml:trace>
  <inkml:trace contextRef="#ctx0" brushRef="#br0" timeOffset="97314.56">14978 10475 3125 0,'0'0'2321'0,"0"0"-1369"16,33 27-275-16,-6-19 55 0,4-4-347 15,0-3-385-15,0-1 0 0,2-2 0 16,3-3 0-16,-3-3 0 0,-9 1-2142 16,-7-3-1139-16</inkml:trace>
  <inkml:trace contextRef="#ctx0" brushRef="#br0" timeOffset="97906.64">15826 10208 2144 0,'0'0'3250'0,"0"0"-2426"0,0 0 173 16,0 0-369-16,-31-7-316 0,14 32-275 16,-3 12-37-16,-1 10 0 15,4 4 0-15,1-1 0 0,6-1 0 16,5-2 0-16,-1-1 0 0,2-3 0 15,4-7 0-15,0-3 0 16,4-10 0-16,2-5 0 0,3-9 0 16,1-6 0-16,2-6 0 0,5-7 0 15,4-8 0-15,6-4 0 0,-3-3 0 16,-3-1 0-16,2 1 0 0,-3 4 0 16,-5 7 0-16,-1 7-169 15,-5 7-211-15,-7 11 80 0,0 7 72 16,-2 3 192-16,0 3 36 0,0-2 12 15,4 0 4-15,2-2-16 0,4-5 148 16,1-3-36-16,3-5 56 0,5-7 132 16,2-4-140-16,5-10 37 0,-1-7-197 15,0-5 0-15,-2-7 0 0,-7-3 0 16,-1-1 0-16,-5 2 0 16,-4 2 0-16,-6 3 0 0,0 4 0 15,-2 4 0-15,-6 5 0 0,-2 4 0 16,3 6 0-16,1 3 0 0,2 4-1149 15,0 4-2621-15</inkml:trace>
  <inkml:trace contextRef="#ctx0" brushRef="#br0" timeOffset="99461.38">16405 10774 1608 0,'0'0'4118'15,"0"0"-3386"-15,0 0-179 0,0 0 339 16,0 0-603-16,0-37-289 0,-2 30 0 15,-3 1 0-15,3 0 0 0,-2 1 0 16,-6 3 0-16,4 2 0 0,-9 8 0 16,-5 10 0-16,-1 8 0 0,0 7 0 15,5 3 0-15,-1 3 0 0,7 0 0 16,6 0 0-16,8-6 0 16,6-7 0-16,13-6 0 0,2-10 0 15,2-8 0-15,4-6 0 0,-5-7 0 16,1-6 0-16,-6-3 0 0,-2-2 0 15,-9-2 0-15,-4-1 0 16,-6-2 0-16,0 1 0 0,-6 1 0 16,-2-1 0-16,-3 2 0 0,1-1 0 15,-2 1 0-15,3 7-1746 0,1-6-2592 0</inkml:trace>
  <inkml:trace contextRef="#ctx0" brushRef="#br0" timeOffset="100954.72">16882 9811 1716 0,'0'0'1281'0,"0"0"-721"15,0 0-4-15,0 0 81 0,0 0-269 16,0 0-32-16,0 0 216 0,0 0-292 16,0 0-12-16,0 0 113 0,-6-5-249 15,6 17-56-15,0 14 136 16,0 6-40-16,0 7 0 0,0 5 24 15,4-4-140-15,2 1 20 0,5-2-20 16,-1-4-32-16,7-5-4 0,3-3 0 16,1-6 12-16,10-6-12 0,-4-7 12 15,0-4 0-15,-3-4-12 0,-1-8 20 16,-2-3 4-16,-1-3-24 0,-3-4 56 16,-2 0-52-16,-5-3 36 15,0-1 32-15,-4 2-64 0,-1 0 12 16,-5 1 12-16,0 0-16 0,0 0-16 15,0 3 17-15,-9 0-17 0,1 2 0 16,-4 0 0-16,-5 3 0 0,-4 0 0 16,3 5 0-16,-7 5 0 15,4 2 0-15,-6 8 0 0,-4 3 0 16,5 3 0-16,-5 3 0 0,0 3 0 16,4 3 0-16,0 1 0 15,2 0 0-15,8-1 0 0,3 5 0 16,4-3 0-16,3 2 0 0,7 2 0 15,5 2 0-15,5-1 0 0,2-1 0 16,9-1 0-16,0 1 0 0,6-3 0 16,-1-2 0-16,3-1 0 0,-2-3 0 15,-4-1 0-15,-2 3 0 0,-11-2 0 16,-2 3 0-16,-6-2 0 0,-2 2 0 16,-10-1 0-16,0-2 0 15,-3-2 0-15,-1-2 0 0,-3-5 0 16,-3-3 0-16,3-3 0 0,-2-5 0 15,-3-1 0-15,1-3 0 16,0-3 0-16,1-1 0 0,7-2 0 16,-3-1-33-16,3 1-1527 0,5 1-621 0</inkml:trace>
  <inkml:trace contextRef="#ctx0" brushRef="#br0" timeOffset="102813.72">17742 9847 1968 0,'0'0'3038'0,"0"0"-1854"0,0 0-459 16,0 0 339-16,0 0-851 15,0 0-213-15,0 0 0 0,-37 10 0 16,22 22 0-16,3 8 0 0,0 7 0 16,-1 1 0-16,3 6 0 15,-3 5 0-15,-1 5 0 0,-11 7 0 16,-2 1 0-16,-4 2 0 0,2-7 0 15,-2-5 0-15,2-7 0 0,13-14 0 16,1-9 0-16,3-11 0 0,12-12 0 16,0-9 0-16,14-11 0 0,5-16-1253 15,0 1-452-15,1-11-820 0</inkml:trace>
  <inkml:trace contextRef="#ctx0" brushRef="#br0" timeOffset="103054.75">17732 9854 4902 0,'0'0'984'16,"0"0"-420"-16,-11 41 369 0,5-9-257 15,-2 6-543-15,6 5-133 0,-2 3 0 16,4 5 0-16,0 3 0 0,6 7 0 16,4 2 0-16,1 3 0 15,-3 2 0-15,-6-2 0 0,2-5 0 16,-4-5 0-16,2-12 0 0,-2-7 0 15,0-7 0-15,0-13 0 0,0-6 0 16,-2-7-465-16,2-4-1120 0</inkml:trace>
  <inkml:trace contextRef="#ctx0" brushRef="#br0" timeOffset="103192.27">17496 10580 6595 0,'0'0'972'0,"0"0"-676"15,0 0 33-15,58-20-329 0,-31 17 0 16,4 3 0-16,-6 0 0 16,2 1 0-16,-7-1-437 0,-3-5-1788 15,-7-4-3245-15</inkml:trace>
  <inkml:trace contextRef="#ctx0" brushRef="#br0" timeOffset="107174.9">18141 10581 1208 0,'0'0'552'16,"0"0"1701"-16,0 0-1704 0,0 0-21 15,0 0 416-15,0 0-516 0,0 0-67 16,0 0 203-16,0 0-304 16,-8-14-68-16,8 14 44 0,2 4-220 15,4 4 0-15,6 3 56 0,7 3-59 16,4-3-13-16,2-3 0 0,-3-7 0 16,5-1 0-16,0-6 0 0,-2-4 0 15,0-6 0-15,-5 0 0 16,-3-3 0-16,-3-1 0 0,-5 0 0 15,-1-1 0-15,-2 0 0 0,-6-1 0 16,0 1 0-16,-6 2 0 0,-2 3 0 16,1 1 0-16,-3 5 0 0,-4 5 0 15,-3 5 0-15,-4 5 0 0,-1 10 0 16,-5 13 0-16,0 7 0 0,-2 5 0 16,8 6 0-16,3 0 0 15,3-1 0-15,7-3 0 0,6-3 0 16,2-3 0-16,6-5 0 0,9-5 0 15,1-7 0-15,5-6 0 0,6-6 0 16,4-7 0-16,4-2 0 16,2-10 0-16,-10 3-737 0,-4-8-1896 0</inkml:trace>
  <inkml:trace contextRef="#ctx0" brushRef="#br0" timeOffset="107646.93">18387 10162 1892 0,'0'0'3866'0,"0"0"-3178"0,0 0 17 0,50-32-225 0,-19 27-188 0,-4 4-52 16,4 1-211-16,4 1-29 0,-6 3 0 16,0-1 0-16,-3 0-53 15,1-1-547-15,-2-2-204 0,-6 0-321 16,-3-2-2453-16</inkml:trace>
  <inkml:trace contextRef="#ctx0" brushRef="#br0" timeOffset="108080.46">18898 9854 6919 0,'0'0'684'0,"0"0"-164"0,0 0-451 16,0 0-69-16,0 0 0 0,-36 46 0 16,26-14 0-16,4 3 0 0,0 0 0 15,2-6 0-15,-1 1 0 0,3-4 0 16,-2-3 0-16,4-4 0 0,0-8 0 16,4-2 0-16,3-7 0 15,3-3 0-15,11-10 0 0,-5-3 0 16,5-8 0-16,-1 0 0 0,-3 0 0 15,0 0 0-15,-3 6 0 0,-8 5 0 16,3 5-117-16,-7 6-271 0,-2 11 40 16,-2 7-200-16,-3 5 291 15,-1 2 77-15,2-2 180 0,4-3-4 16,0-6 4-16,10-2 156 0,3-6 5 16,1-5 79-16,5-1 384 15,-3-8-224-15,1-5-139 0,-5-5-261 16,3 0 0-16,-5-3 0 0,5-2 0 15,-5 2 0-15,-2-3 0 0,-4 3 0 16,3-2 0-16,-5 2 0 0,0-1 0 16,-2 4 0-16,0 4 0 0,0 5 0 15,0 7-1241-15,0 1-316 0</inkml:trace>
  <inkml:trace contextRef="#ctx0" brushRef="#br0" timeOffset="108360.26">19261 10097 3261 0,'0'0'2701'0,"0"0"-896"0,0 0-1380 15,0 0-425-15,0 0 0 0,0 0 0 16,-47 4 0-16,26 12 0 0,-2 5 0 16,7 5 0-16,1 2 0 15,9 0 0-15,4-4 0 0,6-3 0 16,7-4 0-16,9-6 0 0,1-3 0 15,0-5 0-15,-5-3 0 0,5-5 0 16,-5-4 0-16,-5-2 0 0,-1-4 0 16,-4-2 0-16,-2 0 0 0,-4-4 0 15,-4 1 0-15,-2-1 0 0,-4-1 0 16,6 1 0-16,-5-1 0 0,5 5-1706 16,0-4-1331-16</inkml:trace>
  <inkml:trace contextRef="#ctx0" brushRef="#br0" timeOffset="109097.08">19456 9549 1096 0,'0'0'2609'0,"0"0"-2021"0,0 0 381 15,0 0-441-15,0 0-192 0,0 0-52 16,0 0-232-16,0 0 89 0,6 58 223 15,-2-24-184-15,2 3 8 0,-2-4 76 16,9 2-160-16,-5-7-36 0,9-2 40 16,1-7-108-16,5-6 36 0,2-4 84 15,4-8-12-15,0-5-59 0,0-5-49 16,-3-5 0-16,-1-2 0 0,-4-3 0 16,-5 1 0-16,-1 1 0 0,-9-1 0 15,2 1 0-15,-8 3 0 16,-8 0 0-16,-2 1 0 0,-7 2 0 15,-3 0 0-15,-7 4 0 0,-4 4 0 16,4 2 0-16,-2 1 0 0,-4 3 0 16,2 7 0-16,4 2 0 15,0 4 0-15,2 3 0 0,3 3 0 16,3 2 0-16,7 5 0 0,5 0 0 16,7 2 0-16,7 2 0 15,9 0 0-15,5 1 0 0,4-5 0 16,3 1 0-16,3-5 0 0,-2-1 0 15,0-3 0-15,-8-2 0 0,-6-4 0 16,-9-1 0-16,-8-2 0 0,-11 0 0 16,-5 0 0-16,-9-3 0 0,-4-1 0 15,-4-3 0-15,-3-3 0 0,5-2 0 16,4-6 0-16,9-5 0 0,7-1-1277 16,7 0-576-16,6-1-1469 0</inkml:trace>
  <inkml:trace contextRef="#ctx0" brushRef="#br0" timeOffset="109759.04">20138 9620 2689 0,'0'0'2449'0,"0"0"-1325"0,0 0-459 0,0 0 223 16,0 0-716-16,-10 40 4 0,1-5-147 15,-3 4-29-15,-3 4 0 16,3-2 0-16,-2-1 0 0,-3 2 0 15,7-2 0-15,-3 2 0 0,3-4 0 16,2-3 0-16,6-4 0 16,0-7 0-16,2-5 0 0,2-4 0 15,0-3 0-15,8-4 0 0,4-3 0 16,-1-3 0-16,5-2 0 0,1-3 0 16,0-6 0-16,1-1 0 15,-3-3 0-15,-3-2 0 0,-1-1-1485 16,-3 3-300-16,-4-1-484 0</inkml:trace>
  <inkml:trace contextRef="#ctx0" brushRef="#br0" timeOffset="109928.76">19911 9908 2649 0,'0'0'4078'15,"0"0"-3570"-15,37 4 184 16,-8-2-427-16,0 0-265 0,-3 3 0 15,1 0 0-15,-2 1 0 0,-2 1 0 16,0-1-21-16,-11-1-1628 0,-2-4-1196 0</inkml:trace>
  <inkml:trace contextRef="#ctx0" brushRef="#br0" timeOffset="110754.04">20500 10601 5126 0,'0'0'932'0,"-17"-48"341"0,7 28-689 0,-3 7-307 0,1 5-277 15,2 3 0-15,-5 3 0 0,-1 2 0 16,1 3 0-16,-6 6 0 0,-1 2 0 15,-3 2 0-15,0 4 0 0,0 1 0 16,1 1 0-16,5-2 0 0,4 0 0 16,7-3 0-16,2-3 0 0,6-4 0 15,6 2 0-15,9-1 0 0,5 0 0 16,7 2 0-16,10-2 0 0,3-1 0 16,-1-1 0-16,0 1 0 15,-2 0 0-15,-6 1 0 0,-8 2-321 16,-8 1-39-16,-7 0 296 0,-8 3 64 15,-6 1 256-15,0-1 52 0,-9 0-127 16,-1 1-181-16,-5-1 0 16,-2 1 0-16,-2-2 0 0,0-1 0 15,3-4 0-15,-1-3 0 0,4-4 0 16,3-1 0-16,1-7 0 16,9-4 0-16,6-4-413 0,0-5-1400 15,6 3-160-15,5-5-1288 0</inkml:trace>
  <inkml:trace contextRef="#ctx0" brushRef="#br0" timeOffset="110894">20675 10542 5974 0,'0'0'701'0,"-22"52"-233"0,11-17 220 16,-3-2-552-16,1 4 12 15,5-4-71-15,2-1-77 0,6-6 0 16,4-5 0-16,2-5-317 0,7-6-475 15,-9-4-1501-15,6-7-232 0</inkml:trace>
  <inkml:trace contextRef="#ctx0" brushRef="#br0" timeOffset="111232.22">20723 10803 6250 0,'0'0'629'0,"0"0"-37"0,0 0 24 16,0 0-511-16,0 0-105 15,52-35 0-15,-26-1 0 0,-1 1 0 16,-4 4 0-16,-5 3 0 0,1 7 0 15,-9 8 0-15,-6 8 0 0,-2 3 0 16,0 3 0-16,0 9 0 16,0 7 0-16,-4 11 0 0,2 2 0 15,2 0 0-15,2-4 0 0,6-8 0 16,9-5 0-16,-3-6-1706 0,5-7-1811 16</inkml:trace>
  <inkml:trace contextRef="#ctx0" brushRef="#br0" timeOffset="111643.15">21492 9974 2905 0,'0'0'1769'16,"0"0"-857"-16,0 0-168 0,0 0 57 15,0 0-557-15,-39 31-140 0,10 13 148 16,-4 8-140-16,-1 10 72 0,3 2-19 16,5 7-165-16,5 9 0 0,0 6 0 15,5 3 0-15,5-1 0 0,5-3 0 16,6-2 0-16,0-6 0 0,6-8 0 16,5-9 0-16,-1-10 0 15,5-12 0-15,3-12 0 0,3-12 0 16,-1-12 0-16,5-7-765 0,0-16 1 15,-2 2-1401-15,-7-7-1093 0</inkml:trace>
  <inkml:trace contextRef="#ctx0" brushRef="#br0" timeOffset="112052.42">21541 10450 3697 0,'0'0'3042'0,"0"0"-2158"15,-39 33-608-15,21-4-4 0,3 5-251 16,-3 3-21-16,3 2 0 0,5-1 0 16,8-2 0-16,2-4 0 0,8-3 0 15,4-4 0-15,5-6 0 0,4-6 0 16,-1-6 0-16,3-7 0 0,0-3 0 16,-3-7 0-16,-1-4 0 15,-7-3 0-15,3 2 0 0,-9-3 0 16,2 4 0-16,-4 6 0 0,-4 3 0 15,2 5 0-15,-2 2 0 16,0 10-85-16,0 7 41 0,0 3 16 16,7 1 28-16,5-7 60 0,3-7-16 15,9-7 9-15,3-3-53 0,0-9 0 16,0-7 0-16,-2-6 0 0,-5-3 0 16,-7-2 0-16,-5-1 0 15,-6 3 0-15,-2-2 0 0,-2 0 0 16,-6 1 0-16,0 2 0 0,-3 6 0 15,3 10 0-15,4 4 0 0,-2 6-781 16,4 5-724-16,0 5-236 0</inkml:trace>
  <inkml:trace contextRef="#ctx0" brushRef="#br0" timeOffset="112318.01">22031 10867 5990 0,'0'0'625'0,"0"0"279"0,-18-52-588 16,9 37-152-16,-1 0 29 0,0 3-193 15,-7 6 0-15,1 6 0 0,-5 8 0 16,0 11 0-16,-1 8 0 0,-3 5 0 16,2 3 0-16,9-1 0 15,3-1 0-15,11-3 0 0,13-6 0 16,1-3 0-16,11-7 0 0,2-5 0 15,0-8 0-15,4-1 0 0,-4-9 0 16,2-4 0-16,-11-5 0 0,-1-6 0 16,-7 5-1617-16,-2-2-1045 0</inkml:trace>
  <inkml:trace contextRef="#ctx0" brushRef="#br0" timeOffset="112549.29">22089 10336 6643 0,'0'0'768'0,"0"0"-24"0,0 0-707 15,-33 49-37-15,21-9 0 0,-3 11 0 16,5 10 0-16,2 2 0 0,4 4 0 16,4 0 0-16,0 0 0 15,6-2 0-15,2-6 0 0,4-6 0 16,1-9 0-16,1-9 0 0,3-13 0 15,-1-12 0-15,3-11 0 0,-7-8-2878 16,5-10-1368-16</inkml:trace>
  <inkml:trace contextRef="#ctx0" brushRef="#br0" timeOffset="113048.97">22461 10200 6502 0,'0'0'793'0,"0"0"-313"0,-4 47-63 0,-4-10-417 0,-7 8 0 16,3 6 0-16,0 4 0 16,1 4 0-16,3 2 0 0,6 0 0 15,2-3 0-15,8-6 0 0,5-3 0 16,5-7 0-16,9-10 0 0,4-6 0 16,6-9 0-16,5-8 0 15,1-6 0-15,3-3 0 0,-7-7 0 16,-8-4 0-16,-4-4 0 0,-13-2 0 15,-3-1 0-15,-9-1 0 0,-4-2-509 16,-3 4-1216-16,-5 1-764 0</inkml:trace>
  <inkml:trace contextRef="#ctx0" brushRef="#br0" timeOffset="113220.38">22275 10617 5710 0,'0'0'696'0,"0"0"-155"15,0 0 315-15,64 33-467 16,-22-25-389-16,1-5 0 0,9-3 0 16,-3-1 0-16,-1-4 0 0,-3-1 0 15,-1-3 0-15,-9-1 0 0,-10 2-913 16,-7-3-764-16</inkml:trace>
  <inkml:trace contextRef="#ctx0" brushRef="#br0" timeOffset="113597.13">22798 9876 5490 0,'0'0'576'0,"0"0"-140"0,15 40 437 16,3-14-413-16,3 6-103 0,2 6-357 15,4 10 0-15,0 6 0 0,-7 13 0 16,-1 5 0-16,-5 10 0 0,-5 2 0 16,-3 4 0-16,-6-6 0 0,0-4 0 15,-11-6 0-15,-5-4 0 0,-11-4 0 16,-8-5 0-16,-13-1 0 0,-10-7 0 16,15-15-857-16,-9-8-1264 0</inkml:trace>
  <inkml:trace contextRef="#ctx0" brushRef="#br0" timeOffset="116304.93">23338 10519 4269 0,'0'0'1913'0,"0"0"-1160"16,0 0 11-16,0 0-271 15,0 0-493-15,0 0 0 0,35 21 0 16,0-21 0-16,8-6 0 0,-3-2 0 15,-3 1 0-15,-6 3 0 0,-8 4 0 16,-5 0 0-16,-7 0 0 0,-5 4 0 16,0-2 0-16,-2-1-1321 0,2 2-2737 0</inkml:trace>
  <inkml:trace contextRef="#ctx0" brushRef="#br0" timeOffset="116531.49">23551 10322 6410 0,'0'0'273'15,"0"0"523"-15,0 0-83 0,0 0-713 16,0 0 0-16,-40 53 0 0,20-5 0 16,1 5 0-16,7-3 0 15,8-10 0-15,6-6 0 0,12-9 0 16,5-3 0-16,14-9 0 0,-6-6-2102 15,2-7-675-15</inkml:trace>
  <inkml:trace contextRef="#ctx0" brushRef="#br0" timeOffset="117148.9">24220 10379 984 0,'0'0'220'0,"0"0"1361"16,-2-33-1013-16,0 26 136 0,0 3 469 16,2-1-481-16,0 1-104 0,-2 1 401 15,2 1-465-15,-2 2-355 0,0 6-169 16,-6 14 0-16,-3 17 0 0,-5 9 0 16,-3 6 0-16,5-2 0 15,1-9 0-15,7-3 0 0,4-6 0 16,2-3 0-16,4-7 0 0,5-4 0 15,1-7 0-15,2-6 0 16,5-5 0-16,1-9 0 0,1-6 0 16,4-8 0-16,2-3 0 0,-3 0 0 15,-1-2 0-15,-2 2 0 0,-5 4 0 16,-4 8 0-16,-1 5 0 0,-7 7 0 16,0 4 0-16,0 11-385 15,-2 11 109-15,2 6 184 0,0 3 88 16,2-1-20-16,4-8 24 0,3-5 28 15,7-5-28-15,3-7 60 0,4-7 148 16,2-2 0-16,0-10 69 0,2-7-277 16,-7 0 0-16,-3-6 0 0,-3-3 0 15,-1-1 0-15,-7-2 0 0,0 2 0 16,-3-1 0-16,-3 3 0 0,-2 1 0 16,0 2 0-16,0 4 0 15,0 7 0-15,0 5 0 0,-2 4-433 16,2 4-2064-16,-5 3-1237 0</inkml:trace>
  <inkml:trace contextRef="#ctx0" brushRef="#br0" timeOffset="117567.08">24762 10755 2489 0,'0'0'2593'0,"0"0"-1725"0,0 0-247 16,0 0 607-16,0 0-835 16,0 0-393-16,0 0 0 0,0 0 0 15,-41-10 0-15,18 27 0 0,-4 5 0 16,2 8 0-16,7 5 0 0,-1 4 0 16,3 3 0-16,9-1 0 15,7-1 0-15,7-6 0 0,9-7 0 16,3-5 0-16,5-9 0 0,3-9 0 15,-2-5 0-15,2-12 0 0,-4-6 0 16,-5-8 0-16,3-3 0 0,-9 3-2238 16,-5 0-903-16</inkml:trace>
  <inkml:trace contextRef="#ctx0" brushRef="#br0" timeOffset="117737.22">24810 10539 6671 0,'0'0'832'0,"-9"36"-220"16,5-2-535-16,-2 10-77 16,0 2 0-16,4 1 0 0,0 3 0 15,2-1 0-15,4-1 0 0,2-3 0 16,2-7 0-16,5-6 0 0,-3-10-297 16,2-8-1752-16</inkml:trace>
  <inkml:trace contextRef="#ctx0" brushRef="#br0" timeOffset="118314.32">25111 10846 5038 0,'0'0'1216'0,"0"0"-647"15,17-37 395-15,-1 7-584 0,5-7-355 16,4-4-25-16,0-4 0 0,4-6 0 15,-2-7 0-15,1-6 0 0,1-7 0 16,-2-4 0-16,2 1 0 16,-2 0 0-16,-2 5 0 0,-4 7 0 15,-3 12 0-15,-3 14 0 0,-7 15 0 16,-4 14 0-16,-4 6 0 0,0 2 0 16,0 14 0-16,-8 18 0 15,0 15 0-15,-3 12 0 0,3 11 0 16,4 4 0-16,2 6 0 0,2 4 0 15,0-2 0-15,4-5 0 0,0-8 0 16,-2-8 0-16,0-10 0 0,0-8 0 16,-2-8 0-16,-4-8 0 0,0-10-597 15,0-7-544-15,-2-8-391 0</inkml:trace>
  <inkml:trace contextRef="#ctx0" brushRef="#br0" timeOffset="118456.19">25244 10719 6530 0,'0'0'153'0,"0"0"955"0,0 0-864 16,41-13-87-16,-8 6-157 0,4 0 0 15,1 4 0-15,-12 3 0 0,-5 0-37 16,-6 0-1115-16,-9-3-4131 0</inkml:trace>
  <inkml:trace contextRef="#ctx0" brushRef="#br0" timeOffset="120241.11">25794 10624 2741 0,'0'0'2145'16,"0"0"-1105"-16,0 0-359 0,0 0 219 15,0 0-608-15,0 0 80 0,37 30-351 16,-15-24-21-16,7-6 0 0,2-2 0 16,-2-7 0-16,4-5 0 0,-2-4 0 15,-2-3 0-15,-2-3 0 0,-4-1 0 16,-6-1 0-16,-3 1 0 0,-6 0 0 16,-6 3 0-16,-2-2 0 15,-8 5 0-15,-6 5 0 0,-5 2 0 16,-6 8 0-16,-2 4 0 0,-6 10 0 15,-2 9 0-15,0 9 0 0,0 8 0 16,0 8 0-16,6 3 0 16,8 0 0-16,9 0 0 0,10-3 0 15,8-3 0-15,12-3 0 0,7-4 0 16,8-5 0-16,7-9 0 0,-1-9 0 16,4-7 0-16,3-4 0 15,-11-1-989-15,-2-8-1328 0</inkml:trace>
  <inkml:trace contextRef="#ctx0" brushRef="#br0" timeOffset="120814">26186 10168 6230 0,'0'0'753'0,"0"0"-265"0,0 0 112 15,0 0-488-15,42 2-103 0,-13-1-9 16,2 2 0-16,2-2 0 0,-2 0 0 16,0-1 0-16,0 0 0 0,-7-4-425 15,-7 0-1176-15,-3-6-840 0</inkml:trace>
  <inkml:trace contextRef="#ctx0" brushRef="#br0" timeOffset="121276.07">26627 9895 3813 0,'0'0'2337'16,"0"0"-1560"-16,0 0 283 0,0 0-855 16,-27 34-205-16,12 0 0 15,-1 6 0-15,1-1 0 0,5-2 0 16,4-4 0-16,-1 1 0 0,5 1 0 15,2-8 0-15,0-1 0 0,2-9 0 16,7-6 0-16,1-7 0 0,5-4 0 16,3-8 0-16,-1-9 0 0,1-3 0 15,1-3 0-15,-3 0 0 0,-1 0 0 16,-3 6 0-16,-3 2 0 0,-3 7-349 16,-4 6-135-16,2 2 136 15,-2 0-20-15,-2 7 239 0,2 8 129 16,0 6 16-16,0 5 25 0,2-2 95 15,3-2 200-15,1-7-20 0,0-2-112 16,5-5 0-16,1-3-120 16,3-5 72-16,1-6 29 0,1-7-185 15,-1-2 0-15,-1-9 0 0,-1 0 0 16,-3-2 0-16,-3 0 0 0,-4 1 0 16,-1 4 0-16,-5-3 0 15,0 5 0-15,0 4 0 0,-5 3 0 16,3 6 0-16,-2 4-1189 0,4 2-1256 15,-2 2-1165-15</inkml:trace>
  <inkml:trace contextRef="#ctx0" brushRef="#br0" timeOffset="121540.46">27054 10193 3445 0,'0'0'3558'0,"0"0"-2634"0,0 0-659 16,0 0-265-16,0 0 0 0,0 0 0 15,-35-30 0-15,19 28 0 0,-1 4 0 16,-1 10 0-16,-1 6 0 16,3 4 0-16,-1 7 0 0,5 0 0 15,3 1 0-15,7-2 0 0,6-2 0 16,9-4 0-16,5-7 0 0,7-5 0 16,2-8 0-16,2-2 0 15,0-9 0-15,-4-5 0 0,-3-4 0 16,-5-3 0-16,-7 2 0 0,-6-1 0 15,-4 1 0-15,-2 2 0 0,-8-1 0 16,0 6 0-16,-5 0-1597 0</inkml:trace>
  <inkml:trace contextRef="#ctx0" brushRef="#br0" timeOffset="122471.07">27321 9567 2337 0,'0'0'3093'0,"0"0"-2245"0,0 0 181 15,0 0-629-15,0 0-236 0,0 0-128 16,-45 32-8-16,36 0-20 0,5 2 56 16,6 0-60-16,7 2 32 0,5-2 80 15,3 1-96-15,5-8-11 16,-1-2-9-16,2-10 0 0,2-3 0 15,-3-6 0-15,3-6 0 0,2-7 0 16,0-6 0-16,-2-6 0 0,-3-5 0 16,-3-2 0-16,-2-2 0 15,-3-1 0-15,-4 1 0 0,-3 3 0 16,-3 4 0-16,-4 3 0 0,-4 3 0 16,-3 2 0-16,-5 4 0 15,-5 1 0-15,-5 2 0 0,-5 2 0 16,-2 4 0-16,-4 6 0 0,0 5 0 15,4 4 0-15,0 4 0 0,4 5 0 16,2 1 0-16,1 2 0 0,5 4 0 16,7 2 0-16,1 5 0 0,7 0 0 15,4 0 0-15,9 1 0 0,3-3 0 16,5-2 0-16,1-5 0 0,5-3 0 16,2-4 0-16,2-2 0 15,-4-1 0-15,-9-3 0 0,-5-6 0 16,-11 1 0-16,-6 0 0 0,-11-2 0 15,-10 1 0-15,-10-2 0 0,-4-1 0 16,-3-1 0-16,1-2 0 16,1-1 0-16,11-3 0 0,5 0 0 15,9 0 0-15,9-3-429 0,6 0-1344 16,4-1-904-16</inkml:trace>
  <inkml:trace contextRef="#ctx0" brushRef="#br0" timeOffset="122871.22">27844 9538 3877 0,'0'0'917'15,"0"0"-29"-15,0 0 381 0,0 0-541 16,0 0-215-16,0 0-513 0,0 0 0 16,0 0 0-16,0 0 0 15,8 56 0-15,-12-15 0 0,2 6 0 16,-2-2 0-16,0 5 0 0,-2 2 0 15,-5 1 0-15,-1 0 0 0,0-3 0 16,1-6 0-16,1-8 0 0,6-7 0 16,4-4 0-16,4-8 0 0,8-4 0 15,5-6 0-15,8-5 0 0,4-2 0 16,2-6 0-16,2-3 0 0,-2-3 0 16,-7-3 0-16,-5-2 0 15,-9 4-1830-15,-1-4-1095 0</inkml:trace>
  <inkml:trace contextRef="#ctx0" brushRef="#br0" timeOffset="123028.21">27623 9914 3485 0,'0'0'3138'0,"0"0"-2058"0,0 0-591 16,0 0-489-16,68 12 0 15,-18-7 0-15,4-3 0 0,-9 0 0 16,-2 1 0-16,-1-1 0 0,-11-2 0 15,-11 0-933-15,-1-2-1908 0</inkml:trace>
  <inkml:trace contextRef="#ctx0" brushRef="#br0" timeOffset="123678.27">28249 10518 5430 0,'0'0'796'0,"0"0"-19"0,-49-13 412 15,28 14-1189-15,-4 7 0 0,0 5 0 16,1 6 0-16,-1 4 0 0,6 6 0 16,3 3 0-16,5 5 0 15,5 0 0-15,6 3 0 0,0-1 0 16,10 0 0-16,7-1 0 0,8-6 0 15,8-7 0-15,10-10 0 16,5-9 0-16,3-7 0 0,-1-8 0 16,-7-4-141-16,-12 1-2060 0,-4-3-684 0</inkml:trace>
  <inkml:trace contextRef="#ctx0" brushRef="#br0" timeOffset="123989.43">28611 10665 6418 0,'0'0'1089'0,"-25"-46"-404"0,7 27-685 16,1 8 0-16,1 4 0 0,-1 7 0 15,-2 3 0-15,3 11 0 0,-3 4 0 16,1 6 0-16,3 3 0 0,5 4 0 16,6 0 0-16,4 3 0 15,10-4 0-15,9-2 0 0,8-5 0 16,6-7 0-16,0-5 0 0,2-6 0 15,2-5 0-15,-6-4 0 16,-4-5 0-16,-6-4 0 0,-11-4 0 16,-4-2 0-16,-6-2 0 0,-2-1 0 15,-4 0 0-15,-2-2 0 0,-3 5 0 16,1-1 0-16,2 5 0 0,1 4 0 16,3 1 0-16,4 4-1670 15,-2 4-390-15,2-4-1986 0</inkml:trace>
  <inkml:trace contextRef="#ctx0" brushRef="#br0" timeOffset="124313.24">28921 10540 3069 0,'0'0'4478'16,"0"0"-3833"-16,0 0-645 15,-33-35 0-15,12 27 0 0,-1 7 0 16,-5 3 0-16,4 8 0 0,4 1 0 15,5 1 0-15,4 1 0 0,3 0 0 16,5 1 0-16,2 1 0 16,7 2 0-16,5-3 0 0,4 1 0 15,5 0 0-15,4-2 0 0,4 1 0 16,-2-1 0-16,0 1 0 16,-3 2 0-16,-3-1 0 0,-6 2 0 15,-7-2 0-15,-6 1 0 0,-4 3 0 16,-9-1 0-16,-7 0 0 0,-7 2 0 15,-6-1 0-15,-4-1 0 0,2-4 0 16,0-3 0-16,6-2 0 0,10-2 0 16,5-3-629-16,12-4-928 0</inkml:trace>
  <inkml:trace contextRef="#ctx0" brushRef="#br0" timeOffset="124732.54">29465 10079 3817 0,'0'0'1701'0,"0"0"-488"16,0 0-473-16,-46 0-140 0,28 19-479 16,-5 13-121-16,-2 13 0 15,0 12 0-15,-2 12 0 0,5 8 0 16,3 8 0-16,5 2 0 0,5 1 0 15,5-1 0-15,4-5 0 16,0-3 0-16,6-10 0 0,3-6 0 16,3-13 0-16,5-11 0 0,-1-11 0 15,3-12 0-15,4-10 0 0,-1-8 0 16,1-11 0-16,0-11-1209 0,-9 4-388 16,1-5-844-16</inkml:trace>
  <inkml:trace contextRef="#ctx0" brushRef="#br0" timeOffset="125129.4">29597 10455 7487 0,'0'0'576'0,"0"0"-447"0,0 0-129 16,-27 51 0-16,13-13 0 15,-1 7 0-15,1 1 0 0,1-5 0 16,5 1 0-16,2-3 0 0,2-2 0 15,4-5 0-15,4-5 0 16,4-8 0-16,5-8 0 0,1-6 0 16,3-6 0-16,3-10 0 0,1-6 0 15,2-6 0-15,-3-4 0 0,-3 1 0 16,-1 1 0-16,-3 4 0 0,-7 8 0 16,-2 4 0-16,-2 6 0 15,-2 3 0-15,0 0 0 0,0 5 0 16,2 4 0-16,0 9 0 0,5 0 0 15,3-1 0-15,2-4 0 0,7-7 0 16,4-3 0-16,-1-3 0 0,3-6 0 16,-4-6 0-16,2 0 0 0,-7-6 0 15,-1-3 0-15,-3 0 0 0,-4-3 0 16,-4 1 0-16,1-1 0 0,-5 1 0 16,0-2 0-16,-3 2 0 15,-1 3 0-15,0 6 0 0,2 7 0 16,2 5-345-16,0 2-1012 0,0 4-503 0</inkml:trace>
  <inkml:trace contextRef="#ctx0" brushRef="#br0" timeOffset="125416.97">30072 10807 4870 0,'0'0'1184'0,"0"0"-47"15,0 0-537-15,0 0-199 0,0 0-401 16,0 0 0-16,-8-39 0 0,-8 34 0 16,-7 4 0-16,-2 5 0 0,-4 9 0 15,4 8 0-15,1 1 0 0,3 6 0 16,6 1 0-16,9 3 0 0,6 0 0 16,8 0 0-16,7-4 0 15,6-4 0-15,6-7 0 0,4-7 0 16,4-9 0-16,-2-5 0 0,2-10 0 15,-6-11 0-15,-9 5-293 16,-3-8-1332-16</inkml:trace>
  <inkml:trace contextRef="#ctx0" brushRef="#br0" timeOffset="125587.45">30196 10455 6386 0,'0'0'989'0,"-8"37"-497"0,0-7-167 15,-2 6-325-15,-3 4 0 0,-1 5 0 16,-1 2 0-16,1 1 0 0,1 2 0 16,9-3 0-16,4-4 0 0,6-4 0 15,9-6 0-15,8-7 0 0,4-8 0 16,4-9 0-16,-7-7-765 0,1-7-2309 0</inkml:trace>
  <inkml:trace contextRef="#ctx0" brushRef="#br0" timeOffset="125894.93">30507 10393 6871 0,'0'0'636'16,"0"0"-132"-16,0 0-323 0,37-19-181 16,-29 19 0-16,0 9 0 15,-4 8 0-15,-4 8 0 0,0 11 0 16,-8 6 0-16,0 8 0 0,-4 4 0 15,-3-1 0-15,1-2 0 0,3-4 0 16,3-1 0-16,4-7 0 0,4-6 0 16,4-5 0-16,6-6 0 0,5-5 0 15,3-5 0-15,3-5 0 0,6-1 0 16,0-5 0-16,4-1 0 0,-2-2 0 16,-2-7 0-16,-5 1 0 15,-3-5 0-15,-5-3 0 0,-5 4-453 16,-5-5-2512-16</inkml:trace>
  <inkml:trace contextRef="#ctx0" brushRef="#br0" timeOffset="126038.08">30362 10655 7235 0,'0'0'392'16,"0"0"-20"-16,0 0-179 15,0 0-193-15,35 43 0 0,-4-36 0 16,6-7 0-16,0-1 0 0,3-9 0 15,-1-3 0-15,2-1 0 0,-3-8 0 16,1-1-265-16,-10 5-1075 0,-7-7-2714 0</inkml:trace>
  <inkml:trace contextRef="#ctx0" brushRef="#br0" timeOffset="126313.19">30918 9983 6206 0,'0'0'276'15,"23"45"353"-15,-3-13 395 0,1 5-967 16,4 10-57-16,-5 11 0 0,3 12 0 16,-4 11 0-16,-3 3 0 0,-3 1 0 15,-7-3 0-15,-8-6 0 16,-13-6 0-16,-11-8 0 0,-8-6 0 15,-7-6 0-15,-6-6 0 0,-1-7 0 16,3-8 0-16,1-8 0 0,1-11 0 16,12-5-105-16,4-6-2700 0</inkml:trace>
  <inkml:trace contextRef="#ctx0" brushRef="#br0" timeOffset="133729.54">12058 12140 1936 0,'0'0'1165'16,"0"0"616"-16,0 0-937 0,0 0-176 16,0 0 277-16,-9-33-461 0,9 33-144 15,0 1-311-15,4 12-29 0,7 12 0 16,5 11 0-16,-1 5 0 0,5 8 0 15,-3-2 0-15,4 5 0 16,1 3 0-16,3-1 0 0,-2 1 0 16,2-4 0-16,-5-4 0 0,1-4 0 15,0-7 0-15,-5-8 0 0,-1-8 0 16,-7-7 0-16,0-6-889 0,-2-4-360 16,-1-3-343-16</inkml:trace>
  <inkml:trace contextRef="#ctx0" brushRef="#br0" timeOffset="133989.51">12514 12198 5850 0,'0'0'713'0,"-10"38"-209"0,2-8 60 16,2 4-276-16,-1 5-15 0,-3 4-273 15,0 5 0-15,-5 2 0 0,3 3 0 16,-7 1 0-16,3-2 0 0,3-2 0 16,-1-5 0-16,3-7 0 15,7-11-293-15,4-10-987 0,0-9-3619 0</inkml:trace>
  <inkml:trace contextRef="#ctx0" brushRef="#br0" timeOffset="136159.44">12705 12850 1664 0,'0'0'164'0,"0"0"605"0,0 0 1260 15,0 0-1509-15,0 0-4 0,0 0 280 16,6-33-499-16,-6 29-57 0,0 2 116 16,0 1-204-16,0 0-4 15,0 1-20-15,0 0-128 0,0 0 0 16,0 0 0-16,0 0-52 0,4 1 48 16,-4 0 0-16,0 0-12 0,4 1 16 15,-2-1 36-15,-2-1-20 0,0 0 128 16,0 0 149-16,0 0-293 0,0 0 0 15,0 0 0-15,0 0 0 16,0 0 0-16,0 0 0 0,0 0 0 16,0 0 0-16,0 0 0 0,0 0 0 15,0 0 0-15,0 0 0 0,0 0 0 16,-2-1 0-16,-6-2 0 0,-3 1 0 16,-9 2 0-16,-3 6 0 15,-2 5 0-15,2 6 0 0,-1 3 0 16,1 6 0-16,4 1 0 0,7 4 0 15,8-1 0-15,4 2 0 0,4-1 0 16,6-5 0-16,11-4 0 0,6-7 0 16,4-10 0-16,6-6 0 15,-4-10 0-15,2-6 0 0,-4-4 0 16,-8-4 0-16,-7-3 0 0,-5-1 0 16,-7 1 0-16,-4-1 0 0,0 4 0 15,-10 2 0-15,-1 1 0 0,1 3 0 16,-2 0 0-16,1-1 0 0,3 6 0 15,2-4-3070-15</inkml:trace>
  <inkml:trace contextRef="#ctx0" brushRef="#br0" timeOffset="136600.34">13209 12421 1988 0,'0'0'2894'0,"0"0"-1406"16,0 0-759-16,0 0-81 0,0 0-203 15,0 0-445-15,0 0 0 0,0 0 0 16,33 11 0-16,-2-8 0 0,4-1 0 16,-2-2 0-16,2-3 0 15,-2 1 0-15,-2-2 0 0,-4 1 0 0,-2-1 0 16,-8 2 0-16,-3-2 0 16,-4 3-1337-16,-7-1-344 0,1 1-676 0</inkml:trace>
  <inkml:trace contextRef="#ctx0" brushRef="#br0" timeOffset="136800.26">13209 12612 5262 0,'0'0'748'0,"0"0"41"16,0 0 183-16,54 18-551 0,-30-16-421 15,3-2 0-15,0 0 0 0,8-5 0 16,-2 1 0-16,-2-1 0 0,5-1 0 16,-14 3-125-16,-1-1-1504 0</inkml:trace>
  <inkml:trace contextRef="#ctx0" brushRef="#br0" timeOffset="137331.09">14354 12121 1364 0,'0'0'3094'16,"0"0"-1746"-16,0 0-535 0,0 0-153 15,0 0 253-15,-10-33-913 0,10 32 0 16,0 1 0-16,0 7 0 0,4 11 0 15,-2 16 0-15,6 9 0 0,-2 4 0 16,5 4 0-16,-5-2 0 16,4 2 0-16,1 0 0 0,-1-1 0 15,0-2 0-15,5-4 0 0,-3-5 0 16,3-7 0-16,-5-7 0 0,2-5 0 16,-3-8 0-16,-3-5 0 15,-2-4 0-15,-2-3 0 0,6-7 0 16,1-14 0-16,9-13 0 0,-1-13 0 15,5-7 0-15,3-2 0 0,-4 3 0 16,2 2 0-16,-3 2 0 0,1 7 0 16,-4 8 0-16,-3 6 0 0,-4 8 0 15,-5 6 0-15,-3 4 0 16,-2 5 0-16,-2 2-765 0,-7-4-2633 0</inkml:trace>
  <inkml:trace contextRef="#ctx0" brushRef="#br0" timeOffset="137933.34">15164 11917 2753 0,'0'0'1508'0,"0"0"33"16,0 0-845-16,0 0-83 0,0 0 327 15,0 0-799-15,0 0-141 0,0 0 0 16,0 0 0-16,0 0 0 0,-22-5 0 16,-3 41 0-16,-2 14 0 0,-4 11 0 15,0 6 0-15,4 3 0 16,6 5 0-16,5 4 0 0,3 4 0 16,5 0 0-16,8-2 0 0,0-7 0 15,4-6 0-15,9-9 0 0,1-10 0 16,3-13 0-16,8-8 0 0,-3-11 0 15,9-11 0-15,-4-6 0 16,4-8 0-16,-4-12 0 0,2-7-581 16,-12 4-956-16,-1-4-3285 0</inkml:trace>
  <inkml:trace contextRef="#ctx0" brushRef="#br0" timeOffset="138255.18">15315 12180 7171 0,'0'0'728'0,"0"0"-435"16,-41-8-293-16,24 19 0 0,3 4 0 16,-3 10 0-16,3 6 0 0,2 5 0 15,5 4 0-15,7 3 0 0,2 2 0 16,9 0 0-16,5-1 0 15,3-4 0-15,4-7 0 0,3-6 0 0,3-8 0 16,0-6 0-16,0-7 0 16,-6-6 0-16,2-4 0 0,-9-7 0 15,1-7 0-15,-7-7 0 0,-4-1 0 16,-1-4 0-16,-5 0 0 16,-5 0 0-16,-1-2 0 0,-4 0 0 15,-2 4 0-15,-7 3 0 0,2 3 0 16,5 2 0-16,2 8-1121 0,-1-1-3113 0</inkml:trace>
  <inkml:trace contextRef="#ctx0" brushRef="#br0" timeOffset="138556.69">15557 11796 5194 0,'0'0'1188'0,"0"0"-599"0,27-35-33 16,-23 34 109-16,-2 2-665 16,6 8 0-16,3 15 0 0,1 10 0 15,7 10 0-15,-3 11 0 0,1 4 0 16,4 5 0-16,-5 5 0 16,-6 7 0-16,-3 1 0 0,-7-2 0 15,0-1 0-15,-9-5 0 0,-5-4 0 16,-3-3 0-16,-1-8 0 0,1-6 0 15,1-9 0-15,1-12 0 0,5-12 0 16,4-7-1946-16,-5-12-4032 0</inkml:trace>
  <inkml:trace contextRef="#ctx0" brushRef="#br0" timeOffset="140522.81">16136 12361 3157 0,'0'0'2685'0,"0"0"-1664"16,0 0-41-16,0 0-631 16,0 0-349-16,0 0 0 0,37 8 0 15,-8-7 0-15,2 0 0 0,2-1 0 16,4 0 0-16,-1-2 0 0,1-2 0 16,-4 2 0-16,-6-1 0 15,-3 0 0-15,-11 3 0 0,-9 0-1573 16,-4 0-208-16,0 0-1029 0</inkml:trace>
  <inkml:trace contextRef="#ctx0" brushRef="#br0" timeOffset="140673.71">16202 12491 5886 0,'0'0'801'15,"0"0"567"-15,0 0-1231 16,0 0-137-16,0 0 0 0,50 1 0 15,-19-2 0-15,-4 0 0 0,4 1 0 16,-5 0 0-16,5 2 0 0,-4 3 0 16,-6-1-985-16,0-3-4158 0</inkml:trace>
  <inkml:trace contextRef="#ctx0" brushRef="#br0" timeOffset="147308.37">17754 12253 2048 0,'0'0'2406'15,"0"0"-1586"-15,0 0-364 0,0 0 36 16,0 0 121-16,0 0-297 0,5-32 36 15,-5 28 208-15,0 3-431 0,0 1-129 16,0 6 0-16,-11 8 0 16,-3 15 0-16,-5 6 0 0,-1 9 0 15,1 1 0-15,2-3 0 0,1 2 0 16,6-1 0-16,3 0 0 16,3 0 0-16,4-6 0 0,0-3 0 15,0-5 0-15,8-5 0 0,1-8 0 16,5-5 0-16,3-7 0 0,3-4 0 15,1-9 0-15,6-7 0 0,4-4 0 16,-4-7 0-16,2-3 0 0,-6-3 0 16,1-1 0-16,-5 2 0 0,-5 2 0 15,-1 1 0-15,-5 8 0 0,-2 3 0 16,-6 5 0-16,4 6 0 16,-4 6 0-16,2 0 0 0,-2 0 0 15,0 1 0-15,3-2 0 0,-3 2 0 16,0-1 0-16,2 0 0 0,-2 0 0 15,0-3 0-15,6-2 0 0,-4-2 0 16,0-5 0-16,2-1 0 16,-2 1 0-16,-2-1 0 0,4 2 0 15,-4 0 0-15,6 0 0 0,3 0 0 16,-3 5 0-16,-2 1 0 0,-2 4 0 16,-2 2 0-16,4 0 0 15,-4 0 0-15,0 2 0 0,0 3-25 16,0 0-67-16,0 0 40 0,0 0-112 15,0 0-92-15,2 0 16 0,-2-2-212 16,0 1-269-16,0-1-271 0,0 1-1109 16,-2-2-716-16</inkml:trace>
  <inkml:trace contextRef="#ctx0" brushRef="#br0" timeOffset="147847.69">18017 12279 2253 0,'0'0'2173'0,"0"0"-1349"16,0 0-196-16,0 0 213 0,0 0-577 15,-23 33-116-15,15 0 0 0,0 11-112 16,-1 7 44-16,-1 4 36 0,4-3-52 16,6 1 60-16,0-3 116 15,0-7-132-15,4-8 16 0,8-10-103 16,5-8-21-16,8-11 0 0,6-9 0 15,0-11 0-15,6-11 0 0,-4-10 0 16,2-7 0-16,-8-4 0 0,0-3 0 16,-2 3 0-16,-13 1 0 15,-1 1 0-15,-7 1 0 0,-4 3 0 16,-7 8 0-16,-3 5 0 0,-4 6 0 16,3 10-341-16,1 5-1084 0,8 5-327 0</inkml:trace>
  <inkml:trace contextRef="#ctx0" brushRef="#br0" timeOffset="148376.69">18464 12784 5422 0,'0'0'956'0,"0"0"277"0,0 0-677 0,0 0-531 0,-34-34-25 15,18 29 0-15,1 5 0 0,-1 4 0 16,1 10 0-16,5 6 0 0,0 6 0 15,-1 4 0-15,9 0 0 0,2 2 0 16,7-2 0-16,3-3 0 0,6-6 0 16,5-3 0-16,0-7 0 0,6-8 0 15,-3-3 0-15,-1-8 0 16,-2-5 0-16,0-7 0 0,-1-3-149 16,-3-5-1600-16,-3 7-103 0,-3-4-798 0</inkml:trace>
  <inkml:trace contextRef="#ctx0" brushRef="#br0" timeOffset="148547.79">18532 12414 6366 0,'0'0'1181'0,"0"0"-669"16,0 0-379-16,-17 51-133 0,15-8 0 16,-2 9 0-16,-2 2 0 15,2 2 0-15,4 2 0 0,4-1 0 16,6-1 0-16,3-8 0 0,1-6 0 15,5-8 0-15,3-9 0 0,-3-9-937 16,2-9-1780-16</inkml:trace>
  <inkml:trace contextRef="#ctx0" brushRef="#br0" timeOffset="149231.37">19125 12080 1800 0,'0'0'12'0,"0"0"1265"16,0 0-949-16,0 0 16 0,0 0 469 15,0 0-293-15,0 0 16 16,0 0 332-16,0 0-319 0,27-19-29 16,-25 14 105-16,0 2-625 0,-2 1 0 15,0 1 0-15,0 1 0 0,-2 3 0 16,-2 13 0-16,-7 17 0 0,-3 13 0 15,0 10 0-15,-9 7 0 0,10-5 0 16,-5-1 0-16,1-1 0 16,3-4 0-16,-3-2 0 0,1-5 0 15,-5-5 0-15,7-4 0 0,-3-8 0 16,5-4-97-16,1-10-1876 0,7-7-132 16</inkml:trace>
  <inkml:trace contextRef="#ctx0" brushRef="#br0" timeOffset="149480.34">19239 11987 5846 0,'0'0'1321'0,"0"0"-613"0,0 0-391 15,0 0-317-15,0 0 0 0,2 67 0 16,2-14 0-16,0 9 0 0,-2 5 0 15,4 0 0-15,-2 1 0 16,1 4 0-16,-3-4 0 0,0-1 0 16,0-8 0-16,-2-9 0 0,4-9 0 15,-2-9 0-15,0-11 0 0,0-8 0 16,-2-9 0-16,0-4-2138 16,4-7-659-16</inkml:trace>
  <inkml:trace contextRef="#ctx0" brushRef="#br0" timeOffset="149613.12">18976 12548 6286 0,'0'0'1445'0,"0"0"-984"0,0 0-461 16,60 2 0-16,-19-2 0 0,3 4 0 16,-3 1 0-16,-4-1 0 0,-8 1 0 15,-10-1 0-15,-7-4-2150 0</inkml:trace>
  <inkml:trace contextRef="#ctx0" brushRef="#br0" timeOffset="151162.29">19708 12351 3529 0,'0'0'2993'0,"0"0"-2440"0,0 0 47 16,0 0-83-16,0 0-517 0,47 0 0 15,-7 0 0-15,5 3 0 0,1-2 0 16,-9-1 0-16,0 0 0 0,-6 0 0 15,-8 0 0-15,-5 0 0 0,-5-1-497 16,-9 1-1588-16,2-3-424 0</inkml:trace>
  <inkml:trace contextRef="#ctx0" brushRef="#br0" timeOffset="151346.43">19729 12521 5606 0,'0'0'936'0,"0"0"153"16,35 12-528-16,-2-10-561 0,4-2 0 15,-2 0 0-15,-2 0 0 16,0 0 0-16,-4 2 0 0,-2 2 0 16,-10-2-2342-16,1-1-2196 0</inkml:trace>
  <inkml:trace contextRef="#ctx0" brushRef="#br0" timeOffset="152908.81">21198 11742 4105 0,'0'0'1037'0,"0"0"-173"0,0 0 209 16,11-35-577-16,-11 34-76 0,0 1-223 15,0 1-197-15,0 10 0 0,0 13 0 16,2 7 0-16,-2 10 0 16,4 2 0-16,-4-2 0 0,0 2 0 15,-4 2 0-15,-2-2 0 0,-1-3 0 16,1-1 0-16,-2-2 0 0,4-4 0 15,2-4 0-15,-2-4 0 16,4-4-489-16,-3-8-1396 0,3-4-288 0</inkml:trace>
  <inkml:trace contextRef="#ctx0" brushRef="#br0" timeOffset="153147.51">20826 12356 6619 0,'0'0'1040'0,"0"0"-507"15,0 0-533-15,50 7 0 0,-9-6 0 16,11 0 0-16,4-1 0 0,-3 0 0 16,7 0 0-16,2 0 0 0,2 0 0 15,-2 4 0-15,-4-2 0 0,-12 3 0 16,-7 1 0-16,-14-4-1105 0,-9 1-1060 15</inkml:trace>
  <inkml:trace contextRef="#ctx0" brushRef="#br0" timeOffset="153601.22">21078 12549 820 0,'0'0'72'0,"0"0"-72"0,0 0-688 0</inkml:trace>
  <inkml:trace contextRef="#ctx0" brushRef="#br0" timeOffset="154113.28">21078 12549 2028 0,'5'-15'1949'0,"-16"21"-732"0,3 3 244 0,2 3-585 16,2 3-280-16,-3 6-531 0,5 1-65 16,0 7 0-16,-4 1 0 15,6 4 0-15,-2 0 0 0,-2-1 0 16,0-2 0-16,4-4 0 0,0-2 0 15,0-6 0-15,0-6 0 0,0-4 0 16,0-5 0-16,0-4 0 0,0-2 0 16,4-9 0-16,2-14 0 15,4-8 0-15,1-5 0 0,1-3 0 16,-2 0 0-16,3 1 0 0,-1 1 0 16,-1 6 0-16,3 8 0 0,-4 8 0 15,-3 9 0-15,-5 4 0 0,0 4 0 16,0 0 0-16,2 9 0 0,2 4 0 15,0 9 0-15,-1 5 0 16,3 2 0-16,-6-4 0 0,6-3 0 16,-4-1 0-16,0-5 0 0,3-4 0 15,-3-5 0-15,0-3 0 0,2-2 0 16,2-2 0-16,5-8 0 0,3-6 0 16,3-5 0-16,-1-3 0 15,1-1 0-15,2 1 0 0,-1 3 0 16,1 5 0-16,-2 3 0 0,-9 5 0 15,0 5 0-15,-3 1 0 0,-3 5 0 16,2 8 0-16,-2 9 0 0,6 6 0 16,-5 1 0-16,-3 0 0 0,-2-8 0 15,4 0 0-15,-4-3 0 16,4-3 0-16,-2-5 0 0,2-4 0 16,-2-6-5147-16</inkml:trace>
  <inkml:trace contextRef="#ctx0" brushRef="#br0" timeOffset="158692.44">12816 13993 2209 0,'0'0'3265'16,"0"0"-2241"-16,0 0-327 0,0 0 300 16,0 0-997-16,0 0 0 15,0 0 0-15,0 0 0 0,0-21 0 16,-2 26 0-16,-6 11 0 0,6 7 0 16,-9 11 0-16,1 6 0 0,0 4 0 15,-5 4 0-15,-5 7 0 0,-7 7 0 16,-4 3 0-16,-2-1 0 15,2-2 0-15,4-7 0 0,2-5 0 16,2-6 0-16,9-11 0 0,3-8 0 16,5-8 0-16,6-9 0 15,0-6-785-15,0-2-592 0,0-9-2505 0</inkml:trace>
  <inkml:trace contextRef="#ctx0" brushRef="#br0" timeOffset="159017.76">12806 13908 5030 0,'0'0'1713'0,"0"0"-965"15,0 0-80-15,0 0-635 0,0 0-33 16,0 0 0-16,10 54 0 0,-6-3 0 16,2 8 0-16,5 6 0 15,-1-2 0-15,5 3 0 0,-3 2 0 16,7 2 0-16,-3-1 0 0,1-4 0 16,-3-7 0-16,-1-8 0 0,1-9 0 15,-4-10 0-15,1-7 0 0,-1-10 0 16,-8-5 0-16,2-7 0 0,-4-4 0 15,0-4-1221-15,-4-9-712 0</inkml:trace>
  <inkml:trace contextRef="#ctx0" brushRef="#br0" timeOffset="159217.67">12578 14523 6046 0,'0'0'1389'0,"0"0"-965"16,38 20-91-16,-11-13-333 0,8-1 0 16,-2-3 0-16,2 0 0 15,-2-2 0-15,8-1 0 0,-4-6 0 16,-10 0-161-16,-6-6-2684 0</inkml:trace>
  <inkml:trace contextRef="#ctx0" brushRef="#br0" timeOffset="159745.62">13321 14194 3285 0,'0'0'2365'0,"0"0"-1032"0,0 0-649 15,0 0-159-15,0 0-525 0,0 0 0 16,57 3 0-16,-21-3 0 0,1-6 0 16,0-1 0-16,4-3 0 15,-8 0 0-15,-2 3 0 0,-6-1 0 16,-8 3 0-16,-3 1 0 0,-8-2-41 16,1 4-1363-16,-7-2-357 0</inkml:trace>
  <inkml:trace contextRef="#ctx0" brushRef="#br0" timeOffset="159926.64">13360 14343 5534 0,'0'0'1037'15,"0"0"363"-15,33 15-1179 0,-8-10-221 16,4 0 0-16,-5-1 0 15,7 2 0-15,3 2 0 0,3 1 0 16,-2 0 0-16,-2 1 0 0,2-6 0 16,-8-2-85-16,0-4-5337 0</inkml:trace>
  <inkml:trace contextRef="#ctx0" brushRef="#br0" timeOffset="161611.13">15315 13511 6775 0,'0'0'36'0,"0"0"644"0,0 0-144 15,0 0-371-15,0 53-165 0,0-21 0 16,0 3 0-16,0 2 0 0,0-1 0 16,0 1 0-16,0 0 0 0,0-1 0 15,0-2 0-15,0-2 0 0,0-2 0 16,0-3-269-16,-4-9-1075 16,-2-4-2610-16</inkml:trace>
  <inkml:trace contextRef="#ctx0" brushRef="#br0" timeOffset="161975.88">14637 14164 2621 0,'0'0'3081'0,"85"3"-1920"0,-6-5-333 16,14 1-327-16,12 1-501 0,11-1 0 16,2 1 0-16,2 1 0 15,-5 1 0-15,-5 2 0 0,-11 0 0 16,-8 0 0-16,-6-2 0 0,-17 1 0 16,-10-2 0-16,-17-1-1241 0,-16-2-2597 0</inkml:trace>
  <inkml:trace contextRef="#ctx0" brushRef="#br0" timeOffset="162788.09">14617 14551 4634 0,'0'0'988'0,"0"0"-336"0,0 0 193 0,0 0-505 16,-5 36-176-16,5-2 172 0,0 10-103 16,0 5-233-16,0-3 0 15,0-6 0-15,0-1 0 0,0-5 0 16,0-6 0-16,-2-5 0 0,2-8 0 16,0-7 0-16,0-3 0 0,0-5 0 15,0-1 0-15,2-10 0 0,9-14 0 16,-1-7 0-16,7-7 0 0,1-2 0 15,-1 3 0-15,-1 0 0 0,-1 5 0 16,-5 7 0-16,1 9 0 0,-9 7 0 16,2 10 0-16,0 6 0 15,-2 9 0-15,-2 6 0 0,0 3 0 16,0-1 0-16,0 2 0 0,0-3 0 16,0-2 0-16,4-5 0 0,2-4 0 15,5-4 0-15,-1-4 0 16,4-3 0-16,3-7 0 0,-1-7 0 15,5-3 0-15,0-5 0 0,-1-1 0 16,1 0 0-16,2 0 0 0,-5 2 0 16,1 3 0-16,0 6 0 0,-9 5 0 15,-4 6 0-15,0 6 0 16,-1 9 0-16,-5 5 0 0,0 8 0 16,0 2 0-16,0-2 0 0,0-2 0 15,0-3 0-15,6-2 0 0,0-2 0 16,4-1 0-16,5-3 0 0,-1-2 0 15,-3-4-401-15,-1-3-1440 0</inkml:trace>
  <inkml:trace contextRef="#ctx0" brushRef="#br0" timeOffset="163483.59">15410 14563 4221 0,'0'0'1113'0,"0"0"200"0,0 0-561 15,0 0-188-15,0 0-335 0,0 0-229 16,0 0 0-16,-26 42 0 0,11-4 0 16,-1 6 0-16,3-1 0 0,5-5 0 15,2-1 0-15,1-5 0 0,5-4 0 16,0-4 0-16,9-7 0 16,1-8 0-16,3-4 0 0,3-5 0 15,9-5 0-15,-9-5 0 0,9-6 0 16,-8-3 0-16,3 0 0 0,-7-1 0 15,1 2 0-15,-8 5 0 0,-1 5 0 16,-1 3 0-16,-4 5-57 0,2 0-355 16,-2 13 32-16,0 6 344 0,0 6 16 15,0 2 40-15,6-3-16 16,-2-5 132-16,11-4-84 0,-3-4 32 16,7-7 168-16,1-4-64 0,-1-4-19 15,2-10-169-15,-5-4 0 16,-1-4 0-16,1-7 0 0,-6-2 0 15,5-1 0-15,-5-1 0 0,-4 1 0 16,5-1 0-16,-7 2 0 0,-2 0 0 16,2 5 0-16,-4 6 0 15,0 4 0-15,0 7 0 0,0 7 0 16,0 2 0-16,0 7-797 0,0 1-2293 16,0 6-1215-16</inkml:trace>
  <inkml:trace contextRef="#ctx0" brushRef="#br0" timeOffset="163858.99">15935 14926 2625 0,'0'0'2617'15,"0"0"-1797"-15,0 0-171 0,0 0 183 16,0 0-448-16,-10-37-119 0,0 24-265 16,-5 3 0-16,-3 0 0 0,-3 4 0 15,2 6 0-15,3 5 0 0,-1 9 0 16,-3 6 0-16,5 6 0 0,-1 6 0 15,5 0 0-15,5 1 0 0,10-2 0 16,7-3 0-16,7-5 0 0,7-5 0 16,6-5 0-16,-4-6 0 15,4-6 0-15,2-1 0 0,-8-7 0 16,2-6 0-16,-7-3 0 0,-5-6 0 16,-9 4-2570-16,0-3-2888 0</inkml:trace>
  <inkml:trace contextRef="#ctx0" brushRef="#br0" timeOffset="164060.04">15997 14479 5486 0,'0'0'2706'16,"0"0"-2706"-16,0 0 0 0,-26 39 0 15,21 1 0-15,-1 10 0 0,8 6 0 16,9 0 0-16,-1 4 0 0,7 4 0 15,1-1 0-15,-5-1 0 0,1-6 0 16,-4-2 0-16,-8-20 0 0,3-4-2818 0</inkml:trace>
  <inkml:trace contextRef="#ctx0" brushRef="#br0" timeOffset="166768.79">9579 16226 5694 0,'0'0'404'0,"0"0"305"0,0 0 31 16,0 0-344-16,0 0-147 0,0 0-249 15,0 0 0-15,79 22 0 16,-26-12 0-16,9-3 0 0,7-5 0 16,-1-2 0-16,0 0 0 0,4 0 0 15,-8-2 0-15,1-1 0 0,-10-1 0 16,-5 1 0-16,-9 0 0 0,-10-1-1461 15,-14 1-596-15,-7-1-1645 0</inkml:trace>
  <inkml:trace contextRef="#ctx0" brushRef="#br0" timeOffset="167003.56">9616 16450 6655 0,'0'0'508'16,"0"0"-364"-16,62-7 656 0,-31 7-715 16,9 0-85-16,1 3 0 0,0-1 0 15,1-1 0-15,-1 0 0 16,2 1 0-16,1-1 0 0,-3 1 0 16,5-2 0-16,-7 0-773 0,-10-1-1680 15,-2-5-829-15</inkml:trace>
  <inkml:trace contextRef="#ctx0" brushRef="#br0" timeOffset="167253.5">10189 16051 7123 0,'0'0'384'0,"0"0"-100"16,-17-36 117-16,17 33-401 0,7 3 0 15,3 0 0-15,6 11 0 16,13 5 0-16,0 8 0 0,2 6 0 15,0 0 0-15,0 3 0 0,0 1 0 16,0-1 0-16,2 0 0 0,-8 0 0 16,-4 0 0-16,-15-2 0 15,-6 1 0-15,-14 1 0 0,-9-2 0 16,-12 2 0-16,-3-1 0 0,-3-3 0 16,2-3 0-16,-2-5 0 0,5-3 0 15,5-5 0-15,11-5-937 0,3-5-2513 0</inkml:trace>
  <inkml:trace contextRef="#ctx0" brushRef="#br0" timeOffset="168360.03">11764 16141 5850 0,'0'0'737'0,"0"0"199"15,0 0-420-15,0 0-363 0,0 0-153 16,17 45 0-16,-3-2 0 0,3 6 0 15,3 2 0-15,1-5 0 0,2-1 0 16,6-2 0-16,-3 1 0 0,-3-5 0 16,2-1 0-16,-4-5 0 15,-5-4 0-15,-1-5 0 0,-7-3 0 16,0-7 0-16,-2-6-245 0,-6-3-907 16,0-5-1818-16</inkml:trace>
  <inkml:trace contextRef="#ctx0" brushRef="#br0" timeOffset="168578.18">11774 16612 5138 0,'0'0'676'0,"0"0"297"0,0 0 432 15,0 0-1405-15,0 0 0 0,21-42 0 16,6 18 0-16,0-3 0 0,8-5 0 15,-2-2 0-15,4-1 0 0,0-4 0 16,3 1 0-16,-7 2 0 0,-2 2 0 16,-4 0 0-16,-11 9-29 15,-6 1-4189-15</inkml:trace>
  <inkml:trace contextRef="#ctx0" brushRef="#br0" timeOffset="169292.99">12653 15791 2361 0,'0'0'1700'16,"0"0"-919"-16,0 0 619 0,0 0-655 0,0 0-217 15,0 0 136-15,0 0-651 16,0 0-13-16,-33 5 0 0,18 21 0 15,3 13 0-15,-7 9 0 0,3 8 0 16,-7 10 0-16,-6 12 0 16,-4 10 0-16,2 6 0 0,0 3 0 0,4-1 0 15,11-6 0-15,7-5 0 16,9-10 0-16,9-8 0 0,13-14 0 16,9-9 0-16,7-12 0 0,9-8 0 15,-1-10 0-15,1-8 0 0,1-4 0 16,-1-5 0-16,-10-5 0 0,1-5 0 15,-12-8 0-15,-5-2 0 16,-2 3-1097-16,-13-5-1496 0</inkml:trace>
  <inkml:trace contextRef="#ctx0" brushRef="#br0" timeOffset="169588.04">12926 16047 6146 0,'0'0'553'0,"-31"-5"-117"16,18 10 236-16,3 9-287 15,0 8-385-15,3 7 0 0,3 8 0 16,4 5 0-16,-4 5 0 0,4 5 0 16,-2 5 0-16,-2 1 0 0,0 0 0 15,2-1 0-15,-2-7 0 0,8-8 0 16,2-7 0-16,4-6 0 0,11-10 0 15,2-6 0-15,2-7 0 16,8-6 0-16,-2-4 0 0,0-6 0 0,0-3 0 16,-9-1 0-16,-1 0 0 15,-7-4-77-15,-3 6-1415 0,-5 1-289 0</inkml:trace>
  <inkml:trace contextRef="#ctx0" brushRef="#br0" timeOffset="169768.95">12636 16398 4794 0,'0'0'360'0,"0"0"892"16,0 0-499-16,0 0-261 0,0 0 49 16,62 32-541-16,-14-31 0 0,1-1 0 15,7-1 0-15,2-5 0 0,0 0 0 16,0-4 0-16,-11 0 0 0,-5-5 0 15,-9 2-669-15,-12-3-1596 0</inkml:trace>
  <inkml:trace contextRef="#ctx0" brushRef="#br0" timeOffset="170034.81">13199 15753 6282 0,'0'0'557'16,"0"0"123"-16,0 0-7 0,0 0-673 15,37 19 0-15,-6 7 0 16,4 9 0-16,-2 12 0 0,0 11 0 16,-2 6 0-16,-2 11 0 0,-10 4 0 15,-11 6 0-15,-8-1 0 0,-15-3 0 16,-7-2 0-16,-7-7 0 0,2-10 0 15,0-7 0-15,-4-8 0 16,0-13 0-16,4-14 0 0,0-14-2374 0</inkml:trace>
  <inkml:trace contextRef="#ctx0" brushRef="#br0" timeOffset="172268.46">13903 16248 5258 0,'0'0'944'0,"0"0"213"0,0 0-409 16,0 0-663-16,0 0-85 0,0 0 0 15,0 0 0-15,0 0 0 16,38-5 0-16,-7 5 0 0,0 0 0 16,0 0 0-16,0 0 0 0,-4-2 0 15,4-1 0-15,-9 0 0 0,3-2 0 16,-4 1 0-16,2-3 0 0,-9-1-121 15,-4 1-2516-15,-3 0-2469 0</inkml:trace>
  <inkml:trace contextRef="#ctx0" brushRef="#br0" timeOffset="172552.39">13945 16392 5394 0,'0'0'1645'15,"0"0"-693"-15,0 0-751 0,0 0-201 16,0 0 0-16,0 0 0 0,37 6 0 15,-10-3 0-15,8-2 0 0,2-1 0 16,-2-4 0-16,5-2 0 0,-1-3 0 16,-10 2 0-16,2-3-1637 0</inkml:trace>
  <inkml:trace contextRef="#ctx0" brushRef="#br0" timeOffset="173239.24">16047 15653 2885 0,'0'0'1144'16,"0"0"221"-16,0 0-509 15,0 0-147-15,0 0 343 0,0 0-871 16,0 0-181-16,0 0 0 0,0 0 0 15,-2 34 0-15,2 5 0 0,0 5 0 16,0 2 0-16,0-2 0 0,0-1 0 16,0-1 0-16,0-3 0 15,2-2 0-15,-2-2 0 0,4-3 0 16,0-5 0-16,-2-2 0 0,-2-10-2362 16,0-5-2420-16</inkml:trace>
  <inkml:trace contextRef="#ctx0" brushRef="#br0" timeOffset="173702.99">15237 16302 5506 0,'0'0'648'0,"0"0"173"0,0 0-333 0,0 0-300 15,89 11 353-15,2-6-541 16,22-1 0-16,15-4 0 0,7 0 0 15,3 0 0-15,3 0 0 0,-9 3 0 16,-6 3 0-16,-12 4 0 0,-13-3 0 16,-12 1 0-16,-25-2-1269 0,-18-2-1092 15</inkml:trace>
  <inkml:trace contextRef="#ctx0" brushRef="#br0" timeOffset="175001.42">15479 16793 5942 0,'0'0'580'16,"0"0"441"-16,0 0-433 0,0 0-527 16,0 0-61-16,-21 52 0 15,11-14 0-15,3 3 0 0,1 2 0 16,-2-5 0-16,6-2 0 0,-2-1 0 15,0-3 0-15,-3-6 0 0,7-4 0 16,-4-7 0-16,4-7 0 0,0-4 0 16,0-4 0-16,0-3 0 0,11-11 0 15,7-12 0-15,5-9 0 16,2-7 0-16,2 2 0 0,-7 3 0 16,1-2 0-16,-5 3 0 0,-1 4 0 15,-5 11 0-15,-4 9 0 0,-3 8 0 16,-3 4 0-16,0 9 0 0,0 13 0 15,0 8-13-15,-7 5 13 0,3-1 13 16,-2-7-13-16,4-1 0 16,-2-3 0-16,4-5 0 0,0-5 0 15,6-5 0-15,0-5 0 0,5-3 0 16,3-8 0-16,7-6 0 0,1-6 0 16,-1-5 0-16,0-1 0 0,-1 0 0 15,1 2 0-15,-4-1 0 16,-3 5 0-16,-1 2 0 0,-5 5 0 15,-2 6 0-15,0 2 0 0,5 5 0 16,-1 3 0-16,4 6 0 0,-1 6 0 16,-5 3 0-16,-2 4 0 0,0 0 0 15,-6 2 0-15,5-2 0 16,-5 2 0-16,0 1 0 0,0-4 0 16,4 2 0-16,-2-4 0 0,-2-5-1233 15,0-5-1136-15</inkml:trace>
  <inkml:trace contextRef="#ctx0" brushRef="#br0" timeOffset="175568.83">16165 16793 3909 0,'0'0'917'0,"0"0"-29"0,0 0 85 15,0 0-381-15,-8 49-168 0,-3-10 16 16,-5 6-391-16,-1-1-49 16,3-6 0-16,8-3 0 0,-1-2 0 15,7-7 0-15,0-1 0 0,7-7 0 16,3-6 0-16,2-6 0 0,7-6 0 16,-1-5 0-16,3-8 0 0,0-2 0 15,-7-3 0-15,3 0 0 16,-7 0 0-16,1 4 0 0,-7 2 0 15,-2 5 0-15,2 2 0 0,-4 5-13 16,4 2-403-16,-2 9-396 0,2 8 339 16,-4 6 285-16,6 0 160 0,5-4 28 15,-1-4 8-15,5-9 156 16,-3-2-11-16,7-5 67 0,-1-4 180 16,-3-7-96-16,-5-3-12 0,0-5 97 15,3-5-389-15,-9-2 0 0,4-4 0 16,-6 1 0-16,4-1 0 0,-2 1 0 15,3 1 0-15,-7-2 0 0,0 3 0 16,4 5 0-16,-4 5 0 16,0 7 0-16,0 4-73 0,0 5-879 15,4 0-973-15,-2 4 96 0,2 8-512 0</inkml:trace>
  <inkml:trace contextRef="#ctx0" brushRef="#br0" timeOffset="175944.98">16609 17199 4394 0,'0'0'1152'0,"-18"-41"365"0,3 22-693 0,1 6-519 15,1 3-305-15,3 6 0 0,-4 4 0 16,3 7 0-16,-1 6 0 0,-3 6 0 16,5 3 0-16,4 4 0 15,2 3 0-15,4-2 0 0,8-1 0 16,4-2 0-16,5-4 0 0,4-4 0 15,-1-6 0-15,-3-3 0 0,3-3 0 16,-5-4 0-16,-3-6 0 0,3-6 0 16,-5-8 0-16,0 2-1561 15,-3-2-1469-15</inkml:trace>
  <inkml:trace contextRef="#ctx0" brushRef="#br0" timeOffset="176147">16624 16808 6671 0,'0'0'808'0,"0"0"-95"16,-15 55-713-16,15-20 0 15,2 8 0-15,7 1 0 0,5 5 0 16,3 4 0-16,-1 4 0 0,-1 3 0 16,1-3 0-16,-5 1 0 15,5-7 0-15,-4-5 0 0,-3-8 0 16,-5-13-769-16,0-12-5962 0</inkml:trace>
  <inkml:trace contextRef="#ctx0" brushRef="#br0" timeOffset="178191.39">17269 16499 2193 0,'0'0'2381'0,"0"0"-981"0,0 0-779 16,0 0 11-16,0 0 4 0,0 0-380 16,0 0-183-16,0 0-73 0,0 0 0 15,2 1 0-15,6-3 0 16,9-2 0-16,-1-5 0 0,11-2 0 16,-2-3 0-16,-2-3 0 0,3-1 0 15,-1-3 0-15,-4 0 0 0,2-1 0 16,-9 1 0-16,-6 0 0 0,-6 1 0 15,-2 4 0-15,-10-1 0 0,0 3 0 16,-7 3 0-16,-3 3 0 16,-1 5 0-16,-2 3 0 0,-6 6 0 15,0 9 0-15,0 7 0 0,-2 7 0 16,-2 7 0-16,8 3 0 0,-1 3 0 16,9 1 0-16,7 2 0 0,8-1 0 15,4 0 0-15,12-3 0 16,7-1 0-16,10-5 0 0,6-8 0 15,6-6 0-15,9-10 0 0,0-5 0 16,2-6 0-16,-7-4 0 0,-10-3 0 16,-10-3-693-16</inkml:trace>
  <inkml:trace contextRef="#ctx0" brushRef="#br0" timeOffset="178732.48">17726 15860 3233 0,'0'0'2181'0,"0"0"-1393"16,0 0-39-16,0 0-241 0,39 5-112 16,2-11-59-16,11 0-337 0,-9-1 0 15,-1 1 0-15,-7 2 0 16,-6 1 0-16,-5 0 0 0,-7-2-209 16,-7 0-1884-16,1-4-1504 0</inkml:trace>
  <inkml:trace contextRef="#ctx0" brushRef="#br0" timeOffset="179175.06">18211 15641 6731 0,'0'0'484'0,"0"0"380"15,0 0-751-15,0 0-113 16,0 0 0-16,-37 27 0 0,27-3 0 15,-7 7 0-15,7 2 0 0,4-5 0 16,0 0 0-16,1-4 0 0,5-1 0 16,0-4 0-16,2-6 0 0,3-4 0 15,-1-5 0-15,0-2 0 16,4-2 0-16,7-6 0 0,5-7 0 16,3-5 0-16,-2-3 0 0,-3 2 0 15,-5 5 0-15,-3 3 0 0,-4 5 0 16,-2 4 0-16,-4 2 0 0,0 4-137 15,0 9-47-15,0 7 184 0,-4 6-8 16,4-1 16-16,4-3-8 16,3-9 116-16,7-2-8 0,0-3-11 15,7-5-97-15,2-3 0 0,0-3 0 16,-1-8 0-16,1-2 0 16,-2-3 0-16,-5-5 0 0,1-2 0 0,-3-1 0 15,-1-3 0-15,-3 1 0 16,-6-1 0-16,2 0 0 0,-6 2 0 15,0 2 0-15,0 3 0 0,-2 5 0 16,-2 5 0-16,0 6 0 0,2 4-717 16,-2 3-764-16,-2 5-2729 0</inkml:trace>
  <inkml:trace contextRef="#ctx0" brushRef="#br0" timeOffset="179459.11">18716 15954 5466 0,'0'0'1337'0,"4"-37"52"0,-8 16-1389 0,-5 2 0 15,-3 3 0-15,-4 5 0 0,-1 2 0 16,-4 7 0-16,7 4 0 0,-5 7 0 16,1 10 0-16,1 5 0 0,3 5 0 15,1 3 0-15,3 0 0 16,10-2 0-16,0-5 0 0,12-3 0 15,1-5 0-15,5-5 0 0,3-5 0 16,0-5 0-16,-1-3 0 0,1-7 0 16,-4-4 0-16,-7-2 0 0,0-4 0 15,-6 1 0-15,-4-4 0 16,0 1 0-16,0 4 0 0,-4-2-3863 0</inkml:trace>
  <inkml:trace contextRef="#ctx0" brushRef="#br0" timeOffset="180185.43">18927 15184 4390 0,'0'0'908'0,"0"0"0"0,0 0 257 0,0 0-665 0,0 0-179 0,0 0-321 16,0 0 0-16,0 0 0 15,-13 39 0-15,19-3 0 0,9 6 0 16,1-3 0-16,5-4 0 0,6-1 0 16,0-5 0-16,2-3 0 15,2-7 0-15,2-5 0 0,-6-5 0 16,4-6 0-16,-4-3 0 0,-7-7 0 15,-3-3 0-15,-7-5 0 0,0 0 0 16,-1-5 0-16,-7-2 0 0,-2-1 0 16,0 1 0-16,-4 1 0 0,-5 2 0 15,1 2 0-15,-4 3 0 16,-3 4 0-16,-1 3 0 0,-9 5 0 16,-2 2 0-16,-4 6 0 0,-6 8 0 15,6 6 0-15,-2 4 0 0,2 4 0 16,6 1 0-16,6 1 0 0,11 0 0 15,6 0 0-15,8 3 0 0,11 0 0 16,5-1 0-16,3 2 0 16,2-2 0-16,2-3 0 0,-2 0 0 15,-4-4 0-15,-3-2 0 0,-3-3 0 16,-13-1 0-16,-4-2 0 0,-12 2 0 16,-11-1 0-16,-10 0 0 15,-4-2 0-15,-9-3 0 0,-1-1 0 16,-1-4 0-16,9-5 0 0,10-3 0 15,6-5 0-15,15-8 0 0,10-5-121 16,16-2-907-16,3 3-1405 0,10 0-301 16</inkml:trace>
  <inkml:trace contextRef="#ctx0" brushRef="#br0" timeOffset="180596.37">19648 15151 4037 0,'0'0'685'0,"0"0"771"15,0 0-519-15,0 0-289 0,0 0-219 16,0 0-429-16,0 0 0 0,12 64 0 16,-12-25 0-16,-6 6 0 0,0 3 0 15,-2 2 0-15,-5 4 0 0,-5 4 0 16,-1 2 0-16,-4 2 0 0,-1 0 0 15,-1-6 0-15,6-8 0 0,9-10 0 16,4-8 0-16,6-8 0 0,14-6 0 16,3-6 0-16,7-4 0 15,5-6 0-15,2-8 0 0,5-5 0 16,-1-7 0-16,0-4 0 0,-4-3 0 16,-11 4-2086-16,-5-2-1367 0</inkml:trace>
  <inkml:trace contextRef="#ctx0" brushRef="#br0" timeOffset="180763.25">19396 15527 6607 0,'0'0'1068'16,"0"0"-612"-16,60 16-395 0,-13-9-61 16,7-2 0-16,-4 0 0 0,-3 0 0 15,-3 0 0-15,-3 3 0 0,-6-2 0 16,-12 0 0-16,-3-4-1617 0</inkml:trace>
  <inkml:trace contextRef="#ctx0" brushRef="#br0" timeOffset="181431.45">20105 16544 5186 0,'0'0'1296'0,"0"0"414"0,0 0-1710 16,0 0 0-16,-56-35 0 0,25 28 0 15,0 4 0-15,2 2 0 16,-2 1 0-16,2 0 0 0,2 3 0 16,0 3 0-16,11 0 0 0,-1 2 0 15,7 2 0-15,2 3 0 0,6 1 0 16,2 0 0-16,6 1 0 0,6 1 0 15,9 0 0-15,4 1 0 16,8 1 0-16,2-2 0 0,6 1 0 16,1 1 0-16,-3 0 0 0,-8 3 0 15,-6 0 0-15,-11 1 0 0,-8 1 0 16,-6-2 0-16,-2 0 0 0,-10-2 0 16,2-2 0-16,-11-2 0 0,-2-2 0 15,-6 0 0-15,-2-1 0 16,-4-4 0-16,0 0 0 0,4-4 0 15,4-4 0-15,6 0 0 0,11-4 0 16,4-1 0-16,2-4-1045 0,4 1-276 16,6-11-292-16</inkml:trace>
  <inkml:trace contextRef="#ctx0" brushRef="#br0" timeOffset="181616.33">20291 16668 5478 0,'0'0'1421'0,"-21"55"-965"0,11-24 52 15,0-4-179-15,5 0-329 0,-1-2 0 16,4-2 0-16,-2-3 0 0,4-6-49 16,0-7-1007-16,0-6-381 0,4-4-560 15</inkml:trace>
  <inkml:trace contextRef="#ctx0" brushRef="#br0" timeOffset="181940.31">20444 16814 5146 0,'0'0'956'0,"0"0"-215"15,0 0 591-15,0 0-1315 0,0 0-17 16,49-2 0-16,-30-27 0 0,0 1 0 16,-3-3 0-16,-1 7 0 15,-3 6 0-15,-6 8 0 0,0 5 0 16,-3 5 0-16,-1 13 0 0,4 15 0 15,-4 8 0-15,0 4 0 0,2-1 0 16,2-8 0-16,11-6 0 16,3-6 0-16,7-6 0 0,-6-8-477 0,0-6-2648 15</inkml:trace>
  <inkml:trace contextRef="#ctx0" brushRef="#br0" timeOffset="182606.27">21277 16041 4798 0,'0'0'540'0,"0"-48"308"0,-4 30 577 15,-5 8-844-15,-1 7-581 0,-4 5 0 16,-5 10 0-16,-6 12 0 0,0 12 0 16,-3 10 0-16,5 10 0 0,-2 10 0 15,4 10 0-15,5 10 0 0,-5 8 0 16,9 9 0-16,-1 6 0 0,3 0 0 15,2 3 0-15,1-7 0 16,5-10 0-16,4-12 0 0,11-16 0 16,8-13 0-16,5-13 0 0,10-14 0 15,3-14 0-15,2-11 0 0,5-12 0 16,-3-17 0-16,-10 2-417 0,-4-8-1264 16</inkml:trace>
  <inkml:trace contextRef="#ctx0" brushRef="#br0" timeOffset="183035.41">21353 16569 6186 0,'0'0'1193'16,"0"0"-481"-16,0 0-611 0,0 0-101 16,0 0 0-16,-27 60 0 0,15-13 0 15,-2 6 0-15,3-3 0 0,7-9 0 16,2-3 0-16,2-4 0 0,6-4 0 15,3-5 0-15,1-5 0 16,0-3 0-16,-2-7 0 0,3-5 0 16,-1-5 0-16,5 0 0 0,-1-6 0 15,1-7 0-15,-1-1 0 0,1-4 0 16,1-3 0-16,1-3 0 0,1-1 0 16,1 5 0-16,-5 5 0 15,3 5 0-15,-7 10 0 0,5 1 0 16,-1 10 0-16,-6 3 0 0,1 4 0 15,-3 2 0-15,0-2 0 0,0-3 0 16,-2-4 0-16,3-4 0 0,-3-4 0 16,6-3 0-16,7-5 0 0,-1-9 0 15,3-4 0-15,-3-7 0 16,7-4 0-16,0 0 0 0,-5-3 0 16,-1-2 0-16,-7-1 0 0,-6-2 0 15,3 3 0-15,-7 4 0 0,-7 5 0 16,5 8 0-16,-2 7 0 0,-2 4 0 15,2 3 0-15,0 1 0 16,0 1-445-16,1 1-1144 0,3 3-432 0</inkml:trace>
  <inkml:trace contextRef="#ctx0" brushRef="#br0" timeOffset="183376.31">21940 16940 1604 0,'0'0'2181'0,"0"0"-1048"16,5-43 508-16,-12 29-709 0,-3-1-264 0,-2 1-635 15,-1 3-33-15,3 2 0 0,2 5 0 16,-5 3 0-16,7 5 0 0,-8 9 0 15,1 7 0-15,-1 9 0 16,1 3 0-16,1 0 0 0,6 1 0 16,2-3 0-16,6-3 0 0,6-6 0 15,6-3 0-15,5-8 0 0,0-6 0 16,1-4 0-16,5-4 0 0,-4-8 0 16,-1-9 0-16,1-7 0 0,-7 3 0 15,-1-7-2722-15</inkml:trace>
  <inkml:trace contextRef="#ctx0" brushRef="#br0" timeOffset="183562.87">22033 16398 7531 0,'0'0'661'0,"0"0"-661"0,0 0 0 16,-22 51 0-16,9-11 0 0,1 11 0 15,-3 8 0-15,7 1 0 0,6 2 0 16,2 0 0-16,10 0 0 0,5-6 0 15,3-5 0-15,3-6 0 16,6-9 0-16,2-6 0 0,0-8 0 0,-8-11-1918 16,1-10-1731-16</inkml:trace>
  <inkml:trace contextRef="#ctx0" brushRef="#br0" timeOffset="183925.04">22486 16398 5626 0,'0'0'937'0,"0"0"-321"0,0 0 397 15,0 0-1013-15,0 0 0 0,0 0 0 16,0 0 0-16,-21 54 0 16,11-8 0-16,0 8 0 0,-1 2 0 15,7-3 0-15,-2 2 0 0,4 2 0 16,-6-2 0-16,8 0 0 0,0-8 0 16,0-5 0-16,0-9 0 15,4-7 0-15,2-6 0 0,4-6 0 16,5-5 0-16,4-7 0 0,3-2 0 15,7-12 0-15,2-5 0 0,4-6 0 16,3-2 0-16,-5-1 0 0,-4 1-17 16,-9 6-1251-16,-5-1-1726 0</inkml:trace>
  <inkml:trace contextRef="#ctx0" brushRef="#br0" timeOffset="184097.96">22244 16663 6066 0,'0'0'649'0,"0"0"-217"0,0 0 296 16,0 0-411-16,44 41-317 16,-5-33 0-16,0-2 0 0,9-6 0 15,-1-3 0-15,5-6 0 0,-4-2 0 16,5-4 0-16,-1-2 0 0,-2-4-553 16,-15 5-1684-16,-6-4-644 0</inkml:trace>
  <inkml:trace contextRef="#ctx0" brushRef="#br0" timeOffset="184407.47">22875 15937 4774 0,'0'0'560'0,"0"0"224"0,2-37 273 16,2 31-485-16,8 6-216 0,7 6-267 15,6 11-89-15,6 14 0 0,-2 15 0 16,4 10 0-16,-4 12 0 16,-2 7 0-16,-7 2 0 0,-5 1 0 15,-5-2 0-15,-8-6 0 0,-4-1 0 16,-12-5 0-16,-7-3 0 0,-10-1 0 16,-4-7 0-16,-4-3 0 15,-3-8 0-15,5-8 0 0,6-7 0 16,2-6 0-16,6-5 0 0,5-8 0 15,-1-2-1065-15</inkml:trace>
  <inkml:trace contextRef="#ctx0" brushRef="#br1" timeOffset="190569.04">11477 15519 4197 0,'0'0'893'0,"0"0"423"0,0 0-823 15,0 0-121-15,0 0 128 0,0 0-440 16,-44 17-24-16,24 16 56 16,-1 8-64-16,8 7 60 0,5 7 29 0,2 7-117 15,6 8 0-15,6 7 0 16,-2 7 0-16,-4 10 0 0,4 4 0 16,-8 3 0-16,0 1 0 0,-6-3 0 15,4-2 0-15,-1-1 0 0,3-7 0 16,4-5 0-16,0-5 0 0,0-8 0 15,4-6 0-15,-4-5 0 0,0-4 0 16,-4-8 0-16,-2-6 0 16,-4-6 0-16,4-8-417 0,-3-3-311 15,3-8-773-15,0-8 104 0,6-3-271 0</inkml:trace>
  <inkml:trace contextRef="#ctx0" brushRef="#br1" timeOffset="191191.42">11187 17335 3885 0,'0'0'597'0,"0"0"-245"0,0 0 184 0,0 0-208 16,46-3 8-16,-19 4 241 0,-1 5-381 15,10 3-108-15,1 0-48 0,10 4-32 16,7-1-8-16,10 1 8 0,13 4-4 16,3-3-4-16,15 1 0 0,15 1 8 15,6-1-8-15,14-1 12 16,10-1 8-16,9 4-16 0,13-3 44 16,1 2-44-16,17 0 20 0,2-2 44 15,8 2-56-15,14-1 32 0,3 2 40 16,8-1-56-16,6 0 40 0,9-1 36 15,7 1-100-15,5-1 24 16,8 2 8-16,5-2-24 0,7 3-12 16,5 0 8-16,2 2 4 0,-34-2-12 15,7 1 0-15,0 1 8 0,0-1-8 16,37 5 0-16,4-1-16 0,6 3-16 16,1 0-68-16,1 1 0 15,3 0 60-15,-5 1 32 0,1-2-24 16,-1 1 32-16,-8-1 0 0,-6-1 4 15,-6 0-8-15,-17-2-56 0,-14-1-112 16,-19-5-72-16,-23-6-637 0,-55-4-315 16,-3-7-753-16</inkml:trace>
  <inkml:trace contextRef="#ctx0" brushRef="#br1" timeOffset="192770.39">11286 15375 4057 0,'0'0'813'0,"42"-1"-645"15,-15 0 24-15,0 1 188 16,8 0-224-16,2 0-72 0,6 2-4 16,3 2-80-16,8-1 16 0,8 2 0 15,12 0-16-15,11-2 0 0,14 2 4 16,6 0 8-16,5-1-12 0,16 0 0 15,6 1 0-15,9-3 0 0,6 2 20 16,6-3-8-16,0 0-8 16,0-1 68-16,4 0-68 0,0 0 16 15,0 1-12-15,2 3-4 0,2 1-4 16,-2-1 0-16,3 1 0 0,-3 3 0 16,2 2 0-16,-2 0 4 15,2 0-4-15,-1 1 4 0,-3-3-4 16,0 2 0-16,0-3 0 0,-4 0-4 15,-2-1 4-15,-6-3 4 0,-5 2 0 16,1-4-4-16,-13 2 16 0,-2-2-8 16,-6-1 12-16,-11 0 48 0,-3 0-64 15,-5 0-4-15,-4 0 0 16,-2 0 4-16,-4 0-4 0,-6 1 0 16,-2 0-60-16,-5-1-136 0,-7 0-360 15,-5 0 20-15,-6-1-41 0,-11-2-479 16,-1 0 616-16,-7-2 288 0,-4 2 152 15,-4-3 172-15,-6 1 116 0,4-1 324 16,-4 0-184-16,2-1-63 0,-2 1 123 16,0-2-180-16,-2 2-80 15,-3-2 100-15,3-1-240 0,-2-1-52 16,-2-1-32-16,1-3 0 0,1 1-8 16,0-4-108-16,2-1-80 15,1-2 56-15,3-1 104 0,2-2 20 16,9 0 12-16,-1 0 108 0,2-2 24 15,11 3 52-15,0-6 100 0,6 1-160 16,2-1-24-16,6-2 9 0,0 2-105 16,4-1 12-16,0 2-8 0,5 1 0 15,-3 0-8-15,3 3 0 16,1 4 4-16,1 3-4 0,-1 5 0 16,-2 4 4-16,7 4-4 0,-4 4 0 15,3 6-4-15,3 3 4 0,6 5 0 16,6 2-8-16,0 3 8 0,4 3-4 15,4-1-113-15,3 2 25 0,3 1 28 16,3 0 48-16,4 0 16 0,2 1 36 16,2-1 44-16,6 2 65 15,0-1 163-15,4 0-180 0,2 3-56 16,5-1-36-16,-3 1-36 0,0-1 0 16,-1 1-12-16,-1-1-128 0,-2-2-32 15,0 0-153-15,-6-2 73 16,3 3 52-16,-10-1-24 0,-1 5 140 15,-6-1 84-15,-5-1 32 0,-8 2 32 16,-6 0 44-16,-6-1 68 0,0 0-116 16,-5-2 36-16,-5-1 12 0,-5-1-104 15,-2 2 8-15,-4 1-12 16,-4-1-8-16,-4 1-16 0,-6-2-132 16,-5 2 0-16,-6 1 32 0,-3-2-80 15,-10 2 28-15,-5 0 16 0,-6 0-60 16,-9 2 132-16,-6 1 64 0,-4 4 24 15,-7 3-20-15,-3 2 20 0,-5 2 44 16,1 4-32-16,-3 0 20 16,-2 3 0-16,-2 2-24 0,-1 1-8 15,-5 3 24-15,-2 3 48 0,-7 2 64 16,-1 1 44-16,-7-1-68 0,-5-1 8 16,-1 1 124-16,-6-3-128 0,-4 4 32 15,-4-2 133-15,-7 1-85 16,5 4 0-16,-2-2 64 0,-3-2-164 15,-1 2 0-15,1-2-40 0,1 0-32 16,10-6-24-16,-2 2 0 0,4-2-24 16,4-1-120-16,-10 1-28 0,-1-6 60 15,-1-8 112-15,-2-7-8 16,-1-8 28-16,-5-7 8 0,-3-7 176 16,-4-5-120-16,-3-3 32 0,-12-3 28 15,-9-2-132-15,-7 3 20 0,-6 1-20 16,4 1-8-16,0 2-8 0,7 1-4 15,30-3-744-15,-6-6-1257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39:27.38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597 1659 1220 0,'0'0'2081'15,"0"0"-1781"-15,0 0 8 0,0 0 377 16,0 0-205-16,0 0-76 0,-35 1 148 16,31-1-284-16,4 0-28 0,-4 0 93 15,2 0-197-15,2 0-28 0,-4-1-16 16,4 1-72-16,0 0-20 0,10-1 20 16,0 0-8-16,11 0-12 0,10 1 8 15,13 0 0-15,11 0-8 16,12 0 0-16,11 0 12 0,-1-1-12 15,-1 1 112-15,-2 0-60 0,-3 0 12 16,3 0 44-16,5 0-100 0,1 0 68 16,13 0 88-16,-2 0-136 0,6 0 0 15,3 0 0-15,1 1-24 16,4 2-4-16,5 0 8 0,2 1 4 16,1 0-12-16,9-1 0 0,0 0 4 15,2-1-4-15,4 0 8 16,-2-2-4-16,1 0-4 0,3 0 4 15,2 0 8-15,0-2-12 0,5 2 0 16,1-3 4-16,5 0-4 0,0 0 8 16,-1 0-4-16,1 3-4 0,-3-1 28 15,3-1-16-15,2 2 0 0,-1-1 20 16,1 0-16-16,2 0-16 0,0 1 16 16,-3 0-12-16,7 0-4 0,-4 6 0 15,6-2 0-15,-2 3 0 0,2 0 4 16,4 0 4-16,2 1-8 15,-2 1 4-15,0-1 4 0,2 0-8 16,3 1 0-16,1-3 8 0,0 0-8 16,1-2 0-16,-1 0 4 0,-2-2-4 15,-2-1 0-15,3-1 9 16,-5 0-9-16,-4 0 0 0,4-1 0 16,-2-2 0-16,0 1 0 0,4 1 0 15,2 0 0-15,-2-2 0 16,3 2 0-16,-3-1 0 0,2 0 0 15,-2-1 0-15,-6 2 0 0,4 0 0 16,-10-1 0-16,0 0 0 0,-15 1 0 16,-6-1 0-16,-12 1 0 0,-13-1 0 15,-2 1-69-15,-14 1-35 0,-10 0-328 16,-18 1-316-16,-17 1-413 0,-18-2-2949 0</inkml:trace>
  <inkml:trace contextRef="#ctx0" brushRef="#br0" timeOffset="2867.15">14296 1350 2044 0,'0'0'3286'0,"0"0"-2910"0,-14 52-64 16,8-28 176-16,1-2-199 0,-1-1-45 15,2-3-216-15,2-2-4 0,-2-3 16 16,2-4-32-16,2-3-4 0,-4-3 0 16,4-1 20-16,0 0-20 0,0-2 336 15,0-6 68-15,0-8-139 0,0-13-269 16,0-6 0-16,0-8 0 15,4-3 0-15,2 1 0 0,6 0 0 16,3 5 0-16,1 6 0 0,-1 8 0 16,6 6 0-16,-9 5 0 0,7 4 0 15,-7 3 0-15,2 4 0 16,-1 0 0-16,1 2 0 0,3 3-25 16,-1 3-767-16,-1 0-1377 0,-9 0-488 0</inkml:trace>
  <inkml:trace contextRef="#ctx0" brushRef="#br0" timeOffset="3164.64">14538 1512 5122 0,'0'0'2073'16,"0"0"-1577"-16,0 0 5 0,43-31-501 16,-14 2 0-16,-6-6 0 0,-2-3 0 15,-7 3 0-15,-3-3 0 0,-5 3 0 16,-6 3 0-16,0 4 0 15,-6 9 0-15,-3 5 0 0,-3 8 0 16,-3 6 0-16,-1 6 0 0,-5 10 0 16,-4 9 0-16,3 5 0 0,-3 8 0 15,-2 2 0-15,11-1 0 16,1-2 0-16,13-3 0 0,8-4 0 16,11-6 0-16,10-3 0 0,8-8 0 15,8-6 0-15,15-7 0 16,8-3 0-16,9-8 0 0,-18 0-1686 15,-5-3-2896-15</inkml:trace>
  <inkml:trace contextRef="#ctx0" brushRef="#br0" timeOffset="3598.02">15100 1241 5570 0,'0'0'1017'16,"0"0"-517"-16,0 0 392 0,0 0-679 15,0 0-213-15,0 0 0 0,-51-28 0 16,34 28 0-16,-6 3 0 15,5 1 0-15,1 4 0 0,3-2 0 16,5-1 0-16,5 0 0 0,4 0 0 16,0 2 0-16,0 4 0 0,17 3 0 15,-1 1 0-15,9 3 0 0,-2-1 0 16,2-1 0-16,-5 0 0 0,3-1 0 16,-2-2 0-16,-7 0 0 0,-3 1 0 15,-7 2 0-15,-4-1 0 0,-8 3 0 16,-5 0 0-16,-5 0 0 15,-5 0 0-15,-4 0 0 0,-2 3 0 16,-4-5 0-16,8-4 0 0,2-4 0 16,3-7 0-16,13-1-733 0,-1-2-384 15,8-7-3137-15</inkml:trace>
  <inkml:trace contextRef="#ctx0" brushRef="#br0" timeOffset="3947.07">15073 1886 3161 0,'-10'37'2629'15,"0"-7"-1917"-15,6 1-415 0,2-17 303 16,2-4-400-16,0-6-8 0,0-4 132 16,2-5-247-16,2-10-77 0,6-17 0 15,0-10 0-15,3-11 0 0,-3-6 0 16,5-5 0-16,-1-12 0 15,-1-2 0-15,3 0 0 0,5 6 0 16,8 14 0-16,0 11 0 0,0 13 0 16,-7 11 0-16,-5 7 0 0,-3 7 0 15,-8 6 0-15,-1 3 0 16,-1 1 0-16,-2 7 0 0,4 8 0 16,-2 3 0-16,0 3 0 0,-4 2 0 15,-4-2 0-15,-6 1 0 16,-1 2 0-16,-1-2 0 0,-2 1 0 15,-7-2 0-15,4-3 0 0,1 1 0 16,-3-2 0-16,7-1 0 0,2-4-421 16,3-1-355-16,3-4-205 0,4-3-1984 0</inkml:trace>
  <inkml:trace contextRef="#ctx0" brushRef="#br0" timeOffset="4247.91">15605 1320 3753 0,'0'0'2689'16,"-21"-43"-1788"-16,9 22-329 0,-3 7-295 16,1 6-277-16,-3 4 0 0,1 4 0 15,1 3 0-15,-1 8 0 16,1 5 0-16,-1 6 0 0,3 2 0 16,3 1 0-16,6 3 0 0,4-4 0 15,6 0 0-15,8-4 0 16,9-5 0-16,2-2 0 0,6-8 0 15,0-3 0-15,-4-2 0 0,0-5 0 16,-3-5 0-16,-3-3 0 0,-4-5 0 16,-5-4 0-16,-2-3 0 0,-5-4 0 15,1 2 0-15,-6 1 0 0,0 5-341 16,0 6-675-16,0 7-69 0,0 6-1320 0</inkml:trace>
  <inkml:trace contextRef="#ctx0" brushRef="#br0" timeOffset="4493.67">15718 1376 1600 0,'0'0'4890'0,"-29"33"-4121"0,23-22-17 16,0-5-571-16,2-2-181 0,0-3 0 15,4-1 0-15,0-1 0 16,8-10 0-16,9-11 0 0,7-6 0 16,5-4 0-16,-2 0 0 0,-2 7 0 15,-4 5 0-15,-5 8 0 16,-5 7 0-16,-11 4 0 0,4 1 0 15,-4 7 0-15,0 6 0 0,-4 9 0 16,1 5 0-16,-1 1 0 0,0 0 0 16,-2-1 0-16,2 0 0 0,4-2 0 15,0 0 0-15,0-2-273 0,10-5-1768 16,1-5-104-16,3-7-976 0</inkml:trace>
  <inkml:trace contextRef="#ctx0" brushRef="#br0" timeOffset="4587.07">16088 1353 2257 0,'0'0'776'16,"-37"-7"-776"-16,23 7-392 0,1-2-789 15</inkml:trace>
  <inkml:trace contextRef="#ctx0" brushRef="#br0" timeOffset="5078.8">16173 1290 3305 0,'0'0'2357'16,"0"0"-1501"-16,-33-16 133 0,8 12-505 16,-2 3-283-16,-4 1-201 0,0 5 0 15,-2 2 0-15,9 3 0 16,-3 2 0-16,10 2 0 0,7 1 0 15,8 0 0-15,4 0 0 0,14 1 0 16,9-3 0-16,2-1 0 0,8 2 0 16,-2-3 0-16,-2 0 0 0,-8-1 0 15,2 2 0-15,-9-2 0 0,-5 1 0 16,-3 0 0-16,-8 1 0 0,-8-1 0 16,-5 2 0-16,-5 2 0 0,-5-2 0 15,-2-1 0-15,2-2 0 0,-4-3 0 16,3-2 0-16,7-2 0 15,7-2 0-15,4-1 0 0,6 0 0 16,2 0 0-16,4-2-1305 0,19-2-312 0</inkml:trace>
  <inkml:trace contextRef="#ctx0" brushRef="#br0" timeOffset="5326.25">16283 1496 7787 0,'0'0'405'16,"0"0"-405"-16,37-44 0 0,-23 27 0 15,-1-2 0-15,1-2 0 0,1-2 0 16,-3 2 0-16,-8 1 0 0,0 3 0 16,-4 5 0-16,-8 5 0 0,-8 7 0 15,1 5 0-15,-8 11 0 0,-1 9 0 16,-3 8 0-16,0 6 0 0,4 3 0 16,4-2 0-16,7 1 0 0,8-4 0 15,8-4 0-15,15-5 0 0,6-8 0 16,12-4 0-16,10-7 0 15,11-3 0-15,4-4 0 0,2-3-401 16,-8-2-2292-16,-2-5-2145 0</inkml:trace>
  <inkml:trace contextRef="#ctx0" brushRef="#br0" timeOffset="5681.38">17337 979 6406 0,'0'0'285'0,"0"0"683"0,0 0-616 16,0 0-171-16,-8 45-181 0,1-7 0 16,-3 8 0-16,10 4 0 0,0 2 0 15,0 1 0-15,0 4 0 16,0 1 0-16,0-3 0 0,-2-4 0 15,0-4 0-15,0-4 0 0,-2-8 0 16,2-7 0-16,0-9 0 0,0-10-3806 0</inkml:trace>
  <inkml:trace contextRef="#ctx0" brushRef="#br0" timeOffset="5850.25">17229 1472 7231 0,'0'0'896'0,"52"-5"-831"15,-17 2-65-15,-8 1 0 0,-2 1 0 16,-2-1 0-16,-1-1 0 0,1-2 0 16,0-1 0-16,2 0 0 0,-3 0 0 15,-1 0-1678-15,-4 2-466 16,-7 2-1934-16</inkml:trace>
  <inkml:trace contextRef="#ctx0" brushRef="#br0" timeOffset="6052.26">17602 1398 5982 0,'0'0'1369'0,"0"0"-528"15,-42 5-841-15,22 10 0 0,-3 6 0 16,2 3 0-16,7 2 0 0,1 2 0 16,13-3 0-16,4 1 0 0,9-5 0 15,7-4 0-15,7-3 0 0,4-6 0 16,7-3 0-16,-1-5 0 0,-2-6 0 16,-8-6 0-16,-7-1 0 0,-3-6 0 15,-7 0 0-15,-6-1 0 16,-4-4 0-16,-4 0 0 0,-6-3 0 15,0 0 0-15,-1 8-9 0,-1-1-2020 0</inkml:trace>
  <inkml:trace contextRef="#ctx0" brushRef="#br0" timeOffset="6761.28">18662 1376 3837 0,'0'0'3534'0,"-21"-57"-2906"16,11 33-435-16,-5 7-193 0,-1 8 0 15,-1 7 0-15,-3 8 0 16,-1 11 0-16,-2 13 0 0,-1 5 0 16,3 7 0-16,4 0 0 0,7-4 0 15,8-3 0-15,2-6 0 16,10-5 0-16,3-6 0 0,7-6 0 15,7-8 0-15,0-5 0 0,4-8 0 16,0-4 0-16,0-5 0 0,-8-2 0 16,2 1 0-16,-5-4 0 0,-3 5 0 15,-3 3 0-15,-3 7 0 0,-5 2 0 16,-2 5 0-16,-2 1 0 0,2 0 0 16,0 4 0-16,-2 3 0 0,3 0 0 15,-1 4 0-15,-2 0 0 0,2 4 0 16,-2-1 0-16,-2-1 0 15,4-2 0-15,-4-1 0 0,0-1 0 16,0-3 0-16,0-2 0 0,0 0 0 16,4 0 0-16,-2 0-61 0,9-3-43 15,-1-1 96-15,4-7-12 16,-1-2 20-16,-3-3 64 0,-4-1-32 16,-2-1 65-16,3-2-97 0,-3-1 0 15,-4 0 0-15,0-2 0 16,4 0 0-16,0 2 0 0,2 2 0 15,-2 5 0-15,3 4 0 0,-1 3 0 16,0 1 0-16,-2 0 0 0,9 2 0 16,-3 11 0-16,0 10 0 0,1 6 0 15,-3 3 0-15,2-1 0 0,3-6 0 16,3-3 0-16,-1-2 0 0,5-6 0 16,-3-4 0-16,3-5 0 0,-5-3-2082 15,-3-4-3184-15</inkml:trace>
  <inkml:trace contextRef="#ctx0" brushRef="#br0" timeOffset="7335.69">19669 1383 8123 0,'0'0'69'0,"0"0"-69"0,0 0 0 0,-29 70 0 15,8-24 0-15,-2 2 0 0,5-12 0 16,7-11 0-16,9-9 0 0,2-5 0 16,2-6 0-16,2-3-1269 0,5-7-960 15</inkml:trace>
  <inkml:trace contextRef="#ctx0" brushRef="#br0" timeOffset="7474.73">19745 941 6146 0,'0'0'76'0,"0"0"80"0,-41 51-112 16,39-26-44-16,2 0-16 0,0-7-1032 15,4 0-789-15</inkml:trace>
  <inkml:trace contextRef="#ctx0" brushRef="#br0" timeOffset="7830.26">19739 1693 6667 0,'0'0'884'0,"0"0"-456"16,0 0-215-16,0 0-213 0,0 0 0 16,47-45 0-16,-26 3 0 0,0-5 0 15,-5 3 0-15,-5 7 0 16,1 7 0-16,-8 9 0 0,2 8 0 16,-4 7 0-16,-2 6 0 0,0 6 0 15,0 10 0-15,-4 13 0 16,-4 6 0-16,-4 4 0 0,5-3 0 15,3-6 0-15,4-6 0 0,0-6 0 16,7-6 0-16,-3-5 0 0,0-6 0 16,4-1 0-16,4-10 0 0,1-12 0 15,3-6 0-15,-1-6 0 0,-3 0 0 16,-1 4 0-16,1 1 0 0,-4 5 0 16,1 8 0-16,-5 5 0 0,-2 8 0 15,-2 3 0-15,0 3 0 0,0 9 0 16,0 11 0-16,0 5 0 15,0 3 0-15,0-1 0 0,8-3 0 16,0-1 0-16,11-2 0 0,2-2 0 16,-9-7-1105-16,2-1-2013 0</inkml:trace>
  <inkml:trace contextRef="#ctx0" brushRef="#br0" timeOffset="8168.13">20043 2237 6683 0,'0'0'996'16,"0"0"-632"-16,-27 37-215 0,25-32-149 16,0-3 0-16,2 1 0 0,0-3 0 15,4-7 0-15,6-13 0 0,3-18 0 16,3-16 0-16,5-12 0 0,-3-14 0 16,-1-3 0-16,4-7 0 0,-1 2 0 15,3 8 0-15,2 16 0 0,-6 18 0 16,-7 14 0-16,-4 15 0 15,-2 8 0-15,-6 5 0 0,2 2 0 16,-2 2 0-16,0 0 0 0,3 5 0 16,1 7 0-16,0 11 0 0,-2 4 0 15,-2 7 0-15,-4-1 0 16,-5-1 0-16,-5-3 0 0,2-1 0 16,-1-3 0-16,-3-6 0 0,5-2 0 15,3-6 0-15,0-5 0 16,6-4 0-16,0-2 0 0,2-4-261 15,0 0-1208-15,2-7-431 0</inkml:trace>
  <inkml:trace contextRef="#ctx0" brushRef="#br0" timeOffset="8413.91">20421 1516 6538 0,'0'0'1161'0,"0"0"-668"15,-35 9-493-15,25 7 0 0,-1 6 0 16,1 4 0-16,4 6 0 15,2 3 0-15,4 2 0 0,2 0 0 16,6-2 0-16,4-4 0 0,7-5 0 16,2-6 0-16,3-5 0 0,-1-9 0 15,8-6 0-15,-4-11 0 16,0-9 0-16,-2-6 0 0,-5-6 0 16,-3-5 0-16,-7-2 0 0,-6-8 0 15,-2-2 0-15,1 1 0 16,-3 7 0-16,0 11 0 0,0 7 0 15,0 2-213-15,0 6-1127 0,2-2-3471 0</inkml:trace>
  <inkml:trace contextRef="#ctx0" brushRef="#br0" timeOffset="8631.81">20768 1085 7767 0,'0'0'425'0,"0"0"-425"0,-4 32 0 15,-2 10 0-15,-2 12 0 0,4 9 0 16,4-1 0-16,0-2 0 0,2 0 0 16,4-4 0-16,0-1 0 0,-2-5 0 15,7-4 0-15,-5-5 0 16,2-5 0-16,-2-11 0 0,-2-9-1261 16,1-8-784-16</inkml:trace>
  <inkml:trace contextRef="#ctx0" brushRef="#br0" timeOffset="8974.79">21153 1314 7431 0,'0'0'368'0,"-33"-15"25"16,14 12-393-16,3 3 0 0,1 4 0 15,-1 2 0-15,-1 2 0 0,7 3 0 16,-5 1 0-16,5 2 0 15,2 1 0-15,4 2 0 0,4 1 0 16,4-2 0-16,8 1 0 0,3-2 0 16,1-1 0-16,9-2 0 0,-2 1 0 15,1 1 0-15,3 0 0 16,-4 2 0-16,-2-1 0 0,-9 1 0 16,-4-3 0-16,-8 0 0 0,-2 3 0 15,-6-1 0-15,-8-1 0 16,-1 0 0-16,-4-2 0 0,-1-2 0 15,1-2 0-15,0-5 0 0,7-2 0 16,-1-1 0-16,5-4 0 0,4-4 0 16,2 1 0-16,4 0 0 0,4-2-1581 15,2 3-813-15</inkml:trace>
  <inkml:trace contextRef="#ctx0" brushRef="#br0" timeOffset="9211.23">21347 1524 7907 0,'0'0'285'0,"21"-36"-285"16,-7 13 0-16,-8-4 0 0,1-5 0 16,-1-2 0-16,-2 5 0 0,-4 10 0 15,4 11 0-15,-4 6 0 16,0 2 0-16,-6 6 0 0,-6 8 0 16,-11 12 0-16,-2 10 0 0,-4 6 0 15,2 3 0-15,4-1 0 16,5-1 0-16,3 0 0 0,9-5 0 15,6-5 0-15,6-6 0 0,17-5 0 16,10-6 0-16,13-9 0 0,12-5 0 16,8-4 0-16,8-8 0 0,-2-3 0 15,-18 1 0-15,-2-4-205 0</inkml:trace>
  <inkml:trace contextRef="#ctx0" brushRef="#br0" timeOffset="64429.1">5362 9328 2377 0,'0'0'1956'15,"0"0"-1227"-15,0 0 431 16,0 0-571-16,0 0-177 0,0 0 80 16,0 0-344-16,0 0 24 0,-12 67-15 15,6-18-157-15,-3 7 0 0,3 1 0 16,6-5 0-16,0 2 0 0,4-3 0 15,2-4 0-15,5-2 0 0,-1-7 0 16,0-5 0-16,3-4 0 16,-3-13 0-16,5-3 0 0,-5-8 0 15,0-8 0-15,7-12 0 0,-3-7 0 16,5-11 0-16,-1-4 0 0,-5 0 0 16,1 4 0-16,-3 9 0 15,-7 12 0-15,-4 9 0 0,2 3 0 16,2 2 0-16,-2 11 0 0,6 12 0 15,-4 7 0-15,7 0 0 0,1 1 0 16,3-7 0-16,1-3 0 0,1-8 0 16,8-6 0-16,-3-7 0 0,5-4 0 15,2-10 0-15,-2-6 0 16,-6-7 0-16,-5-2 0 0,-5-6 0 16,-1-3 0-16,-10-1 0 0,0-1 0 15,-8-3 0-15,-5-4 0 0,-1-5 0 16,-3-3 0-16,7 0 0 0,6 6 0 15,8 8-497-15,10 6-391 0,3 6-825 16,-5 7 404-16,1 4 933 0</inkml:trace>
  <inkml:trace contextRef="#ctx0" brushRef="#br0" timeOffset="64752.28">5895 9275 5102 0,'0'0'784'0,"-4"63"309"0,4-24-445 15,0 3-276-15,0 4-179 0,0 2-193 16,0 1 0-16,0 3 0 16,4-2 0-16,3-3 0 0,3 0 0 15,0-5 0-15,1-5 0 0,-1-7 0 16,-4-10 0-16,0-8 0 0,-1-8 0 16,-1-4 0-16,2-2 0 0,4-12 0 15,1-15 0-15,-1-6 0 0,0-5 0 16,-4 6 0-16,5 12 0 0,-11 9 0 15,4 6 0-15,-4 4 0 0,2 3 0 16,2 4 0-16,-4 6 0 16,6 9 0-16,0 5 0 0,3 0 0 15,1-3 0-15,-4-4 0 0,5-2 0 16,3-2 0-16,3-2-1089 0,-3-5-160 16,-2-5-2777-16</inkml:trace>
  <inkml:trace contextRef="#ctx0" brushRef="#br0" timeOffset="65046.28">6270 9718 6238 0,'0'0'1509'0,"-31"-40"-1064"16,20 27-445-16,5 6 0 15,0 6 0-15,2 1 0 0,0 0 0 16,-3 1 0-16,1 6 0 0,-4 6 0 16,-1 6 0-16,5 1 0 0,2 0 0 15,0-3 0-15,4-4 0 0,0-5 0 16,4-4 0-16,6-3 0 0,3-2 0 15,5-4 0-15,-5-7 0 0,-3 0 0 16,1-2 0-16,-3 0 0 16,-2 2 0-16,0 0 0 0,-2 4 0 15,-4 6 0-15,0 1 0 0,0 3 0 16,2 10 0-16,-2 11 0 0,5 9 0 16,-1 3 0-16,2-4 0 15,0-9 0-15,2-5 0 0,5-4 0 16,1-8 0-16,3-5 0 0,-7-1-1289 15,0-8-580-15</inkml:trace>
  <inkml:trace contextRef="#ctx0" brushRef="#br0" timeOffset="65211.04">6354 9242 6538 0,'0'0'733'0,"0"0"127"0,0 0-799 15,0 0-61-15,0 0 0 0,0 0 0 16,0 0 0-16,-2 60 0 0,8-11 0 15,5 3 0-15,-1-1 0 0,7 6 0 16,-7 1 0-16,0 2 0 16,-6 3 0-16,3-1 0 0,-7-3 0 15,0-7 0-15,-7-15-1293 0,3-8-524 0</inkml:trace>
  <inkml:trace contextRef="#ctx0" brushRef="#br0" timeOffset="65354.74">6284 9785 6951 0,'0'0'828'16,"33"-10"-415"-16,-12 4-413 0,-1 1 0 16,3-4 0-16,6-3 0 0,2-2 0 15,2-5 0-15,-8 4-1637 16,-2-4-2950-16</inkml:trace>
  <inkml:trace contextRef="#ctx0" brushRef="#br0" timeOffset="66060.82">7555 9583 6643 0,'0'0'668'0,"-37"-20"-168"0,16 16-119 16,7 4-381-16,-3 3 0 0,1 9 0 16,6 3 0-16,-5 8 0 0,5 4 0 15,-1 3 0-15,-3 1 0 0,8-1 0 16,4-1 0-16,2-6 0 0,2-6 0 15,2-5 0-15,6-5 0 0,3-6 0 16,1-1 0-16,7-7 0 16,-1-8 0-16,1-3 0 0,-4-2 0 15,3 2 0-15,-9 5 0 0,-1 6 0 16,-4 5 0-16,-6 2 0 0,6 9 0 16,3 9 0-16,-3 3 0 15,-2 5 0-15,4-1 0 0,1-5 0 16,-3-2 0-16,4-4 0 0,0-3 0 15,1-5-133-15,3-6-1275 16,-1-1-337-16,-3-9-840 0</inkml:trace>
  <inkml:trace contextRef="#ctx0" brushRef="#br0" timeOffset="66369.95">7828 9221 5946 0,'0'0'717'0,"0"0"435"16,0 0-775-16,0 0-377 0,0 0 0 15,-35 28 0-15,21 11 0 0,1 8 0 16,3 5 0-16,0 2 0 16,-1 4 0-16,1 5 0 0,4 1 0 15,1-1 0-15,5-4 0 0,5-8 0 16,1-11 0-16,8-8 0 0,3-8 0 16,-3-11 0-16,3-6 0 15,-1-7 0-15,-1-5 0 0,1-10 0 16,-5-7 0-16,-5-5 0 0,-6-1 0 15,0-3 0-15,-10 4 0 0,-7 2 0 16,-4 6 0-16,1 8 0 0,-1 9 0 16,5 3 0-16,5 10 0 15,5 1 0-15,2 1-145 0,4-2-1339 16,0-4 19-16,0-4-552 0</inkml:trace>
  <inkml:trace contextRef="#ctx0" brushRef="#br0" timeOffset="66661.3">7950 9626 6831 0,'0'0'932'15,"0"0"-503"-15,0 0-429 0,0 0 0 16,0 0 0-16,-37-3 0 0,27 20 0 16,-1 13 0-16,1 5 0 0,0 7 0 15,10-3 0-15,0-2 0 16,4-2 0-16,8-4 0 0,3-7 0 15,5-8 0-15,1-5 0 16,2-5 0-16,1-6 0 0,-1-3 0 16,-2-8 0-16,0-7 0 0,-7-6 0 15,-4-2 0-15,-8-2 0 0,-2-3 0 16,-2-1 0-16,-6 1 0 0,2 3 0 16,-4 2 0-16,-5 6 0 0,9 5 0 15,0 7 0-15,-1 4 0 0,7 4-33 16,-2 0-1431-16,2 0-669 0</inkml:trace>
  <inkml:trace contextRef="#ctx0" brushRef="#br0" timeOffset="66925.84">8118 9687 7775 0,'0'0'417'15,"-15"34"-417"-15,9-10 0 0,0 2 0 16,4 3 0-16,2 2 0 0,8-2 0 15,2-2 0-15,3-6 0 0,7-2 0 16,5-4 0-16,-2-5 0 0,2-4 0 16,-3-4 0-16,3-3 0 15,-8-5 0-15,-1-7 0 0,-1-2 0 16,-9-3 0-16,2-3 0 0,-8-3 0 16,0-2 0-16,0-1 0 0,-4 2 0 15,0 2 0-15,2 7 0 0,-2 4 0 16,-2 3 0-16,6 4-517 0,0 2-2508 15,2-5-1297-15</inkml:trace>
  <inkml:trace contextRef="#ctx0" brushRef="#br0" timeOffset="67204.73">8455 9218 6170 0,'0'0'1589'0,"0"0"-1156"15,0 0-433-15,0 0 0 0,0 0 0 16,0 0 0-16,0 0 0 16,0 35 0-16,16 2 0 0,-1 9 0 15,5 4 0-15,-3 2 0 0,-5 3 0 16,3 5 0-16,-11 2 0 0,-4 5 0 16,-11 3 0-16,-3-3 0 0,-7-2 0 15,5-8 0-15,-1-10 0 0,3-13 0 16,8-13 0-16,1-9 0 0,3-8 0 15,2-6 0-15,11-9 0 0,7-13-121 16,7-3-1163-16,0 2-85 16,-2 1-1548-16</inkml:trace>
  <inkml:trace contextRef="#ctx0" brushRef="#br0" timeOffset="67341.7">8312 9786 2985 0,'0'0'3946'0,"0"0"-3718"15,47-12 444-15,-9 5-311 0,3 0-361 16,-4 0 0-16,0 0 0 0,5-3 0 16,-5-1 0-16,-10 2 0 15,-7-4-2238-15</inkml:trace>
  <inkml:trace contextRef="#ctx0" brushRef="#br0" timeOffset="68006.89">9317 9482 4530 0,'0'0'1868'0,"0"0"-1407"0,26-47 43 16,-9 23 224-16,2-4-627 0,3-1-101 16,5 0 0-16,2-2 0 0,4 5 0 15,2 2 0-15,-2 6 0 16,3 7 0-16,-3 8 0 0,-7 6 0 15,-1 11 0-15,-2 7 0 0,-9 11 0 16,-3 7 0-16,-11 9 0 16,0 3 0-16,-4 1 0 0,-7 0 0 15,-5 0 0-15,-5-2 0 0,-2-1 0 16,-8-2 0-16,0-2 0 0,-4-6 0 16,2-2 0-16,2-9 0 0,-2-6 0 15,2-8 0-15,4-9 0 0,2-8-117 16,5-7 37-16,3-14 80 0,3-9 52 15,3-3 4-15,5-2 33 0,6 10-89 16,11 5 0-16,9 9 0 16,7 8 0-16,4 6 0 0,0 13 0 15,6 10 0-15,0 6 0 0,-1 6 0 16,1-1 0-16,-4 0 0 16,8 0 0-16,-4-6 0 0,-1-2 0 15,-3-8 0-15,-9-6-689 0,-7-7-3213 0</inkml:trace>
  <inkml:trace contextRef="#ctx0" brushRef="#br0" timeOffset="71804.64">10582 9747 2861 0,'0'0'2349'0,"0"0"-632"0,0 0-869 0,0 0-431 16,0 0-417-16,-15 33 0 15,15-1 0-15,-6 5 0 0,2-4 0 16,4-4 0-16,0-6 0 0,0-4 0 15,4-7 0-15,-4-4 0 0,6-8-33 16,-2-1-1403-16,-4-12-5115 0</inkml:trace>
  <inkml:trace contextRef="#ctx0" brushRef="#br0" timeOffset="71936.23">10613 9253 3913 0,'0'0'1201'15,"-25"42"-1169"-15,19-17-32 0,6-9-4 16,0-3-1521-16</inkml:trace>
  <inkml:trace contextRef="#ctx0" brushRef="#br0" timeOffset="72309.19">10660 9967 6250 0,'0'0'1013'15,"0"0"-413"-15,13-48-271 0,1 11-329 16,-2-4 0-16,7 0 0 0,-2 2 0 16,-1 6 0-16,-1 6 0 15,-5 9 0-15,-4 7 0 0,-2 8 0 16,2 3 0-16,-1 0 0 0,1 9 0 16,-2 11 0-16,-2 6 0 0,-2 6 0 15,0-2 0-15,0-3 0 0,0-3 0 16,4-3-85-16,2-4 69 0,-2-8 8 15,3-4-28-15,-3-4 36 0,2-2 24 16,4-11-24-16,1-7 60 16,5-6 1-16,-1-2-61 0,-3-4 0 15,3 9 0-15,-5 2 0 0,-4 7 0 16,-2 7 0-16,-4 3 0 0,0 3 0 16,0 5 0-16,4 9 0 15,-4 12 0-15,0 8 0 0,0 2 0 16,0 0 0-16,0-5 0 0,2-6 0 15,3-4 0-15,1-9-913 0,0-4-1468 16</inkml:trace>
  <inkml:trace contextRef="#ctx0" brushRef="#br0" timeOffset="72681.07">11171 9922 3857 0,'-11'38'2669'0,"1"5"-2312"0,4 10-185 0,6-2 432 16,-4 4-368-16,4-2-20 0,0 1-135 15,4-5-81-15,-4-2 0 0,2-8 0 16,2-9-173-16,0-11-499 0,-2-8-1701 15,2-11-1513-15</inkml:trace>
  <inkml:trace contextRef="#ctx0" brushRef="#br0" timeOffset="72928.55">11187 9705 6178 0,'0'0'909'15,"0"0"-205"-15,31-44-303 0,-20 35-401 16,3 1 0-16,-2 3 0 0,3 4 0 16,1 2 0-16,9 6 0 0,-4 6 0 15,-5 5 0-15,-3 6 0 16,-3 3 0-16,-6 4 0 0,-8 2 0 16,-8-1 0-16,-3 1 0 0,-5-1 0 15,-7-3 0-15,2-4 0 0,2-4 0 16,3-7 0-16,3-3 0 0,7-8 0 15,6-1-177-15,4-2-311 0,0-8-933 16,0 1-295-16,14-8-634 0</inkml:trace>
  <inkml:trace contextRef="#ctx0" brushRef="#br0" timeOffset="73178.78">11417 9773 4430 0,'0'0'1296'0,"-25"50"-764"15,15-17-19-15,-1 0 163 0,11-1-352 16,0 0-60-16,4-2-107 0,11-4-157 16,1-5 0-16,1-4 0 0,4-8 0 15,-1-4 0-15,1-5 0 16,0-1 0-16,-5-10 0 0,1-3 0 16,-7-5 0-16,-4-4 0 0,2-3 0 15,-5-2 0-15,1-3 0 0,-4 2 0 16,0 0 0-16,4 3 0 0,-4 1 0 15,0 3 0-15,2 5-453 0,6 3-848 16,-6 4 189-16,9 6-557 0</inkml:trace>
  <inkml:trace contextRef="#ctx0" brushRef="#br0" timeOffset="73507.57">11869 9708 6723 0,'0'0'1016'0,"-33"-27"-616"0,13 17-347 0,-5 7-53 16,4 3 0-16,1 0 0 0,3 4 0 15,0 2 0-15,3 1 0 16,8 3 0-16,6-1 0 0,0 3 0 16,10 1 0-16,3 1 0 0,7-1 0 15,5 0 0-15,2 0 0 0,0 2 0 16,0-1 0-16,-3-1 0 0,1-1 0 15,-8 1 0-15,-5-2 0 0,-2 0 0 16,-5 0 0-16,-5 3 0 16,-5 0 0-16,-5 1 0 0,-2 0 0 15,-9 2 0-15,-4-2 0 0,3 2 0 16,-3-5 0-16,-2-3 0 0,6-3 0 16,1-4 0-16,7-2-441 15,5 0-587-15,6 0-1678 0,2-2-1163 0</inkml:trace>
  <inkml:trace contextRef="#ctx0" brushRef="#br0" timeOffset="74062.31">11661 9225 1876 0,'0'0'3742'0,"0"0"-2818"15,0 0-351-15,-7 68-157 0,-3-17-100 16,4 6-8-16,0 1-271 0,2-6-37 16,4 4 0-16,6-2 0 15,-2 4 0-15,2 0 0 0,-2 1 0 16,2-5 0-16,-1-4 0 0,1-6 0 15,-2-8 0-15,2-8-65 0,-2-11-1003 16,2-6-449-16</inkml:trace>
  <inkml:trace contextRef="#ctx0" brushRef="#br0" timeOffset="74506.95">12031 9882 3813 0,'0'0'2277'0,"0"0"-1248"15,0 0-465-15,0 0-55 0,47-15-509 16,-28-1 0-16,1-2 0 0,1-1 0 16,0-2 0-16,-1-4 0 0,-3 4 0 15,2-2 0-15,-11 5 0 0,-4 1 0 16,-4 1 0-16,-4 2 0 0,-4 2 0 15,-11 4 0-15,2 4 0 0,-3 8 0 16,-3 10 0-16,-2 9 0 16,-2 9 0-16,3 2 0 0,1 5 0 15,8 2 0-15,9-2 0 0,6-1 0 16,6-4 0-16,15-4 0 0,6-8 0 16,4-8 0-16,6-6-513 0,0-8-195 15,-6-4-925-15,4-7-280 0</inkml:trace>
  <inkml:trace contextRef="#ctx0" brushRef="#br0" timeOffset="74838.45">12494 9633 7359 0,'0'0'384'0,"0"0"65"0,-35-38-449 16,18 36 0-16,-4 2 0 0,1 1 0 15,-3 10 0-15,-2 2 0 0,4 4 0 16,1 3 0-16,3 1 0 0,5 0 0 15,4 2 0-15,8-2 0 0,8-1 0 16,4-1 0-16,9-2 0 16,6-3 0-16,0 0 0 0,8-3 0 15,-2 0 0-15,2-1 0 0,-4 0 0 16,-8-1 0-16,-3 3 0 16,-5 1 0-16,-13 4 0 0,-2 0 0 15,-10 2 0-15,-7 3 0 0,1 1 0 16,-9-1 0-16,2-2 0 0,-2-5 0 15,2-2 0-15,3-6 0 0,-1-2 0 16,7-5 0-16,3-1-1269 0,5-3-596 16,2-6-1193-16</inkml:trace>
  <inkml:trace contextRef="#ctx0" brushRef="#br0" timeOffset="75318.8">12746 9250 6887 0,'0'0'756'0,"0"0"-207"0,0 0-549 0,0 0 0 0,43-14 0 16,-1 2 0-16,11-1 0 16,5 3 0-16,-6 6 0 0,-5 4 0 15,-9 8 0-15,-7 10 0 0,-11 5 0 16,-9 7 0-16,-11 7 0 0,-11 4 0 16,-11 6 0-16,-14 3 0 15,-1 3 0-15,-4-3 0 0,10-3 0 16,-2-4 0-16,8-8 0 0,8-3 0 15,1-8 0-15,8-6-217 0,6-9-1648 16,2-4-1356-16</inkml:trace>
  <inkml:trace contextRef="#ctx0" brushRef="#br0" timeOffset="75426.48">12942 9925 6162 0,'0'0'2030'15,"0"0"-2030"-15,0 0 0 0,0 0 0 16,-2 34 0-16,2-30 0 0,2-3 0 15,-2 0 0-15,9-8-469 0</inkml:trace>
  <inkml:trace contextRef="#ctx0" brushRef="#br0" timeOffset="77192.37">2576 10950 6470 0,'0'0'853'0,"0"0"-241"0,0 0-355 0,0 0-257 16,0 0 0-16,-38 58 0 15,28-13 0-15,0 6 0 0,4 3 0 16,3 0 0-16,3 7 0 0,0 3 0 16,0 4 0-16,0 2 0 0,0-5 0 15,0 0 0-15,0-5 0 0,-2-8 0 16,2-10 0-16,0-8 0 0,0-14 0 15,0-8 0-15,2-9 0 16,1-3-1461-16,3-10-969 0</inkml:trace>
  <inkml:trace contextRef="#ctx0" brushRef="#br0" timeOffset="77425.11">2580 10922 3557 0,'0'0'3102'15,"0"0"-2258"-15,0 0-228 0,0 0-543 16,0 0-73-16,64-19 0 0,-17 7 0 16,5 0 0-16,0 4 0 0,-7 4 0 15,-8 2 0-15,-3 2 0 0,-12 3 0 16,-9 2 0-16,-5 0-213 0,-4-1-2496 15,-2 1-2013-15</inkml:trace>
  <inkml:trace contextRef="#ctx0" brushRef="#br0" timeOffset="77599.64">2545 11268 7219 0,'0'0'432'0,"41"21"109"0,-8-12-541 16,2-2 0-16,2-4 0 0,5-1 0 15,5-2 0-15,5-1 0 0,6-6 0 16,-15 1 0-16,3-6-1694 0</inkml:trace>
  <inkml:trace contextRef="#ctx0" brushRef="#br0" timeOffset="78649.39">3469 10779 1324 0,'0'0'64'0,"0"0"1905"0,0 0-1377 15,14-36 241-15,-12 31-225 0,-2 0-32 16,0 1 449-16,0 0-445 0,0 1-128 16,-2 1-283-16,-2 2-169 0,-6 8 0 15,-11 14 0-15,-2 9 0 16,0 12 0-16,1 10 0 0,-1 5 0 15,2 7 0-15,7 8 0 16,-3 5 0-16,7 4 0 0,4 1 0 16,4-1 0-16,0-2 0 0,2-3 0 15,2-6 0-15,2-10 0 0,2-10 0 16,9-9 0-16,1-14 0 0,9-10 0 16,2-11 0-16,6-7-77 0,-6-7-2148 15,2-8-568-15</inkml:trace>
  <inkml:trace contextRef="#ctx0" brushRef="#br0" timeOffset="78900.38">3696 11008 6350 0,'0'0'869'15,"0"0"-413"-15,0 0 61 0,0 0-517 16,0 0 0-16,-12 68 0 0,3-18 0 15,1 10 0-15,4 4 0 0,-4-2 0 16,6 5 0-16,-3 0 0 16,5-1 0-16,0-6 0 0,0-10 0 15,9-7 0-15,1-10 0 0,7-10 0 16,-1-8 0-16,5-8 0 0,2-7 0 16,1-6 0-16,-3-12 0 0,-4-3 0 15,3-6 0-15,-7 4-685 0,-1-2-3357 16</inkml:trace>
  <inkml:trace contextRef="#ctx0" brushRef="#br0" timeOffset="79055.84">3431 11475 5550 0,'0'0'296'15,"38"4"-112"-15,-5-4 1117 0,6-1-665 16,4-7-411-16,-1 0-225 0,-1-2 0 15,-2-2 0-15,1 0 0 0,-3-4 0 16,-8 5-589-16,-4-5-2292 0</inkml:trace>
  <inkml:trace contextRef="#ctx0" brushRef="#br0" timeOffset="79491.95">4120 10751 2233 0,'0'0'2165'0,"0"0"-837"0,0 0-520 16,0 0-155-16,0 0 19 15,0 0-368-15,37 7-275 0,-14 22-29 16,4 10 0-16,2 7 0 0,-3 7 0 16,-1 2 0-16,2 5 0 0,0 1 0 15,-4 1 0-15,-9 2 0 0,-10-1 0 16,-10 1 0-16,-8 0 0 15,-5-4 0-15,0-4 0 0,-1-5 0 0,-5-5 0 16,2-5 0-16,3-8 0 16,-1-7 0-16,4-5 0 0,3-10 0 15,1-6 0-15,3-5 0 0,6-8 0 16,-2-1-1241-16,2-3-1969 0</inkml:trace>
  <inkml:trace contextRef="#ctx0" brushRef="#br0" timeOffset="80267.25">4825 11373 3973 0,'0'0'2810'0,"0"0"-1874"0,0 0-463 16,0 0-473-16,0 0 0 0,0 0 0 16,0 0 0-16,47 9 0 0,-12-9 0 15,5 0 0-15,-3-3 0 0,2-3 0 16,-2 1 0-16,-4-2 0 0,-2 1 0 16,-4 1 0-16,-8 1-713 15,-3 0-868-15</inkml:trace>
  <inkml:trace contextRef="#ctx0" brushRef="#br0" timeOffset="80431.92">4787 11595 6635 0,'0'0'976'0,"0"0"-584"0,0 0-203 16,48 13-189-16,-15-12 0 0,8-1 0 15,5 0 0-15,-3-2 0 0,3 0 0 16,-13 2-289-16,-2 0-1844 0</inkml:trace>
  <inkml:trace contextRef="#ctx0" brushRef="#br0" timeOffset="81978.64">7225 11004 1268 0,'0'0'20'0,"0"0"2249"16,31-44-840-16,-25 28-545 0,0-2-115 16,-2 2 295-16,-4-3-575 15,0-1-489-15,-8-2 0 0,0-1 0 16,-7-2 0-16,-6 2 0 0,1 3 0 15,-3 1 0-15,-2 6 0 0,2 2 0 16,-1 6 0-16,1 2 0 0,-2 3 0 16,4 6 0-16,-1 5 0 15,1 2 0-15,2 5 0 0,1 4 0 16,3 3 0-16,-1 2 0 0,1 6 0 16,5 5 0-16,4 4 0 0,6 4 0 15,10 6 0-15,7 6 0 0,3 4 0 16,1 3 0-16,0 5 0 0,-5-2 0 15,-10 2 0-15,-1-3 0 16,-5-3 0-16,-7-5 0 0,-3-3 0 16,0-8 0-16,-5-7 0 0,5-9 0 15,4-12-29-15,-5-6-455 0,7-6-180 16,2-5-1773-16,-2-5-1097 0</inkml:trace>
  <inkml:trace contextRef="#ctx0" brushRef="#br0" timeOffset="82137.84">6706 11587 7043 0,'0'0'1080'16,"0"0"-1011"-16,0 0-69 0,45 11 0 15,-1-2 0-15,3-4 0 0,1-2 0 16,-3-2 0-16,-8-1 0 0,1-4 0 16,-7-4 0-16,6-3 0 0,-10 1-173 15,0-6-2948-15</inkml:trace>
  <inkml:trace contextRef="#ctx0" brushRef="#br0" timeOffset="82631.98">7735 10744 2809 0,'0'0'2285'0,"0"0"-1573"16,0 0 449-16,0 0-477 0,0 0-228 15,0 0-371-15,0 0-85 0,0 0 0 16,-27 38 0-16,-4 17 0 0,-6 13 0 16,0 9 0-16,0 2 0 15,2 7 0-15,-3 3 0 0,7 2 0 16,9-1 0-16,7-3 0 0,5-2 0 15,10-7 0-15,4-9 0 0,8-11 0 16,9-9 0-16,10-14 0 16,10-5 0-16,7-12 0 0,14-8 0 15,2-6 0-15,8-7 0 0,-1-9 0 16,-3-5 0-16,-17-9 0 0,-13 3-1633 16,-18-4-2125-16</inkml:trace>
  <inkml:trace contextRef="#ctx0" brushRef="#br0" timeOffset="82881.61">8056 11146 4846 0,'0'0'3297'0,"-42"21"-3248"15,22-6-49-15,3 8 0 0,-6 7 0 16,3 7 0-16,-1 8 0 0,-4 5 0 15,13 5 0-15,-3 3 0 16,15-1 0-16,0-2 0 0,15-6 0 16,3-5 0-16,7-8 0 0,6-7 0 15,0-10 0-15,2-5 0 0,2-7 0 16,-4-5 0-16,-2-2 0 0,0-9 0 16,0-1 0-16,-4-5 0 0,-4-3-53 15,-11 3-1159-15,-4-2-381 0</inkml:trace>
  <inkml:trace contextRef="#ctx0" brushRef="#br0" timeOffset="83098.07">7646 11504 4410 0,'0'0'2321'0,"0"0"-1245"0,46 13-691 16,-7-8-385-16,13-1 0 0,-1-3 0 15,7-2 0-15,0-4 0 0,4-4 0 16,-2-4 0-16,2-4 0 16,-10-1 0-16,-9-3 0 0,-12 4-2282 15,-14-2-715-15</inkml:trace>
  <inkml:trace contextRef="#ctx0" brushRef="#br0" timeOffset="83332.57">8266 10718 6306 0,'0'0'917'0,"0"0"-301"0,36 31-263 15,-16-5-353-15,7 6 0 0,4 8 0 16,6 10 0-16,11 10 0 0,6 11 0 16,1 8 0-16,-7 4 0 15,-11 5 0-15,-24 2 0 0,-13 2 0 16,-19-2 0-16,-20-5 0 0,-9-7 0 15,-6-10 0-15,1-10 0 16,-5-8 0-16,2-7 0 0,2-9 0 16,13-9-281-16,-3-11-2040 0</inkml:trace>
  <inkml:trace contextRef="#ctx0" brushRef="#br0" timeOffset="84115.72">6123 12743 5110 0,'0'0'1348'16,"0"0"-643"-16,0 0-49 0,0 0-283 16,8 44-373-16,-6-3 0 0,-2 0 0 15,0 1 0-15,0-10 0 0,4-9 0 16,2-2 0-16,5-10 0 0,3-11-697 16,-5 0-1200-16,-1-9-1525 0</inkml:trace>
  <inkml:trace contextRef="#ctx0" brushRef="#br0" timeOffset="84260.79">6191 12297 5978 0,'0'0'0'16,"0"0"-32"-16,0 0-168 0,0 0-532 15,-6 38-281-15</inkml:trace>
  <inkml:trace contextRef="#ctx0" brushRef="#br0" timeOffset="84648.84">6280 12963 3033 0,'0'0'3221'16,"0"0"-2620"-16,-21 35 27 0,21-32-116 16,0-2-412-16,0-1-3 0,4-6-97 15,3-9 0-15,9-15 0 0,3-6 0 16,3-6 0-16,3 2 0 0,-8 7 0 15,-1 5 0-15,-1 9 0 16,-9 9 0-16,-2 3 0 0,-2 7 0 16,-2 3 0-16,0 9 0 0,0 10 0 15,-2 8 0-15,-2 2 0 0,4-1 0 16,0-6 0-16,0-5 0 16,4-5 0-16,-2-4 0 0,2-5 0 15,-4-4 0-15,4-2 0 0,-4-2 0 16,7-9 0-16,3-7 0 15,-4-4 0-15,9-4 0 0,-5 4 0 16,0 5 0-16,1 2 0 0,-3 7 0 16,0 2 0-16,-6 6 0 0,2 2 0 15,3 11 0-15,1 9 0 0,-2 5 0 16,4 4 0-16,-5-5 0 0,1-4 0 16,0-5 0-16,2 0 0 0,-2-6 0 15,5-1 0-15,-1-3 0 0,0-3-441 16,1-2-1804-16,-3-2-1921 0</inkml:trace>
  <inkml:trace contextRef="#ctx0" brushRef="#br0" timeOffset="84993.09">6731 12910 2989 0,'0'0'2625'0,"-11"52"-1789"0,3-17 285 0,6 4-545 0,2 4-531 15,-6 4-45-15,4 0 0 0,0 0 0 16,2-2 0-16,-5-2 0 0,5-3 0 16,0-5 0-16,-2-6 0 0,2-5 0 15,-2-9 0-15,2-7 0 16,0-5-1037-16,0-5-2765 0</inkml:trace>
  <inkml:trace contextRef="#ctx0" brushRef="#br0" timeOffset="85273.23">6712 12791 5998 0,'0'0'1037'16,"-2"-37"-345"-16,4 23-227 0,6 7-465 16,-2 1 0-16,1 2 0 0,7 2 0 15,7 2 0-15,10 7 0 0,-4 5 0 16,0 5 0-16,-7 3 0 0,-5 2 0 15,-9 4 0-15,-6 2 0 16,-4 0 0-16,-13 2 0 0,-3-1 0 16,-12 0 0-16,1-2 0 0,0-2 0 15,3-6 0-15,7-5 0 16,6-7 0-16,9-3 0 0,2-4 0 16,4 0-285-16,6-5-1276 0,-2 1-23 15,13-7-53-15</inkml:trace>
  <inkml:trace contextRef="#ctx0" brushRef="#br0" timeOffset="85522.27">6958 12827 5686 0,'0'0'1161'0,"0"0"-529"0,-23 38 81 15,13-10-713-15,-5 5 0 0,5 3 0 16,4 0 0-16,2-1 0 15,8-3 0-15,8-6 0 0,7-6 0 16,2-7 0-16,5-7 0 0,1-6 0 16,-4-8 0-16,2-9 0 0,-5-6 0 15,-5-6 0-15,-3-3 0 16,-5 0 0-16,-3-1 0 0,-4 0 0 16,0-2 0-16,-4 1 0 0,1 7-817 15,3-2-980-15</inkml:trace>
  <inkml:trace contextRef="#ctx0" brushRef="#br0" timeOffset="85724.24">7272 12392 6278 0,'0'0'917'0,"0"0"-349"16,-21 58-296-16,5-20-115 0,6 7-157 15,-1 2 0-15,1 2 0 0,10 3 0 16,-4 0 0-16,4-1 0 0,4-2 0 15,2-3 0-15,0-6 0 16,3-2 0-16,-3-6 0 0,-2-6 0 16,2-7 0-16,-2-6-1185 0,2-7-760 0</inkml:trace>
  <inkml:trace contextRef="#ctx0" brushRef="#br0" timeOffset="86039.66">7508 12732 5602 0,'0'0'624'0,"-48"-11"-187"0,23 11 395 15,-1 2-580-15,1 3-60 0,2 3 61 16,9 2-253-16,-1-3 0 0,7 2 0 16,4 0 0-16,4 1 0 0,0 2 0 15,2-1 0-15,8 0 0 0,5-2 0 16,-1 3 0-16,7-1 0 15,-5 1 0-15,7 1 0 0,-2 1 0 16,-1 0 0-16,1-1 0 0,-7 2 0 16,-3 0 0-16,-5-1 0 0,-6-1 0 15,0 0 0-15,-6 1 0 16,-5-2 0-16,-3 0 0 0,-7-1 0 16,1-5 0-16,-3-3 0 0,2-3 0 15,5 0 0-15,1-1 0 0,5-3 0 16,10 1-113-16,0-2-1007 15,4-1-13-15,2-1-259 0,9-4-2986 0</inkml:trace>
  <inkml:trace contextRef="#ctx0" brushRef="#br0" timeOffset="86283.12">7586 12916 4141 0,'0'0'2005'0,"0"0"-780"0,0 0-404 16,0 0-821-16,17-37 0 0,-7 20 0 15,-4 1 0-15,1-1 0 0,1 3 0 16,-8 3 0-16,0 3 0 0,0 2 0 15,-4 2 0-15,-7 4 0 16,-5 5 0-16,-11 12 0 0,2 7 0 16,0 10 0-16,3 0 0 0,5 2 0 15,7-3 0-15,6-2 0 16,8-4 0-16,12-4 0 0,5-4 0 16,12-5 0-16,4-7 0 0,9-6 0 15,1-2 0-15,1-10-349 0,-11 1-1832 16,-2-5-2137-16</inkml:trace>
  <inkml:trace contextRef="#ctx0" brushRef="#br0" timeOffset="86745.67">7929 12696 1792 0,'0'0'5135'0,"15"-40"-4635"0,-3 13-40 0,3-1-155 16,1 1-305-16,1-1 0 0,-1 0 0 16,3 2 0-16,-2 5 0 0,-1 2 0 15,1 6 0-15,-7 6 0 0,-2 3 0 16,-6 4 0-16,2 5 0 0,1 8 0 15,-5 12 0-15,2 7 0 16,-2 8 0-16,-2 4 0 0,2 2 0 16,-5 3 0-16,5 2 0 0,0-1 0 15,5-2 0-15,1-4 0 0,-2-4 0 16,2-5 0-16,-6-3 0 16,0-3-249-16,0-8-1660 0,-4-6-392 0</inkml:trace>
  <inkml:trace contextRef="#ctx0" brushRef="#br0" timeOffset="86917.68">7923 13150 6751 0,'0'0'892'16,"44"1"-343"-16,-7-5-549 0,-2-5 0 16,2 0 0-16,0 2 0 0,5 0 0 15,1 3 0-15,-1 2 0 0,-16 0-705 16,-9 2-3949-16</inkml:trace>
  <inkml:trace contextRef="#ctx0" brushRef="#br0" timeOffset="88286.65">9259 11510 3305 0,'0'0'2645'0,"0"0"-1764"16,0 0 383-16,0 0-1167 0,0 0-97 16,0 0 0-16,0 0 0 0,78 9 0 15,-20-6 0-15,0 0 0 0,0-2 0 16,-7 5 0-16,-9-3 0 0,-9 1 0 16,-17 0 0-16,-1-2 0 15,-5 0 0-15,-10 0-689 0,6-1-1508 16,-6-1-1757-16</inkml:trace>
  <inkml:trace contextRef="#ctx0" brushRef="#br0" timeOffset="88445.57">9511 11319 6731 0,'0'0'964'15,"0"0"-467"-15,0 0-497 0,0 0 0 16,-27 51 0-16,23-6 0 15,4 8 0-15,0 4 0 0,6-4 0 16,8 1 0-16,-3 0 0 0,5-3 0 16,-1-6 0-16,-5-12-1617 0,0-8-2037 0</inkml:trace>
  <inkml:trace contextRef="#ctx0" brushRef="#br0" timeOffset="89358.06">11187 11093 2641 0,'0'0'1953'0,"4"-35"-1309"0,-4 15 444 16,5 0-431-16,-3 1-101 0,-2-6 97 15,-2 0-653-15,-7-2 0 0,-3 1 0 16,-3-2 0-16,-5 4 0 15,-3 2 0-15,-6 6 0 0,2 6 0 0,0 4 0 16,0 6 0-16,1 6 0 0,1 9 0 16,-2 3 0-16,2 4 0 15,2 2 0-15,-1 0 0 0,7 1 0 16,0 5 0-16,3 2 0 0,-3 0 0 16,11 4 0-16,6 4 0 0,2 3 0 15,19 7 0-15,4 6 0 16,8 4 0-16,4 4 0 0,-6 2 0 15,-6-3 0-15,-13-2 0 0,-3-7 0 16,-9-5 0-16,-11-9 0 16,1-6 0-16,0-7 0 0,-1-9 0 15,1-5 0-15,4-7 0 0,-3-3-1145 16,7-3-280-16,-6-2-820 0</inkml:trace>
  <inkml:trace contextRef="#ctx0" brushRef="#br0" timeOffset="89529.07">10670 11600 3529 0,'0'0'3106'16,"0"0"-1878"-16,0 0-899 0,38 7-329 15,3-7 0-15,9 0 0 0,8-4 0 16,-1 1 0-16,-11-1 0 0,-3 3 0 16,-8-2 0-16,-2 1 0 15,-1-2 0-15,-12-1 0 0,-3 1-981 16,-7-6-2537-16</inkml:trace>
  <inkml:trace contextRef="#ctx0" brushRef="#br0" timeOffset="91312.76">11890 10774 2425 0,'0'0'1908'0,"0"0"-527"15,0 0-649-15,0 0-103 0,0 0 251 16,0 0-643-16,0 0-237 0,0 0 0 15,-41 14 0-15,18 19 0 0,-8 8 0 16,4 7 0-16,-2 4 0 16,2 10 0-16,-4 6 0 0,4 6 0 15,-4 4 0-15,5 6 0 0,-1 2 0 16,10 1 0-16,3 2 0 0,3-6 0 16,11-5 0-16,0-8 0 15,11-9 0-15,9-10 0 0,7-8 0 16,10-8 0-16,11-9 0 0,8-8 0 15,4-11 0-15,2-9 0 16,-21-5 0-16,-4-10-897 0</inkml:trace>
  <inkml:trace contextRef="#ctx0" brushRef="#br0" timeOffset="91962.83">12190 10942 5806 0,'0'0'652'0,"0"0"337"0,0 0-381 16,0 0-471-16,0 0-137 0,0 0 0 16,0 0 0-16,0 0 0 15,-27 52 0-15,6 1 0 0,1 11 0 16,-1 4 0-16,11-2 0 0,-1 1 0 16,-5 1 0-16,5-2 0 0,-3-5 0 15,6-7 0-15,4-9 0 0,4-9 0 16,4-5 0-16,8-6 0 0,5-9 0 15,3-5 0-15,5-6 0 0,-2-5 0 16,6-7 0-16,-7-5 0 16,3-4 0-16,-6-3 0 0,-5-2 0 15,-3-1-529-15,-5 4-1072 0,-2-1-876 0</inkml:trace>
  <inkml:trace contextRef="#ctx0" brushRef="#br0" timeOffset="92164.23">11838 11335 520 0,'0'0'6399'0,"0"0"-5747"0,0 0-31 15,0 0-621-15,0 0 0 0,0 0 0 16,52 38 0-16,-9-31 0 0,3-4 0 16,-3-1 0-16,3-2 0 0,-9 0 0 15,4 0 0-15,-3 0 0 0,-12-3-345 16,1-6-2948-16</inkml:trace>
  <inkml:trace contextRef="#ctx0" brushRef="#br0" timeOffset="93162.06">12572 11414 1136 0,'0'0'4270'0,"0"0"-3041"0,0 0 135 15,0 0-1171-15,0 0-193 0,37 15 0 16,-3-5 0-16,1 1 0 0,-2 2 0 16,-6-1 0-16,2-3 0 0,-3 0 0 15,1-3 0-15,4-5 0 0,-10-1-293 16,2-5-2748-16</inkml:trace>
  <inkml:trace contextRef="#ctx0" brushRef="#br0" timeOffset="94242.93">13335 10979 2265 0,'0'0'3245'0,"0"0"-2329"0,0 0 249 16,0 0-564-16,0 0-601 0,0 0 0 16,0 0 0-16,-21 56 0 0,9-9 0 15,-3 10 0-15,-1 4 0 0,-5 1 0 16,5 4 0-16,-5 2 0 0,0 4 0 15,1-1 0-15,5-2 0 0,5-8 0 16,10-8 0-16,8-9 0 16,13-10 0-16,2-9 0 0,8-7 0 15,-5-10 0-15,5-6 0 0,-4-4 0 16,0-9 0-16,-8-6 0 0,-3-5 0 16,-5 5-1970-16,-5-5-975 0</inkml:trace>
  <inkml:trace contextRef="#ctx0" brushRef="#br0" timeOffset="94431.68">13008 11368 6639 0,'0'0'408'0,"0"0"704"16,0 0-1079-16,0 0-33 0,48 5 0 15,-5-1 0-15,9-1 0 0,-4 2 0 16,-1 0 0-16,-1 1 0 0,-3 2 0 15,0 2 0-15,-1-2 0 0,-7 0-889 16,-12-2-1144-16,-9-2-1741 0</inkml:trace>
  <inkml:trace contextRef="#ctx0" brushRef="#br0" timeOffset="94694.27">13624 11764 7695 0,'0'0'497'0,"-20"57"-497"0,14-16 0 15,-5 1 0-15,11 4 0 0,0 1 0 16,6-2 0-16,5-5 0 0,3-7 0 15,3-4 0-15,-1-12 0 0,-1-7-2134 16,1-10-1279-16</inkml:trace>
  <inkml:trace contextRef="#ctx0" brushRef="#br0" timeOffset="95236.58">14118 10751 5102 0,'0'0'900'0,"0"0"1"16,0 0-621-16,0 0 4 0,25 42 441 16,2 1-725-16,6 17 0 0,13 11 0 15,1 11 0-15,7 9 0 0,-7 7 0 16,-1 4 0-16,-15 0 0 0,-10-4 0 15,-19-2 0-15,-8-8 0 0,-19-7 0 16,-8-7 0-16,-15-6 0 16,-4-5 0-16,-5-7 0 0,-5-6 0 15,4-7 0-15,-6-9 0 0,12-11-1401 16,4-10-4454-16</inkml:trace>
  <inkml:trace contextRef="#ctx0" brushRef="#br0" timeOffset="95977.8">11340 13050 4570 0,'0'0'2277'0,"0"0"-973"0,0 0-1263 0,0 0-41 0,-39 66 0 16,24-23 0-16,-1 4 0 15,6-4 0-15,-1-8 0 0,7-3 0 16,4-6 0-16,4-6 0 0,0-5 0 16,9-8 0-16,1-7 0 0,-3-4-1145 15,5-8-2401-15</inkml:trace>
  <inkml:trace contextRef="#ctx0" brushRef="#br0" timeOffset="96105.47">11439 12593 4854 0,'0'0'12'0,"0"0"72"0,0 0-84 15,0 0-536-15,0 0-421 0</inkml:trace>
  <inkml:trace contextRef="#ctx0" brushRef="#br0" timeOffset="96460.3">11458 13290 4233 0,'0'0'1253'0,"0"0"-813"0,0 0 148 16,0 0 45-16,0 0-393 0,0 0 132 15,0 0 48-15,27-48-407 16,-15 7-13-16,7 1 0 0,-3 7 0 0,1 1 0 16,0 9 0-16,-3 9 0 15,-8 8 0-15,-2 6 0 0,-2 2 0 16,3 13 0-16,-5 11 0 0,0 7 0 15,-5 4 0-15,-1 1 0 16,4-6 0-16,-2-3 0 0,0-2 0 16,4-6 0-16,4-6 0 0,0-6 0 15,2-6 0-15,5-4 0 0,1-10 0 16,3-6 0-16,1-4 0 0,-1-1 0 16,-5 1 0-16,0 4 0 0,-4 4 0 15,-6 4 0-15,5 5 0 0,-5 4 0 16,0 0 0-16,0 7 0 15,0 11 0-15,2 5 0 0,-2 4 0 16,4-3 0-16,2-3 0 0,4-3 0 16,1-4 0-16,3-1 0 0,-1-4 0 15,-3-3-1465-15,4-5-1397 0</inkml:trace>
  <inkml:trace contextRef="#ctx0" brushRef="#br0" timeOffset="96822.9">11921 13290 5362 0,'-10'42'852'0,"4"-3"-451"0,-3 9 407 0,3-1-572 16,2 1-52-16,2-2 112 0,-2-2-243 15,4-3-53-15,0-6 0 16,0-5 0-16,0-7 0 0,0-5-189 16,4-8-503-16,-2-6-269 0,-2-4-1768 0</inkml:trace>
  <inkml:trace contextRef="#ctx0" brushRef="#br0" timeOffset="97114.04">11944 13083 5694 0,'0'0'720'0,"25"-43"-119"0,-5 20-73 15,-3 8-4-15,-1 4-399 16,1 6-125-16,2 2 0 0,-7 3 0 16,7 3 0-16,-3 3 0 0,-4 4 0 15,3 3 0-15,-5 5 0 0,-4 1 0 16,-1 2 0-16,-5 4 0 0,-7 0 0 15,-7 0 0-15,-3 1 0 0,-3-2 0 16,-5 1 0-16,-2-1 0 16,0-3 0-16,2-4 0 0,5-4 0 15,3-4 0-15,7-5-105 0,8 0-959 16,-2-4-101-16,4-1-436 0</inkml:trace>
  <inkml:trace contextRef="#ctx0" brushRef="#br0" timeOffset="97365.17">12221 13058 5382 0,'0'0'1016'0,"0"0"-595"15,-17 40 163-15,9-12-424 16,6 4 32-16,-6 1 172 0,8 2-291 0,-2-1-73 16,2 0 0-16,0-4 0 15,6-4 0-15,4-4 0 0,0-7 0 16,7-5 0-16,4-7 0 0,3-5 0 15,3-9 0-15,4-7 0 16,-4-6 0-16,0-5 0 0,-6-2 0 16,-5-2 0-16,-5 1 0 0,-5-2 0 15,-6-1 0-15,0 0 0 0,-6-2-1141 16,-1 9-1180-16</inkml:trace>
  <inkml:trace contextRef="#ctx0" brushRef="#br0" timeOffset="97554.1">12574 12668 5214 0,'0'0'620'15,"-37"49"321"-15,21-15-261 0,1 2-320 16,3 7 17-16,1 2-377 16,7 2 0-16,2 1 0 0,2-1 0 15,6 0 0-15,5-2 0 0,1-3 0 16,3-3 0-16,1-3 0 0,1-4 0 15,-3-3 0-15,-4-8 0 16,-3-5-73-16,1-7-1211 0,-6-6-2358 0</inkml:trace>
  <inkml:trace contextRef="#ctx0" brushRef="#br0" timeOffset="97902.61">12984 13059 6146 0,'0'0'917'0,"0"0"-517"16,-52-34 148-16,25 30-432 0,-6 2-51 16,2 2-65-16,0 1 0 0,4 1 0 15,2 2 0-15,5 0 0 0,7 0 0 16,7-1 0-16,-2 0 0 0,8 1 0 16,0 3 0-16,4 4 0 15,6 8 0-15,11 0 0 0,0 2 0 16,1-3 0-16,-1-3 0 15,4 0 0-15,-5-1 0 0,-7-1 0 16,1-2 0-16,-8 2 0 0,-6-3 0 16,0 1 0-16,-4-1 0 0,-8 3 0 15,-5-2 0-15,-3-2 0 0,-5 0 0 16,-2-2 0-16,2-4 0 0,-2 1 0 16,7-4 0-16,3 0-465 0,7-3-960 15,0 2-155-15,10-4-537 0</inkml:trace>
  <inkml:trace contextRef="#ctx0" brushRef="#br0" timeOffset="98152.33">13046 13207 7259 0,'0'0'908'16,"12"-32"-883"-16,-2 10-25 0,-6-1 0 15,7 1 0-15,-7 0 0 0,-2 0 0 16,-2 2 0-16,-2 6 0 0,-6 5 0 15,-5 7 0-15,-3 5 0 0,-5 10 0 16,0 11 0-16,-3 6 0 16,-3 6 0-16,10 1 0 0,3 5 0 15,12-2 0-15,8-3 0 0,15-6 0 16,5-5 0-16,18-9 0 0,3-7 0 16,11-7 0-16,4-7 0 0,-10-5-845 15,-9-7-1944-15</inkml:trace>
  <inkml:trace contextRef="#ctx0" brushRef="#br0" timeOffset="99182.02">13604 12896 5262 0,'0'0'928'0,"0"0"-67"15,14-48-269-15,-1 24-252 0,7-2-131 16,1 0-209-16,6 1 0 0,4-1 0 16,-4 5 0-16,4 3 0 0,0 5 0 15,0 5 0-15,-4 6 0 0,-1 5 0 16,3 9 0-16,-6 4 0 0,-2 8 0 15,-5 3 0-15,-1 4 0 16,-9 6 0-16,-6 3 0 0,0 3 0 16,-10 2 0-16,-7 0 0 0,1-2 0 15,-9 2 0-15,-2-1 0 16,-4-2 0-16,0-2 0 0,0-3 0 16,2-5 0-16,0-5 0 0,2-5 0 15,4-7 0-15,3-5 0 0,3-9 0 16,7-1 0-16,0-10 0 0,5-5 0 15,5-6 0-15,0-7 0 0,5-2 0 16,5-5 0-16,0 3 0 16,3 7 0-16,1 7 0 0,-2 8 0 15,3 6 0-15,1 4 0 0,1 7 0 16,2 8 0-16,3 5 0 0,5 5 0 16,-2 3 0-16,2 1 0 0,4 1 0 15,2-1 0-15,-2-2 0 0,4-5 0 16,-8-4 0-16,-2-8 0 15,-13-5-1349-15,-1-8-3390 0</inkml:trace>
  <inkml:trace contextRef="#ctx0" brushRef="#br1" timeOffset="133264.53">2487 14562 6555 0,'0'0'732'16,"0"0"173"-16,0 0-905 0,0 0 0 15,0 0 0-15,31 53 0 0,-11-24 0 16,7 0 0-16,4 2 0 0,2 0 0 16,3 3 0-16,1 1 0 0,-4 0 0 15,-4 1 0-15,-7-3 0 16,-1-1 0-16,-11-3 0 0,1-8 0 16,-9-3-365-16,0-9-1820 0,-2-4-684 0</inkml:trace>
  <inkml:trace contextRef="#ctx0" brushRef="#br1" timeOffset="133467">2489 14947 6522 0,'0'0'1293'0,"-2"-34"-916"0,16 4-377 16,7-3 0-16,6-7 0 0,10-5 0 15,0 0 0-15,-2 2 0 0,0 0 0 16,-1 9 0-16,-8 1 0 0,1 5 0 16,-10 7 0-16,-3 6 0 0,-3 1-477 15</inkml:trace>
  <inkml:trace contextRef="#ctx0" brushRef="#br1" timeOffset="133948.73">3425 14001 2104 0,'0'0'2029'0,"0"0"-996"0,0 0-185 16,0 0-27-16,0 0 359 0,0 0-1003 15,0 0-177-15,-39 35 0 16,6 11 0-16,-13 8 0 0,7 8 0 16,8 2 0-16,4 6 0 0,5 6 0 15,3 3 0-15,9 3 0 0,-1-4 0 16,11 0 0-16,0-3 0 0,11-5 0 16,-1-3 0-16,9-12 0 0,3-8 0 15,5-13 0-15,6-10 0 16,2-11 0-16,7-9 0 0,1-5 0 15,-6-9 0-15,5-9-65 0,-18 1-1211 16,-1-4-2770-16</inkml:trace>
  <inkml:trace contextRef="#ctx0" brushRef="#br1" timeOffset="134226.84">3597 14311 7843 0,'0'0'349'0,"0"0"-349"0,0 0 0 15,0 0 0-15,0 0 0 0,-2 46 0 16,-2-6 0-16,-3 10 0 0,3 4 0 16,0 2 0-16,4 1 0 0,0 1 0 15,0-1 0-15,0-6 0 16,2-1 0-16,4-7 0 0,5-8 0 15,-1-5 0-15,7-7 0 0,3-7 0 16,5-7 0-16,0-5 0 0,4-6 0 16,-6-8 0-16,1-6 0 15,-3-6 0-15,-4-7-1666 0,-3 5-470 16,-6-5-1574-16</inkml:trace>
  <inkml:trace contextRef="#ctx0" brushRef="#br1" timeOffset="134399.57">3367 14631 6607 0,'0'0'744'0,"0"0"-372"0,48-3 97 16,-11-5-469-16,11-4 0 0,-5-1 0 16,3 0 0-16,-1 0 0 0,0-1 0 15,1-4 0-15,-1 1 0 16,-5-2-213-16,-11 4-1908 0,-9-2-1540 0</inkml:trace>
  <inkml:trace contextRef="#ctx0" brushRef="#br1" timeOffset="134648.57">3930 14054 7839 0,'0'0'353'0,"0"0"-353"15,0 0 0-15,43 17 0 0,-12-4 0 16,10 8 0-16,3 9 0 16,-3 9 0-16,0 11 0 0,-3 8 0 15,-7 11 0-15,-13 9 0 0,-14 9 0 16,-10 5 0-16,-14 2 0 0,-7-4 0 16,-4-7 0-16,2-8 0 0,2-13 0 15,4-11 0-15,4-13 0 16,7-16-197-16,2-13-1756 0,6-15-1688 0</inkml:trace>
  <inkml:trace contextRef="#ctx0" brushRef="#br1" timeOffset="135466.63">4787 14513 6450 0,'0'0'1109'0,"0"0"-476"0,0 0-633 16,0 0 0-16,0 0 0 0,38 18 0 15,-7-18 0-15,12-1 0 16,3-7 0-16,-3-2 0 0,-2 1 0 15,1 0 0-15,-9 1 0 0,-2 2 0 16,-11 1 0-16,-7 2 0 0,-5 2 0 16,-6-1-537-16,0 1-1228 0,-2 1-940 15</inkml:trace>
  <inkml:trace contextRef="#ctx0" brushRef="#br1" timeOffset="135633.81">4814 14657 6230 0,'0'0'1573'16,"0"0"-1184"-16,0 0-389 0,35 20 0 15,-6-13 0-15,7-1 0 0,5-1 0 16,0-3 0-16,5 1 0 0,-1-1 0 16,-1 0 0-16,-5 0 0 0,-6-2 0 15,-12 0-237-15,-7-2-2192 0</inkml:trace>
  <inkml:trace contextRef="#ctx0" brushRef="#br1" timeOffset="137868.74">6311 14038 5902 0,'0'0'596'16,"0"0"5"-16,0 0 51 0,0 0-211 15,0 0-441-15,0 0 0 0,-35-29 0 16,33 49 0-16,2 15 0 0,6 16 0 16,4 12 0-16,1 8 0 0,-5 6 0 15,-2 9 0-15,-4 6 0 16,0-1 0-16,-6-3 0 0,2-9 0 15,-7-8 0-15,5-9 0 0,2-16 0 16,4-11 0-16,0-14 0 0,0-11 0 16,0-8 0-16,4-4 0 0,2-14 0 15,-2-16 0-15,7-11 0 16,1-7 0-16,5-3 0 0,-3 7 0 16,7 2 0-16,-1 11 0 0,1 12 0 15,-4 9 0-15,-3 12 0 0,-1 2 0 16,-3 9 0-16,4 7 0 15,-3 3 0-15,1 6 0 0,3 4 0 16,-3 2 0-16,2 2 0 0,-3-1 0 16,-1-1 0-16,0-2 0 0,-3-5 0 15,3-2 0-15,-6-6 0 0,2-7 0 16,-2-5 0-16,3-6-1810 0</inkml:trace>
  <inkml:trace contextRef="#ctx0" brushRef="#br1" timeOffset="138345.6">7220 13892 2289 0,'0'0'3265'0,"0"0"-2353"0,0 0-279 16,0 0 460-16,0 0-1093 0,0 0 0 16,0 0 0-16,-41 58 0 0,18-15 0 15,-4 3 0-15,7 2 0 16,1 5 0-16,3 7 0 0,3 9 0 16,3 7 0-16,6 8 0 0,-2 1 0 15,6 2 0-15,0-4 0 0,0-2 0 16,0-4 0-16,10-7 0 15,2-9 0-15,9-8 0 0,4-11 0 16,2-10 0-16,4-12 0 0,-2-7 0 16,0-11 0-16,2-8 0 0,-5-18-845 15,-5 3-920-15,-4-11-1032 0</inkml:trace>
  <inkml:trace contextRef="#ctx0" brushRef="#br1" timeOffset="138617.57">7520 14223 6555 0,'0'0'696'15,"0"0"168"-15,0 0-787 16,0 0-77-16,0 0 0 0,0 0 0 16,-41 41 0-16,35 3 0 0,-1 12 0 15,3 0 0-15,4 0 0 0,0 4 0 16,4-1 0-16,-1-1 0 15,5-4 0-15,-2-7 0 0,4-7 0 16,5-4 0-16,-3-8 0 0,3-6 0 16,1-6 0-16,5-5 0 0,0-10 0 15,-1-1 0-15,1-8 0 0,-5-9 0 16,5-2 0-16,0-6 0 0,-9-4-1365 16,-2 5-796-16,1-1-1645 0</inkml:trace>
  <inkml:trace contextRef="#ctx0" brushRef="#br1" timeOffset="138791.37">7225 14594 4353 0,'0'0'1913'0,"0"0"-1288"16,53 18 463-16,-11-16-875 0,5-2-213 15,-5-2 0-15,1-7 0 0,2 0 0 16,-1-3 0-16,-3-1 0 15,7-5 0-15,-15 5 0 0,2-3-3042 0</inkml:trace>
  <inkml:trace contextRef="#ctx0" brushRef="#br1" timeOffset="139040.84">7828 13927 6210 0,'0'0'509'0,"0"0"31"16,0 0 348-16,44 1-843 0,-20 10-45 16,9 9 0-16,3 10 0 0,1 8 0 15,-4 13 0-15,-2 10 0 16,-6 11 0-16,-7 11 0 0,-7 9 0 16,-11 5 0-16,-7-4 0 0,-13-4 0 15,-3-8 0-15,-6-10 0 0,-4-6 0 16,-2-7 0-16,2-13 0 15,2-8 0-15,8-12 0 0,-2-15-3971 0</inkml:trace>
  <inkml:trace contextRef="#ctx0" brushRef="#br1" timeOffset="140353.6">8574 14742 1616 0,'0'0'3106'0,"0"0"-1982"15,0 0-327-15,58-19 235 0,-31 13-515 16,6 1-517-16,-2 3 0 15,0 2 0-15,-4 2 0 0,4 5 0 16,-4 1 0-16,4-1 0 0,-4-1 0 16,4 1 0-16,-4-5 0 0,-2 1-125 15,-5-2-1223-15,-7-2-505 0</inkml:trace>
  <inkml:trace contextRef="#ctx0" brushRef="#br1" timeOffset="140570.73">8748 14561 5530 0,'0'0'1661'0,"0"0"-1025"16,0 0-271-16,10 33-365 0,1-8 0 15,-1 3 0-15,-4 3 0 0,0 1 0 16,-1-1 0-16,-3 2 0 15,2 0 0-15,-4-1 0 0,0-3-301 16,4-8-1484-16,2-5-1024 0</inkml:trace>
  <inkml:trace contextRef="#ctx0" brushRef="#br1" timeOffset="141228.73">9889 14064 2193 0,'0'0'1232'16,"0"0"17"-16,-41 23-569 0,35-8-64 0,-1 4 349 0,-1 5-413 16,6 7-108-16,-2 8-183 0,4 7-261 15,0 7 0-15,0 8 0 0,4 5 0 16,-2 5 0-16,-2 6 0 15,0-1 0-15,0 1 0 0,-2-4 0 16,2-7 0-16,-4-9 0 0,4-13 0 16,0-13 0-16,4-11 0 0,-2-12 0 15,6-8 0-15,-1-11 0 0,7-14 0 16,3-11 0-16,-1-9 0 0,-1-6 0 16,1 0 0-16,1 3 0 15,3 7 0-15,-5 12 0 0,-3 14 0 16,-1 10 0-16,-7 5 0 0,2 5 0 15,4 7 0-15,1 10 0 0,3 5 0 16,-8 5 0-16,0 2 0 0,1-5 0 16,-3 2 0-16,2-2 0 0,2-3 0 15,-2-4 0-15,5-2 0 16,5-4 0-16,-5-7-849 0,-1-5-1568 0</inkml:trace>
  <inkml:trace contextRef="#ctx0" brushRef="#br1" timeOffset="141843.6">10778 13934 1528 0,'0'0'861'0,"0"0"1075"16,0 0-275-16,0 0-784 0,0 0-81 16,0 0-263-16,0 0-533 0,-33 43 0 15,8 1 0-15,-2 12 0 16,0 8 0-16,3 1 0 0,1 10 0 16,-2 7 0-16,8 5 0 0,1 6 0 15,6-1 0-15,5 1 0 0,3-3 0 16,2-3 0-16,7-7 0 15,7-10 0-15,-2-9 0 0,9-15 0 16,6-13 0-16,0-10 0 0,8-14 0 16,2-9 0-16,0-11 0 0,-1-10-405 15,-7 1-1112-15,-5-7-888 0</inkml:trace>
  <inkml:trace contextRef="#ctx0" brushRef="#br1" timeOffset="142148.91">11065 14170 6575 0,'0'0'404'15,"-37"27"8"-15,23 1 389 0,1 9-801 16,3 9 0-16,2 10 0 0,6 2 0 15,-3 7 0-15,5 5 0 16,0-1 0-16,0-1 0 0,5-5 0 16,-3-7 0-16,2-6 0 0,2-11 0 15,4-4 0-15,1-13 0 0,-1-5 0 16,6-8 0-16,5-6 0 0,0-6 0 16,4-7 0-16,2-6 0 0,-1-3 0 15,1-3 0-15,-6-2 0 0,-7-1 0 16,-7 7-1493-16,-7-1-700 0</inkml:trace>
  <inkml:trace contextRef="#ctx0" brushRef="#br1" timeOffset="142349.6">10735 14700 6298 0,'0'0'457'0,"0"0"915"15,51 17-1307-15,-3-14-65 0,6-3 0 16,-3 0 0-16,3-4 0 0,8 0 0 16,-4 1 0-16,4-4 0 0,-4-3 0 15,-21 3 0-15,0-2-2650 0</inkml:trace>
  <inkml:trace contextRef="#ctx0" brushRef="#br1" timeOffset="142721.57">11611 14717 4001 0,'0'0'2249'0,"0"0"-1352"0,0 0 148 15,0 0-1045-15,0 0 0 0,0 0 0 16,54 5 0-16,-27-5 0 0,4-1 0 15,6-4 0-15,4-1 0 16,1-2 0-16,5-4 0 0,1-1 0 16,-1 0-169-16,-12 1-1131 0,-2 0-645 0</inkml:trace>
  <inkml:trace contextRef="#ctx0" brushRef="#br1" timeOffset="143172.31">12332 14128 6234 0,'0'0'1293'0,"0"0"-628"16,0 0-665-16,0 0 0 0,0 0 0 15,-26 61 0-15,9-14 0 0,0 8 0 16,3 5 0-16,10-2 0 0,-2 6 0 15,-1 2 0-15,7 3 0 16,-8-2 0-16,2-4 0 0,2-7 0 16,2-6 0-16,-2-10 0 0,4-8 0 15,0-8 0-15,0-7 0 0,10-8 0 16,4-4 0-16,3-5 0 0,8-6 0 16,4-8 0-16,6-7 0 0,-2-4 0 15,2-3 0-15,-2 2 0 0,-2-1 0 16,-10 2 0-16,-5 6-953 0,-7 1-3965 15</inkml:trace>
  <inkml:trace contextRef="#ctx0" brushRef="#br1" timeOffset="143373.51">12089 14595 6310 0,'0'0'1049'15,"0"0"-493"-15,37 6-279 16,-4-6-277-16,4 0 0 0,0 0 0 16,9 0 0-16,1-4 0 0,1 1 0 15,-1-1 0-15,-1 3 0 0,-7-1 0 16,-8 1-925-16,-4-3-2181 0</inkml:trace>
  <inkml:trace contextRef="#ctx0" brushRef="#br1" timeOffset="143699.59">12872 14825 7223 0,'0'0'969'16,"0"0"-969"-16,-31 68 0 0,14-20 0 15,-1 9 0-15,12-3 0 0,1-2 0 16,5-5 0-16,5-3 0 0,9-6 0 15,3-8 0-15,-3-7 0 16,3-10 0-16,-7-7-1637 0,2-6-1565 0</inkml:trace>
  <inkml:trace contextRef="#ctx0" brushRef="#br1" timeOffset="144149.54">13151 14000 6050 0,'0'0'1465'0,"0"0"-833"16,0 0-587-16,0 0-45 0,0 0 0 15,37 57 0-15,0-5 0 16,5 18 0-16,-1 10 0 0,3 8 0 16,3 7 0-16,1 5 0 0,-7-1 0 15,-6 0 0-15,-18-2 0 0,-17-2 0 16,-17-4 0-16,-18-2 0 0,-17-8 0 16,-8-9 0-16,-8-7 0 0,-6-13 0 15,18-14 0-15,-2-12-801 0</inkml:trace>
  <inkml:trace contextRef="#ctx0" brushRef="#br1" timeOffset="149228.73">19840 9214 1932 0,'0'0'2045'0,"0"0"-1244"0,0 0 515 15,0 0-627-15,0 0-197 0,0 0 36 16,0 0-324-16,0 0-44 0,-27 68-135 16,21-24-25-16,0 4 0 0,2-1 0 15,0 0 0-15,-3 2 0 0,7-2 0 16,-2-1 0-16,0-3 0 16,2-6 0-16,4-3 0 0,3-8 0 15,7-9 0-15,1-6 0 0,7-10 0 16,5-6 0-16,0-11 0 15,2-8 0-15,-2-4 0 0,-6-2 0 16,-5 0 0-16,-6 4 0 0,-3 3 0 16,-7 8-13-16,0 7 1 0,0 3 24 15,0 5-12-15,0 6 13 0,-4 9-13 16,1 13 0-16,-1 5 0 16,4 4 0-16,0-3 0 0,7-5 0 15,1-5 0-15,6-5 0 0,5-6 0 16,2-5 0-16,7-6 0 0,1-6 0 15,0-6 0-15,-6-7 0 0,4-7 0 16,-10 1 0-16,-5-5 0 0,-4 0 0 16,-2-3 0-16,-6-2 0 0,0-4 0 15,-6-2 0-15,-4-3 0 0,2 0 0 16,-1 9-1093-16,3 0-728 0</inkml:trace>
  <inkml:trace contextRef="#ctx0" brushRef="#br1" timeOffset="149585.54">20359 9129 6603 0,'0'0'860'0,"-21"53"-448"0,15-11-95 0,-2 3-317 16,2 8 0-16,-5 3 0 16,5 1 0-16,2 0 0 0,4-2 0 15,0-1 0-15,2-3 0 0,0-4 0 16,2-3 0-16,-2-6 0 0,3-9 0 15,-3-9 0-15,2-9 0 0,0-9 0 16,0-2 0-16,4-17 0 0,7-10 0 16,3-11 0-16,1-5 0 0,0 4 0 15,-7 14 0-15,-2 7 0 0,-4 9 0 16,-3 7 0-16,-3 2 0 16,0 4 0-16,2 10 0 0,-2 8 0 15,0 4 0-15,-2 2 0 0,2-5 0 16,2-5 0-16,4-4 0 15,4-3 0-15,5-3 0 0,1-2 0 16,1-5-37-16,1-1-1499 0,-5-1 259 16,3-5-260-16</inkml:trace>
  <inkml:trace contextRef="#ctx0" brushRef="#br1" timeOffset="149877.7">20638 9684 4101 0,'0'0'1377'0,"-4"-56"-365"0,-2 27 109 15,-2 4-725-15,-1 2-211 0,-1 7-185 16,6 5 0-16,-2 5 0 0,1 3 0 15,-1 3 0-15,0 0 0 0,-4 9 0 16,-7 10 0-16,1 5 0 0,3 2 0 16,5-1 0-16,4-5 0 0,4 0 0 15,0-6 0-15,6-1 0 0,0-6 0 16,7-2 0-16,3-5 0 16,7-7 0-16,2-4 0 0,-3-3 0 15,-3-2 0-15,-2 0 0 0,-11 4 0 16,4 3 0-16,-10 4 0 15,4 3 0-15,-4 2 0 0,0 0 0 16,-4 2 0-16,4 5 0 0,0 6 0 16,0 9 0-16,0 0 0 0,0 1 0 15,4-5 0-15,0-5 0 0,5-3 0 16,1-2 0-16,-2-4-301 16,-2-2-1080-16,1-2-427 0</inkml:trace>
  <inkml:trace contextRef="#ctx0" brushRef="#br1" timeOffset="150081.71">20859 9079 7767 0,'0'0'425'0,"0"0"-425"0,0 0 0 16,0 0 0-16,0 0 0 16,0 0 0-16,-6 58 0 0,4-11 0 15,-2 7 0-15,4 3 0 0,0 7 0 16,0 4 0-16,0 0 0 0,0-1 0 15,-4-3 0-15,4-2 0 16,-2-4 0-16,-2-7 0 0,-3-16-593 16,-1-5-1612-16</inkml:trace>
  <inkml:trace contextRef="#ctx0" brushRef="#br1" timeOffset="150195.18">20669 9635 7599 0,'0'0'593'16,"27"-34"-593"-16,0 14 0 0,8 3 0 15,2 2 0-15,5 2 0 0,1 2 0 16,-2 2 0-16,7-1 0 0,-5 1-101 16,-10 2-1752-16,-4-2-1412 0</inkml:trace>
  <inkml:trace contextRef="#ctx0" brushRef="#br1" timeOffset="150502.09">21409 9511 6747 0,'0'0'884'0,"0"0"-323"16,0 0-561-16,0 0 0 0,6 52 0 16,-6-18 0-16,-2 2 0 0,-2-5 0 15,0-10 0-15,4-5 0 0,4-7 0 16,2-3 0-16,1-5-409 16,3-2-2492-16</inkml:trace>
  <inkml:trace contextRef="#ctx0" brushRef="#br1" timeOffset="150640.68">21597 9058 6302 0,'0'0'1325'0,"0"0"-1177"0,-47 3-52 16,34 4-44-16,5 5-52 16,6-1-200-16,4 1-544 0,0-1-1501 15,8-4-489-15</inkml:trace>
  <inkml:trace contextRef="#ctx0" brushRef="#br1" timeOffset="150948.26">21794 9070 6775 0,'0'0'872'0,"-31"-55"-376"16,8 34-447-16,-2 9-49 0,2 4 0 15,-1 5 0-15,7 3 0 16,-4 5 0-16,9 7 0 0,0 3 0 16,3 5 0-16,7 5 0 0,2 6 0 15,2 5 0-15,9 6 0 0,5 7 0 16,3 5 0-16,1 5 0 16,-1 3 0-16,-5-1 0 0,-5-4 0 15,-7-2 0-15,-2-6 0 0,-4-6 0 16,-3-5 0-16,-1-6 0 0,-2-8 0 15,4-8 0-15,-5-7-725 0,3-7-1916 16,0-4-721-16</inkml:trace>
  <inkml:trace contextRef="#ctx0" brushRef="#br1" timeOffset="151058.53">21566 9621 4045 0,'0'0'3934'0,"0"0"-3721"0,0 0-213 15,54-15 0-15,-17 5 0 0,15 2 0 16,2 1 0-16,-3 0 0 15,3 1 0-15,-2-5 0 0,-13 3-1137 16,0-5-2193-16</inkml:trace>
  <inkml:trace contextRef="#ctx0" brushRef="#br1" timeOffset="151946.87">22503 9453 4101 0,'0'0'785'0,"0"0"727"0,0 0-795 15,0 0-293-15,6-49 229 0,6 22-653 16,5-4 0-16,1 0 0 16,5-2 0-16,0-2 0 0,2 0 0 15,4 2 0-15,-2 4 0 0,-1 7 0 16,-1 5 0-16,4 8 0 0,-4 9 0 15,0 2 0-15,6 9 0 0,-4 8 0 16,-3 3 0-16,-1 6 0 0,-6 5 0 16,-7 5 0-16,-8 4 0 0,-6 4 0 15,-10 1 0-15,-3 1 0 0,-6-2 0 16,-6-1 0-16,2-2 0 16,-4-1 0-16,0-1 0 0,0-4 0 15,0-3 0-15,7-6 0 0,1-5 0 16,8-9 0-16,5-6 0 15,6-7 0-15,0-1 0 0,2-13 0 16,2-9 0-16,2-12 0 0,8-7 0 16,5-5 0-16,-3 6 0 0,9 5 0 15,-5 7 0-15,1 12 0 0,-3 10 0 16,1 6 0-16,-3 12 0 16,-2 5 0-16,1 4 0 0,-3 6 0 15,0 3 0-15,1 1 0 0,1 0 0 16,2-2 0-16,3-1 0 0,1-6 0 15,5-6 0-15,-2-7 0 0,-7-5-2606 16,0-7-1664-16</inkml:trace>
  <inkml:trace contextRef="#ctx0" brushRef="#br1" timeOffset="152262.7">23065 9101 6014 0,'0'0'633'0,"0"0"-153"0,0 0-224 0,0 0-20 0,0 0-28 16,-12 45 52-16,3-31-155 0,7 0-105 15,-2-2 0-15,0 0 0 0,2-3 0 16,0-2 0-16,0-3 0 16,2-2 0-16,0-1 0 0,2-1 0 15,6-3 0-15,4-10 0 0,7-7 0 16,6-5 0-16,-2-3 0 0,-1 4 0 15,-7 7 0-15,-3 7 0 0,-6 5 0 16,-1 2 0-16,-5 3 0 0,2 1 0 16,0 6 0-16,2 4 0 0,0 7 0 15,-2 4 0-15,4 0 0 0,-4 0 0 16,0-5 0-16,0 0 0 16,0-2 0-16,-2 0 0 0,3-5 0 15,-3-2-1169-15,2-4-344 0,-2-3-656 0</inkml:trace>
  <inkml:trace contextRef="#ctx0" brushRef="#br1" timeOffset="152505.64">23408 9115 2625 0,'0'0'4994'16,"0"-34"-4421"-16,-4 21-573 0,0 7 0 15,2 2 0-15,-4 3 0 0,-3 1 0 16,-9 12 0-16,1 7 0 0,-6 5 0 15,5 4 0-15,3-2 0 0,7 0 0 16,6-1 0-16,2-4 0 0,4-6 0 16,9-4 0-16,1-6 0 0,7-6 0 15,3-10 0-15,-1-8 0 0,2-8-617 16,-8 5-1004-16,-3-6-1140 0</inkml:trace>
  <inkml:trace contextRef="#ctx0" brushRef="#br1" timeOffset="152645.72">23501 8747 6795 0,'0'0'924'16,"-23"35"-451"-16,9 0-473 0,-7 9 0 15,9 6 0-15,-1 0 0 0,5 3 0 16,6 2 0-16,2-2 0 16,4-1 0-16,9-2 0 0,5-4 0 15,-1-12-1517-15,3-4-997 0</inkml:trace>
  <inkml:trace contextRef="#ctx0" brushRef="#br1" timeOffset="153510.06">24096 9529 5402 0,'0'0'1161'0,"0"44"119"16,0-9-931-16,-2 8-349 0,-4 5 0 16,2 2 0-16,-2 0 0 0,2-5 0 15,2-5 0-15,2-6 0 0,0-8 0 16,2-7-105-16,2-10-1215 16,-2-4-2878-16</inkml:trace>
  <inkml:trace contextRef="#ctx0" brushRef="#br1" timeOffset="153651.72">24187 9217 7491 0,'0'0'36'0,"0"0"108"16,0 0 16-16,0 0-160 16,0 0-20-16,0 0-488 0,0 0-453 15,0 51-131-15,11-24-285 0</inkml:trace>
  <inkml:trace contextRef="#ctx0" brushRef="#br1" timeOffset="154035.69">24192 9918 5778 0,'0'0'540'0,"0"0"65"0,0 0 363 16,0 0-728-16,0 0-179 16,0 0-61-16,41-60 0 0,-20 16 0 15,-1-3 0-15,-5 1 0 0,-1 3 0 16,-1 5 0-16,-3 11 0 15,-2 9 0-15,-4 11 0 0,-2 4 0 16,0 3 0-16,3 3 0 0,-3 10 0 16,2 9 0-16,-4 7 0 0,0 2 0 15,0-3 0-15,0-3 0 16,0-2 0-16,0-4 0 0,0-4 0 16,4-2 0-16,0-7 0 0,2-1 0 15,2-5 0-15,5-5 0 0,8-13 0 16,5-4 0-16,-1-8 0 0,-2-1 0 15,-6 4 0-15,-7 2 0 0,0 6 0 16,-4 10 0-16,-4 3 0 0,-2 6 0 16,0 0 0-16,0 2 0 0,-4 11 0 15,-4 12 0-15,0 8 0 0,2 4 0 16,-1-3 0-16,3-3 0 16,4-1 0-16,2-3 0 0,7-2 0 15,3 0 0-15,-6-10-905 0,7 0-640 0</inkml:trace>
  <inkml:trace contextRef="#ctx0" brushRef="#br1" timeOffset="154375.54">24514 10367 5086 0,'0'0'940'0,"0"0"-195"0,0 0 163 16,0 0-508-16,0 0-287 0,0 0-113 15,0 0 0-15,4-71 0 0,2 15 0 16,1-6 0-16,-1-6 0 0,0-11 0 16,2-7 0-16,3-2 0 0,1 6 0 15,2 15 0-15,7 13 0 0,0 14 0 16,4 12 0-16,-3 6 0 16,-3 8 0-16,-11 7 0 0,2 6 0 15,-7 1 0-15,-1 0 0 0,0 4 0 16,0 6 0-16,-2 8 0 15,-4 3 0-15,-5 9 0 0,-1 2 0 16,0 0 0-16,-5 1 0 0,3-1 0 16,-5-1 0-16,7-4 0 0,0-3 0 15,-1-4 0-15,5-8 0 16,2-5 0-16,2-5-405 0,4-2-1340 16,0-2-312-16,8-12-1068 0</inkml:trace>
  <inkml:trace contextRef="#ctx0" brushRef="#br1" timeOffset="154610.51">24830 9582 7243 0,'0'0'949'16,"0"0"-949"-16,0 0 0 0,0 0 0 15,0 0 0-15,-18 47 0 0,9-7 0 16,5 2 0-16,4 1 0 16,2-5 0-16,9-2 0 0,1-2 0 15,5-6 0-15,3-4 0 0,3-7 0 16,4-8 0-16,4-9 0 15,0-5 0-15,-2-11 0 0,0-7 0 16,-9-3 0-16,-1-3 0 0,-7-6 0 16,-3-4 0-16,-5-8 0 0,-2-3 0 15,-2-5 0-15,0 15-1754 16,-2-3-1011-16</inkml:trace>
  <inkml:trace contextRef="#ctx0" brushRef="#br1" timeOffset="154795.75">25198 9184 5886 0,'0'0'829'0,"-16"49"35"16,3-13-352-16,1 5-411 0,-1 7-101 15,3 4 0-15,2 0 0 0,4 1 0 16,4 0 0-16,-2-2 0 16,2 1 0-16,0-3 0 0,2-7 0 15,4-4 0-15,6-7 0 0,5-10 0 16,4-11-1169-16,-5-8-376 15,-1-6-612-15</inkml:trace>
  <inkml:trace contextRef="#ctx0" brushRef="#br1" timeOffset="155109.67">25446 9582 6202 0,'0'0'1289'15,"0"-43"-721"-15,0 28-435 0,-4 9-133 16,0 1 0-16,-2 3 0 0,-5 2 0 15,-5 5 0-15,-1 3 0 0,1 4 0 16,3 0 0-16,5 1 0 0,4 0 0 16,2 0 0-16,2 0 0 0,0 0 0 15,10-1 0-15,1-1 0 0,3-1 0 16,1 1 0-16,-5-3 0 16,-2-2 0-16,-4-1 0 0,0-2 0 15,-1 4 0-15,-3 4 0 0,-7 3 0 16,-5 4 0-16,-7-1 0 15,-3-2 0-15,-1-1 0 0,0-3 0 16,4 0 0-16,7-8 0 0,6 0 0 16,2-2 0-16,4-1 0 0,0 0 0 15,6-5 0-15,6-1-941 0,-1-1-536 16,9-1-456-16</inkml:trace>
  <inkml:trace contextRef="#ctx0" brushRef="#br1" timeOffset="155342.91">25500 9754 5798 0,'0'0'1737'0,"35"-14"-1080"0,-12 2-657 16,0-2 0-16,-1-3 0 0,1-2 0 16,-4-1 0-16,-3 0 0 0,-3-3 0 15,-7 0 0-15,-6 1 0 0,0 3 0 16,-8 6 0-16,-7 6 0 16,-4 7 0-16,-3 7 0 0,-7 11 0 15,0 8 0-15,2 6 0 0,6 4 0 16,13 2 0-16,8 1 0 15,12-4 0-15,13-3 0 0,10-4 0 16,13-8 0-16,8-7 0 0,10-6 0 16,6-7 0-16,-16 0-2106 0,-2-8-2508 0</inkml:trace>
  <inkml:trace contextRef="#ctx0" brushRef="#br1" timeOffset="155687.53">26538 9650 7287 0,'-13'34'808'15,"-1"3"-711"-15,-3 7-97 0,3-4 0 16,1-6 0-16,3-4 0 0,8-7 0 15,2-8 0-15,6-11-469 0,2-4-2428 16,5-9-1821-16</inkml:trace>
  <inkml:trace contextRef="#ctx0" brushRef="#br1" timeOffset="155828.67">26763 9243 6963 0,'0'0'168'0,"0"0"176"15,-35 3-128-15,31 8-216 16,2 4-92-16,2 2-756 0,6 2-89 16,0-4-427-16</inkml:trace>
  <inkml:trace contextRef="#ctx0" brushRef="#br1" timeOffset="156123.47">26897 9643 3013 0,'0'0'4950'15,"0"0"-4721"-15,-45-18-229 0,30 8 0 16,-1 3 0-16,1 0 0 0,3 3 0 16,2 3 0-16,6 1 0 0,-1 3 0 15,1 5 0-15,0 8 0 0,4 2 0 16,4 5 0-16,7-3 0 16,5-1 0-16,5 2 0 0,-1 2 0 15,5 1 0-15,4-2 0 0,-2 1 0 16,-2-2 0-16,-4-1 0 15,-9-3 0-15,-6-1 0 0,-6 0 0 16,-12-2 0-16,-9-1 0 0,-4 0 0 16,-4-5 0-16,-4-2 0 0,-2-2 0 15,6-5 0-15,2-9 0 16,11-3 0-16,8-8 0 0,10-4-1686 16,6 4-631-16,6-4-1408 0</inkml:trace>
  <inkml:trace contextRef="#ctx0" brushRef="#br1" timeOffset="156543.76">28043 9210 4289 0,'0'0'1113'0,"0"0"-113"0,0 0-251 0,0 0 107 16,-31 48-671-16,16 0-185 0,1 10 0 16,1 1 0-16,1-1 0 0,1 2 0 15,3 0 0-15,0 3 0 0,0-5 0 16,-1-1 0-16,3-7 0 16,2-5 0-16,0-9 0 0,4-7 0 15,2-12 0-15,6-10-473 0,-2-6-1136 16,3-8-3577-16</inkml:trace>
  <inkml:trace contextRef="#ctx0" brushRef="#br1" timeOffset="156960.26">28165 9577 7631 0,'0'0'561'0,"0"0"-561"15,-38-28 0-15,20 25 0 0,-1 6 0 16,-4 9 0-16,1 3 0 0,-1 9 0 15,2 2 0-15,3 5 0 0,5 0 0 16,3 1 0-16,6-2 0 0,4-1 0 16,0-4 0-16,8-6 0 0,6-7 0 15,5-6 0-15,0-6 0 0,3-6 0 16,1-7 0-16,2-3 0 16,-6 0 0-16,-1 0 0 0,-5 4 0 15,-5 6 0-15,-2 3 0 0,0 3 0 16,0 1-341-16,3 12-87 15,1 10 192-15,0 1 232 0,1 3-12 16,-1-6 16-16,5-4 28 0,1-1-12 16,1-4 52-16,-1-4 76 0,-1-1-96 15,-5-3 16-15,-6-3 96 16,0-1-64-16,-4 0 68 0,0-6 73 16,0-2-237-16,-2-5 0 0,-4-6 0 15,2-1 0-15,0-4 0 0,4-1 0 16,2-1 0-16,4 2 0 0,2 4 0 15,3 1 0-15,1 4 0 0,2 2 0 16,1 0 0-16,3 2 0 0,5-1 0 16,2 2 0-16,2-1 0 0,0 1-945 15,-7 4-236-15,-1 2-323 0</inkml:trace>
  <inkml:trace contextRef="#ctx0" brushRef="#br1" timeOffset="157777.6">28710 9590 4878 0,'0'0'1204'0,"-33"-19"313"0,15 10-924 16,-1 4-593-16,0 4 0 0,-1 1 0 15,-1 6 0-15,-2 8 0 16,5 6 0-16,-1 6 0 0,0 6 0 16,5 3 0-16,6-1 0 0,8-1 0 15,8-4 0-15,9-4 0 0,7-6 0 16,9-6 0-16,5-6 0 0,-1-7 0 15,0-7 0-15,-4-6 0 0,-8-4 0 16,-4-2 0-16,-5-2 0 0,-3 2 0 16,-7 1 0-16,0 5 0 0,-4 2 0 15,-2 7 0-15,0 1 0 16,0 3 0-16,0 3 0 0,-2 7 0 16,-4 15 0-16,-5 11 0 0,-1 6 0 15,-2 6 0-15,3-2 0 0,-1 4 0 16,-1-3 0-16,-1 2 0 15,-5-4 0-15,-8-4 0 0,-4 0 0 16,-4-4 0-16,-6-5 0 0,0-4 0 16,1-8 0-16,3-8 0 15,4-8 0-15,6-4 0 0,11-12 0 0,7-6 0 16,7-8 0-16,11-9 0 16,5-5 0-16,9-3 0 0,8 4 0 15,-2 5 0-15,4 4 0 0,2 4 0 16,-2 5 0-16,0 1 0 0,-2 4 0 15,-2 3 0-15,-2 3 0 0,0 0 0 16,2-2 0-16,-2 2 0 0,2-3 0 16,-1-3 0-16,1-3 0 0,-2-1 0 15,-4-1 0-15,-2-3 0 0,-5-1 0 16,-1-2 0-16,-7-2 0 16,-2 1 0-16,-6-1 0 0,0 0 0 15,-6 4 0-15,-4 4 0 0,-5 7 0 16,-3 10 0-16,-3 4 0 15,-4 9 0-15,-2 9 0 0,-2 8 0 16,2 5 0-16,5 6 0 0,7 3 0 16,11 0 0-16,8-1 0 0,13-2 0 15,5-6 0-15,7-3 0 16,4-4 0-16,1-6 0 0,-3-6 0 16,2-4 0-16,-2-5 0 0,-2-1 0 15,-3-2 0-15,-1 0 0 0,-8-3 0 16,-3 2 0-16,-5 0 0 0,-3 0 0 15,-4 1 0-15,-2 0 0 0,0 0 0 16,0-1 0-16,2 1 0 0,-2-3 0 16,4-1 0-16,2-6 0 0,2-11 0 15,5-5 0-15,1-9 0 0,-1 2 0 16,-1 5 0-16,5 2 0 16,-3 3 0-16,7 1 0 0,2 0 0 15,3 0 0-15,-5 4-1449 0,2-2-752 0</inkml:trace>
  <inkml:trace contextRef="#ctx0" brushRef="#br1" timeOffset="163199.88">20016 11331 6258 0,'0'0'753'0,"0"0"191"0,0 0-707 16,0 0-237-16,0 0 0 15,0 0 0-15,0 0 0 0,-8 54 0 16,1-3 0-16,1 13 0 0,4 6 0 16,2-4 0-16,2 3 0 0,0-1 0 15,2-2 0-15,-1-4 0 0,-3-8 0 16,0-3 0-16,0-8 0 0,0-10 0 15,0-8 0-15,0-7 0 0,0-11 0 16,4-7-989-16,-4-4-484 16,0-10-3621-16</inkml:trace>
  <inkml:trace contextRef="#ctx0" brushRef="#br1" timeOffset="163383.64">19937 11473 6943 0,'0'0'560'0,"0"0"129"0,0 0-689 16,50-31 0-16,-19 19 0 0,6 3 0 16,5-3 0-16,5 0 0 15,-6 1 0-15,-3 2 0 0,-1 4 0 16,-6 2 0-16,-4 3 0 0,-9 0-1173 16,-7 0-1481-16</inkml:trace>
  <inkml:trace contextRef="#ctx0" brushRef="#br1" timeOffset="163572.44">19987 11679 7587 0,'0'0'605'0,"0"0"-605"16,0 0 0-16,17 34 0 15,7-20 0-15,9-2 0 0,3-1 0 0,9-6 0 16,3-2 0-16,3 0 0 15,5-3 0-15,2-1 0 0,-13-4 0 16,-3-4-1786-16</inkml:trace>
  <inkml:trace contextRef="#ctx0" brushRef="#br1" timeOffset="163957.84">20841 11195 4225 0,'0'0'1917'0,"0"0"-1204"15,0 0-13-15,0 0-63 0,0 0-637 16,0 0 0-16,0 0 0 0,0 0 0 16,-35 28 0-16,8 22 0 15,0 12 0-15,6 10 0 0,7 4 0 16,1 6 0-16,5 4 0 0,8-3 0 16,0 1 0-16,0-5 0 0,0-3 0 15,4-5 0-15,2-8 0 0,5-12 0 16,3-11 0-16,7-9 0 0,6-14 0 15,8-13 0-15,2-10 0 0,9-17 0 16,-1-13-1077-16,-10 4-312 16,-2-5-3945-16</inkml:trace>
  <inkml:trace contextRef="#ctx0" brushRef="#br1" timeOffset="164190.41">21114 11353 3669 0,'0'0'3426'0,"0"0"-2782"16,0 0-191-16,0 0-453 0,-19 47 0 16,9-10 0-16,-3 9 0 15,3 4 0-15,6 3 0 0,2 3 0 16,4 2 0-16,6-1 0 0,4-4 0 16,5-6 0-16,4-7 0 0,6-8 0 15,-3-4 0-15,1-9 0 0,-6-6 0 16,1-6 0-16,-9-6 0 0,-1-7 0 15,-2-9 0-15,-6-6 0 0,-2 2-1894 16,0-1-1783-16</inkml:trace>
  <inkml:trace contextRef="#ctx0" brushRef="#br1" timeOffset="164344.04">20775 11872 6931 0,'0'0'792'0,"41"18"-332"15,0-15-451-15,7-5-9 0,10-9 0 16,0-4 0-16,1-4 0 0,-1-4 0 16,-6-3 0-16,-2-4 0 0,-15 6-821 15,-6-4-1632-15</inkml:trace>
  <inkml:trace contextRef="#ctx0" brushRef="#br1" timeOffset="164574.31">21388 11155 6823 0,'0'0'824'16,"0"0"-544"-16,0 0-15 15,27 35-265-15,-8-6 0 0,4 5 0 16,2 9 0-16,-1 5 0 0,1 10 0 16,4 8 0-16,-6 4 0 15,-9 3 0-15,-12 1 0 0,-12-3 0 0,-17-2 0 16,-8-6 0-16,-4-7 0 15,-1-7 0-15,5-10 0 0,4-9 0 16,4-13 0-16,13-9-1986 0,-1-12-2292 16</inkml:trace>
  <inkml:trace contextRef="#ctx0" brushRef="#br1" timeOffset="164961.75">22054 11603 6935 0,'0'0'944'0,"37"6"-631"0,-14-4-313 16,2 0 0-16,2 0 0 0,-2-2 0 15,-1 0 0-15,1 0 0 0,-2-1 0 16,-2-1 0-16,-7-1 0 16,-4 0 0-16,1 0 0 0,-7 0-301 15,-2-1-2336-15,-2-1-1085 0</inkml:trace>
  <inkml:trace contextRef="#ctx0" brushRef="#br1" timeOffset="165127.71">21992 11810 7275 0,'0'0'612'0,"33"23"-307"0,-4-12-305 16,2-4 0-16,-2 0 0 15,6-4 0-15,-4 1 0 0,-2-4 0 16,2 0 0-16,0-7 0 0,6-5 0 16,-6 1 0-16,5-7-321 0</inkml:trace>
  <inkml:trace contextRef="#ctx0" brushRef="#br1" timeOffset="167139">23842 11374 4946 0,'0'0'664'0,"-25"-42"577"15,13 16-617-15,0 3-324 0,-3-3 117 16,1 0-417-16,-5-1 0 16,0 1 0-16,-1-1 0 0,-1 4 0 15,7 3 0-15,-1 5 0 0,1 4 0 16,-1 5 0-16,5 4 0 0,0 2 0 16,-1 3 0-16,-1 5 0 0,-3 4 0 15,5 8 0-15,8 3 0 16,0 6 0-16,6 8 0 0,10 5 0 15,7 6 0-15,2 6 0 0,4 7 0 16,-2 3 0-16,-5 4 0 0,-3-1 0 16,-7-1 0-16,-4-6 0 0,-2-8 0 15,-4-4 0-15,-2-7 0 16,-6-4 0-16,0-4 0 0,0-8 0 16,-3-5 0-16,5-7 0 0,0-7 0 15,-2-5-569-15,-1-1-560 0,-3-4-1808 0</inkml:trace>
  <inkml:trace contextRef="#ctx0" brushRef="#br1" timeOffset="167297.81">23429 11867 6362 0,'0'0'717'0,"0"0"11"15,0 0-343-15,0 0-385 0,0 0 0 16,70-15 0-16,-22 15 0 0,-1 0 0 16,-3 0 0-16,-5 0 0 15,-4 0 0-15,0 0 0 0,2-1 0 16,0-8 0-16,-8 0-2762 0,-4-5-2332 0</inkml:trace>
  <inkml:trace contextRef="#ctx0" brushRef="#br1" timeOffset="167729.94">24371 11015 6643 0,'0'0'204'16,"0"0"312"-16,-41 4 120 0,20 12-460 16,-3 6-159-16,-3 10-17 15,0 5 0-15,2 5 0 0,-2 7 0 16,0 6 0-16,2 7 0 0,-4 8 0 16,1 10 0-16,-1 4 0 0,2 2 0 15,6-4 0-15,7-5 0 0,9-7 0 16,5-7 0-16,9-8 0 0,11-7 0 15,7-9 0-15,6-7 0 0,7-8 0 16,-1-11 0-16,8-11 0 16,-1-9 0-16,1-13 0 0,-3-12 0 15,-9 4-2474-15,-6-4-1580 0</inkml:trace>
  <inkml:trace contextRef="#ctx0" brushRef="#br1" timeOffset="167977.66">24568 11336 6703 0,'0'0'640'0,"0"0"8"0,0 0-447 15,0 0-201-15,-31 14 0 0,12 16 0 16,3 10 0-16,-1 7 0 0,5 4 0 16,5 0 0-16,3 2 0 0,2 3 0 15,2-4 0-15,0-2 0 0,4-5 0 16,5-6 0-16,1-6 0 0,9-5 0 15,-1-6 0-15,11-6 0 0,0-6 0 16,6-7 0-16,-2-3 0 16,-2-5 0-16,-4-6 0 0,-8-3 0 0,-9-6-645 15,-4 4-1036-15,-6 0-828 0</inkml:trace>
  <inkml:trace contextRef="#ctx0" brushRef="#br1" timeOffset="168165.16">24301 11721 6883 0,'0'0'908'15,"0"0"-507"-15,0 0-401 0,0 0 0 16,48 14 0-16,-7-13 0 0,7-1 0 16,3-4 0-16,-3-4 0 0,3-4 0 15,3-2 0-15,-4-5 0 0,-13 3-1441 16,-8-5-1921-16</inkml:trace>
  <inkml:trace contextRef="#ctx0" brushRef="#br1" timeOffset="168412.29">24911 11030 7031 0,'0'0'4'0,"0"0"428"0,0 0-204 15,31 49 80-15,-10-6-119 0,5 13-189 16,5 8 0-16,5 5 0 0,5 9 0 16,6 5 0-16,-1 5 0 15,-13-1 0-15,-16-1 0 0,-17-5 0 16,-21-6 0-16,-16-5 0 0,-11-6 0 16,-8-5 0-16,-2-8 0 0,3-13 0 15,3-11 0-15,9-11 0 0,9-16-17 16,14-3-1700-16,7-12-1228 0</inkml:trace>
  <inkml:trace contextRef="#ctx0" brushRef="#br1" timeOffset="168908.86">25767 11812 2837 0,'0'0'604'0,"0"0"-160"0,0 0 449 0,0 0-317 15,-13-43 116-15,13 31 469 0,-2 4-413 16,2 3-511-16,0 3-237 16,2-1 0-16,7 1 0 0,9 1 0 15,17 1 0-15,9 0 0 0,5 0 0 16,3-1 0-16,-2 0 0 0,-3-3 0 16,-1-1 0-16,-5-2 0 0,-8-1 0 15,-6-2 0-15,-9 1 0 0,-11-2-693 16,-5 4-828-16,-2-2-804 0</inkml:trace>
  <inkml:trace contextRef="#ctx0" brushRef="#br1" timeOffset="169110.57">25998 11478 7003 0,'0'0'856'16,"0"0"-523"-16,0 0-333 0,-12 66 0 15,4-17 0-15,3 10 0 0,3-1 0 16,4-7 0-16,9-4 0 16,3-3 0-16,5-5 0 0,4-5 0 15,-1-5 0-15,1-9 0 0,-4-7-685 16,-3-9-2320-16</inkml:trace>
  <inkml:trace contextRef="#ctx0" brushRef="#br1" timeOffset="170355.42">26914 11432 2761 0,'0'0'644'0,"0"0"-236"0,0 0 261 16,0 0-353-16,0 0 88 0,0 0 308 15,0 0-264-15,0 0-35 0,0 0 279 16,0 0-296-16,-33 4-67 16,33-10-329-16,0-5 0 0,8-7 0 15,2-4 0-15,5-4 0 0,1-1 0 16,5 1 0-16,4 0 0 0,2 0 0 16,4 3 0-16,6 1 0 0,0 2 0 15,5 4 0-15,-1 3 0 16,0 6 0-16,-6 6 0 0,-4 3 0 15,-4 11 0-15,-6 6 0 0,-5 5 0 16,1 7 0-16,-3 4 0 16,-3 5 0-16,-3 10 0 0,-4 5 0 15,-4 6 0-15,-6 3 0 0,-4 0 0 16,-9-1 0-16,0-7 0 0,-1-4 0 16,-5-2 0-16,2-6 0 0,-2-4 0 15,1-3 0-15,-3-5 0 0,4-6 0 16,-2-6 0-16,2-4 0 0,3-6 0 15,-1-6 0-15,5-4 0 0,1-4 0 16,1-8 0-16,3-7 0 16,3-5 0-16,0-6 0 0,2-5 0 15,4 0 0-15,-1-1 0 0,3 4 0 16,9 8 0-16,3 5 0 0,5 6 0 16,3 7 0-16,7 3 0 0,2 4 0 15,2 6 0-15,-2 5 0 16,0 3 0-16,-4 2 0 0,-2 3 0 15,-3 3 0-15,-1-2 0 0,-3 1 0 16,-3-4 0-16,-1-1 0 0,-1-4 0 16,-1-1 0-16,0-9 0 0,-2-1 0 15,1-6-1125-15</inkml:trace>
  <inkml:trace contextRef="#ctx0" brushRef="#br1" timeOffset="171624.49">28218 11235 4770 0,'0'0'1636'15,"2"-45"-827"-15,-8 17-181 0,-2 2-279 16,-2-3-349-16,-5 0 0 0,1 2 0 15,-1 2 0-15,-1 4 0 0,3 4 0 16,-1 4 0-16,3 6 0 0,-1 3 0 16,-5 2 0-16,-3 2 0 15,-3 9 0-15,-2 6 0 0,-4 2 0 16,4 5 0-16,1 3 0 0,-1 4 0 16,8 3 0-16,3 5 0 0,6 2 0 15,8 6 0-15,6 4 0 16,12 3 0-16,7 3 0 0,2 1 0 15,4 2 0-15,-2-1 0 0,-4-1 0 16,-7-5 0-16,-5-6 0 0,-9-5 0 16,-4-8 0-16,-6-5 0 15,-7-6 0-15,3-6 0 0,-2-4 0 16,-1-6-533-16,1-5-427 0,1 0-1434 16,3-7-1351-16</inkml:trace>
  <inkml:trace contextRef="#ctx0" brushRef="#br1" timeOffset="171780.66">27807 11755 7087 0,'0'0'920'0,"0"0"-735"16,0 0-185-16,0 0 0 0,0 0 0 15,60-7 0-15,-23 7 0 0,-4 0 0 16,-2-2 0-16,-2 0 0 0,2-2 0 16,4 0 0-16,5-6 0 15,-7 2-1285-15,2-5-1997 0</inkml:trace>
  <inkml:trace contextRef="#ctx0" brushRef="#br1" timeOffset="172216.55">28785 10899 5174 0,'0'0'452'15,"0"0"368"-15,0 0 285 0,0 0-829 16,-44 16-144-16,15 12 101 0,-8 11-233 16,-2 7 0-16,4 9 0 15,-3 5 0-15,5 6 0 0,0 8 0 16,6 4 0-16,5 5 0 0,5 5 0 16,5-3 0-16,6-3 0 0,6-6 0 15,2-5 0-15,10-7 0 0,11-10 0 16,8-7 0-16,6-8 0 0,6-7 0 15,3-9 0-15,-3-10 0 0,1-10 0 16,-9-9 0-16,-6-13 0 16,-11-1-1698-16,-5-5-4000 0</inkml:trace>
  <inkml:trace contextRef="#ctx0" brushRef="#br1" timeOffset="173261.9">29070 11126 5526 0,'0'0'1193'16,"0"0"-517"-16,0 0 88 0,0 0-731 15,0 0-33-15,0 0 0 0,-15 46 0 16,9-1 0-16,2 11 0 0,4 2 0 15,0 0 0-15,0 2 0 0,2 1 0 16,-2-1 0-16,-4-5 0 16,0-4 0-16,-2-4 0 0,2-9 0 15,4-9 0-15,0-6 0 0,4-8 0 16,8-4 0-16,3-7 0 0,1-4 0 16,5-8 0-16,-3-6 0 15,3-5 0-15,-2-5 0 0,-7 6-949 16,-2-4-924-16</inkml:trace>
  <inkml:trace contextRef="#ctx0" brushRef="#br1" timeOffset="173447.77">28787 11508 6803 0,'0'0'40'0,"0"0"784"15,0 0-384-15,0 0-355 0,60 25-85 16,-13-18 0-16,11-2 0 0,0-5 0 15,-8-1 0-15,-3-4 0 0,-3-1 0 16,1 0 0-16,-4-2 0 16,-3-1 0-16,-12-1-981 0,-7 2-1572 0</inkml:trace>
  <inkml:trace contextRef="#ctx0" brushRef="#br1" timeOffset="173673.95">29382 11460 7711 0,'0'0'481'0,"41"6"-481"0,-5-2 0 16,7 1 0-16,9 0 0 0,1-1 0 15,-3-1 0-15,-9-3 0 0,-6 0 0 16,-10-1 0-16,-8-3 0 0,-5-2-4503 0</inkml:trace>
  <inkml:trace contextRef="#ctx0" brushRef="#br1" timeOffset="174123.95">29998 11070 4666 0,'0'0'440'0,"0"0"744"16,0 0-455-16,0 0-217 15,0 0-64-15,0 0-235 0,-12 48-213 16,1-2 0-16,1 6 0 0,-4 3 0 16,-1-1 0-16,-4 3 0 15,-1 4 0-15,-3-3 0 0,-2 2 0 16,2-6 0-16,5-8 0 0,5-3 0 15,7-10 0-15,6-7 0 0,6-3 0 16,9-6 0-16,10-4 0 0,6-4 0 16,8-4 0-16,2-5 0 15,3-4 0-15,-3-7 0 0,-6-3 0 16,-4-5 0-16,-6-3 0 0,-10-5 0 16,-7 6-1493-16,-8-4-909 0</inkml:trace>
  <inkml:trace contextRef="#ctx0" brushRef="#br1" timeOffset="174293.86">29733 11473 6675 0,'0'0'464'0,"0"0"-92"16,60 15 309-16,-22-8-681 0,7 1 0 16,3 1 0-16,-1-3 0 15,-1-1 0-15,1 1 0 0,1-2 0 16,1 2 0-16,3-3 0 0,-15-1-125 15,-4-2-1916-15</inkml:trace>
  <inkml:trace contextRef="#ctx0" brushRef="#br1" timeOffset="174476.53">30387 11622 6855 0,'0'0'636'0,"0"0"65"15,-2 54-701-15,-3-19 0 0,3 7 0 16,-2 2 0-16,0 3 0 16,2-2 0-16,2-1 0 0,2-5 0 15,4-6 0-15,1-6 0 0,-1-10 0 16,-2-9-1597-16,4-8-1461 0</inkml:trace>
  <inkml:trace contextRef="#ctx0" brushRef="#br1" timeOffset="174988.78">30819 11019 5690 0,'0'0'316'0,"0"0"537"16,0 0-297-16,35 0-144 0,-8 26-47 16,2 14-365-16,2 12 0 0,0 9 0 15,0 10 0-15,-2 8 0 0,-5 9 0 16,-5 2 0-16,-5 3 0 0,-14-8 0 15,-10-5 0-15,-19-6 0 0,-16-10 0 16,-13-5 0-16,-10-6 0 16,-5-8 0-16,5-9 0 0,4-7 0 15,4-13 0-15,19-7-409 0,1-9-2176 0</inkml:trace>
  <inkml:trace contextRef="#ctx0" brushRef="#br1" timeOffset="175969.15">19865 13876 6494 0,'0'0'773'0,"0"0"-389"0,0 0 157 16,33 47-541-16,-14-23 0 0,1 0 0 15,7 3 0-15,0 1 0 0,4-2 0 16,2 2 0-16,-2-3 0 15,0-1 0-15,-6-2 0 0,-4 0 0 16,-9-4 0-16,-2-1 0 0,-5-2 0 16,-7-2-1397-16,-5-6 160 0,1 0-308 0</inkml:trace>
  <inkml:trace contextRef="#ctx0" brushRef="#br1" timeOffset="176122.93">19865 14301 2649 0,'0'0'4330'0,"0"0"-3117"16,0 0-1213-16,0 0 0 0,0 0 0 16,17-33 0-16,3 4 0 0,7-2 0 15,2 1 0-15,-2 1 0 0,2 3 0 16,2 0 0-16,0 0 0 0,6-2 0 16,0-2 0-16,-12 7 0 0,6-2-2538 0</inkml:trace>
  <inkml:trace contextRef="#ctx0" brushRef="#br1" timeOffset="176555.78">20735 13533 6338 0,'0'0'601'0,"0"0"-109"15,0 0 269-15,0 0-761 0,-51 24 0 16,15 20 0-16,-1 14 0 0,-4 9 0 16,8 2 0-16,2 2 0 0,4 3 0 15,6 0 0-15,5 2 0 0,1-3 0 16,13-5 0-16,2-4 0 16,6-6 0-16,7-7 0 0,7-8 0 15,5-10 0-15,6-8 0 0,7-9 0 16,5-7 0-16,2-9 0 0,-1-5 0 15,-1-9 0-15,-16-2-1786 16,-2-2-999-16</inkml:trace>
  <inkml:trace contextRef="#ctx0" brushRef="#br1" timeOffset="176806.39">21014 13736 7567 0,'0'0'64'0,"0"0"392"16,0 0-351-16,0 0-105 0,-27 60 0 16,9-17 0-16,-3 8 0 0,1 3 0 15,-3 2 0-15,-2 1 0 0,8-1 0 16,5-3 0-16,4-2 0 16,8-7 0-16,6-10 0 0,8-3 0 15,7-10 0-15,6-4 0 0,4-7 0 16,4-6 0-16,0-4 0 0,0-6 0 15,3-7 0-15,-7-2 0 16,-4-4 0-16,-7 1-849 0,-5 0-2765 0</inkml:trace>
  <inkml:trace contextRef="#ctx0" brushRef="#br1" timeOffset="176985.92">20721 14121 6046 0,'0'0'196'0,"0"0"-128"16,47-2 164-16,-9-4-159 0,3-4 23 16,2-6 132-16,5-5-180 0,-1-6-48 15,1-9-441-15,-13 7-1263 0,0-5-1386 16</inkml:trace>
  <inkml:trace contextRef="#ctx0" brushRef="#br1" timeOffset="177205.63">21347 13584 5050 0,'0'0'696'0,"21"38"157"15,-3-9-245-15,-3 5-280 0,-1 10 76 16,1 8-208-16,-9 8-139 0,2 7-57 16,-8 3 0-16,-4 1 0 0,-10-1 0 15,-9 1 0-15,-12-5 0 0,2-2 0 16,-4-4 0-16,-1-7 0 0,7-9 0 15,2-9 0-15,13-10 0 16,6-12 0-16,-1-6-649 0,11-10-1556 0</inkml:trace>
  <inkml:trace contextRef="#ctx0" brushRef="#br1" timeOffset="177524.5">21940 14007 6286 0,'0'0'521'15,"46"0"527"-15,-17 0-711 0,0 0-337 16,2 0 0-16,-2-1 0 0,2-4 0 16,-4-2 0-16,-1 0 0 15,-1-5 0-15,-2-1 0 0,-9-1-297 16,3 2-1011-16,-9-1-3751 0</inkml:trace>
  <inkml:trace contextRef="#ctx0" brushRef="#br1" timeOffset="177717.66">21940 14115 6366 0,'0'0'893'0,"0"0"-377"0,0 0-99 16,48 39-417-16,-21-33 0 0,4-3 0 15,8-2 0-15,0-1 0 16,7 0 0-16,1-2 0 0,5-2 0 16,2-4 0-16,-13 1 0 0,3-2-1874 0</inkml:trace>
  <inkml:trace contextRef="#ctx0" brushRef="#br1" timeOffset="178487.63">23565 13570 6482 0,'0'0'481'15,"0"0"407"-15,0 0-547 0,0 0-341 16,-20 49 0-16,15-7 0 0,3 8 0 16,2 4 0-16,0 3 0 15,0 3 0-15,0 2 0 0,2-1 0 16,-2-5 0-16,-4-2 0 0,-2-5 0 15,-4-5 0-15,-3-5 0 16,1-7 0-16,2-10 0 0,3-10 0 16,5-6 0-16,2-5 0 0,2-2 0 15,7-11 0-15,11-12 0 0,7-5 0 16,4-7 0-16,0 4 0 0,-6 3 0 16,0 5 0-16,-7 6 0 0,-5 6 0 15,-5 7 0-15,0 4 0 0,-6 3 0 16,7 8 0-16,-3 8 0 15,-2 3 0-15,0 4 0 0,-4 1 0 16,0-4 0-16,2-2 0 0,2-2 0 16,3-2 0-16,5-3 0 0,4-4 0 15,5-5-637-15,-4-4-1568 0,1-1-1109 16</inkml:trace>
  <inkml:trace contextRef="#ctx0" brushRef="#br1" timeOffset="178903.99">24444 13501 3221 0,'0'0'928'0,"0"0"21"0,0 0 11 16,0 0 157-16,-29-33-557 0,16 33-103 16,-5 8-457-16,-7 12 0 15,-2 13 0-15,-4 10 0 0,-2 11 0 16,-4 7 0-16,0 6 0 0,1 7 0 15,5 8 0-15,9 2 0 0,7-1 0 16,7-3 0-16,6-6 0 16,6-4 0-16,8-6 0 0,9-8 0 15,4-8 0-15,6-10 0 0,6-9 0 16,2-10 0-16,5-11 0 0,-1-9 0 16,1-13 0-16,-1-10 0 0,-14 1-1766 15,-2-5-827-15</inkml:trace>
  <inkml:trace contextRef="#ctx0" brushRef="#br1" timeOffset="179132.63">24679 13800 6631 0,'0'0'340'0,"0"0"364"16,-45 44-187-16,20-13-517 15,-6 6 0-15,2 3 0 0,-2 4 0 16,-2 1 0-16,4 1 0 0,2 1 0 15,7-2 0-15,9-1 0 16,7-2 0-16,4-2 0 0,17-5 0 16,5-3 0-16,7-7 0 0,6-7 0 15,5-6 0-15,1-9 0 0,9-3 0 16,-5-3 0-16,-4-9 0 0,-3-3 0 16,-9-5 0-16,-7-2 0 0,-5-2-549 15,-9 5-812-15,-6 0-572 0</inkml:trace>
  <inkml:trace contextRef="#ctx0" brushRef="#br1" timeOffset="179340.76">24274 14114 6723 0,'0'0'8'0,"0"0"768"0,0 0-348 15,0 0-308-15,52 14 17 0,-3-8-137 16,9 0 0-16,4-5 0 0,2-1 0 15,5-6 0-15,-1-4 0 16,0-5 0-16,-2-2 0 0,0-8 0 16,-20 5-901-16,-11-5-1104 0</inkml:trace>
  <inkml:trace contextRef="#ctx0" brushRef="#br1" timeOffset="179543.83">25082 13622 6354 0,'0'0'313'0,"0"0"355"16,0 0 172-16,0 0-823 0,40 24-17 16,-15 3 0-16,3 9 0 0,-3 9 0 15,-4 6 0-15,-5 7 0 0,-5 4 0 16,-11 2 0-16,-6-2 0 0,-15 1 0 16,-14-3 0-16,-9-1 0 15,-7-2 0-15,-3-6 0 0,2-5 0 16,5-8 0-16,7-14-401 0,12-7-2552 0</inkml:trace>
  <inkml:trace contextRef="#ctx0" brushRef="#br1" timeOffset="182206.93">25651 14061 6282 0,'0'0'849'0,"0"0"-297"0,0 0-43 16,0 0-509-16,47 11 0 0,-18-6 0 15,2-2 0-15,2-2 0 0,-4-1 0 16,0-1 0-16,0-3 0 0,-4-2 0 15,-2-1 0-15,-7-3 0 16,-3 1-1497-16,-5 2-224 0,-4-3-608 0</inkml:trace>
  <inkml:trace contextRef="#ctx0" brushRef="#br1" timeOffset="182424.49">25727 13916 6326 0,'0'0'897'0,"-14"41"-317"0,14-5-191 16,0 6-389-16,0 6 0 0,4-4 0 15,2-3 0-15,7-2 0 0,3-9 0 16,9-8 0-16,-2-11 0 0,2-6-4527 15</inkml:trace>
  <inkml:trace contextRef="#ctx0" brushRef="#br1" timeOffset="183373.08">26631 13837 3401 0,'0'0'1001'16,"0"0"-133"-16,0 0 489 0,0 0-717 15,0 0-140-15,0 0-75 0,-6-36-425 16,22 11 0-16,5-1 0 16,6-1 0-16,2 2 0 0,2 0 0 15,4 3 0-15,0 2 0 0,-2 5 0 16,-2 4 0-16,0 4 0 0,-4 4 0 16,-2 3 0-16,1 6 0 0,-1 7 0 15,-2 6 0-15,-6 7 0 16,-7 8 0-16,-8 9 0 0,-6 10 0 15,-11 6 0-15,-5 5 0 0,-5-1 0 16,0-5 0-16,-4-4 0 0,0-4 0 16,-4-4 0-16,-4-3 0 0,2-4 0 15,-2-4 0-15,1-5 0 0,3-8 0 16,4-4 0-16,5-10 0 16,7-5 0-16,5-3 0 0,3-10-141 15,9-9 77-15,2-7 32 0,9-7-44 16,7-5 76-16,3-1 52 0,2 2-44 15,4 2 44-15,-3 8 92 16,1 8-87-16,0 10-57 0,-2 6 0 16,-3 6 0-16,3 7 0 0,0 6 0 15,0 3 0-15,-1 1 0 0,3 3 0 16,0-2 0-16,4-1 0 0,2-4 0 16,2-8 0-16,-8-6 0 0,-2-3-3090 0</inkml:trace>
  <inkml:trace contextRef="#ctx0" brushRef="#br1" timeOffset="184520.47">27551 13493 5234 0,'0'0'632'0,"0"0"-36"16,0 0 329-16,0 0-573 15,0 0-180-15,0 0 8 0,-17 56-100 16,3-9-59-16,-1 7-21 0,5 2 0 15,4-4 0-15,1 3 0 0,1 1 0 16,2 1 0-16,-2-2 0 16,0-4 0-16,2-6 0 0,-4-6 0 15,4-5 0-15,-3-5 0 0,3-10 0 16,0-6 0-16,2-7 0 0,0-4 0 16,0-1 0-16,2-1 0 0,5-6 0 15,5-10 0-15,11-14 0 0,6-4 0 16,4-5 0-16,2 2 0 0,-4 6 0 15,-6 8 0-15,-5 8 0 16,-7 8 0-16,-5 7 0 0,0 5 0 16,-1 13 0-16,-1 6 0 0,0 5 0 15,-4 2 0-15,-2-4 0 0,0-1 0 16,2-2 0-16,4-3 0 16,5-4 0-16,3-5 0 0,5-5-113 15,-3-4-971-15,5-4-1405 0</inkml:trace>
  <inkml:trace contextRef="#ctx0" brushRef="#br1" timeOffset="184982.31">28530 13488 4814 0,'0'0'652'0,"0"0"12"0,0 0 301 16,0 0-365-16,9-33-152 0,-18 33-399 15,-5 7-49-15,-15 14 0 0,-10 14 0 16,-5 10 0-16,-1 9 0 0,3 4 0 16,5 6 0-16,2 8 0 0,8 6 0 15,7 1 0-15,9 3 0 0,5-4 0 16,6-5 0-16,8-2 0 0,3-6 0 15,5-6 0-15,5-8 0 16,4-9 0-16,2-8 0 0,4-10 0 16,0-10 0-16,4-10 0 0,0-7 0 15,-2-15 0-15,-8 3-1213 0,-3-9-392 16</inkml:trace>
  <inkml:trace contextRef="#ctx0" brushRef="#br1" timeOffset="185275.52">28805 13643 6583 0,'0'0'1184'16,"0"0"-759"-16,0 0-425 0,0 0 0 15,-39 41 0-15,14-6 0 0,-4 10 0 16,0 2 0-16,0 6 0 0,5 3 0 15,1 3 0-15,6-1 0 16,3-2 0-16,4-1 0 0,5-4 0 16,3-2 0-16,2-6 0 0,7-4 0 15,7-5 0-15,7-8 0 0,3-2 0 16,7-9 0-16,5-7 0 16,1-5 0-16,-2-6 0 0,0-5 0 15,-2-6 0-15,-8-6 0 0,-6 4-1726 16,-7-2-771-16</inkml:trace>
  <inkml:trace contextRef="#ctx0" brushRef="#br1" timeOffset="185475.65">28419 14093 7123 0,'0'0'392'0,"0"0"285"0,0 0-677 16,60 0 0-16,-11 0 0 0,9 0 0 15,-2 0 0-15,-4 0 0 16,-3 1 0-16,-1-1 0 0,1 0 0 16,-5-4 0-16,-11-1-689 0,-4-1-1404 0</inkml:trace>
  <inkml:trace contextRef="#ctx0" brushRef="#br1" timeOffset="185665.46">29049 14100 6462 0,'0'0'693'0,"62"17"344"15,-18-9-1037-15,-1-5 0 0,3 0 0 16,-1-2 0-16,-4-1 0 0,-1 0 0 15,-11-4 0-15,-3-3-1497 0</inkml:trace>
  <inkml:trace contextRef="#ctx0" brushRef="#br1" timeOffset="186356.98">29727 13732 5818 0,'0'0'384'0,"0"0"769"0,0 0-677 0,0 0-260 16,-4 64-71-16,-2-19-145 0,-6 7 0 15,-3-1 0-15,-1-2 0 0,-1-3 0 16,-2 2 0-16,1-2 0 16,-1-3 0-16,1-2 0 0,5-4 0 15,5-6 0-15,6-5 0 0,4-5 0 16,8-5 0-16,9-3 0 0,8-3 0 15,4-4 0-15,6-6 0 16,2 0 0-16,3-6 0 0,-7-4 0 16,-2-2 0-16,-4-4 0 0,-11-4 0 15,-3-2-513-15,-9-1-407 0,-4 4-1165 16,-6 0-1005-16</inkml:trace>
  <inkml:trace contextRef="#ctx0" brushRef="#br1" timeOffset="186523.17">29456 14054 7131 0,'0'0'844'0,"0"0"-627"15,0 0-217-15,40 10 0 0,-1-4 0 16,9 0 0-16,5 1 0 16,1-1 0-16,4 1 0 0,4 1 0 15,0 3 0-15,2 0 0 0,-6-2 0 16,-15-1-1077-16,-8-4-3033 0</inkml:trace>
  <inkml:trace contextRef="#ctx0" brushRef="#br1" timeOffset="186730.24">30170 14206 7667 0,'0'0'525'0,"0"0"-525"0,-2 53 0 16,-3-15 0-16,-5 9 0 0,-2 2 0 15,-1 4 0-15,3 0 0 16,2-5 0-16,8-6 0 0,0-5 0 16,8-12 0-16,2-8 0 0,1-8 0 15,1-9-3086-15</inkml:trace>
  <inkml:trace contextRef="#ctx0" brushRef="#br1" timeOffset="187133.55">30496 13507 6094 0,'0'0'569'15,"0"0"-85"-15,0 0 236 0,0 0-395 16,40 59-325-16,-9-4 0 0,6 17 0 15,2 15 0-15,-6 12 0 16,-2 9 0-16,-6 5 0 0,-11 0 0 16,-10-3 0-16,-12-4 0 0,-19-10 0 15,-14-6 0-15,-15-11 0 0,-8-12 0 16,-6-9 0-16,0-9 0 0,3-11 0 16,20-12-857-16,1-11-1584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43:07.12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5044 7226 2993 0,'0'0'2145'0,"0"0"-1017"16,0 0-467-16,0 0-53 0,0 0 24 15,0 0-607-15,-25 47-25 16,25-14 0-16,0 8 0 0,4 5 0 15,2 4 0-15,5 4 0 0,-5 10 0 16,2 0 0-16,0 1 0 0,3-2 0 16,-3-6 0-16,2-8 0 15,3-8 0-15,1-7 0 0,-1-8 0 16,1-10 0-16,1-9 0 0,1-7 0 16,1-7 0-16,-1-12 0 0,-1-8 0 15,1-6 0-15,-6-6 0 16,-5 1 0-16,-5 0 0 0,-5 2 0 15,-11 4 0-15,-5 6 0 0,-10 11 0 16,-2 10 0-16,2 7 0 0,4 16 0 16,3 4 0-16,9 3 0 0,5-1 0 15,4-6-945-15,3-6-476 0</inkml:trace>
  <inkml:trace contextRef="#ctx0" brushRef="#br0" timeOffset="248.6">5296 7196 6727 0,'0'0'496'16,"-8"38"-32"-16,6-10 41 0,2 7-505 15,0 4 0-15,8 8 0 16,0 9 0-16,2 8 0 0,-3 7 0 15,-1 4 0-15,-2-3 0 0,0-4 0 16,-2-8 0-16,2-10 0 0,-4-11 0 16,7-11 0-16,-1-11 0 0,2-11-373 15,-6-6-932-15,6-6-419 0</inkml:trace>
  <inkml:trace contextRef="#ctx0" brushRef="#br0" timeOffset="528.66">5412 7647 3841 0,'0'0'3438'0,"0"0"-2790"0,0 0-383 16,0 0-265-16,0 0 0 15,-11 49 0-15,11-23 0 0,0 5 0 16,0-5 0-16,11-1 0 0,1-2 0 16,5-7 0-16,7-3 0 15,-3-6 0-15,6-7 0 0,-6-3 0 16,3-10 0-16,-1-5 0 0,-8-3 0 15,-5-4 0-15,-4-4 0 0,-4 0 0 16,-2-6 0-16,0 2 0 0,-2 3 0 16,-2 4 0-16,-2 4 0 0,2 6 0 15,-2 5 0-15,-1 1 0 0,3 8 0 16,4 1 0-16,0 1-893 0,0 0-1956 16,0 1-1493-16</inkml:trace>
  <inkml:trace contextRef="#ctx0" brushRef="#br0" timeOffset="809.8">5749 7769 6639 0,'0'0'1116'15,"37"-4"-679"-15,-16-8-437 0,-5-3 0 16,1-8 0-16,-3-5 0 0,1-4 0 16,-3-4 0-16,-2-1 0 0,-4 1 0 15,-1 0 0-15,-5 4 0 16,-7 4 0-16,-3 9 0 0,0 6 0 15,-1 9 0-15,-5 4 0 0,1 10 0 16,-1 7 0-16,-5 10 0 0,1 8 0 16,-1 4 0-16,4 7 0 0,7 4 0 15,0 0 0-15,10-5 0 0,12-5 0 16,9-5 0-16,8-8 0 0,8-7 0 16,2-6 0-16,11-8 0 0,8-6 0 15,0-3 0-15,-15-3 0 16,-6-4-3098-16</inkml:trace>
  <inkml:trace contextRef="#ctx0" brushRef="#br0" timeOffset="3164.82">5465 10738 1520 0,'0'0'580'16,"0"0"-287"-16,0 0 343 0,0 0-480 15,0 0 260-15,0-36-80 0,5 33-28 16,-5 1 237-16,0 1-113 0,0 1 40 15,0 0 236-15,0 1-383 16,0 5-49-16,2 8 144 0,2 12-224 16,-4 8-60-16,2 9 64 0,0 4-152 15,4 0-8-15,-4 5-4 0,2 4-32 16,0 4-4-16,-1 1 0 16,-1 3 0-16,-2-1 0 0,0 0-4 15,0 0-8-15,0 1 12 0,2-3 0 16,2 3-8-16,2 0 8 0,4-1-4 15,-3 1-12-15,1-1 16 0,2-4 0 16,0 0-8-16,-1-1 8 0,-1-1 0 16,-2 3-4-16,-2-2 4 15,3 4 0-15,-7 1 8 0,0 1-8 16,0 3 4-16,0 3-4 0,-5 1 0 16,3 3-4-16,2-2 8 0,0-1-4 15,0-4 0-15,0-2-4 16,0-5 4-16,2-3 0 0,3-5 4 15,-1-2-4-15,2-5 8 0,-4-6 4 16,6-1 8-16,-4-6 12 16,-2-2-20-16,3-5-12 0,-1-8 0 15,-4-5 0-15,2-3 0 0,-2-4 16 16,0 0-4-16,0-1-24 0,-4 2 12 16,2 1-52-16,-3-2 44 0,1 0-16 15,-2 0-40-15,0-2 28 0,2 1 4 16,-2-2-8-16,1-1 40 0,3 0 0 15,-2-1-44-15,-2-4 44 0,2-6-8 16,-2-4 12-16,-1-2-4 0,3 1 0 16,0 5 4-16,0 4-4 15,2 2 4-15,-4 1 16 0,2 1-20 16,-3-1 64-16,3 1-16 0,-2 1 20 16,6 1 72-16,-4 0-131 0,4 4-9 15,0 6 0-15,4 5 0 16,2 5 0-16,-2 2 0 0,3-1 0 15,3-1 0-15,-6 0-65 0,2-3 5 16,1-4 60-16,-3-3 8 16,-2-4 16-16,0-5-8 0,0-1 61 15,-2-3-77-15,4-6 0 0,-4-9 0 16,6-7 0-16,-6-2 0 0,6-5 0 16,3 0 0-16,-1-4 0 0,6-1 0 15,3-1 0-15,-3 3 0 0,1 9 0 16,-9 8 0-16,-6 7-1169 0</inkml:trace>
  <inkml:trace contextRef="#ctx0" brushRef="#br1" timeOffset="7338.26">8455 7759 3661 0,'0'0'704'0,"4"36"45"15,2-14-201-15,4 3 16 0,-4 6 225 16,1 2-493-16,-3 4-92 0,0-3-52 15,-4-2-148-15,6-3 4 0,-6-8-8 16,0-3 8-16,0-8-8 0,0-5 0 16,0-1 16-16,0-4-16 0,-4-3 108 15,-2-7-92-15,-5-9 0 0,1-6-4 16,0-7 8-16,4-3-8 0,1-1 60 16,3-5-48-16,2 0 20 0,0 4 68 15,7 5-59-15,5 7-53 16,2 7 0-16,-3 4 0 0,3 5 0 15,-1 3 0-15,1 4 0 0,3 2 0 16,-3 3 0-16,-2 3-157 0,3 1-395 16,-5 0-997-16,1-1-688 0</inkml:trace>
  <inkml:trace contextRef="#ctx0" brushRef="#br1" timeOffset="7634.77">8723 8000 6114 0,'0'0'745'0,"0"0"-109"0,42-39 61 16,-20 11-697-16,-1-1 0 0,-7-1 0 15,1 1 0-15,-9-1 0 0,0 0 0 16,-6 3 0-16,-6 1 0 0,0 6 0 16,-4 7 0-16,-5 7 0 0,1 7 0 15,1 10 0-15,-3 8 0 16,-5 10 0-16,0 8 0 0,1 5 0 15,5 1 0-15,3 1 0 0,8-6 0 16,8-6 0-16,8-6 0 16,9-7 0-16,10-7 0 0,4-8 0 15,2-7 0-15,11-9 0 0,-5-6 0 16,9-4-397-16,-9-3-635 0,-1 2 43 16,-18 5-239-16,-3 2-2586 0</inkml:trace>
  <inkml:trace contextRef="#ctx0" brushRef="#br1" timeOffset="7850.26">9128 7746 4950 0,'0'0'1849'16,"-37"-28"-1005"-16,21 15-295 0,-5 4-549 15,4 5 0-15,3 4 0 0,-3 8 0 16,3 6 0-16,2 9 0 0,-3 5 0 16,3 5 0-16,3 3 0 0,7 2 0 15,2 1 0-15,11 0 0 16,9-6 0-16,3-4 0 0,12-9 0 15,5-12 0-15,5-8 0 0,-2-7 0 16,-1-12 0-16,-9-7-653 16,-8 2-868-16,-15-4-4297 0</inkml:trace>
  <inkml:trace contextRef="#ctx0" brushRef="#br1" timeOffset="8019.82">9143 7315 6218 0,'0'0'1649'15,"0"0"-1324"-15,0 0-325 0,-10 54 0 16,3-15 0-16,3 11 0 0,4 2 0 16,0 5 0-16,0 5 0 0,11 4 0 15,-1 4 0-15,4 1 0 0,-1 3 0 16,1-1 0-16,-1-18-1241 0,-5-2-5374 0</inkml:trace>
  <inkml:trace contextRef="#ctx0" brushRef="#br1" timeOffset="9505">8461 9581 2649 0,'0'0'2165'0,"0"0"-1489"16,0 0-204-16,0 0 40 0,0 0-271 16,-11 45-9-16,9-6 116 0,2 6-196 15,2 6-48-15,3 3 12 0,1 5-96 16,4 5 56-16,-6 2 96 16,7 4-40-16,-1 2-7 0,-4 3-125 15,4 2 0-15,-5 0 0 0,1 0 0 16,-2-1 0-16,-4-1 0 0,6-1 0 15,-6 2 0-15,6 0 0 0,-2 1 0 16,-4 0 0-16,7-1 0 0,-7 0 0 16,0-2 0-16,4 0 0 15,-4-3 0-15,0 3 0 0,-4-2 0 16,-1 0 0-16,3-1 0 0,-2-3 0 16,4-4 0-16,-4-4 0 0,4-5 0 15,0-4 0-15,0-6 0 0,0-7 0 16,-2-7 0-16,2-6 0 15,0-9 0-15,-4-5 0 0,4-6 0 16,-2-3 0-16,-2-2 0 0,4 0 0 16,-4-6 0-16,2-8 0 0,-3-5 0 15,-1-3 0-15,2-1-277 16,0 5-343-16,-2 3 32 0,2 3-681 16,2 2 329-16,-3 4 75 0,5 3-195 15,0 0 383-15,-4 0 677 0,2 0 128 16,2 1 309-16,0 1-45 0,-4 1 248 15,4 0-24-15,0 0-75 0,0 5 275 16,0 5-292-16,0 8-120 0,4 5 21 16,-4 2-189-16,0-1-16 0,2 0 116 15,2 0-216-15,-4 2-32 16,0-3 12-16,5-1-84 0,-5-4 16 16,0-4 60-16,0-2-4 0,0-2-43 15,0-5-45-15,-5-1 0 0,5-3 0 16,-6-1 0-16,-2-1 0 15,-4-10 0-15,1-5 0 0,1-7 0 16,0-4 0-16,-1 2 0 0,1-3 0 16,4 3 0-16,6 6 0 0,0 5 0 15,0 7 0-15,0 4 0 16,4 3 0-16,2 7 0 0,4 12 0 16,1 8 0-16,1 7 0 0,-2-1 0 15,1-6 0-15,3-1 0 0,-3-1 0 16,-1-5 0-16,0-1 0 0,1-6 0 15,-1-2 0-15,2-4 0 0,-1-7 0 16,-1 0 0-16,4-10 0 0,-1-6 0 16,7-8 0-16,-3-8 0 0,4-5 0 15,-1-2 0-15,-5 8-445 16,-3 0-3941-16</inkml:trace>
  <inkml:trace contextRef="#ctx0" brushRef="#br2" timeOffset="15477.71">5381 14715 1408 0,'0'0'584'0,"0"0"-363"16,0 0 99-16,0 0-228 0,0 0 324 15,0 0 456-15,0 0-295 0,0 0-37 16,0 0 404-16,10 0-392 16,-10 0-131-16,0-3 91 0,0 1-280 15,-4 0-64-15,4-2-12 0,0 1-148 16,0-2 8-16,0-1-16 0,0-2-4 15,4-2 4-15,2-3 0 16,-2 2 0-16,3 0 0 0,-3 1 16 16,2 2 0-16,-4 2 16 0,0 1 61 15,0-1-93-15,2-1 0 0,-4-3 0 16,4-3 0-16,-2-1 0 0,3 1 0 16,-5 1 0-16,2 2 0 0,-2-1 0 15,2 0 0-15,0 2 0 0,-2-3 0 16,4 4 0-16,-4 0 0 0,0-1 0 15,2 5 0-15,-2-1 0 16,4-1 0-16,-4-4 0 0,0 0 0 16,0-3 0-16,4 1 0 0,-4 0 0 15,2 2 0-15,2 3 0 0,-4-1 0 16,0 1 0-16,0-2 0 16,5 0 0-16,-5 3 0 0,0 1 0 15,0-2 0-15,0 0 0 0,0 0 0 16,0-3 0-16,0 0 0 0,2-3 0 15,2-1 0-15,-2 0 0 16,2 0 0-16,0 0 0 0,0 2 0 16,-2 1 0-16,2-1 0 0,-1 1 0 15,-1-1 0-15,0 3 0 0,2-2 0 16,2 2 0-16,-6-1 0 0,4 4 0 16,-2-3 0-16,2 2 0 0,0 1 0 15,-1-4 0-15,1 4 0 0,0-1 0 16,2-2 0-16,-2 2 0 0,2-1 0 15,1-1 0-15,-1-4 0 0,2-1 0 16,2-1 0-16,-3 0 0 16,-1 2 0-16,-2 2 0 0,0 1 0 15,-2 3 0-15,2-2 0 0,-4 3 0 16,2 0 0-16,0-1 0 0,0 2 0 16,-2-1 0-16,5 0 0 15,-5-2 0-15,2 2 0 0,0 1 0 16,0-2 0-16,2 2 0 0,2-1 0 15,-6 1 0-15,4-1 0 0,-2 1 0 16,2 2 0-16,-4-2 0 16,5 1 0-16,-3 0 0 0,2 0 0 15,0-1 0-15,2 1 0 0,-4-1 0 16,6 0 0-16,-3 2 0 0,1-3 0 16,0 3 0-16,4 0 0 0,-6 0 0 15,7 1 0-15,-5 0 0 0,-2 0 0 16,2 1 0-16,1 0 0 0,-1-1 0 15,2 1 0-15,-2 0 0 0,0 0 0 16,-1 1 0-16,-1 0-25 16,-4 0-2364-16,-4-2-2345 0</inkml:trace>
  <inkml:trace contextRef="#ctx0" brushRef="#br2" timeOffset="17155.7">5697 13761 900 0,'0'0'1561'15,"0"0"-817"-15,0 0-592 0,0 0 584 16,0 0 13-16,0 0-397 0,0 0 20 16,0 0 436-16,0 0-275 15,10 6-109-15,-6-9-148 0,3-1-216 16,-1 1-12-16,0 0-12 0,2 0-20 15,3 2-16-15,5-2 4 0,-1 0 8 16,1 0-12-16,-5 1 24 16,-1 1-20-16,-4 1 40 0,0 0 112 15,-2 0-92-15,3 1 53 0,-3 3-117 16,6 1 0-16,-8 1 0 0,6 1 0 16,-3 1 0-16,1-1 0 0,-2 1 0 15,4 2 0-15,0-2 0 0,-1-1 0 16,-1 2 0-16,4 0 0 0,1 4 0 15,-1 1 0-15,-2 2 0 0,-2 0 0 16,1 0 0-16,-3 2 0 16,2-1 0-16,0 1 0 0,2-1 0 15,-1 2 0-15,-1-1 0 0,2 2 0 16,4 0 0-16,-5 0 0 0,1 1 0 16,2-1 0-16,-4 1 0 15,5-1 0-15,-5-1 0 0,2 1 0 16,-2-2 0-16,1 0 0 0,-3-1 0 15,2 1 0-15,0-1 0 16,2-1 0-16,-1 2 0 0,-3 0 0 16,2-1 0-16,-2 2 0 0,2-1 0 15,0 0 0-15,-1 0 0 0,-3-2 0 16,2 1 0-16,0-2 0 0,-2-1 0 16,2-2 0-16,0 0 0 0,2 0 0 15,-3-4 0-15,1 3 0 0,0-4 0 16,0 2 0-16,-2-4 0 0,2 1 0 15,-4-1 0-15,2 3 0 16,0 4 0-16,0 0 0 0,-2-1 0 16,0-4 0-16,0-1 0 0,4-3 0 15,-4 2 0-15,0 2 0 0,3-1 0 16,1 1 0-16,-4-1 0 16,4 0 0-16,-2 1 0 0,2 1 0 15,0 2 0-15,2 3 0 0,-1 0 0 16,1 0 0-16,-4 0 0 0,6 1 0 15,-4-2 0-15,2 1 0 16,1 1 0-16,-1-1 0 0,-2 2 0 16,2-1 0-16,-2 0 0 0,0 2 0 15,3-2 0-15,-5 0 0 0,2 2 0 16,0-2 0-16,-2 1 0 0,2-3 0 16,0 1 0-16,0-1 0 0,-2 0 0 15,3-2 0-15,-3 3 0 0,2-1 0 16,0 1 0-16,2 2 0 0,-2-2 0 15,-2 1 0-15,2 0 0 16,1-3 0-16,1-1 0 0,-6 1 0 16,2-4 0-16,0-1 0 0,0 0 0 15,-2-2 0-15,4 3 0 16,-2 1 0-16,2 5 0 0,3 1 0 16,1 3 0-16,-6-2 0 0,6-1 0 15,-6-1 0-15,2 0 0 0,0 0 0 16,3-2 0-16,-3 0 0 0,2 0 0 15,0-1 0-15,-2 0 0 16,3-2 0-16,-3 0 0 0,2-2 0 16,-2-1 0-16,-2 0 0 0,2 1 0 15,0-3 0-15,3 3 0 0,-3-3 0 16,2-2 0-16,0-2 0 0,2-8-117 16,-1 0-1183-16,3-6-497 0</inkml:trace>
  <inkml:trace contextRef="#ctx0" brushRef="#br2" timeOffset="18980.48">6518 15321 2993 0,'0'0'380'0,"0"0"-312"0,0 0 704 16,0 0-575-16,0 0 3 0,0 0-40 16,0 0-156-16,0 0-4 0,0 0 0 15,-11 16 4-15,13-13 88 0,0 0 296 16,3-1-76-16,1 1 32 15,-6-1 192-15,4 1-283 0,2-1-77 16,-2 3 24-16,2-1-140 0,5 0 16 16,3 1 16-16,3-3-80 0,-1-1 8 15,1-1-12-15,-3 0 0 16,3-1-8-16,-3-2 0 0,-3-1 12 16,-1 0-12-16,-2 0 16 0,1-1-8 15,-3 0-8-15,0 2 16 0,2-3-12 16,-2 1-4-16,-1-1 12 0,1 0-4 15,4-1-8-15,-6-1 0 16,-4 8 16-16,17-18-16 0,-11 8 0 16,4 2-16-16,-6 1 16 0,3 0 0 15,-3 2 0-15,2-2 0 0,0 0 0 16,0 0-4-16,3 0 4 0,-3-3 0 16,0 2 0-16,2 0 0 0,-1-5 12 15,3-1-4-15,-6-1-8 0,2 2 4 16,-4 1 0-16,2-1-4 0,1 4 0 15,-3-2 0-15,2 4 0 16,-4 2 0-16,4 1 0 0,-4-1 0 16,2-1 0-16,2 1 4 0,-4-1-4 15,4 2 8-15,-2 0-4 16,2-2-4-16,-4 1 56 0,5-3-56 16,1-4 32-16,4-2 28 0,0-4-56 15,-3-1 16-15,3-1-12 0,0 0 0 16,1 1-8-16,-1-1 0 15,-4 1 4-15,2 1-4 0,-1 3 0 16,-3-1 0-16,-2 6 0 0,2 2 8 16,-2 2 8-16,-2 2-16 0,4-1 76 15,-4-1-16-15,0-1 16 0,0 0 4 16,0-1-68-16,0 0-8 0,0 1-4 16,0-2-12-16,0 2 12 0,4-3 0 15,-4 3 0-15,2-1 0 0,2-2 0 16,-4 2 4-16,5 0-4 0,-5-1 4 15,2 2-4-15,2 0 0 16,-4 2 0-16,0 1 0 0,0-2 0 16,4 1 0-16,-4 0 0 0,0 1 0 15,2-1-4-15,2 0 4 0,-4-1 0 16,4 0 0-16,-4 0-8 16,2-1 8-16,2 1 0 0,-1-1-20 15,1 1 20-15,2-2-4 0,2-3 8 16,-2-2-4-16,5 0 0 0,-1-2 12 15,0 1-12-15,-6 4 16 16,-1 3-4-16,1 2 4 0,-4 1 16 16,2 1-12-16,0-2-20 0,0 2 8 15,-2-1-4-15,4-2-4 0,-4 3 0 16,2-1-20-16,2-1 20 0,0-1-4 16,-2-1-12-16,7 0 16 0,-3 0 0 15,-2-1 0-15,2 1 0 0,0-2 4 16,-1 4 0-16,-1 0-4 0,2 0 8 15,-6 1 0-15,4 1-8 16,-2-1 0-16,-2 1 8 0,4-2-8 16,-4 0 0-16,2 0-4 0,2 0 4 15,1-2 0-15,-3 2-12 0,2-1 12 16,2-1 0-16,2-1-8 16,-2 0 8-16,-1 0 0 0,1 1 4 15,0-2-4-15,0 1 0 0,2 0 8 16,-1 1-8-16,-3 1 0 0,-2 0 4 15,2 0-4-15,0 2 8 16,-2 0-8-16,2 0 0 0,0-1 0 16,-1 1 4-16,1-1-4 0,2 0 0 15,0 1-12-15,2 0 12 0,-1-1 0 16,3 3-8-16,-4-3 8 0,2 3 0 16,3-1-4-16,-5 2 4 0,0 0 0 15,4 1-4-15,-5 0 4 0,5 0 0 16,-4 0 4-16,-2 0-4 0,2 0 0 15,1 0 0-15,1 0 0 16,-2 0 0-16,0 0-16 0,-2 0-272 16,-1 0-1389-16,-3 1-508 0</inkml:trace>
  <inkml:trace contextRef="#ctx0" brushRef="#br2" timeOffset="20760.8">7415 14141 1724 0,'0'0'1445'15,"0"0"-921"-15,0 0 112 0,0 0-215 16,0 0-61-16,0 0 228 0,0 0-280 15,16 35-108-15,-12-31 24 16,1 0-144-16,3-2 21 0,4-2 211 16,5 0-104-16,-7-4 16 0,0 2 104 15,-3 1-308-15,-3 1-4 0,2 0-8 16,-2 2 8-16,2 2-16 0,5 1 84 16,-5 0-52-16,0 3 32 0,2-2 72 15,3 1-104-15,-5 0 8 0,4-3 21 16,-4 1-61-16,1 0 0 0,1-2 0 15,2 0 0-15,-4 2 0 16,9-1 0-16,-5 1 0 0,3 0 0 16,1 2 0-16,-4-4 0 0,-3 2 0 15,3 1 0-15,0-1 0 0,-4 0 0 16,-1-2 0-16,1 2 0 16,-2 1 0-16,2-1 0 0,0 3 0 15,-1-2 0-15,1 1 0 0,-2 0 0 16,0-1 0-16,2 0 0 0,-4 1 0 15,2-1 0-15,3 0 0 16,-3 0 0-16,0 0 0 0,2 0 0 16,-2 0 0-16,-2 0 0 0,2 1 0 15,1 0 0-15,-3 0 0 0,2 0 0 16,0 0 0-16,-4-1 0 0,2 0 0 16,2 1 0-16,0-1 0 0,-2 0 0 15,2 0 0-15,-2 0 0 0,3-1 0 16,-1-2 0-16,2 1 0 0,-6-1 0 15,4 1 0-15,2-1 0 16,-6 1 0-16,4 0 0 0,3-1 0 16,-3 3 0-16,2-1 0 0,-2 2 0 15,2 0 0-15,0 0 0 0,1 2 0 16,1 0 0-16,-2-2 0 16,4 0 0-16,-5-1 0 0,1 0 0 15,4-3 0-15,-4 0 0 0,3-2 0 16,-1-1 0-16,0 0 0 0,2 0 0 15,-3-1 0-15,3-3 0 16,-4 0 0-16,0-1 0 0,3-1 0 16,-7-1 0-16,2 0 0 0,2-4 0 15,-2-1 0-15,7-4 0 0,-7-4 0 16,2 1 0-16,0 1 0 0,2-1 0 16,-1 1 0-16,-1-1 0 0,4 0 0 15,-6 2 0-15,2 2 0 0,1 1 0 16,-3 1 0-16,2 0 0 0,-2-1 0 15,0 3 0-15,2-2 0 16,-1 2 0-16,-3-2 0 0,2 1 0 16,-2 2 0-16,2 1 0 0,0 1 0 15,-4 2 0-15,2 0 0 0,2 1 0 16,-4-2 0-16,4 0 0 16,-1 0 0-16,1 0 0 0,-4 0 0 15,4 1 0-15,-2 0 0 0,2 0 0 16,-4-1 0-16,4 0 0 0,-4-1 0 15,6-3 0-15,1-1 0 16,-3-1 0-16,2 0 0 0,4 1 0 16,-6 0 0-16,3 3 0 0,-1-2 0 15,-2 1 0-15,2 1 0 0,-2 2 0 16,0 1 0-16,-4 1 0 0,2 1 0 16,-2 0 0-16,5-1 0 0,-5-1 0 15,0 0 0-15,0 1 0 0,0-1 0 16,4 0 0-16,-4 0 0 0,0 1 0 15,2-1 0-15,-2 0 0 0,4 1 0 16,-4 0 0-16,0 1 0 16,0 2 0-16,0-1 0 0,0 2 0 15,0-1 0-15,0 1 0 0,0-4 0 16,0 1-1441-16,-4-11-1789 0</inkml:trace>
  <inkml:trace contextRef="#ctx0" brushRef="#br2" timeOffset="22232.68">8250 14047 1720 0,'0'0'48'0,"0"0"28"0,4-36 733 15,2 19-641-15,-6 2-32 0,4 2 96 16,-2 2 28-16,3 3 80 16,-5 1 309-16,4 3-157 0,-4-2-24 15,0 1 128-15,0 0-356 0,0-1-84 16,0-2 41-16,0 0-141 0,0-4-16 16,-4-2-20-16,4 0-16 15,0 0-4-15,0 2 0 0,6 1-4 16,-2-2 4-16,6 1 0 0,-4-1-4 15,1 1 4-15,1 2 8 0,-2 1 12 16,-2 2-8-16,-4 1 104 16,2 0-8-16,2-3 44 0,-4-3 84 15,5 0-164-15,-3 1 0 0,-2 3 20 16,0 0-92-16,4-1 32 0,-4-3-8 16,2-1-20-16,0 1-4 0,0 1 0 15,2 0 4-15,-4 2-4 0,6 1 24 16,-6 2-16-16,0 2 56 0,4-2 132 15,-4 0-100-15,7-1 12 0,-7 0-63 16,0 1-45-16,4 1 0 16,-4 0 0-16,2 1 0 0,2-2 0 15,0 1 0-15,-4 0 0 0,2 0 0 16,2-1 0-16,0 1 0 0,-1 1 0 16,1-2 0-16,0 2 0 0,-2 0 0 15,2-1 0-15,2 1 0 16,-6-1 0-16,4 1 0 0,3-4 0 15,-3 2 0-15,2-1 0 0,-6 0 0 16,4 1 0-16,-2 0 0 16,2 1 0-16,-4-1 0 0,4 1 0 15,-2 1 0-15,3 0 0 0,-1-2 0 16,-2 1 0-16,2 0 0 0,2-1 0 16,-2 0 0-16,2-1 0 0,1 0 0 15,1-1 0-15,-2 1 0 0,-2 2 0 16,2 0 0-16,-1 2 0 0,-3 1 0 15,2 0 0-15,0 0 0 0,2 1 0 16,-4 0 0-16,2 1 0 0,2 0 0 16,-1 0 0-16,-1 0 0 15,2 0 0-15,-2 0 0 0,-2 0 0 16,2 0 0-16,0 0 0 0,3 0 0 16,-3 3 0-16,2 0 0 0,0-1 0 15,-2 2 0-15,2 1 0 16,-1-1 0-16,1 1 0 0,-2 1 0 15,-2 0 0-15,2 3 0 0,2 2 0 16,3 3 0-16,-7 2 0 16,2 0 0-16,0-1 0 0,-2-2 0 15,2-1 0-15,-4-2 0 0,6 1 0 16,-6-1 0-16,5 2 0 0,-3-1 0 16,2 3 0-16,0 1 0 0,-2 1 0 15,2 3 0-15,0 1 0 0,2 2 0 16,-1 0 0-16,-5-1 0 0,2 0 0 15,2-2 0-15,0-2 0 0,-2-5-13 16,2-3-503-16,-4-4-136 16,0-2-1029-16,0-2-780 0</inkml:trace>
  <inkml:trace contextRef="#ctx0" brushRef="#br2" timeOffset="24087.86">8618 13520 2689 0,'0'0'44'0,"0"0"1168"16,0 0-707-16,0 0-185 0,0 0 164 15,0 0-256-15,0 0-28 0,0 0 164 16,14 39-164-16,-3-30-28 16,-1 2 77-16,2 1-149 0,3 1 32 15,-3-1 40-15,-1-1-136 0,-1 2 16 16,0 2 20-16,-6 1-64 0,7 0 16 16,-5 1 20-16,-2 0-32 15,2-1-12-15,5-1 44 0,-5 1-12 16,2-1 56-16,0 1 92 0,1-1-120 15,-3 0 12-15,-2 2-4 0,2 0-56 16,0 0-12-16,-2 3 16 16,1-1-8-16,1 2-8 0,-2-1 8 15,-4 1 0-15,2-1-8 0,2 0 12 16,0-1-4-16,-2 0-8 0,2-1 48 16,-1 1-36-16,1-5-12 0,0 2 8 15,2-1-4-15,-2 2-4 0,6 1 0 16,-3 1-4-16,-3 1 4 0,2 1 8 15,-2-1-4-15,2 0-4 16,1-2 0-16,-3-1 4 0,2-2-4 16,-2-1 36-16,2 1-32 0,-2 1 52 15,-2-1 21-15,7 1-77 0,-3 2 0 16,-2-2 0-16,2 2 0 16,0 0 0-16,1 0 0 0,1-1 0 15,-2 1 0-15,0-3 0 0,3 2 0 16,-3-4 0-16,0-1 0 0,-2 1 0 15,2-1 0-15,1-3 0 16,-3 2 0-16,2 1 0 0,-2-1 0 16,0 0 0-16,2 0 0 0,-6 1 0 15,4 2 0-15,-4-1 0 0,3 1 0 16,1-3 0-16,-4-1 0 0,4-1 0 16,-4 0 0-16,6 0 0 0,-6-1 0 15,4-2 0-15,-4 0 0 0,2-1 0 16,2 2 0-16,0 0 0 0,-1 3 0 15,-3 0 0-15,4 2 0 16,-2-2 0-16,2 0 0 0,-4-4 0 16,4 4 0-16,-2 0 0 0,2-2 0 15,0 1 0-15,3-2 0 16,-3 0 0-16,-2-1 0 0,6 1 0 16,-6 0 0-16,6-1 0 0,-6-1 0 15,3 0 0-15,-5-3 0 0,4 4 0 16,-2-1 0-16,-2 1 0 0,0 4 0 15,0 2 0-15,4 1 0 16,-4 1 0-16,6-2 0 0,-6-3 0 16,4-3 0-16,-4 0 0 0,6-2 0 15,-6 0 0-15,7 2 0 0,-3-3 0 16,0 2 0-16,-2-3 0 0,2 2 0 16,0-2 0-16,-4 1 0 0,2 0 0 15,-2 1 0-15,4-2 0 0,-4 3 0 16,5-1 0-16,-3-1 0 0,2 3 0 15,-2-2 0-15,2 0 0 16,2 2 0-16,-2-2 0 0,2-1 0 16,-1 2 0-16,1-4 0 0,-2 3 0 15,0-2 0-15,2-2 0 16,-2 1 0-16,-1 1 0 0,5-2 0 16,-2 0 0-16,4-5 0 0,7-4 0 15,-7 1 0-15,5 1 0 0,-9 2 0 16,0 4 0-16,-2 0 0 15,2-1 0-15,-1 2 0 0,-3-3-757 0,-2 2-1268 16,0-10-2417-16</inkml:trace>
  <inkml:trace contextRef="#ctx0" brushRef="#br2" timeOffset="25991.37">9279 15087 2325 0,'0'0'328'15,"0"0"-148"-15,0 0 352 16,0 0 136-16,0 0-584 0,0 0-12 16,0 0-28-16,0 0-40 0,0 0-4 15,0 0 28-15,21 31-24 16,-11-23 48-16,-3 1 137 0,7 0-37 16,-2-1-4-16,3 1 12 0,-5-2-116 15,1-3 12-15,-1 0 44 0,0-3-80 16,1 2-4-16,-1-3 24 0,2 0-40 15,-6-3 52-15,3 1 100 16,1-3-64-16,-8 0 0 0,6 1 68 16,-1-2-84-16,3-1 16 0,0-3 12 15,7-2-72-15,-7 2 24 0,5 0 52 16,-5 1-76-16,-2-1 24 0,0 2 28 16,3-2-36-16,-5 4 12 0,-2 2 37 15,-2 0-65-15,2-1 20 0,3 1 76 16,-3-2-72-16,2 0-8 0,0-1 48 15,-2 2-64-15,0-1 36 16,3-1 8-16,-3 1-68 0,-4 0 20 16,6-1-12-16,-2-3-8 0,-2 2-4 15,6 0 0-15,-1-2-8 16,-1 3 8-16,4-1 0 0,-4-2 0 16,3 2 0-16,-3 0 4 0,0 0 12 15,2-2-16-15,-2 1 72 0,-1-4-52 16,1 1 28-16,-2 1 44 0,-2 0-92 15,2 1 16-15,0-1-16 16,-2 0 4-16,5 1-4 0,1-1 0 16,-2 0-12-16,0 2 12 0,2 0 0 15,-1 2-4-15,-3 3 4 0,2-1 40 16,0-2-16-16,0 1 44 0,3-3 36 16,1-2-88-16,0 0 24 0,3-3 8 15,-3 0-44-15,5 1 4 0,-5 0 0 16,-4-1 0-16,4 0-8 0,1 1 8 15,-5 1-8-15,2 1 0 16,-2 1 0-16,-3 2 12 0,1 2-12 16,0 1 44-16,-4-1-44 0,2 1 48 15,2-2 16-15,-4 0-52 0,4 0-8 16,-2 0 0-16,2-1 4 16,0-1-8-16,-1 2 0 0,1 0-8 15,2 0 8-15,-2 1 0 0,2 0-8 16,-2 0 8-16,3 1 0 0,-3 1-4 15,-2-1 4-15,2 3 0 16,0-2 0-16,-2 2 0 0,2-2 0 16,2 2-16-16,3-2 16 0,1 0 0 15,2 0-4-15,3-2 4 0,1-1 0 16,1 0-4-16,-3 1 4 0,3-1 0 16,-3 1 4-16,3 0-4 0,-7 1 0 15,3 0 8-15,1 2-8 0,-3-2 0 16,3 0-8-16,-2 0 8 0,-1 0 0 15,3 1 8-15,-8-1-8 16,1 3 4-16,1-1 12 0,-2 1-16 16,-2 1 76-16,2-1-56 0,5-1 24 15,-5 1-20-15,4-1-20 0,-4 1-4 16,3 1 0-16,1-1 8 16,2-1-8-16,3 2 0 0,-3 1 0 15,-1-1 0-15,-1 1 0 0,0 0-4 16,1 1 4-16,-3 2 0 0,-2 0-4 15,-4-2 4-15,6 2-4 16,-1 0 12-16,3 1-8 0,0 0 0 16,5 0 0-16,-9 0 0 0,0-1 0 15,-2 0 0-15,3 4 0 0,-1 2-8 16,2 4 12-16,2 0-4 0,1 0 0 16,-1 1-8-16,-4-2 8 0,5 0 0 15,-1 0-16-15,0-1 16 0,-4-1 0 16,5 0-28-16,-5-1 28 0,4 0 0 15,-6-2-4-15,-1-1 4 16,1-2 0-16,0 0 4 0,2 1-4 16,-2-1 0-16,2 1-260 0,-2 0-156 15,3-3-1249-15,-3 0-1004 0</inkml:trace>
  <inkml:trace contextRef="#ctx0" brushRef="#br2" timeOffset="28771.4">10582 14569 3069 0,'0'0'704'0,"0"0"237"0,0 0-317 15,0 0-188-15,0 0 60 0,0 0-388 16,0 0-72-16,0 0 8 0,0 0-36 15,26 20 4-15,-15-8 24 16,1 2-32-16,-1 0 16 0,-3-2 5 16,2 1-13-16,-4-1-8 0,-2-1 40 15,3 1-16-15,-3-3 40 0,-2-1 44 16,2-3-76-16,-4 0 16 0,4-1 44 16,-2-1-68-16,2 3 12 0,-2-1 24 15,3 1-64-15,-1-1 28 0,-2 0-8 16,2 0-12-16,0 1-8 0,2-1 8 15,-2 0-4-15,3-1 4 16,-1 0 40-16,-2-1-44 0,2 1 72 16,-2-3 108-16,2 3-100 0,-1-1 4 15,1 0 52-15,-6 0-116 16,4 1 20-16,-2-1 36 0,2 1-80 16,0 0 24-16,-2-1 40 0,2 1-60 15,7-1 20-15,-5 1-8 0,4 0 4 16,1 0-20-16,-1 0 4 0,-4-1 0 15,2-3-4-15,-1 1 8 16,3 2 0-16,0-1-8 0,7-2 21 16,-1 1-21-16,5 0 0 0,-6 1 0 15,-3 1 0-15,2 0 0 0,-7 0 0 16,3 0 0-16,-6-1 0 0,0 0 0 16,-2-2 0-16,7 3 0 0,-3-1 0 15,0-1 0-15,8-1 0 0,-1 0 0 16,5 0 0-16,-1-1 0 0,0-4 0 15,-3 3 0-15,-2-2 0 16,3 1 0-16,-9 0 0 0,0 2 0 16,3 1 0-16,-7 0 0 0,2 0 0 15,0 0 0-15,2 0 0 16,0 3 0-16,-2-2 0 0,7 1 0 16,5-1 0-16,-1-1 0 0,1-2 0 15,5-2 0-15,-5 1 0 0,1-1 0 16,4-2 0-16,-5 0 0 0,3 0 0 15,-3-1 0-15,1 3 0 16,-7-1 0-16,1 0 0 0,-5 3 0 16,-2-1 0-16,0 1 0 0,2 0 0 15,0-1 0-15,-1-3 0 0,1 1 0 16,2-2 0-16,-2 0 0 0,0-2 0 16,9-2 0-16,-3 1 0 0,-1-1 0 15,-1 4 0-15,-6 2 0 0,2-1 0 16,-2 1 0-16,3-1 0 0,-1-1 0 15,4 0 0-15,1 2 0 16,-3-2 0-16,-2 3 0 0,0-1 0 16,5 0 0-16,-5-1 0 0,2 1 0 15,-2 1 0-15,0-2 0 16,5 0 0-16,-3 0 0 0,-2 0 0 16,0 0 0-16,-1 1 0 0,1 2 0 15,-2-1 0-15,-2 2 0 0,2-1 0 16,-4 1 0-16,4 2 0 0,-4-2 0 15,2-1 0-15,2 2 0 16,1-3 0-16,1 1 0 0,0-2 0 16,-2 1 0-16,6-2 0 0,1 1 0 15,1-2 0-15,-1 0 0 0,-1 2 0 16,-6 1 0-16,2 3 0 0,-6-2 0 16,4 1 0-16,3 0 0 0,-7 0 0 15,4-1 0-15,2 2 0 0,-2-1 0 16,2-2 0-16,-2 2 0 0,7-3 0 15,-1 1 0-15,2-1 0 16,-1 1 0-16,-11 4 0 0,16-5 0 16,-12 5 0-16,3-1 0 0,1 0 0 15,-2 1 0-15,4-1 0 0,-3 1 0 16,3 0 0-16,-4 0 0 16,4 1 0-16,1 0 0 0,-1 2 0 15,5-1 0-15,1 1 0 0,1-1 0 16,1 0 0-16,1-2 0 0,2 1 0 15,-3-1 0-15,1 0 0 16,1 0 0-16,1 0 0 0,0 0 0 16,-5 1 0-16,3 0 0 0,-7 0 0 15,3 0 0-15,-9 1 0 0,4-1 0 16,-6 1 0-16,3 1 0 0,3-1 0 16,4 2 0-16,-1 0 0 0,3 1 0 15,3 0 0-15,-2 1 0 0,3 1 0 16,-3-1 0-16,3 2 0 0,1 2 0 15,-4-2 0-15,-1 3 0 16,3-2 0-16,-7 1 0 0,3 0 0 16,1 1 0-16,-1 0 0 0,-3-2 0 15,3 2 0-15,1 0 0 16,-1-2 0-16,-3 2 0 0,-2-2 0 16,5 2 0-16,-3-4 0 0,3 2 0 15,1 1 0-15,-1-3 0 0,1 4 0 16,1-3 0-16,-3 2 0 0,-1 0 0 15,5 1 0-15,-5 0 0 16,-3 1 0-16,4-1 0 0,-3 1 0 16,1 1 0-16,3-1 0 0,1 0 0 15,-1-5 0-15,1 0 0 0,1-1 0 16,3 0 0-16,1-2 0 0,4-3 0 16,-4 0 0-16,1-1 0 0,3 0 0 15,-4 0 0-15,-3 0 0 0,3-1 0 16,0 0 0-16,-5-2 0 0,5 1 0 15,0 0 0-15,-1-2 0 16,1-1 0-16,4-2 0 0,-3 1 0 16,3-3 0-16,-2 0 0 0,2 1 0 15,-5-1 0-15,-1-1 0 16,2 0 0-16,-1 1 0 0,1 1 0 16,-4-2 0-16,1 1 0 0,-5-2 0 15,1 3 0-15,3-3 0 0,-7 2 0 16,0 2 0-16,1-4 0 0,-1 2 0 15,0-2 0-15,1-1 0 0,-1 0 0 16,2 1 0-16,-3 1 0 16,3-1 0-16,-2 0 0 0,7 1 0 15,-7-1 0-15,9-1 0 0,-3 3 0 16,5-2 0-16,-4-1 0 0,-1 3 0 16,1-1 0-16,1 3 0 0,-5 1 0 15,-3 0 0-15,-6 3 0 0,2 0 0 16,-2 1 0-16,7-1 0 0,-1 0 0 15,7-1 0-15,-1 2 0 16,5 0 0-16,-5-1 0 0,5 2 0 16,0 1 0-16,-5 0 0 0,5 0 0 15,0 1 0-15,-1 3 0 0,-3-2 0 16,4 3 0-16,-5 0 0 16,3-2 0-16,-3 3 0 0,1 0 0 15,-3-1 0-15,-1 1 0 0,1 1 0 16,3 0 0-16,-1 1 0 0,-1 2 0 15,5 1 0-15,-3 0 0 16,4 1 0-16,-5 2 0 0,5-1 0 16,4 1 0-16,-3-1 0 0,-1 1 0 15,4 0 0-15,-2-2 0 0,-3 0 0 16,1 0 0-16,-5-2 0 0,5 1 0 16,-4-2 0-16,3 0 0 0,1-2 0 15,4-1 0-15,-3-1 0 0,3-2 0 16,2 2 0-16,-2-3 0 0,-2 3 0 15,2-3 0-15,-3 1 0 16,-1-1 0-16,0-1 0 0,-1 0 0 16,3-1 0-16,-2 0 0 0,3-1 0 15,3-2 0-15,0-3 0 16,0-1 0-16,-2-2 0 0,6 0 0 16,0-1 0-16,-2 2 0 0,2 2 0 15,4 0 0-15,-4 2 0 0,2 0 0 16,-2-1 0-16,2 2 0 0,-4-1 0 15,2 0 0-15,2 0 0 16,0-1 0-16,2-1 0 0,7 0 0 16,-1 1 0-16,-2-1 0 0,3 2 0 15,-1-2 0-15,-4 2 0 0,0 0 0 16,1 1 0-16,3 1 0 0,-4-3 0 16,5 3 0-16,-5-1 0 0,0 0 0 15,0 0 0-15,0 1 0 0,-1 0 0 16,-3 2 0-16,-2 0 0 0,-2 0 0 15,-3 0 0-15,-5 0 0 16,-2 2 0-16,-5 0 0 0,-8 1 0 16,3-2 0-16,-3 1 0 0,-2 1 0 15,6 2 0-15,3 2 0 16,3 2 0-16,5-1-45 0,-7-3-1043 16,-1-3-473-16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44:42.489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11150 9692 3381 0,'0'0'1889'0,"0"0"-893"0,0 0 137 16,0 0-513-16,0 0-447 0,0 0-173 16,0 0 0-16,0 0 0 0,6 37 0 15,-2-5 0-15,3 11 0 16,1 3 0-16,2 3 0 0,-4 5 0 15,1 1 0-15,-3-1 0 0,2 1 0 16,-2-10 0-16,2-5 0 16,-2-8 0-16,3-13 0 0,-3-6-41 15,-2-7-1279-15,2-6-3158 0</inkml:trace>
  <inkml:trace contextRef="#ctx0" brushRef="#br0" timeOffset="2979.89">11160 9919 4121 0,'0'0'1133'0,"0"0"-629"0,0 0-80 16,0 0 85-16,0 0-333 0,0 0-84 15,0 0 0-15,0 0-64 0,0 0 68 16,0 0 216-16,-6 14-108 0,8-9 28 16,-2 0 37-16,4 3-269 15,-4-1 0-15,0 0 0 0,5 5 0 16,-5 1 0-16,0 5 0 0,2 0 0 16,-2-1 0-16,4-1 0 0,-4-2 0 15,4-2 0-15,-4-4 0 16,6 3 0-16,-2-1 0 0,2 5 0 15,1 0 0-15,-3 2 0 0,2-2 0 16,-2 1 0-16,-2 0 0 0,2 4 0 16,0-2 0-16,-2 2 0 0,7-2 0 15,-7-1 0-15,6-1 0 0,-2 0 0 16,0 0 0-16,5 0 0 0,-5-1 0 16,2-1 0-16,3 3 0 0,-5-2 0 15,4 2 0-15,-4-2 0 16,3 2 0-16,-7-2 0 0,6 1 0 15,-2-2 0-15,0 0 0 0,5 0 0 16,-5 2 0-16,4-1 0 16,-2 1 0-16,3 0 0 0,-5-2 0 15,4 3 0-15,1-3 0 0,-1 2 0 16,-4-2 0-16,5 1 0 0,-5 2 0 16,4-1 0-16,0 3 0 15,1 0 0-15,-5 3 0 0,4-1 0 0,1 4 0 16,-7-1 0-16,6 2 0 15,-4-1 0-15,1 2 0 0,1-2 0 16,-2 1 0-16,-2 0 0 0,-2 1 0 16,2-1 0-16,0 3 0 0,-1 0 0 15,-3 1 0-15,0-1 0 0,0 1 0 16,0-1 0-16,-7 1 0 0,7 0 0 16,-6 1 0-16,2-1 0 15,0-1 0-15,-2 1 0 0,2-1 0 16,1-1 0-16,-5-1 0 0,6 0 0 15,-2-1 0-15,-2 0 0 16,2 1 0-16,-7-1 0 0,1 2 0 16,0-2 0-16,-3 1 0 0,3 0 0 15,-5 1 0-15,-1 0 0 0,1 2 0 16,-1-1 0-16,3 1 0 0,-5-2 0 16,8 0 0-16,-3-3 0 15,3-3 0-15,6-4 0 0,-7-4 0 16,11-5 0-16,-2-4 0 0,-2-3 0 15,4 0 0-15,0-1 0 0,0 1 0 16,0-2 0-16,0 0 0 0,0 0 0 16,0-2 0-16,0 1 0 0,0-1 0 15,0-2 0-15,0 0 0 16,0 0 0-16,4-2 0 0,-2 0 0 16,-2-1 0-16,0 0 0 0,4 0 0 15,-4 1 0-15,0 0 0 0,0 1 0 16,0 3 0-16,0-3 0 0,-4 2 0 15,4-1 0-15,-6-2 0 16,0 0 0-16,-2-8 0 0,-3-7 0 16,-1-4 0-16,-3-4 0 0,5-2 0 15,0 3 0-15,4-1 0 0,1 4 0 16,5 4 0-16,0 7 0 0,0 6 0 16,0 4 0-16,0 4 0 15,0 0 0-15,0 0 0 0,0 5 0 16,0 4 0-16,0 6 0 0,5 6 0 15,-5 1 0-15,6 2 0 0,-2 1 0 16,2 2 0-16,-6 3 0 0,8 0 0 16,-6 0 0-16,3 0 0 0,1-4 0 15,-2-1 0-15,-2-5 0 16,6-6 0-16,-6-4 0 0,2-4 0 16,7-3 0-16,3 0 0 0,7-2 0 15,2-1 0-15,4-5 0 0,-3-3 0 16,3-2 0-16,-6-1 0 15,0-2 0-15,-5 0 0 0,1 1 0 16,-7-2 0-16,-4 0 0 0,-2 2 0 16,-4 2-1633-16</inkml:trace>
  <inkml:trace contextRef="#ctx0" brushRef="#br1" timeOffset="6711.96">8339 9533 4478 0,'0'0'464'0,"0"0"8"0,0 0 324 15,0 0-536-15,0 0-192 0,0 0-68 16,0 0-52-16,0 0-12 0,10-7-16 16,-4 3 8-16,-2 0 4 0,3 1-84 15,-3 1 0-15,-2 2-48 16,2 4-480-16,-4 0 27 0,0 1-227 15,0 4-1417-15</inkml:trace>
  <inkml:trace contextRef="#ctx0" brushRef="#br1" timeOffset="7916.46">8339 9533 2357 0,'20'8'1824'16,"-24"-8"-811"-16,0 0 472 0,2 0-773 15,-2 0-180-15,4 0-263 16,-2 0-269-16,2 1 0 0,0 0 0 15,0 1 0-15,0 6 0 0,0 3 0 16,2 5 0-16,2 4 0 0,-2 0 0 16,2 1 0-16,-4 4 0 0,4 0 0 15,-4 3 0-15,7 1 0 0,-7 1 0 16,4-1 0-16,2 2 0 0,-6 0 0 16,4 1 0-16,-2 0 0 0,2 0 0 15,-4 0 0-15,0 0 0 16,0-3 0-16,0 0 0 0,0 2 0 15,0-1 0-15,0-1 0 0,0 2 0 16,0 1 0-16,4 2 0 16,-4 2 0-16,0 4 0 0,0 3 0 15,0 2 0-15,0 0 0 0,-4 0 0 16,0-2 0-16,4-3 0 0,0 0 0 16,0 0 0-16,0 0 0 0,4 0 0 15,-4 2 0-15,4 1 0 16,-4 3 0-16,0 2 0 0,-4 1 0 15,4-1 0-15,0 2 0 0,-6-1 0 16,2-2 0-16,4 3 0 0,-4-3 0 16,2 3 0-16,-2-1 0 0,4-1 0 15,0 0 0-15,0-1 0 0,0 1 0 16,0 0 0-16,0-1 0 16,0-1 0-16,-4-1 0 0,1 1 0 15,-5-2 0-15,6 1 0 0,-6-2 0 16,2-1 0-16,-1-2 0 15,1 0 0-15,2-2 0 0,-6-2 0 16,4 0 0-16,-3-2 0 0,3 3 0 16,-4-3 0-16,4-3 0 0,1 1 0 15,3-5 0-15,2-3 0 0,0 0 0 16,0-3 0-16,2 0 0 0,3 0 0 16,-1-1 0-16,-2 0 0 15,2 0 0-15,2 0 0 0,-6 2 0 16,4-2 0-16,-4-1 0 0,2-1 0 15,2 0 0-15,-4-1 0 0,5 0 0 16,-3 1 0-16,2 0 0 0,-4 1 0 16,4 2 0-16,2 1 0 0,-2 4 0 15,-2 3 0-15,2-1 0 16,1-1 0-16,1 1 0 0,-4-3 0 16,6-2 0-16,-2 0 0 0,-2-3 0 15,-1-1 0-15,1-3 0 0,0 0 0 16,2-2 0-16,-2-2 0 15,-4-2 0-15,2-2 0 0,2-1 0 16,0 3 0-16,-1 1 0 0,1 1 0 16,0-1 0-16,-2-2 0 0,2 2 0 15,-2-3 0-15,2 2 0 0,-4-2 0 16,0 3 0-16,0-2 0 16,0 2 0-16,0-3 0 0,0-1 0 15,0 3 0-15,0 0 0 0,-4 1 0 16,4 2 0-16,0-4 0 0,0-1 0 15,0-3 0-15,0 0 0 0,0 2 0 16,0 1 0-16,0 4 0 0,0 4 0 16,0 0 0-16,0 0 0 0,0-1 0 15,0-2 0-15,-2-2 0 16,2-3 0-16,-4-1 0 0,2-4 0 16,-2 0 0-16,-3-3 0 0,-3-6 0 15,0-9 0-15,-9-7 0 0,3-5 0 16,-1 1 0-16,1 0 0 15,1 1 0-15,3 3 0 0,1 3 0 16,1 4 0-16,6 5 0 0,0 5 0 16,2 2 0-16,2 2 0 0,0 0 0 15,0 1 0-15,0 0 0 0,0 0 0 16,0 0 0-16,0 6 0 16,6 6 0-16,4 9 0 0,5 3 0 15,1 4 0-15,1-3 0 0,-7-2 0 16,5-3 0-16,1-1 0 0,-6-5 0 15,3-3 0-15,-3-4 0 0,-2-2 0 16,-1-3 0-16,-3-2 0 0,4-4 0 16,0-6 0-16,5-8 0 0,1-8 0 15,-3-8 0-15,1-4 0 16,7-5 0-16,1-2 0 0,3 5 0 16,-7 10 0-16,-5 14 0 0,-7 10-1225 15,-4 6-5622-15</inkml:trace>
  <inkml:trace contextRef="#ctx0" brushRef="#br1" timeOffset="14098.12">8031 14462 1092 0,'0'0'212'15,"0"0"240"-15,0 0 869 0,0 0-333 16,0 0-371-16,0 0-169 0,0 0 328 15,0 0-312-15,-2 2-119 0,2-2 55 16,0 0-340-16,0 0-4 0,0 0 44 16,0 0-56-16,0-2 28 0,0 1 60 15,0-1-108-15,0-3 12 16,0 1 44-16,0-1-72 0,0 0 32 16,2-2 52-16,2 0-56 0,-4-1 20 15,4-1 84-15,-2 1-92 0,2-2 5 16,-4 2-53-16,4-4 0 15,3-1 0-15,-3-1 0 0,2-3 0 16,-2 3 0-16,2 0 0 0,-2 1 0 16,3-1 0-16,-1-1 0 0,0 2 0 15,2-1 0-15,-2 2 0 16,-1-1 0-16,1 3 0 0,-2 1 0 16,-4 2 0-16,2-2 0 0,2 0 0 15,0-1 0-15,-2 0 0 0,-2 1 0 16,4 3 0-16,-4 1 0 0,0-1 0 15,5 0 0-15,-5-1 0 0,2 1 0 16,-2-3 0-16,4 0 0 0,2-1 0 16,-2-1 0-16,2-4 0 0,1 0 0 15,1 4 0-15,-2 3 0 16,-6 3 0-16,0 1 0 0,4-1 0 16,-4-2 0-16,0 2 0 0,0-2 0 15,0 0 0-15,0 1 0 0,0-1 0 16,0-1 0-16,2-1 0 15,6-3 0-15,-1 0 0 0,3-2 0 16,0 4 0-16,-3 2 0 0,-1 4 0 16,-2-1 0-16,2 1 0 0,2-1 0 15,-1 0 0-15,-3-1 0 16,2 0 0-16,-4-1 0 0,2 1 0 16,0-1 0-16,-2 2 0 0,2-1 0 15,1 2 0-15,-3 0 0 0,2-2 0 16,0 0 0-16,2 1 0 0,-2-2 0 15,-2 3 0-15,7 0 0 0,-7-1 0 16,2 2 0-16,-2-1 0 0,2 0 0 16,0 1 0-16,-4 0 0 0,6 0 0 15,-6 0 0-15,4 1 0 16,-1-2 0-16,1 1 0 0,-4 1 0 16,4-1 0-16,-2 1 0 0,2 0 0 15,-4 1 0-15,0-2 0 16,4 2 0-16,-4 0 0 0,0 0 0 15,0 0 0-15,0 0 0 0,0-1 0 16,2 1 0-16,2-1 0 0,0 0 0 16,-1 0 0-16,1-1 0 0,2 1 0 15,0-1 0-15,-2 0 0 16,2 2 0-16,-1-2 0 0,-1-1 0 16,2 1 0-16,-2 0 0 0,-2-2 0 15,2 0 0-15,0 0 0 0,-4-1 0 16,7 1 0-16,-3-1 0 0,-2 1 0 15,4 0 0-15,2 0 0 0,-2 2 0 16,-1 0 0-16,5 1 0 0,-4 0 0 16,-2 2 0-16,2 0 0 0,-1 0 0 15,1 2 0-15,-2 2 0 16,2 2 0-16,0 0 0 0,0 1 0 16,5 3 0-16,-1 0 0 0,5 3 0 15,-3 1 0-15,2 0 0 0,-3-2 0 16,3-1 0-16,-3 2 0 0,-5 0 0 15,4 2 0-15,-4 1 0 16,5-1 0-16,-1 1 0 0,-4 1 0 16,3-2 0-16,-7 0 0 0,2 2 0 15,0-3 0-15,-4 2 0 16,0-1 0-16,-4-2 0 0,-2 0 0 16,1-1 0-16,5 0 0 0,-6-1 0 15,6-1 0-15,0-1 0 0,0-2 0 16,0 1 0-16,2-1 0 0,2 1 0 15,1 3 0-15,1 0 0 0,0 0 0 16,-2-1 0-16,2-3 0 0,-6-1 0 16,4 1 0-16,3 3 0 0,-7 0 0 15,4 2 0-15,-2-2 0 16,2 0 0-16,-4-1 0 0,0 0 0 16,4-3 0-16,-2 1 0 0,2-1 0 15,-4 1 0-15,6 3 0 0,3 0 0 16,-3 3 0-16,4 3 0 15,1-1 0-15,-1-1 0 0,0 0 0 16,-4 0 0-16,5 1 0 0,-5-1 0 16,4 1 0-16,-3 2 0 0,1-2 0 15,-2 0 0-15,4 1 0 16,1-1 0-16,-1-1 0 0,2 1 0 16,3-2 0-16,-5 1 0 0,1 0 0 15,-1 0 0-15,-4-1 0 0,4 0 0 16,-5 0 0-16,1-1 0 0,-2 0 0 15,-4 1 0-15,2 1 0 0,2-1 0 16,0 1 0-16,-2 2 0 0,7-2 0 16,-3 0 0-16,0 1 0 15,2 1 0-15,1-2 0 0,-1 3 0 16,2-3 0-16,-4 0 0 0,-2-2 0 16,3 0 0-16,-3-1 0 0,-4-3 0 15,0-1 0-15,0-2 0 16,0 0 0-16,0 0 0 0,0 1 0 15,0 0 0-15,0 1 0 0,2-1 0 16,2 1 0-16,-4 1 0 0,4-1 0 16,-2 0 0-16,2 1 0 15,0-1 0-15,-1-1 0 0,3 1 0 16,-2-2 0-16,2 0 0 0,-2 0 0 16,2-1 0-16,3 2 0 0,-3-1 0 15,-2 1 0-15,2 0 0 0,0-1 0 16,3 2 0-16,-3-1 0 0,0 1 0 15,0-1 0-15,3 0 0 0,-3-1 0 16,-2 0 0-16,2 2 0 0,0-2 0 16,5 0 0-16,-1 1 0 0,4 1 0 15,7 1 0-15,-4 0 0 16,-1 1 0-16,1 0 0 0,3 2 0 16,1-3 0-16,4 3 0 0,-4-3 0 15,-3 0 0-15,3 0 0 16,-1-1 0-16,-3-3 0 0,2-1 0 15,-7-3 0-15,2 0 0 0,3-3 0 16,-7-4 0-16,1-1 0 0,3-3 0 16,-8 1 0-16,5-1 0 15,-5-2 0-15,4-1 0 0,-4-2 0 16,5-1 0-16,-1-1 0 0,5-4 0 16,-5 1 0-16,6-4 0 0,-1-1 0 15,-3 1 0-15,3-2 0 0,-1 2 0 16,-5 1 0-16,-1 2 0 0,-6-1 0 15,2 2 0-15,0-4 0 0,2 1 0 16,-2 2 0-16,-1-3 0 0,5 0 0 16,-2-3 0-16,4 1 0 0,-3 1 0 15,3 4 0-15,0-2 0 16,5 3 0-16,-3-1 0 0,-2 2 0 16,1 0 0-16,-5 1 0 0,2 2 0 15,3 1 0-15,-5-2 0 0,0 1 0 16,4 0 0-16,-3-1 0 15,1 0 0-15,2 0 0 0,0 2 0 16,1-1 0-16,5 0 0 0,-3 1 0 16,1 1 0-16,7-1 0 0,-7 2 0 15,-1 1 0-15,1 1 0 16,-1 3 0-16,-3 2 0 0,0 3 0 16,-6 0 0-16,3 2 0 0,-3 0 0 15,6-2 0-15,0 1 0 0,3 1 0 16,5 2 0-16,-5 1 0 0,3 4 0 15,-1 1 0-15,-1 0 0 0,3 3 0 16,4 0 0-16,-1 1 0 0,1 0 0 16,-5-1 0-16,5 2 0 0,-9 1 0 15,5-1 0-15,-3 2 0 16,-3-3 0-16,-1 1 0 0,0 2 0 16,1-1 0-16,-1 1 0 0,0 0 0 15,3-1 0-15,1-2 0 0,3 1 0 16,-3 2 0-16,-1-2 0 15,1 2 0-15,3-1 0 0,-3 0 0 16,3 1 0-16,-3 1 0 0,3 0 0 16,-5 2 0-16,-1-2 0 0,-1 0 0 15,0-1 0-15,-2 1 0 16,5 2 0-16,1-1 0 0,3 1 0 16,-3-1 0-16,7-2 0 0,-4 0 0 15,-1-1 0-15,1 0 0 0,-3-1 0 16,-1 0 0-16,-3 0 0 0,0-1 0 15,-2-2 0-15,-1 0 0 0,-1 3 0 16,2 1 0-16,2 1 0 16,-3 2 0-16,5-2 0 0,-2 0 0 0,5 1 0 15,-1-2 0-15,-1-2 0 16,3-1 0-16,3-2 0 0,-7-1 0 16,3 0 0-16,1 0 0 0,-5-1 0 15,-1-3 0-15,-4 2 0 16,-2-3 0-16,2 0 0 0,5 0 0 15,-1 0 0-15,5-1 0 0,1-4 0 16,1-3 0-16,-7-4 0 0,5-1 0 16,-5-1 0-16,2 0 0 15,3 0 0-15,-5 0 0 0,0-1 0 16,1-3 0-16,1 2 0 0,3-2 0 16,-3-2 0-16,2-1 0 0,3 2 0 15,4-2 0-15,-1 0 0 0,1 1 0 16,6-1 0-16,0 1 0 0,-2 1 0 15,1 0 0-15,1 2 0 0,-2 0 0 16,-4 2 0-16,2 0 0 0,-3-1 0 16,-3 2 0-16,1-1 0 0,-1 0 0 15,-1 1 0-15,1 0 0 16,4 1 0-16,-3-1 0 0,-1 1 0 16,-5 0 0-16,7 1 0 0,-7 1 0 15,3 0 0-15,-3 1 0 0,3 1 0 16,1-1 0-16,-1 1 0 15,-5 2 0-15,2 0 0 0,-1 3 0 16,-1-1 0-16,-6 3 0 0,2 0 0 16,-2 0 0-16,1 1 0 0,1-1 0 15,-4 1 0-15,2 0 0 16,2 2 0-16,2 1 0 0,-1 2 0 16,-1 1 0-16,8 3 0 0,-3 2 0 15,5 0 0-15,-1 1 0 0,-3-3 0 16,-2 2 0-16,1 0 0 0,-5 0 0 15,2 0 0-15,-2 2 0 0,5 0 0 16,-1 2 0-16,0-2 0 0,3 2 0 16,1-2 0-16,1-1 0 0,-3-1 0 15,-2 1 0-15,5-2 0 16,-5-1 0-16,3 1 0 0,-5-3 0 16,2 1 0-16,1 0 0 0,-3-2 0 15,6 1 0-15,3-2 0 16,-3 1 0-16,3-1 0 0,4 1 0 15,-1-1 0-15,1-1 0 0,0 0 0 16,-1 2 0-16,1-1 0 0,-5 0 0 16,1 0 0-16,0 1 0 0,1 0 0 15,-1 1 0-15,-1-1 0 16,1 1 0-16,-1-1 0 0,5 2 0 16,4-2 0-16,-5 1 0 0,3 0 0 15,6-3 0-15,-6 2 0 0,4-1 0 16,-2 1 0-16,-3-3 0 0,-1 0 0 15,0 0 0-15,-5 1 0 0,5 0 0 16,-3-1 0-16,-1 2 0 0,6-3 0 16,2 3 0-16,-5-3 0 0,3 2 0 15,-2-3 0-15,3-1 0 16,-1 0 0-16,2 0 0 0,-2-1 0 16,6-4 0-16,-7 3 0 0,5-5 0 15,-2-2 0-15,-2 3 0 16,2-3 0-16,-5-2 0 0,-3 1 0 15,-1-5 0-15,-1 1 0 0,1 0 0 16,1-3 0-16,4 2 0 0,-1-2 0 16,1 2 0-16,4-1 0 0,-3 2 0 15,9 1 0-15,-4 2 0 16,4 2 0-16,-4 1 0 0,0 0 0 16,-2 0 0-16,-2-1 0 0,1 1 0 15,3 0 0-15,-6 1 0 0,6 1 0 16,0 1 0-16,2 1 0 0,-3-1 0 15,1 4 0-15,0 1 0 0,0 0 0 16,-2 0 0-16,2 5 0 0,0-2 0 16,2 3 0-16,0-1 0 0,-5 2 0 15,-1-1 0-15,-2 0 0 16,-3 1 0-16,-1 1 0 0,-5 1 0 16,-1 0 0-16,3 3 0 0,3 1 0 15,-1 1 0-15,5 2 0 0,4-1 0 16,2 2 0-16,-1-4 0 15,1-1 0-15,4-2 0 0,0 1 0 16,-4-3 0-16,-2-1 0 0,2 0 0 16,-6-2 0-16,-5-1 0 0,1-2 0 15,-3 4 0-15,1-3 0 16,-3 0 0-16,-2-2 0 0,7 0 0 16,-3-1 0-16,7 0 0 0,0-1 0 15,1-4 0-15,-1-2 0 0,6 0 0 16,-6-5 0-16,3 1 0 0,3-4 0 15,0 1 0-15,-2 0 0 0,2-4 0 16,0 1 0-16,-3 2 0 0,-1-2 0 16,4 3 0-16,-2 1 0 0,2 0 0 15,4 1 0-15,2 3 0 16,-2-2 0-16,0 3 0 0,0 0 0 16,2 1 0-16,-2 1 0 0,6 2 0 15,-2 0 0-15,-2 2 0 0,7 1 0 16,-3 1 0-16,0 0 0 15,-4 0 0-15,4 1 0 0,-6 4 0 16,0 0 0-16,4 5 0 0,-1-1 0 16,1 3 0-16,2 3 0 0,2 0 0 15,3 5 0-15,3-1 0 16,-2 2 0-16,5 1 0 0,0-2 0 16,-7 1 0-16,4-1 0 0,-5-2 0 15,-3 1 0-15,-6-1 0 0,4-5 0 16,-4 0 0-16,2-3 0 0,2-1 0 15,-2-2 0-15,9 2 0 0,-9-4 0 16,-2 0 0-16,-4-1 0 0,-9-4-1201 16,-5 0-160-16,-9-5-904 0</inkml:trace>
  <inkml:trace contextRef="#ctx0" brushRef="#br1" timeOffset="33725.64">19266 12369 4574 0,'0'0'1560'0,"0"0"-419"16,0 0-397-16,0 0-571 0,0 0-173 15,0 0 0-15,0 0 0 16,0 0 0-16,-5-12 0 0,10 28 0 16,-1 12 0-16,2 11 0 0,0 10 0 15,0 4 0-15,-2 2 0 0,7 2 0 16,-7 1 0-16,-4-3 0 0,0-4 0 15,0-7 0-15,0-9 0 16,0-9 0-16,0-10-801 0,-2-9-1236 16,-4-7-1897-16</inkml:trace>
  <inkml:trace contextRef="#ctx0" brushRef="#br1" timeOffset="33925.4">18920 12291 6615 0,'0'0'148'0,"0"0"588"0,0 0-43 16,0 0-693-16,52 26 0 0,-15-25 0 15,7-3 0-15,-1-4 0 16,7 0 0-16,3 1 0 0,5 4 0 16,-2 1 0-16,-2 6 0 0,-5 5 0 15,-13-1-1009-15,-7 1-1821 0</inkml:trace>
  <inkml:trace contextRef="#ctx0" brushRef="#br1" timeOffset="34253.33">19687 12612 7243 0,'0'0'512'0,"-37"0"-75"15,16 0-437-15,9 2 0 0,-2 2 0 16,1 4 0-16,-1 5 0 0,3 6 0 16,-3 5 0-16,6 6 0 15,-1 4 0-15,7-1 0 0,2 2 0 16,8-6 0-16,3-5 0 0,9-5 0 16,1-11 0-16,2-2 0 0,2-7 0 15,-5-9 0-15,5-6 0 0,-4-4 0 16,-9-4 0-16,-1-2 0 15,-7 0 0-15,-4 2 0 0,-4 1 0 16,-9 1 0-16,-1 3 0 0,-7 1 0 16,-2 4 0-16,5 1 0 0,3 7-325 15,7-2-1504-15</inkml:trace>
  <inkml:trace contextRef="#ctx0" brushRef="#br1" timeOffset="34614.31">19844 12139 6430 0,'0'0'865'0,"0"0"32"0,0 0-897 15,-6 39 0-15,10-7 0 16,5 8 0-16,1 7 0 0,6 4 0 15,3 2 0-15,-2 7 0 0,-3 7 0 16,-2 2 0-16,-5 3 0 0,-7-3 0 16,0-5 0-16,0-11 0 0,-7-11 0 15,5-16-1025-15,-2-10-848 0</inkml:trace>
  <inkml:trace contextRef="#ctx0" brushRef="#br1" timeOffset="34765.33">19803 12562 6054 0,'0'0'1033'0,"41"-7"-301"16,-20 7-359-16,-7 5-373 0,-1 4 0 15,3 4 0-15,-1 3-149 0,-5-3-1179 16,1-1-789-16</inkml:trace>
  <inkml:trace contextRef="#ctx0" brushRef="#br1" timeOffset="35045.28">20113 12568 6262 0,'0'0'945'16,"-54"-14"-525"-16,30 22-28 0,1 16-219 15,2 7-173-15,0 3 0 16,15 2 0-16,2-2 0 0,4-5 0 16,15-7 0-16,3-3 0 0,3-7 0 15,4-8 0-15,2-4 0 0,-7-4 0 16,1-8 0-16,0-1 0 15,-9-3 0-15,0 0 0 0,-5 2 0 16,-1 3 0-16,-6 5 0 0,0 5 0 16,0 1 0-16,0 11 0 0,0 14 0 15,-2 6 0-15,2 4 0 0,6-2 0 16,6-10 0-16,5-7 0 0,1-4 0 16,3-9-441-16,-4-3-1892 15,-5-6-1925-15</inkml:trace>
  <inkml:trace contextRef="#ctx0" brushRef="#br1" timeOffset="35216.53">20458 12015 7887 0,'0'0'305'16,"0"0"-305"-16,-18 57 0 0,3-14 0 16,-3 18 0-16,1 4 0 0,3 4 0 15,7 3 0-15,5-1 0 0,2-1 0 16,2 0 0-16,3-2 0 15,1-4 0-15,0-10 0 0,2-15 0 16,3-10-721-16</inkml:trace>
  <inkml:trace contextRef="#ctx0" brushRef="#br1" timeOffset="35711.07">21275 12601 7527 0,'0'0'604'0,"0"0"-543"0,-50-44-61 0,30 34 0 0,-1 4 0 16,0 6 0-16,1 9 0 0,-3 12 0 15,-2 6 0-15,8 8 0 16,-3 5 0-16,9 1 0 0,9-2 0 16,2-6 0-16,11-5 0 0,3-9 0 15,9-9 0-15,4-6 0 0,6-9 0 16,-2-14 0-16,6-7 0 15,-10 1-709-15,-2-7-2649 0</inkml:trace>
  <inkml:trace contextRef="#ctx0" brushRef="#br1" timeOffset="35864.53">21388 12112 6751 0,'0'0'856'0,"-10"38"-384"0,0-3-359 16,-1 13-113-16,-1 5 0 0,0 3 0 15,-3 3 0-15,3 6 0 0,-1 2 0 16,3-2 0-16,4-2 0 0,2-6 0 16,6-8 0-16,10-8 0 0,5-14-497 15,-1-12-1972-15,1-10-2321 0</inkml:trace>
  <inkml:trace contextRef="#ctx0" brushRef="#br1" timeOffset="36036.96">21510 12715 7623 0,'0'0'569'0,"-18"46"-569"0,10-23 0 16,1-3 0-16,3-1 0 0,4-1 0 15,0-4 0-15,0-4 0 0,6-6 0 16,-1-4 0-16,1 0-2106 0,-2-8-1347 16</inkml:trace>
  <inkml:trace contextRef="#ctx0" brushRef="#br1" timeOffset="36149.18">21663 12264 7891 0,'0'0'301'0,"0"0"-301"15,0 0 0-15,0 0 0 16,-35 48 0-16,31-24 0 0,4-3 0 16,10-2-1381-16,-1-6-236 0,1 1-268 0</inkml:trace>
  <inkml:trace contextRef="#ctx0" brushRef="#br1" timeOffset="36455.81">21790 12642 6563 0,'0'0'656'0,"0"0"-160"0,-44-43-92 16,34 31-331-16,-5 3-73 0,1 2 0 16,-1 3 0-16,5 3 0 15,4 1 0-15,-2 0 0 0,8 6 0 16,-5 3 0-16,5 7 0 0,0 1 0 15,11 1 0-15,3 0 0 0,7-3 0 16,0 2 0-16,3-2 0 0,-1 3 0 16,-2 1 0-16,-1 1 0 15,-3-1 0-15,-7 2 0 0,-6-1 0 16,-4 0 0-16,-4 0 0 0,-4-1 0 16,-8-1 0-16,-5-2 0 0,-6-5 0 15,-2-6 0-15,-2-4 0 0,2-5 0 16,2-8-693-16,9 0-1480 0,-1-7-2525 15</inkml:trace>
  <inkml:trace contextRef="#ctx0" brushRef="#br1" timeOffset="36806.49">21940 12952 6170 0,'-2'46'437'0,"2"-5"-57"0,0 6 560 16,0-1-675-16,0 3-265 0,0 0 0 16,-2-1 0-16,0-4 0 0,-2-6 0 15,4-4 0-15,0-8 0 0,0-9 0 16,4-8-89-16,-4-8-571 0,2-1-1869 15</inkml:trace>
  <inkml:trace contextRef="#ctx0" brushRef="#br1" timeOffset="37072.15">21934 12751 6555 0,'0'0'620'0,"0"-54"-104"15,11 22-15-15,5 3-501 16,5 0 0-16,6 4 0 0,0 9 0 16,6 5 0-16,-4 6 0 0,-3 8 0 15,-3 5 0-15,-8 6 0 0,-5 6 0 16,-2 4 0-16,-10 6 0 0,-6-1 0 16,-7 5 0-16,-3-2 0 15,-1-1 0-15,-6-3 0 0,5-2 0 16,-3-2 0-16,2-5 0 0,9-7 0 15,2-4-429-15,7-6-607 0,1-5-1954 0</inkml:trace>
  <inkml:trace contextRef="#ctx0" brushRef="#br1" timeOffset="37273.42">22329 12195 5594 0,'-8'33'804'15,"2"-1"-71"-15,-5 11-225 16,1 2-124-16,0 8-215 0,-1 5-169 16,1 6 0-16,-3 4 0 0,3 2 0 15,0-3 0-15,-3-4 0 0,5-5 0 16,2-9 0-16,6-11 0 16,0-12 0-16,4-12-169 0,2-7-3388 0</inkml:trace>
  <inkml:trace contextRef="#ctx0" brushRef="#br1" timeOffset="37590.54">22482 12625 6947 0,'0'0'1245'0,"0"-35"-1245"16,-2 24 0-16,-2 5 0 0,0 5 0 16,-5 1 0-16,-7 13 0 0,-7 8 0 15,5 10 0-15,-5 7 0 0,4 1 0 16,5 2 0-16,1 1 0 0,3-4 0 15,6-5 0-15,4-4 0 0,6-11 0 16,6-7 0-16,3-5 0 16,6-8 0-16,1-9 0 0,-1-7 0 15,0-7 0-15,-1-3 0 16,-3 2 0-16,-3 1 0 0,-5 9 0 0,-3 7 0 16,-6 7 0-16,0 3 0 15,0 6 0-15,2 6 0 0,4 9 0 16,4 2 0-16,5 0 0 0,3-5 0 15,7-8 0-15,0-6 0 0,10-5-149 16,-12-2-867-16,4-6-605 0</inkml:trace>
  <inkml:trace contextRef="#ctx0" brushRef="#br1" timeOffset="37808.4">22833 12591 7279 0,'0'0'913'0,"0"0"-913"15,0 0 0-15,-51 14 0 0,24 6 0 0,2 7 0 16,4 3 0-16,3 0 0 16,3 4 0-16,3-1 0 0,4 4 0 15,1-2 0-15,7-2 0 0,11-2 0 16,3-7 0-16,9-5 0 16,2-6 0-16,6-6 0 0,4-7 0 15,0-4 0-15,2-8 0 0,-6 0-1557 16,-6-2-1569-16</inkml:trace>
  <inkml:trace contextRef="#ctx0" brushRef="#br1" timeOffset="38445.53">23007 12821 6142 0,'0'0'1417'0,"0"0"-784"0,33-25-633 16,-23 15 0-16,-1 1 0 0,-3-2 0 15,4-1 0-15,-1-2 0 0,-3-1 0 16,0-2 0-16,-4-2 0 0,0-1 0 15,-2 2 0-15,-4 2 0 16,-4 3 0-16,-1 3 0 0,-5 7 0 16,4 5 0-16,-7 11 0 0,-2 9 0 15,-3 9 0-15,-1 8 0 0,0 5 0 16,1 4 0-16,9-2 0 0,7-6 0 16,8-6 0-16,12-6 0 15,7-8 0-15,6-6 0 0,6-8 0 16,2-6 0-16,2-6 0 0,3-9 0 15,-3-6 0-15,-2-5 0 0,-4-2 0 16,-8-3 0-16,-9 4 0 0,-1 2 0 16,-5 5 0-16,-6 5 0 0,0 8 0 15,0 4 0-15,-2 6 0 16,2 8 0-16,-2 12 0 0,0 4 0 16,-4 5 0-16,0-4 0 0,0-6 0 15,4-6 0-15,0-6 0 0,0-3 0 16,0-4 0-16,2-1 0 0,0-1 0 15,2-1 0-15,4-8 0 16,5-10 0-16,-1-5 0 0,7-4 0 16,-1 1 0-16,-1 2 0 0,1 4 0 15,-1 3 0-15,-3 6 0 0,-5 11 0 16,-5 4 0-16,0 12 0 0,-4 3 0 16,0 1 0-16,-4 0 0 15,2-1 0-15,2 0 0 0,0-3 0 16,2-4 0-16,2-3 0 0,0-3 0 15,2-5 0-15,5-1 0 0,-1-6 0 16,0-4 0-16,1-4 0 0,-1-2 0 16,-2-3 0-16,3 0 0 0,-3 0 0 15,-2-1 0-15,0 2 0 16,1 4 0-16,-5 6 0 0,0 6 0 16,-2 2 0-16,0 10 0 0,0 12 0 15,0 8 0-15,2 4 0 0,4 2 0 16,6-10 0-16,1-5 0 15,3-4-453-15,-5-5-1964 0,-3-4-212 0</inkml:trace>
  <inkml:trace contextRef="#ctx0" brushRef="#br1" timeOffset="38956.96">23683 12939 3985 0,'0'0'2966'0,"0"0"-1725"0,12-50-1241 0,5 25 0 0,4 0 0 15,-1 1 0-15,9-2 0 0,-4 1 0 16,-2-2 0-16,-3 3 0 0,-7 4 0 15,-5 5 0-15,-6 6 0 0,-2 5 0 16,0 3 0-16,-10 1 0 0,-9 12 0 16,-6 6 0-16,-4 10 0 0,1 4 0 15,7-1 0-15,6 0 0 16,9-3 0-16,4 0 0 0,6-4 0 16,7-5 0-16,3-4 0 0,3-6 0 15,1-5 0-15,3-4 0 0,-3-9 0 16,-1-4 0-16,-2-3 0 0,-5-2 0 15,0-3 0-15,1 3 0 16,-5 2 0-16,-2 6 0 0,0 4 0 16,-4 5 0-16,2 1 0 0,0 2 0 15,2 7 0-15,5 6 0 0,-1 3 0 16,0 2 0-16,-2-4 0 0,-6-4 0 16,6-4 0-16,-6-4 0 15,0 0 0-15,3-1 0 0,-3-3 0 16,0 0 0-16,2-1 0 0,-2-6 0 15,8-6 0-15,2-6 0 0,3-5 0 16,1 2 0-16,3-2 0 0,-5 5 0 16,0 1 0-16,-1 5 0 0,-5 5 0 15,-4 3 0-15,0 5 0 16,-2 0 0-16,0 9 0 0,0 8 0 16,0 13 0-16,0 4 0 0,0 3 0 15,2-4 0-15,2-3 0 0,-2-4 0 16,5-5 0-16,-3 0 0 0,-4-5 0 15,4-5 0-15,-4-6 0 16,0-3-1377-16,2-7-2837 0</inkml:trace>
  <inkml:trace contextRef="#ctx0" brushRef="#br1" timeOffset="39173.68">24280 12216 7007 0,'0'0'628'0,"0"0"-71"16,0 0-557-16,0 0 0 0,0 0 0 15,0 0 0-15,15 33 0 0,-15 17 0 16,0 11 0-16,-2 5 0 0,2-2 0 16,0 4 0-16,-2-1 0 15,-4 1 0-15,-3-2 0 0,-3-3 0 16,-3-8 0-16,1-6 0 0,-1-10 0 16,-1-10 0-16,4-12-1453 0,-1-12-1161 0</inkml:trace>
  <inkml:trace contextRef="#ctx0" brushRef="#br1" timeOffset="39273.58">24103 12734 7283 0,'0'0'909'16,"0"0"-909"-16,39 0 0 0,-16 0 0 15,1 2 0-15,-1 1 0 0,2-3 0 16,4 0 0-16,2-4 0 0,2-3 0 16,-6 0 0-16,0-5-4795 0</inkml:trace>
  <inkml:trace contextRef="#ctx0" brushRef="#br1" timeOffset="39665.56">24996 12840 7743 0,'0'0'449'0,"-2"59"-449"0,-1-26 0 15,1-3 0-15,2-4 0 16,2-6 0-16,5-3 0 0,3-5 0 16,2-8-713-16,-3-4-1056 0,1-4-768 15</inkml:trace>
  <inkml:trace contextRef="#ctx0" brushRef="#br1" timeOffset="39807.42">25190 12317 2653 0,'0'0'5539'0,"0"0"-5539"0,0 0 0 16,-43-21 0-16,30 30 0 0,1 6 0 16,1 2 0-16,5 3 0 15,4 4 0-15,6-2 0 0,5 3-2342 16,1-6 121-16</inkml:trace>
  <inkml:trace contextRef="#ctx0" brushRef="#br1" timeOffset="40115.49">25291 12731 2625 0,'0'0'3661'16,"0"0"-2328"-16,0 0-760 0,-27-42-573 15,17 35 0-15,-4 1 0 0,-1 4 0 16,-1 2 0-16,-1 4 0 0,3 6 0 15,-1 2 0-15,3-1 0 16,8 1 0-16,4 2 0 0,4 2 0 16,14-1 0-16,7 1 0 0,0 0 0 15,6-1 0-15,-4 0 0 0,0 0 0 16,-5 2 0-16,-3 1 0 0,-7 2 0 16,-1-3 0-16,-11-1 0 15,-4 2 0-15,-13-1 0 0,-8 2 0 16,-6-1 0-16,-6-1 0 0,-2-3 0 15,-1-4 0-15,7-7 0 0,11-3 0 16,5-2 0-16,11-5 0 0,6-1-1593 16,4-11-1413-16</inkml:trace>
  <inkml:trace contextRef="#ctx0" brushRef="#br1" timeOffset="40412.5">26288 12282 4926 0,'0'0'344'0,"0"0"432"0,0 0 201 15,0 0-501-15,18 47-20 0,-22 1-219 16,-6 14-237-16,-3 7 0 0,5 2 0 16,2 4 0-16,0 3 0 0,-3 1 0 15,1-3 0-15,0-5 0 16,-3-8 0-16,1-6 0 0,0-7 0 16,-3-10 0-16,3-14 0 0,0-7-1866 15</inkml:trace>
  <inkml:trace contextRef="#ctx0" brushRef="#br1" timeOffset="40571.44">26058 12894 7259 0,'0'0'933'0,"54"-12"-933"16,-17-4 0-16,4-7 0 0,-1-6 0 16,-3-7 0-16,0-7 0 15,-2-2 0-15,-2-2 0 0,-2-3-885 16,-10 12-824-16,-2 1-720 0</inkml:trace>
  <inkml:trace contextRef="#ctx0" brushRef="#br1" timeOffset="40823.11">26538 12407 6563 0,'-11'46'728'0,"1"4"-4"16,-9 15-547-16,1 3-177 0,-3 4 0 16,3-1 0-16,1 1 0 0,5-4 0 15,-1-6 0-15,3-7 0 0,4-8 0 16,4-12 0-16,2-10 0 0,2-13 0 15,10-12 0-15,5-9 0 16,5-13 0-16,3-10 0 0,0-6 0 16,-2-1 0-16,-3 1 0 0,-3 6 0 15,-7 10 0-15,-6 11 0 0,-4 11 0 16,0 16 0-16,-6 12 0 16,-2 10 0-16,-2 5 0 0,-3 1 0 15,5-3 0-15,6-2 0 0,2-8 0 16,10-7 0-16,7-6 0 0,1-8 0 15,1-7 0-15,-5-3-877 0,-1-4-2689 0</inkml:trace>
  <inkml:trace contextRef="#ctx0" brushRef="#br1" timeOffset="41060.58">26699 13140 7383 0,'0'0'660'0,"33"-10"-511"15,-8-7-149-15,-2-4 0 0,-3-6 0 16,1-4 0-16,-5-1 0 0,-3-4 0 15,-7 2 0-15,-4-1 0 16,-2 6 0-16,-10 10 0 0,-5 13 0 16,-5 13 0-16,-5 17 0 0,-4 12 0 15,0 8 0-15,2 6 0 0,11 2 0 16,7-3 0-16,9-3 0 16,11-3 0-16,11-8 0 0,13-9 0 15,15-7 0-15,14-13 0 0,-10-5-261 16,6-7-2688-16</inkml:trace>
  <inkml:trace contextRef="#ctx0" brushRef="#br1" timeOffset="41603.03">28061 12708 6514 0,'0'0'913'0,"-37"-39"-148"0,14 27-765 0,0 6 0 0,-1 6 0 15,-3 0 0-15,2 6 0 16,0 2 0-16,5 2 0 0,1-1 0 16,2 3 0-16,5-1 0 0,2 1 0 15,6 2 0-15,1 0 0 0,6 2 0 16,7 0 0-16,6 0 0 0,5 0 0 15,6 3 0-15,0 1 0 16,2 2 0-16,-4-1 0 0,-3 0 0 16,-3 1 0-16,-5-2 0 0,-5-1 0 15,-7 0 0-15,-2-4 0 0,-7 2 0 16,-3-2 0-16,-6-2 0 16,-3-2 0-16,-2-3 0 0,1 0 0 15,-1-3 0-15,0-5 0 0,5 0 0 16,3-8 0-16,5-5 0 0,8-5 0 15,4-3-701-15,11-3-312 0,-3 4-1552 16,1 0-344-16</inkml:trace>
  <inkml:trace contextRef="#ctx0" brushRef="#br1" timeOffset="41848.49">28177 12703 4221 0,'0'0'2293'0,"-17"37"-1264"0,1-4-380 15,-3 10-649-15,-1 5 0 16,3 2 0-16,5 0 0 0,5-1 0 16,7-3 0-16,7-2 0 0,7-5 0 15,7-6 0-15,8-10 0 0,6-7 0 16,4-10 0-16,0-9 0 16,-1-12 0-16,-1-10 0 0,-8-9 0 15,-4-2 0-15,-9-6 0 0,-3-2 0 16,-7-2 0-16,-4-1 0 0,-2 1 0 15,-2 5 0-15,-4 8 0 0,-3 11 0 16,-1 14 0-16,4 6 0 0,2 2-1025 16,-1 1-980-16,5 0-1633 0</inkml:trace>
  <inkml:trace contextRef="#ctx0" brushRef="#br1" timeOffset="42280.23">28493 12964 6078 0,'0'0'2114'0,"-33"60"-2114"16,19-29 0-16,1-3 0 0,5-6 0 16,4-3 0-16,4-6 0 0,0-5 0 15,0-4 0-15,4-4 0 0,2-1 0 16,5-10 0-16,7-11 0 16,3-8 0-16,4-8 0 0,-1-2 0 15,1-3 0-15,2-3 0 0,-2 3 0 16,-4 11 0-16,-7 10 0 0,-6 13 0 15,-6 9 0-15,0 9 0 0,-2 6 0 16,0 10 0-16,-4 5 0 0,-2 2 0 16,4 0 0-16,2 1 0 0,2-3 0 15,6-4 0-15,5-4 0 16,-3-6 0-16,2-7 0 0,1-4 0 16,-3-7 0-16,1-8 0 0,3-7 0 15,1-3 0-15,-1-2 0 0,0 0 0 16,-1 3 0-16,1 6 0 0,-3 6 0 15,-5 6 0-15,0 9 0 16,0 19 0-16,-4 9 0 0,-2 9 0 16,0 2 0-16,0-5 0 0,2-3 0 15,5-3 0-15,3-4 0 0,2-3 0 16,7-3 0-16,-5-10-1317 16,-5-4-1761-16</inkml:trace>
  <inkml:trace contextRef="#ctx0" brushRef="#br1" timeOffset="42541.53">27737 13390 6290 0,'0'0'52'0,"0"0"693"0,0 0 263 0,55 21-911 0,3-14-97 16,23-1 0-16,12-1 0 0,10 0 0 15,13 3 0-15,6 2 0 16,6 3 0-16,-2 1 0 0,-6 1 0 16,-8 0 0-16,-11-1 0 0,-12-1 0 15,-15-3 0-15,-16-3 0 16,-16-2 0-16,-16-4 0 0,-15-1 0 16,-11-5 0-16,-13-6 0 0,-3-1-1225 15,-9-6-4162-15</inkml:trace>
  <inkml:trace contextRef="#ctx0" brushRef="#br1" timeOffset="43484.49">19683 13918 5030 0,'0'0'720'0,"0"0"625"0,0 0-721 15,0 0-212-15,0 0-351 16,15 54-61-16,-20-14 0 0,-1 0 0 16,2 2 0-16,2-2 0 0,2-1 0 15,0-1 0-15,-4-4 0 0,4-2 0 16,-6-5 0-16,6-8 0 0,-4-6 0 15,2-9 0-15,2-4 0 0,0-4 0 16,2-13 0-16,6-18 0 0,8-9 0 16,5-7 0-16,2-2 0 0,4 7 0 15,-3 1 0-15,3 7 0 16,-8 13 0-16,-7 11 0 0,-3 8 0 16,-7 6 0-16,2 7 0 0,-2 8 0 15,4 9 0-15,-4 7 0 0,0 2 0 16,-2 0 0-16,6-2 0 15,-1-2 0-15,5-1 0 0,0 0 0 16,5-5 0-16,1-4 0 0,-1-6-993 16,1-6-1228-16</inkml:trace>
  <inkml:trace contextRef="#ctx0" brushRef="#br1" timeOffset="43725.42">20161 13993 8179 0,'0'0'13'0,"-38"-52"-13"15,20 36 0-15,-3 13 0 0,0 5 0 16,-3 10 0-16,3 4 0 0,0 9 0 16,5 7 0-16,1 4 0 15,7 3 0-15,6 2 0 0,4-5 0 16,10 0 0-16,9-6 0 0,6-6 0 16,8-6 0-16,2-9 0 0,3-8 0 15,-5-5 0-15,-2-10 0 0,-8-3 0 16,-11-4 0-16,-6-4 0 15,-3-1 0-15,-8-4 0 0,-3-1 0 16,-4 0 0-16,-2 0 0 0,-1-2 0 16,-1-1-533-16,3 9-1988 0,5-5-1661 15</inkml:trace>
  <inkml:trace contextRef="#ctx0" brushRef="#br1" timeOffset="43947.53">20500 13441 7595 0,'0'0'597'16,"-36"0"-597"-16,20 13 0 0,-1 9 0 16,1 9 0-16,1 9 0 0,5 10 0 15,4 8 0-15,6 9 0 0,2 5 0 16,6 3 0-16,0 2 0 16,3-4 0-16,-7-2 0 0,2-4 0 15,-6-9 0-15,-2-5 0 0,-4-17 0 16,-2-9-3106-16</inkml:trace>
  <inkml:trace contextRef="#ctx0" brushRef="#br1" timeOffset="44085.97">20212 14009 7423 0,'0'0'769'0,"52"-19"-769"16,-15 7 0-16,11 3 0 0,-1 2 0 15,1 0 0-15,-1 0 0 0,-1-1 0 16,-3-2 0-16,-3-4 0 0,-12 2-1253 15,-3-3-4062-15</inkml:trace>
  <inkml:trace contextRef="#ctx0" brushRef="#br1" timeOffset="44707.24">21570 13543 6807 0,'0'0'480'0,"0"0"192"0,0 0-439 0,0 0-233 0,0 0 0 0,-49 45 0 15,32-4 0-15,1 11 0 0,1 6 0 16,9 6 0-16,2 5 0 16,4 1 0-16,6-2 0 0,-2-4 0 15,5-6 0-15,-7-7 0 0,-2-7 0 16,0-7 0-16,-11-6 0 15,5-9-1297-15,-8-11-4606 0</inkml:trace>
  <inkml:trace contextRef="#ctx0" brushRef="#br1" timeOffset="44832.47">21364 14048 7619 0,'0'0'344'0,"62"-34"-115"0,-21 14-229 16,-2-2 0-16,-4-1 0 0,7-4 0 15,-5-4 0-15,0-1 0 0,0-3-1269 16,-12 8-816-16,-2 0-1441 0</inkml:trace>
  <inkml:trace contextRef="#ctx0" brushRef="#br1" timeOffset="45122.31">21777 13707 5766 0,'-14'44'841'15,"3"1"67"-15,1 11-468 0,0 0-203 16,1 2-237-16,1-2 0 0,8-2 0 15,0-7 0-15,0-4 0 16,0-3 0-16,0-6 0 0,0-9 0 16,0-7 0-16,0-10 0 0,0-5 0 15,4-3 0-15,2-8 0 16,11-12 0-16,6-10 0 0,4-6 0 16,-1 2 0-16,-3 5 0 0,-12 13 0 15,-1 4 0-15,-10 10 0 0,0 2 0 16,0 8 0-16,-4 11 0 0,-5 11 0 15,-1 4 0-15,0 2 0 0,6-8 0 16,4-8 0-16,2-7 0 0,8-3 0 16,2-7-645-16,1-3-952 0,-3 0-4325 0</inkml:trace>
  <inkml:trace contextRef="#ctx0" brushRef="#br1" timeOffset="45343.44">21984 14250 7435 0,'0'0'757'15,"33"-15"-757"-15,-6-3 0 0,0-2 0 16,2-4 0-16,-5-4 0 0,1-1 0 16,-8 0 0-16,-11-1 0 0,-6 2 0 15,0 4 0-15,-15 8 0 16,-3 11 0-16,-7 9 0 0,0 16 0 16,-4 12 0-16,-2 11 0 0,9 7 0 15,3 1 0-15,15 0 0 0,6-6 0 16,14-5 0-16,11-8 0 0,15-8 0 15,7-13 0-15,-7-8 0 0,7-6-4103 0</inkml:trace>
  <inkml:trace contextRef="#ctx0" brushRef="#br1" timeOffset="45812.38">22858 14259 6034 0,'0'0'1297'0,"0"0"-597"0,35-36-539 0,-26 24-161 15,1 1 0-15,0-2 0 16,5-4 0-16,-1-2 0 0,1-3 0 16,-3 0 0-16,-4-2 0 0,3-1 0 15,-11 2 0-15,0 0 0 0,-4 0 0 16,-7 5 0-16,-1 4 0 0,-5 7 0 15,1 7 0-15,-5 5 0 16,-2 12 0-16,-1 11 0 0,-1 4 0 16,4 8 0-16,0 6 0 0,11 2 0 15,4 2 0-15,8-3 0 16,12-3 0-16,7-10 0 0,6-6 0 16,4-10 0-16,6-8 0 0,5-10-265 15,-1-8-135-15,-4-11-44 0,-4-6-557 16,-10 5-287-16,-7-3-429 0</inkml:trace>
  <inkml:trace contextRef="#ctx0" brushRef="#br1" timeOffset="46066.31">23174 14141 2885 0,'0'0'1424'15,"0"0"-535"-15,13 43-25 16,-11-16-23-16,-2 5-365 0,-4 1-84 16,-4-1 29-16,-1-1-421 0,5-2 0 15,0-7 0-15,4-6 0 0,0-5 0 16,0-6 0-16,2-4 0 15,0-2 0-15,6-13 0 0,5-11 0 16,3-11 0-16,-1-4 0 0,-1-2 0 16,-1 6 0-16,-1-1 0 0,-2 5 0 15,1 8 0-15,-7 10 0 16,0 8 0-16,-4 6 0 0,2 3 0 16,0 10 0-16,2 9 0 0,0 8 0 15,1 3 0-15,-1 0 0 0,-2-3 0 16,4-3 0-16,2-5 0 0,9-6 0 15,-7-6-961-15,5-6-1320 0</inkml:trace>
  <inkml:trace contextRef="#ctx0" brushRef="#br1" timeOffset="46529.55">23551 14014 6418 0,'0'0'913'0,"0"0"-277"0,0 0-411 16,6 32-225-16,-6 11 0 16,-2 9 0-16,-4 7 0 0,-1-3 0 15,5-8 0-15,2-4 0 0,2-5 0 16,7-10 0-16,-1-6 0 15,6-10 0-15,3-11 0 0,2-5 0 16,-1-13 0-16,3-10 0 0,2-7 0 16,-3-6 0-16,-3-3 0 0,-1 1 0 15,-5-1 0-15,-3 3 0 16,-2 2 0-16,-2 5 0 0,5 6-521 16,-7 9-1060-16,2 7-804 0</inkml:trace>
  <inkml:trace contextRef="#ctx0" brushRef="#br1" timeOffset="46775.47">23774 14287 5630 0,'0'0'716'0,"0"0"-31"0,0 0 375 15,0 0-959-15,47 7-101 16,-20-24 0-16,-4-6 0 0,-4-4 0 16,-3-3 0-16,-3-1 0 0,-5 3 0 15,-6-2 0-15,-2-1 0 0,0 0 0 16,-8 3 0-16,-1 6 0 0,1 8 0 15,0 9 0-15,-2 8 0 16,-1 13 0-16,1 14 0 0,-2 12 0 16,1 8 0-16,3 2 0 0,6-3 0 15,2-6 0-15,8-6 0 16,5-8 0-16,5-6-37 0,7-13-2036 16,-2-5 777-16,-1-6 107 0</inkml:trace>
  <inkml:trace contextRef="#ctx0" brushRef="#br1" timeOffset="46943.49">24208 13743 6418 0,'0'0'865'15,"0"0"-237"-15,-19 59-347 0,9-15-281 16,-2 8 0-16,-1 3 0 16,1 0 0-16,2 1 0 0,-1-2 0 15,7-5 0-15,2-4 0 0,2-2 0 16,6-5 0-16,2-5 0 15,3-7-13-15,-3-8-2600 0,2-7-420 0</inkml:trace>
  <inkml:trace contextRef="#ctx0" brushRef="#br1" timeOffset="47224.39">24326 14151 8135 0,'0'0'57'0,"-29"-48"-57"0,12 35 0 16,5 7 0-16,0 6 0 0,-3 12 0 15,3 6 0-15,-3 7 0 0,5 4 0 16,4 3 0-16,6 4 0 0,2-3 0 16,8 2 0-16,3-3 0 0,5-3 0 15,9-5 0-15,2-8 0 16,6-6 0-16,0-9 0 0,0-2 0 16,-6-13 0-16,-4-7 0 0,-6-7 0 15,-5-3 0-15,-3-3 0 0,-7-3-161 16,-4-2 65-16,-2 3-20 15,-9 2-100-15,1 3-420 0,0 6 155 16,-1 6-175-16,3 7-664 0,6 5 547 16,2 5-139-16</inkml:trace>
  <inkml:trace contextRef="#ctx0" brushRef="#br1" timeOffset="47594.39">24518 14437 4894 0,'-14'68'884'0,"3"-3"-276"0,1 6 337 15,2-14-565-15,4-5-116 0,-1-9-47 16,3-7-217-16,0-10 0 0,0-11 0 16,2-9 0-16,-2-6 0 15,2-5 0-15,0-11 0 0,2-16 0 16,2-13 0-16,3-11 0 0,3-9 0 16,0-9 0-16,3-4 0 0,3-4 0 15,11 4 0-15,4 8 0 0,8 11 0 16,1 12 0-16,-3 12 0 15,-6 6 0-15,-6 8 0 0,-5 5 0 16,-7 6 0-16,-5 4 0 0,-6 5 0 16,0 1 0-16,0 0 0 0,0 6 0 15,0 5 0-15,-2 10 0 16,-2 4 0-16,-6 7 0 0,-6 1 0 16,-7 0 0-16,-4 1 0 0,-6-1 0 15,-2-5 0-15,-2-2 0 0,2-4 0 16,4-5 0-16,4-7 0 0,11-6 0 15,3-3 0-15,5-1-229 0,6-1-1324 16,0-1-267-16,4-4-1282 0</inkml:trace>
  <inkml:trace contextRef="#ctx0" brushRef="#br1" timeOffset="47862.3">24855 14298 8192 0,'0'0'0'15,"0"0"0"-15,50-23 0 0,-19 3 0 16,4-4 0-16,-6-1 0 0,0 1 0 16,-4-1 0-16,-9 0 0 0,-4 0 0 15,-3 1 0-15,-7 7 0 16,-4 5 0-16,-11 7 0 0,-3 5 0 16,-7 5 0-16,-2 7 0 0,-2 8 0 15,0 4 0-15,5 7 0 0,1 1 0 16,7 0 0-16,7 0 0 0,7-3 0 15,7-1 0-15,9-4 0 0,5-4 0 16,4-4 0-16,-3-4 0 0,3-5 0 16,-6-3-1233-16,-3-4-376 0</inkml:trace>
  <inkml:trace contextRef="#ctx0" brushRef="#br1" timeOffset="48015.52">25289 14398 8075 0,'0'0'117'16,"0"0"-117"-16,0 0 0 0,-45 13 0 16,26-10 0-16,7-1 0 0,5-2 0 15,5 0 0-15,2 0-1317 16,5-5-3566-16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46:36.72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6263 13736 1480 0,'0'0'452'0,"0"0"-376"0,0 0 117 0,0 0 703 16,0 0-528-16,0 0 48 0,0 0 285 16,0 0-297-16,0 0-68 0,0 0 140 15,-4 34-220-15,4-33-28 0,0-1 105 16,0 1-157-16,0-1-20 16,0 0 8-16,0 0-124 0,0 0 8 15,0 0 44-15,0 0-56 0,0-1 28 16,0 0 80-16,4-3-64 0,-4 1 24 15,2-3 32-15,3 0-96 16,-5 1 28-16,4-3 44 0,-4 0-108 16,6 0 20-16,-2-4-16 0,2 0 0 15,-2 1-8-15,3 3 0 0,-5 0 0 16,6-4 0-16,2-1 0 0,1-3 0 16,-1 1 0-16,0 1 0 15,1-1 0-15,-1 4 0 0,-2-1 0 16,0 3 4-16,-5 2-4 0,1 1 4 15,0 3 8-15,-4-2-12 0,6-1 0 16,-2 1 8-16,-2-1-8 0,6-1 0 16,-1-2-8-16,3-2 8 0,4-5-4 15,3-3 4-15,4 0 0 0,-3 0 0 16,1 3 0-16,-3 0 0 0,-1 1 0 16,1 1 4-16,-5 1-4 15,-1 3 0-15,0 0 16 0,1 1-16 16,-1-1 37-16,3 1-37 0,1-2 0 15,-4 0 0-15,7 1 0 16,-7 2 0-16,3 0 0 0,1 1 0 16,-4 2 0-16,5 0 0 0,-5 1 0 15,7 0 0-15,-1-1 0 0,5 0 0 16,4-1 0-16,2 1 0 0,-5 1 0 16,5 1 0-16,-2-1 0 15,0 2 0-15,2 0 0 0,-5-1 0 16,3 1 0-16,2 1 0 0,-6-2 0 15,2 2 0-15,1-1 0 0,-3-1 0 16,0 0 0-16,-1-2 0 0,3 1 0 16,2-1 0-16,2-1 0 0,0-2 0 15,4-2 0-15,0-3 0 0,0 1 0 16,6-2 0-16,-6 0 0 0,-2 0 0 16,0 3 0-16,-6 0 0 15,-3 1 0-15,-3 2 0 0,-3 1 0 16,-8 3 0-16,1 1 0 0,-3 1 0 15,0-1 0-15,-2 0 0 16,2-1 0-16,0-2-41 0,-2 2-1139 16,2-8-665-16</inkml:trace>
  <inkml:trace contextRef="#ctx0" brushRef="#br0" timeOffset="1488.4">7440 13062 1492 0,'0'0'144'0,"0"0"320"16,0 0 149-16,0 0-329 0,0 0 204 16,0 0-192-16,0 0-100 0,0 0 52 15,0 0-172-15,0 0-24 0,18 0 61 16,-14 2-37-16,3-1 4 0,-3-1 84 16,6 0-48-16,-4 0-8 15,9-3 76-15,1-4-68 0,5-1-12 16,0-1 24-16,-1-1-96 0,3 1-8 15,2-1-16-15,-5-1 0 16,7-2-8-16,-2-2 12 0,2-1 0 16,4-2-8-16,-4-2 44 0,-4 3-40 15,-3-1 16-15,-3 5 88 0,-3 2-40 16,-3 3 4-16,-7 3 36 0,-2 3-64 16,2 1 0-16,-4 0 20 15,4 0-56-15,-2-2-4 0,4 3-8 16,5-1-4-16,3 0-4 0,1-2-64 15,1 2-52-15,5-4 68 0,-1-1 52 16,3-2-4-16,2 1 8 0,-4-2 8 16,-1-1-4-16,3 3-4 0,-8-1 0 15,1 2-4-15,-6 1-24 0,1-1-160 16,-1 2 16-16,3 0 36 0,-3-1-40 16,0 0 120-16,5 2 56 15,1-2-8-15,5-1 16 0,-5-3-8 16,9-1 4-16,-4 1 0 0,0-1-4 15,-5 0 84-15,1 1-60 0,-1 2 4 16,-1 2 60-16,-5 3-4 16,-4 0 20-16,-2 0 64 0,-2 2-84 15,3 0 32-15,-5 0 32 0,0 2-120 16,0 0 28-16,0-1 88 0,0 2-76 16,0-2 1-16,0 1-1 0,0-2-56 15,0 0-12-15,0 0 24 16,0 0-12-16,0-3-4 0,0 0-8 15,4-2-16-15,-2 1 16 0,6-1 0 16,-2 1-12-16,-2 1 12 0,7 0 0 16,-5 1-16-16,6 0 16 0,3-1 0 15,-5 2 8-15,5-1-8 0,-3-1 0 16,4 1 4-16,-1 0-4 0,6-2 12 16,-5 1-4-16,1-2-8 15,1 0 4-15,-1 2-4 0,-1-1 0 16,-1 0 0-16,1 1 0 0,-1-1 0 15,-3 2 0-15,5-2 0 0,1 1 0 16,-1-1 4-16,-1 0 0 16,5-4-4-16,4 1 52 0,-2 0-44 15,4-4 4-15,4 1-8 0,-7-1 0 16,3-1-4-16,0 4 0 0,-2-3 0 16,-2 3 0-16,-3-3 0 0,5 3 4 15,-2-1-4-15,-2-1 0 16,3 2 4-16,3-2-4 0,0 0 0 15,4-2 0-15,2-2 0 0,2-3 0 16,3-2-8-16,3 1 0 0,2-2-28 16,-1 1 16-16,1 0 20 0,-2 1 0 15,-5 3 0-15,1-2 0 0,0 3 0 16,-4 2 4-16,2-2-4 0,-2 1 0 16,2-1 12-16,3-1-12 0,3 0 40 15,0-3-36-15,3 0-4 16,3-3 0-16,5 0 0 0,-5-2-4 15,1 1-44-15,4-2-44 0,-5 4-53 16,-3-4-275-16,1 4-120 0,-6-1-236 16,-10 4-1029-16,-2 2-536 0</inkml:trace>
  <inkml:trace contextRef="#ctx0" brushRef="#br0" timeOffset="3987.51">6205 13738 3325 0,'0'0'1073'0,"0"0"-885"16,0 0-172-16,0 0-16 0,0 0 12 15,0 0-8-15,0 0-8 0,0 0 0 16,7-34-28-16,7 18 32 16,3-3-4-16,-1 1 0 0,1 0 4 15,-3 3 12-15,1 1-8 0,1-1 32 16,-5 3 100-16,5 0-40 0,-6 1-36 15,3 1-36-15,1-1-24 0,3 2 0 16,-3-1-8-16,7-1-128 16,0 1 44-16,6-3 24 0,4-1 56 15,0-4 12-15,8-2 4 0,0-1-4 16,5-2 0-16,3-1 4 16,-1 0 8-16,7-3 0 0,-5 1 96 15,4 0-80-15,-3 1 0 0,-1 0-12 16,-3 4-12-16,3 0-4 0,-7 2 0 15,2 1 4-15,-1 0-4 0,-1 1 0 16,0 2 4-16,3-1-4 0,-7 2 0 16,4 2 0-16,1 1 0 0,-1 0 0 15,3 0-8-15,-3 2 8 0,-2-2-4 16,7 0 0-16,1 1 4 0,1-1 0 16,-1-1-4-16,1-1 4 15,-1 2-4-15,-1-1-4 0,-3 0 8 16,3 0 4-16,-9-1 4 0,0 2-8 15,-4 0 40-15,2 1-36 0,3-1 20 16,-3 2 64-16,-2-2-52 16,4-3 12-16,0 0-24 0,0-3-24 15,5-2 0-15,3-2 0 0,-1-3-104 16,7-1-60-16,-3-2-204 0,4-2 95 16,-5 1 77-16,1 0 144 15,-1 0 52-15,-3 2 100 0,-3 1 237 16,0 0-133-16,1 3-8 0,1-1 76 15,-6 4-172-15,5-1-36 0,-5 0-48 16,4 0-16-16,-4-2-8 0,1 3-132 16,-1-1-20-16,0 2 36 0,2 2-40 15,-2-2 12-15,1 4 88 0,-1 1 56 16,0 0 16-16,-6 1-8 0,6 0 92 16,-2 1-24-16,-2 1 4 0,3-3 16 15,1 1-76-15,4-2 12 16,3-4 16-16,3-1-32 0,7-4 4 15,2-1 0-15,2-1-12 0,-1 0 0 16,-9 2-364-16,-15 3-693 0,-4 3-972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47:17.07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5848 5374 1976 0,'0'0'1469'0,"0"0"-733"0,0 0 257 15,0 0-297-15,0 0-80 0,0 0 273 16,0 0-449-16,0 0-63 0,0 42-377 16,0-13 0-16,-4 9 0 0,-2 6 0 15,6 3 0-15,-5 7 0 16,5 4 0-16,5 3 0 0,1 0 0 16,0-2 0-16,-2-2 0 0,-2-6 0 15,-2-6 0-15,0-7 0 0,0-8 0 16,-2-11 0-16,2-7-457 0,0-7-443 15,0-5-2250-15</inkml:trace>
  <inkml:trace contextRef="#ctx0" brushRef="#br0" timeOffset="188.13">5848 5257 5894 0,'0'0'656'16,"0"0"-323"-16,0 0 75 0,39-31 92 16,-4 15-340-16,13 1-44 0,-1 2-36 15,-3 5-72-15,5 2-8 0,-9 5 0 16,-5 3-12-16,-8 10-48 16,-13 6-848-16,-8-3-149 0,-6 4-816 0</inkml:trace>
  <inkml:trace contextRef="#ctx0" brushRef="#br0" timeOffset="405.98">5877 5616 7139 0,'0'0'600'0,"0"0"-147"0,0 0-453 16,0 0 0-16,45 26 0 0,-18-23 0 15,10-3 0-15,5-9 0 0,5 0 0 16,5-3 0-16,-5-4 0 0,-16 3-1329 16,7-1-3221-16</inkml:trace>
  <inkml:trace contextRef="#ctx0" brushRef="#br0" timeOffset="809.6">6611 5067 4942 0,'0'0'1208'15,"0"0"-659"-15,0 0-81 0,-31 46 228 16,10-7-367-16,-2 11-329 16,-2 7 0-16,5 2 0 0,-1 8 0 15,2 5 0-15,1 3 0 0,5 2 0 16,3-1 0-16,2-1 0 0,6-3 0 15,2-7 0-15,10-8 0 0,3-11 0 16,7-10 0-16,7-9 0 16,4-9 0-16,10-10 0 0,1-8-357 15,5-8-347-15,-9-6-1001 0,-3-6-428 16</inkml:trace>
  <inkml:trace contextRef="#ctx0" brushRef="#br0" timeOffset="1061.18">6917 5309 6915 0,'0'0'684'0,"0"0"-91"16,0 0-593-16,0 0 0 16,0 0 0-16,-21 57 0 0,15-16 0 15,0 10 0-15,-5 6 0 0,1-1 0 16,0 4 0-16,-1 2 0 0,1-3 0 15,8-5 0-15,2-7 0 16,2-8 0-16,12-9 0 0,3-3 0 16,-1-8 0-16,11-5 0 0,-2-6 0 15,2-6 0-15,4-3 0 0,0-9 0 16,-4-3 0-16,6-6 0 0,-4-5-329 16,-6 5-1260-16,-7-6-3133 0</inkml:trace>
  <inkml:trace contextRef="#ctx0" brushRef="#br0" timeOffset="1261.22">6615 5713 6462 0,'0'0'273'0,"0"0"3"16,47 0 572-16,-5-7-515 0,11-6-333 15,-1-1 0-15,6-1 0 0,-4-1 0 16,-3-2 0-16,-1-2 0 15,2-1 0-15,-7-4-21 0,-12 4-1900 16,-8-1-1260-16</inkml:trace>
  <inkml:trace contextRef="#ctx0" brushRef="#br0" timeOffset="1680.09">7340 4984 5422 0,'0'0'1064'0,"0"0"-643"16,33 7 27-16,-18 12 124 16,-3 12-307-16,7 8-265 0,2 10 0 0,-5 6 0 15,5 11 0-15,-1 11 0 16,-3 5 0-16,0 5 0 0,-11 3 0 15,-2 1 0-15,-4-1 0 0,-10-5 0 16,-7-6 0-16,0-8 0 0,-3-12 0 16,-1-11 0-16,5-11 0 0,5-14 0 15,3-12 0-15,6-9-617 16,-6-12-4093-16</inkml:trace>
  <inkml:trace contextRef="#ctx0" brushRef="#br0" timeOffset="2017.16">7944 5539 6362 0,'0'0'665'0,"43"12"11"0,-12-9-187 0,0 0-489 0,0-3 0 16,7 0 0-16,-5-1 0 15,2-1 0-15,-6 1 0 0,0 1 0 16,-7 0 0-16,-1 2 0 0,-6 0 0 16,-5 0 0-16,-4-1-2042 0,-6 0-731 0</inkml:trace>
  <inkml:trace contextRef="#ctx0" brushRef="#br0" timeOffset="2206.98">8008 5753 6991 0,'0'0'608'0,"0"0"-15"0,41 2-593 16,-18-2 0-16,4 0 0 0,-2 0 0 15,0 1 0-15,1 0 0 16,1 2 0-16,4-2 0 0,0-1 0 16,-2-3 0-16,-8-2-197 0,-2-3-2148 0</inkml:trace>
  <inkml:trace contextRef="#ctx0" brushRef="#br0" timeOffset="3664.86">9511 5526 2421 0,'0'0'1524'0,"0"0"-547"16,0 0-249-16,0 0-104 0,6-33 185 16,-6 22-285-16,-2-1-112 0,-8-6-239 15,-5 4-173-15,-8 0 0 0,3 7 0 16,-7 7 0-16,-4 7 0 16,0 13 0-16,-4 11 0 0,-5 9 0 15,-1 11 0-15,4 3 0 0,2 3 0 16,8 0 0-16,10-4 0 0,9-6 0 15,8-9 0-15,10-10 0 16,11-12 0-16,10-10 0 0,6-8 0 0,5-13 0 16,-1-6 0-16,0-8 0 15,-1-3 0-15,-9 2 0 0,-7 1 0 16,-3 3 0-16,-9 5 0 0,-1 6 0 16,-7 6 0-16,-2 6 0 15,2 3 0-15,0 2 0 0,2 10 0 16,5 10 0-16,-5 9 0 0,2 6 0 15,-2 1 0-15,-1-2 0 0,-5 0 0 16,6-2 0-16,4-6 0 0,0-5 0 16,7-5 0-16,0-6-381 0,-3-5-1628 15,-2-5-620-15</inkml:trace>
  <inkml:trace contextRef="#ctx0" brushRef="#br0" timeOffset="3976.87">9895 5903 7047 0,'0'0'648'0,"-12"56"-151"0,8-16-497 15,0 2 0-15,2 2 0 16,2-1 0-16,6 1 0 0,4-4 0 16,0-3 0-16,1-3 0 0,5-4 0 15,-5-9 0-15,-1-9-1505 0,-4-11-1897 16</inkml:trace>
  <inkml:trace contextRef="#ctx0" brushRef="#br0" timeOffset="4628.89">10898 5143 5678 0,'-10'-37'716'0,"-1"6"-315"0,-5-3 291 16,1 2-428-16,-1 1-76 16,-5 4 28-16,0 2-179 0,1 5-37 15,1 6 0-15,-2 4 0 0,1 8 0 16,3 2 0-16,-4 8 0 0,1 5 0 15,1 5 0-15,3 4 0 0,3 5 0 16,3 5 0-16,6 3 0 16,0 7 0-16,4 4 0 0,8 5 0 15,-2 7 0-15,9 6 0 0,1 6 0 16,-3 3 0-16,1 2 0 0,0-2 0 16,-7-4 0-16,-3-4 0 0,-4-5 0 15,-4-7 0-15,-3-8 0 16,-1-4 0-16,-4-10 0 0,1-10-761 15,1-8-556-15,0-10-1020 0</inkml:trace>
  <inkml:trace contextRef="#ctx0" brushRef="#br0" timeOffset="4785.17">10441 5751 7295 0,'0'0'352'0,"0"0"193"15,0 0-545-15,0 0 0 0,0 0 0 16,48 9 0-16,-7-9 0 15,11 0 0-15,-5-5 0 0,1-1 0 16,-5 1 0-16,5-3 0 0,-3-3 0 16,-14 2-1485-16,0-4-5006 0</inkml:trace>
  <inkml:trace contextRef="#ctx0" brushRef="#br0" timeOffset="5512.64">11466 4882 6066 0,'0'0'729'0,"0"0"-197"0,0 0 304 15,0 0-807-15,0 0-29 0,-39 18 0 16,14 8 0-16,-6 8 0 0,4 10 0 16,5 6 0-16,-7 9 0 0,2 15 0 15,-4 10 0-15,4 11 0 0,0 3 0 16,0 2 0-16,7-3 0 16,5-2 0-16,9-5 0 0,6-11 0 15,10-11 0-15,7-10 0 0,10-13 0 16,8-10 0-16,6-12 0 0,2-9 0 15,5-13 0-15,-13-2-677 16,-6-12-1848-16</inkml:trace>
  <inkml:trace contextRef="#ctx0" brushRef="#br0" timeOffset="5962.32">11760 5184 5490 0,'0'0'964'0,"0"0"-395"0,0 0 439 0,0 0-847 16,-33 25-161-16,16 6 0 0,-1 11 0 15,1 5 0-15,7 4 0 16,4 5 0-16,-3 4 0 0,7 8 0 15,-4 3 0-15,2 4 0 0,-2-2 0 16,2-3 0-16,4-9 0 0,0-11 0 16,6-9 0-16,4-10 0 0,7-11 0 15,12-8 0-15,0-8 0 16,12-7 0-16,-4-12 0 0,2-8 0 16,-10-8 0-16,-8-3 0 0,-7 6-829 15,-3 1-2577-15</inkml:trace>
  <inkml:trace contextRef="#ctx0" brushRef="#br0" timeOffset="6132.19">11485 5623 6518 0,'0'0'765'16,"0"0"-293"-16,0 0-35 15,0 0-437-15,64 11 0 0,-12-9 0 16,1-2 0-16,5-1 0 0,-6 0 0 15,0-3 0-15,-9 3 0 0,3-4 0 16,-18 1 0-16,3-6-1573 0</inkml:trace>
  <inkml:trace contextRef="#ctx0" brushRef="#br0" timeOffset="7624.83">12264 5755 3321 0,'0'0'2217'0,"0"0"-1381"0,35-10 329 0,-4 3-569 16,2 1-539-16,-2 2-57 0,3-1 0 15,-3 0 0-15,0 0 0 16,0 1 0-16,0 1 0 0,-5 1 0 15,1-1 0-15,-6 0 0 0,-4-2-329 16,-7 0-1544-16,-2-2-1412 0</inkml:trace>
  <inkml:trace contextRef="#ctx0" brushRef="#br0" timeOffset="7957.09">13010 5193 4530 0,'0'0'1148'15,"0"0"-628"-15,0 0-19 0,0 0-185 16,5 34 164-16,-1-2 217 0,-2 9-697 16,-2 7 0-16,0 3 0 15,0 7 0-15,0 5 0 0,-6 2 0 16,1 6 0-16,-7 0 0 0,-2 0 0 15,1-5 0-15,5-7 0 0,-2-7 0 16,10-8 0-16,0-7 0 0,4-9 0 16,10-6 0-16,5-7 0 0,12-8 0 15,0-6 0-15,6-4 0 16,4-10 0-16,-6-5 0 0,-6-2 0 16,-4-6 0-16,-10-3-1129 0,-9 7-356 15,-4-4-2397-15</inkml:trace>
  <inkml:trace contextRef="#ctx0" brushRef="#br0" timeOffset="8126.86">12756 5691 7007 0,'0'0'480'0,"44"2"-44"16,-3-5-167-16,11-1-269 15,1-1 0-15,5-2 0 0,-4 1 0 16,2-1 0-16,-9 0 0 0,-3-2 0 15,-19 0 0-15,-5-1-2522 0</inkml:trace>
  <inkml:trace contextRef="#ctx0" brushRef="#br0" timeOffset="8404.95">13461 5924 6595 0,'0'0'1348'16,"0"0"-1099"-16,15 51-249 0,-13-16 0 15,-2 4 0-15,0 0 0 0,0 0 0 16,0-1 0-16,0-3 0 0,8-2 0 16,-6-4 0-16,8-5 0 0,-4-8 0 15,5-5 0-15,-7-10-1505 0</inkml:trace>
  <inkml:trace contextRef="#ctx0" brushRef="#br0" timeOffset="8781.44">13835 5013 5582 0,'0'0'812'0,"0"0"-535"0,0 0 279 16,4 48 80-16,3-10-307 0,7 8-329 15,3 5 0-15,14 7 0 0,2 9 0 16,2 5 0-16,-4 9 0 16,-11 2 0-16,-9 3 0 0,-9 3 0 15,-2 2 0-15,-13 0 0 0,-11-5 0 16,-7-8 0-16,-2-7 0 0,-9-9 0 15,9-6 0-15,2-10 0 0,6-13 0 16,5-13 0-16,13-10 0 16,3-8-77-16,4-7-3941 0</inkml:trace>
  <inkml:trace contextRef="#ctx0" brushRef="#br0" timeOffset="9171.32">14381 5797 4185 0,'0'0'2870'0,"0"0"-1754"0,0 0-1095 0,41-8-21 0,-3 8 0 15,3 0 0-15,11 0 0 0,-5 0 0 16,1-1 0-16,-5-2 0 0,-6 0 0 16,-2 0 0-16,-2 1 0 0,-8-1 0 15,-8 1 0-15,-3 0 0 16,-8 1 0-16,-1 0-1429 0,-10-3-1033 0</inkml:trace>
  <inkml:trace contextRef="#ctx0" brushRef="#br0" timeOffset="9371.71">14559 5653 7311 0,'0'0'864'0,"6"49"-847"0,-2-17-17 0,2 4 0 16,0 2 0-16,5-1 0 15,3-3 0-15,3-2 0 0,3-4 0 16,7-5 0-16,-2-4 0 0,-2-7-1674 15,2-5-2083-15</inkml:trace>
  <inkml:trace contextRef="#ctx0" brushRef="#br0" timeOffset="10096.14">16010 5698 4161 0,'0'0'1037'16,"10"-41"-597"-16,-10 20 108 0,-6 2 189 15,-4 0-385-15,-5-1-16 0,-1 4 108 16,-1 7-307-16,1 5-137 0,-5 9 0 16,-4 13 0-16,-6 12 0 0,2 8 0 15,-2 7 0-15,2 2 0 16,6 2 0-16,9-2 0 0,4-3 0 16,10-6 0-16,4-8 0 0,12-10 0 15,11-10 0-15,8-8 0 0,3-6 0 16,3-10 0-16,0-4 0 15,-4-2 0-15,-10 0 0 0,0 1 0 16,-10 1 0-16,-3 6 0 0,-8 4 0 0,-1 3 0 16,-5 5 0-16,4 0 0 15,-2 2 0-15,6 9 0 0,2 8 0 16,-1 4 0-16,-1 2 0 0,-2 0 0 16,0-4 0-16,5 0 0 0,-1-4 0 15,0-2 0-15,1-4 0 16,-1-1-337-16,0-5-735 0,-6-2-1550 15</inkml:trace>
  <inkml:trace contextRef="#ctx0" brushRef="#br0" timeOffset="10426.29">16289 5917 5458 0,'0'0'1036'0,"0"0"-495"15,0 0 435-15,0 0-795 16,0 0-181-16,0 0 0 0,0 0 0 0,0 0 0 16,0 0 0-16,52-33 0 15,-21 21 0-15,4 7 0 0,-6 4 0 16,2 1 0-16,-7 4 0 0,-3 3 0 16,-8 3 0-16,-9 3 0 0,-4 4 0 15,-11 7 0-15,-5 1 0 16,-3 3 0-16,-8 2 0 0,5 1 0 15,-3-2 0-15,8-4 0 0,7-2 0 16,6-6 0-16,4-3 0 0,0-5 0 16,14-3 0-16,7-3 0 0,6-3 0 15,6-6 0-15,-8 1-277 16,6-6-2864-16</inkml:trace>
  <inkml:trace contextRef="#ctx0" brushRef="#br0" timeOffset="10968.87">17407 5118 3781 0,'-10'-37'428'0,"4"4"77"0,-5-8 363 0,1 5-320 16,0-1-71-16,-1 4 191 0,-5 2-328 16,-1 5-124-16,-3 5 56 0,-5 3-183 15,-2 7-89-15,0 8 0 0,-4 1 0 16,0 4 0-16,0 6 0 0,2 5 0 16,-2 6 0-16,2 7 0 0,2 4 0 15,5 3 0-15,5 7 0 16,7 5 0-16,6 8 0 0,10 5 0 15,4 4 0-15,11 6 0 0,-1 5 0 16,7 1 0-16,-2-1 0 0,-8-3 0 16,-3-2 0-16,-8-6 0 0,-4-5 0 15,-2-5 0-15,-8-7 0 16,0-5 0-16,-3-8 0 0,-1-7 0 16,-2-8-273-16,3-10-687 0,1-5-117 15,0-4-1540-15</inkml:trace>
  <inkml:trace contextRef="#ctx0" brushRef="#br0" timeOffset="11124.18">16814 5691 6450 0,'0'0'1505'0,"0"0"-1268"15,0 0-237-15,0 0 0 0,50 2 0 16,-5-2 0-16,7 0 0 0,6 0 0 16,-3-5 0-16,3 1 0 15,2-2 0-15,2-2 0 0,6-2 0 16,5-3 0-16,-3-5 0 0,-4-4-965 15,-18 4-460-15,-15-4-1084 0</inkml:trace>
  <inkml:trace contextRef="#ctx0" brushRef="#br0" timeOffset="11479.25">17963 4822 4722 0,'0'0'1304'0,"0"0"-655"15,0 0-137-15,-51 44-28 16,24-4-132-16,-4 10-183 0,-2 5-169 15,-2 5 0-15,3 7 0 0,-5 4 0 16,8 8 0-16,0 1 0 0,9 1 0 16,7-2 0-16,5-3 0 0,8-3 0 15,4-5 0-15,7-6 0 16,5-9 0-16,9-9 0 0,2-8 0 16,6-12 0-16,2-9 0 0,2-9 0 15,0-11 0-15,-8-4-309 0,-6-6-1376 0</inkml:trace>
  <inkml:trace contextRef="#ctx0" brushRef="#br0" timeOffset="11828.79">18137 5046 6286 0,'0'0'861'0,"0"0"-249"16,0 0-179-16,0 0-433 0,-37 44 0 15,16-7 0-15,0 12 0 0,1 6 0 16,3 5 0-16,3 4 0 0,-3 6 0 15,5 1 0-15,8-1 0 16,4-4 0-16,6-5 0 0,10-5 0 16,5-9 0-16,10-9 0 0,4-7 0 15,4-9 0-15,3-9 0 16,-1-7 0-16,0-6 0 0,-3-9 0 0,-5-9 0 16,-8-5 0-16,-9-5 0 15,-6-5 0-15,-10 6-1401 0,0-1-3554 0</inkml:trace>
  <inkml:trace contextRef="#ctx0" brushRef="#br0" timeOffset="11991.83">17901 5489 7287 0,'0'0'92'16,"0"0"700"-16,0 0-771 0,0 0-21 16,62 6 0-16,-14-10 0 0,8-2 0 15,-7-1 0-15,-7 0 0 0,-1 0 0 16,-8-5 0-16,-2 4-641 15,-10-5-2276-15</inkml:trace>
  <inkml:trace contextRef="#ctx0" brushRef="#br0" timeOffset="12737">18647 5609 6787 0,'0'0'624'0,"0"0"157"16,0 0-781-16,0 0 0 0,56-18 0 15,-25 15 0-15,2 0 0 16,5 2 0-16,1-1 0 0,0 1 0 16,5-1 0-16,-5 2 0 0,-6 0 0 15,-2-1 0-15,-6-4-297 0,-9 2-747 16,-5-5-2542-16</inkml:trace>
  <inkml:trace contextRef="#ctx0" brushRef="#br0" timeOffset="13035.18">19309 5123 6026 0,'0'0'681'0,"0"0"51"15,0 0-140-15,0 0-431 0,0 0-161 16,0 0 0-16,0 0 0 0,19 64 0 16,-28-16 0-16,-1 9 0 0,-7 3 0 15,1 5 0-15,-5 2 0 0,-4 6 0 16,3-4 0-16,1 0 0 16,7-7 0-16,7-6 0 0,7-9 0 15,11-9 0-15,9-7 0 0,11-7 0 16,9-10 0-16,1-8 0 15,7-6 0-15,3-9 0 0,-3-5 0 16,-7-4 0-16,-6-5 0 0,-10-2 0 16,-6-5 0-16,-13-1-1009 0,-2 8-1112 15,-4-3-1477-15</inkml:trace>
  <inkml:trace contextRef="#ctx0" brushRef="#br0" timeOffset="13191.96">19020 5566 6883 0,'0'0'752'16,"37"13"-364"-16,2-3-219 0,11-4-169 16,8-1 0-16,8-5 0 0,-6 2 0 15,-2-2 0-15,-7-2 0 16,-1 0 0-16,-5-6 0 0,-14 2-733 16,-8-3-5474-16</inkml:trace>
  <inkml:trace contextRef="#ctx0" brushRef="#br0" timeOffset="13656.25">19675 5867 3381 0,'0'0'3149'0,"0"0"-2400"15,0 0-233-15,0 0-119 0,60-20-397 0,-21 16 0 16,0 4 0-16,-8 3 0 16,-4 4 0-16,-2 6 0 0,-8 5 0 15,-7 2 0-15,-4 5 0 0,-6 4 0 16,-6 2 0-16,-6 0 0 0,-3-2 0 16,-4-2 0-16,3-5 0 15,6-3 0-15,3-3 0 0,5-3 0 16,2-3 0-16,9-1 0 0,7-2 0 15,9-5 0-15,6-2 0 0,10-10 0 16,1-4 0-16,1-7 0 0,-12 3-1069 16,-4-4-2653-16</inkml:trace>
  <inkml:trace contextRef="#ctx0" brushRef="#br0" timeOffset="14046.16">20318 5031 5518 0,'0'0'764'0,"41"10"-367"0,-14 8 63 0,-6 10 248 16,-1 11-444-16,5 12-183 16,-2 12-81-16,4 12 0 0,0 8 0 15,6 8 0-15,-4 5 0 0,2 0 0 16,-11 2 0-16,-9-6 0 0,-11-7 0 15,-17-10 0-15,-8-10 0 16,-10-10 0-16,-4-8 0 0,-2-6 0 16,-5-9 0-16,1-10 0 0,3-8 0 15,5-14 0-15,6-15-249 0,10-2-2124 16</inkml:trace>
  <inkml:trace contextRef="#ctx0" brushRef="#br0" timeOffset="14372.84">20954 5720 3365 0,'0'0'2945'0,"60"0"-2092"15,-16 3-101-15,1-1-475 0,5 1-277 16,2 0 0-16,-3-2 0 0,-5-1 0 16,-5 0 0-16,-2 0 0 0,-6-4 0 15,-2 0 0-15,-10-2 0 16,-3 0 0-16,-12 0 0 0,0-2-933 15,-4 1-952-15,-4-4-1601 0</inkml:trace>
  <inkml:trace contextRef="#ctx0" brushRef="#br0" timeOffset="14517.18">21262 5538 6186 0,'0'0'1385'0,"-24"58"-764"0,7-18-621 16,3 4 0-16,-3 3 0 15,5 3 0-15,3-3 0 0,9-1 0 16,5-5 0-16,5-6 0 0,6-6 0 0,3-6 0 16,-7-9-1810-16,7-7-3100 0</inkml:trace>
  <inkml:trace contextRef="#ctx0" brushRef="#br0" timeOffset="14807.74">22054 6174 2909 0,'0'0'4394'0,"0"0"-3505"0,0 0-889 16,0 0 0-16,0 0 0 0,0 0 0 16,39-3 0-16,-28 3 0 0,3-3 0 15,1-3 0-15,-3 0 0 0,-6 0-1529 16,-2-1-941-16</inkml:trace>
  <inkml:trace contextRef="#ctx0" brushRef="#br0" timeOffset="14922.67">22422 6229 7431 0,'0'0'372'0,"0"0"17"15,0 0-389-15,0 0 0 16,0 0 0-16,0 0-637 0,2-36-1096 0</inkml:trace>
  <inkml:trace contextRef="#ctx0" brushRef="#br0" timeOffset="15072.42">22912 6203 8192 0,'0'0'0'16,"0"0"0"-16,0 0 0 0,0 0 0 0,0 0-1569 16,0 0-2141-16</inkml:trace>
  <inkml:trace contextRef="#ctx0" brushRef="#br0" timeOffset="22060.7">5470 14237 2405 0,'0'0'2937'0,"0"0"-1608"0,0 0-601 16,0 0-60-16,0 0-543 0,0 0-125 16,0 0 0-16,0 0 0 15,12 18 0-15,19 12 0 0,0 5 0 16,10 3 0-16,-3 1 0 0,-1 0 0 15,0 3 0-15,-6-2 0 0,-4-3 0 16,-2-3 0-16,-7-4 0 0,1-4 0 16,-7-5 0-16,3-4 0 0,-11-4 0 15,2-5-913-15,-6-4-424 0,0-3-4605 0</inkml:trace>
  <inkml:trace contextRef="#ctx0" brushRef="#br0" timeOffset="22219.86">5513 14690 7087 0,'0'0'1105'0,"0"0"-1105"15,0 0 0-15,10-33 0 0,11 3 0 16,0-7 0-16,6-2 0 0,-3 3 0 16,5-2 0-16,0 1 0 15,0 1 0-15,0 2 0 0,-2 3 0 16,0 1 0-16,-13 9 0 0,-1-2-3590 0</inkml:trace>
  <inkml:trace contextRef="#ctx0" brushRef="#br0" timeOffset="22822.79">6468 13704 4774 0,'0'0'896'0,"0"0"-36"0,0 0-431 15,0 0-5-15,0 0 360 0,-4 60-759 16,-9-22-25-16,-1 7 0 0,-7 6 0 16,1 7 0-16,-7 5 0 15,0 7 0-15,0 1 0 0,2 4 0 16,5 2 0-16,3 1 0 0,7-2 0 15,-1-2 0-15,11-7 0 0,5-9 0 16,11-8 0-16,1-10 0 0,9-9 0 16,5-9 0-16,11-11 0 0,1-10 0 15,5-8 0-15,3-13 0 0,1-12 0 16,-4-7 0-16,-17 4-1425 0,-4-4-3514 16</inkml:trace>
  <inkml:trace contextRef="#ctx0" brushRef="#br0" timeOffset="23088.92">6795 13866 6755 0,'0'0'1437'0,"0"0"-1437"16,0 0 0-16,-36 21 0 0,18 4 0 15,-7 10 0-15,9 8 0 16,5 6 0-16,5 3 0 0,6 6 0 15,0 1 0-15,6 2 0 0,0-4 0 16,5-2 0-16,3-3 0 0,-1-5 0 16,1-5 0-16,1-6 0 0,1-7 0 15,5-8 0-15,-1-7 0 0,3-9 0 16,2-4 0-16,-2-4 0 0,-3-10 0 16,1-6 0-16,-11-5 0 0,1 5-2190 15,-9-1-1551-15</inkml:trace>
  <inkml:trace contextRef="#ctx0" brushRef="#br0" timeOffset="23254.33">6505 14285 7163 0,'0'0'748'15,"0"0"-520"-15,0 0-175 0,33-5-53 16,-2-3 0-16,4-2 0 0,5-2 0 15,-1-4 0-15,4-6 0 0,9-4 0 16,-4-6 0-16,-7 6-249 0,-4-3-3585 0</inkml:trace>
  <inkml:trace contextRef="#ctx0" brushRef="#br0" timeOffset="23510.08">7088 13602 5922 0,'0'0'805'0,"0"0"-501"16,17 34 692-16,-7-9-831 0,4 5-165 16,3 5 0-16,4 7 0 15,1 5 0-15,14 9 0 0,1 5 0 16,4 6 0-16,-4 1 0 0,-6 1 0 16,-14 2 0-16,-17-2 0 15,-4 0 0-15,-13-3 0 0,-10-9 0 16,-4-6 0-16,0-9 0 0,-2-13 0 15,2-7 0-15,0-16 0 0,11-5-1185 16,-1-11-1637-16</inkml:trace>
  <inkml:trace contextRef="#ctx0" brushRef="#br0" timeOffset="23947.04">7814 14176 4197 0,'0'0'2474'0,"0"0"-1286"0,37 1-855 0,-10-3-333 15,8 0 0-15,2 2 0 0,0 0 0 16,-6-1 0-16,0-3 0 0,0 2 0 16,-8-2 0-16,2 1 0 15,-4-2 0-15,-5 2 0 0,1-1 0 16,-7 1 0-16,-6 0-2762 0,-2 3-1560 0</inkml:trace>
  <inkml:trace contextRef="#ctx0" brushRef="#br0" timeOffset="24100.39">7913 14366 7195 0,'0'0'592'0,"43"10"-187"0,-12-9-405 16,0-1 0-16,0 0 0 0,-4-3 0 16,4 1 0-16,-4 0 0 0,0 0 0 15,0-1 0-15,-9 2 0 16,-5-5-4835-16</inkml:trace>
  <inkml:trace contextRef="#ctx0" brushRef="#br1" timeOffset="29583.16">9494 5500 2064 0,'0'0'1313'16,"13"-34"268"-16,-9 17-965 0,0 0 60 15,-4 3 113-15,0 1-341 0,0 3-36 16,-4 2-119-16,4 3-293 0,-6 1 0 15,1-1 0-15,-9 0 0 16,-3 4 0-16,1 1 0 0,-5 6 0 16,5 2 0-16,-1 4 0 0,-3 6 0 15,-1 3 0-15,0 4 0 0,-4 1 0 16,3 5 0-16,1 3 0 0,-4 5 0 16,-2 5 0-16,5 5 0 15,1 1 0-15,6 1 0 0,13-1 0 16,-2-4 0-16,8-6 0 0,9-4 0 15,7-9 0-15,5-8 0 0,2-11 0 16,10-8 0-16,1-9 0 0,3-13 0 16,0-5 0-16,-4-9 0 0,1-5 0 15,-12 1 0-15,-1-3 0 16,-12-1 0-16,-3 4 0 0,-6-2 0 16,-4 2 0-16,-4 2 0 0,2 0 0 15,-6 9 0-15,6 6 0 0,-3 9 0 16,5 7 0-16,0 6 0 0,0 4 0 15,5 12 0-15,-3 15 0 16,8 12 0-16,-4 6 0 0,2 7 0 16,3-2 0-16,1 3 0 0,3-2 0 15,1-2 0-15,5-7 0 0,0-5 0 16,5-10 0-16,1-7 0 0,-2-7 0 16,2-7 0-16,-6-9-149 15,-7-2-1372-15,-8-9-543 0</inkml:trace>
  <inkml:trace contextRef="#ctx0" brushRef="#br1" timeOffset="29972.86">9906 5878 3533 0,'0'0'3286'0,"4"47"-2766"0,-4-8 320 15,0 4-827-15,4 6-13 16,-4 1 0-16,0-2 0 0,0-2 0 16,6-4 0-16,0-7 0 0,5-7 0 15,-1-11 0-15,0-8-1253 0,1-11-1164 16</inkml:trace>
  <inkml:trace contextRef="#ctx0" brushRef="#br1" timeOffset="30517.88">10875 5010 3649 0,'0'0'1453'15,"0"0"-589"-15,-10-47 261 0,-5 34-729 16,5 1-104-16,-7-2 121 0,7-1-413 16,-4 1 0-16,1-2 0 0,3 0 0 15,0 4 0-15,-5 3 0 16,5 3 0-16,-3 2 0 0,-1 6 0 15,-3 7 0-15,-3 5 0 0,-1 8 0 16,-4 4 0-16,2 3 0 0,3 3 0 16,3 4 0-16,7 1 0 0,0 2 0 15,10 5 0-15,6 4 0 0,10 7 0 16,9 4 0-16,2 4 0 16,4 1 0-16,-4 0 0 0,-6-1 0 15,-7-3 0-15,-4-2 0 0,-10-1 0 16,0-7 0-16,-4-4 0 15,-2-3 0-15,-2-9 0 0,2-5 0 16,-5-9 0-16,5-10 0 0,2-4 0 0,2-6-113 16,-2-1-2340-16,-3-9-1597 0</inkml:trace>
  <inkml:trace contextRef="#ctx0" brushRef="#br1" timeOffset="30675.12">10515 5750 6687 0,'0'0'848'0,"0"0"-191"0,0 0-657 15,0 0 0-15,36-19 0 0,5 11 0 16,13 0 0-16,-3 4 0 0,1 2 0 16,-9-1 0-16,9 1 0 0,-2-6 0 15,1-4 0-15,-15 2 0 16,1-7-2994-16</inkml:trace>
  <inkml:trace contextRef="#ctx0" brushRef="#br1" timeOffset="31140.64">11497 4798 2505 0,'0'0'2889'0,"0"0"-1925"0,0 0-267 15,0 0 399-15,0 0-1055 16,0 0-41-16,-60 65 0 0,19-14 0 0,-7 7 0 16,3 6 0-16,8 5 0 15,6 8 0-15,8 8 0 0,9 8 0 16,7-1 0-16,3 2 0 16,4-4 0-16,9-1 0 0,-1-6 0 15,2-7 0-15,5-12 0 0,1-12 0 16,5-9 0-16,-1-11 0 0,7-11 0 15,-6-7 0-15,4-10 0 0,-2-9-445 16,-9-4-1496-16,-4-7-1424 0</inkml:trace>
  <inkml:trace contextRef="#ctx0" brushRef="#br1" timeOffset="31575.26">11754 5184 6086 0,'0'0'1593'0,"0"0"-1080"0,0 0-513 0,-21 45 0 15,11-11 0-15,-7 6 0 0,7 6 0 16,6 4 0-16,2 6 0 16,2 6 0-16,0 7 0 0,-5 5 0 15,1-2 0-15,2-2 0 0,-6-6 0 16,6-9 0-16,-2-9 0 0,4-11 0 15,0-11 0-15,4-7 0 16,6-7 0-16,7-7 0 0,6-3 0 16,5-11 0-16,-1-5 0 0,4-6 0 15,0-3 0-15,-8-3 0 0,2-2 0 16,-4-3 0-16,-5 1 0 0,-10-2-1001 16,0 9-512-16</inkml:trace>
  <inkml:trace contextRef="#ctx0" brushRef="#br1" timeOffset="31746.31">11501 5594 6823 0,'0'0'808'16,"0"0"-247"-16,0 0-561 0,0 0 0 16,65 21 0-16,-20-21 0 0,3 0 0 15,3-5 0-15,-1 1 0 0,-3 0 0 16,5-2 0-16,6 1 0 0,-13 2 0 15,5-4-4619-15</inkml:trace>
  <inkml:trace contextRef="#ctx0" brushRef="#br1" timeOffset="32106.1">12378 5764 6771 0,'0'0'948'0,"0"0"-475"16,0 0-473-16,0 0 0 15,0 0 0-15,0 0 0 0,60-1 0 16,-21 4 0-16,0 3 0 0,3 0 0 16,5-1 0-16,11-2 0 0,8-3 0 15,5-9 0-15,1-5 0 16,-12 0-277-16,-4-5-1652 0</inkml:trace>
  <inkml:trace contextRef="#ctx0" brushRef="#br1" timeOffset="32525.54">13025 5298 5414 0,'0'0'1453'16,"0"0"-853"-16,0 0-8 0,0 0-459 15,0 0-133-15,4 44 0 0,-4-7 0 16,0 9 0-16,0 4 0 0,-4 3 0 16,0 4 0-16,-7 7 0 0,-5 4 0 15,-1 3 0-15,-7-2 0 16,1-5 0-16,2-5 0 0,7-12 0 16,7-12 0-16,3-8 0 0,8-10 0 15,17-9 0-15,6-8 0 0,8-5 0 16,9-11 0-16,7-6 0 0,-1-3 0 15,-1-3 0-15,-9-1 0 16,-5-1 0-16,-12 0-81 0,-13 8-1335 0,-2 0-529 16</inkml:trace>
  <inkml:trace contextRef="#ctx0" brushRef="#br1" timeOffset="32687.18">12905 5606 7079 0,'0'0'760'0,"0"0"-407"0,37 17-353 16,-16-11 0-16,10 1 0 0,4-2 0 15,4-4 0-15,7-1 0 16,1-1 0-16,7-4 0 0,-2 1 0 16,-1 0 0-16,-9-1 0 0,-9-2-1637 0</inkml:trace>
  <inkml:trace contextRef="#ctx0" brushRef="#br1" timeOffset="33006.43">13447 5836 7415 0,'0'0'777'0,"0"0"-777"0,4 34 0 16,-4 7 0-16,-4 10 0 0,-3 6 0 15,3-4 0-15,4-6 0 0,0-4 0 16,9-4 0-16,-3-4 0 15,4-8 0-15,5-8 0 0,-9-8 0 16,4-9-1105-16</inkml:trace>
  <inkml:trace contextRef="#ctx0" brushRef="#br1" timeOffset="33455.31">13955 5035 5602 0,'0'0'1309'15,"0"0"-789"-15,0 0-88 0,-23 40-103 16,19 1-329-16,4 10 0 0,11 9 0 15,11 3 0-15,3 8 0 0,12 7 0 16,-2 9 0-16,-1 4 0 0,-8 5 0 16,-9 0 0-16,-9-1 0 0,-16-6 0 15,-9-5 0-15,-9-8 0 16,-5-8 0-16,-7-7 0 0,-3-11 0 16,4-12 0-16,-5-16 0 0,9-10 0 15,2-12-5643-15</inkml:trace>
  <inkml:trace contextRef="#ctx0" brushRef="#br1" timeOffset="35570.08">9385 14184 5126 0,'0'0'936'0,"0"0"-299"0,0-43 431 16,-6 30-708-16,-5-2-295 0,1 1-65 15,-5-1 0-15,-1 1 0 0,-5 2 0 16,-2 1 0-16,3 5 0 0,-5 6 0 16,4 4 0-16,-1 10 0 0,-5 10 0 15,-4 7 0-15,2 4 0 16,0 6 0-16,8 1 0 0,3 2 0 15,9-2 0-15,9-5 0 0,2-5 0 16,15-8 0-16,8-8 0 0,12-10 0 16,4-9 0-16,3-11 0 15,-3-6 0-15,-6-6 0 0,-8-3 0 16,-4 0 0-16,-9 1 0 0,-3 2 0 16,-7 3 0-16,-4 2 0 15,0 5 0-15,0 5 0 0,-4 5 0 16,4 4 0-16,0 2 0 0,0 7 0 15,4 13 0-15,2 14 0 0,6 9 0 16,-1 6 0-16,-1-4 0 0,4-6 0 16,3-3 0-16,4-8 0 0,3-8 0 15,3-4 0-15,6-9 0 0,-2-6 0 16,0-3 0-16,-4-9 0 0,-12 0-1982 16,1-2-3748-16</inkml:trace>
  <inkml:trace contextRef="#ctx0" brushRef="#br1" timeOffset="35925.54">9889 14422 6438 0,'0'0'1081'0,"0"0"-408"0,0 0-673 0,0 0 0 0,10 68 0 16,-3-14 0-16,3 10 0 16,0-3 0-16,-6-7 0 0,3-2 0 15,-7-1 0-15,0 0 0 0,0-1 0 16,-11-2 0-16,5-14-1549 0,0-7-3162 0</inkml:trace>
  <inkml:trace contextRef="#ctx0" brushRef="#br1" timeOffset="37593.01">10379 13569 3893 0,'0'0'757'0,"0"0"-13"0,0 0 505 16,0 0-649-16,0 0-72 0,0 0-107 16,0 0-421-16,0 0 0 15,0 0 0-15,-17 64 0 0,17-15 0 16,0 8 0-16,0 1 0 0,0 4 0 15,0 3 0-15,0 4 0 0,0-4 0 16,-2 0 0-16,2-2 0 16,-4-6 0-16,4-9 0 0,0-7 0 15,0-12 0-15,0-8 0 0,0-9 0 16,0-8 0-16,0-1 0 0,0-3 0 16,0-11 0-16,4-13 0 15,-2-9 0-15,9-9 0 0,3-5 0 16,3 3 0-16,3 1 0 0,1 7 0 15,6 8 0-15,-6 9 0 0,-5 12 0 16,1 7 0-16,-3 10 0 0,1 11 0 16,-5 6 0-16,-4 5 0 0,0 2 0 15,1 2 0-15,1-2 0 0,-2-2 0 16,0-5 0-16,5-3 0 0,3-7 0 16,-4-3 0-16,3-8 0 15,-3-4-209-15,5-6-2852 0</inkml:trace>
  <inkml:trace contextRef="#ctx0" brushRef="#br1" timeOffset="38121.71">11282 13355 3093 0,'0'0'996'0,"0"0"153"0,0 0-393 16,0 0-191-16,0 0 195 0,0 0-316 15,0 0-15-15,0 0-429 0,0 0 0 16,-47 15 0-16,24 15 0 15,2 12 0-15,-5 8 0 0,5 9 0 16,0 8 0-16,1 9 0 0,5 10 0 16,3 4 0-16,7 2 0 0,-1-2 0 15,6-2 0-15,0-5 0 0,4-8 0 16,3-4 0-16,9-11 0 0,1-11 0 16,8-11 0-16,-3-12 0 15,7-10 0-15,-2-8 0 0,6-8 0 16,-8-11 0-16,-9-1 0 0,-1-7-1722 15</inkml:trace>
  <inkml:trace contextRef="#ctx0" brushRef="#br1" timeOffset="41154.41">11607 13643 4454 0,'0'0'1116'0,"0"0"137"0,4-41-493 15,-4 36-184-15,0 3-543 16,0 1-33-16,0 1 0 0,0 0 0 15,0 13 0-15,0 13 0 0,-4 12 0 16,-2 10 0-16,-9 8 0 0,3 3 0 16,-9 5 0-16,0 0 0 0,5 0 0 15,-3-3 0-15,7-4 0 0,2-7 0 16,5-4 0-16,5-5 0 0,11-8 0 16,3-3 0-16,3-8 0 0,6-5 0 15,1-8 0-15,7-4 0 16,2-5 0-16,-2-7 0 0,0-6 0 15,-4-4 0-15,-2 0 0 0,-8-6 0 16,-7-2 0-16,-4 6-1117 0,-2-2-1088 16</inkml:trace>
  <inkml:trace contextRef="#ctx0" brushRef="#br1" timeOffset="41325.6">11291 14099 7003 0,'0'0'392'0,"0"0"20"0,0 0-27 16,64-4-385-16,-21-4 0 0,9 0 0 15,-5 0 0-15,-1 4 0 0,-5 2 0 16,-2 1 0-16,-8 1 0 0,0-3-2262 16</inkml:trace>
  <inkml:trace contextRef="#ctx0" brushRef="#br1" timeOffset="42146.24">12053 14053 5250 0,'0'0'956'0,"0"0"373"16,0 0-672-16,0 0-657 0,0 0 0 16,0 0 0-16,0 0 0 15,0 0 0-15,0 0 0 0,38-12 0 16,-3 12 0-16,2 2 0 0,-4 0 0 15,-6-1 0-15,4-1 0 0,-2 0 0 16,-2-2 0-16,0-4 0 0,-11 0-125 16,1-4-3108-16</inkml:trace>
  <inkml:trace contextRef="#ctx0" brushRef="#br1" timeOffset="42519.82">12746 13625 5946 0,'0'0'424'0,"0"0"5"16,0 0 671-16,0 0-807 0,0 0-293 15,0 0 0-15,0 0 0 0,0 0 0 16,6 49 0-16,-10 0 0 16,2 8 0-16,-6 3 0 0,6-2 0 15,-3 1 0-15,-1 0 0 0,2-2 0 16,-2-1 0-16,6-8 0 0,0-6 0 16,10-5 0-16,1-9 0 15,5-5 0-15,5-5 0 0,-1-9 0 16,3-4 0-16,2-5 0 0,-2-3 0 15,1-8 0-15,-3-7 0 0,-4-2 0 16,3-5 0-16,-9-1 0 0,-1-2 0 16,-4 0-1141-16,-6 7-168 0,0-1-2837 0</inkml:trace>
  <inkml:trace contextRef="#ctx0" brushRef="#br1" timeOffset="42687.34">12514 13969 6783 0,'0'0'68'0,"0"0"560"16,0 0 72-16,44 3-687 0,-3-3-13 16,7 0 0-16,3 0 0 15,-3-1 0-15,-1-1 0 0,5 1 0 16,-2 1 0-16,1-2 0 0,1 2 0 16,-15-1 0-16,-10-1-2478 0</inkml:trace>
  <inkml:trace contextRef="#ctx0" brushRef="#br1" timeOffset="42919.78">13182 14109 5866 0,'0'0'1981'0,"10"40"-1636"0,-8-2-345 15,-2 13 0-15,0 5 0 0,-2-3 0 16,-2 2 0-16,4-3 0 16,0-5 0-16,6-4 0 0,5-6 0 15,-1-7 0-15,-2-12 0 0,-1-10 0 16,-1-8-425-16,0-9-4773 0</inkml:trace>
  <inkml:trace contextRef="#ctx0" brushRef="#br1" timeOffset="43421.06">13556 13426 2741 0,'0'0'2705'0,"37"28"-1893"0,-18-5-219 0,0 8 447 16,1 8-739-16,1 9-301 0,0 11 0 16,5 10 0-16,-1 11 0 15,-2 9 0-15,2 3 0 0,-5 2 0 16,-9-5 0-16,-9-3 0 0,-8-5 0 15,-7-6 0-15,-12-5 0 0,-6-6 0 16,-10-9 0-16,-2-6 0 0,-9-7 0 16,0-11 0-16,-1-5 0 15,-5-11 0-15,14-7-2174 0,-1-5-3532 0</inkml:trace>
  <inkml:trace contextRef="#ctx0" brushRef="#br2" timeOffset="46796.42">14340 5796 3469 0,'0'0'1265'16,"0"0"-25"-16,0 0-587 0,0 0-181 15,0 0 260-15,0 0-488 0,0 0-127 16,41-4-117-16,-4 2 0 0,11-1 0 15,-3 0 0-15,-1 1 0 0,-7-1 0 16,-2 3 0-16,-8 0 0 16,-7 0 0-16,1-2 0 0,-4 0 0 15,-1-3 0-15,-1-2 0 0,-1-3-849 16,-8 1-516-16,5-3-2825 0</inkml:trace>
  <inkml:trace contextRef="#ctx0" brushRef="#br2" timeOffset="46983">14592 5629 6150 0,'0'0'1021'0,"0"0"-297"16,-11 45-427-16,11-13-297 0,11 4 0 16,-3 3 0-16,-2 3 0 0,5 1 0 15,-1-5 0-15,0 1 0 0,7-5 0 16,-1-4 0-16,3-5 0 0,4-6 0 15,-3-10 0-15,7-8-2782 0</inkml:trace>
  <inkml:trace contextRef="#ctx0" brushRef="#br2" timeOffset="47717.52">16066 5623 4101 0,'0'0'793'0,"0"0"-225"0,2-41 304 0,-2 30-455 0,0 0-41 15,0 1 332-15,-6 0-351 0,-5 2-357 16,-1 3 0-16,-3 5 0 0,-1 1 0 15,-5 12 0-15,-4 9 0 16,-2 6 0-16,3 10 0 0,-3 5 0 16,4 2 0-16,2 2 0 0,7 0 0 15,1-4 0-15,9-5 0 0,4-8 0 16,4-9 0-16,7-8 0 0,5-8 0 16,1-5 0-16,10-8 0 15,0-9 0-15,4-6 0 0,0-3 0 16,0-2 0-16,-7-2 0 0,-1 3 0 15,-6 2 0-15,-7 5 0 0,-2 8 0 16,-6 5 0-16,-2 5 0 0,5 2 0 16,-5 7 0-16,0 7 0 0,2 13 0 15,0 6 0-15,0 3 0 16,2-2 0-16,6-8 0 0,3-3 0 16,5-5 0-16,5-4 0 0,4-1 0 15,2-5 0-15,0-2 0 0,-2-4-693 16,-7-2-1856-16,-5-1-1157 0</inkml:trace>
  <inkml:trace contextRef="#ctx0" brushRef="#br2" timeOffset="48155.44">16367 5896 5378 0,'0'0'1765'0,"0"0"-845"0,0 0-791 0,0 0-129 0,-20-41 0 0,20 29 0 16,0-1 0-16,10 4 0 15,0-1 0-15,9 4 0 0,0 1 0 16,-5 4 0-16,3 1 0 0,-3 4 0 16,-4 4 0-16,-3 2 0 0,-3 5 0 15,-4 2 0-15,-11 4 0 0,1 3 0 16,-6 3 0-16,-3 3 0 0,2 0 0 16,1-2 0-16,1 2 0 15,3-3 0-15,6-1 0 0,4-5 0 16,4-3 0-16,10-4 0 0,5-5 0 15,8-3 0-15,1-4 0 0,5-3 0 16,3-5 0-16,-3-4 0 0,4-1 0 16,-2-3 0-16,-2-5 0 0,-4-4-49 15,-7 4-2460-15,1-6-3125 0</inkml:trace>
  <inkml:trace contextRef="#ctx0" brushRef="#br2" timeOffset="48758.41">17391 4927 3441 0,'0'0'636'0,"0"0"105"15,0 0 395-15,0 0-596 16,0 0-99-16,0 0 203 0,-17-38-280 16,7 28-115-16,-5-5-249 0,-1-1 0 15,1-1 0-15,-1 0 0 0,-1 3 0 16,-3 3 0-16,-1 2 0 0,-2 4 0 16,-2 4 0-16,5 5 0 15,-3 5 0-15,-2 4 0 0,4 7 0 16,5 3 0-16,-5 2 0 0,7 6 0 15,1 2 0-15,-1 4 0 0,4 4 0 16,3 5 0-16,1 4 0 0,2 7 0 16,4 5 0-16,4 4 0 0,7 4 0 15,-1 1 0-15,0 3 0 0,1-7 0 16,-3-2 0-16,-4-4 0 16,0-5 0-16,-4-4 0 0,-4-5 0 15,-6-6 0-15,5-8 0 0,-3-7 0 16,0-12 0-16,2-5 0 0,2-6 0 15,-3-4 0-15,1-11 0 16,-2 2-325-16,0-11-2648 0</inkml:trace>
  <inkml:trace contextRef="#ctx0" brushRef="#br2" timeOffset="48888.87">16835 5731 6619 0,'0'0'1420'15,"0"0"-1267"-15,0 0-153 0,41-1 0 16,-4-1 0-16,11-1 0 0,3 0 0 15,7-1 0-15,0-3 0 0,4 0 0 16,-4-4 0-16,-4-1 0 0,0-5 0 16,-19 3-409-16,6-5-2712 0</inkml:trace>
  <inkml:trace contextRef="#ctx0" brushRef="#br2" timeOffset="49377.9">18096 4811 4442 0,'0'0'692'0,"0"0"-80"15,0 0 437-15,-38 1-513 0,28 10-100 16,0 4-11-16,-7 8-425 0,1 4 0 15,-5 5 0-15,-10 8 0 0,0 8 0 16,-6 10 0-16,0 7 0 16,1 7 0-16,3 10 0 0,2 2 0 15,4 0 0-15,11-3 0 0,8-7 0 16,8-9 0-16,4-9 0 0,12-6 0 16,5-8 0-16,6-9 0 15,4-8 0-15,6-8 0 0,-2-10 0 16,-2-7 0-16,-2-7 0 0,0-10 0 15,-14 2-393-15,1-6-1660 0</inkml:trace>
  <inkml:trace contextRef="#ctx0" brushRef="#br2" timeOffset="49722.04">18143 5144 5346 0,'0'0'1076'0,"0"-33"-539"15,0 25 51-15,0 4 57 0,0 4-645 16,-2 0 0-16,-2 4 0 0,-2 16 0 16,-3 13 0-16,1 13 0 15,0 12 0-15,2 5 0 0,2 1 0 16,-3-1 0-16,3 0 0 0,-2-6 0 15,4-4 0-15,-6-3 0 0,6-6 0 16,2-4 0-16,0-8 0 0,0-4 0 16,6-6 0-16,4-8 0 0,3-4 0 15,7-7 0-15,5-5 0 16,6-9 0-16,0-4 0 0,-2-6 0 16,0-1 0-16,-6-3 0 0,-7-1 0 15,-5 6-1718-15,-7-3-1419 0</inkml:trace>
  <inkml:trace contextRef="#ctx0" brushRef="#br2" timeOffset="49891.78">17905 5462 7495 0,'0'0'697'16,"0"0"-697"-16,0 0 0 0,73 6 0 15,-24-4 0-15,9-2 0 16,-6 0 0-16,0 0 0 0,-1-2 0 15,5-2 0-15,-4-2 0 0,-13 0-97 16,-4-3-3004-16</inkml:trace>
  <inkml:trace contextRef="#ctx0" brushRef="#br2" timeOffset="50219.89">18716 5613 3669 0,'0'0'2161'0,"0"0"-796"16,0 0-797-16,0 0-139 0,51-19-429 15,-24 19 0-15,0 8 0 16,-2 0 0-16,2 0 0 0,4 2 0 16,6-6 0-16,4-2 0 0,5-4 0 15,3-9 0-15,3-7 0 0,-15 1-945 16</inkml:trace>
  <inkml:trace contextRef="#ctx0" brushRef="#br2" timeOffset="50683.14">19330 5214 3089 0,'0'0'2685'16,"0"0"-1684"-16,0 0 143 0,0 0-871 16,0 0-273-16,0 0 0 0,0 0 0 15,-23 47 0-15,13 3 0 0,1 7 0 16,-1 2 0-16,0-2 0 0,-7 3 0 16,3 0 0-16,-9 2 0 15,6-4 0-15,3-6 0 0,1-7 0 16,9-6 0-16,8-7 0 0,13-7 0 15,8-7 0-15,10-8 0 0,10-10 0 16,3-4 0-16,6-12 0 0,-5-5 0 16,-3-4 0-16,-11-2 0 0,-8-4 0 15,-13-3 0-15,-8-1 0 16,-6 8-2246-16,0 1-1087 0</inkml:trace>
  <inkml:trace contextRef="#ctx0" brushRef="#br2" timeOffset="50852.17">19086 5553 7227 0,'0'0'560'0,"0"0"-155"0,0 0-405 15,33 25 0-15,2-17 0 0,8-2 0 16,7-3 0-16,2-3 0 0,6-3 0 16,4-1 0-16,6-3 0 15,2-1 0-15,-2 0 0 0,-22 1-1213 16,1-2-2281-16</inkml:trace>
  <inkml:trace contextRef="#ctx0" brushRef="#br2" timeOffset="51427.49">19708 5936 2088 0,'0'0'2818'0,"0"0"-1702"0,0 0-463 16,0 0 267-16,0 0-452 0,0 0-339 15,0 0-129-15,33-25 0 16,-12 16 0-16,3 1 0 0,-1 3 0 16,-2 5 0-16,-3 0 0 0,1 3 0 15,-4 7 0-15,-7 4 0 0,-2 5 0 16,-6 4 0-16,-4 6 0 0,-6 1 0 16,-1 0 0-16,-1 0 0 15,-3-4 0-15,5-2 0 0,4-6 0 16,2-2 0-16,4-5 0 0,0-3 0 15,6-2 0-15,8-1 0 0,9-3 0 16,2-2 0-16,6 0 0 0,4-10 0 16,-2-3 0-16,2-5 0 0,2-5 0 15,1-3 0-15,-11 4-897 0,-1-3-4646 16</inkml:trace>
  <inkml:trace contextRef="#ctx0" brushRef="#br2" timeOffset="51833.17">20411 5084 5954 0,'0'0'821'0,"0"0"-197"16,0 0 169-16,0 0-793 0,0 0 0 0,37 41 0 15,-10-3 0-15,14 17 0 16,5 11 0-16,-3 5 0 0,-2 7 0 15,-10 1 0-15,-12-2 0 0,-13 0 0 16,-8-3 0-16,-12-3 0 0,-9-3 0 16,-4-6 0-16,-4-7 0 15,0-8 0-15,0-5 0 0,0-5 0 16,-2-5 0-16,2-7 0 0,0-7 0 16,6-8 0-16,7-5-1445 15,3-5-1861-15</inkml:trace>
  <inkml:trace contextRef="#ctx0" brushRef="#br2" timeOffset="52867.68">14214 14132 3373 0,'0'0'4434'16,"0"0"-4049"-16,0 0-385 0,0 0 0 15,39 15 0-15,-2-11 0 0,11-1 0 16,-1-3 0-16,1 0 0 0,-1-4 0 16,1 0 0-16,-7-1 0 0,-8-2 0 15,-4 1 0-15,-10 0 0 16,-9 1 0-16,-10-1 0 0,0 2-321 15,-2-6-2696-15</inkml:trace>
  <inkml:trace contextRef="#ctx0" brushRef="#br2" timeOffset="53067.77">14453 13872 4478 0,'0'0'2453'0,"0"0"-1192"15,0 0-1261-15,0 0 0 0,-37 51 0 16,29-12 0-16,8 6 0 0,4 0 0 16,2-4 0-16,9 0 0 0,5-2 0 15,-3-2 0-15,4-3 0 0,-1-2 0 16,-7-4 0-16,-3-7-625 0,-6-9-6738 0</inkml:trace>
  <inkml:trace contextRef="#ctx0" brushRef="#br2" timeOffset="53782.17">15468 14163 5442 0,'0'0'2029'0,"0"0"-1308"0,-12-55-721 0,4 31 0 16,1 2 0-16,-3 0 0 0,4 5 0 15,-9 6 0-15,3 5 0 0,-7 8 0 16,-3 11 0-16,-9 12 0 0,0 10 0 16,-7 3 0-16,7 5 0 0,0 2 0 15,5-1 0-15,11-2 0 16,9-7 0-16,6-5 0 0,10-8 0 15,7-6 0-15,8-8 0 0,6-8 0 16,-5-6 0-16,7-8 0 0,-2-7 0 16,-4-3 0-16,-2 0 0 15,-8 0 0-15,-1 3 0 0,-1 6 0 16,-9 4 0-16,2 6 0 0,-6 3 0 16,2 3 0-16,3 9 0 15,3 10 0-15,6 3 0 0,-1 5 0 16,1-3 0-16,5-4 0 0,4-4 0 15,2-4 0-15,6-4 0 0,4-2 0 16,-6-3 0-16,4-3 0 0,-12-1 0 16,-2-2-1762-16,-7-3-1531 0</inkml:trace>
  <inkml:trace contextRef="#ctx0" brushRef="#br2" timeOffset="54939.3">15956 14396 2036 0,'0'0'2574'15,"0"0"-1618"-15,0 0-112 16,0 0 325-16,0 0-556 0,0 0-613 15,-35-13 0-15,29 9 0 0,6 0 0 16,0-6 0-16,6-5 0 0,13-4 0 16,7-5 0-16,5 1 0 15,7 3 0-15,-1 3 0 0,-4 3 0 16,2 7 0-16,-8 6 0 0,-2 3 0 16,-3 10 0-16,-5 5 0 15,-2 5 0-15,-5 4 0 0,-4 6 0 16,-2 4 0-16,-4 1 0 0,-10 4 0 15,0 1 0-15,-7 1 0 0,-8-2 0 16,-2 1 0-16,-4-2 0 0,-2-5 0 16,-4-2 0-16,2-5 0 0,8-8 0 15,0-7 0-15,9-6 0 0,5-4 0 16,3-7 0-16,4-10 0 0,1-6 0 16,5-9 0-16,5-3 0 15,1-4 0-15,4-2 0 0,3 3 0 16,-3 5 0-16,4 9 0 0,-3 8 0 15,5 8 0-15,-1 5 0 0,1 11 0 16,1 8 0-16,3 7 0 0,1 5 0 16,-4-3 0-16,3 2 0 15,1-4 0-15,4-1 0 0,-3-5 0 16,3-3 0-16,2-11 0 0,-6-3 0 16,-5-5-2514-16</inkml:trace>
  <inkml:trace contextRef="#ctx0" brushRef="#br2" timeOffset="55560.91">16760 13569 3289 0,'0'0'1953'0,"6"-34"-949"0,-6 24-387 0,5 7 139 0,-5 3-183 16,0 0-573-16,-5 7 0 0,3 11 0 15,-6 20 0-15,6 11 0 0,-2 10 0 16,4 5 0-16,0-2 0 15,4 5 0-15,-4 1 0 0,0-2 0 16,-4-3 0-16,-6-5 0 0,3-6 0 16,-1-6 0-16,-4-9 0 15,8-9 0-15,1-10 0 0,-1-8 0 16,4-9 0-16,4-2 0 0,3-14 0 16,9-13 0-16,9-10 0 15,-2-7 0-15,4-1 0 0,-3 7 0 16,-3 3 0-16,0 8 0 0,-9 11 0 15,-1 8 0-15,-3 5 0 0,-2 9 0 16,0 7 0-16,2 9 0 0,3 10 0 16,-5 1 0-16,-4 0 0 0,6-2 0 15,-6-2 0-15,9-3 0 0,-3-6 0 16,4-1 0-16,9-9 0 0,0-5 0 16,1-4-29-16,3-5-1383 0</inkml:trace>
  <inkml:trace contextRef="#ctx0" brushRef="#br2" timeOffset="56051.87">17628 13425 1700 0,'0'0'2561'0,"0"0"-1380"0,9-38-373 0,-9 34-139 16,0 2 335-16,-4 1-735 0,-1 1-269 16,-5 5 0-16,-13 14 0 0,3 13 0 15,-11 12 0-15,4 9 0 16,2 8 0-16,-2 10 0 0,0 8 0 16,4 8 0-16,5 5 0 0,-1-1 0 15,5-1 0-15,3-7 0 16,5-2 0-16,2-10 0 0,4-7 0 15,10-7 0-15,3-12 0 0,1-7 0 16,7-10 0-16,2-6 0 0,2-12 0 16,-1-5 0-16,7-11 0 0,-4-8 0 15,-8-1 0-15,-5-7-1077 0</inkml:trace>
  <inkml:trace contextRef="#ctx0" brushRef="#br2" timeOffset="56629.04">17872 13610 6887 0,'0'0'1180'0,"0"0"-1055"0,0 0-125 0,0 0 0 15,0 0 0-15,-4 59 0 0,-6-14 0 16,-7 11 0-16,-3 2 0 0,-1 2 0 16,-4 1 0-16,2 3 0 0,-1-3 0 15,7-1 0-15,3-3 0 0,12-8 0 16,2-6 0-16,2-7 0 0,12-7 0 16,9-3 0-16,6-9 0 0,4-4 0 15,4-5 0-15,9-8 0 16,-3-3 0-16,-2-6 0 0,-6-6 0 15,-8-2 0-15,-8-5 0 0,-11 5 0 16,-6-4-2614-16</inkml:trace>
  <inkml:trace contextRef="#ctx0" brushRef="#br2" timeOffset="56795.67">17649 14098 6915 0,'0'0'1144'15,"0"0"-1011"-15,0 0-133 0,56 1 0 16,-25 0 0-16,8-1 0 0,0 0 0 16,7 0 0-16,-1 0 0 0,9-3 0 15,-2 2 0-15,-1-2 0 0,-3-3 0 16,-15 2-1417-16,-2-4-1649 0</inkml:trace>
  <inkml:trace contextRef="#ctx0" brushRef="#br2" timeOffset="56985.74">18236 14059 3457 0,'0'0'4206'0,"0"0"-3677"0,0 0-529 16,0 0 0-16,0 0 0 0,37 9 0 16,-4 0 0-16,3 0 0 15,1 1 0-15,-6-4 0 0,2-3 0 16,-8-2 0-16,2-5 0 0,-11-1-1553 15,-1-9-4214-15</inkml:trace>
  <inkml:trace contextRef="#ctx0" brushRef="#br2" timeOffset="57435.74">18914 13502 2741 0,'0'0'2961'0,"0"0"-1336"16,0 0-857-16,0 0-671 0,-27 54-97 15,9-19 0-15,-5 8 0 0,2 2 0 16,1 2 0-16,-1 4 0 0,4 5 0 16,1 2 0-16,1 1 0 0,3 0 0 15,2 0 0-15,6-5 0 0,4-6 0 16,10-5 0-16,13-6 0 15,6-7 0-15,4-6 0 0,12-8 0 16,5-5 0-16,1-8 0 0,3-3 0 16,-2-7 0-16,-11-5 0 15,-4-7 0-15,-12-2 0 0,-12-4 0 16,-5 4-897-16,-8-4-3081 0</inkml:trace>
  <inkml:trace contextRef="#ctx0" brushRef="#br2" timeOffset="57605.78">18594 13994 7051 0,'0'0'588'0,"0"0"-35"0,0 0-553 15,0 0 0-15,64 13 0 0,-15-8 0 16,5-1 0-16,4-3 0 0,-4-1 0 16,4-4 0-16,0-3 0 0,-1-2 0 15,1-1 0-15,-16-1 0 0,-5 3-2570 16</inkml:trace>
  <inkml:trace contextRef="#ctx0" brushRef="#br2" timeOffset="58007.8">19193 14191 2701 0,'0'0'3473'15,"0"0"-2364"-15,0 0-689 0,37-2 69 16,-6 2-489-16,5 0 0 0,-7 6 0 16,-5 3 0-16,-1 3 0 15,-2 2 0-15,-7 2 0 0,1 3 0 16,-7 0 0-16,-8 3 0 0,0-1 0 16,-8 3 0-16,-1-3 0 0,3-2 0 15,2 0 0-15,4-4 0 16,8-2 0-16,5-3 0 0,7-4 0 15,1-5 0-15,6-2 0 0,2-10 0 16,-11 1-1421-16,1-6-1149 0</inkml:trace>
  <inkml:trace contextRef="#ctx0" brushRef="#br2" timeOffset="58346.82">19640 13535 6242 0,'0'0'649'0,"0"0"-425"15,4 40 276-15,8-11 77 16,3 10-577-16,7 9 0 0,3 12 0 15,6 8 0-15,0 10 0 0,2 4 0 16,-6-2 0-16,-2 1 0 0,-13-5 0 16,-10-4 0-16,-6-2 0 0,-16-6 0 15,-11-6 0-15,-7-4 0 0,-5-8 0 16,-2-8 0-16,-3-6 0 0,7-10 0 16,1-4 0-16,5-6 0 15,10-10-33-15,9-2-1892 0,12-9-1208 0</inkml:trace>
  <inkml:trace contextRef="#ctx0" brushRef="#br2" timeOffset="58688.39">20210 14253 5206 0,'0'0'1441'16,"0"0"-289"-16,54 9-759 0,-17-8-393 15,11 0 0-15,-1-1 0 0,5 0 0 16,-9 0 0-16,-1 0 0 0,-7 0 0 16,-12-2 0-16,-3 1 0 15,-5-3 0-15,-9 1 0 0,-2-1-881 16,-2-2-1100-16</inkml:trace>
  <inkml:trace contextRef="#ctx0" brushRef="#br2" timeOffset="58844.71">20473 14113 4514 0,'0'0'3013'0,"0"0"-2348"15,0 0-665-15,-23 49 0 0,21-14 0 16,2 5 0-16,2 5 0 0,2-5 0 16,2-1 0-16,7-2 0 0,3-2 0 15,7-6 0-15,8-5 0 16,6-7 0-16,-8-7-1077 0,0-5-2001 0</inkml:trace>
  <inkml:trace contextRef="#ctx0" brushRef="#br2" timeOffset="59120.86">21293 14647 2645 0,'0'0'2829'0,"0"0"-1456"16,0 0-557-16,0 0-396 15,0 0-311-15,0 0-109 0,44-22 0 16,-24 15 0-16,-5-3-117 0,-5 0-935 15,-4-4-3042-15</inkml:trace>
  <inkml:trace contextRef="#ctx0" brushRef="#br2" timeOffset="59237.61">21610 14608 8192 0,'0'0'0'0,"47"17"0"0,-16-11 0 15,-8-5 0-15,0-4 0 0,-5-1-2454 16</inkml:trace>
  <inkml:trace contextRef="#ctx0" brushRef="#br2" timeOffset="59368.68">22188 14664 3185 0,'0'0'4850'16,"0"0"-4693"-16,-49 12-157 0,34-12 0 15,-5-6-2362-15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49:21.63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11485 4538 2140 0,'0'0'2314'0,"0"0"-1266"16,0 0-456-16,0 0-148 0,0 0-51 16,0 0-333-16,-8 42 116 0,12-9 400 15,0 6-312-15,-2 1-79 0,6 2-185 16,-2 3 0-16,1 7 0 0,-7 1 0 15,0 2 0-15,0-3 0 16,-7-4 0-16,1-3 0 0,-2-10 0 16,2-5 0-16,0-9 0 0,6-8 0 15,-5-7-841-15,5-5-492 16,5-7-436-16</inkml:trace>
  <inkml:trace contextRef="#ctx0" brushRef="#br0" timeOffset="234.04">11423 4610 4950 0,'0'0'856'0,"0"0"-196"0,0 0-15 15,41-38-281-15,-14 25-32 0,6 0 53 16,-2 3-385-16,0 3 0 0,0 2 0 15,-4 4 0-15,-2 1 0 16,-2 0 0-16,-5 1 0 0,-1 2 0 16,-1 1-1057-16,-9-1-548 0,3-1-904 0</inkml:trace>
  <inkml:trace contextRef="#ctx0" brushRef="#br0" timeOffset="413.98">11448 4842 6266 0,'0'0'1353'15,"0"0"-977"-15,0 0-179 0,0 0-197 16,39 18 0-16,-14-16 0 0,6-2 0 16,2-5 0-16,2-2 0 0,4-1 0 15,3-3 0-15,3 3 0 0,-8-1-461 16,-6 4-1300-16,-8 1-744 0</inkml:trace>
  <inkml:trace contextRef="#ctx0" brushRef="#br0" timeOffset="699.47">11865 4805 6374 0,'0'0'721'16,"0"0"-297"-16,-37-5-128 0,27 8-236 15,-3 4 28-15,3 5 0 0,2 5-48 16,2 6 61-16,-5 4-101 15,5 3 0-15,6 1 0 0,0-2 0 16,6 2 0-16,5-1 0 0,3-7 0 16,-2-5 0-16,9-5 0 0,0-7 0 15,-1-3 0-15,1-6 0 0,0-5 0 16,-9-5 0-16,-2-5 0 0,-1-1 0 16,-7-2 0-16,-2-2 0 0,-6 0 0 15,-5 0 0-15,5-2 0 0,-4 3 0 16,4 3 0-16,-3 4-545 15,9 7-984-15,0 4-107 0,0 1-381 0</inkml:trace>
  <inkml:trace contextRef="#ctx0" brushRef="#br0" timeOffset="892.67">12000 5117 3693 0,'0'0'1625'0,"0"0"-461"15,0 0-479-15,0 0-153 0,0 0-39 16,0 0-493-16,-11-63 0 0,24 30 0 16,-3 1 0-16,5 7 0 0,-3 2 0 15,2 4 0-15,3 4 0 0,-3 3 0 16,-1-3 0-16,5 2 0 0,5 0 0 16,-2 0 0-16,4 0 0 0,-3 2-941 15,-1 3-560-15,0 2-692 0</inkml:trace>
  <inkml:trace contextRef="#ctx0" brushRef="#br0" timeOffset="1164.07">12330 4843 4866 0,'0'0'1801'0,"0"0"-409"0,0 0-1259 16,-47-7-133-16,22 9 0 15,4 5 0-15,-1 5 0 0,3 5 0 16,2-1 0-16,7 2 0 0,4 1 0 16,6 0 0-16,6-1 0 0,4 2 0 15,5-2 0-15,-3-3 0 0,5 0 0 16,1-5 0-16,5-4 0 0,-2-6 0 16,4-2 0-16,-3-5 0 0,3-3 0 15,-2 1 0-15,-9 0-681 0,1 2-2609 16</inkml:trace>
  <inkml:trace contextRef="#ctx0" brushRef="#br0" timeOffset="1458.1">12399 5067 6679 0,'0'0'824'15,"0"0"-135"-15,0 0-689 0,0 0 0 16,0 0 0-16,49-3 0 15,-24-9 0-15,-2-5 0 0,2-4 0 16,1-1 0-16,-5 1 0 0,0-1 0 16,-5 1 0-16,-12 4 0 0,-1-1 0 15,-6 5 0-15,-3 1 0 0,-8 7 0 16,-3 5 0-16,-3 5 0 0,-5 8 0 16,4 5 0-16,-6 3 0 0,7 7 0 15,-1 1 0-15,11 3 0 0,10 0 0 16,8-1 0-16,8-2 0 15,11 1 0-15,10-5-277 0,5-2-571 16,-7-7-537-16,2-3-764 0</inkml:trace>
  <inkml:trace contextRef="#ctx0" brushRef="#br0" timeOffset="2500.08">11855 5329 5698 0,'0'0'925'0,"0"0"-353"0,0 0 336 0,0 0-819 16,0 0-89-16,-33 45 0 0,23-12 0 15,3 5 0-15,3 6 0 16,0 1 0-16,2 5 0 0,-6 4 0 15,-5 4 0-15,3 1 0 0,-4 1 0 16,-7 0 0-16,4 0 0 0,-3-6 0 16,-1-4 0-16,4-6 0 0,1-9 0 15,6-4 0-15,5-6 0 0,-1-9 0 16,6-6 0-16,0-3 0 0,0-4 0 16,-4 0 0-16,4-2 0 15,-2 0 0-15,-2-1 0 0,0-6 0 16,-2-6 0-16,1-3 0 0,-1-1 0 15,6 3 0-15,0 6-157 0,0 4-315 16,0 2-797-16,0 1 425 16,4 0 248-16,-4 0 51 0,2 4 237 15,-2-2 308-15,-2 2 16 0,2-3 393 16,-4 1 131-16,-2-1 560 0,2-1-479 16,2 0-81-16,-2-2 304 15,0 0-723-15,-3-1-121 0,1 0 0 16,2-1 0-16,-2-2 0 0,-2 0 0 15,1-4 0-15,-3-4 0 0,4-3 0 16,0 0 0-16,1 7 0 0,1 4 0 16,4 5 0-16,0 1 0 0,0 2 0 15,0 8 0-15,0 8 0 0,4 4 0 16,1 5 0-16,-3-4 0 0,8 0 0 16,-4-2 0-16,5 0 0 15,-1-2 0-15,-2-2 0 0,2-1 0 16,-3-5 0-16,-1-4 0 0,-2-5 0 15,2-2 0-15,5-5 0 0,5-12 0 16,5-6 0-16,4-5 0 16,1-2 0-16,-5 2 0 0,6 2 0 15,-6 5 0-15,-1 2-833 0,-7 8-1444 16,-3 2-1585-16</inkml:trace>
  <inkml:trace contextRef="#ctx0" brushRef="#br0" timeOffset="3879.31">10557 6582 1356 0,'0'0'1349'0,"0"0"-313"15,0 0-379-15,0 0-177 0,0 0-84 16,0 0 92-16,0 0-204 16,0 0-60-16,0 0 145 0,35-44-161 15,-23 26-36-15,3-2 88 0,1 1-192 16,5-1-4-16,4-3 0 0,2 2-56 16,6-2-8-16,-2 2 4 15,6 2 0-15,-6 5-4 0,0 4 0 16,0 4 0-16,-8 3 0 0,-3 3-8 15,-3 5-16-15,-3 4 24 0,3 5-8 16,-3 4-16-16,3 1 24 0,4 3 0 16,-1-1 12-16,1-1-12 0,2 1 0 15,2-3 4-15,1-3-4 0,1-5 36 16,10-4-36-16,5-4 32 0,3-2 68 16,-1-5-76-16,3-3 4 15,-5-2 4-15,-5-1-20 0,-10 0-8 16,-3-1 24-16,-7 0-12 0,-3 2-16 15,-3-3 40-15,-5 1-32 0,4-4-8 16,1 0 0-16,-1 1-4 16,2-2-4-16,3 3-88 0,6 1-28 15,-5 2 56-15,1 4-4 0,3 1 0 16,-5 6 60-16,1 0 12 0,-5 0-28 16,-1 4 28-16,0-1-4 0,1 2 0 15,1-1 4-15,-2-1 0 16,5-2 8-16,1 1-24 0,1-2-16 15,4 0-200-15,-1 0 104 0,5-2-20 16,2-1 100-16,4-1-4 0,6 2-141 16,-4 0 69-16,2 2 52 0,3 2 64 15,-3 6-8-15,-6 3 16 0,2 5 0 16,-7 2-20-16,-3-2-48 0,-8-2-244 16,1-6-120-16,-8-1-492 0</inkml:trace>
  <inkml:trace contextRef="#ctx0" brushRef="#br0" timeOffset="8301.56">13866 4934 3117 0,'0'0'2581'15,"0"0"-1012"-15,0 0-985 16,0 0-243-16,0 0-341 0,-2 50 0 16,4-20 0-16,-2 3 0 0,-2-2 0 15,-2-6 0-15,4-3 0 16,-4-2 0-16,4-2 0 0,0-5 0 15,0-3-533-15,0-6-652 0,0-4-2976 0</inkml:trace>
  <inkml:trace contextRef="#ctx0" brushRef="#br0" timeOffset="8458.36">13908 4567 6362 0,'0'0'657'0,"0"0"-633"0,0 0 24 0,0 0-48 15,0 0-172-15,10 50-597 16,0-31-1932-16</inkml:trace>
  <inkml:trace contextRef="#ctx0" brushRef="#br0" timeOffset="8829.19">13961 5227 4906 0,'0'0'1240'0,"0"0"-367"15,0 0-225-15,0 0-184 0,4-38-403 16,11 5-61-16,1-7 0 0,1-2 0 16,4 7 0-16,-5 1 0 0,5 8 0 15,-5 7 0-15,-1 7 0 0,-5 7 0 16,-4 3 0-16,-1 6 0 0,-5 8 0 16,0 3 0-16,-5 5 0 0,3-1 0 15,-2-1 0-15,4-1 0 0,-4-3 0 16,4-3 0-16,4-3 0 15,-4-6 0-15,4 1 0 0,-2-3 0 16,3 0 0-16,1-4 0 0,4-9 0 16,0-2 0-16,5-4 0 0,-5 2 0 15,-4 6 0-15,1 7 0 16,-7 1 0-16,4 3 0 0,-4 2 0 16,0 9 0-16,0 12 0 0,0 4 0 15,0 5 0-15,0-2 0 16,0-8 0-16,6-3 0 0,4-1 0 15,1-5 0-15,-1-2 0 0,7 1-9 16,-7-5-1283-16,6-3-473 0</inkml:trace>
  <inkml:trace contextRef="#ctx0" brushRef="#br0" timeOffset="9223.44">14358 5101 5630 0,'0'0'728'0,"0"0"-580"15,-18 37 61-15,11-7-1 0,3 4 64 16,-2 5 176-16,4 4-224 0,-2 2-40 16,4 0-43-16,0 1-141 0,0-2 0 15,-4-1 0-15,4-8 0 16,0-5 0-16,0-10 0 0,-2-8 0 16,2-6 0-16,-4-6 0 0,-1-6 0 15,3-13 0-15,-2-15 0 0,4-15 0 16,-4-12 0-16,4-10 0 15,0-4 0-15,0-6 0 0,0 5 0 16,10 9 0-16,5 14 0 0,6 17 0 16,-1 6 0-16,3 9 0 0,-2 4 0 15,-5 4 0-15,-1 7 0 0,-9 4 0 16,-2 2 0-16,6 0 0 0,-3 5 0 16,3 3 0-16,0 6 0 0,-6 5 0 15,-2 6 0-15,-2 2 0 0,-6-1 0 16,0 2 0-16,-4-1 0 15,-5-1 0-15,3-2 0 0,-7-2 0 16,7-3 0-16,-3-4 0 0,5-4 0 16,4-5 0-16,2-4-65 0,2-2-775 15,2 0-1289-15,2-2-64 0</inkml:trace>
  <inkml:trace contextRef="#ctx0" brushRef="#br0" timeOffset="9495.57">14575 4947 6086 0,'0'0'1309'0,"0"0"-877"0,0 0-140 0,-12 41-219 15,12-15-73-15,0 3 0 0,2 2 0 16,6-6 0-16,0 0 0 0,7-4 0 16,6-4 0-16,-1-3 0 0,3-6 0 15,-2-4 0-15,6-4 0 0,-7-6 0 16,-1-7 0-16,-7-5 0 15,-1-3 0-15,-1-4 0 0,-4-5 0 16,-6-2 0-16,0-6 0 0,0-2 0 16,-6-3 0-16,2 2 0 0,2 3 0 15,2 5-369-15,2 9-1020 16,6 4-415-16</inkml:trace>
  <inkml:trace contextRef="#ctx0" brushRef="#br0" timeOffset="9683.84">14821 4695 6847 0,'0'0'868'15,"-10"64"-448"-15,6-24-363 0,4-1-57 16,4 4 0-16,2 1 0 0,4 1 0 16,-3 1 0-16,3-1 0 0,-2 0 0 15,3-3 0-15,-5-6 0 0,0-4 0 16,2-7 0-16,-6-9-865 15,2-8-2097-15</inkml:trace>
  <inkml:trace contextRef="#ctx0" brushRef="#br0" timeOffset="10055.25">15047 5000 5814 0,'0'0'949'0,"0"0"-501"0,0 0 164 16,0 0-508-16,0 0-64 0,0 0-20 16,0 0-12-16,-42-17-8 0,36 18 28 15,-2 7-20-15,-3 7-8 0,1-1 36 16,8 1-28-16,2-2 109 0,2-1-117 16,2-1 0-16,2-2 0 0,5-2 0 15,-3 0 0-15,4 1 0 0,3 0 0 16,1-1 0-16,-5 1 0 15,-5 1 0-15,2-1 0 0,-6 3 0 16,-2-1 0-16,-2 3 0 0,-8 1 0 16,-5-2 0-16,-1 1 0 0,-1-2 0 15,-1-4 0-15,1-2 0 16,1-4 0-16,1-1 0 0,5 0 0 16,8-1 0-16,-2-3-53 0,4 3-383 15,6-5-200-15,8 3-729 16,3-2 16-16,-1 1-107 0</inkml:trace>
  <inkml:trace contextRef="#ctx0" brushRef="#br0" timeOffset="10257.15">15107 5156 4578 0,'0'0'1712'0,"0"0"-671"0,41-45-180 15,-25 28-861-15,5-2 0 0,0-1 0 16,-5 0 0-16,-1 1 0 0,-5 0 0 16,-4 5 0-16,-2 3 0 0,-4 6 0 15,0 3 0-15,-6 2 0 0,-8 7 0 16,-9 12 0-16,-6 8 0 15,2 9 0-15,7 2 0 0,3-1 0 16,13-3 0-16,4-1 0 0,10-4 0 16,11-7 0-16,6-4 0 0,12-9 0 15,4-7 0-15,11-6 0 16,-8-2-717-16,-5-8-4626 0</inkml:trace>
  <inkml:trace contextRef="#ctx0" brushRef="#br0" timeOffset="10802.07">15782 5218 1340 0,'0'0'528'0,"0"0"2522"0,0 0-2034 0,-8-39-319 16,6 10 347-16,2-3-672 0,0-1-227 16,2 0-145-16,0-1 0 0,7 5 0 15,1 2 0-15,8 5 0 16,-1 6 0-16,4 6 0 0,-5 3 0 16,5 6 0-16,-5 2 0 0,1 5 0 15,-7 2-453-15,1 5-908 16,-7-3-267-16,2-1-701 0</inkml:trace>
  <inkml:trace contextRef="#ctx0" brushRef="#br0" timeOffset="11019.21">16026 5059 5438 0,'0'0'736'0,"0"0"-63"0,40-32 115 16,-34 19-364-16,0 0-291 0,-6 0-133 15,0-2 0-15,0 5 0 0,-6-1 0 16,-4 3 0-16,-1 2 0 15,-1 5 0-15,-3 1 0 0,1 9 0 16,-3 7 0-16,1 6 0 0,-5 5 0 16,7 4 0-16,3 0 0 0,5-1 0 15,6-3 0-15,6-5 0 16,9-1 0-16,12-10 0 0,4-2-41 16,12-7-263-16,3-2-348 0,1-6-153 15,-14-1-503-15,-2-2-3362 0</inkml:trace>
  <inkml:trace contextRef="#ctx0" brushRef="#br0" timeOffset="11335.13">16392 4934 5270 0,'0'0'1168'16,"0"0"-775"-16,-53-7 87 0,32 7 8 15,0 1-328-15,3 5-44 0,-1 3 1 16,5 0-117-16,3 4 0 15,5-1 0-15,2 1 0 0,4-1 0 16,6 0 0-16,4-2 0 0,9 1 0 16,2 0 0-16,1-3 0 0,5 2 0 15,-2 0 0-15,-2-3 0 16,4 3 0-16,-7-2-33 0,-1 0-91 16,-7 1 32-16,-8-2 28 0,-4 1 24 15,-4 3 40-15,-6 1 64 16,-7 1-44-16,-3 0 60 0,-3-4 72 15,-2-2-152-15,-2-1 8 0,7-2 0 16,-1-4-8-16,11-1-60 0,4-2-460 16,1 0-380-16,5 0-217 0,9 2-1876 0</inkml:trace>
  <inkml:trace contextRef="#ctx0" brushRef="#br0" timeOffset="11691.13">16456 5517 2076 0,'0'0'1209'15,"-16"54"-205"-15,10-34-267 0,1-7-397 16,5-8-88-16,-4-5 292 0,4-1-99 16,0-11 3-16,0-13 120 0,0-12-356 15,4-10-36-15,1-12 5 16,-3-8-181-16,-2-12 0 0,4-7 0 15,6 3 0-15,5 7 0 0,5 18 0 16,-1 17 0-16,2 11 0 0,-7 14 0 16,-2 1 0-16,-1 4 0 0,3 5 0 15,-3 5 0-15,1 3 0 0,-2 8 0 16,-1 7 0-16,-7 2 0 0,-2 5 0 16,0 1 0-16,-9 0 0 0,-3-1 0 15,0 0 0-15,-3-3 0 0,5-4 0 16,-3-3 0-16,5-4-13 15,2-6-447-15,4-1-56 0,2-3-44 16,2 0-1245-16,2 0-84 0</inkml:trace>
  <inkml:trace contextRef="#ctx0" brushRef="#br0" timeOffset="12161.32">16812 5014 3793 0,'0'0'921'0,"0"0"795"16,-21-44-955-16,13 31-169 0,-4 2-183 15,-3 2-409-15,3 4 0 0,-3 4 0 16,5 2 0-16,0 8 0 0,-1 8 0 16,1 4 0-16,4 5 0 0,2 4 0 15,4-2 0-15,8 1 0 0,4-5 0 16,3-2 0-16,7-5 0 0,-1-5 0 16,6-4 0-16,-2-7 0 0,-5-2 0 15,3-10 0-15,-4-3 0 0,-7-3 0 16,-4-3-197-16,-5-1 53 15,-3 0 44-15,0 2 8 0,-7 2-8 16,3 6-72-16,4 5 56 0,-2 4-76 16,2 2-140-16,0 1-25 0,2 10-143 15,6 2 20-15,3 5 292 16,-3-2 36-16,-4 1 96 0,0-3 16 16,-4-1 40-16,0-1 148 0,0-5 236 15,-4-2 160-15,4-3 273 16,-2-1-357-16,0-1-68 0,2-4 81 15,2-8-473-15,8-8 0 0,3-4 0 16,8-1 0-16,-5 3 0 0,1 6 0 16,-7 7 0-16,0 4 0 0,1 4 0 15,-7 2 0-15,0 10 0 0,-2 4 0 16,-2 3 0-16,0 3 0 0,-2-2 0 16,-2 0 0-16,4 0 0 0,0-5 0 15,0-2-169-15,0-5-187 0,12-1-752 16,-8-3-101-16,11-3-164 0</inkml:trace>
  <inkml:trace contextRef="#ctx0" brushRef="#br0" timeOffset="12516.49">17347 4958 5378 0,'0'0'1140'0,"0"0"-635"0,0 0 459 0,0 0-759 15,-35-30-205-15,12 36 0 0,-1 4 0 16,-1 2 0-16,2 0 0 15,2 2 0-15,7-4 0 0,6 2 0 16,4-1 0-16,4 1 0 0,6-3 0 16,8 2 0-16,3-4 0 0,5 1 0 15,-1-1 0-15,0 2 0 0,-1-3 0 16,1 0 0-16,-4-1 0 0,-3-1 0 16,-1 1 0-16,-5 0 0 0,-2-1 0 15,0 3-45-15,-2 3 45 16,0 2 36-16,-1 3-27 0,-3-1-9 15,-7 1 0-15,1 1 0 0,-8 2 0 16,-7 1 0-16,0-1 0 0,-1 3 0 16,-3-4 0-16,6-2 0 0,1-2 0 15,5-6-9-15,3-1-399 16,2-4-264-16,6 0-729 0,2-2-40 16,0 0-635-16</inkml:trace>
  <inkml:trace contextRef="#ctx0" brushRef="#br0" timeOffset="12779.69">17413 5201 7239 0,'0'0'692'0,"52"-27"-431"0,-23 7-261 16,-6 2 0-16,-7-2 0 0,-1 0 0 16,-3-1 0-16,-1 1 0 0,-3 1 0 15,-2 0 0-15,-6 4 0 0,0 4 0 16,0 5 0-16,0 5 0 15,-6 1 0-15,-9 8 0 0,1 10 0 16,-3 11 0-16,1 1 0 0,5 4 0 16,7-6 0-16,4-2 0 0,4-3 0 15,13-7 0-15,2-4 0 16,7-4 0-16,8-8 0 0,3-3 0 16,4-7 0-16,0 0-397 0,-3 0-1076 15,-7 2-363-15</inkml:trace>
  <inkml:trace contextRef="#ctx0" brushRef="#br0" timeOffset="13966.68">12585 6417 1608 0,'0'0'2317'0,"0"0"-1764"15,0 0-57-15,0 0-216 0,0 0-64 16,0 0 208-16,0 0-236 0,0 0-56 15,0 0-36-15,0 0-76 0,14-35 36 16,7 16 92-16,2-1-47 16,1 1 27-16,7-2 56 0,0 2-72 15,9 0-20-15,1 1-84 0,4 1 0 16,3 1-8-16,0 2 0 0,-5 2-8 16,4 3 8-16,-1 1 0 15,-7 4 8-15,3 3-8 0,-5 2 0 16,-6 7-8-16,0 5 8 0,0 3 0 15,-4 4-16-15,4 2 16 0,0 2 0 16,0 1 8-16,2 0-8 0,8-3 0 16,7-2-4-16,5-4 4 0,5-5 0 15,4-5-8-15,2-4 8 0,3-2 0 16,-3-5 8-16,-2-2-8 0,-5-3 0 16,-7-1 4-16,-4-1-4 15,-5 0 0-15,-8 0 12 0,-6 2-12 16,-6 0 8-16,-1 0 0 0,-9 1-8 15,-1 2 8-15,-6 2 12 0,-2 1-20 16,-2 1 16-16,4-1-16 16,-4 1 0-16,6 1-4 0,3-1-32 15,3 0 28-15,9-2-20 0,-1 0-156 16,1-1 20-16,-4 2-56 0,3-1 31 16,1 1 65-16,-4 1 84 15,3 0 24-15,-3 3 16 0,1 0 0 16,-1 2 0-16,-1 5 0 0,1 2 0 15,4 2 12-15,3 6-12 0,-1 0 40 16,8 0-36-16,6-1 8 0,5-3 4 16,9-1-16-16,3-2 0 0,8-2 0 15,2-3-64-15,0-4 0 0,5-2-460 16,3-4 336-16,0-1 156 0,-4-1 20 16,-3 2 8-16,-8 2 4 15,-3 3 32-15,-6 2 76 0,-9 8 48 16,-10 7-60-16,-11 5-96 0,-7 6 8 15,-11 4 12-15,-4 0-20 0,-7 0-24 16,1-10-332-16,4-8-420 16,6-12-1281-16</inkml:trace>
  <inkml:trace contextRef="#ctx0" brushRef="#br0" timeOffset="14592.11">14329 6254 1396 0,'0'0'2913'0,"0"0"-2056"0,11-37-513 16,3 8 68-16,3-3 72 0,3-1-243 16,5-6-57-16,2-5 40 0,4-6-164 15,0-5-24-15,2-6-36 16,4-4 32-16,5-3-32 0,-1 0 88 15,2 2-48-15,3 7-12 0,-7 13-28 16,-4 8-268-16,-8 10-172 0,-10 10-1293 16,-9 1-1653-16</inkml:trace>
  <inkml:trace contextRef="#ctx0" brushRef="#br0" timeOffset="17872.12">5629 5246 2497 0,'0'0'2005'16,"0"0"-813"-16,0-39-560 0,-2 26-51 15,-2 0 183-15,-7-1-444 16,1 2-119-16,-7 2-201 0,-3 3 0 16,-1 5 0-16,0 2 0 0,1 9 0 15,3 9 0-15,-4 8 0 16,5 9 0-16,1 4 0 0,9 3 0 15,-2 2 0-15,8-1 0 0,8-4 0 16,3-6 0-16,5-7 0 0,5-9 0 16,10-11 0-16,0-8 0 0,6-14 0 15,4-11-77-15,3-9-747 0,-13 4-1557 16,-4-4-1185-16</inkml:trace>
  <inkml:trace contextRef="#ctx0" brushRef="#br0" timeOffset="18077.34">5672 4717 5030 0,'0'0'772'0,"0"0"-196"0,-8 41-111 15,4-8 387-15,4 5-488 16,0 3-231-16,0 3-133 0,4 4 0 16,2 0 0-16,4 6 0 0,1 1 0 15,1 3 0-15,3-2 0 16,-5-5 0-16,2-6 0 0,3-10 0 15,6-10-281-15,-7-8-635 0,3-10-1393 16,-7-7-573-16</inkml:trace>
  <inkml:trace contextRef="#ctx0" brushRef="#br0" timeOffset="18217.38">5891 5170 6671 0,'0'0'1264'15,"-16"48"-1007"-15,7-21-257 0,7-5 0 16,2 1 0-16,0-3 0 15,0-6 0-15,0-3 0 0,5-4 0 16,1-4-257-16,-2 0-1015 0,4-3-497 0</inkml:trace>
  <inkml:trace contextRef="#ctx0" brushRef="#br0" timeOffset="18342.3">5974 4850 6194 0,'0'0'1089'15,"0"0"-1029"-15,0 0-36 0,0 0-24 16,0 0-16-16,10 51-244 0,-8-32-1033 16,3-6-656-16,1-2-1300 0</inkml:trace>
  <inkml:trace contextRef="#ctx0" brushRef="#br0" timeOffset="18650.25">6174 5107 5214 0,'0'0'1224'0,"0"0"-739"0,-45-11 67 16,33 9-152-16,-5 1-260 0,3 1-16 16,-3 4-71-16,7-1-53 0,1 1 0 15,3-1 0-15,4 2 0 16,-2 1 0-16,4 5 0 0,0-2 0 16,4 1 0-16,2-2 0 0,9-1 0 15,3 4 0-15,7-1 0 16,-2 1 0-16,2 1 0 0,-5-1 0 15,1 0 0-15,-8 1 0 0,-3 0 0 16,-6 1 0-16,-4 1 0 0,-4 2 0 16,-6 2 0-16,-3-1 0 0,-5 1 0 15,-1 0 0-15,-2-4 0 0,1-2 0 16,3-2 0-16,3-4-89 0,1-4-679 16,9-2-117-16,-2 0-327 0,4-1-2962 15</inkml:trace>
  <inkml:trace contextRef="#ctx0" brushRef="#br0" timeOffset="19003.89">6247 5668 4081 0,'-8'34'1101'0,"1"-5"-157"15,-3 0-359-15,6-11-245 0,2-7 4 0,2-4-152 16,0-7-40-16,-4-1 68 15,4-13-96-15,0-12-15 0,-4-11-109 16,4-7 0-16,0-7 0 0,4-5 0 16,-4-8 0-16,0-8 0 0,-4-6 0 15,1-2 0-15,3 3 0 0,7 12 0 16,3 13 0-16,5 14 0 0,3 7 0 16,7 5 0-16,-4 2 0 0,-5 10 0 15,-6 7 0-15,-3 7 0 0,-3 5 0 16,2 7 0-16,2 8 0 15,3 7 0-15,-9 5 0 0,-2 4 0 16,-7 0 0-16,-7 5 0 0,-5 0 0 16,-1-1 0-16,-1-3 0 0,0-5 0 15,7-8 0-15,8-10 0 16,0-7-237-16,8-7-1324 0,2-4-512 16,2-12-1036-16</inkml:trace>
  <inkml:trace contextRef="#ctx0" brushRef="#br0" timeOffset="19207.93">6478 4742 5058 0,'0'0'1024'0,"0"0"-411"0,0 0 491 15,0 0-711-15,-37 25-393 0,29 5 0 16,4 5 0-16,2 7 0 0,2-2 0 16,4 4 0-16,2 1 0 0,0 4 0 15,2-2 0-15,-1 0 0 0,-1-4 0 16,4-6 0-16,1-9 0 15,-1-4 0-15,0-11-677 0,1-6-600 16,-1-7-2312-16</inkml:trace>
  <inkml:trace contextRef="#ctx0" brushRef="#br0" timeOffset="19485.71">6642 5086 6851 0,'0'0'792'15,"-15"-44"-243"-15,5 29-549 16,-3 5 0-16,-1 9 0 0,-3 6 0 15,1 8 0-15,-5 6 0 0,3 6 0 16,1 3 0-16,5 4 0 0,1 3 0 16,1-2 0-16,10-4 0 0,2-4 0 15,13-3 0-15,-1-8 0 0,9-6 0 16,2-5 0-16,-3-3 0 0,3-5 0 16,-4-5 0-16,-3 0 0 0,-3-2 0 15,-5 1 0-15,-4 2 0 0,-1 3 0 16,-5 2 0-16,4 2 0 15,-4 1 0-15,0 1 0 0,2 3 0 16,2 8 0-16,2 3 0 0,9-1-33 16,-3-1-935-16,2-7 3 0,1-3-291 15,-3-2-2298-15</inkml:trace>
  <inkml:trace contextRef="#ctx0" brushRef="#br0" timeOffset="19720.28">6842 5075 4930 0,'0'0'908'0,"0"-33"-280"0,0 23 525 16,0 6-645-16,-4 4-443 0,-4 0-65 15,-7 7 0-15,1 6 0 0,1 6 0 16,3 2 0-16,6 1 0 0,4 0 0 16,0 3 0-16,0 0 0 0,6 0 0 15,2-4 0-15,3-1 0 0,1-7 0 16,3-2 0-16,1-5 0 15,5-5 0-15,-5-1 0 0,1-2 0 16,-3-6 0-16,1-3 0 0,-3-1-913 16,-3 1-1580-16,-3 1-1189 0</inkml:trace>
  <inkml:trace contextRef="#ctx0" brushRef="#br0" timeOffset="20796.6">6993 5197 3829 0,'0'0'2021'15,"0"0"-1292"-15,0 0 95 0,0 0-35 16,0 0-789-16,37-47 0 0,-31 32 0 16,1-3 0-16,-3 0 0 0,-4 1 0 15,0 0 0-15,-6 0 0 0,-5 4 0 16,1 4 0-16,0 4 0 0,-1 5 0 16,1 8 0-16,0 8 0 0,-1 5 0 15,1 4 0-15,4 3 0 16,6 3 0-16,0-1 0 0,4-3 0 15,8-2 0-15,-1-7 0 0,9-4 0 16,-3-6 0-16,8-6 0 0,-5-2-85 16,1-5-239-16,-2-5 28 0,-1-4 128 15,-5 0 92-15,1-3 48 16,-4 3 28-16,1 0 60 0,-5 4-28 16,0 4 72-16,-2 3 188 0,0 3-204 15,-2 0 28-15,7 4 100 16,-1 6-147-16,2 5-69 0,-1 2 0 15,-3-3 0-15,-2-6 0 0,-4-3 0 16,0-1 0-16,0-2 0 0,2 0 0 16,-2-2 0-16,4-2 0 0,-4-7 0 15,6-7 0-15,3-3 0 0,-3-1 0 16,4 2 0-16,-4 6 0 0,-2 4 0 16,-1 3 0-16,1 4 0 0,-4 1 0 15,4 0 0-15,-2 1 0 0,2 8 0 16,0 3 0-16,2 3 0 15,-2-2 0-15,-1-4 0 0,1-3 0 16,0-1 0-16,-2-3 0 0,2 1 0 16,-2-2 0-16,6-1 0 0,-6-4 0 15,7-4 0-15,-3-6 0 16,4-3 0-16,-4 3 0 0,-1 2 0 16,-1 5 0-16,-2 4 0 0,-2 0 0 15,4 2 0-15,-2 1 0 0,6 0 0 16,-2 11 0-16,9 5 0 15,1 7 0-15,-5-1 0 0,-1-1 0 16,-4-4 0-16,5-2 0 0,-7-1 0 16,2-6-213-16,-2-2-203 0,-2-4-308 15,2-2 243-15,7-1 181 0,-5-6-72 16,4-4 116-16,1-2 256 0,-1 3 8 16,-6 1 284-16,-4 5 188 0,0 0 541 15,0-2-321-15,0-2-439 0,-4-3-261 16,4-2 0-16,0-5 0 15,0-4 0-15,6-3 0 0,4 1 0 16,1 5 0-16,-1 4 0 0,-2 3 0 16,-1 5 0-16,-5 3 0 0,-2 3 0 15,0 1 0-15,0 0 0 16,-2 12 0-16,-9 8 0 0,5 5 0 16,-4 2 0-16,10-3 0 0,2-6 0 15,6-5 0-15,2-2 0 16,3-3 0-16,-3-2 0 0,0-3 0 15,-5-1 0-15,1-2 0 0,-2 0 0 16,-2 0 0-16,2-2 0 0,-2 0 0 16,0 1 0-16,0 1 0 0,-2 1 0 15,0 6 0-15,0 7 0 0,0 3 0 16,4-2 0-16,-4-3 0 0,7-6 0 16,-3 0 0-16,-2-5 0 0,6 0 0 15,-2-1 0-15,5-1 0 0,-5-6 0 16,4-5 0-16,-2-8 0 15,5-1 0-15,-9-3 0 0,2 3 0 16,-2 5 0-16,-4 7 0 0,2 3 0 16,3 3 0-16,-5 2 0 0,0 2 0 15,4 10 0-15,2 9 0 16,0 5 0-16,2 4 0 0,-1-3 0 16,-1-5 0-16,4-3 0 0,-4-3 0 15,3-4 0-15,-3-6-165 16,-2-3-1275-16,2-3-529 0</inkml:trace>
  <inkml:trace contextRef="#ctx0" brushRef="#br0" timeOffset="20974.08">7896 4739 6655 0,'0'0'1016'0,"0"0"-495"16,0 0-521-16,0 0 0 0,0 0 0 15,0 0 0-15,23 64 0 0,-13-12 0 16,1 6 0-16,-7-1 0 15,-2-5 0-15,2 1 0 0,-4 3 0 16,0-3 0-16,-4 1 0 0,-2-3 0 16,0-6 0-16,-3-7 0 0,3-7 0 15,0-10-1425-15,-2-10-912 0</inkml:trace>
  <inkml:trace contextRef="#ctx0" brushRef="#br0" timeOffset="21149.98">7929 4977 6182 0,'0'0'1345'0,"0"0"-680"16,0 0-665-16,27 33 0 0,-6-8 0 15,6 1 0-15,0-1 0 0,-2-5 0 16,-1-1 0-16,-5-5 0 0,2-2 0 16,-1-3 0-16,1-5 0 0,-4-1-2922 15,-3-5-2256-15</inkml:trace>
  <inkml:trace contextRef="#ctx0" brushRef="#br0" timeOffset="21951.97">6828 5479 3713 0,'0'0'2461'0,"0"0"-1724"0,0 0 79 0,-13 38-408 0,7-5-351 0,2 8-57 16,4 4 0-16,0 5 0 0,4 4 0 16,2 2 0-16,0 4 0 0,1-1 0 15,1-2 0-15,-2-1 0 16,0-5 0-16,3-4 0 0,-7-5 0 15,2-6 0-15,-4-4 0 0,0-8 0 16,0-8 0-16,0-6 0 16,0-4 0-16,0-5 0 0,0 0-29 15,0-2-211-15,-6-8-336 0,2-5 312 16,-7-7 264-16,1 0 4 0,-5-3 116 16,3 2 168-16,-5-1 160 15,-3 1-324-15,1 2 1 0,7 7-125 16,-3 5 0-16,9 2 0 0,2 5 0 15,2 0 0-15,-4 1 0 0,4 3 0 16,2 9 0-16,0 9 0 0,4 3 0 16,6 0 0-16,0-1 0 0,5-5 0 15,-5 0 0-15,3-2 0 0,1-2 0 16,-4-2 0-16,1-4 0 0,-1-3 0 16,-2-2 0-16,-4-3 0 15,1 0 0-15,1-6 0 0,0-9 0 16,9-14 0-16,-1-7 0 0,3-8 0 15,9-1 0-15,-1 3 0 0,2 2 0 16,-4 10-429-16,-3 2-2468 0</inkml:trace>
  <inkml:trace contextRef="#ctx0" brushRef="#br0" timeOffset="30916.71">10526 8250 1792 0,'0'0'200'0,"0"0"1681"0,0 0-616 0,0 0-493 16,0 0-156-16,0 0 269 0,-33-24-353 16,29 20-283-16,4 1-249 15,0-1 0-15,0 2 0 0,0 2 0 16,4 0 0-16,6 6 0 0,13 6 0 15,12 4 0-15,6 7 0 0,13 1 0 16,4 1 0-16,10 1 0 0,4-1 0 16,-7-2 0-16,-1 1 0 15,-9-6 0-15,-1-3 0 0,-2-1 0 16,-9-5 0-16,-1-3 0 0,-16-3 0 16,-9-2 0-16,-7 0 0 0,-6-1 0 15,-4 0 0-15,-4-3-497 0,2-1-880 16,-12-6-3801-16</inkml:trace>
  <inkml:trace contextRef="#ctx0" brushRef="#br0" timeOffset="31289.06">10557 8297 5546 0,'0'0'1217'0,"0"0"-481"16,0 0-208-16,0 0-363 0,0 0-165 16,0 0 0-16,0 0 0 0,0 0 0 15,0 0 0-15,14 44 0 0,-1-14 0 16,1-1 0-16,-8 0 0 0,3 0 0 16,-7-2 0-16,-2-3 0 15,0-3-357-15,0-8-623 0,0-5-1694 16,0-8-791-16</inkml:trace>
  <inkml:trace contextRef="#ctx0" brushRef="#br0" timeOffset="31440.98">10431 8166 6266 0,'0'0'849'0,"0"0"7"16,0 0-635-16,0 0-221 0,0 0 0 15,0 0 0-15,58-21 0 0,-11 15 0 16,11-1 0-16,-2 2 0 15,-2 2 0-15,-3 2 0 0,3 1 0 16,-9 0 0-16,-7 0-477 0,-16 0-2568 0</inkml:trace>
  <inkml:trace contextRef="#ctx0" brushRef="#br0" timeOffset="32131.3">11843 8320 4494 0,'0'0'792'0,"0"0"517"0,0 0-405 0,0 0-328 15,-38-38-459-15,18 33-117 0,-1 4 0 16,-6 1 0-16,0 5 0 15,-2 0 0-15,7 1 0 0,1 0 0 0,6 1 0 16,3-1 0-16,4 1 0 16,6-2 0-16,-2 0 0 0,4 2 0 15,0-1 0-15,0 4 0 0,14-1 0 16,13 2 0-16,10-1 0 16,4-3 0-16,7 1 0 0,-7 0 0 15,-3 1 0-15,-7 2 0 0,-9 2 0 16,-7 1 0-16,-9 5 0 0,-6-3 0 15,0 1 0-15,-10 1 0 0,-3-2 0 16,-5 1 0-16,-3-1 0 0,-2-1 0 16,-4-4 0-16,3-3 0 15,1-2 0-15,-2-2 0 0,4-4 0 16,5-4 0-16,5-7-141 0,5-6-511 16,6-6-909-16,0 4-140 0,0-6-420 0</inkml:trace>
  <inkml:trace contextRef="#ctx0" brushRef="#br0" timeOffset="32331.29">12111 7936 4714 0,'0'0'1416'0,"0"0"-651"16,0 0-49-16,0 0-340 0,-6 34-328 16,2 0 76-16,-2 9-91 15,2 5-33-15,4 0 0 0,-2 3 0 16,-3 4 0-16,1 0 0 0,4 3 0 15,-2-3 0-15,-2-2 0 0,0-6 0 16,-2-5 0-16,6-6 0 0,-4-11-941 16,4-9-604-16,-2-11-852 0</inkml:trace>
  <inkml:trace contextRef="#ctx0" brushRef="#br0" timeOffset="32499.86">11971 8375 6346 0,'0'0'1157'0,"0"0"-468"15,0 0-689-15,0 0 0 0,29-38 0 16,2 31 0-16,6 3 0 0,0 2 0 16,4 2 0-16,-1 2-201 0,1 4-767 15,-4 3 7-15,-12-1-1272 0,-4 2 480 16</inkml:trace>
  <inkml:trace contextRef="#ctx0" brushRef="#br0" timeOffset="32826.93">12353 8399 3457 0,'0'0'1717'0,"0"0"-501"0,-31-5-47 16,8 0-805-16,-1-1-95 0,3 4-269 15,0 2 0-15,5 2 0 0,-1 9 0 16,3 3 0-16,1 2 0 0,5 2 0 16,6 0 0-16,2-2 0 0,0-2 0 15,2 0 0-15,8-4 0 16,5-3 0-16,-1-1 0 0,-1-5 0 16,3-1 0-16,5 0 0 0,-7-1 0 15,7-2 0-15,-4 1 0 0,3 2 0 16,-3 2 0-16,-1 1-365 0,5 2-107 15,0 1-140-15,-1 0 219 0,1 1 21 16,-4-1 132-16,3 0 228 16,-5-1 12-16,-3-1 28 0,-8-2-20 15,2-1 148-15,-6 0 204 0,0-1 1 16,-2 0 243-16,-6-1 144 0,-4-6-547 16,-3-2-201-16,3-3 0 15,1-2 0-15,3 1 0 0,6-2 0 16,-2 0 0-16,4 1 0 0,6-1 0 15,-2-1 0-15,7-3 0 0,3-2-697 16,-8 4-572-16,5-4-816 0</inkml:trace>
  <inkml:trace contextRef="#ctx0" brushRef="#br0" timeOffset="33013.11">12669 7962 7147 0,'0'0'680'15,"0"0"-315"-15,0 0-365 0,-16 48 0 16,16-7 0-16,4 9 0 0,6 3 0 16,7 0 0-16,-1 2 0 0,-1 0 0 15,-5 1 0-15,-4-3 0 0,-6 1 0 16,0-3 0-16,-2-6 0 0,-2-13-645 16,-6-6-1120-16</inkml:trace>
  <inkml:trace contextRef="#ctx0" brushRef="#br0" timeOffset="33140.25">12537 8521 7199 0,'0'0'993'16,"0"0"-993"-16,41-45 0 15,1 25 0-15,5-2 0 0,1 2 0 16,6 1 0-16,1 2 0 0,-1-3 0 16,-12 7-1581-16,-5-4-2361 0</inkml:trace>
  <inkml:trace contextRef="#ctx0" brushRef="#br0" timeOffset="33746.65">13225 8454 1660 0,'0'0'328'0,"0"0"1521"0,0 0-1521 16,0 0-172-16,0 0-136 0,0 0-16 16,0 0-4-16,0 0 0 0,0 0-8 15,25-13 8-15,-19 14 41 0,1 0 135 16,-3-1 180-16,-4 0 724 0,0 0-151 16,-4 0-49-16,-3-1-487 15,-9-3-393-15,1 1 0 0,-1 0 0 16,-5 1 0-16,5 2 0 0,-1 5 0 15,3 3 0-15,-1 9 0 0,5 2 0 16,4 2 0-16,-1 3 0 0,3-3 0 16,4-2 0-16,4-1 0 15,1-6 0-15,1-2 0 0,4-4 0 16,3-5 0-16,5-1 0 0,-1-6 0 16,3-6 0-16,-3-2 0 0,-1-1 0 15,1 0 0-15,2 2 0 0,-9 4 0 16,-4 4 0-16,0 4 0 15,-2 1 0-15,3 6 0 0,-3 6 0 16,0 5 0-16,-2-1 0 0,2-5 0 16,-2-3 0-16,6-4 0 0,-1-4 0 15,9-2-97-15,-1-10-1311 0,-5-1-417 16,0-6-1217-16</inkml:trace>
  <inkml:trace contextRef="#ctx0" brushRef="#br0" timeOffset="33931.15">13509 7968 6927 0,'0'0'908'0,"0"0"-551"0,0 0-357 0,0 0 0 15,0 0 0-15,-21 65 0 16,19-22 0-16,-2 6 0 0,0 1 0 16,4 6 0-16,0 1 0 0,0 1 0 15,-7 1 0-15,3 0 0 0,2-2 0 16,-2-7 0-16,0-13-229 15,-2-7-1384-15</inkml:trace>
  <inkml:trace contextRef="#ctx0" brushRef="#br0" timeOffset="34071.18">13349 8417 4622 0,'0'0'3149'15,"0"0"-2728"-15,0 0-421 0,34-24 0 16,-8 15 0-16,5-1 0 0,5 1 0 15,-3 0 0-15,2-2 0 0,-6 1-873 16,0-1-2721-16</inkml:trace>
  <inkml:trace contextRef="#ctx0" brushRef="#br0" timeOffset="34633.21">14102 7968 3829 0,'0'0'1977'0,"0"0"-1088"15,0 0 207-15,0 0-695 0,-48 34-401 16,28 3 0-16,-1 9 0 15,4 5 0-15,11 2 0 0,-2 1 0 0,8-1 0 16,-2 0 0-16,2-2 0 16,0-1 0-16,0-5 0 0,2-6 0 15,2-8 0-15,6-8 0 0,1-10 0 16,5-9 0-16,5-6 0 0,0-12 0 16,1-7 0-16,-3-6 0 15,-2-1 0-15,-7-2 0 0,-8 5 0 16,-2 6 0-16,-12 5 0 0,-9 8 0 15,-6 5 0-15,-4 3 0 0,0 6 0 16,8 1 0-16,5 1 0 0,7-1 0 16,5-1 0-16,2-2-545 15,4-2-644-15,10 2 405 0,9-2 28 16,2 1-609-16,8-4 5 0</inkml:trace>
  <inkml:trace contextRef="#ctx0" brushRef="#br0" timeOffset="34881.17">14234 8512 4922 0,'0'0'2025'0,"0"0"-1133"16,0 0-539-16,48-49-353 0,-34 26 0 15,-3 1 0-15,-1-1 0 0,-4-1 0 16,0 0 0-16,-2 3 0 0,-4 2 0 16,0 4 0-16,-4 6 0 15,-8 7 0-15,-5 3 0 0,-7 9 0 16,3 9 0-16,-2 5 0 0,2 3 0 15,1 1 0-15,5 0 0 0,9-3 0 16,6 0 0-16,4-1 0 0,7-1 0 16,5 1 0-16,5-1 0 15,6-4 0-15,6-3-453 0,-2-4-411 16,-6-4-1473-16,-5-4-993 0</inkml:trace>
  <inkml:trace contextRef="#ctx0" brushRef="#br0" timeOffset="35320.21">14538 8442 2417 0,'0'0'4258'0,"0"0"-3546"16,-37-44-160-16,20 34-299 15,-1 1-253-15,-5 6 0 0,2 3 0 16,5 5 0-16,-5 6 0 0,7 8 0 15,1 3 0-15,3 3 0 0,6 1 0 16,4-2 0-16,10-1 0 0,7-7 0 16,3-2 0-16,7-5 0 15,4-7 0-15,6-2 0 0,-6-7 0 16,5-2 0-16,-14-1 0 0,-5 1 0 16,-7 1 0-16,-2 3 0 0,-6 0 0 15,-2 0 0-15,0-1 0 0,0 1 0 16,0 3 0-16,-6 2 0 0,6 12 0 15,-4 9 0-15,4 9 0 0,0 4 0 16,0 3 0-16,0-2 0 16,0 2 0-16,-2 2 0 0,-6 2 0 15,-3 2 0-15,-5-1 0 0,-7-1 0 16,-8-1 0-16,0-6 0 16,0-4 0-16,-6-6 0 0,10-11 0 15,0-7 0-15,9-8 0 0,5-12 0 16,9-12 0-16,4-9 0 0,6-9-369 15,5-7 37-15,9-4 40 0,5 3-188 16,2 2-89-16,-2 15-311 0,-2 2-1713 0</inkml:trace>
  <inkml:trace contextRef="#ctx0" brushRef="#br0" timeOffset="35472.18">14668 8418 7503 0,'0'0'689'0,"-8"42"-689"0,2-15 0 0,2 1 0 0,4 2 0 0,-2-5 0 16,4-3 0-16,2-3 0 16,6-4 0-16,0-6 0 0,1-7-613 15,-1-2-656-15,-6-4-3121 0</inkml:trace>
  <inkml:trace contextRef="#ctx0" brushRef="#br0" timeOffset="35592.97">14796 8099 5646 0,'0'0'0'16,"0"0"-96"-16,0 0-56 0,0 0-748 16,38 33-453-16</inkml:trace>
  <inkml:trace contextRef="#ctx0" brushRef="#br0" timeOffset="35844.18">14805 8601 4289 0,'0'0'1329'0,"6"34"-481"16,0-26 181-16,-2-6-569 0,2-6-223 15,5-12-237-15,3-13 0 0,3-7 0 16,-7-3 0-16,0 1 0 16,-5 11 0-16,-3 8 0 0,2 7 0 15,-4 8 0-15,0 3 0 0,0 1 0 16,2 4 0-16,-2 6 0 0,8 5 0 16,-2 4 0-16,1 1 0 15,3 0 0-15,-6 0 0 0,2 2 0 16,-2 0 0-16,-4 2 0 0,0-2 0 15,0-1 0-15,0-5 0 0,0-7 0 16,4-4 0-16,-1-5-85 0,1 0-2036 16,2-8-552-16</inkml:trace>
  <inkml:trace contextRef="#ctx0" brushRef="#br0" timeOffset="36129.5">15053 8443 7335 0,'0'0'520'0,"0"0"-228"15,0 0-247-15,0 0-45 0,-11 56 0 16,11-30 0-16,0-1 0 16,0-5 0-16,5-4 0 0,1-1 0 15,-6-6 0-15,4-4 0 0,-2-3 0 16,-2-2 0-16,4-4 0 0,0-10 0 16,2-10 0-16,1-6 0 15,3-3 0-15,-4 3 0 0,2 6 0 16,3 3 0-16,-5 8 0 0,0 7 0 15,-2 2 0-15,0 4 0 0,7 3 0 16,1 9 0-16,3 2 0 0,-3 7 0 16,-4 1 0-16,-1-2 0 0,-1 0 0 15,-2-2 0-15,-2-2 0 0,0-3 0 16,0-3 0-16,-2-2 0 0,0-3-685 16,-2-2-660-16,0-2-363 0</inkml:trace>
  <inkml:trace contextRef="#ctx0" brushRef="#br0" timeOffset="36286.61">15348 8476 6939 0,'0'0'1132'15,"0"0"-1011"-15,0 0-121 0,0 0 0 16,0 0 0-16,0 0 0 0,0 0 0 16,-12 59 0-16,6-30 0 15,2-7 0-15,4-5 0 0,6-7 0 16,0-5-657-16,-2-2-776 0,2-6-4353 0</inkml:trace>
  <inkml:trace contextRef="#ctx0" brushRef="#br0" timeOffset="36435.8">15435 8181 7659 0,'0'0'533'0,"0"0"-533"0,0 0 0 0,0 0 0 15,0 0 0-15,0 0 0 16,39-7-1105-16,-34 18-836 0,5 6-1065 15</inkml:trace>
  <inkml:trace contextRef="#ctx0" brushRef="#br0" timeOffset="37026.68">15505 8617 6378 0,'0'0'913'16,"0"0"-357"-16,0 0-211 15,0 0-345-15,11-37 0 0,-7 14 0 16,0-3 0-16,2-2 0 0,0 1 0 15,5 1 0-15,3 0 0 0,-1 4 0 16,3 5 0-16,-5 7 0 0,-1 7 0 16,-6 5 0-16,-4 12 0 0,0 6 0 15,-4 4 0-15,-2 2 0 0,2-2-161 16,-3-3 37-16,7-2 28 0,0-6-92 16,11-2 48-16,-5-3 96 15,4-3-72-15,1-1 44 0,3-4 60 16,1-3 0-16,1-6-52 0,-4-2 36 15,-1-2 24-15,-3-1 4 0,-6-1 0 16,2-1 124-16,-4 2 20 16,-4-1 72-16,-2 4 120 0,2 4-95 15,2 1-241-15,-2 5 0 0,-1-1 0 16,-1 2 0-16,2 2 0 0,2 5 0 16,2 1 0-16,2 5 0 15,2 1 0-15,2-3 0 0,3-3 0 16,-7-3 0-16,2 0 0 0,-4-1 0 15,6 1 0-15,-2-1 0 0,-4-1 0 16,2-1 0-16,-2 1 0 0,2 2 0 16,0 10 0-16,5 15 0 0,3 9 0 15,0 8 0-15,1 3 0 0,-1-2 0 16,0 1 0-16,-1 1 0 16,-7-1 0-16,-2 1 0 0,-7 1 0 15,-9 0 0-15,-9 2 0 0,-8-3 0 16,-6-4 0-16,-9-6 0 0,5-8 0 15,-5-10 0-15,3-6 0 16,1-9 0-16,3-7 0 0,8-10 0 16,4-14 0-16,2-11 0 0,11-6 0 15,1-8 0-15,13 2 0 0,2 1 0 16,17 3 0-16,7 4 0 16,10 1 0-16,3-3 0 0,4-3 0 15,-6 9 0-15,-6-5-1349 0</inkml:trace>
  <inkml:trace contextRef="#ctx0" brushRef="#br0" timeOffset="37573.24">16535 7977 1724 0,'0'0'2902'0,"0"0"-2030"0,0 0-316 15,27-33 301-15,-27 32-365 0,-2 1-80 16,-13 5-35-16,-8 10-377 0,-5 10 0 16,-6 7 0-16,3 8 0 15,5 6 0-15,-1 8 0 0,2 6 0 16,8 6 0-16,3 1 0 0,4 1 0 16,8-2 0-16,4-3 0 15,6-3 0-15,8-6 0 0,7-9 0 16,2-8 0-16,10-9 0 0,-2-10 0 15,11-7 0-15,-3-10 0 0,-10-1-1257 16,0-5-1060-16</inkml:trace>
  <inkml:trace contextRef="#ctx0" brushRef="#br0" timeOffset="38112.01">16655 8350 6402 0,'0'0'941'0,"0"0"-253"0,0 0-527 15,-31 42-161-15,20-5 0 0,-1 2 0 16,2-1 0-16,1-7 0 0,3-5 0 16,6-4 0-16,0-6 0 0,0-6 0 15,4-4 0-15,-2-5 0 0,3-1 0 16,5-10 0-16,2-10 0 0,3-8 0 16,1-5 0-16,1 1 0 15,-7 4 0-15,1 3 0 0,-3 5 0 16,-2 6 0-16,0 6 0 0,-6 7 0 15,4 2 0-15,-4 10 0 0,4 9 0 16,-1 3 0-16,1 4 0 16,-4-3 0-16,4-7 0 0,-2-3 0 15,4-5 0-15,-2-3 0 0,0-4 0 16,-2-2 0-16,3-4 0 0,5-7 0 16,0-6 0-16,1-6 0 15,1-1 0-15,-2 3 0 0,1 4 0 16,-3 5 0-16,-6 5 0 0,2 5 0 15,-4 2 0-15,4 3 0 0,-4 10 0 16,0 8 0-16,2 7 0 0,-2 0 0 16,0-1 0-16,4-6 0 0,3-4 0 15,3-4 0-15,4-2 0 0,3-4-133 16,-7-5-1159-16,7-2-477 0</inkml:trace>
  <inkml:trace contextRef="#ctx0" brushRef="#br0" timeOffset="38454.44">17058 8362 6350 0,'0'0'497'0,"0"0"379"0,-35-42-407 0,24 36-469 16,5 1 0-16,-4 5 0 0,0 6 0 16,-5 7 0-16,-1 9 0 15,1 5 0-15,3 1 0 0,-3 2 0 16,9-2 0-16,2-2 0 0,4-2 0 15,6-5 0-15,6-5 0 0,5-6 0 16,0-5 0-16,5-4 0 0,-3-7 0 16,-3-2 0-16,1-3 0 0,-3 1 0 15,-3 0 0-15,-5 3 0 16,-2 2 0-16,-2 3 0 0,-2 2 0 0,0-1 0 16,0 3 0-16,4 0 0 15,-4 8 0-15,0 5 0 0,0 3 0 16,6-1 0-16,5-3 0 0,3-2 0 15,3-3-785-15,8-4-280 0,-7-3 69 16,3 0-1697-16</inkml:trace>
  <inkml:trace contextRef="#ctx0" brushRef="#br0" timeOffset="38814.06">17333 8352 5578 0,'0'0'1285'0,"0"0"-449"0,0 0-343 15,-15-35-493-15,9 32 0 0,0 0 0 16,-4 1 0-16,-7 2 0 0,-4 6 0 16,3 4 0-16,-5 3 0 0,9 2 0 15,3 0 0-15,5 0 0 0,6 0 0 16,0 0 0-16,10-2 0 16,1-3 0-16,5-3 0 0,9-3 0 15,-2-3 0-15,2-1 0 0,-5-1 0 16,3-1 0-16,-2 0 0 0,-5 2-41 15,-1 0-243-15,-9 0 104 0,-2 4 128 16,-4 2 52-16,-6 5 120 16,-5 5 188-16,-3 2-179 0,-3-1-129 15,-3-1 0-15,5-4 0 0,-3-1 0 16,-1-1 0-16,7-3 0 0,1-3 0 16,3-3 0-16,2-1 0 15,4 0 0-15,2 0 0 0,0 0-77 16,2-3-743-16,12-3 156 0,-3 2-1173 15,5-5-152-15</inkml:trace>
  <inkml:trace contextRef="#ctx0" brushRef="#br0" timeOffset="39123.21">17620 8322 3629 0,'0'0'3726'0,"0"0"-3186"0,-41-19-243 16,26 17-297-16,-1 2 0 0,-5 2 0 15,5 6 0-15,-1 2 0 0,-2 2 0 16,9 1 0-16,0 1 0 16,8 1 0-16,4 0 0 0,6-1 0 15,4-1 0-15,7-1 0 0,4-3 0 16,0 0 0-16,1-2 0 0,1 1 0 16,-2-2 0-16,2 2 0 15,-3-1 0-15,-3 2 0 0,-7 2 0 16,-5-1 0-16,-3 1 0 0,-4 1 0 15,-4 2 0-15,-7 0 0 0,-1 0 0 16,-3-1 0-16,-5-2 0 0,3-2 0 16,-3-5 0-16,3-1 0 0,7-3 0 15,-1-1 0-15,7-9 0 0,-2 1-2394 16,6-7-1179-16</inkml:trace>
  <inkml:trace contextRef="#ctx0" brushRef="#br0" timeOffset="40507.97">18164 8428 6603 0,'0'0'736'16,"0"0"117"-16,0 0-853 0,0 0 0 15,0 0 0-15,-23 54 0 0,13-23 0 16,6-4 0-16,-1-6 0 16,3-3 0-16,2-6 0 0,0-2 0 15,0-5 0-15,5-3 0 0,3-2 0 16,6-11-581-16,1-1-1772 0,-3-9-765 0</inkml:trace>
  <inkml:trace contextRef="#ctx0" brushRef="#br0" timeOffset="40646.78">18251 8183 6350 0,'0'0'469'0,"0"0"619"16,0 0-803-16,0 0-285 0,0 0 0 15,0 0 0-15,0 0 0 0,0 0-557 16,0 0-251-16,18 37-305 0,-3-24-1616 16</inkml:trace>
  <inkml:trace contextRef="#ctx0" brushRef="#br0" timeOffset="40923.98">18368 8426 4798 0,'0'0'1448'16,"0"0"-587"-16,0 0 163 0,0 0-963 15,0 0-61-15,0 0 0 0,-37-33 0 16,27 25 0-16,-3 1 0 0,3 2 0 16,2 4 0-16,6 1 0 15,-2 1 0-15,4 5 0 0,0 8 0 16,6 4 0-16,2 2 0 0,2 0 0 15,3 0 0-15,3-1 0 0,-1 1 0 16,1-2 0-16,1 0 0 0,-3 0 0 16,3-3 0-16,-7-1 0 0,-6-1 0 15,-4-2 0-15,-4 0 0 0,-8 0 0 16,-5-1 0-16,-1-2 0 0,-5-2 0 16,2-4 0-16,1-2 0 15,3-3 0-15,7-6-277 0,2-1-911 16,8-2-2222-16</inkml:trace>
  <inkml:trace contextRef="#ctx0" brushRef="#br0" timeOffset="41361.97">19088 8483 4890 0,'0'0'1536'0,"0"0"-523"15,0 0-260-15,-42-34-753 0,24 28 0 16,-1 4 0-16,3 0 0 0,1 2 0 15,3 1 0-15,1 6 0 0,1 3 0 16,2 3 0-16,0 3 0 16,-1 1 0-16,3 1 0 0,2 0 0 15,4-1 0-15,0-3 0 0,8-1 0 16,3-3 0-16,-1-2 0 0,2-1 0 16,3-4 0-16,1-3 0 15,-1 0 0-15,1-2 0 0,-1-3 0 16,-3 0 0-16,1 1 0 0,-5 1 0 15,-2 3 0-15,-2 3 0 0,-4 9 0 16,0 4 0-16,-6 5 0 0,-2 3 0 16,2-5 0-16,-1-2 0 0,3-4 0 15,4-7 0-15,6-4 0 0,9-11 0 16,-3-1-1093-16,3-10-592 0</inkml:trace>
  <inkml:trace contextRef="#ctx0" brushRef="#br0" timeOffset="41573.9">19299 7982 7119 0,'0'0'604'15,"0"0"-296"-15,0 0-147 0,0 0-161 16,10 33 0-16,-10 8 0 0,-4 10 0 16,-2 6 0-16,-1 0 0 15,7 1 0-15,-4-2 0 0,4-1 0 16,-6-3 0-16,6-2 0 0,-4-3 0 15,-2-6 0-15,4-6 0 0,-7-11-1413 16,7-10-860-16,-6-11-1877 0</inkml:trace>
  <inkml:trace contextRef="#ctx0" brushRef="#br0" timeOffset="41714.24">19189 8397 5202 0,'0'0'1525'15,"0"0"-60"-15,0 0-1465 0,0 0 0 16,52-43 0-16,-17 34 0 0,-2-1 0 15,-2 2 0-15,10 2 0 0,1 0 0 16,1 0 0-16,-12 3-1269 0,-4-4-1805 16</inkml:trace>
  <inkml:trace contextRef="#ctx0" brushRef="#br0" timeOffset="42158.59">19853 8690 1468 0,'0'0'2625'16,"0"0"-2088"-16,0 0-61 0,0 0 276 15,0 0-304-15,0 0-79 0,0 0 215 16,-9-40-208-16,9 22-96 0,0-2-3 16,4-1-277-16,7 1 0 0,-1 0 0 15,0 4 0-15,-1 6 0 0,-1 5 0 16,-2 1 0-16,9 2 0 0,-3 1-1053 16,7 1-20-16,-7-1-231 15,-4 1-1982-15</inkml:trace>
  <inkml:trace contextRef="#ctx0" brushRef="#br0" timeOffset="42421.18">20028 8634 4582 0,'0'0'1020'15,"42"4"-244"-15,-20-11 325 0,1-3-633 16,-4-1-223-16,-5-1-245 0,-3-1 0 16,-5 0 0-16,-6-1 0 15,0-1 0-15,0 0 0 0,-2 0 0 16,-7 1 0-16,-3 2 0 0,-2 3 0 15,-7 4 0-15,4 5 0 0,-1 5 0 16,1 7 0-16,1 6 0 0,-1 6 0 16,7 1 0-16,-1 3 0 0,5 1 0 15,6-3 0-15,6 1 0 0,7-6 0 16,10-2-101-16,3-6-423 0,8-6-280 16,3-4 351-16,0-3 89 15,-2-8-380-15,0-2 72 0,-10-1-269 16,-4 0-772-16</inkml:trace>
  <inkml:trace contextRef="#ctx0" brushRef="#br0" timeOffset="42692.18">20384 8501 3569 0,'0'0'1245'15,"0"0"-397"-15,-15-37 273 0,5 33-609 16,0 2-72-16,-7 2-8 0,-1 5-407 16,-1 3-25-16,2 2 0 15,3-1 0-15,6 2 0 0,2-2 0 16,6-3 0-16,0 3 0 0,4-1 0 15,2 4 0-15,10 0 0 0,-1-1 0 16,1-2 0-16,5-1 0 0,-11 0 0 16,7 1 0-16,-5-1 0 0,-3-1 0 15,-3-1 0-15,-2-3 0 0,-4 1 0 16,0 2 0-16,-2 5 0 16,-11 5 0-16,-3 1 0 0,-3-2 0 15,-1-1 0-15,3-6 0 0,5-2 0 16,1-4 0-16,5-2 0 0,6-2 0 15,0-8-337-15,8-13-503 0,5-7 43 16,3 1-1416-16,3-3-736 0</inkml:trace>
  <inkml:trace contextRef="#ctx0" brushRef="#br0" timeOffset="42885.74">20560 8143 5206 0,'0'0'1080'0,"0"0"-427"16,0 0-389-16,10 38 64 0,-6 2 172 15,-4 10-339-15,0 3-161 0,2 2 0 16,0 3 0-16,0 1 0 0,2 2 0 16,1-1 0-16,-3-4 0 0,6-4 0 15,-6-3 0-15,4-7 0 0,-4-8 0 16,-2-11-221-16,0-10-1179 0,-4-9-3627 16</inkml:trace>
  <inkml:trace contextRef="#ctx0" brushRef="#br0" timeOffset="43020.94">20425 8633 7307 0,'0'0'885'16,"0"0"-885"-16,0 0 0 0,0 0 0 15,39-22 0-15,-5 14 0 0,1-2 0 16,2 2 0-16,-6 0 0 0,4 1 0 16,-2-2 0-16,-2-1 0 15,0-3 0-15,-12 2-1133 0,-1-2-2813 0</inkml:trace>
  <inkml:trace contextRef="#ctx0" brushRef="#br0" timeOffset="43305.27">20936 8039 6074 0,'0'0'821'16,"0"0"219"-16,0 0-783 0,0 0-257 15,37 32 0-15,-12 8 0 0,2 16 0 16,2 9 0-16,2 1 0 0,0 4 0 16,6 1 0-16,-6 0 0 15,-10 1 0-15,-15 0 0 0,-6-2 0 16,-17-1 0-16,-6-9 0 0,-5-5 0 16,-3-7 0-16,2-11 0 15,0-8 0-15,2-9 0 0,2-11 0 16,6-9 0-16,5-2 0 0,4-3-373 15,3-3-2316-15</inkml:trace>
  <inkml:trace contextRef="#ctx0" brushRef="#br0" timeOffset="45816.18">10642 3089 2593 0,'0'0'1544'0,"0"0"-823"0,0 0-297 16,0 0 60-16,-19 50 220 15,4-17-315-15,1 7-61 0,-3 4 156 16,1 2-264-16,-1 5 0 0,-1 6-139 16,1 6-81-16,-3 8 0 0,3 8 0 15,-4 5 0-15,1 5 0 0,3 0 0 16,1 0 0-16,1 0 0 0,5-3 0 15,-1-1 0-15,1-5 0 16,4-3 0-16,0-2 0 0,6-3 0 16,0 3 0-16,0-4 0 0,0 2 0 15,-4-5 0-15,-1 2 0 16,3-6 0-16,-6-2 0 0,2-4 0 16,0-6 0-16,0-6 0 0,-3-9 0 15,7-5 0-15,-2-8 0 0,-2-8 0 16,2-4 0-16,4-6 0 15,-4-2 0-15,2-2 0 0,2-2 0 16,-5 1 0-16,1-1 0 0,2 0 0 16,-2 0 0-16,0-1 0 0,2-1 0 15,-2-3 0-15,-2-5 0 0,-1-5 0 16,-3-7 0-16,2-2 0 0,-3-5 0 16,1 2 0-16,-2-4 0 0,-3 3 0 15,3 2 0-15,-7 1 0 0,7 7 0 16,1 6 0-16,7 7 0 15,4 3 0-15,0 2 0 0,0 0 0 16,0 8 0-16,4 11 0 0,3 6 0 16,-1 4 0-16,2 3 0 0,2-3 0 15,1 1 0-15,1-2 0 16,3-3 0-16,-5-5 0 0,2-5 0 16,-1-7 0-16,-3-7 0 0,4-4 0 15,-1-10 0-15,3-10 0 0,3-7 0 16,-1-6 0-16,5-6 0 15,0-2 0-15,5-3 0 0,1-2 0 16,2-5 0-16,-6 11-313 0,-2-3-3721 0</inkml:trace>
  <inkml:trace contextRef="#ctx0" brushRef="#br0" timeOffset="46742.67">10582 3166 984 0,'0'0'1108'0,"0"0"753"0,0 0-456 15,0 0-641-15,0 0-215 0,0 0 199 16,16-55-364-16,1 23-68 0,3-8-243 15,11-4-73-15,7-5 0 0,3-3 0 16,2 0 0-16,13 0 0 16,-2 2 0-16,-2 4 0 0,-1 2 0 15,-7 3-577-15,-13 10-1240 0,-4-1-1040 0</inkml:trace>
  <inkml:trace contextRef="#ctx0" brushRef="#br0" timeOffset="47677.06">11324 2103 5994 0,'0'0'625'0,"0"0"-73"16,0 0 456-16,0 0-995 0,0 0-13 15,-17 44 0-15,13-7 0 16,4 9 0-16,4 5 0 0,2-1 0 15,5-2 0-15,3-6 0 0,3-3 0 16,3-9 0-16,7-10 0 16,4-8 0-16,-4-10 0 0,0-5 0 15,-2-10 0-15,-2-9 0 0,-5-5 0 16,-1-5 0-16,-3-3 0 0,-8-1 0 16,-4 2 0-16,-2 0 0 0,-2 3 0 15,-4 2 0-15,-4 2 0 0,-5 2-89 16,9 6-1079-16,-2 5-417 0</inkml:trace>
  <inkml:trace contextRef="#ctx0" brushRef="#br0" timeOffset="48066.07">11638 2586 3741 0,'6'55'508'15,"4"-3"-239"-15,1 1 583 0,-5-11-308 16,-2-8-12-16,0-9 285 16,-2-10-389-16,2-7-156 0,-4-5-43 15,0-7-229-15,0-10 0 0,0-16 0 16,-6-11 0-16,6-10 0 0,-4-6 0 16,-2 0 0-16,-2-6 0 0,1-2 0 15,3 0 0-15,4 2 0 0,4 8 0 16,3 7 0-16,7 8 0 0,7 2 0 15,-1 4 0-15,3 5 0 0,-2 8 0 16,-7 5 0-16,-1 9 0 0,-3 2 0 16,-2 5 0-16,5 4 0 15,-5 10 0-15,-2 6 0 0,5 6 0 16,-11 4 0-16,-7-2 0 0,-7 1 0 16,-7 2 0-16,1-3 0 0,-7-1 0 15,2-2 0-15,2-6 0 16,2-3 0-16,7-8 0 0,4-6 0 15,8-2-825-15,2-8-2789 0</inkml:trace>
  <inkml:trace contextRef="#ctx0" brushRef="#br0" timeOffset="48469.39">12285 1660 3225 0,'0'0'2741'0,"0"0"-1980"16,0 0-17-16,0 0-376 0,0 69-15 0,10-22-353 15,7 7 0-15,3-2 0 0,1-4 0 16,0 0 0-16,-5-3 0 0,-1 1 0 15,-5-3 0-15,-4-3 0 0,-6-7 0 16,4-4 0-16,-4-9 0 16,-4-8-2042-16,0-6-1115 0</inkml:trace>
  <inkml:trace contextRef="#ctx0" brushRef="#br0" timeOffset="48607.78">12299 2057 6054 0,'0'0'244'15,"27"-36"165"-15,-4 18 427 0,2 6-480 16,2 5-104-16,-3 5-211 0,-1 2-41 16,2 7 0-16,-4 1-681 15,-5-2-884-15,-5-3-872 0</inkml:trace>
  <inkml:trace contextRef="#ctx0" brushRef="#br0" timeOffset="48854.14">12593 2042 6979 0,'0'0'984'0,"-46"22"-755"16,30-2-229-16,1 4 0 16,5 5 0-16,4 0 0 0,6 2 0 15,14 0 0-15,3-4 0 0,10-4 0 16,4-9 0-16,0-4 0 0,2-7 0 16,4-7 0-16,-6-8 0 0,0-6 0 15,-6-8 0-15,-9-2 0 16,-5-2 0-16,-9-1 0 0,-2 0 0 15,-6-2 0-15,-5 3 0 0,-1 1 0 16,-7 1 0-16,-3 4 0 16,-3 3 0-16,4 5 0 0,5 6-2126 15,-1-2-2488-15</inkml:trace>
  <inkml:trace contextRef="#ctx0" brushRef="#br0" timeOffset="49463.09">13440 1858 4510 0,'0'0'904'0,"0"0"-28"0,0 0-319 0,0 0-105 16,-12 68 328-16,12-18-667 0,0 5-113 16,0-1 0-16,0-7 0 0,0-3 0 15,-4-7 0-15,0-5 0 16,2-8 0-16,-2-8 0 0,4-9 0 15,0-5 0-15,0-2 0 0,0-12 0 16,6-12 0-16,2-11 0 16,-2-8 0-16,5-3 0 0,-1 1 0 15,2 2 0-15,3 2 0 0,1 7 0 16,-1 10 0-16,-5 11 0 0,-4 8 0 16,-2 7 0-16,-1 14 0 0,1 8 0 15,-4 8 0-15,4 3 0 0,-2-1 0 16,6-3 0-16,-2-2 0 0,7-4 0 15,1-6 0-15,3-7 0 0,1-7 0 16,1-5-345-16,-5-4-871 16,1-6-2042-16</inkml:trace>
  <inkml:trace contextRef="#ctx0" brushRef="#br0" timeOffset="49741.18">13833 1985 7743 0,'0'0'449'15,"0"0"-449"-15,-47-13 0 0,28 14 0 16,2 6 0-16,1 5 0 16,-1 2 0-16,3 2 0 0,-3 2 0 15,7-1 0-15,4 4 0 0,6-1 0 16,0-1 0-16,10-1 0 0,3-3 0 16,7-6 0-16,7-4 0 0,0-5 0 15,-2-1 0-15,-5-7 0 0,3-3 0 16,-4-3 0-16,-7-3 0 0,-3-2 0 15,-7-1 0-15,-2-3 0 0,-7 2 0 16,1 0 0-16,-4 1 0 16,-5 2 0-16,1 2 0 0,-3 2 0 15,7 3-2094-15,8-1-431 0</inkml:trace>
  <inkml:trace contextRef="#ctx0" brushRef="#br0" timeOffset="50114.1">14013 1841 6434 0,'0'0'1077'16,"-27"48"-396"-16,11-14-681 16,-3 3 0-16,7 1 0 0,5-3 0 15,3-6 0-15,8-3 0 0,5-8 0 16,9-5 0-16,3-5 0 0,0-4 0 16,1-4 0-16,-1-4 0 0,0-9 0 15,-1 0 0-15,-3-7 0 0,-3-2 0 16,-3 0 0-16,-5-2 0 0,0 2 0 15,0 2 0-15,-6 5 0 0,0 6 0 16,0 6 0-16,0 3 0 0,0 3 0 16,0 11 0-16,4 11 0 15,3 6 0-15,1 0 0 0,4-6 0 16,7-10 0-16,0-4 0 0,5-7 0 16,-1-4 0-16,2 0 0 0,-4-7 0 15,-7-2 0-15,-2-5 0 16,-5-3 0-16,-3-1 0 0,-4-2 0 15,-4-1 0-15,-9-3 0 0,-3 1 0 16,-3 0 0-16,3 5 0 16,5 5 0-16,7 6 0 0,4 4-289 15,0 2-931-15,10 1-717 0</inkml:trace>
  <inkml:trace contextRef="#ctx0" brushRef="#br0" timeOffset="76004.78">25407 623 1612 0,'0'0'1913'0,"0"-33"-744"15,-10 23-637-15,1 3 64 0,-1 1 265 16,2 2-433-16,2 0-76 0,-1 3 208 16,3-2-391-16,-2 1-169 15,-2-1 0-15,-7-1 0 0,-7 2 0 16,-5 2 0-16,-6 1 0 0,-3 6 0 16,-1 1 0-16,0 6 0 0,-4 3 0 15,-1 9 0-15,-1 3 0 16,2 1 0-16,5 3 0 0,12 0 0 15,7 1 0-15,7 5 0 0,8 6 0 16,4 4 0-16,14 3 0 16,7 2 0-16,10 1 0 0,4 8 0 15,9 2 0-15,-1 4 0 0,9 6 0 16,2 3 0-16,0 1 0 0,-1 4 0 16,-3-2 0-16,-2 0 0 0,-7-2 0 15,-8-3 0-15,-8-5 0 0,-12-4 0 16,-13-6 0-16,-6-6 0 0,-21-1 0 15,-12-7 0-15,-15-4 0 0,-12-8 0 16,-13-3 0-16,-3-7 0 0,-7-8 0 16,4-9 0-16,7-7 0 15,14-3 0-15,16-4 0 0,17 1-9 16,15 4-1579-16,10 1-225 0,4 0-716 0</inkml:trace>
  <inkml:trace contextRef="#ctx0" brushRef="#br0" timeOffset="76472.03">25264 2760 5486 0,'0'0'736'0,"0"0"41"0,0 0-121 0,58 7-156 0,-25-7-463 15,5-3-37-15,5-4 0 0,2-2 0 16,3-1 0-16,-1-1 0 0,-3 0 0 16,-7 2 0-16,-4 1 0 15,-12 2-1966-15,-5-3-859 0</inkml:trace>
  <inkml:trace contextRef="#ctx0" brushRef="#br0" timeOffset="77064">25802 2982 2577 0,'0'0'1993'0,"0"0"-1301"15,0 0 721-15,0 0-809 0,0 0-204 16,-2-52 113-16,8 17-513 0,2-4 0 16,5-1 0-16,3-2 0 15,3-3 0-15,1 3 0 0,1 3 0 16,-2 1 0-16,-3 8 0 0,-3 5 0 15,-3 9 0-15,-6 6 0 0,0 7 0 16,-4 3 0-16,0 2 0 16,0 12 0-16,-4 13 0 0,-2 11 0 15,4 11 0-15,2 1 0 0,6 1 0 16,9 0 0-16,7-3 0 0,9-2 0 16,9-5 0-16,5-7 0 0,5-5 0 15,1-8 0-15,-1-4 0 0,-7-8 0 16,-10-3 0-16,-12-6 0 0,-9-7 0 15,-3-9 0-15,-7-7 0 0,-2-8 0 16,-6-1 0-16,-9-2 0 16,-6-2 0-16,-3 4 0 0,-3 7 0 15,-2 12 0-15,2 12 0 0,-6 9 0 16,-4 17 0-16,-5 11 0 0,-1 9 0 16,-5 4 0-16,3 1 0 15,-1 1 0-15,7-7 0 0,4-5 0 16,4-8-457-16,8-13-1368 0,5-10-1240 0</inkml:trace>
  <inkml:trace contextRef="#ctx0" brushRef="#br0" timeOffset="78059.83">25721 721 2933 0,'0'0'908'0,"0"0"-223"16,0 0 131-16,0 0-300 0,0 0-80 15,0 0 477-15,0 0-525 0,0 0-124 16,-8-24 69-16,10-4-333 0,6-4 0 16,5-3 0-16,3-3 0 0,3 1 0 15,1-1 0-15,3 5 0 16,-2 5 0-16,0 8 0 0,-3 7 0 15,-3 9 0-15,1 4 0 0,-3 9 0 16,-3 8 0-16,0 4-25 16,-2 5-143-16,1 4 68 0,1 3 28 15,3 0 40-15,5 5 32 0,3-2-4 16,4-3 24-16,1-6-20 0,-1-9 60 16,2-7-32-16,2-4 60 0,-2-6 92 15,-2-1-155-15,-5-5-25 0,-3-6 0 16,-5-4 0-16,-5-5 0 0,-1-1 0 15,-6-2 0-15,0 1 0 0,-6-2 0 16,-5-3 0-16,-1 0 0 0,-1 6 0 16,3 5 0-16,-2 7 0 15,-5 8 0-15,-6 5 0 0,-6 10 0 16,-4 9 0-16,-4 5 0 0,-8 6 0 16,-3 4 0-16,1 2 0 0,1 0 0 15,9-6 0-15,2-4 0 16,0-6-317-16,10-10-1580 0,4-9-1456 0</inkml:trace>
  <inkml:trace contextRef="#ctx0" brushRef="#br0" timeOffset="132405.66">10987 11323 2301 0,'0'0'2289'15,"0"0"-1217"-15,0 0-79 0,0 0-613 16,0 0-160-16,0 0 64 0,0 0-200 16,0 0-8-16,-6 45 56 0,6-27-116 15,6 1 36-15,0 3 76 0,8-1-64 16,-1 0 37-16,5 0-101 16,-1 1 0-16,-1-4 0 0,1 0 0 15,2-2 0-15,-7-1 0 0,9-1 0 16,-7-1 0-16,3-4 0 0,-1-1 0 15,5-3 0-15,0-4 0 0,-1-1 0 16,7-2 0-16,0-6 0 0,4-3 0 16,6-5 0-16,5-1 0 0,-1-5 0 15,11-1 0-15,-5 0 0 16,3-3 0-16,6 3 0 0,-5 1 0 16,3 5 0-16,0 3 0 0,-3 7 0 15,-7 4 0-15,1 3 0 0,-3 7 0 16,-9 5 0-16,-2 2 0 15,-6 4 0-15,-7 4 0 0,1-2 0 16,-7 3 0-16,-2-2 0 0,-5 0 0 16,1-2 0-16,-6-1 0 0,0-5 0 15,0-3 0-15,0-4 0 0,4-3 0 16,-4 0 0-16,6-3 0 16,0 0 0-16,15-10 0 0,4-4 0 15,2-4 0-15,4 0 0 0,2 1 0 16,-4 4 0-16,-2 3 0 0,-1 3 0 15,-5 3 0-15,0 4 0 0,-1 0 0 16,1 2 0-16,8 0 0 16,6-1 0-16,9-1 0 0,1-2 0 0,3-5 0 15,-1-4 0-15,-3-3 0 16,-9-3 0-16,-8-1-89 0,-3 0-151 16,-11 3-200-16,-9 3-100 0,-4 6-353 15,-10 0-2564-15</inkml:trace>
  <inkml:trace contextRef="#ctx0" brushRef="#br0" timeOffset="132895.87">12111 11647 1996 0,'0'0'1949'0,"0"0"-876"0,0 0-153 0,15 33 393 15,-15-1-649-15,-9 9-387 0,-1 2-277 16,-2 1 0-16,1 3 0 16,-3 3 0-16,4 4 0 0,-1 4 0 0,1 1 0 15,2 1 0-15,-3-5 0 16,3-5 0-16,2-7 0 0,0-9 0 16,2-4 0-16,-3-7 0 0,3-5-233 15,4-7-2344-15,-6-6-1705 0</inkml:trace>
  <inkml:trace contextRef="#ctx0" brushRef="#br0" timeOffset="134853.01">11361 12995 2016 0,'0'0'3722'0,"-6"-36"-2745"16,-5 18-81-16,1 1-524 0,-7 0-163 16,1 4-209-16,6 5 0 0,-5 2 0 15,5 6 0-15,-1 7 0 0,-1 7 0 16,-2 10 0-16,-1 5 0 15,3 5 0-15,1 0 0 0,1 5 0 16,4-2 0-16,-2-3 0 0,6-4 0 16,2-5 0-16,2-6 0 15,6-3 0-15,-2-6 0 0,9-3 0 16,-3-6 0-16,2-1 0 0,7-6 0 16,0-5 0-16,-5-3 0 0,5-2 0 15,2-1 0-15,-9 2 0 0,3 2 0 16,-7 3 0-16,4 7-25 0,-3 3-239 15,-3 8 0-15,0 5 136 0,3 6 28 16,-5 0 36-16,4 3 56 0,-4 1-132 16,5-3-60-16,3 0 88 15,3-5-28-15,-1-4 48 0,-1-3 76 16,1-3 4-16,1-4 8 0,-3-1 4 16,-3 0 0-16,-1-3-36 0,-6-1-1 15,-2 0-131-15,2-1-116 16,-4-3 164-16,0-3 120 0,-6-4 24 15,-2-2 200-15,-2 3 273 0,-1 0-205 16,5 1-4-16,-4 0 252 0,3-2-300 16,-1 1-131-16,6-2-109 15,-2 0 0-15,4-2 0 0,6 0 0 16,2-2 0-16,3-2 0 0,-1 2 0 16,7-3 0-16,-3 3 0 0,-1 0 0 15,7 0 0-15,1 3 0 0,0 3 0 16,-1 2 0-16,-3 6 0 0,-1 0 0 15,-1 5 0-15,-3 1 0 0,3 0 0 16,-5 0-633-16,0 0-195 0,-8 0-1634 16</inkml:trace>
  <inkml:trace contextRef="#ctx0" brushRef="#br0" timeOffset="135377.94">12027 12604 3029 0,'0'0'1473'0,"0"0"-741"15,0 0 528-15,0 0-627 0,0 0-181 16,0 0-20-16,0 0-296 15,-21 39-91-15,6 5-45 0,3 9 0 16,-3 5 0-16,5 0 0 0,0 4 0 16,-1 1 0-16,1-4 0 15,4-2 0-15,0-6 0 0,6-8 0 16,0-6 0-16,2-8 0 0,8-10 0 16,5-8 0-16,1-10 0 0,5-7 0 15,0-12 0-15,-1-8 0 0,-5-6 0 16,-9-1 0-16,-4-3 0 0,-8 4 0 15,-11 6 0-15,-8 8 0 0,-2 11 0 16,1 7 0-16,1 4 0 0,2 9 0 16,2 0 0-16,7 1-237 15,4-1-979-15,8-6-393 0,2-3-772 0</inkml:trace>
  <inkml:trace contextRef="#ctx0" brushRef="#br0" timeOffset="135550.1">12169 13073 7975 0,'0'0'217'0,"0"0"-217"0,-21 47 0 16,15-20 0-16,0 1 0 0,2 1 0 16,4-1 0-16,-4-3 0 0,4-4 0 15,0-5 0-15,0-7 0 0,4-3-1690 16,-4-6-1651-16</inkml:trace>
  <inkml:trace contextRef="#ctx0" brushRef="#br0" timeOffset="135661.81">12291 12610 8192 0,'0'0'0'16,"0"0"0"-16,0 0 0 0,0 0 0 15,0 0 0-15,0 0 0 0,0 0-341 16,-6 38-2640-16</inkml:trace>
  <inkml:trace contextRef="#ctx0" brushRef="#br0" timeOffset="135907.78">12343 12694 6522 0,'0'0'661'0,"0"0"255"16,0 0-823-16,0 0-93 0,-23 63 0 15,19-25 0-15,0 3 0 0,4 5 0 16,0 5 0-16,-2 5 0 0,-7 2 0 16,3 4 0-16,-4 2 0 15,-7-4 0-15,3-4 0 0,1-7 0 16,3-10 0-16,6-10 0 0,4-12-105 16,0-11-1944-16,0-6-144 0,0-13-1616 0</inkml:trace>
  <inkml:trace contextRef="#ctx0" brushRef="#br0" timeOffset="136033.91">12223 13054 6623 0,'0'0'948'0,"0"0"-327"15,0 0-621-15,0 0 0 0,0 0 0 16,41-24 0-16,-16 21 0 0,2 2 0 16,4 1 0-16,-4 4-129 0,0 6-1119 15,-7-3-9-15,-3 5-476 0</inkml:trace>
  <inkml:trace contextRef="#ctx0" brushRef="#br0" timeOffset="136207.1">12456 13300 1860 0,'0'0'2237'16,"-8"42"-856"-16,6-26-749 0,2-8-200 15,0-4 69-15,0-3-233 0,2-1 60 16,-2-7 225-16,4-10-553 0,-4-13 0 16,4-5 0-16,-1-4 0 0,5 4 0 15,-2 9 0-15,4 3 0 16,1 3 0-16,1 2 0 0,9 1 0 15,4 2 0-15,1 1-389 0,-5 5-1452 16,0 1-544-16</inkml:trace>
  <inkml:trace contextRef="#ctx0" brushRef="#br0" timeOffset="136460.72">12694 13066 4894 0,'0'0'2329'16,"0"0"-1733"-16,-41 13-223 0,24-3-373 15,1 2 0-15,-5 4 0 0,7 6 0 16,-7 1 0-16,9 4 0 0,1 1 0 15,1-1 0-15,6-3 0 0,4-3 0 16,0-7 0-16,10-5 0 0,0-6 0 16,11-3 0-16,0-10 0 15,2-8 0-15,1-5 0 0,1-4 0 16,-6-1 0-16,-5 3 0 0,-3 3 0 16,-5 7 0-16,-2 5 0 0,-4 5 0 15,0 3 0-15,0 2 0 16,0 4 0-16,0 9 0 0,-4 10 0 15,-2 7 0-15,1 3 0 0,3-2-17 16,-2-5-179-16,4-3-504 0,6-6-161 16,-1-4-431-16,1-7-3714 0</inkml:trace>
  <inkml:trace contextRef="#ctx0" brushRef="#br0" timeOffset="136703.14">12831 13315 1992 0,'0'0'3646'16,"0"0"-3018"-16,0 0-331 0,0 0 219 16,0 0-368-16,0 0-12 15,0 0 224-15,0 0-96 0,0 0-59 16,0 0-205-16,0-13 0 0,0-8 0 16,0-6 0-16,0-2 0 0,10-2 0 15,-4 3 0-15,9 3 0 16,-5 2 0-16,6 7 0 0,-5 0 0 15,5 2 0-15,-1 4 0 0,-3 2-917 16,-3 5-908-16</inkml:trace>
  <inkml:trace contextRef="#ctx0" brushRef="#br0" timeOffset="137078.1">13010 13116 2581 0,'0'0'3301'0,"0"0"-1896"15,-26 38-789-15,15-19-327 0,1 2-289 16,8-3 0-16,2 0 0 0,2-5 0 15,12-4 0-15,3-3 0 0,8-6 0 16,-3-3 0-16,9-8 0 0,0-7 0 16,-4-1 0-16,-2-3 0 15,-8 1 0-15,-7 2 0 0,-4 4 0 16,-6 5 0-16,0 5 0 0,0 3 0 16,0 3 0-16,0 7 0 0,-4 11 0 15,2 15 0-15,-2 8 0 16,4 9 0-16,0 1 0 0,-2-1 0 15,-2 3 0-15,-3 1 0 0,-3 3 0 16,-8 1 0-16,-9 1 0 16,-11 1 0-16,1-3 0 0,-8-2 0 15,1-6 0-15,-3-11 0 0,5-12 0 16,1-14 0-16,8-13 0 0,2-12 0 16,4-14 0-16,2-14 0 0,5-11 0 15,14-5 0-15,10 1 0 0,23 3 0 16,14 7 0-16,6 4 0 0,11 1 0 15,-4 3 0-15,4 0 0 0,-13 9-1601 16,-7-2-2101-16</inkml:trace>
  <inkml:trace contextRef="#ctx0" brushRef="#br0" timeOffset="137574.18">13924 12747 3417 0,'0'0'2653'0,"-6"-58"-1672"0,-4 27-433 16,-5 6 45-16,3 4-593 0,-5 2 0 16,-1 2 0-16,-3 6 0 0,8 1 0 15,-1 4 0-15,4 4 0 0,-1 1 0 16,1 2 0-16,-2 7 0 15,1 5 0-15,-3 6 0 0,1 8 0 16,-1 3 0-16,4 7 0 0,3 3 0 16,3 3 0-16,4 4 0 15,11 4 0-15,5 2 0 0,5 3 0 16,4 1 0-16,1 1 0 0,-1-1 0 16,-12-3 0-16,-3-4 0 0,-10-3 0 15,0-5 0-15,-6-7 0 0,-5-8 0 16,1-6 0-16,-4-8 0 0,3-10-1229 15,-1-3-356-15,-3-6-884 0</inkml:trace>
  <inkml:trace contextRef="#ctx0" brushRef="#br0" timeOffset="137716.07">13670 13155 4033 0,'0'0'1749'0,"0"0"-864"16,49-1 335-16,-20 4-915 0,-2 2-305 15,-6 6 0-15,2-2 0 16,2 1 0-16,-3 2 0 0,9-3 0 15,-4 1-265-15,8 0-1496 0,-4 0 9 16,-8-3 235-16,-2 0-1140 0</inkml:trace>
  <inkml:trace contextRef="#ctx0" brushRef="#br0" timeOffset="137948.18">14085 13257 2977 0,'0'0'2605'16,"0"0"-1552"-16,-14-38-317 0,4 26 52 16,-1 3-755-16,-1 5-33 0,4 3 0 15,-5 2 0-15,3 9 0 0,-1 4 0 16,1 5 0-16,4 2 0 0,2 3 0 15,4 0 0-15,0 0 0 0,6-1 0 16,8-2 0-16,-1-6 0 0,5-4 0 16,-1-2 0-16,0-6 0 15,3-3 0-15,-3-1 0 0,-3-8 0 16,-3-2 0-16,-5-5 0 0,-6-4 0 16,0-1 0-16,0-2 0 0,0-1 0 15,-2-1-181-15,-7-1-531 16,7-1 24-16,-2 5-589 0,0 5 505 15,4 8-45-15,0 3-1972 0</inkml:trace>
  <inkml:trace contextRef="#ctx0" brushRef="#br0" timeOffset="138103.12">14203 13379 5422 0,'0'0'1044'0,"0"0"-315"0,0 0 268 16,0 0-997-16,4-36 0 0,3 7 0 15,1-5 0-15,4 2 0 0,3 8 0 16,-5 5 0-16,7 6 0 0,-7 7 0 16,0 4 0-16,5 2 0 15,-3 3 0-15,3 0-1345 0,-3-2-356 0</inkml:trace>
  <inkml:trace contextRef="#ctx0" brushRef="#br0" timeOffset="138338.12">14524 13180 2537 0,'0'0'5070'0,"0"0"-4485"16,-44-26-585-16,30 24 0 15,3 2 0-15,-1 5 0 0,2 4 0 16,-1 3 0-16,5 3 0 0,2 3 0 16,0 3 0-16,4 2 0 0,0 4 0 15,8 0 0-15,-2 1 0 0,5 0 0 16,-5-4 0-16,4-2 0 0,1-7 0 15,3-3 0-15,-2-6 0 0,7-5 0 16,0-1 0-16,-1-9 0 0,-5-6-953 16,-3 1-976-16,-6-3-1257 0</inkml:trace>
  <inkml:trace contextRef="#ctx0" brushRef="#br0" timeOffset="138599.79">14596 13384 4634 0,'0'0'1981'0,"0"0"-989"0,47-7-407 15,-11-6-585-15,-3-6 0 0,4 0 0 16,-2-5 0-16,-8 0 0 0,0-1 0 16,-11 0 0-16,-7 1 0 15,-9 0 0-15,-5 0 0 0,-9 7 0 16,2 4 0-16,-5 7 0 0,-4 8 0 16,1 10 0-16,-1 8 0 0,0 8 0 15,7 5 0-15,1 3 0 0,7 3 0 16,6 0 0-16,6-2 0 0,7-3 0 15,8-4 0-15,3-6 0 0,9-5 0 16,5-5 0-16,-3-5-629 0,2-4-3929 16</inkml:trace>
  <inkml:trace contextRef="#ctx0" brushRef="#br1" timeOffset="124735.77">490 2129 7179 0,'0'0'160'0,"0"0"-92"0,16-47-68 15,15 30 0-15,13 1 0 0,20 3 8 16,29 1 0-16,17 4-8 0,16-1 4 15,16 1 0-15,3 1-4 0,18 1 32 16,17 0-28-16,14-1 112 16,23 1 200-16,17-1-96 0,24 0-147 15,15-7-73-15,21-4 0 0,16-4 0 16,12-6 0-16,13 2 0 0,2-3 0 16,4 0 0-16,0 3 0 0,-4 2 0 15,-12 5 0-15,-15 5 0 16,-17 3 0-16,-28 4 0 0,-19 2 0 15,-31 2 0-15,-31 2 0 0,-25-3 0 16,-29 0 0-16,-35-5 0 0,-33 2-773 16,-22-5-1320-16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53:00.24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25345 6186 2613 0,'0'0'144'16,"0"0"1781"-16,0 0-649 15,0 0-575-15,0 0-69 0,-2-33 200 16,0 31-763-16,2 1-69 0,-2 0 0 16,2 1 0-16,0 2 0 0,-2 4 0 15,2 8 0-15,0 8 0 0,0 8 0 16,6 5 0-16,0 3 0 0,4 2 0 15,-1 2 0-15,-3-2 0 16,2 1 0-16,-2-5 0 0,1-4 0 16,-1-5 0-16,2-9 0 0,0-5 0 15,5-7 0-15,1-5 0 0,3-4 0 16,-1-12 0-16,3-10 0 0,-1-7 0 16,3-10 0-16,0-4 0 0,-3-4 0 15,-3 2 0-15,1 4 0 16,-3 7 0-16,-3 12 0 0,-4 6 0 15,-4 10 0-15,0 5 0 0,-2 2 0 16,0 2 0-16,-2 0 0 0,2 2-1117 16,0 3-480-16</inkml:trace>
  <inkml:trace contextRef="#ctx0" brushRef="#br0" timeOffset="311.77">25690 6461 5658 0,'0'0'1213'16,"0"0"-457"-16,0 0-432 0,0 0-192 16,0 0-23-16,0 0-109 0,46-22 0 15,-28 6 0-15,-1-3 0 0,3-2 0 16,-5 1 0-16,-5-2 0 16,-4 3 0-16,-6 2 0 0,-2 2 0 15,-8 3 0-15,-2 5 0 0,-5 4 0 16,-1 5 0-16,-3 9 0 0,0 8 0 15,-2 7 0-15,3 5 0 0,-1 3 0 16,9-1 0-16,3-1 0 0,7-3 0 16,6-4 0-16,13-5 0 15,4-4 0-15,8-4 0 0,8-7 0 16,2-5 0-16,9-5 0 0,1-4 0 16,-1-1-53-16,-11 3-747 0,-6-1-2302 0</inkml:trace>
  <inkml:trace contextRef="#ctx0" brushRef="#br0" timeOffset="714.67">26184 6276 4666 0,'0'0'1052'16,"0"0"-276"-16,-23-34-47 0,13 30 103 15,-2 4-695-15,-5 3-137 16,1 10 0-16,1 7 0 0,-3 5 0 16,3 4 0-16,1 6 0 0,3 0 0 15,5 2 0-15,4-1 0 0,2-4 0 16,10-6 0-16,5-3 0 16,6-8 0-16,3-7 0 0,7-6 0 15,2-2 0-15,3-10 0 0,1-4 0 16,0-4 0-16,-2-4 0 0,-12 3-1301 15,-2-1-984-15</inkml:trace>
  <inkml:trace contextRef="#ctx0" brushRef="#br0" timeOffset="931.71">26422 5874 6294 0,'0'0'513'0,"0"0"119"0,0 0 121 16,-41 26-753-16,30-9 0 0,5 6 0 15,-2 5 0-15,4 10 0 0,4 5 0 16,0 4 0-16,0 8 0 16,6 3 0-16,0 3 0 0,0-1 0 15,-2-5 0-15,3-2 0 0,-5-7 0 16,0-8 0-16,-2-6 0 16,2-9-37-16,-2-10-1568 0,0-4 5 15,0-9-637-15</inkml:trace>
  <inkml:trace contextRef="#ctx0" brushRef="#br0" timeOffset="1061.02">26238 6270 6178 0,'0'0'737'0,"0"0"-77"0,0 0-43 16,0 0-617-16,0 0 0 0,35 0 0 16,-10 4 0-16,4 1 0 0,4 0 0 15,2 0 0-15,0-1 0 0,2 0-1429 16,-10-1-160-16,-4-1-820 0</inkml:trace>
  <inkml:trace contextRef="#ctx0" brushRef="#br0" timeOffset="1363.13">26662 6316 4121 0,'0'0'649'0,"0"0"-649"0,0 0 24 16,0 0-20-16,0 0 8 15,0-37 8-15,0 32 668 0,-9 1-120 16,-1 1 5-16,-8 3 339 0,-3 3-516 15,2 8-171-15,-1 7-225 0,1 4 0 16,4 5 0-16,5 3 0 0,4 1 0 16,6-3 0-16,8-2 0 15,5-4 0-15,5-7 0 0,3-3 0 16,2-7 0-16,1-3 0 0,-1-4 0 16,0-5 0-16,-4-3 0 0,-5-5 0 15,-4-2 0-15,-8-5 0 0,-2-2 0 16,-4-1 0-16,-4 0 0 0,-4 0 0 15,-3 3-197-15,5 1-243 16,-1 8-484-16,9 4 207 0,2 4-59 16,0 4-1001-16,11 1-216 0</inkml:trace>
  <inkml:trace contextRef="#ctx0" brushRef="#br0" timeOffset="1530.75">26790 6455 5446 0,'0'0'884'15,"0"0"-115"-15,0 0 27 0,0 0-568 16,0-43-159-16,2 13-69 0,6-3 0 16,3 3 0-16,-1 6 0 15,2 3 0-15,1 4 0 0,-1 3 0 16,0 4 0-16,5 3 0 0,2-2 0 16,-3 2-861-16,1-4-1692 0</inkml:trace>
  <inkml:trace contextRef="#ctx0" brushRef="#br0" timeOffset="2107.67">27528 6307 4390 0,'0'0'692'0,"0"0"-40"0,0 0 545 0,0 0-653 0,0 0-52 16,0 0-267-16,-48-18-225 0,30 16 0 16,3 1 0-16,7-1 0 15,4 2 0-15,2 0 0 0,0 4 0 16,0 8 0-16,2 13 0 0,0 6 0 15,2 2 0-15,6-2 0 0,0-8 0 16,5-4 0-16,1-6 0 0,3-6 0 16,5-4 0-16,1-6 0 15,0-7 0-15,4-5 0 0,-7-5 0 16,-3 0 0-16,-3-5 0 0,-7 3 0 16,-7-1 0-16,-2 0 0 0,-9 1 0 15,-3-2 0-15,-5 1 0 0,1 4 0 16,-3 3 0-16,6 6-53 0,7 6-703 15,4 1 24-15,4 3-9 16,0 0-1160-16,6 0-936 0</inkml:trace>
  <inkml:trace contextRef="#ctx0" brushRef="#br0" timeOffset="2418.71">27910 5993 3757 0,'0'0'2225'0,"-27"-55"-1849"16,11 26 133-16,-1 5 351 0,5 3-648 16,0 2-48-16,3 4-75 0,3 2-89 15,2 3 0-15,0 3 0 16,0 2 0-16,2 3 0 0,0 1 0 16,-5 1 0-16,-3 4 0 0,-7 13 0 15,-1 6 0-15,1 5 0 0,5 3 0 16,10-2 0-16,2 3 0 0,2 1 0 15,8 2 0-15,3 1 0 0,1 3 0 16,1 1 0-16,-1 2 0 16,-2 2 0-16,-3 1 0 0,-3 0 0 15,-4-1 0-15,-2-4 0 0,0-3 0 16,-6-7-421-16,2-7-527 16,-3-6-117-16,1-7-1740 0</inkml:trace>
  <inkml:trace contextRef="#ctx0" brushRef="#br0" timeOffset="2559.17">27675 6329 6126 0,'0'0'865'16,"0"0"-53"-16,0 0-423 15,0 0-389-15,37-34 0 0,0 26 0 16,2 2 0-16,7 1 0 0,1 0 0 16,7 1 0-16,-13 0-429 0,3-1-2969 0</inkml:trace>
  <inkml:trace contextRef="#ctx0" brushRef="#br0" timeOffset="3052.76">28710 6015 4802 0,'0'0'708'0,"0"0"4"0,-20-47 541 16,5 33-753-16,-4-2-283 16,-3-1-217-16,-3 0 0 0,-4 3 0 15,2 1 0-15,4 2 0 0,7 5 0 16,1 3 0-16,3 3 0 0,2 3 0 16,-3 8 0-16,1 7 0 15,-3 4 0-15,3 9 0 0,2 2 0 16,3 5 0-16,7 1 0 0,3 1 0 15,7 2 0-15,4 1 0 0,5-1 0 16,0 0 0-16,-1-1 0 0,1-2 0 16,-5 0 0-16,-6-2 0 15,-1-4 0-15,-7-2 0 0,0-2 0 16,-4-5 0-16,-5-1 0 0,3-9 0 16,0-2-577-16,0-7-483 0,2-5-2126 0</inkml:trace>
  <inkml:trace contextRef="#ctx0" brushRef="#br0" timeOffset="3410.27">28388 6372 6915 0,'0'0'576'0,"0"0"-100"15,0 0-251-15,37-4-225 0,-6 3 0 16,6 1 0-16,0 3 0 0,3 0 0 16,3 2 0-16,9 1 0 15,-1-1 0-15,1 0-109 0,-8-2-967 16,-5-2 195-16,-10-1-992 0,-11-2 569 15,-9-2 443-15,-7-3 861 0,-4-3 469 16,-5-1 619-16,-3-3 777 0,-4 2-1105 16,1 5-247-16,-3 2 175 15,1 4-340-15,-1 1-8 0,-1 9-307 16,5 2-33-16,-1 4 0 0,5 3 0 16,2 1 0-16,4 2 0 0,2 2 0 15,4 1 0-15,0-2 0 0,2-2 0 16,3-3 0-16,1-3 0 0,2-5 0 15,1 1 0-15,-1-6 0 16,0-1 0-16,1-3 0 0,-1-5 0 16,-1-4 0-16,-1-7 0 0,-2-4 0 15,-2-2-69-15,-1-3-291 0,-5-3-76 16,-3-1-745-16,-1 4-359 16,-2 3-789-16</inkml:trace>
  <inkml:trace contextRef="#ctx0" brushRef="#br0" timeOffset="3614.5">28987 6434 4458 0,'0'0'864'0,"0"0"-340"0,0 0 441 16,0 0-773-16,0 0 44 0,0 0 396 16,0 0-356-16,0 0-231 0,-8-35-45 15,10 14 0-15,4 0 0 0,0 9 0 16,-1 3 0-16,1 4 0 0,2 2 0 15,7 2 0-15,7 1 0 0,5 0-301 16,-4 1-747-16,0-1-413 0</inkml:trace>
  <inkml:trace contextRef="#ctx0" brushRef="#br0" timeOffset="3812.26">29270 6263 6354 0,'0'0'897'16,"-43"-4"-165"-16,26 4-523 0,5 2-209 15,4 3 0-15,4-1 0 0,4 5 0 16,-2 5 0-16,2 9 0 0,0 6 0 16,0 0 0-16,0 0 0 15,2-3 0-15,0-3 0 0,2-3 0 16,2-5 0-16,6-3 0 0,5-4 0 16,6-4 0-16,2-4 0 0,4-5 0 15,-1-7 0-15,-1-3-593 0,-8 2-1456 16,-3-4-484-16</inkml:trace>
  <inkml:trace contextRef="#ctx0" brushRef="#br0" timeOffset="4062.07">29355 6420 5334 0,'0'0'552'16,"0"0"-20"-16,33-6 485 0,-10-4-597 15,4 1-184-15,-2-3-135 0,-3-1-101 16,-1 0 0-16,-6-2 0 0,-5 0 0 15,-2-2 0-15,-6-2 0 0,-2 0 0 16,-6 2 0-16,-2 4 0 0,-5 9 0 16,-3 4 0-16,-1 7 0 15,-3 9 0-15,-3 8 0 0,2 5 0 16,5 2 0-16,3 2 0 0,7-1 0 16,6-1 0-16,10-4 0 0,11-4 0 15,6-6 0-15,10-4 0 0,7-9-593 16,-9-2-171-16,2-3-457 0</inkml:trace>
  <inkml:trace contextRef="#ctx0" brushRef="#br0" timeOffset="4559.99">30139 6235 6450 0,'0'0'661'16,"0"0"379"-16,0 0-999 0,0 0-41 16,0 0 0-16,0 0 0 15,-2 48 0-15,6-16 0 0,4 1 0 16,0-1 0-16,3 0 0 0,-1-2 0 15,2-5 0-15,1-7 0 0,-1-6 0 16,3-6 0-16,-3-6 0 0,2-12 0 16,3-7 0-16,0-7 0 15,-3-6 0-15,3-4 0 0,-5-2 0 16,-2 0 0-16,-4 4 0 0,-1 5 0 16,-3 6 0-16,0 7-349 0,-2 5-3781 0</inkml:trace>
  <inkml:trace contextRef="#ctx0" brushRef="#br0" timeOffset="4860.01">30562 6245 8179 0,'0'0'13'16,"0"0"-13"-16,-31-41 0 0,21 30 0 15,0 1 0-15,-3 4 0 0,-1 3 0 16,1 4 0-16,-3 8 0 0,3 4 0 15,-1 3 0-15,6 0 0 0,6 0 0 16,2 0 0-16,10-1 0 0,9-2 0 16,1 0 0-16,7 1 0 15,0 0 0-15,4 1 0 0,0-1 0 16,0 0 0-16,-4-1 0 0,-8 1 0 16,-7 0 0-16,-6-1 0 0,-6-2 0 15,-4 0 0-15,-4-1 0 0,-7-2 0 16,-3-3 0-16,-7-1 0 0,0-4 0 15,-2-1 0-15,4-6 0 0,-1-6 0 16,5-3 0-16,7-2 0 16,5 4-2550-16,5-1-1096 0</inkml:trace>
  <inkml:trace contextRef="#ctx0" brushRef="#br0" timeOffset="5251.96">31300 5877 6114 0,'0'0'821'0,"0"0"-121"0,0 0-143 16,0 0-557-16,0 0 0 15,0 0 0-15,-39 22 0 0,29 24 0 16,4 8 0-16,1 2 0 0,5-1 0 15,-2 4 0-15,-4 2 0 16,-2 1 0-16,-2-1 0 0,-1-4 0 0,-1-6 0 16,1-6 0-16,1-9 0 15,0-13-477-15,2-10-828 0,1-8-2272 0</inkml:trace>
  <inkml:trace contextRef="#ctx0" brushRef="#br0" timeOffset="5390.36">31094 6257 6466 0,'0'0'117'0,"0"0"403"0,0 0 532 16,0 0-1015-16,47-31-37 16,-24 25 0-16,0 4 0 0,4 1 0 15,-3 0 0-15,5-1 0 0,0 0-477 16,-6 0-2508-16,-4-2-1741 0</inkml:trace>
  <inkml:trace contextRef="#ctx0" brushRef="#br0" timeOffset="5548.07">31447 6257 6675 0,'0'0'932'16,"-27"43"-347"-16,17-21-585 0,4-2 0 16,2-1 0-16,4-2 0 15,0-4 0-15,2-5 0 0,2-3 0 16,-2-1 0-16,4-3 0 0,0-3-157 16,2-11-679-16,3-11-21 0,-1-12-1248 15,-2 4 641-15,1-3-673 0</inkml:trace>
  <inkml:trace contextRef="#ctx0" brushRef="#br0" timeOffset="5627.06">31505 6011 1448 0,'17'-45'1173'0,"1"13"-629"0,1 7-356 16,-7 16-176-16,-4 5-24 16,-6 5-1961-16</inkml:trace>
  <inkml:trace contextRef="#ctx0" brushRef="#br0" timeOffset="6031.19">31526 6385 5342 0,'0'0'1088'0,"0"0"169"0,-2 35-752 15,4-34-505-15,4-2 0 0,6-13 0 16,9-12 0-16,4-9 0 0,4-7 0 16,-2 0 0-16,-3 7 0 15,-3 4 0-15,0 6 0 0,-9 9 0 16,-6 8 0-16,-2 5 0 0,-4 3 0 16,0 8 0-16,0 5 0 0,-4 9 0 15,0 2 0-15,0-1 0 0,2-3 0 16,0-5 0-16,2-1 0 0,0-5 0 15,4-2 0-15,0-3 0 0,0-3 0 16,5 0 0-16,3-2 0 16,5-6 0-16,3-2 0 0,1-4 0 15,-3 0 0-15,-3 1 0 0,-5 4 0 16,-4 0 0-16,-3 4 0 0,-1 3 0 16,-2 1 0-16,0 3 0 15,-5 8 0-15,-1 7 0 0,0 5 0 16,4 1 0-16,4-4 0 0,6-2 0 15,7-4 0-15,-1-1 0 0,3 0 0 16,1-3 0-16,-1-1 0 0,-3-1 0 16,-1-2 0-16,-3-3-53 15,-4-1-1003-15,-2-2-165 0,-1-1-3229 0</inkml:trace>
  <inkml:trace contextRef="#ctx0" brushRef="#br0" timeOffset="6253.21">32001 6389 5790 0,'0'0'1457'16,"39"-20"-673"-16,-3 4-623 0,5-3-161 15,2-1 0-15,-1-1 0 0,-7-2 0 16,-4-3 0-16,-11 0 0 16,-9-4 0-16,-5-2 0 0,-6 4 0 15,-10 3 0-15,-3 8 0 0,-3 8 0 16,-3 7 0-16,-6 2 0 0,-4 8 0 16,2 7 0-16,-1 6 0 15,1 6 0-15,8 5 0 0,7 2 0 16,10 3 0-16,8 0 0 0,8 1 0 15,9-2 0-15,8-4 0 0,2-2 0 16,6-6 0-16,5-2 0 0,3-6 0 16,-3-4 0-16,-5-5 0 15,-6-7 0-15,-12-2-665 0,-5-9-6614 0</inkml:trace>
  <inkml:trace contextRef="#ctx0" brushRef="#br0" timeOffset="9390.64">25421 7331 1472 0,'0'0'520'0,"7"-39"1425"0,-7 21-1088 16,0 5-185-16,0 5 425 0,0 2-609 15,0 5-20-15,-2-2 124 0,2 2-511 16,-2 0-81-16,2 1 0 16,0 5 0-16,0 7 0 0,4 10 0 15,4 5 0-15,-2 6 0 0,4 1 0 16,-1-3 0-16,-1-2 0 0,0-1 0 16,1-7 0-16,-1-5 0 0,-2-5 0 15,0-4 0-15,-2-4 0 0,3-3 0 16,-1-5 0-16,4-9 0 0,2-10 0 15,1-7 0-15,-3-3 0 16,-2-2 0-16,-1 4 0 0,-1 1 0 16,0 4 0-16,2 8 0 0,-1 4 0 15,-1 8 0-15,0 3-217 0,-4 4-791 16,2 0-1850-16</inkml:trace>
  <inkml:trace contextRef="#ctx0" brushRef="#br0" timeOffset="9686.36">25707 7356 6518 0,'0'0'785'0,"0"0"-181"0,0 0-319 15,16-34-285-15,1 10 0 0,-1-1 0 16,1 0 0-16,-3 5 0 0,-5-3 0 16,-5 5 0-16,-4 3 0 0,0 7 0 15,-6 4 0-15,-7 5 0 0,-5 11 0 16,-5 6 0-16,-4 6 0 0,4 6 0 15,0-1 0-15,5 2 0 16,5-1 0-16,7-2 0 0,6-4 0 16,6-3 0-16,9-2 0 0,8-7 0 15,10-5 0-15,2-4 0 0,8-3 0 16,1-5 0-16,-3-3-713 16,-2-2-131-16,-4-3-913 0,-10 1 200 15,-4-1-336-15</inkml:trace>
  <inkml:trace contextRef="#ctx0" brushRef="#br0" timeOffset="9872.11">26050 7273 4053 0,'0'0'1357'16,"0"0"-361"-16,0 0 201 16,-35-17-765-16,22 19-275 0,1 6-157 15,2 3 0-15,-3 4 0 0,1 0 0 16,-1 7 0-16,3 0 0 0,4 2 0 16,0 1 0-16,6-1 0 0,0-2 0 15,6-3 0-15,6-2 0 0,7-5 0 16,2-4 0-16,3-6 0 0,3-2 0 15,4-7 0-15,-2-4 0 16,2-6 0-16,-2-6 0 0,-10 3-1225 16,-3-5-3706-16</inkml:trace>
  <inkml:trace contextRef="#ctx0" brushRef="#br0" timeOffset="10072.29">26259 6938 6627 0,'0'0'960'0,"0"0"-355"0,0 0-605 15,0 0 0-15,0 0 0 0,0 0 0 16,-21 50 0-16,17-12 0 0,4 9 0 16,0 5 0-16,0 1 0 15,0 5 0-15,-2 4 0 0,-2 1 0 16,-3 0 0-16,3-6 0 0,2-9 0 16,-2-5-109-16,2-16-1043 0,-2-10-2146 0</inkml:trace>
  <inkml:trace contextRef="#ctx0" brushRef="#br0" timeOffset="10194.28">26139 7407 5358 0,'0'0'832'0,"4"-44"61"16,8 26 216-16,1 9-1109 0,-1 0 0 15,3 4 0-15,3-1 0 0,1 1 0 16,1 1 0-16,3 1 0 0,4 2 0 16,0-1-293-16,-8 2-1068 15,-1 0-351-15</inkml:trace>
  <inkml:trace contextRef="#ctx0" brushRef="#br0" timeOffset="10439.44">26430 7320 3101 0,'0'0'2221'16,"0"0"-1189"-16,0 0-15 16,0 0-569-16,0 0-140 0,0 0-243 15,0 0-65-15,0 0 0 0,0 0 0 16,0 0 0-16,-35 38 0 0,27-17 0 16,0-1 0-16,3-2 0 0,5-1 0 15,2 1 0-15,7-2 0 0,5-1 0 16,1-2 0-16,1-2 0 0,5-4 0 15,0-5 0-15,-3-2 0 0,1-6 0 16,-7-6 0-16,-4-2 0 16,-1-3 0-16,-5-4 0 0,-2 1 0 15,-4-4 0-15,-5 2 0 0,-1-3 0 16,0 2 0-16,-1 3 0 0,5 5 0 16,2 6-137-16,0 5-995 15,4-1-433-15</inkml:trace>
  <inkml:trace contextRef="#ctx0" brushRef="#br0" timeOffset="10595.25">26575 7405 5090 0,'0'0'996'0,"0"0"49"16,0 0-493-16,0 0-296 0,-2 33-3 16,2-33-253-16,4-4 0 0,0-9 0 15,6-8 0-15,5-4 0 0,-1-2 0 16,1 4 0-16,-3 8 0 0,3 1 0 15,-3 3 0-15,3 1 0 0,-3-2 0 16,-2 3-445-16,-1-4-1788 0</inkml:trace>
  <inkml:trace contextRef="#ctx0" brushRef="#br0" timeOffset="11223.5">27317 7166 3381 0,'0'0'2625'0,"-10"41"-1348"0,6-17-621 15,-1-1-403-15,3 2-253 0,2-1 0 16,0-3 0-16,4-4 0 0,3-4 0 15,1 0 0-15,2-6 0 0,-1-1-721 16,-1-4-324-16,-2-2-2216 0</inkml:trace>
  <inkml:trace contextRef="#ctx0" brushRef="#br0" timeOffset="11365.28">27489 7196 6198 0,'0'0'573'0,"0"0"-37"0,0 0 40 16,0 0-484-16,0 0 60 0,29 41-87 15,-25-18-65-15,2-3 0 0,2-3 0 16,2-4 0-16,3-4-325 16,-3-3-2460-16,-2-6-2065 0</inkml:trace>
  <inkml:trace contextRef="#ctx0" brushRef="#br0" timeOffset="11836.88">28446 7322 2621 0,'0'0'4154'0,"0"0"-3558"15,0 0-140-15,0 0-91 0,0 0-365 16,0 0 0-16,-46 20 0 16,30 10 0-16,1 6 0 0,9 2 0 15,4-3 0-15,2 0 0 0,6-3 0 16,0-3 0-16,5-7 0 0,5-9 0 16,3-9 0-16,4-7 0 0,3-11-133 15,1-10-511-15,-6 5-221 0,-5-8-2184 0</inkml:trace>
  <inkml:trace contextRef="#ctx0" brushRef="#br0" timeOffset="11986.53">28669 6989 6719 0,'0'0'528'0,"0"0"-192"16,-27 56 273-16,13-20-609 15,-1 3 0-15,3 0 0 0,-3 4 0 16,7-2 0-16,2 3 0 0,2 0 0 15,4-1 0-15,0-4 0 0,6-6 0 16,4-1 0-16,5-9-265 16,-3-7-1196-16,0-7-736 0</inkml:trace>
  <inkml:trace contextRef="#ctx0" brushRef="#br0" timeOffset="12140.98">28774 7347 6867 0,'0'0'780'15,"0"0"-235"-15,-29 53-545 0,23-29 0 0,0-1 0 16,0 2 0-16,4-2 0 16,0-4 0-16,2-4 0 0,2-2 0 15,0-2 0-15,-2-6-981 0,0-2-304 16,0-3-3709-16</inkml:trace>
  <inkml:trace contextRef="#ctx0" brushRef="#br0" timeOffset="12270.3">28940 7043 7027 0,'0'0'192'0,"0"0"-44"16,0 0 284-16,0 0-424 15,0 0-8-15,-9 48-136 0,7-25-1041 16,0-5-303-16,2-5-341 0</inkml:trace>
  <inkml:trace contextRef="#ctx0" brushRef="#br0" timeOffset="12581.17">29010 7313 4566 0,'0'0'920'0,"0"0"-324"15,0 0 321-15,0 0-621 0,0 0 52 16,-43-17 201-16,24 14-549 0,0 1 0 16,3-1 0-16,5 2 0 15,3 0 0-15,4 1 0 0,0 0 0 16,2 6 0-16,2 3 0 0,0 8 0 15,6 2 0-15,4 0 0 0,3 0 0 16,-1-5 0-16,5-1 0 16,1 0 0-16,1-1 0 0,0 0 0 15,-5-5 0-15,-6 0 0 0,-4-2 0 16,-4 0 0-16,0-3 0 0,-4 5 0 16,-6 2 0-16,-7 0 0 0,-3 1 0 15,-1-2 0-15,2-5 0 0,7 0 0 16,-2-3 0-16,5 0-9 0,3-4-1487 15,2 1-421-15,0-2-1541 0</inkml:trace>
  <inkml:trace contextRef="#ctx0" brushRef="#br0" timeOffset="12942.59">28958 7947 6058 0,'0'0'488'0,"0"0"-7"0,0 0 151 16,0 0-528-16,0 0 112 0,0 0-3 15,-8-39-213-15,8 2 0 0,0-7 0 16,2-10 0-16,4-9 0 0,-2-9 0 16,5-6 0-16,1 0 0 0,7 10 0 15,3 15 0-15,7 10 0 0,2 11 0 16,-4 7 0-16,-7 10 0 0,-7 5 0 15,-3 5 0-15,-4 4 0 16,0 1 0-16,5 3 0 0,3 4 0 16,5 5 0-16,-5 3 0 0,-4 4 0 15,-8 2 0-15,-2 5 0 0,-10 3 0 16,-5-1 0-16,-3 1 0 16,-3-3 0-16,0-2 0 0,0-3 0 15,5-3 0-15,-1-6 0 0,5-6-129 16,3-5-559-16,3-1-1513 0,6-11-1185 0</inkml:trace>
  <inkml:trace contextRef="#ctx0" brushRef="#br0" timeOffset="13141.3">29301 6973 5618 0,'0'0'949'15,"0"0"-321"-15,0 0-116 0,0 0-232 16,0 56-96-16,0-21-163 0,-4 6-21 15,0 0 0-15,-2 5 0 0,-4 2 0 16,-1 0 0-16,-3 1 0 16,1-4 0-16,3-2 0 0,2-6 0 15,6-9 0-15,2-8 0 0,6-8-189 16,2-8-2448-16,0-6-1181 0</inkml:trace>
  <inkml:trace contextRef="#ctx0" brushRef="#br0" timeOffset="13454.54">29403 7293 6923 0,'0'0'1269'16,"-11"-47"-1269"-16,5 29 0 16,0 8 0-16,2 6 0 0,-2 1 0 15,-3 3 0-15,-3 6 0 0,-7 11 0 16,3 5 0-16,-3 8 0 0,7 2 0 16,1 0 0-16,3 0 0 0,6 0 0 15,4-5 0-15,6-4 0 0,7-9 0 16,-1-4 0-16,5-8 0 15,-2-2 0-15,-1-8 0 0,1-5 0 16,-5-4 0-16,3 1 0 0,-5 0 0 16,-4 1 0-16,0 4 0 0,-4 5 0 15,-2 3 0-15,0 3 0 0,-4 0 0 16,2 4 0-16,0 7 0 0,2 3 0 16,2 3 0-16,6-3 0 15,3-3 0-15,1-7 0 0,1 1 0 16,-1-5-489-16,-2 0-1360 0,-4 0-104 15,3-7-1440-15</inkml:trace>
  <inkml:trace contextRef="#ctx0" brushRef="#br0" timeOffset="13645.68">29601 7240 6094 0,'0'0'1029'0,"0"0"-121"0,0 0-747 15,0 0-161-15,-35-22 0 0,18 27 0 16,1 7 0-16,1 5 0 0,5 3 0 15,2 1 0-15,2 3 0 0,4 0 0 16,2-1 0-16,2 1 0 16,4-3 0-16,6-3 0 0,1-4 0 15,1-3 0-15,1-6 0 0,-1-5 0 16,-2-5-937-16,-1-2-952 0,-5-4-1321 16</inkml:trace>
  <inkml:trace contextRef="#ctx0" brushRef="#br0" timeOffset="14281.83">29624 7402 3781 0,'0'0'1973'0,"0"0"-1177"0,0 0 717 15,0 0-1384-15,39-33-129 0,-26 18 0 16,-5-2 0-16,0-1 0 0,-2-2 0 16,-2-5 0-16,1-2 0 0,-1 6 0 15,-2 2 0-15,0 8 0 0,-2 5 0 16,0 6 0-16,-6 0 0 15,-5 10 0-15,-1 8 0 0,-5 6 0 0,5 5 0 16,4 0 0-16,4-1 0 16,4-2 0-16,2-4 0 0,4-3-229 15,4-6-655-15,3-3 432 0,1-4 247 16,3-6 49-16,-5 0 100 0,0-4 56 16,-3-5 36-16,1-1 52 15,-2-2 141-15,1 2 119 0,-3 0-248 16,-2 2-36-16,-2 1-28 0,2 3-20 15,-2 4 56-15,-2 0 124 0,2 4-180 16,2 6 32-16,0 6 28 16,-1 0-60-16,1 2-12 0,-4-5 8 15,2-7 0-15,-2-1-12 0,0-4 28 16,0-1-16-16,2 0 64 0,-2-4 340 16,6-9-348-16,0-7-55 0,2-1-13 15,1-3 0-15,-1 7 0 0,-2 6 0 16,-2 4 0-16,-4 3 0 15,2 3-61-15,0 1-15 0,1 6 44 16,-1 6 12-16,0 3-8 0,0 4 28 16,2-3 0-16,0-6 0 0,-2-2 0 15,0-3 4-15,2-1-4 0,-2-2 0 16,2-1 44-16,1-1 12 16,-1-1 57-16,0-7-113 0,0-6 0 15,2-2 0-15,0-3 0 0,3 3 0 16,-1 0 0-16,0 4 0 0,1 4 0 15,-1 4 0-15,-4 4 0 0,0 3 0 16,0 9 0-16,-2 4 0 16,0 6 0-16,-2 1 0 0,0-3 0 15,0-3 0-15,2-1 0 0,0-5-253 16,3 0-719-16,-3-5-285 0,2-2-2705 0</inkml:trace>
  <inkml:trace contextRef="#ctx0" brushRef="#br0" timeOffset="14781.34">30070 7434 6498 0,'0'0'905'0,"0"0"-116"0,27-53-789 0,-10 29 0 16,-5-1 0-16,3-1 0 0,-3 3 0 15,-6 2 0-15,-2 6 0 0,-2 5 0 16,-2 6 0-16,0 0 0 0,-2 4 0 16,-4 5 0-16,-4 7 0 15,-3 13 0-15,-3 3 0 0,1 5 0 16,5-1 0-16,6-7 0 15,6-1 0-15,6-6 0 0,5-3 0 0,1-4 0 16,3-4-13-16,-3-4 5 16,1-3-36-16,-3-4 44 0,3-7 44 15,-5-2-40-15,0-2 13 0,-4-2-17 16,1 3 0-16,-3 0 0 0,-2 4 0 16,0 4 0-16,-2 4 0 0,0 2 0 15,2 0 0-15,-2 0 0 0,4 2 0 16,0 4 0-16,0 6 0 15,1 2 0-15,-3 3 0 0,0-2 0 16,-2-4 0-16,0-5 0 0,0-1 0 16,0-2 0-16,-2-2 0 0,2 2 0 15,0-3 0-15,4-4 0 0,4-9 0 16,2-5 0-16,5-4 0 0,-3-3 0 16,1 0 0-16,-3 4 0 15,-2 3 0-15,-4 7 0 0,-2 5 0 16,-2 5 0-16,0 0 0 0,0 1 0 15,2 3 0-15,-2 10 0 0,3 9 0 16,1 5 0-16,-2 2 0 16,-2-1 0-16,0-3 0 0,0-4 0 15,0-2 0-15,0-1 0 0,-2-7 0 16,2-5 0-16,0-4-105 0,0-2-2448 16,2-8-969-16</inkml:trace>
  <inkml:trace contextRef="#ctx0" brushRef="#br0" timeOffset="14957.12">30496 6871 7311 0,'0'0'881'0,"0"0"-881"0,0 0 0 0,0 0 0 0,0 0 0 0,8 48 0 0,-3-1 0 0,-3 10 0 16,0 4 0-16,2-5 0 15,-2 1 0-15,-2 0 0 0,-4 0 0 16,-7 0 0-16,-3 0 0 0,-3-4 0 15,1-15-25-15,1-7-3188 0</inkml:trace>
  <inkml:trace contextRef="#ctx0" brushRef="#br0" timeOffset="15099.34">30372 7322 7583 0,'0'0'609'15,"0"0"-609"-15,54-23 0 0,-29 19 0 16,4 1 0-16,4 3 0 15,0 0 0-15,2 0 0 0,0 0 0 16,-6-1 0-16,-10-3-1662 0,-1-2-1855 0</inkml:trace>
  <inkml:trace contextRef="#ctx0" brushRef="#br0" timeOffset="50925.78">28675 8740 2197 0,'0'0'156'16,"0"0"-20"-16,0 0 824 0,0 0-192 16,0 0-291-16,0 0 63 0,0 0 364 15,0 0-403-15,0 0-69 0,17-8 232 16,-17 8-416-16,0 0-39 0,0 0-209 15,0 3 0-15,0 7 0 16,0 6 0-16,-2 6 0 0,2 3 0 16,-3 0 0-16,1 1 0 0,0 1 0 15,0 2 0-15,-2 1 0 16,0 0 0-16,0 2 0 0,-4 0 0 16,1 0 0-16,-1 3 0 0,-2 1 0 15,-1 1 0-15,1 2 0 0,2 1 0 16,2 2 0-16,-1 1 0 0,3-1 0 15,2 1 0-15,-2-4 0 16,4-1 0-16,-4 0 0 0,0 1 0 16,2 0 0-16,-4 2 0 0,-1 0 0 15,1 4 0-15,-2 0 0 0,2 1 0 16,0 1 0-16,-1-2 0 0,3-2 0 16,2 0 0-16,2-3 0 0,0-2 0 15,0 2 0-15,0-1 0 16,-2 1 0-16,-2 2 0 0,-2 1 0 15,-3 5 0-15,-1-1 0 0,-2 2 0 16,-1-2 0-16,1 0 0 0,2-5 0 16,-1-2 0-16,1-5 0 15,2-8 0-15,-1-3 0 0,3-3 0 16,-2-4 0-16,2-6 0 0,2-4 0 16,1-4 0-16,3-1 0 0,0-2 0 15,0-9 0-15,0-2-2238 0</inkml:trace>
  <inkml:trace contextRef="#ctx0" brushRef="#br0" timeOffset="52006.01">28462 10698 1860 0,'0'0'60'0,"0"0"1009"0,0 0-529 16,0 0-116-16,-37-10 293 15,20 5-113-15,1 0-108 0,1 1 108 0,5 1-287 16,4 0-29-16,4 1 228 15,-2-2-220-15,2 3-80 0,0-1-31 16,2 1-185-16,0 1 0 0,6 0 0 16,2 1 0-16,6 1 0 0,1 2 0 15,4-1 0-15,-1 2 0 0,5-1 0 16,6 1 0-16,4 0 0 0,8 1 0 16,5 1 0-16,7-2 0 15,10 2 0-15,5-1 0 0,8-1 0 16,9-2 0-16,6 0 0 0,10-2 0 15,5-1 0-15,3 0 0 0,7 0 0 16,0 0 0-16,6 0 0 0,2 2 0 16,2 2 0-16,2 3 0 0,0-1 0 15,6 0 0-15,3-1 0 16,6 3 0-16,3-3 0 0,3 1 0 16,2-2 0-16,4-2 0 0,0-1 0 15,-4-1 0-15,0-1 0 0,-6-1 0 16,-3-2 0-16,-12 2 0 15,-3 1 0-15,-14 0 0 0,-16 1 0 16,-10-2 0-16,-14 0 0 0,-16-1 0 16,-9-2 0-16,-13-3 0 0,-16-5-569 15,-9 1-1516-15,-12-3-2805 0</inkml:trace>
  <inkml:trace contextRef="#ctx0" brushRef="#br0" timeOffset="53850.81">30790 11136 2096 0,'0'0'2838'0,"0"0"-1654"0,0 0-611 16,0 0 23-16,0 0-92 15,0 0-404-15,-17 33 96 0,7-8-91 16,-3 3-105-16,3 1 0 0,2 0 0 16,-2 2 0-16,1 2 0 0,1 2 0 15,2 0 0-15,-2-2 0 0,3-4 0 16,3 0 0-16,2-7 0 0,4-2 0 16,7-2 0-16,3-5 0 15,7-2 0-15,4-5 0 0,4-5 0 16,4-1 0-16,0-3 0 0,0-4 0 15,-4-2 0-15,-4 0 0 0,-7-2 0 16,-5-1-933-16,-7 3-224 16,-2-1-447-16</inkml:trace>
  <inkml:trace contextRef="#ctx0" brushRef="#br0" timeOffset="54050.03">30567 11324 2625 0,'0'0'3998'0,"0"0"-2850"16,0 0-727-16,0 0-421 0,51 1 0 15,-9-4 0-15,3 0 0 0,0-1 0 16,-1-1 0-16,-1 0 0 0,3 1 0 16,-1-1 0-16,-12 2 0 15,-4-4-2494-15</inkml:trace>
  <inkml:trace contextRef="#ctx0" brushRef="#br0" timeOffset="55146.27">27505 9224 2673 0,'0'0'2301'0,"0"0"-1777"16,8-50-92-16,-10 34 437 0,-6-1-549 15,-2-1-164-15,-5 1 48 0,1 0-184 16,-1 2 40-16,1 0 176 0,3 4-28 15,-1 1-28-15,2 3-171 16,-1 2-9-16,1 4 0 0,-2 1 0 16,-1 4 0-16,1 2 0 0,-1 5 0 15,1 1 0-15,2 5 0 0,-1 1 0 16,5 3 0-16,2 3 0 0,4 3 0 16,4 2 0-16,7 4 0 0,5 2 0 15,3 3 0-15,3 5 0 0,-3 3 0 16,0 0 0-16,-5-1 0 15,-4-1 0-15,-1 0 0 0,-5-5 0 16,-4-1 0-16,-4-1 0 0,-5-5 0 16,-1-3 0-16,0-4 0 0,-1-6-209 15,1-3-699-15,0-12-81 16,4-1-143-16,-1-7-2046 0</inkml:trace>
  <inkml:trace contextRef="#ctx0" brushRef="#br0" timeOffset="55301.06">27195 9564 6579 0,'0'0'1244'16,"0"0"-875"-16,0 0-369 0,0 0 0 16,0 0 0-16,52-14 0 0,-17 14 0 15,2-1 0-15,-4 1 0 0,-4-1 0 16,2 0 0-16,0 0 0 0,0-1 0 16,0 2 0-16,-4-2 0 0,-10-2-1497 15,-5-1-2609-15</inkml:trace>
  <inkml:trace contextRef="#ctx0" brushRef="#br0" timeOffset="56553.84">28470 10636 808 0,'0'0'588'0,"0"0"-588"16,0 0-20-16,0 0 8 15,0 0-8-15,0 0-24 0,0 0-224 0</inkml:trace>
  <inkml:trace contextRef="#ctx0" brushRef="#br0" timeOffset="56619.28">28470 10636 668 0,'-18'42'0'15,"16"-41"-184"-15</inkml:trace>
  <inkml:trace contextRef="#ctx0" brushRef="#br0" timeOffset="57084.18">28582 10624 2633 0,'0'0'164'0,"0"0"1753"16,0 0-1061-16,0 0-524 0,0 0-28 16,0 0 165-16,0 0-173 0,0 0-56 15,0 0 252-15,-23-34-304 16,13 33-16-16,-7 1-43 0,-1 3-129 16,-1 8 0-16,-1 3 0 0,1 2 0 15,2 2 0-15,5 0 0 0,2 3 0 16,6 0 0-16,2 0 0 15,4-1 0-15,6-2 0 0,10-4 0 16,5-2 0-16,8-8 0 0,4-4 0 16,5-6 0-16,-3-6 0 0,-4-4 0 15,-8-1 0-15,-11-4 0 0,-12 1 0 16,-6-1 0-16,-10 2 0 0,-7 2 0 16,-2 1 0-16,0 2 0 15,1 3 0-15,7 4 0 0,5 1 0 16,8 6 0-16,2 0 0 0,10 4-961 15,3 0-1764-15,16 1-1721 0</inkml:trace>
  <inkml:trace contextRef="#ctx0" brushRef="#br0" timeOffset="57551.09">29165 10628 5750 0,'0'0'1301'0,"0"0"-517"0,-4-34-427 0,0 30-357 0,0-1 0 0,-3 2 0 15,-5 3 0-15,0 4 0 16,-3 10 0-16,5 5 0 0,2 2 0 16,1 1 0-16,5 1 0 0,2 1 0 15,6-1 0-15,5-4 0 0,1-1 0 16,5-5 0-16,3-5 0 15,7-3 0-15,0-5 0 0,2-3 0 16,-2-7 0-16,-2-2 0 0,-9-3 0 16,-3-3 0-16,-7 0 0 0,-2-1 0 15,-4 0 0-15,0 2 0 0,-6 0 0 16,-2 0 0-16,-1 3 0 0,1 3 0 16,2 5 0-16,0 4-473 15,6 2-1908-15,-2 0-516 0</inkml:trace>
  <inkml:trace contextRef="#ctx0" brushRef="#br0" timeOffset="57943.35">29845 10642 5586 0,'0'0'1265'0,"-12"-37"-237"0,-9 18-715 15,-6 5-313-15,-4 4 0 0,-2 6 0 16,0 4 0-16,2 3 0 0,4 8 0 16,4 3 0-16,5 5 0 0,3 4 0 15,5 2 0-15,4 1 0 16,6 2 0-16,2 2 0 0,8-1 0 15,7-5 0-15,8-3 0 0,6-6 0 16,8-6 0-16,4-5 0 0,5-4 0 16,-5-11 0-16,-6-2 0 15,-10-6 0-15,-8-2 0 0,-9-4 0 16,-6-1 0-16,-4 1 0 0,-10 0 0 16,-2 0 0-16,-1 4 0 0,1 3 0 15,6 5 0-15,1 7 0 0,3 2-1237 16,2 0-648-16</inkml:trace>
  <inkml:trace contextRef="#ctx0" brushRef="#br0" timeOffset="58493.04">30442 10675 6042 0,'0'0'841'0,"0"0"-293"15,-45-43 213-15,28 28-761 0,1 3 0 16,1 5 0-16,3 6 0 0,0 5 0 15,-3 10 0-15,3 6 0 0,-1 6 0 16,3 5 0-16,6 2 0 0,2 0 0 16,6 3 0-16,6-5 0 0,9-3 0 15,4-6 0-15,6-3 0 16,6-7 0-16,2-6 0 0,-2-4 0 16,-4-4 0-16,-6-7 0 0,-4-5 0 15,-7-6 0-15,-6-2-213 0,-1-3-107 16,-5 2 100-16,-2-1 132 15,-2 0 80-15,-7 1 8 0,-3 1 24 16,-1-1-24-16,1 7-12 0,4 3-268 16,4 3-240-16,2 8-225 0,2 0-1824 0</inkml:trace>
  <inkml:trace contextRef="#ctx0" brushRef="#br0" timeOffset="58990.56">30984 10696 5422 0,'0'0'756'0,"0"0"-47"15,-19-36 596-15,11 24-1305 0,-4 0 0 16,-3 3 0-16,3 1 0 0,2 4 0 15,1 3 0-15,1 2 0 0,-6 10 0 16,-3 8 0-16,-2 8 0 0,3 3 0 16,6 2 0-16,5 1 0 0,5-3 0 15,5-2 0-15,9-6 0 16,7-4 0-16,8-5 0 0,2-6 0 16,2-6 0-16,-2-4 0 0,-6-8 0 15,-7-5 0-15,-8-4 0 0,-1-2 0 16,-5-2 0-16,-4 2 0 15,-2-2 0-15,-6 0 0 0,-5 3 0 16,3 0 0-16,2 2 0 0,3-4-645 16,1 8-1620-16,4-6-1897 0</inkml:trace>
  <inkml:trace contextRef="#ctx0" brushRef="#br0" timeOffset="60633.53">31786 10700 2617 0,'0'0'2185'0,"0"0"-424"0,0 0-709 16,0 0-475-16,0-33-577 0,-8 26 0 15,2 1 0-15,-3 3 0 0,-1 3 0 16,0 4 0-16,-5 8 0 15,1 4 0-15,-1 5 0 0,3 0 0 16,4-1 0-16,3-1 0 0,5-1 0 16,0-4 0-16,9-3 0 0,1-5 0 15,2-4 0-15,5-2 0 0,0-3 0 16,-1-3 0-16,-3-1 0 0,-1-2 0 16,0 0 0-16,-1-1 0 15,-3 0 0-15,0-1 0 0,0-1 0 16,-3 0 0-16,-3 1 0 0,0 1 0 15,-2 1 0-15,0 1 0 0,0 5 0 16,-4-2 0-16,-1 3 0 0,1 0 0 16,-2 2-273-16,2 0-1116 15,2 3-331-15</inkml:trace>
  <inkml:trace contextRef="#ctx0" brushRef="#br0" timeOffset="61070.31">32514 10718 6154 0,'0'0'721'0,"-11"-37"183"0,-1 23-491 0,-2 2-413 15,-3 0 0-15,-2 5 0 0,3 4 0 16,-1 2 0-16,3 3 0 0,4 6 0 16,-1 5 0-16,3 6 0 15,2 3 0-15,4 2 0 0,6 5 0 0,8-3 0 16,9 0 0-16,6-5 0 15,4-3 0-15,0-7 0 0,2-4 0 16,-2-5 0-16,0-2 0 0,-8-7 0 16,-3-5 0-16,-3-1 0 0,-7-4 0 15,-2 0 0-15,-1-2 0 0,-7 0 0 16,0 2 0-16,-7 0 0 0,-1 2 0 16,-2 0 0-16,4 3 0 0,3 4 0 15,3 2 0-15,7 2 0 16,9 0-1121-16,-1 1-296 0,7 1-488 0</inkml:trace>
  <inkml:trace contextRef="#ctx0" brushRef="#br0" timeOffset="61479.2">33117 10687 5958 0,'0'0'841'0,"0"0"-65"0,-4-38-159 15,0 29-617-15,-4-1 0 0,-5 2 0 16,1 3 0-16,-7 2 0 0,3 4 0 16,-5 7 0-16,1 5 0 0,-1 5 0 15,2 3 0-15,5 4 0 16,3 0 0-16,9 3 0 0,4-2 0 15,9-1 0-15,5-3 0 0,7-3 0 16,4-4 0-16,2-3 0 0,4-5 0 16,-2-2 0-16,0-4 0 15,-4-2 0-15,-7-5 0 0,-3-4 0 16,-7-2 0-16,-1-3 0 0,-5-1 0 16,-2-2 0-16,0-1 0 0,-2 0 0 15,0 1 0-15,-4 0 0 0,-2 3 0 16,-5 1 0-16,3 3 0 15,2 5 0-15,0 2 0 0,3 2-669 16,3 1-652-16,-2 1-375 0</inkml:trace>
  <inkml:trace contextRef="#ctx0" brushRef="#br0" timeOffset="61838.2">33475 10735 4918 0,'0'0'1340'16,"0"0"-551"-16,0 0 356 0,0 0-1145 16,0 0 0-16,0 0 0 15,0 0 0-15,-8-38 0 0,-7 34 0 0,-3 4 0 16,-5 6 0-16,-2 7 0 15,6 5 0-15,7 3 0 0,8 3 0 16,6 0 0-16,10 0 0 0,7-1 0 16,6-2 0-16,4-2 0 0,2-6 0 15,0-4 0-15,-2-5 0 0,-4-4 0 16,-3-5 0-16,1-6 0 0,-6-7 0 16,-7-5 0-16,-4-2 0 15,-4 0 0-15,-2-3 0 0,-6 1 0 16,-4 1 0-16,-3 3 0 0,-10 1-153 15,1 7-2044-15,-5 4-892 0</inkml:trace>
  <inkml:trace contextRef="#ctx0" brushRef="#br0" timeOffset="72898.89">31664 8534 2981 0,'0'0'2929'0,"0"0"-2268"0,-16-38 603 0,11 31-907 0,-3-1-357 0,-4 0 0 16,-3 2 0-16,-3 0 0 0,-1 6 0 15,3 2 0-15,1 8 0 0,-1 7 0 16,-1 7 0-16,3 5 0 0,3 6 0 16,9 1 0-16,4 0 0 0,17-4 0 15,8-4 0-15,10-7 0 0,6-8 0 16,5-7 0-16,-5-6 0 0,-1-4 0 15,-11-4 0-15,-9-3 0 16,-9-1 0-16,-9-3 0 0,-4-1 0 16,-8 0 0-16,-7 1 0 0,-3 1 0 15,-5 1 0-15,-6 1 0 0,4 2-841 16,-2-2-5310-16</inkml:trace>
  <inkml:trace contextRef="#ctx0" brushRef="#br0" timeOffset="73869.02">31619 8725 1608 0,'0'0'2461'0,"0"0"-2000"0,0 0 111 0,0 0-240 15,0 0-116-15,6 33 188 0,-2-13-228 16,-4 4-32-16,0 2 49 0,0-1-141 15,-2 1 24-15,-4 1 60 16,4-2-92-16,-5 0 8 0,3 0-20 16,0 0-28-16,0 1-4 0,2-1 0 15,2 1 4-15,0 1-4 0,2 3 0 16,0-2-4-16,4 3 4 0,-2 0 0 16,-1-2 4-16,1 1-4 0,-4 0 0 15,2 1 12-15,-2-2-12 0,0 2 64 16,0 0-44-16,0 0 20 15,-2 1-4-15,-2 0-32 0,-1 0-4 16,1 2 8-16,0 2-8 0,-2-1 0 16,2 2 0-16,2-1-60 0,-2-2 32 15,2-2-4-15,-3 2 8 16,-1-4 24-16,2 2 0 0,-2-2-8 16,-2-2 8-16,1 2 0 0,1-3-24 15,-2 3 24-15,4-2 0 16,0-1 8-16,0 2 28 0,-1-2 164 0,1 4 24 15,0-1-20-15,0-2 88 16,2 2-172-16,-2-2-4 0,0 3-99 16,0-1-17-16,-1-3 0 0,3-1 0 15,0-2 0-15,0-1 0 0,2-1 0 16,-2-1 0-16,0-1 0 0,0 3 0 16,0-1 0-16,0 5 0 0,0-2 0 15,-2 1 0-15,2-2 0 0,-3-1 0 16,1-2 0-16,0-4 0 15,2-6 0-15,0-5 0 0,2-4 0 16,-2-4-177-16,2-1-1916 0,0-11-2013 16</inkml:trace>
  <inkml:trace contextRef="#ctx0" brushRef="#br0" timeOffset="90099.99">27608 14155 2168 0,'0'0'2193'0,"0"0"-1480"0,3-32-145 15,3 13-220-15,2-1-92 0,-2 1 157 16,0 1-25-16,-1 1 52 0,-3 1 265 15,-2 6-705-15,0 2 0 0,0 3 0 16,-5 2 0-16,-1 1 0 0,-4 2 0 16,-9 3 0-16,-1 8 0 0,-3 5 0 15,0 7 0-15,7 3 0 0,1 2 0 16,7 1 0-16,4 0 0 16,4 0 0-16,4-2 0 0,4-1 0 15,5-3 0-15,1-4 0 0,3-6 0 16,3-7 0-16,1-5 0 0,4-3 0 15,0-14 0-15,3-8-277 16,-7 2-847-16,0-5-2846 0</inkml:trace>
  <inkml:trace contextRef="#ctx0" brushRef="#br0" timeOffset="90311.5">27757 13562 6022 0,'0'0'593'0,"0"0"439"15,0 0-552-15,-22 38-415 0,11-4-65 16,5 10 0-16,0 7 0 0,6 6 0 16,0 8 0-16,6 5 0 0,0 3 0 15,-2-1 0-15,3-4 0 0,-1-10 0 16,2-7 0-16,2-11 0 16,5-9 0-16,1-9 0 0,3-13 0 15,-7-7-2270-15,1-8-1243 0</inkml:trace>
  <inkml:trace contextRef="#ctx0" brushRef="#br0" timeOffset="90467.4">27937 14039 7411 0,'0'0'781'0,"0"0"-781"0,0 0 0 16,-18 41 0-16,11-21 0 0,3 1 0 15,2-1 0-15,2-2 0 16,4-2 0-16,5-4 0 0,1-4 0 15,-2-4-1529-15,2-4-636 0</inkml:trace>
  <inkml:trace contextRef="#ctx0" brushRef="#br0" timeOffset="90591.61">28059 13732 5946 0,'0'0'641'0,"0"0"-465"16,0 0-176-16,-8 33-192 0,8-18-669 15,0 1-2408-15</inkml:trace>
  <inkml:trace contextRef="#ctx0" brushRef="#br0" timeOffset="90899.05">28222 13987 5794 0,'0'0'1133'0,"0"0"19"16,0 0-1039-16,0 0-113 0,0 0 0 15,-35-17 0-15,25 16 0 0,-7 1 0 16,3 3 0-16,-1 1 0 0,7 1 0 16,4-1 0-16,0 1 0 0,2 1 0 15,0 1 0-15,2 2 0 0,0-2 0 16,4 6 0-16,8 1 0 16,5 4 0-16,6 2 0 0,-1-1 0 15,1 0 0-15,-2-4 0 0,-5 1 0 16,-3-2 0-16,-5 1 0 0,-6-2 0 15,-2 1 0-15,-6 0 0 16,-7 0 0-16,-9-1 0 0,-3-1 0 16,-4 1 0-16,-4-3 0 0,2-1 0 15,0-3 0-15,0-4 0 16,10-2 0-16,9 0-781 0,3-1-2549 0</inkml:trace>
  <inkml:trace contextRef="#ctx0" brushRef="#br0" timeOffset="91332.4">28466 14016 2985 0,'0'0'2337'0,"2"-34"-1313"0,-2 21 397 0,-8 7-996 0,0 4-425 0,-5 2 0 16,-3 7 0-16,-1 9 0 0,1 4 0 16,1 6 0-16,3 2 0 0,6 3 0 15,4-1 0-15,2 2 0 16,6-2 0-16,4 0 0 0,5-5 0 16,3-7 0-16,5-4 0 0,4-7 0 15,2-7 0-15,2-6 0 0,0-6 0 16,-2-4 0-16,-6-4-529 15,-7 4-836-15,-6-3-3341 0</inkml:trace>
  <inkml:trace contextRef="#ctx0" brushRef="#br0" timeOffset="91542.65">28640 14166 2741 0,'0'0'2453'15,"0"0"-1561"-15,0 0-63 0,0 0-29 16,0 0-500-16,0 0-123 0,0 0-177 15,0 0 0-15,-37 19 0 0,28-36 0 16,3-3 0-16,6-2 0 0,2-2 0 16,9 2 0-16,1 0 0 0,0 2 0 15,5 1 0-15,-3 4 0 0,5 2 0 16,0 0 0-16,-1 3 0 16,-1 2-573-16,-5 3-1056 0,-1 1-204 0</inkml:trace>
  <inkml:trace contextRef="#ctx0" brushRef="#br0" timeOffset="91795.3">28772 14046 4305 0,'0'0'1701'0,"0"0"-804"16,33 29-205-16,-14-27-95 0,2-2-597 15,-3-5 0-15,3-2 0 0,-5-3 0 16,-5 0 0-16,-3-3 0 0,-8 0 0 16,0-1 0-16,-10 0 0 15,-3-1 0-15,-3 5 0 0,-1 4 0 16,1 6 0-16,-3 6 0 0,3 11 0 15,-3 6 0-15,2 6 0 0,1 1 0 16,6 1 0-16,3-1 0 0,7-5 0 16,7-3 0-16,3-4 0 0,8-9 0 15,7-5 0-15,4-7 0 16,4-9 0-16,0-9 0 0,2-6 0 16,-8 3-1962-16,-4-3-591 0</inkml:trace>
  <inkml:trace contextRef="#ctx0" brushRef="#br0" timeOffset="91981.37">29097 13539 6246 0,'0'0'1553'0,"0"0"-1160"15,0 0-393-15,-23 39 0 0,11-6 0 16,1 7 0-16,5 6 0 0,2-2 0 16,2 4 0-16,0 3 0 15,0 5 0-15,0 0 0 0,0 1 0 16,0-2 0-16,-3-6 0 0,3-9 0 15,0-8-17-15,0-12-1403 0,2-9-1498 16,-6-7-919-16</inkml:trace>
  <inkml:trace contextRef="#ctx0" brushRef="#br0" timeOffset="92089.08">28919 14021 6046 0,'0'0'949'0,"25"-32"-325"15,-5 18-51-15,3 2-573 0,-2 4 0 16,-5 0 0-16,1 3 0 0,-3-1-41 15,-5 0-1984-15,-3 2-988 0</inkml:trace>
  <inkml:trace contextRef="#ctx0" brushRef="#br0" timeOffset="92327.37">29175 14102 6619 0,'0'0'1304'0,"40"-5"-1035"0,-20-3-269 16,-3-5 0-16,-3-1 0 0,-3-3 0 15,-5-1 0-15,-4-1 0 0,-2-2 0 16,-2 2 0-16,-4 2 0 0,-3 6 0 16,-1 7 0-16,-4 4 0 0,-3 8 0 15,0 11 0-15,-1 8 0 0,-1 4 0 16,1 1 0-16,7-1 0 16,5-5 0-16,8-2 0 0,13-5 0 15,12-6 0-15,14-6 0 0,15-7 0 16,14-8 0-16,-12-2 0 15,6-4-2182-15</inkml:trace>
  <inkml:trace contextRef="#ctx0" brushRef="#br0" timeOffset="92732.61">30010 13948 4157 0,'0'0'733'0,"3"-37"143"0,-3 18 441 0,-5 3-685 16,-5 2-216-16,0 3-355 0,-7 2-61 15,1 6 0-15,-3 3 0 0,0 6 0 16,3 7 0-16,-1 6 0 0,3 6 0 16,4 3 0-16,3 6 0 0,3 1 0 15,4-2 0-15,2 0 0 16,4-2 0-16,5-2 0 0,1-5 0 15,5-4 0-15,-1-5 0 0,7-7 0 16,2-5 0-16,2-3 0 0,-7-3-1601 16,3-5-841-16</inkml:trace>
  <inkml:trace contextRef="#ctx0" brushRef="#br0" timeOffset="93101.77">30250 13941 5638 0,'0'0'1005'0,"0"0"391"0,0 0-1243 16,0 0-153-16,0 0 0 15,-31-33 0-15,21 30 0 0,2 3 0 16,-3 3 0-16,-3 13 0 0,1 15 0 15,1 8 0-15,2 5 0 0,3-3 0 16,7-8 0-16,7-5 0 0,7-8 0 16,5-5 0-16,3-8 0 0,5-7 0 15,0-6 0-15,-2-9 0 16,-2-4 0-16,-9-5 0 0,-3-3 0 16,-7 0 0-16,-4-2 0 0,-2-2 0 15,-7-1 0-15,1 0 0 0,-2 0 0 16,2 3 0-16,1 9 0 0,5 8 0 15,2 5-313-15,0 4-751 16,0 3-329-16,9 2-2497 0</inkml:trace>
  <inkml:trace contextRef="#ctx0" brushRef="#br0" timeOffset="93305.17">30339 14141 6326 0,'0'0'1141'0,"0"0"-416"16,0 0-725-16,0 0 0 0,19-35 0 15,-5 6 0-15,-1-4 0 0,-1 0 0 16,0 7 0-16,-3 5 0 0,-1 8 0 16,-4 6 0-16,0 5 0 0,0 2 0 15,5 7 0-15,-1 10 0 0,4 13 0 16,1 6 0-16,-3-3 0 16,2-2 0-16,-1-8 0 0,5-2 0 15,-1-6 0-15,-3-4-1277 0,3-4-2029 0</inkml:trace>
  <inkml:trace contextRef="#ctx0" brushRef="#br0" timeOffset="93757.45">30693 13892 4558 0,'0'0'884'0,"0"0"-84"0,0 0-139 0,-27 48 91 0,27-20-408 16,2 7-151-16,6 1-193 0,0-3 0 15,1 0 0-15,-3-4 0 0,2-3 0 16,-2-7 0-16,-2-6 0 0,7-7 0 16,-5-4 0-16,0-2 0 15,7-11 0-15,1-12 0 0,7-9 0 16,3-7 0-16,1-5 0 0,-2 1 0 15,-2 0 0-15,-5 3 0 0,-3 8 0 16,-3 7 0-16,-2 11 0 0,-2 7 0 16,-3 5 0-16,1 2 0 0,2 6-405 15,2-1-1072-15,-2 3-231 0</inkml:trace>
  <inkml:trace contextRef="#ctx0" brushRef="#br0" timeOffset="94029.39">31017 13982 6154 0,'0'0'1169'16,"0"0"-613"-16,0 0-243 0,0 0-313 16,0 0 0-16,0 0 0 0,-47-14 0 15,28 26 0-15,-2 10 0 0,5 8 0 16,-1 1 0-16,5 2 0 0,8-4 0 16,4-6 0-16,4-3 0 15,10-4 0-15,3-7 0 0,8-4 0 16,-1-5 0-16,3-6 0 0,0-7 0 15,-2-6 0-15,-4-2 0 0,-7-3 0 16,-1-1 0-16,-7 2 0 0,-2 1 0 16,-4-2 0-16,0 3 0 0,-6-3 0 15,-5 0 0-15,3-2 0 0,-2-1-53 16,4 0-1311-16,-1 7-205 16,5 0-3637-16</inkml:trace>
  <inkml:trace contextRef="#ctx0" brushRef="#br0" timeOffset="94222.7">31147 13573 5126 0,'0'0'856'0,"0"0"297"0,0 0-317 15,0 0-615-15,0 0-221 0,0 44 0 16,0-2 0-16,0 8 0 0,0 3 0 16,-2-4 0-16,2 1 0 15,0 0 0-15,0-2 0 0,0 0 0 16,2-4 0-16,-2-4 0 0,5-6 0 15,3-9 0-15,0-5 0 0,4-11-1273 16,-1-4-296-16,-1-7-320 0</inkml:trace>
  <inkml:trace contextRef="#ctx0" brushRef="#br0" timeOffset="94458.1">31309 13936 5454 0,'0'0'1437'15,"0"0"-136"-15,0 0-1301 0,0 0 0 16,0 0 0-16,0 0 0 0,-19 42 0 15,13-14 0-15,6-1 0 16,4-2 0-16,6-6 0 0,5-5 0 16,3-2 0-16,5-6 0 0,4-2 0 15,-2-4 0-15,0-4 0 0,-3-5 0 16,-5-4 0-16,-5-4 0 0,-6-3 0 16,-1-4 0-16,-5-1 0 15,-5-1 0-15,1 0 0 0,-2-2 0 16,-2-1 0-16,0 0-341 0,-1 7-1824 15,5 0-200-15</inkml:trace>
  <inkml:trace contextRef="#ctx0" brushRef="#br0" timeOffset="94661.78">31604 13518 6330 0,'0'0'1145'0,"0"0"-569"0,0 0-435 16,0 0-141-16,-27 51 0 0,21-13 0 15,4 8 0-15,2 4 0 16,2-2 0-16,4 3 0 0,1 1 0 16,-1-1 0-16,0-1 0 0,-2-4 0 15,-4-3 0-15,2-6 0 0,2-6 0 16,-2-5 0-16,0-9 0 0,-2-6 0 16,0-4-1093-16,-2-8-2189 0</inkml:trace>
  <inkml:trace contextRef="#ctx0" brushRef="#br0" timeOffset="94808.29">31472 13933 6927 0,'0'0'368'0,"0"0"529"16,29-42-897-16,-4 30 0 0,4 5 0 15,0-1 0-15,-1 2 0 0,1 0 0 16,0 1 0-16,0 0 0 16,0 2 0-16,-4-2 0 0,-4 3-569 15,-3-1-1496-15,-5 3 184 0,-5-1-292 0</inkml:trace>
  <inkml:trace contextRef="#ctx0" brushRef="#br0" timeOffset="94944.47">31834 13857 4285 0,'0'0'2185'0,"0"0"-1112"16,2 47-424-16,-2-24-649 0,-4 7 0 15,2 3 0-15,-5 0 0 0,5-1 0 16,0-3 0-16,2-4 0 0,0-3 0 16,4-5 0-16,0-4 0 0,-1-6 0 15,-1-2 0-15,-2-5-1345 16,2-5-1553-16</inkml:trace>
  <inkml:trace contextRef="#ctx0" brushRef="#br0" timeOffset="95039.45">31968 13679 5314 0,'0'0'736'0,"0"0"-736"16,0 0-196-16,0 0-756 0,0 0-761 0</inkml:trace>
  <inkml:trace contextRef="#ctx0" brushRef="#br0" timeOffset="95277.28">32073 13870 8192 0,'0'0'0'16,"-37"-5"0"-16,19 5 0 16,1 3 0-16,1 7 0 0,1 5 0 15,3 3 0-15,3 1 0 0,9 3 0 16,2 1 0-16,7 2 0 0,7-4 0 15,1 2 0-15,1-8 0 0,7-3 0 16,4-6 0-16,0-6 0 0,0-2 0 16,-4-9 0-16,-2-6 0 0,-7-5 0 15,-3-3 0-15,-3-6 0 0,-6-1-729 16,-2 6-432-16,-2 2-371 0</inkml:trace>
  <inkml:trace contextRef="#ctx0" brushRef="#br0" timeOffset="95530.21">32214 13949 5614 0,'0'0'1265'15,"0"0"-289"-15,0 0-639 0,0 0-337 16,0 0 0-16,25-33 0 0,-9 8 0 16,3-1 0-16,2 2 0 15,-1 7 0-15,1 4 0 0,-2 6 0 16,1 6 0-16,-1 6 0 0,-5 9 0 15,1 8 0-15,-5 7 0 0,-2 6 0 16,-3 3 0-16,-1 2 0 0,-2-3 0 16,0-2 0-16,0-3 0 0,-2-5 0 15,2-1 0-15,0-3 0 0,-2-2 0 16,0-3 0-16,0-6 0 16,-2-5-2582-16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56:20.46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24127 7179 3541 0,'0'0'2037'0,"0"0"-1637"16,0 0-204-16,0 0 277 0,31 36-233 16,-26-3-40-16,-3 12 184 0,-2 7-272 15,0 6-12-15,-2 9 84 0,0 5-108 16,-1 8 64-16,1 5-31 16,2 5-109-16,0 5 0 0,0 6 0 15,2 7 0-15,3 4 0 0,-1 6 0 16,0 2 0-16,4 4 0 0,-4 5 0 15,2 2 0-15,-3 2 0 0,-3 2 0 16,0 2 0-16,-7-1 0 0,-1-2 0 16,-2-5 0-16,-3-1 0 15,1-2 0-15,-3-5 0 0,-1-9 0 16,-1-5 0-16,1-9 0 0,-1-8 0 16,5-10 0-16,-1-10 0 15,7-14 0-15,2-13 0 0,0-9 0 16,2-12 0-16,-2-9-897 0,4-6-336 15,0-8-435-15</inkml:trace>
  <inkml:trace contextRef="#ctx0" brushRef="#br0" timeOffset="1105.34">24107 9216 5386 0,'0'0'616'0,"0"0"-364"0,0 0-136 15,49-5-52-15,-5 4 81 0,14 1 179 16,8 0-240-16,10 0-40 0,15 0 28 16,13 1-56-16,15-1 36 15,10 0 8-15,13 1-60 0,13 0 0 16,11-1 16-16,9 0-16 0,18 0 0 16,7 1 88-16,13 1 96 0,8 1 48 15,5 2 80-15,3 1-260 16,0 0-4-16,-3-3-19 0,1 1-29 15,-4-3 0-15,-6-1 0 0,-2 0 0 16,-6 0 0-16,-6-1 0 0,-5 0 0 16,-3-3 0-16,-14 0 0 0,-7 0 0 15,-19-2 0-15,-16 0 0 16,-19-1 0-16,-21 1-189 0,-25-1-319 16,-20-2 0-16,-23-1-53 0,-29-2-911 15,-4 2-37-15</inkml:trace>
  <inkml:trace contextRef="#ctx0" brushRef="#br0" timeOffset="3018.53">24063 8757 3361 0,'7'-42'896'0,"1"-3"-371"16,4-5-177-16,-1 4 40 0,-1 4-28 16,-2 3-336-16,0 7-8 0,-3 6 20 15,-5 8-32-15,0 8 20 16,0 6 28-16,0 4-48 0,0 2-4 16,0 11-96-16,0 6-4 0,10 6 72 15,4 0 12-15,3-3-248 16,2-4-88-16,-1-6-120 0,1-5 284 15,-5-5 188-15,1-5 132 0,-1-9 396 16,3-8 84-16,-1-9 297 0,3-6-413 16,4-8-120-16,1-8 20 0,3-8-380 15,2-8 8-15,2-6-24 16,2 1-24-16,4-3-16 0,3 4-108 16,5-2 12-16,5 3-124 0,1 1-164 15,3 3 136-15,0 3 79 0,2 5 133 16,2 4 48-16,-3 7 28 0,1 6 20 15,-4 11-8-15,0 8 52 0,-7 12 33 16,-1 8-93-16,-7 7-4 0,2 13 0 16,-4 5-41-16,0 10-151 0,-2 7-520 15,0 5 4-15,-2 4 256 0,0 4-21 16,0-3 449-16,-2-2 24 16,0-4 252-16,2-6 85 0,0-7-37 15,0-8 292-15,5-5-240 0,-1-8-64 16,4-8 96-16,0-4-267 15,3-10-29-15,-3-8 8 0,2-6-92 16,1-10 20-16,-1-7-4 0,0-5-16 16,-2-3-4-16,-3 1 0 0,-1 10-68 15,-2 10 36-15,-4 14 12 0,-6 9-36 16,-5 7 36-16,1 12 12 16,-5 5-32-16,-1 12 40 0,-5 9 32 15,-4 8-20-15,-2 7-8 0,-2 9 28 16,0 3-16-16,-2 6-8 0,-4 5 60 15,2 5-60-15,0 0 8 0,-1 2-4 16,1 2-4-16,0-3-8 0,-2-3 0 16,2-3 28-16,2-2 0 0,-2-5 60 15,4-2-68-15,-2-4 20 16,2-4 28-16,2-3-64 0,4-1 4 16,6-3-8-16,5-2 20 0,3-4-20 15,9-5 0-15,6-5-12 16,5-4 8-16,3-7-160 0,1-1-100 15,-1-5-45-15,-4 1-499 0,-4 3 228 16,-6 9 376-16,-4 10 204 0,-10 9 244 16,-5 12 356-16,-4 5 481 0,-4 5-481 15,-2 2 16-15,2 1-327 16,4-3-289-16,3-4 0 0,3-10 0 16,3-9 0-16,3-11 0 0,5-13 0 15,2-9 0-15,2-11 0 0,2-12 0 16,0-16 0-16,-3-11 0 0,1-14 0 15,0-15 0-15,0-13 0 0,-2-14 0 16,2-10 0-16,2-8 0 16,6-2 0-16,4 0 0 0,9 8 0 15,1 9 0-15,-1 9 0 0,-1 9 0 16,-3 14 0-16,-1 9 0 0,-4 13 0 16,-8 13 0-16,-6 10-65 0,-6 11 13 15,-1 7-32-15,1 10-128 16,-2 9 92-16,-1 10 60 0,-4 8 4 15,1 6 16-15,-5 2-60 0,7 0 72 16,1-4 28-16,9-5-8 0,6-6 16 16,6-6-8-16,2-7 12 0,1-7 4 15,-3-7-16-15,-2-6 68 16,-2-2-44-16,-2-9 12 0,2-7 48 16,-2-2-68-16,0-5 28 0,0-2 0 15,-4-1-36-15,0 3-8 0,-4 9 0 16,-1 12-8-16,-5 13-12 0,-9 15-88 15,-8 9 12-15,-2 6 96 0,-4 1-4 16,0 2 20-16,0-1-16 0,1 0 0 16,1 0 4-16,2-7-4 15,2-3 0-15,6-7 0 0,7-11 0 16,5-6 16-16,5-5-4 0,2-2-4 16,0-7 20-16,2-2-12 15,0-8-16-15,2-2 0 0,4-6-4 16,2-2 0-16,8-3-8 0,3 3-64 15,1 4 0-15,-3 8-436 0,-15 8-749 16,-13 6-888-16</inkml:trace>
  <inkml:trace contextRef="#ctx0" brushRef="#br1" timeOffset="8973.28">24183 9275 2048 0,'0'0'2610'0,"0"0"-1330"0,0 0-639 15,0 0-177-15,0 0 36 0,0 0-276 16,0 0-52-16,0 0-80 0,15-26-88 16,-13 21-4-16,4 3 0 15,-2 0 4-15,0 1-4 0,0 0 56 16,-2 1 41-16,1 0-97 0,-1 0 0 16,-2 1 0-16,0 0 0 0,0-1 0 15,0 0 0-15,0 0 0 0,0 0 0 16,2 0 0-16,-2 0 0 0,0-2 0 15,0 0 0-15,0-1 0 0,0 1 0 16,0 1 0-16,0 0 0 0,0-1 0 16,-2 1 0-16,0 0 0 15,-1 0 0-15,1 1 0 0,0 0 0 16,-4 0 0-16,-4 0 0 0,-3 1 0 16,-9 2 0-16,-5 0 0 0,-2 2 0 15,-6-3 0-15,10 2 0 16,-8-3 0-16,8 2 0 0,-2-1 0 15,0-1 0-15,-2-1 0 0,0 0 0 16,0 0 0-16,-4 0 0 0,0 1 0 16,-2-1 0-16,-2 0 0 15,-4 2 0-15,-3-1 0 0,3 2 0 16,-7 0 0-16,1 0 0 0,-5 0 0 16,2 0 0-16,1 1 0 0,-1 0 0 15,-3 1 0-15,1-1 0 0,-2 0 0 16,0 1 0-16,-1 0 0 0,-3 0 0 15,0-1 0-15,0 2 0 0,-4-2 0 16,2 0 0-16,0 0 0 0,-6 1 0 16,0-2 0-16,-3 2 0 15,-1 1 0-15,0-1 0 0,0 1 0 16,-3-1 0-16,1 0 0 0,2 0 0 16,-5 1 0-16,-1-1 0 0,-3-1 0 15,-6 1 0-15,5 0 0 16,-3 1 0-16,-2-1 0 0,1 1 0 15,-5-1 0-15,2 1 0 0,-2-1 0 16,-2 1 0-16,6-1 0 16,3-1 0-16,-3 2 0 0,10 0 0 15,-3-2 0-15,4 1 0 0,-1-2 0 16,3 1 0-16,-1 0 0 0,3-1 0 16,-2 1 0-16,-1-1 0 0,-1-1 0 15,4 2 0-15,-1-3 0 0,7-1 0 16,6 0 0-16,5 0 0 0,11 0 0 15,9-1 0-15,9 1 0 0,9-2 0 16,11 1 0-16,2 1 0 16,2 0 0-16,0 0 0 0,0 0 0 15,2 0 0-15,2 0 0 0,0 0 0 16,2 0 0-16,1 0 0 0,1-2 0 16,-2 1 0-16,0 0-869 15,-2-3-756-15</inkml:trace>
  <inkml:trace contextRef="#ctx0" brushRef="#br1" timeOffset="10805.9">28807 9256 1436 0,'0'0'1129'0,"0"0"-1105"0,0 0 92 16,0 0 164-16,0 0 136 0,0 0 76 15,0 0-120-15,0 0 189 16,0 0-93-16,0 0 20 0,-12 8 297 16,12-8-309-16,0 0 20 0,0 0 157 15,0 0-653-15,0 0 0 0,0 0 0 16,0 0 0-16,0 0 0 0,-2 0 0 15,2-1 0-15,-2 0 0 0,2 0 0 16,-2 0 0-16,2 0 0 0,0 0 0 16,0 1 0-16,0 0 0 15,0 0 0-15,2 0 0 0,0 0 0 16,2 0 0-16,2 0 0 0,0-1 0 16,1 0 0-16,3 0 0 0,4-1 0 15,7-1 0-15,4 2 0 16,8 0 0-16,4-1 0 0,5 0 0 15,9 1 0-15,7 0 0 0,6-2 0 16,6 2 0-16,5-1 0 0,3 1 0 16,3-1 0-16,4 2 0 15,2-1 0-15,4-1 0 0,0 2 0 16,4-1 0-16,4-3 0 0,0 3 0 16,2-1 0-16,7-2 0 0,3 2 0 15,3-2 0-15,4 2 0 0,2-2 0 16,2 1 0-16,0-1 0 0,-2-2 0 15,4 2 0-15,4 0 0 0,2 0 0 16,0 1 0-16,1 1 0 0,-3-1 0 16,0 2 0-16,-4-2 0 15,2 0 0-15,-6 0 0 0,-2 0 0 16,-7-3 0-16,-5 0 0 0,-7 0 0 16,-8-2 0-16,-8 0 0 0,-11-1 0 15,-8 0 0-15,-12 0 0 16,-7-1 0-16,-14 2 0 0,-8-2 0 15,-11 4 0-15,-7 0 0 0,-3 4 0 16,-2-1 0-16,0 0 0 0,0 1 0 16,0-2 0-16,-2 3 0 0,-3-1 0 15,1 2 0-15,-2 0-1117 16,-4 2-1184-16</inkml:trace>
  <inkml:trace contextRef="#ctx0" brushRef="#br2" timeOffset="16227.16">23977 11480 1688 0,'0'0'360'0,"0"0"1017"16,0 0-364-16,0 0-561 0,0 0 60 16,0 0 68-16,0 0-368 15,0 0 60-15,4 31 281 0,-2-7-333 16,-2 6 16-16,0 5 44 0,-4 2-220 15,-3 5 12-15,1 4-16 16,-2 4-40-16,-2 5-16 0,-1 4 36 16,5 2-16-16,0 7-20 0,0 4 68 15,4 6-64-15,2 5 52 0,-2 3-7 16,-3 4-49-16,3 6 0 0,-6 6 0 16,-2 7 0-16,-1 4 0 0,-1 2 0 15,-2 1 0-15,-1-1 0 0,-2 1 0 16,5-2 0-16,-4-3 0 0,1-5 0 15,1-4 0-15,-1-4 0 16,-1-8 0-16,1-6 0 0,1-7 0 16,-1-10 0-16,1-8 0 15,1-7 0-15,1-9 0 0,6-9 0 16,0-8 0-16,3-9-209 0,3-10-511 16,0-6 12-16,3-6-849 0,1-1 280 15,4-12-203-15</inkml:trace>
  <inkml:trace contextRef="#ctx0" brushRef="#br2" timeOffset="17390.56">23821 13258 2633 0,'0'0'1448'0,"0"0"-1043"0,0 0-25 16,0 0 292-16,0 0-428 0,0 0-40 15,0 0 72-15,0 0-176 16,50-27 8-16,-11 28 185 0,17 3-153 16,10 0-12-16,7 0 32 0,9 1-144 15,11-2 0-15,7 2-16 0,9-1-84 16,11 0 28-16,8 0 48 15,13 0-8-15,6 1 16 0,12 0 8 16,8 2 4-16,7 1 20 0,2 3 100 16,1 2-44-16,-1 1 92 0,2 1 156 15,0 2-200-15,-3-2-36 0,-1 2-52 16,-5-3-36-16,-3-1-12 0,-7 0 0 16,-4-1 0-16,-10 1-8 0,-7-3-16 15,-6-1-36-15,-12-2 44 0,-8-2-124 16,-13-3-80-16,-14 0-88 15,-19-2-388-15,-14-3-137 0,-21-1-195 16,-17-4-2078-16</inkml:trace>
  <inkml:trace contextRef="#ctx0" brushRef="#br2" timeOffset="19321.88">23886 13198 1164 0,'0'0'1405'0,"0"0"-601"16,0 0-428-16,0 0-20 0,0 0 89 15,0 0-221-15,0 0-24 0,0 0 164 16,0 0-172-16,0 0-20 0,-13-31 60 15,17 10-132-15,-2-6-24 16,7 0-44-16,-7-1-32 0,6-3-12 16,-4-4-84-16,2-1-36 0,1-4 48 15,3-3-16-15,0-3 8 0,3-2 52 16,3-3 36-16,3 0-44 16,1-2 48-16,3-2-8 0,2 1 4 15,-2-1 4-15,8 3-116 0,-7 0-144 16,-1 0 28-16,-2 3-104 0,-2 3 184 15,-3 6 104-15,-1 4 44 0,-3 4 8 16,-2 4 100-16,1 3 184 16,-1 5-152-16,0 5-4 0,-6 6 80 15,1 4-120-15,-3 3-24 0,0 2 4 16,0 1-56-16,0 11 4 0,0 10 12 16,0 9-24-16,2 5-8 0,0 3 0 15,2 2 4-15,1 3-4 16,-1 6 0-16,2 1-4 0,2 3 4 15,3 3 40-15,-3 6 12 0,3 5 24 16,-3 2 68-16,2 5-80 0,-1 4 12 16,1-2 32-16,-2 2-28 0,5 1 40 15,-1-2 88-15,-1 0-135 16,1 2 19-16,1-4 64 0,-1-1-72 16,-1-8-4-16,-1-6 40 0,2-4-64 15,3-9-4-15,2-9-4 16,1-5-44-16,1-8-4 0,0-9 0 15,-1-5 12-15,1-5-12 0,0-5 4 16,-3-4 8-16,1-8-12 0,-1-6 32 16,3-6-24-16,-2-3-4 0,3-7 20 15,1-4-8-15,2-2-16 0,4-4 0 16,0-2-12-16,4-2 12 0,0 0-4 16,0-4-56-16,2 2 12 0,0-2 4 15,-2-1-48-15,3 1 36 0,-5 1 20 16,6 0-36-16,-6 2 12 0,4 4 4 15,-2 1-12-15,-2 4 24 16,-2 4 28-16,0 3-4 0,-2 2 20 16,-5 8 4-16,-1 6-4 0,-4 3 0 15,-1 7-8-15,-1 4 8 0,-5 1 0 16,0 10-8-16,-1 4 8 16,-1 5 0-16,0 3 24 0,-2 7-12 15,-2 1-8-15,3 4 28 0,-3 2-20 16,2 2-12-16,-4 4 28 15,4 1-28-15,-2 1 16 0,1 0 0 16,-1 2-8-16,0 0-4 0,2-1 36 16,0-1-36-16,0-4 24 0,5-2 80 15,-3-5-68-15,2-2-8 0,5-6 24 16,-3-5-52-16,1-2 4 0,1-6 0 16,3-2 0-16,-3-6-8 0,3-4 0 15,1-2 4-15,1-7-4 0,-1-6 8 16,5-4 0-16,0-5-8 15,4-4 0-15,2-4 8 0,0-4-8 16,4-1 0-16,4 0-4 0,0 2 4 16,2 3 0-16,-3 1-4 0,-3 1 4 15,0 5 0-15,-4 0 8 16,-2 1-8-16,-1 1 0 0,1 4-4 16,0 3 4-16,0 1 0 0,-2 3-12 15,2 3 12-15,0 3-28 0,-1 6-96 16,3 5-20-16,-2 8-112 15,0 6 107-15,-2 4 89 0,0 4 48 16,-5 1-4-16,1 4 16 0,-2-1 40 16,-1 0 16-16,3-2 65 0,-2-3 75 15,1-3-120-15,1-4 36 0,2-5 48 16,-1-3-132-16,1-4 28 0,4-5 16 16,0-2-64-16,4-4 4 0,0-5 20 15,4-7-16-15,2-4-16 0,5-4 0 16,-1-4-20-16,7-2-48 15,1 2-84-15,5 2-60 0,0 5 32 16,-3 7-24-16,-1 4 119 0,-5 6 85 16,1 4 12-16,-7 3-8 0,0 5 28 15,-3 3 113-15,-3 3-133 16,-2 3 8-16,-2 4-20 0,-5 3 4 16,-3 3-4-16,-2 4 8 0,-5 0 0 15,1 0-8-15,-1-3 12 0,1-2 0 16,3-4-12-16,3-5 56 15,-1-4-48-15,1-5 16 0,2-5 112 16,2-3-68-16,2-2 12 0,-3-4 20 16,3-2-84-16,0-3 24 0,0-1-20 15,-2 1-12-15,4 0-16 0,-2 3 0 16,-1 6-196-16,-1 6-136 0,-4 8-877 16,-7 1 48-16,-1 4-311 0</inkml:trace>
  <inkml:trace contextRef="#ctx0" brushRef="#br1" timeOffset="22529.53">28400 13432 3145 0,'0'0'1297'16,"0"0"-621"-16,0 0 560 15,-43 5-603-15,28-5-137 0,5 0 213 16,0 0-709-16,5 0 0 0,1 0 0 16,2 0 0-16,-2 0 0 0,4 0 0 15,0 0 0-15,0 0 0 0,0 0 0 16,6 1 0-16,5 2 0 0,11 3 0 16,9 1 0-16,7 3 0 0,5-3 0 15,5-1 0-15,7 1 0 0,9-1 0 16,9 0 0-16,10-2 0 15,12 1 0-15,12-1 0 0,17 1 0 16,15-1 0-16,9 0 0 0,16 2 0 16,7 1 0-16,11 2 0 0,10 1 0 15,7 1 0-15,8 0 0 16,10 3 0-16,6 1 0 0,6 3 0 16,5 2 0-16,0 2 0 0,1 1 0 15,-7 3 0-15,-11 0 0 16,-13 0 0-16,-18 1 0 0,-22-2 0 15,-22-3 0-15,-22-3 0 0,-23-5 0 16,-20-2 0-16,-17-4 0 0,-19-3-297 16,-14-2-775-16,-15-3-89 0,-10-3-2381 0</inkml:trace>
  <inkml:trace contextRef="#ctx0" brushRef="#br1" timeOffset="23705.1">23803 13154 1968 0,'0'0'28'0,"0"0"2646"16,0 0-2018-16,0 0-280 0,0 0 228 15,0 0-355-15,0 0-37 16,0 0 112-16,0 0-160 0,8-9 64 16,-4 8 180-16,0 0-224 0,-2 1-67 15,-2 0-117-15,0 0 0 16,0 0 0-16,0 0 0 0,0 0 0 16,0 2 0-16,-2 0 0 0,-2-2 0 15,0 1 0-15,-2 1 0 0,-2-2 0 16,-7 0 0-16,-3 0 0 15,-9-2 0-15,-4-3 0 0,-6 0 0 16,-9-3 0-16,-10 0 0 0,-10-2 0 16,-12 1 0-16,-15-4 0 0,-13 1 0 15,-14-1 0-15,-12 0 0 0,-13 1 0 16,-12 2 0-16,-10 2 0 0,-11 4 0 16,-10 1 0-16,-11 2 0 0,-3 1 0 15,-9 0 0-15,2 1 0 16,-2 3 0-16,7-2 0 0,-1-1 0 15,7-1 0-15,1 0 0 0,13 0 0 16,6-3 0-16,13-1 0 0,8 1 0 16,12-1 0-16,9 0 0 0,14 2 0 15,12 0 0-15,13 0 0 16,17 2 0-16,13-2-1109 0,22 2-280 16,12-4-852-16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57:33.6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480 1733 1080 0,'0'0'80'16,"0"0"132"-16,0 0-204 0,0 0 2037 16,0 0-1261-16,0 0-251 0,0 0-5 15,0 0 156-15,-13-8-340 0,11 6-59 16,0 0 155-16,2-2-244 16,0 3 24-16,0-3 168 0,0 2-304 15,0 1-24-15,0 0 24 0,0-1-76 16,0 1-4-16,0 1-4 0,0 0-40 15,2 0 40-15,2 0 44 0,0 0-44 16,7 3 56-16,5-1 9 0,7 2-65 16,12-1 0-16,6 2 0 15,15-1 0-15,2 0 0 0,10-1 0 16,9 0 0-16,-3 0 0 0,9 0 0 16,0 0 0-16,-1 0 0 0,7-2 0 15,4 2 0-15,-2 0 0 0,8-2 0 16,5 2 0-16,-5-1 0 0,6-2 0 15,3 1 0-15,6-1 0 16,1 1 0-16,3 1 0 0,2-1 0 16,2 0 0-16,2-1 0 0,2 0 0 15,-4 0 0-15,2 0 0 0,-4 0 0 16,2 0 0-16,-2 0 0 16,-4-1 0-16,-3-1 0 0,1 0 0 15,-4 0 0-15,1 0 0 0,-1 0 0 16,-1 2 0-16,-9 0 0 0,-3 0 0 15,-4 0 0-15,-15-1 0 0,-7 1 0 16,-14 0 0-16,-11 0 0 0,-13-1 0 16,-8-1 0-16,-15 2 0 15,-6 0 0-15,-2 0 0 0,-2 0 0 16,0 0 0-16,0 1 0 0,0 1 0 16,0 2-1249-16,-2-3-724 0</inkml:trace>
  <inkml:trace contextRef="#ctx0" brushRef="#br0" timeOffset="21158.65">10455 1237 1964 0,'0'0'1765'0,"0"0"-900"0,0 0-457 16,0 0-156-16,-4 40-4 15,4-22-140-15,0-1 40 0,4-2 136 16,-4-5-172-16,3-4 16 0,-3-3 149 16,0-1-81-16,0 1 36 0,0-3 348 15,0-1-108-15,-7-8-319 0,1-9-153 16,-8-8 0-16,3-4 0 0,-1-7 0 15,2-1 0-15,1-3 0 16,3-1 0-16,6 3 0 0,0 6 0 16,4 6 0-16,7 8 0 0,-1 5 0 15,0 3 0-15,7 5 0 0,-1 1 0 16,9 3 0-16,2-2 0 16,6 1 0-16,4 0 0 0,3 3 0 0,-3 0-101 15,-6 5-1624-15,-13 0-276 16,1 2-2064-16</inkml:trace>
  <inkml:trace contextRef="#ctx0" brushRef="#br0" timeOffset="21435.14">10718 1247 6090 0,'0'0'645'0,"0"0"-189"0,0 0 545 16,0 0-1001-16,27-37 0 0,-11 19 0 15,-1-1 0-15,1-1 0 16,-1 1 0-16,-3 0 0 0,-5-1 0 16,-3 1 0-16,-4 1 0 0,-4 1 0 15,-5 4 0-15,-5 2 0 0,-3 5 0 16,3 4 0-16,-3 2 0 0,3 10 0 16,-7 8 0-16,5 7 0 15,-1 3 0-15,0 3 0 0,9-2 0 16,8-1 0-16,8-3 0 0,9-4 0 15,10-6 0-15,14-5 0 0,7-6 0 16,10-4 0-16,0-7 0 0,-11 0-757 16,-1-4-1816-16</inkml:trace>
  <inkml:trace contextRef="#ctx0" brushRef="#br0" timeOffset="22011.19">11229 1013 6026 0,'0'0'789'0,"0"0"-101"0,0 0-192 0,0 0-303 16,0 0-193-16,0 0 0 16,-31-38 0-16,14 30 0 0,-4 2 0 15,1 4 0-15,-7 2 0 0,6 5 0 16,7 5 0-16,1 3 0 16,3-1 0-16,0 1 0 0,5 1 0 15,5-2 0-15,11 2 0 0,3 0 0 16,9 2 0-16,6-2 0 0,4 0 0 15,-2 2 0-15,2-2 0 0,-4-2 0 16,-8 1 0-16,-9 0 0 0,-8-4 0 16,-4 0 0-16,0-2 0 15,-8 3 0-15,-4 1 0 0,-9 0 0 16,0-3 0-16,1-4 0 0,-1-3 0 16,4-1 0-16,7-5 0 0,4-5 0 15,6 3-1029-15,0-3-568 0</inkml:trace>
  <inkml:trace contextRef="#ctx0" brushRef="#br0" timeOffset="22384.47">11266 1602 4798 0,'-13'43'520'0,"5"-5"292"0,-4 3-211 16,3-13-225-16,7-10 152 0,-2-7-232 15,0-8-35-15,4-3-261 0,0-9 0 16,4-12 0-16,0-21 0 0,7-15 0 16,-9-14 0-16,6-7 0 15,-6-4 0-15,2-4 0 0,7-1 0 16,5 9 0-16,1 15 0 0,7 18 0 16,-1 14 0-16,2 8 0 0,2 5 0 15,-2 3 0-15,-3 3 0 0,-1 5 0 16,0 5 0-16,-5 2 0 15,-1 8 0-15,-5 4 0 0,0 4 0 0,-3 3 0 16,-3 4 0-16,-4 1 0 16,-4 1 0-16,-3 1 0 0,-3 0 0 15,-4-1 0-15,-7-1 0 0,4-2 0 16,1-1 0-16,-1-6 0 0,3-1 0 16,4-5-553-16,3-5-648 15,7-4-527-15</inkml:trace>
  <inkml:trace contextRef="#ctx0" brushRef="#br0" timeOffset="22665.12">11727 1116 5734 0,'0'0'1145'16,"0"0"-333"-16,-35-29-311 0,22 20-501 15,3 1 0-15,-5 2 0 0,5 5 0 16,0 1 0-16,-1 11 0 15,-1 6 0-15,2 7 0 0,1 6 0 16,7 2 0-16,2-3 0 0,7 1 0 16,9-6 0-16,5-4 0 0,6-8 0 15,4-6 0-15,-4-6 0 0,4-3 0 16,-7-8 0-16,-3-3 0 16,-4-5 0-16,-7-4 0 0,-4-4 0 0,-6-1 0 15,0-3-161-15,-2 4-751 16,-2 6 39-16,0 7-1152 0,4 4 313 15</inkml:trace>
  <inkml:trace contextRef="#ctx0" brushRef="#br0" timeOffset="22900.74">11843 1196 4818 0,'0'0'1036'0,"0"0"201"16,0 0-465-16,0 0-443 0,-11 32-329 15,11-32 0-15,0-1 0 0,4-10 0 16,3-11 0-16,9-9 0 0,1-4 0 15,3 1 0-15,-3 5 0 0,-3 12 0 16,-8 7 0-16,-1 7 0 16,-1 3 0-16,-2 3 0 0,-2 9 0 15,0 8 0-15,0 11 0 16,0 4 0-16,-6 0 0 0,1-3 0 0,5-5 0 16,11-1 0-16,-1-5 0 15,11-3 0-15,6-8-1385 0,-9-5-328 16,1-5-836-16</inkml:trace>
  <inkml:trace contextRef="#ctx0" brushRef="#br0" timeOffset="23227.22">12283 1085 6899 0,'0'0'692'0,"0"0"-360"0,0 0-63 16,-29-34-269-16,16 30 0 0,3 1 0 15,-4-1 0-15,-3 4 0 0,1 2 0 16,-3 5 0-16,7 2 0 0,-3 3 0 15,5-1 0-15,4 0 0 0,6 0 0 16,0-1 0-16,10 1 0 16,11-1 0-16,-1 0 0 0,7 1 0 15,0 0 0-15,4 1 0 0,-4 1 0 16,0-1 0-16,-7 1 0 0,-5-2 0 16,-5 0 0-16,-10 0 0 15,0 0 0-15,-4 0 0 0,-6 2 0 16,-7-2 0-16,-8 2 0 0,3-4 0 15,-3 0 0-15,-2-3 0 0,4-3 0 16,3 0 0-16,5-2 0 0,5-1 0 16,4 0 0-16,1-1-305 15,5 0-591-15,0-2 15 0,5 0-1312 16,7-1 653-16</inkml:trace>
  <inkml:trace contextRef="#ctx0" brushRef="#br0" timeOffset="23457.25">12347 1271 4814 0,'0'0'1104'0,"33"-15"65"15,-14 5-64-15,-3 1-1105 0,1-2 0 16,-1-4 0-16,-1 0 0 0,-1-2 0 16,-6-2 0-16,1 3 0 0,-7 0 0 15,-4 1 0-15,-2 3 0 0,-7 3 0 16,-1 5 0-16,-3 4 0 0,-1 4 0 16,-5 11 0-16,0 6 0 15,1 6 0-15,-1 6 0 0,5 1 0 16,9-1 0-16,7-4 0 0,7-3 0 15,13-5 0-15,7-7 0 0,14-6 0 16,7-5 0-16,10-7 0 0,-11-4-169 16,5-5-1328-16</inkml:trace>
  <inkml:trace contextRef="#ctx0" brushRef="#br0" timeOffset="23829">13360 706 7579 0,'0'0'508'0,"0"0"-403"0,0 0-105 0,-35 58 0 16,24-14 0-16,11 8 0 0,4 3 0 15,3-3 0-15,9 2 0 0,-5-2 0 16,3-1 0-16,-4-2 0 15,1-5 0-15,-5-2 0 0,-6-6 0 16,0-7 0-16,-4-9 0 0,-9-11-121 16,3-4-1596-16,-4-10-480 0</inkml:trace>
  <inkml:trace contextRef="#ctx0" brushRef="#br0" timeOffset="23954.2">13151 1104 5098 0,'0'0'2165'0,"0"0"-1761"16,27-44 121-16,0 32-525 0,4-1 0 15,6 1 0-15,4 5 0 0,-3 4 0 16,-1 3 0-16,-2 7 0 0,-2 7 0 16,-4 1 0-16,-6-4-2426 15,-7 2-267-15</inkml:trace>
  <inkml:trace contextRef="#ctx0" brushRef="#br0" timeOffset="24188.33">13635 1105 6995 0,'0'0'1092'15,"-37"-17"-987"-15,16 15-105 0,4 5 0 16,1 9 0-16,1 4 0 0,1 6 0 16,8 2 0-16,1 2 0 0,10-2 0 15,1 0 0-15,8-4 0 0,7-4 0 16,0-4 0-16,1-5 0 0,3-4 0 16,-2-3 0-16,-2-5 0 15,-1-5 0-15,-5-6 0 0,-5 0 0 16,-4-4 0-16,-6-1 0 0,0-1 0 15,-4 1 0-15,-8-1 0 0,-5 1 0 16,-3 0 0-16,-1-1 0 0,0-2 0 16,7 7 0-16,1-1-3174 0</inkml:trace>
  <inkml:trace contextRef="#ctx0" brushRef="#br0" timeOffset="25038.27">14569 1151 5406 0,'0'0'976'0,"0"0"-287"0,-6-42 432 0,-2 28-1121 15,-3-3 0-15,1 1 0 0,-7 0 0 16,5 3 0-16,-2 4 0 0,-1 6 0 16,5 5 0-16,-1 13 0 15,-5 9 0-15,-1 10 0 0,3 6 0 16,-3 1 0-16,5-2 0 0,4-4 0 16,8-3 0-16,4-6 0 0,6-4 0 15,11-7 0-15,-1-7 0 0,3-4 0 16,2-6 0-16,-2-6 0 0,-3-5 0 15,1-3 0-15,-6-4 0 16,-3-2 0-16,4 0 0 0,-5 0 0 0,-1 5 0 16,-2 2 0-16,-1 6 0 15,-1 4 0-15,4 5-377 0,0 5-51 16,1 9-32-16,-1 5 184 16,5 3 95-16,-5-1 1 0,2-1 84 15,3-3 96-15,-3-3 4 0,3-2-4 16,-1-3 96-16,-8-3 205 0,1-1-149 15,-3-3 68-15,-2 1 284 0,-2-1-196 16,0-1 84-16,0-1-371 16,0-1-21-16,-6-6 0 0,-1-5 0 15,-3-9 0-15,4-8 0 0,-2-2 0 16,8-1 0-16,0 4 0 0,8 6 0 16,2 1 0-16,3 6 0 0,1 2 0 15,-2 1 0-15,3 4 0 0,1-2 0 16,1 0 0-16,4-7 0 15,-1 5-717-15,1-5-2509 0</inkml:trace>
  <inkml:trace contextRef="#ctx0" brushRef="#br0" timeOffset="25688.38">15049 676 6903 0,'0'0'284'0,"0"0"-44"0,-44 18 340 15,30 7-395-15,3 11-185 0,1 7 0 16,8 6 0-16,2 6 0 0,0 5 0 15,6 4 0-15,0-1 0 0,5 0 0 16,-1-3 0-16,0-6 0 16,7-8 0-16,-3-11 0 0,7-9 0 15,2-11 0-15,-2-8 0 0,3-7 0 16,-3-10 0-16,-4-6 0 0,-7-6 0 16,-10-1 0-16,-4-1 0 15,-9 3 0-15,-11 2 0 0,-7 2 0 16,2 6 0-16,-7 3 0 0,10 5 0 15,1 3 0-15,12 0 0 0,5 0 0 16,8 0 0-16,4 0-169 0,11-2-1328 16,-3-1 77-16,9-5-1790 0</inkml:trace>
  <inkml:trace contextRef="#ctx0" brushRef="#br0" timeOffset="25938.21">15257 1227 6118 0,'0'0'781'0,"0"0"-213"16,0 0 120-16,-10 42-651 0,6-35-37 15,4-3 0-15,0-2 0 0,0-1 0 16,0 0 0-16,0 0 0 0,0-1 0 16,0 0 0-16,0-3 0 15,0-8 0-15,4-5 0 0,0-4 0 16,2-2 0-16,1 1 0 0,1 5 0 15,0 0 0-15,-4 3 0 0,0 3 0 16,-2 1 0-16,-2 4-1293 0,0-3-1841 16</inkml:trace>
  <inkml:trace contextRef="#ctx0" brushRef="#br0" timeOffset="26295.35">15290 755 8192 0,'0'0'0'0,"0"0"0"0,0 0 0 0,0 0 0 0,0 0 0 0,0 0 0 16,0 0 0-16,0 0-669 0,0 0-1872 15,42 19-2089-15</inkml:trace>
  <inkml:trace contextRef="#ctx0" brushRef="#br0" timeOffset="26638.42">15466 739 7327 0,'0'0'388'16,"0"0"-168"-16,-25 44 37 0,15-8-257 16,4 7 0-16,6 4 0 0,0 1 0 15,0 1 0-15,2 2 0 0,-2-3 0 16,4-1 0-16,-4-2 0 0,6-3 0 16,-6-2 0-16,4-6 0 15,1-8 0-15,-5-10 0 0,0-6-521 16,0-6-567-16,0-4-1442 0</inkml:trace>
  <inkml:trace contextRef="#ctx0" brushRef="#br0" timeOffset="26809.86">15305 1137 6370 0,'0'0'581'0,"0"0"183"16,58-25-360-16,-33 18-331 0,-3 0-73 15,3 1 0-15,-8 2 0 0,3 2 0 16,-7 2 0-16,5 2 0 15,-1 7-101-15,-5 3-923 0,3-1-81 16,-5 1-1496-16</inkml:trace>
  <inkml:trace contextRef="#ctx0" brushRef="#br0" timeOffset="26966.33">15605 1338 4806 0,'0'0'1124'0,"0"0"-499"15,0 0-49-15,0 0 396 0,0 0-883 16,0 0-89-16,0 0 0 0,-4-55 0 15,8 23 0-15,0 3 0 0,2 5 0 16,4 6 0-16,1 5 0 0,1 4 0 16,1 3 0-16,-1 3-1874 15,-2 1-403-15</inkml:trace>
  <inkml:trace contextRef="#ctx0" brushRef="#br0" timeOffset="27356.46">15853 1144 5738 0,'0'0'1205'0,"0"0"-517"0,0 0-127 15,-44-39-561-15,24 35 0 0,5 4 0 16,-1 3 0-16,-1 8 0 16,3 8 0-16,-3 5 0 0,7 5 0 15,-1 3 0-15,5 1 0 0,2 0 0 16,8-4 0-16,7-5 0 0,5-6 0 16,5-5 0-16,4-5 0 15,1-5 0-15,5-5 0 0,-4-6 0 16,0-6 0-16,-2-4 0 0,-2 1 0 15,-7-1 0-15,-1 5 0 0,-5 5 0 16,-6 2 0-16,2 4 0 0,-3 2-177 16,-1 0 109-16,0 6 8 15,4 3 16-15,2 4 44 0,-2-1 0 16,1-2-4-16,-3-5 4 0,2-1 0 16,-2 0 32-16,2-3-32 0,-2 0 140 15,-2-1-20-15,-2-5-59 0,-2-5-61 16,-8-9 0-16,6-2 0 0,-2 0 0 15,2 0 0-15,8 2 0 0,2-1 0 16,8 2 0-16,1 1 0 16,3 1 0-16,3 1 0 0,0 2-357 15,-1 0-1092-15,-3 4-131 0,-3 2-681 16</inkml:trace>
  <inkml:trace contextRef="#ctx0" brushRef="#br0" timeOffset="27710.89">16194 1083 4814 0,'0'0'1092'0,"0"0"-115"0,-21 50-377 15,15-30-260-15,2 4 29 0,4-4-369 16,2 0 0-16,10-5 0 0,3-2 0 16,5-6 0-16,3-3 0 15,2-4 0-15,-2-4 0 0,2-4 0 16,-9-2 0-16,1 0 0 0,-7-2 0 16,-2 4 0-16,-6 2 0 0,-2 2 0 15,4 3 0-15,-4 0 0 0,0 1 0 16,0 2 0-16,2 5 0 0,3 9 0 15,1 13 0-15,2 13 0 16,-2 11 0-16,7 2 0 0,-9-3 0 16,0-4 0-16,-4-6 0 0,-8 2 0 15,-9-3 0-15,-6 2 0 0,-3-4 0 16,-10-2 0-16,-1-6 0 16,2-7 0-16,-4-8 0 0,4-8 0 15,-3-8 0-15,5-7 0 0,-2-9 0 16,-2-11 0-16,6-9 0 0,10-3 0 15,11-1 0-15,10 3 0 0,17 2 0 16,11 6 0-16,6 0 0 0,11 4 0 16,3 0 0-16,-9 8-1221 15,-4-5-1252-15</inkml:trace>
  <inkml:trace contextRef="#ctx0" brushRef="#br0" timeOffset="28458.5">17281 790 6290 0,'0'0'353'0,"-33"-53"163"0,8 31 16 15,3 6-372-15,1 4-40 0,4 5-12 16,-1 3-88-16,5 4 32 0,-5 1-11 15,-1 7-41-15,-2 3 0 0,1 4 0 16,3 1 0-16,-1 3 0 16,1 2 0-16,5 4 0 0,-1 2 0 15,5 6 0-15,8 4 0 0,2 4 0 16,13 9 0-16,5 1 0 0,1 3 0 16,2 3 0-16,-3 0 0 15,-5 0 0-15,-3-2 0 0,-2-6 0 16,-3-6 0-16,-3-7 0 0,-4-6 0 15,0-6 0-15,0-5 0 0,0-7 0 16,-2-5 0-16,2-7 0 0,-2 0-1241 16,-5-6-344-16</inkml:trace>
  <inkml:trace contextRef="#ctx0" brushRef="#br0" timeOffset="28598.39">16911 1216 5814 0,'0'0'564'0,"0"0"109"0,0 0 379 16,0 0-963-16,0 0-89 0,0 0 0 15,0 0 0-15,75-18 0 0,-24 24 0 16,3 1 0-16,-7 4 0 16,1-3 0-16,0 3 0 0,-1-1 0 15,-1-2-541-15,-13-1-1480 0,-6-3-172 0</inkml:trace>
  <inkml:trace contextRef="#ctx0" brushRef="#br0" timeOffset="28881.85">17550 1295 6082 0,'0'0'1053'0,"-37"-16"-489"16,20 8-84-16,1 7-467 15,1 1-13-15,-1 11 0 0,5 7 0 16,-3 10 0-16,1 5 0 0,3 4 0 16,6 2 0-16,4-1 0 0,0-2 0 15,14-4 0-15,3-5 0 0,4-7 0 16,-1-3 0-16,7-9 0 15,-2-4 0-15,-2-4 0 0,-5-9 0 16,-5-5 0-16,-3-5 0 0,0-3 0 16,-10-4 0-16,0 1 0 0,0-1 0 15,-6-3 0-15,-4-2 0 0,-1 1 0 16,1 3-197-16,2 8-587 0,6 7 103 16,-2 9-463-16,4 1-101 15,4 2-79-15</inkml:trace>
  <inkml:trace contextRef="#ctx0" brushRef="#br0" timeOffset="29049.95">17608 1478 4746 0,'0'0'928'0,"0"0"361"15,0 0-525-15,0 0-324 0,0 0-415 16,0 0-25-16,0 0 0 0,0 0 0 16,-13-62 0-16,20 28 0 0,3 3 0 15,4 8 0-15,-1 6 0 0,7 1 0 16,-1 5 0-16,4 0 0 0,4 0 0 15,2 0 0-15,-11 2-1189 0,3 1-3409 16</inkml:trace>
  <inkml:trace contextRef="#ctx0" brushRef="#br0" timeOffset="29392.08">18038 1245 7743 0,'0'0'449'0,"-40"-10"-449"0,20 11 0 15,1 10 0-15,-2 6 0 0,3 6 0 16,-1 6 0-16,7 3 0 16,4 4 0-16,6 0 0 0,2-1 0 15,10-6 0-15,2-1 0 0,15-9 0 16,2-4 0-16,4-5 0 16,4-8 0-16,1-3 0 0,-3-7 0 15,-4-6 0-15,-4-5-205 0,-11 2-1424 16,-1-2-948-16</inkml:trace>
  <inkml:trace contextRef="#ctx0" brushRef="#br0" timeOffset="29548.5">18251 1220 2657 0,'0'0'5086'0,"0"0"-4637"16,0 0-449-16,0 0 0 0,-13 47 0 16,11-18 0-16,-2 3 0 0,2-1 0 15,2-5 0-15,0-1 0 0,6-4 0 16,-2-4 0-16,2-5-561 0,-1-5-1948 15,-5-7-909-15</inkml:trace>
  <inkml:trace contextRef="#ctx0" brushRef="#br0" timeOffset="29655.04">18346 856 7187 0,'0'0'0'0,"0"0"-4"0,0 0-12 16,0 0 0-16,0 0-633 0,0 0-595 15,0 0 215-15,10 39-795 0</inkml:trace>
  <inkml:trace contextRef="#ctx0" brushRef="#br0" timeOffset="30234.76">18346 1474 5078 0,'0'0'744'0,"-4"43"253"16,4-29-225-16,0-10-372 0,4-4-199 15,8-9-201-15,7-12 0 0,3-10 0 16,5-8 0-16,2-3 0 15,-6 3 0-15,-2 1 0 0,-5 5 0 16,-1 10 0-16,-9 11 0 0,-6 7 0 16,0 6 0-16,-4 7 0 0,-2 10 0 15,-1 8 0-15,-1 6 0 0,6 3 0 16,4-7 0-16,8-5 0 0,1-4 0 16,9-5-809-16,-1-4 173 15,0-5 87-15,-1-5-239 0,-1-5 232 16,-5-6 320-16,-2-4 236 0,-5-3 32 15,1-3 188-15,-6-1 460 0,0-2-144 16,-6 2-55-16,-1 3 167 16,1 5-304-16,2 6-112 0,0 5 44 15,0 3-216-15,2 1-32 0,-4 5-28 16,-3 5-24-16,7 5 24 0,-2 2-4 16,4-2-24-16,0-1 28 0,4-5-4 15,2 1-32-15,-1-2 36 0,3 3 8 16,-4 2 4-16,6 1 20 0,1 3 49 15,-1 3-81-15,0 2 0 16,1 5 0-16,-5 5 0 0,2 5 0 16,-6 4 0-16,-2 4 0 0,-4 2 0 15,-8 2 0-15,-5 0 0 0,-8 1 0 16,-2-4 0-16,-6-2 0 0,-2-3 0 16,-6-9 0-16,0-6 0 15,-1-9 0-15,-1-9 0 0,6-5 0 16,6-6 0-16,10-12 0 0,4-7 0 15,7-6 0-15,10-11 0 0,0-4 0 16,6-4 0-16,15 6 0 16,4 8 0-16,8 5 0 0,6 5 0 15,0 1 0-15,3 2 0 0,1-1 0 16,-12 5-1345-16,0-1-1205 0</inkml:trace>
  <inkml:trace contextRef="#ctx0" brushRef="#br0" timeOffset="30375.1">19040 1595 8192 0,'0'0'0'0,"0"0"0"0,0 0 0 0,0 0 0 0,0 0-333 16,0 0-6634-16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7:59:33.14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9269 1087 3861 0,'0'0'2818'0,"0"0"-2022"0,0 0-196 15,0 0-483-15,0 0-117 16,0 0 0-16,0 0 0 0,52 24 0 15,-9-14 0-15,19-5 0 0,8-5 0 16,3-5 0-16,-9-2 0 0,-6-4 0 16,-3-3-509-16,-17 1-2116 15</inkml:trace>
  <inkml:trace contextRef="#ctx0" brushRef="#br0" timeOffset="605.81">10735 1007 2473 0,'0'0'2297'0,"-31"-50"-829"0,14 26-719 0,7 8-45 15,3 6-203-15,-1 5-501 0,6 3 0 16,-8 2 0-16,-1 4 0 0,-3 11 0 16,-3 12 0-16,1 8 0 0,6 3 0 15,1 1 0-15,7-3 0 16,2-4 0-16,6-5 0 0,1-5 0 15,3-6 0-15,4-8 0 0,3-4 0 16,0-4 0-16,3-6 0 0,1-6 0 16,0-4 0-16,-1-4 0 15,1 1 0-15,-5 2 0 0,-1 5 0 16,-5 6 0-16,-8 6 0 0,7 3 0 16,-3 8 0-16,0 8 0 0,-2 5 0 15,6 1 0-15,-7-3 0 0,5-2 0 16,2-4 0-16,0-3 0 0,7-3 0 15,0-1-293-15,-7-5-927 0,0-1-2410 0</inkml:trace>
  <inkml:trace contextRef="#ctx0" brushRef="#br0" timeOffset="1029.18">11245 955 3769 0,'0'0'1177'0,"0"0"-433"0,-37-19 389 0,20 19-633 0,1-1-72 0,-5 0 13 16,1 1-441-16,-5 0 0 0,4 0 0 16,2 1 0-16,1 1 0 15,7 0 0-15,5 0 0 0,0 0 0 16,6 1 0-16,0 2 0 0,0 4 0 16,10 8 0-16,11 4 0 0,6 2 0 15,4 1 0-15,2-3 0 16,4-3 0-16,-2-2 0 0,-2-2 0 15,-8 0 0-15,-8-1 0 0,-11 1 0 16,-2 0 0-16,-10-1 0 0,-4 0 0 16,-11 1 0-16,0 0 0 0,-10-2 0 15,0 0 0-15,-2-3 0 16,-2-1 0-16,8-3 0 0,6-4 0 16,11-1-849-16,4-1-184 0,6-2-1780 15</inkml:trace>
  <inkml:trace contextRef="#ctx0" brushRef="#br0" timeOffset="1381.38">11590 921 6919 0,'0'0'400'0,"-47"0"200"15,28-1-327-15,3 0-273 16,3 1 0-16,-1 0 0 0,-3 0 0 15,3 4 0-15,-3 5 0 0,7 2 0 16,-5 3 0-16,9 1 0 0,0 0 0 16,6 0 0-16,2-2 0 0,8 2 0 15,5-1 0-15,6 0 0 16,1 1 0-16,9 2 0 0,-6-2 0 16,6 1 0-16,-4-2 0 0,-6 1 0 15,-9 0 0-15,-4 0 0 0,-8-1 0 16,-8 1 0-16,2 0 0 0,-11 0 0 15,3 1 0-15,-9 0 0 0,-2 1 0 16,3-3 0-16,-3-2 0 0,4-3 0 16,5-5 0-16,1-4-125 15,9-3-1896-15,6-8-484 0</inkml:trace>
  <inkml:trace contextRef="#ctx0" brushRef="#br0" timeOffset="1645.16">11812 955 5718 0,'0'0'1113'0,"0"0"143"0,-42 18-1151 16,26 3-105-16,1 6 0 15,5 5 0-15,0 3 0 0,7 0 0 16,6 0 0-16,7-3 0 0,8-5 0 16,5-6 0-16,2-6 0 0,6-7 0 15,-2-4 0-15,2-4 0 0,-4-6 0 16,-2-4 0-16,-5-6 0 0,-3-6 0 15,-3-4 0-15,-7-6 0 0,-1-4 0 16,-6-4 0-16,0-4 0 0,0 5 0 16,-2 7 0-16,2 8 0 15,2 9 0-15,8 4-1005 0,-6 5 176 16,7 2-1344-16</inkml:trace>
  <inkml:trace contextRef="#ctx0" brushRef="#br0" timeOffset="2066.19">12064 1161 3937 0,'0'0'2802'0,"-21"47"-1662"0,17-35-827 16,4-7-313-16,0-4 0 0,0-1 0 15,0-3 0-15,8-11 0 16,5-14 0-16,7-15 0 0,5-6 0 16,-2 0 0-16,-3 7 0 0,-5 10 0 15,-3 7 0-15,-1 9 0 0,-1 8 0 16,-10 6 0-16,4 2 0 0,-4 0 0 15,4 4 0-15,-2 6 0 0,2 4 0 16,-4 9 0-16,5 5 0 0,-5-1 0 16,0-3 0-16,0-4 0 15,0-7 0-15,0-4 0 0,0-5 0 16,0-3 0-16,0-1 0 0,0 0 0 16,2-1 0-16,2-5 0 0,6-7 0 15,3-6 0-15,5-4 0 16,-1-2 0-16,-5 7 0 0,-4 6 0 15,-6 9 0-15,3 3 0 0,-5 2 0 16,0 9 0-16,6 6 0 0,-6 11 0 16,4 2 0-16,2 2 0 15,-2-3 0-15,7-5 0 0,-1-1 0 16,2-2 0-16,3-1 0 0,1-2 0 16,-5-3 0-16,3-3 0 0,-4-3 0 15,1-3-89-15,-9-4-1071 0,-2-2-2310 0</inkml:trace>
  <inkml:trace contextRef="#ctx0" brushRef="#br0" timeOffset="2315.5">12417 1190 7579 0,'0'0'288'0,"0"0"37"16,0 0-325-16,0 0 0 0,0 0 0 16,0 0 0-16,0 0 0 0,42 6 0 15,-22-6 0-15,7-2 0 16,4-7 0-16,-4-5 0 0,-2-2 0 15,-9 1 0-15,-5-7 0 0,-1-1 0 16,-4-8 0-16,-6 0 0 0,0 3 0 16,-2 8 0-16,-8 9 0 0,-1 11 0 15,-5 7 0-15,-9 14 0 16,-2 11 0-16,-4 6 0 0,6 3 0 16,7-1 0-16,10 0 0 0,8-4 0 15,14-6 0-15,17-6-169 0,2-9-1484 16,-2-7 341-16,0-5-225 0</inkml:trace>
  <inkml:trace contextRef="#ctx0" brushRef="#br0" timeOffset="2625.13">12924 1005 5446 0,'0'0'1233'0,"0"0"-657"15,-52-18 304-15,21 14-823 16,0 0-57-16,10 0 0 0,1 3 0 15,3 0 0-15,7 1 0 0,6 0 0 16,2 0 0-16,2 5 0 0,2 6 0 16,12 8 0-16,11 8 0 0,2 3 0 15,6 1 0-15,4-3 0 16,4-1 0-16,-3-2 0 0,3-4 0 16,-6-2 0-16,-6-5 0 0,-8-1 0 15,-7-1 0-15,-10 1 0 0,-8 1 0 16,-10 1 0-16,-9 3 0 0,-8 0 0 15,-12 0 0-15,-9-3 0 0,0-2 0 16,0-1 0-16,5-5 0 0,14-2-2622 16,8-5-1900-16</inkml:trace>
  <inkml:trace contextRef="#ctx0" brushRef="#br0" timeOffset="3365.38">14770 665 5122 0,'0'0'1024'0,"-31"-42"-259"0,4 24-281 0,0 3 296 0,-4 1-763 0,4 1-17 15,-4 1 0-15,4 1 0 16,-4 4 0-16,4 4 0 0,0 3 0 15,-2 5 0-15,7 5 0 0,1 1 0 16,0 1 0-16,9 2 0 0,-3 2 0 16,11 6 0-16,4 4 0 15,4 3 0-15,7 6 0 0,11 1 0 16,3 8 0-16,2 5 0 0,0 6 0 16,-2 7 0-16,2 2 0 0,-7 0 0 15,-3-3 0-15,-7-5 0 0,-6-4 0 16,-4-4 0-16,-4-5 0 0,-6-7 0 15,4-6 0-15,-5-11 0 0,5-9-49 16,-4-7-631-16,0-3-196 0,-5-8-1846 0</inkml:trace>
  <inkml:trace contextRef="#ctx0" brushRef="#br0" timeOffset="3479.47">14391 1184 4846 0,'0'0'1504'0,"0"0"-747"0,42-22-133 15,-20 18-163-15,9 4-461 16,5 0 0-16,1 3 0 0,0 3 0 15,10 0 0-15,5-3 0 0,6-1 0 16,4-2 0-16,-4 0 0 0,-4 0-641 16,-17 1-584-16,-6-1-2312 0</inkml:trace>
  <inkml:trace contextRef="#ctx0" brushRef="#br0" timeOffset="3724.3">15042 1133 216 0,'0'0'5722'0,"-47"-30"-4821"0,16 22 279 15,4 8-1007-15,0 5-173 0,-4 10 0 16,6 9 0-16,3 5 0 0,7 5 0 15,9 3 0-15,6 3 0 0,10-3 0 16,7-1 0-16,8-5 0 0,-3-7 0 16,5-7 0-16,-2-6 0 15,-4-6 0-15,-5-5 0 0,1-1 0 16,-7-13 0-16,0-4 0 0,-1-9 0 16,-3-6 0-16,-6-1 0 0,0-3 0 15,-4-3 0-15,-2 1 0 16,-5 2 0-16,7 7-273 0,4 7-555 15,4 7 143-15,2 9-1311 0,3 4 75 0</inkml:trace>
  <inkml:trace contextRef="#ctx0" brushRef="#br0" timeOffset="3896.35">15104 1379 4458 0,'0'0'1676'0,"0"0"-59"16,0 0-1176-16,0 0-441 0,0-44 0 15,3 8 0-15,5-5 0 0,4 0 0 16,3 8 0-16,1 2 0 0,5 11 0 16,-7 2 0-16,-1 8 0 15,3 5 0-15,-1 1 0 0,-1 3 0 16,-1 0-929-16,1-2-1400 0</inkml:trace>
  <inkml:trace contextRef="#ctx0" brushRef="#br0" timeOffset="4212.85">15448 1175 3729 0,'0'0'3354'0,"0"0"-2646"0,-33-34-307 16,18 29-401-16,-1 2 0 0,1 3 0 16,-1 4 0-16,5 5 0 15,1 5 0-15,4 4 0 0,6 5 0 16,0 4 0-16,0 1 0 0,10 3 0 16,-4 0 0-16,5-3 0 0,-1-3 0 15,0-4 0-15,5-3 0 16,-3-3 0-16,5-6 0 0,3-4 0 15,1-5 0-15,4-8-1001 0,-9-2-548 16,1-7-820-16</inkml:trace>
  <inkml:trace contextRef="#ctx0" brushRef="#br0" timeOffset="4469.26">15561 1339 5074 0,'0'0'1669'0,"0"0"-625"15,0 0-639-15,58-1-405 0,-25-10 0 16,-2-4 0-16,4-3 0 0,-2-2 0 15,-2 1 0-15,-4-1 0 0,-10-2 0 16,-7 1 0-16,-10-2 0 0,-2-1 0 16,-12 0 0-16,-3 5 0 15,-8 8 0-15,5 8 0 0,-7 7 0 16,-4 13 0-16,-2 9 0 0,2 10 0 16,4 6 0-16,6 5 0 0,11 1 0 15,10-3 0-15,10-4 0 16,13-6 0-16,14-9 0 0,15-4 0 15,16-6 0-15,-12-6-845 0,4-3-1672 0</inkml:trace>
  <inkml:trace contextRef="#ctx0" brushRef="#br0" timeOffset="4762.24">16669 1222 7191 0,'0'0'716'0,"0"0"-431"0,2 61-285 16,-4-17 0-16,-6 3 0 15,6-7 0-15,2-6 0 0,0-5 0 16,8-10 0-16,0-6-829 0,-1-7-2517 0</inkml:trace>
  <inkml:trace contextRef="#ctx0" brushRef="#br0" timeOffset="4906.42">16818 764 5722 0,'0'0'112'0,"-35"39"76"16,18-10-104-16,7 4-84 0,4 0-12 16,6-2-932-16,4-8-501 0,2-4-300 0</inkml:trace>
  <inkml:trace contextRef="#ctx0" brushRef="#br0" timeOffset="5223.95">17029 1235 6406 0,'0'0'905'0,"0"0"-24"16,-37-9-881-16,20 9 0 0,1 2 0 15,5 3 0-15,1 0 0 0,2-1 0 16,2-2 0-16,6 1 0 0,-3-1 0 15,3 4 0-15,0 0 0 0,13 3 0 16,8 7 0-16,16 4 0 0,4 6 0 16,2 2 0-16,3 3 0 15,-9-2 0-15,-10-1 0 0,-6-2 0 16,-11-2 0-16,-10-2 0 0,-4-1 0 16,-6-3 0-16,-9-1 0 0,-10-4 0 15,-8-1 0-15,-7-4 0 16,-7-2 0-16,3-4 0 0,5-2 0 15,8-8 0-15,8-11-1377 0,10 3-584 16,9-8-1193-16</inkml:trace>
  <inkml:trace contextRef="#ctx0" brushRef="#br0" timeOffset="5729.42">18137 1137 6502 0,'0'0'665'0,"-33"-19"83"0,23 16-471 16,1 2-277-16,9 0 0 0,0 1 0 15,4 0 0-15,17-1 0 0,12-1 0 16,23 1 0-16,8 1 0 0,4 0 0 15,-6 6 0-15,-12 6 0 0,-15 2 0 16,-10 4 0-16,-13 4 0 0,-12 6 0 16,-12 7 0-16,-13 5 0 15,-8 4 0-15,-13 1 0 0,3-1 0 16,-2-2 0-16,3-2 0 0,9-6 0 16,8-4 0-16,9-5 0 0,10-7 0 15,6-7 0-15,10-1 0 16,6-3 0-16,15-6 0 0,11-1 0 15,1-1 0-15,9-6 0 0,-5-3 0 16,-3-1 0-16,-3-5 0 0,-4 0 0 16,-16 2 0-16,-4-2-3158 0</inkml:trace>
  <inkml:trace contextRef="#ctx0" brushRef="#br0" timeOffset="5934.62">18083 1324 4438 0,'0'0'2749'16,"0"0"-2157"-16,0 0-212 0,0 0-347 16,42 3-33-16,-3-5 0 15,12-5 0-15,11-3 0 0,-2-1 0 16,9 0 0-16,-1-1 0 0,4 0 0 16,-2 2 0-16,-3 1-221 0,-20 4-1051 15,-10-1-2630-15</inkml:trace>
  <inkml:trace contextRef="#ctx0" brushRef="#br0" timeOffset="6372">18668 1548 3873 0,'0'0'3070'15,"0"0"-2382"-15,58-12-127 0,-23-5-561 16,2-3 0-16,-6-1 0 0,-2-4 0 15,-4-1 0-15,-4-3 0 0,-1 0 0 16,-7-2 0-16,-9 1 0 0,-4 2 0 16,-4 3 0-16,-9 3 0 15,-3 6 0-15,-3 9 0 0,1 7 0 16,-7 9 0-16,0 7 0 0,-2 5 0 16,7 5 0-16,-1 4 0 0,9 0 0 15,5 4 0-15,9 1 0 16,13 1 0-16,6-1 0 0,7-1 0 15,8-2 0-15,1-3 0 0,0-3 0 16,-2-2 0-16,-8-7 0 0,-6-3 0 16,-7-6 0-16,-6-2 0 0,-5-5-21 15,-3-1 21-15,0-1 21 16,-5-11-21-16,1-8 0 0,-2-8 0 16,2-10 0-16,0-5 0 0,4-3 0 15,4-2 0-15,6 3 0 0,11 5 0 16,2 8 0-16,1 7 0 0,3 6 0 15,4 6 0-15,-4 5 0 0,4 5 0 16,0 2-369-16,-10 1-1096 0,-5 1-3021 0</inkml:trace>
  <inkml:trace contextRef="#ctx0" brushRef="#br0" timeOffset="6603.08">19408 1311 6895 0,'0'0'1297'0,"-31"-19"-1297"16,11 11 0-16,-1 6 0 0,-2 4 0 15,-4 10 0-15,2 11 0 0,5 5 0 16,1 8 0-16,11 1 0 0,4-1 0 16,8-3 0-16,10-3 0 15,9-4 0-15,8-5 0 0,6-8 0 16,-2-7 0-16,-1-6 0 0,-10-7 0 16,-1-8 0-16,-8-4 0 0,-9-6 0 15,0-2 0-15,-8-3 0 0,-8-4 0 16,-9-3 0-16,-6-2 0 0,-4 0 0 15,2 2 0-15,7 8 0 0,7 4-3370 0</inkml:trace>
  <inkml:trace contextRef="#ctx0" brushRef="#br0" timeOffset="7180.46">20578 697 5866 0,'0'0'773'0,"-35"16"187"16,21 9-576-16,-3 13-175 0,3 13-209 0,-3 12 0 16,5 7 0-16,-3 8 0 15,5 7 0-15,-1 2 0 0,5 0 0 16,2-1 0-16,2-8 0 0,2-12 0 16,6-9 0-16,3-13 0 0,5-12 0 15,0-12 0-15,7-11 0 0,4-10 0 16,4-14 0-16,0-11 0 0,-6-9 0 15,-3-3 0-15,-11-1 0 0,-9 0 0 16,-19 3 0-16,-2 1 0 0,-6 9 0 16,-6 10 0-16,-2 11 0 15,4 5 0-15,4 7 0 0,7 3 0 16,5 1 0-16,7-3 0 0,4 1 0 16,4-2-1297-16,0-2-508 0,6 1-308 0</inkml:trace>
  <inkml:trace contextRef="#ctx0" brushRef="#br0" timeOffset="7473.52">20679 1562 7167 0,'0'0'1025'0,"0"0"-1025"0,58-43 0 16,-31 20 0-16,2-3 0 0,0-4 0 15,-2-2 0-15,0-5 0 0,-4-1 0 16,-5 0 0-16,-3-1 0 0,-7 4 0 15,-6 3 0-15,-4 5 0 0,-13 5 0 16,-3 5 0-16,-9 7 0 0,0 10 0 16,-4 10 0-16,2 12 0 15,-4 8 0-15,0 7 0 0,8 6 0 16,2 4 0-16,13 1 0 0,10 0 0 16,10-4 0-16,13-2 0 0,8-5 0 15,6-7 0-15,9-5 0 16,6-11 0-16,1-5 0 0,9-8 0 15,0-7 0-15,-16-4-1850 0,-5-6-1019 0</inkml:trace>
  <inkml:trace contextRef="#ctx0" brushRef="#br0" timeOffset="7802.05">21453 826 6198 0,'0'0'176'15,"-17"-54"-8"-15,1 26 281 0,-9 1 99 16,-6 0-412-16,0 4 36 0,-7 2 173 16,1 2-345-16,-2 6 0 15,-6 2 0-15,3 9 0 0,3 3 0 16,0 12 0-16,1 4 0 0,12 4 0 16,5 2 0-16,11 1 0 0,3 2 0 15,9 6 0-15,7 1 0 16,7 3 0-16,9 3 0 0,6 4 0 15,6 3 0-15,5 2 0 0,-3 3 0 16,0 3 0-16,-6-1 0 0,-10 3 0 16,-7-3 0-16,-5-2 0 0,-7-2 0 15,0-7 0-15,-4-5 0 16,-4-2 0-16,0-7 0 0,-7-5 0 16,1-3 0-16,-2-8 0 0,-5-9-1597 15,7-3-184-15,-5-12-700 0</inkml:trace>
  <inkml:trace contextRef="#ctx0" brushRef="#br0" timeOffset="7918.23">21045 1354 6671 0,'0'0'360'0,"0"0"144"15,54-6-52-15,-10 4-247 0,9 2-205 16,-3-3 0-16,-3 1 0 0,1-1 0 16,-5-1 0-16,-1-1 0 0,3 0-513 15,-14 0-1548-15,-8 0-584 0</inkml:trace>
  <inkml:trace contextRef="#ctx0" brushRef="#br0" timeOffset="8191.51">21562 1270 3481 0,'0'0'3858'0,"0"0"-3266"15,0 0-331-15,-31-27-261 16,15 27 0-16,-5 9 0 0,0 8 0 16,-4 6 0-16,3 6 0 0,1 3 0 15,11 3 0-15,10 0 0 0,0-3 0 16,16-4 0-16,3-2 0 0,8-7 0 15,0-2 0-15,4-4 0 0,-5-8 0 16,3-3 0-16,-10-4 0 0,-2-9 0 16,-5-5 0-16,-2-6 0 15,-1-4 0-15,-5 0 0 0,-4-6 0 16,0-1 0-16,-7-1 0 0,-3-2 0 16,0 4 0-16,2 7 0 0,1 9-381 15,5 9-399-15,4 5 83 16,5 2-331-16,3 3-1769 0</inkml:trace>
  <inkml:trace contextRef="#ctx0" brushRef="#br0" timeOffset="8355.9">21707 1549 6675 0,'0'0'968'0,"0"0"-419"0,0 0-549 15,-8-34 0-15,18 5 0 0,2-8 0 16,7-1 0-16,2 3 0 0,-3 5 0 15,1 5 0-15,-5 7 0 0,1 7 0 16,-3 3 0-16,-4 4 0 0,1 0 0 16,-5 4-561-16,-2-2-1128 0</inkml:trace>
  <inkml:trace contextRef="#ctx0" brushRef="#br0" timeOffset="8607.89">21936 1392 7611 0,'0'0'581'0,"0"0"-581"16,21-49 0-16,-17 27 0 0,0-1 0 16,-2-2 0-16,-2 0 0 0,-4 1 0 15,-2 4 0-15,-4 7 0 16,-7 9 0-16,3 8 0 0,-5 15 0 16,-6 13 0-16,5 8 0 0,5 6 0 15,5 4 0-15,10-4 0 0,8-2 0 16,15-6 0-16,14-5 0 0,8-2 0 15,17-6 0-15,7-3 0 0,5-5 0 16,-4-5 0-16,-16-5-1257 0,0-7-3502 0</inkml:trace>
  <inkml:trace contextRef="#ctx0" brushRef="#br0" timeOffset="9445.48">23208 1373 6166 0,'-19'-39'276'0,"-2"8"337"0,-1 6-353 16,-1 11-8-16,4 9 148 0,-1 5-208 15,1 7-159-15,-2 7-33 0,5 2 0 16,1 6 0-16,3 0 0 0,4 1 0 16,1-1 0-16,7 0 0 15,0-2 0-15,11-1 0 0,3-3 0 16,1-5 0-16,1-4 0 0,-3-3 0 16,5-4 0-16,-3 0 0 0,-1-5 0 15,-4-2 0-15,7-3 0 0,-3-2 0 16,3 0 0-16,-3 1 0 0,-1 4 0 15,-1 6 0-15,-1 2-73 0,-3 10 1 16,0 3 36-16,0 3 36 0,-3 3-12 16,5 1 4-16,-4-2 8 15,-2 0 0-15,7-2-4 0,-5-2 0 16,-2-5 4-16,0-4-36 0,-2-2 36 16,0-2 0-16,-2-2 16 0,2 0-16 15,-2 0 116-15,2-5-32 16,2-5-55-16,5-4-29 0,1-2 0 15,5-1 0-15,1 3 0 0,-4 1 0 16,3 3 0-16,-5 1 0 0,-4 3 0 16,-1 3 0-16,-3 1 0 0,0 0 0 15,0 1 0-15,-2 1 0 16,0 0 0-16,-2 7 0 0,0 0 0 16,-2 1 0-16,1 0 0 0,-1-2 0 15,4-2 0-15,0 1 0 0,4-3 0 16,1 0 0-16,3-2 0 0,6-3 0 15,1-7 0-15,-3-1 0 0,5-1 0 16,-3 0 0-16,-3 2 0 0,1 1 0 16,0 0 0-16,-1 4 0 15,1 3 0-15,-4 5 0 0,3 8 0 16,-3 7 0-16,2 4 0 0,1 4 0 16,1 0 0-16,0 0 0 0,1-2 0 15,8-5-73-15,3-4-731 16,-5-4-181-16,0-6-1928 0</inkml:trace>
  <inkml:trace contextRef="#ctx0" brushRef="#br0" timeOffset="9663.7">23844 1446 2669 0,'0'0'4026'0,"-14"-43"-2786"16,5 29-983-16,7 8-257 0,-6 1 0 15,-6 4 0-15,-3 1 0 0,-4 1 0 16,-1 9 0-16,1 5 0 0,-2 5 0 15,5 4 0-15,1 3 0 0,7 1 0 16,6-1 0-16,4 0 0 0,12-5 0 16,9-4 0-16,4-3 0 15,8-10 0-15,6-5 0 0,2-7 0 16,3-11 0-16,-5-6 0 0,-12 4-525 16,-6-5-2448-16</inkml:trace>
  <inkml:trace contextRef="#ctx0" brushRef="#br0" timeOffset="9818.68">23948 923 7315 0,'0'0'877'16,"0"0"-877"-16,0 0 0 15,0 0 0-15,-11 47 0 0,7 3 0 16,-4 11 0-16,-2 5 0 0,3 2 0 16,3-3 0-16,2 1 0 0,2-4 0 15,2-6 0-15,9-4 0 0,5-10 0 16,1-11-849-16,5-8-1788 0</inkml:trace>
  <inkml:trace contextRef="#ctx0" brushRef="#br0" timeOffset="10417.62">25095 1462 4982 0,'0'0'620'0,"0"0"-112"15,0 0 373-15,-6-48-253 16,-1 29-224-16,-1-4-235 0,-2 0-169 15,-7 1 0-15,1 1 0 0,-3 7 0 16,1 5 0-16,1 7 0 0,0 4 0 16,1 10 0-16,-1 6 0 15,5 2 0-15,2 1 0 0,3 1 0 16,3-2 0-16,4-1 0 0,4-3 0 16,11-2 0-16,1-3 0 0,5-3 0 15,0-3 0-15,-5-2 0 0,1-1 0 16,-7-2 0-16,-4 0 0 0,-1 0 0 15,-1 0 0-15,-2 0 0 0,0 0 0 16,2 0 0-16,2 3 0 0,2 7 0 16,5 5 0-16,-3 5 0 15,5 0 0-15,-5 1 0 0,2-7 0 16,1-2 0-16,3-3 0 0,-1-2 0 16,1-4-657-16,1-3-139 0,-5 0-57 15,-3-5-1256-15,-1-3-1308 0</inkml:trace>
  <inkml:trace contextRef="#ctx0" brushRef="#br0" timeOffset="11095.35">25543 881 6338 0,'2'-43'221'0,"-2"7"523"0,-4-1-380 0,-6 10-160 16,0 7 117-16,-3 4-321 0,-1 6 0 15,-1 3 0-15,-3 3 0 16,-3 4 0-16,0 8 0 0,-1 5 0 15,-1 4 0-15,-2 7 0 0,2 2 0 16,3 6 0-16,5 5 0 0,5 4 0 16,4 10 0-16,6 4 0 0,2 4 0 15,8 5 0-15,2 4 0 16,1 4 0-16,-3 1 0 0,-2-2 0 16,-3-2 0-16,-5-7 0 0,0-7 0 15,0-4 0-15,-2-6 0 0,-3-9 0 16,1-5 0-16,0-11 0 0,2-10-253 15,0-6-503-15,0-5-17 0,2-5-1492 16,-6-13-1776-16</inkml:trace>
  <inkml:trace contextRef="#ctx0" brushRef="#br0" timeOffset="11218.72">25182 1466 6442 0,'0'0'341'16,"0"0"799"-16,0 0-904 0,0 0-203 15,55-32-33-15,-15 21 0 16,5-1 0-16,7-2 0 0,0-1 0 15,5-3 0-15,3-5 0 0,-4-2-325 16,-4-3-535-16,-15 7-1701 0,-6-3-1805 0</inkml:trace>
  <inkml:trace contextRef="#ctx0" brushRef="#br0" timeOffset="11387.7">25818 994 6022 0,'0'0'1045'15,"0"0"-357"-15,0 0-251 0,0 0-437 16,-27 36 0-16,13 3 0 0,0 13 0 15,-1 6 0-15,1 4 0 0,5-2 0 16,3 0 0-16,0-4 0 0,2-4 0 16,0-4 0-16,0-7 0 15,-1-3 0-15,1-6 0 0,-2-4 0 16,4-11 0-16,0-7-1349 0,-4-10-488 0</inkml:trace>
  <inkml:trace contextRef="#ctx0" brushRef="#br0" timeOffset="11546.56">25576 1446 6911 0,'0'0'572'16,"40"-5"-44"-16,-11 0-347 15,6 0-181-15,4-2 0 0,5 0 0 16,-1 0 0-16,0-2 0 0,-3 0 0 16,-3 3 0-16,-8 0 0 0,-4 3 0 15,-9 0 0-15,-6 2-665 0,-3-1-3329 0</inkml:trace>
  <inkml:trace contextRef="#ctx0" brushRef="#br0" timeOffset="11933.88">25975 1602 6414 0,'0'0'861'16,"46"-11"56"-16,-19-4-917 0,-7-6 0 15,-1-3 0-15,-2-1 0 16,-5-3 0-16,-2-4 0 0,-1-1 0 15,-5-2 0-15,-4 8 0 0,0 9 0 16,-2 7 0-16,-7 9 0 0,-7 5 0 16,-5 9 0-16,-8 12 0 0,-6 5 0 15,4 4-49-15,4 1-283 16,7-1 48-16,9 0 116 0,11-3-20 16,11-1 36-16,9-4 72 0,9-4 64 15,6-3-4-15,3-3 20 0,3-4 0 16,-4 1 0-16,-2-3-36 0,-6-1-405 15,-6-3 169-15,-7-3 148 0,-9 0 96 16,-3-2 28-16,-2 0 188 0,-2 0 633 16,2-3-149-16,0-4-163 15,4-13-509-15,2-3 0 0,3-8 0 16,-1-4 0-16,5 3 0 0,1-3 0 16,9 1 0-16,8 5 0 0,2-2 0 15,4 2 0-15,-1 1 0 16,-5 0 0-16,-11 7-537 0,-5-6-3269 0</inkml:trace>
  <inkml:trace contextRef="#ctx0" brushRef="#br0" timeOffset="14583.37">27823 1257 4029 0,'0'0'2950'0,"0"0"-1737"16,-57-44-1213-16,28 32 0 15,-7 1 0-15,-1 2 0 0,0 4 0 16,2 2 0-16,6 3 0 0,4 0 0 16,11 4 0-16,3 4 0 0,5 4 0 15,6 2 0-15,4 6 0 16,13 0 0-16,4 0 0 0,7 1 0 15,8-1 0-15,3-1 0 0,2-1 0 16,5-1 0-16,-7 1 0 0,-6-1 0 16,-10 0 0-16,-13 1 0 15,-8-1 0-15,-8 1 0 0,-8-2 0 16,-7 0 0-16,-4-3 0 0,-6-3 0 16,0-2 0-16,0-4 0 0,4-4 0 15,4-1 0-15,11-8 0 0,10-4 0 16,4-3-185-16,12-3-903 0,1 5-1606 15,1-1-1263-15</inkml:trace>
  <inkml:trace contextRef="#ctx0" brushRef="#br0" timeOffset="14956.09">27741 1878 5582 0,'-21'50'344'0,"2"-5"761"0,3 0-309 15,6-12-431-15,3-8-365 0,3-10 0 16,2-7 0-16,2-6 0 0,0-2 0 16,2-2 0-16,7-15 0 0,3-14 0 15,2-14 0-15,3-13 0 16,-1-7 0-16,-3-8 0 0,1-6 0 16,1-2 0-16,1 1 0 0,9 7 0 15,6 11 0-15,4 12 0 0,5 11 0 16,-3 5 0-16,-6 7 0 0,-6 8 0 15,-9 7 0-15,-8 6 0 0,-3 3 0 16,-3 3 0-16,2 0 0 0,-2 0 0 16,2 6 0-16,-2 3 0 15,-2 7 0-15,-8 2 0 0,-7 2 0 16,-1 1 0-16,-5 0 0 0,0-1 0 16,1 0 0-16,-1 0 0 0,2-3 0 15,7-3 0-15,2-1 0 16,4-4-273-16,3-3-1780 0,3 1-244 0</inkml:trace>
  <inkml:trace contextRef="#ctx0" brushRef="#br0" timeOffset="15183.83">28235 1493 7675 0,'0'0'517'0,"0"0"-517"0,16-54 0 15,-12 31 0-15,1-4 0 0,-1 0 0 16,-2-2 0-16,0-1 0 0,-4 4 0 15,-4 5 0-15,-3 4 0 0,-5 11 0 16,-1 8 0-16,-3 12 0 0,-7 11 0 16,-2 9 0-16,0 4 0 15,0 4 0-15,9-3 0 0,7-3 0 16,9-4 0-16,9-3 0 0,9-6 0 16,9-5 0-16,6-6 0 0,6-6 0 15,9-6 0-15,5-6 0 16,5-8 0-16,-13-1 0 0,-3-2-2298 0</inkml:trace>
  <inkml:trace contextRef="#ctx0" brushRef="#br0" timeOffset="15634.6">28646 1286 3821 0,'0'0'937'0,"0"0"-69"0,-4-38 685 0,-10 28-701 15,-1 2-691-15,-6 6-161 16,-1 2 0-16,1 7 0 0,0 9 0 16,3 7 0-16,3 5 0 0,3 7 0 15,2 1 0-15,5 1 0 0,1-3 0 16,4-1 0-16,4-6 0 0,5-5 0 15,5-4 0-15,5-4 0 0,1-8 0 16,5-5 0-16,4-3 0 0,0-9 0 16,2-4 0-16,-4-6 0 15,-6 4-2998-15,-3-3-1276 0</inkml:trace>
  <inkml:trace contextRef="#ctx0" brushRef="#br0" timeOffset="15789.78">28803 1356 6799 0,'0'0'1096'16,"-29"56"-799"-16,15-20-297 0,1 0 0 16,1-1 0-16,6-3 0 0,2-3 0 15,2-4 0-15,4-9 0 16,4-6 0-16,4-7 0 0,1-10-1201 16,-1-3-872-16,-2-9-2381 0</inkml:trace>
  <inkml:trace contextRef="#ctx0" brushRef="#br0" timeOffset="15907.55">28950 923 8192 0,'0'0'0'15,"0"0"0"-15,0 0 0 0,0 0 0 16,0 0 0-16,0 0 0 0,0 0 0 16,0 0-393-16,0 0-1300 0,0 0-212 0</inkml:trace>
  <inkml:trace contextRef="#ctx0" brushRef="#br0" timeOffset="16245.82">29140 968 6206 0,'-16'-53'869'0,"1"16"-257"0,-3 3-107 15,-1 10-505-15,2 6 0 0,-1 7 0 16,-1 7 0-16,1 4 0 0,-1 4 0 16,0 7 0-16,5 6 0 15,-1 2 0-15,5 2 0 0,6 5 0 16,2 2 0-16,2 4 0 0,8 4 0 16,3 2 0-16,3 5 0 0,7 0 0 15,-1 4 0-15,5 2 0 16,-2 2 0-16,-4-1 0 0,-5-1 0 15,-4-2 0-15,-3-3 0 0,-5-6 0 16,0-4 0-16,-2-4 0 0,0-4 0 16,-2-7 0-16,-5-3 0 0,-3-10 0 15,0-4-1209-15,-3-6-4394 0</inkml:trace>
  <inkml:trace contextRef="#ctx0" brushRef="#br0" timeOffset="16388.78">28929 1442 6318 0,'0'0'553'0,"0"0"3"0,44-12 209 16,-9 2-765-16,2-4 0 0,2-1 0 16,3 1 0-16,-3-1 0 15,-4 0 0-15,-4 1 0 0,-8 2 0 16,-7 3-781-16,-7 2-1016 0,-5 1-940 0</inkml:trace>
  <inkml:trace contextRef="#ctx0" brushRef="#br0" timeOffset="16517.66">29248 1371 5050 0,'-11'35'1100'15,"3"-4"-283"-15,-6 9 351 0,1-5-1111 16,1-2-57-16,6-2 0 0,1-4 0 16,8-4 0-16,1-8 0 0,2-3-121 15,0-6-867-15,-4-5-1545 16,4-7-1237-16</inkml:trace>
  <inkml:trace contextRef="#ctx0" brushRef="#br0" timeOffset="16642.3">29403 1036 7335 0,'0'0'857'16,"0"0"-857"-16,0 0 0 0,0 0 0 16,0 0 0-16,0 0 0 15,0 0-277-15,0 0-747 0,0 0-341 16,25 56-2393-16</inkml:trace>
  <inkml:trace contextRef="#ctx0" brushRef="#br0" timeOffset="16890.89">29438 1488 5006 0,'0'0'708'16,"0"0"-212"-16,0 0 649 0,33-1-549 16,-10-17-355-16,-1-6-241 15,-1-4 0-15,-4-1 0 0,-11 1 0 16,-4 2 0-16,-2 6 0 0,-6 5 0 16,-5 11 0-16,-3 4 0 0,-5 6 0 15,-1 9 0-15,1 6 0 0,2 4 0 16,1 2 0-16,4 4 0 0,1-2 0 15,7 0 0-15,4-1 0 0,10-6 0 16,7 0 0-16,4-5 0 0,3-4 0 16,7-5 0-16,0-5-153 15,5-3-507-15,1-7 136 0,-10 0-249 16,-3-5-1740-16</inkml:trace>
  <inkml:trace contextRef="#ctx0" brushRef="#br0" timeOffset="17091.77">29822 1353 4786 0,'0'0'1080'15,"0"0"-524"-15,-18-43 325 0,7 39-385 16,-3 4-152-16,-3 2-295 0,-1 5-49 16,-1 5 0-16,3 3 0 0,1 4 0 15,7 3 0-15,2 3 0 16,0 0 0-16,6 1 0 0,2-3 0 16,6-2 0-16,4-4 0 0,3-5 0 15,1-5 0-15,5-5 0 0,-2-4 0 16,1-7 0-16,-1-7-117 0,-7 1-2036 15,-1-3-1336-15</inkml:trace>
  <inkml:trace contextRef="#ctx0" brushRef="#br0" timeOffset="17246.64">29895 896 7551 0,'0'0'641'0,"-21"47"-641"16,13-9 0-16,-1 5 0 0,3 6 0 15,2 4 0-15,2 3 0 0,0 3 0 16,2 0 0-16,-2 0 0 0,0-1 0 16,0-3 0-16,0-4 0 15,0-9 0-15,2-12-1225 0,0-11-5730 0</inkml:trace>
  <inkml:trace contextRef="#ctx0" brushRef="#br0" timeOffset="17811.03">30963 1070 5686 0,'0'0'412'0,"-22"-60"253"0,3 27-181 0,-6 4 20 16,-2 3-456-16,-2 4 0 15,0 5-4-15,1 2-24 0,1 6-20 16,2 8 0-16,-2 3-16 0,0 10 16 16,0 7-4-16,0 6 8 0,7 5 12 15,3 7 132-15,5 3-76 16,8 2-11-16,4 1-61 0,2-2 0 15,8 1 0-15,7 1 0 0,1 3 0 16,3 1 0-16,0 2 0 0,-1-1 0 16,-3-1 0-16,-5-2 0 15,-4-4 0-15,-1-4 0 0,-5-5-117 16,-2-6-227-16,-2-8-88 0,-5-5-240 16,-1-5 155-16,0-7-43 0,0-1-1109 15,-3-6 181-15</inkml:trace>
  <inkml:trace contextRef="#ctx0" brushRef="#br0" timeOffset="17935.68">30622 1471 4021 0,'0'0'2341'15,"0"0"-1360"-15,0 0-489 0,46 3-135 16,-13 1-357-16,2-1 0 0,4-1 0 16,-4-2 0-16,1 0 0 0,5 0 0 15,0-2 0-15,1 0-437 16,-5-3-615-16,-12 1-1694 0,-5 0-1055 0</inkml:trace>
  <inkml:trace contextRef="#ctx0" brushRef="#br0" timeOffset="18170.09">31077 1448 5270 0,'0'0'1104'0,"-45"-3"77"16,18 7-709-16,0 10-307 0,-4 4-165 16,4 7 0-16,2 2 0 0,9 3 0 15,9-2 0-15,7 0 0 0,11-3 0 16,7-5 0-16,9-4 0 0,4-4 0 15,0-5 0-15,2-5 0 0,-4-4 0 16,-2-5 0-16,-6-7 0 0,-7-1 0 16,-3-4 0-16,-7-3 0 15,0-1 0-15,-4-3 0 0,0 1 0 16,-2 0 0-16,-4 0 0 0,-3 1-249 16,-1 1-1164-16,4 7-215 0,-2 2-441 0</inkml:trace>
  <inkml:trace contextRef="#ctx0" brushRef="#br0" timeOffset="18384.6">31152 1606 1520 0,'0'0'3026'0,"0"0"-2538"0,0 0 32 16,0 0 248-16,0 0 201 16,0 0-321-16,0 0-395 0,0 0-253 15,-38 10 0-15,38-32 0 0,4-7 0 16,9-1 0-16,3 1 0 0,5 7 0 15,2 2 0-15,0 3 0 0,3 4 0 16,3 0 0-16,4 4 0 0,3 0 0 16,-1 1-441-16,-8 2-719 15,-3 0-2954-15</inkml:trace>
  <inkml:trace contextRef="#ctx0" brushRef="#br0" timeOffset="18600.09">31557 1311 5742 0,'0'0'1061'16,"-38"2"-325"-16,22 4-83 0,1 6-653 16,-1 3 0-16,-3 5 0 0,1 3 0 15,1 4 0-15,5-1 0 16,6-1 0-16,6-2 0 0,6-3 0 16,8-1 0-16,9-4 0 0,6-2 0 15,4-4 0-15,2-4 0 0,-2-3 0 16,-4-2 0-16,-4-2 0 0,-4-5 0 15,-3-1 0-15,-3-4-577 0,-5-1-1008 16,-4 3-7-16,-2 1-33 0</inkml:trace>
  <inkml:trace contextRef="#ctx0" brushRef="#br0" timeOffset="18860.49">31712 1513 2637 0,'0'0'2081'0,"33"1"-569"0,-13-5-551 15,1-5-313-15,0-2-295 0,-3-2-353 16,1-5 0-16,-5-4 0 0,-3-3 0 16,-5-3 0-16,-6-2 0 15,-4 2 0-15,-6 1 0 0,-5 6 0 16,1 5 0-16,-3 8 0 0,-2 7 0 16,-5 6 0-16,-1 10 0 0,-2 7 0 15,2 7 0-15,9 7 0 0,9 3 0 16,9 5 0-16,15 1 0 0,12-1 0 15,2-2 0-15,8-5 0 0,3-7 0 16,5-4 0-16,-1-6 0 0,-11-8 0 16,-6-8-2530-16</inkml:trace>
  <inkml:trace contextRef="#ctx0" brushRef="#br0" timeOffset="44103.93">3369 6103 2156 0,'0'0'2794'15,"0"0"-1890"-15,0 0 229 0,0 0-453 16,0 0-328-16,0 0-179 0,0 0-173 15,0 0 0-15,-10 1 0 16,10 0 0-16,4 5 0 0,-4 7 0 16,0 9 0-16,0 4 0 0,0 5 0 15,0 2 0-15,-4 1 0 0,2 1 0 16,-2 3 0-16,4 0 0 0,-4 1 0 16,2-1 0-16,2-2 0 0,0 2 0 15,2 0 0-15,2 0 0 0,0 1 0 16,2 1 0-16,-2 3 0 0,3 2 0 15,-1 1 0-15,-2 1 0 16,-2 1 0-16,-2 0 0 0,0-1 0 16,0-2 0-16,4-1 0 0,-4-2 0 15,0-1 0-15,2-2 0 16,0 0 0-16,0 0 0 0,2 3 0 16,-4-1 0-16,0 2 0 0,2-1 0 15,-2 0 0-15,0 0 0 16,0-2 0-16,0-1 0 0,0 0 0 15,-2-1 0-15,-4 1 0 0,2-1 0 16,-4-1 0-16,2-1 0 0,-1 0 0 16,3 2 0-16,-2-4 0 0,0 2 0 15,2-3 0-15,0-2 0 0,2 2 0 16,-5 0 0-16,5-1 0 0,0 4 0 16,-2 0 0-16,0-2 0 0,2-2 0 15,-6-3 0-15,6-6 0 16,-5-5 0-16,3-7 0 0,4-6 0 15,-4-5 0-15,2-7 0 0,2-2 0 16,-8-22-4823-16</inkml:trace>
  <inkml:trace contextRef="#ctx0" brushRef="#br0" timeOffset="46770.23">10309 6097 3605 0,'0'0'1769'0,"0"0"-60"0,0 0-829 15,0 0-651-15,0 0-229 0,0 0 0 16,0 0 0-16,0 0 0 0,0 0 0 15,6 12 0-15,-6 11 0 16,4 5 0-16,-2 3 0 0,2 3 0 16,-4-1 0-16,4 5 0 0,-4 7 0 15,-4 5 0-15,4 3 0 0,-6 4 0 16,2 1 0-16,-2 0 0 0,2-1 0 16,4 3 0-16,-7 3 0 0,7 3 0 15,-4 0 0-15,2 4 0 0,2-1 0 16,0-1 0-16,0-2 0 0,2-2 0 15,2-4 0-15,-4 2 0 16,7-3 0-16,-3 4 0 0,2-1 0 16,-6-2 0-16,4-2 0 0,-4-1 0 15,0-5 0-15,0-2 0 16,0-1 0-16,0-3 0 0,-4-2 0 16,-2-1 0-16,6-2 0 0,-4 0 0 15,4 2 0-15,0-1 0 0,-2-1 0 16,-3 3 0-16,5-3 0 15,-6-1 0-15,6-4 0 0,-4-1 0 16,4-4 0-16,0-5 0 0,0-7 0 16,0-8 0-16,0-6 0 0,0-8 0 15,0-3 0-15,4-23-1201 0</inkml:trace>
  <inkml:trace contextRef="#ctx0" brushRef="#br1" timeOffset="83186.12">647 6069 3941 0,'0'0'1329'0,"0"0"-965"15,0 0-76-15,0 0 188 0,0 0-139 16,0 0-29-16,0 0 16 0,0 0-300 15,0 0 24-15,0 0-24 0,4 0-4 16,4-1-20-16,3 1 28 16,3 0-16-16,9 0 0 0,8 0 28 0,8 0-28 15,13 1 0-15,12 0 64 16,8 0-56-16,3 0 12 0,-5 3 4 16,-2-1-24-16,-10 2-12 0,2 1 0 15,6 0 8-15,2 0-8 0,5-2 0 16,5-1 4-16,3-2-4 0,4-1 0 15,2-3 8-15,3-4-8 16,-1-3 0-16,0 2 8 0,6-4-8 16,-10 3 0-16,-6 1 8 0,-9 1-8 15,-14 5 0-15,-5 0 0 0,-11 2 0 16,1 0 0-16,-2 3-124 16,-39-3-44-16,77 9-348 0,-38-5-329 15,-10 1-263-15,-2-4-2338 0</inkml:trace>
  <inkml:trace contextRef="#ctx0" brushRef="#br1" timeOffset="84251.59">10210 6143 2237 0,'0'0'1964'0,"0"0"-1263"16,0 0 247-16,0 0-372 0,0 0-183 16,0 0 291-16,0 0-328 0,0 0-72 15,0 0-235-15,-7-18-49 16,7 16 0-16,0 0 0 0,0 0 0 15,0 0 0-15,7 2 0 0,3 0 0 16,11 0 0-16,10 0 0 0,6 3 0 16,4-2 0-16,7 0 0 15,-1-1 0-15,11 0 0 0,12 0 0 16,9 0 0-16,10 0 0 0,4 0 0 16,8-1 0-16,4 1 0 0,11-1 0 15,10 1 0-15,9-1 0 0,7 0 0 16,11 0 0-16,9-2 0 0,3 0 0 15,11 0 0-15,8 2 0 16,2 0 0-16,6 1 0 0,4 1 0 16,7 1 0-16,-1 0 0 0,7 3 0 15,0-1 0-15,12-1 0 0,0 0 0 16,11-2 0-16,6-1 0 0,5 0 0 16,6-4 0-16,3-1 0 15,0 1 0-15,-4-1 0 0,-2 0 0 16,-15 3 0-16,-5 2 0 0,-15 0 0 15,-13 2 0-15,-18 3 0 16,-17 2 0-16,-22 2 0 0,-19 1 0 0,-17 1 0 16,-18 3 0-16,-19 3-25 0,-18-3-891 15,-21-2-261-15,-17-3-3009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8:02:01.693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6784 4140 3277 0,'0'0'40'0,"0"0"652"0,0 0 457 15,0 0-777-15,0 0-64 16,0 0 280-16,0 0-275 0,0 0-29 16,0 0 76-16,-20-26-264 0,30 24-44 15,4 2-44-15,9 0-8 0,8 2 0 16,6 5-8-16,-1-1 0 15,5 0 8-15,6 0 0 0,1 0 4 16,10 0-4-16,6 0 0 0,0-3 0 16,4 3 0-16,5-4 12 0,1 0 0 15,0 0-12-15,-1-2 48 0,1 0-32 16,-1 1-16-16,-5-1 12 0,0 0-12 16,4 1 0-16,-6 1-4 15,3 0 4-15,-3 0 0 0,4 1 0 16,2 1 0-16,1 0 0 0,5 3 4 15,-3-3-4-15,3 2 0 0,1-1 0 16,-1 0 4-16,7 0-4 0,4-1 0 16,0-1 4-16,6-2-4 0,-4 2 0 15,2-2 0-15,2 0 0 16,4-1 0-16,-4 0 0 0,5 0 0 16,-1 0 0-16,-2 0 0 0,2 0 0 15,-6 2 4-15,6 0 4 0,-3 1-8 16,-6 0 0-16,-1 1 8 15,0 0-8-15,0-2 0 0,2 3 0 16,6-3 0-16,-6 1 0 0,4-2 0 16,0-1 0-16,5 0 0 0,-5 0 0 15,8 0 0-15,-8 0 0 0,4-1 8 16,-4-2-8-16,1 1 0 16,-1-2 12-16,0 2-12 0,-6 1 36 15,4-2-24-15,-5 2-12 0,3-1 8 16,2 0-4-16,7-1-4 0,-5 2 0 15,0-2 4-15,6 0-4 0,-4 1 0 16,0-1 0-16,7 1 0 0,-9-2 0 16,0 3 4-16,0 0-4 0,-2-2 0 15,-2 1 0-15,2 1 0 16,-2 0 0-16,-2-1 4 0,0-1-4 16,0 2 0-16,4 1 0 0,2-3 0 15,0 1 0-15,-4-1 8 0,2 0-8 16,2 2 0-16,4-2-4 0,0 0 4 15,-4 2 0-15,-4-1 0 0,2 2 0 16,-4 0 0-16,-4 0 0 16,6 0 0-16,-4 2 0 0,-2-1 4 15,-1 3-4-15,-5-1 0 0,-1 2-4 16,-3 1 4-16,-7-2 0 0,-6 1-244 16,-4-4-272-16,-25-1-1569 0,-4-6-2601 15</inkml:trace>
  <inkml:trace contextRef="#ctx0" brushRef="#br0" timeOffset="2850.19">21998 5218 3805 0,'0'0'961'0,"0"0"-685"16,0 0 268-16,0 0-148 0,0 0-140 16,0 0 125-16,0 0-217 0,0 0-48 15,0 0 4-15,-4 7-80 0,8-8 40 16,2-1 80-16,3 2-136 15,-3 0 12-15,4 0 0 0,1 2-24 16,3 1-8-16,3-2 48 0,1 3-40 16,3-3 36-16,0 0 208 0,3-1-220 15,-1 1 0-15,2 1 60 0,2-1-48 16,4 0 24-16,4-1 53 16,0 1-125-16,4-1 0 0,5 0 0 15,-1 0 0-15,3 0 0 0,5-1 0 16,3 0 0-16,4-2 0 0,2 2 0 15,6-1 0-15,2-1 0 0,9 2 0 16,-3 0 0-16,3 0 0 0,-3 0 0 16,3 0 0-16,1 0 0 15,1 1 0-15,-1 0 0 0,3 0 0 16,-3 1 0-16,1 1 0 0,-1-1 0 16,1 0 0-16,4-1 0 0,1 1 0 15,-1-1 0-15,2 0 0 16,0 0 0-16,1-1 0 0,1 0 0 15,0-1 0-15,0 1 0 0,0-1 0 16,-2 1 0-16,-3 0 0 0,3 1 0 16,-2 0 0-16,-1 0 0 0,1 0 0 15,-2 1 0-15,-1 3 0 0,1-2 0 16,-3 2 0-16,-1-3 0 16,-1 1 0-16,-1-2 0 0,1 0 0 15,-1 0 0-15,-1 0 0 0,-4 0 0 16,1 0 0-16,-7-2 0 0,-2-3 0 15,-4 1 0-15,-7 1 0 0,-5-3 0 16,-5 0 0-16,-4 3 0 0,-4-1 0 16,-2 2 0-16,-8-1 0 0,-6 3 0 15,-9 0-321-15,-6 0-575 16,-2 0-1934-16,-8 0-1315 0</inkml:trace>
  <inkml:trace contextRef="#ctx0" brushRef="#br0" timeOffset="4835.46">26602 5231 1320 0,'0'0'1293'16,"0"0"-993"-16,0 0-4 16,0 0-160-16,0 0-40 0,0 0 184 15,0 0-44-15,0 0-8 0,0 0 53 16,0 0-149-16,-13 1-20 0,13-4-8 15,0 0-104-15,0-2-8 0,2-2-256 16,-2 0-109-16,3-5-15 0,-3-6-84 16,0-3 16-16,0 3-192 15,-3-2-821-15</inkml:trace>
  <inkml:trace contextRef="#ctx0" brushRef="#br0" timeOffset="6466.56">26591 5021 612 0,'5'-39'1476'0,"3"0"-395"16,4-11 148-16,3-1-617 0,3-6-104 15,3-6 108-15,2-2-336 0,6-6-63 16,0-1 35-16,0-2-224 15,2-1 4-15,2-2-16 0,0 0-12 16,0-1-4-16,0 0 0 0,-2 3 8 16,0 3-8-16,-2 5 0 0,-2 2 0 15,-3 5 0-15,-1 3-4 0,2 4-4 16,-2 4 8-16,0 5 0 0,1 3-16 16,3 3 16-16,-2 4 0 0,2 7-20 15,-2 7 4-15,-3 9-60 16,-1 7-48-16,-2 4 68 0,-1 7 52 15,3 7-16-15,-2 4 20 0,5 7 16 16,-1 7-4-16,0 4 8 0,0 9 56 16,-7 6-56-16,-3 6 44 0,-1 7 124 15,-2 2-112-15,-1 4 20 0,-1 5 92 16,0 5-144-16,0 5 32 16,1 5 24-16,-3 5-92 0,2 2-8 15,-2 4 12-15,0 4-12 0,1 7 0 16,1 3 0-16,-2 3 16 15,2 3-16-15,3 4 16 0,-3 2 0 16,2-1 60-16,5 1 180 0,1 0-120 16,3-1-83-16,4-3-53 0,-1-4 0 15,3-8 0-15,4-9 0 16,2-7 0-16,2-10 0 0,2-11 0 16,3-12 0-16,1-12 0 0,0-12 0 15,-2-13 0-15,1-12 0 0,-1-10 0 16,-2-6 0-16,2-14 0 0,-2-13 0 15,0-12 0-15,3-11 0 0,-1-12 0 16,0-9 0-16,-4-8 0 16,-2-4 0-16,-2-5 0 0,0-5-105 15,-2-4 21-15,2-5-4 0,-6-2 76 16,-1-1-24-16,-3-2 40 0,-5-3-4 16,1-1 0-16,-3-2-4 0,1 2 4 15,1-2 4-15,1-3 16 0,1 1-20 16,3 0 84-16,1 1-80 15,5 1 20-15,0 2-24 0,2 0 0 16,0 3 0-16,4 4 0 0,2 2 0 16,-2 5 0-16,0 5 0 0,-2 6-4 15,0 9 4-15,-4 9 0 0,-3 8 0 16,1 12 0-16,0 8 0 16,-3 6 4-16,-1 8-4 0,-2 7 0 15,-1 7-8-15,-1 8 8 0,-3 7 0 16,2 5-24-16,-1 8 24 0,1 8-8 15,-1 7-16-15,1 5 24 0,1 7 12 16,1 9-12-16,1 7 0 0,-3 7 72 16,5 7-56-16,-5 6 36 0,5 7 32 15,-1 2-76-15,1 6-8 0,2 2 9 16,-1 7-9-16,-1 6 0 16,4 4 0-16,4 4 0 0,0 3 0 15,1 3 0-15,3 4 0 16,-2 1 0-16,0 1 0 0,2 1 0 15,-2-2 0-15,2-1 0 0,0-1 0 16,0 1 0-16,0-3 0 0,2 2 0 16,0-5 0-16,5-2 0 0,1-5 0 15,4-4 0-15,1-4 0 16,3-4 0-16,-1-8 0 0,3-9 0 16,1-10 0-16,0-10 0 0,-3-10 0 15,1-8 0-15,-3-11 0 0,1-10 0 16,-5-9 0-16,0-12 0 0,-3-7 0 15,-3-13 0-15,-2-11 0 0,-6-12 0 16,2-8 0-16,-3-9 0 16,1-3 0-16,0-4 0 0,0-5 0 15,-4-2 0-15,-3-5 0 0,-1-2 0 16,-4-5 0-16,1-2 0 0,-4-7 0 16,1-5 0-16,-5-4 0 0,-2-4 0 15,1-2 0-15,-3-4 0 16,0-5 0-16,0-3 0 0,2-3 0 15,7 3 0-15,1-2 0 0,3 3 0 16,-1-1 0-16,3 1 0 0,-1 4 0 16,-1 1 0-16,4 4 0 0,-3-1 0 15,-1 3 0-15,3 5 0 16,-1 3 0-16,2 1 0 0,1 5 0 16,1-1 0-16,2 6 0 0,2 7 0 15,4 5 0-15,0 5 0 0,2 8 0 16,-4 9 0-16,0 10 0 0,-7 10 0 15,-1 10 0-15,-2 7 0 0,-1 10 0 16,-1 8 0-16,1 8 0 0,3 11 0 16,-2 10 0-16,1 7 0 0,-1 11 0 15,2 6 0-15,-3 8 0 0,1 6 0 16,-3 8 0-16,1 9 0 16,0 7 0-16,-5 9 0 0,-2 4 0 15,3 7 0-15,-3 8 0 0,0 7 0 16,1 5 0-16,-1 8 0 15,0 5 0-15,1 7 0 0,-3 6 0 16,2 3 0-16,3 1 0 0,1 1 0 16,-1 1 0-16,3-1 0 0,-1 1 0 15,-1-6 0-15,1-2 0 16,-3-6 0-16,4-7 0 0,1-9 0 16,2-8 0-16,5-10 0 0,1-12 0 15,4-9 0-15,0-14 0 0,4-12 0 16,2-15 0-16,3-12 0 0,-1-14 0 15,0-10 0-15,0-9 0 0,-2-8 0 16,0-7 0-16,-2-11 0 0,1-8 0 16,1-10 0-16,-2-6 0 0,-2-11 0 15,2-6 0-15,2-6 0 16,0-8 0-16,0-6 0 0,0-2 0 16,-1-6 0-16,-3-3 0 0,2-2 0 15,-2-3 0-15,4 0 0 0,4 1 0 16,4-3 0-16,5-3 0 0,4 0 0 15,1-1-165-15,1 2-79 16,2 1 120-16,-6 1 68 0,-7 13 32 16,-6-2 24-16,-2 5 0 0,-6 4-88 15,2-10-128-15,-4 5-164 0,-8 0-141 16,-7 22-575-16,-4-15-4182 0</inkml:trace>
  <inkml:trace contextRef="#ctx0" brushRef="#br0" timeOffset="8776.54">28772 2645 3477 0,'0'0'36'0,"35"4"1361"0,1-4-693 16,5 0-364-16,15-1-28 15,8-5 65-15,10 1-229 0,15-2-16 16,10-3 4-16,9 2-96 0,14-1 28 15,10-2 48-15,9 0-108 16,10 3 0-16,12-2-4 0,10 2 4 16,9 2-8-16,4-1 8 0,-2 4-8 15,-10-2-4-15,-13-3-136 0,-16-2-44 16,-21-3 84-16,-14-1 72 0,-20 1 4 16,-13-3 24-16,-21 1-160 15,-13 1-373-15,-14-4-219 0,-12 6-1421 16,-9-2-976-16</inkml:trace>
  <inkml:trace contextRef="#ctx0" brushRef="#br0" timeOffset="8965.67">31224 2291 6530 0,'0'0'157'0,"0"0"-157"15,52 41-52-15,1-17 52 0,18-3 4 16,15-2 104-16,9 1-64 0,11 1 8 15,1 0-20-15,-3 2-32 0,-5 1-8 16,-8 1-132-16,-13 3-89 16,-13-4 73-16,-22 3 40 0,-20-3 32 15,-21 5-24-15,-19 4-808 0,-6-8-105 16,-14 5-215-16</inkml:trace>
  <inkml:trace contextRef="#ctx0" brushRef="#br0" timeOffset="9940.17">31834 2453 3245 0,'0'0'2361'16,"0"0"-1881"-16,-73 42-224 15,11-10 273-15,-20 8-293 0,-11 0-136 16,-9 5-76-16,1-3-12 0,8-3-24 15,12-5-20-15,15-5-344 16,23-11-465-16,4-10-3009 0</inkml:trace>
  <inkml:trace contextRef="#ctx0" brushRef="#br0" timeOffset="10728.83">30965 1966 32 0,'0'0'3565'0,"0"0"-2945"0,0 0-195 0,0 0-277 0,0 0 48 15,0 0 192-15,-20 39-172 0,16-27 64 16,0-2 192-16,1-6-259 0,3-2-29 15,0-1 68-15,0-1-160 0,5-3 48 16,7-11 76-16,11-11-160 16,6-7-36-16,4-7-12 0,0 1 4 15,0 3-12-15,-2 0 12 0,-2 0 12 16,0 2-24-16,-2 4 0 16,-3 2-8-16,-1 8 8 0,-4 9 0 15,-5 7-36-15,-3 3 20 0,-3 14-12 16,0 7-48-16,-2 10 76 0,3 9-12 15,1 3 16-15,2 3-4 0,9-2 8 16,4 1 4-16,10-4-12 0,10-6 0 16,3-3-16-16,4-6 16 0,-3-8 0 15,-5-5-52-15,-5-6 28 0,-10-7 12 16,-6 0 0-16,-7-6 12 0,-5-7 60 16,-5-3 32-16,-4-6 40 15,-4-4-12-15,-9-4-120 0,-7-1-20 16,-7 1-136-16,-6-1 12 0,-10 5 52 15,-7 7 40-15,-8 11-72 0,-10 8 0 16,-6 14 56-16,-7 8 40 16,-6 7 28-16,3 4 0 0,1 0-20 15,9-2-24-15,12-8-801 0,19-7-387 16,7-11-1474-16</inkml:trace>
  <inkml:trace contextRef="#ctx0" brushRef="#br0" timeOffset="40869.64">20822 10554 1928 0,'0'0'593'0,"0"0"1760"15,0 0-1849-15,0 0-120 16,0 0 172-16,0 0-456 0,0 0-48 16,0 0 41-16,0 0-77 0,4 4-4 15,2-3 4-15,5 0 28 0,9 1 32 16,7-1 72-16,4-1-112 0,-4 0 16 16,4-3 16-16,-2 1-48 15,0-2 52-15,2 1 96 0,-4-2-152 16,4 0 4-16,0 1-20 0,-4 0 4 15,8 0-4-15,-2 3 0 16,0-2 8-16,4 0-8 0,-2 2 0 16,9-1 0-16,-1 1 0 0,3-2 0 15,3 3 4-15,1-1-4 0,4-1 0 16,-1 2 0-16,1 0 0 0,0 0 0 16,2 0 0-16,-7 3 0 0,3 1 0 15,2-1 8-15,-2 2-8 0,1-1 32 16,-1-1-24-16,4 1 20 0,-3-1-4 15,5 0-20-15,0-1-4 16,0 0 4-16,2 2 8 0,2-2-12 16,0 2 40-16,0-2-36 0,2 1 32 15,-2-1-4-15,2 0-16 0,-4 0-16 16,2 0 8-16,-4-1-4 16,-2 1-4-16,2 0 0 0,0 0 8 15,0-1-8-15,2-1 4 0,-3 1 8 16,5 1-12-16,-2-1 0 0,2 1 0 15,-2-2 0-15,2 0 0 16,2 1 0-16,1 0 0 0,-1 1 0 16,0-1 16-16,2-1-16 0,-4 2 0 15,0-1 8-15,-2 2-8 0,0-2 68 16,0 1-60-16,-2-2 8 0,-1 0 8 16,-3 1 0-16,4-1-24 0,-4 0 0 15,2 1 0-15,-1 0 0 0,-1-1 4 16,0 0-4-16,0 1 0 15,1-1 0-15,1 1 0 0,0 0 0 16,0 1-4-16,2 0-12 0,-2-1 16 16,-1 0-4-16,1 1 0 0,-2-1 4 15,-2 0 0-15,-5-1-4 0,-3 0 0 16,-5 0-364-16,-4-2-376 16,-12-1-409-16,-5-7-2969 0</inkml:trace>
  <inkml:trace contextRef="#ctx0" brushRef="#br0" timeOffset="41656.56">25775 10495 1080 0,'0'0'0'16,"0"0"-368"-16</inkml:trace>
  <inkml:trace contextRef="#ctx0" brushRef="#br0" timeOffset="42122.18">25440 10558 1244 0,'0'0'4'0,"0"0"8"16,0 0-12-16,0 0-312 0,0 0-340 16</inkml:trace>
  <inkml:trace contextRef="#ctx0" brushRef="#br0" timeOffset="42399.83">25440 10558 704 0,'21'-14'492'0,"-21"14"468"0,0 0-111 15,0 0-449-15,0 2 20 16,0-1-128-16,-4 1-84 0,2 1 137 16,2-2-157-16,-3 0-48 0,3-1 60 15,0 0-64-15,0 0 28 0,0 0 184 16,0 0-256-16,0 0-52 0,0 0-16 16,0 0-16-16,0 0-8 0,0 0 16 15,0 0 0-15,0 0-12 0,0 3 4 16,3-2 4-16,1 0-12 0,-2 0 20 15,0-1-12-15,-2 0-4 16,2 0 0-16,0 2 4 0,-2 0-8 16,0-1 8-16,2 1-4 0,-2 1-4 15,0-1 0-15,0-1-8 0,2 1 8 16,-2-1-16-16,0-1-84 16,2 0-4-16,-2 0-208 0,2 0-72 15,0 0-96-15,2-1-657 0,-2 1 297 16,3 0-253-16</inkml:trace>
  <inkml:trace contextRef="#ctx0" brushRef="#br0" timeOffset="42571.99">25519 10668 1192 0,'0'0'32'0,"0"0"-32"16,0 0-352-16</inkml:trace>
  <inkml:trace contextRef="#ctx0" brushRef="#br0" timeOffset="42680.68">25519 10668 368 0,'-17'-27'824'0,"17"29"-820"0,-2 2 12 0,0-2-12 15,-2 3-4-15,2-2-72 16,-2 1-432-16</inkml:trace>
  <inkml:trace contextRef="#ctx0" brushRef="#br0" timeOffset="45922">25490 10713 1164 0,'0'0'32'0,"0"0"36"15,-11 36 1717-15,7-30-1093 0,2-3 205 16,0 1-305-16,0-1-196 0,0 1 92 15,0 0-272-15,0-1-80 16,0 0 65-16,2 0-113 0,0-2 24 16,-2-1 84-16,2-5-100 0,0-9-24 15,0-14-60-15,6-12 0 0,0-12-12 16,6-9 84-16,3-7-36 16,-3-8 52-16,3-8 68 0,-1-2-164 15,1-7 20-15,-1-8 36 0,-1-7-56 16,-3-8 12-16,2-5-8 0,1-3 0 15,-3-4-8-15,5-1 0 0,-3-3-4 16,2 4-20-16,1 1 20 0,-3 3-40 16,7 1 44-16,-3 4 0 15,1 6-8-15,0 3 8 0,1 9 12 16,-1 4-12-16,-1 7 0 0,1 9 12 16,-3 9-8-16,3 8-4 0,-3 10 0 15,-1 5 4-15,-1 11-4 0,0 10 0 16,-5 6-32-16,-1 13 32 0,-4 5-4 15,0 4-52-15,2 12 28 0,2 14 20 16,5 11 8-16,-1 14 0 0,0 8 4 16,-3 6 12-16,-1 13-16 15,-4 9 104-15,-2 11-80 0,0 7 16 16,-2 10 60-16,-4 9-100 16,-3 8 52-16,1 10 36 0,-4 7-64 15,1 9 12-15,-3 6-36 0,-1 6 36 16,1 7-36-16,-3 3 48 0,3 6-27 15,-3 6-21-15,1 3 0 16,-1 1 0-16,-1 0 0 0,3-1 0 16,1-4 0-16,1-3 0 0,1-7 0 15,-1-8 0-15,1-6 0 0,2-9 0 16,1-9 0-16,5-12 0 0,2-13 0 16,2-10 0-16,4-13 0 0,5-9 0 15,3-12 0-15,5-14 0 16,-1-17 0-16,5-15 0 0,2-15 0 15,1-14 0-15,1-9 0 0,0-17 0 16,0-20 0-16,-3-16 0 0,-1-17 0 16,-2-11 0-16,-3-8 0 15,-1-3 0-15,-1-6 0 0,1-2 0 16,-1-3 0-16,1-4 0 0,-3-2 0 16,0 4 0-16,-1-2 0 0,-1-1 0 15,0-1 0-15,-1 2 0 0,-1-1 0 16,-2 4 0-16,2 3 0 0,1 0 0 15,-3 5 0-15,2 3 0 16,0 3 0-16,3 2 0 0,-1-1 0 16,0 0 0-16,3 0 0 0,-1 3 0 15,3-1 0-15,-1 0 0 0,-1-2 0 16,3-3 0-16,1-2 0 0,1 0 0 16,3-2 0-16,0-1 0 0,-1-1 0 15,5 0 0-15,-4 0 0 0,2 5 0 16,-3 2 0-16,1 4 0 15,-3 6 0-15,1 3 0 0,0 7 0 16,-3 11 0-16,1 9 0 0,-1 9 0 16,-3 11 0-16,-1 9 0 0,-2 10 0 15,-5 10 0-15,-3 8 0 0,0 18 0 16,-2 15 0-16,-4 14 0 0,-3 13 0 16,-5 5 0-16,-2 10 0 15,-1 4 0-15,1 5 0 0,-1 4 0 16,3 2 0-16,-3 1 0 0,3 3 0 15,-1 0 0-15,-1-3 0 0,2-7 0 16,3-9 0-16,-1-9 0 16,6-7 0-16,-2-11 0 0,4-8 0 15,-1-11 0-15,3-13 0 0,0-9 0 16,0-5 0-16,0-4 0 0,5-4 0 16,1-9 0-16,6-14 0 0,5-9 0 15,1-1 0-15,1 1 0 0,2 6 0 16,-1 5 0-16,-1 6 0 15,-3 6 0-15,-1 6 0 0,-5 5 0 16,-1 3 0-16,-1 11 0 0,0 12 0 16,0 13 0-16,1 12 0 0,-5 8 0 15,-4 4 0-15,0 9 0 0,-6 6 0 16,-1 7 0-16,-1 8 0 0,-4 7 0 16,-1 7 0-16,1 7 0 15,-3 1 0-15,3 2 0 0,2 0 0 16,-1 2 0-16,3-4 0 0,4 0 0 15,2-6 0-15,2-5 0 16,2-3 0-16,4-4 0 0,4-6 0 16,1-6 0-16,3-6 0 0,1-7 0 15,-1-6 0-15,5-4 0 0,-3-5 0 16,1-5 0-16,-1-7 0 0,5-8 0 16,-2-8 0-16,1-8 0 0,1-7 0 15,0-7 0-15,-1-6 0 0,1-12 0 16,-2-9 0-16,1-8 0 15,1-9 0-15,-4-8 0 0,1-7 0 16,1-7 0-16,-3-4 0 0,5-5 0 16,-2-5 0-16,-1-8 0 15,1-2 0-15,-1-6 0 0,1-3 0 16,-5 0 0-16,3-3 0 0,-5-2 0 16,1-2 0-16,-1-1 0 0,-2 1 0 15,1 3 0-15,-1 0 0 0,1 0 0 16,-1 0 0-16,2 3 0 0,1 4 0 15,1 7 0-15,-1 4 0 16,1 4 0-16,-2 1 0 0,1 6 0 16,-3 3 0-16,0 9 0 0,-1 7 0 15,-1 3 0-15,-2 7 0 0,2 4 0 16,-1 7 0-16,-1 4 0 0,0 5 0 16,-2 6 0-16,-2 5 0 0,0 7 0 15,-2 0 0-15,0 2 0 0,0 3 0 16,0 12 0-16,0 16 0 15,-2 12 0-15,2 9 0 0,0 7 0 16,4 3 0-16,3 6 0 0,-1 6 0 16,0 6 0-16,2 3 0 0,-2 3 0 15,1 3 0-15,-1 4 0 0,0 5 0 16,2-1 0-16,1 3 0 0,-3-2 0 16,4 2 0-16,-2-1 0 15,1 2 0-15,1-2 0 0,-2-2 0 16,1-2 0-16,1-5 0 15,-2 0 0-15,3-2 0 0,-1-6 0 16,0-3 0-16,1-5 0 0,3-5 0 16,-2-4 0-16,5-4 0 0,-1-6 0 15,5-4 0-15,2-4 0 0,0-10 0 16,1-5 0-16,3-8 0 0,0-7 0 16,2-8 0-16,0-4 0 0,0-5 0 15,0-5 0-15,0-4 0 0,2-7 0 16,-4 0 0-16,2-8 0 15,0-4 0-15,-3-5 0 0,5-3 0 16,1-7 0-16,-1-5 0 0,0-7 0 16,-3-3 0-16,1-6 0 15,0-5 0-15,0-4 0 0,2-4 0 16,-2-3 0-16,-2 1 0 0,0-2 0 16,0 1 0-16,-2-2 0 0,-3-1 0 15,1-3 0-15,2 1 0 0,0 1 0 16,-3 1 0-16,3 3 0 0,0-1 0 15,0-1 0-15,4 0 0 16,-4 2 0-16,2-1 0 0,1 0 0 16,-1 4 0-16,0 0 0 0,0 1 0 15,4 3 0-15,-2-1 0 0,2 8 0 16,-2 3 0-16,2 5 0 0,0 6 0 16,-2 3 0-16,-2 6 0 0,2 3 0 15,-2 6 0-15,-3 3 0 0,1 5 0 16,-2 6 0-16,-2 5 0 0,-1 5 0 15,-1 3 0-15,-3 5 0 16,1 4 0-16,-3 8 0 0,-3 6 0 16,1 8 0-16,-1 5 0 0,-3 5 0 15,-2 4 0-15,-2 3 0 0,0 4 0 16,-2 6 0-16,0 5 0 0,-2 4 0 16,0 4 0-16,0 4 0 15,2 1 0-15,3 0 0 0,-1 0 0 16,4 0 0-16,2 1 0 0,3 1 0 15,1 3 0-15,5 0 0 16,-1 2 0-16,1 0 0 0,0-1 0 16,-3-2 0-16,3 2 0 0,-3 1 0 15,1 2 0-15,-3-1 0 0,5-1 0 16,0-4 0-16,-1-2 0 0,3-4 0 16,-3 0 0-16,5-4 0 0,0 1 0 15,0-2 0-15,-1-3 0 0,3-2 0 16,0-3 0-16,0-3 0 15,0-3 0-15,-1-3 0 0,3-4 0 16,0-1 0-16,2-5 0 0,2-2 0 16,2-4 0-16,0-5 0 15,2-3 0-15,3-5 0 0,-3-6 0 16,-2-2 0-16,-2-5 0 0,-4-3 0 16,0-8 0-16,-3-4 0 0,-1-7 0 15,2-4 0-15,0-4 0 16,2-2 0-16,1-4 0 0,1 0 0 15,0-5 0-15,-2 0 0 0,-2-1 0 16,-2-3 0-16,-5-2 0 0,1-2 0 16,0-2 0-16,-5-3 0 0,1-1 0 15,3-7 0-15,1-3 0 0,-1-1 0 16,3-2 0-16,2 0 0 0,2-3 0 16,-1 1 0-16,1-2 0 0,-2 1 0 15,4 1 0-15,0 2 0 16,-3 0 0-16,3 0 0 0,-2-2 0 15,2 0 0-15,0-2 0 0,0 0 0 16,4 0 0-16,0 2 0 0,2 0 0 16,-2 3 0-16,2-2 0 0,0 2 0 15,-2 2 0-15,0 2 0 0,0 3 0 16,-2 3 0-16,0 4 0 0,0 4 0 16,2 2 0-16,2 4 0 15,-2 4 0-15,0 3 0 0,0 5 0 16,-2 1 0-16,-4 7 0 15,2 2 0-15,-5 4 0 0,1 5 0 0,-2 4 0 16,-3 5 0-16,-1 2 0 0,-1 8 0 16,1 2 0-16,-3 5 0 15,1 3 0-15,-3 2 0 0,-1 6 0 16,-3 4 0-16,2 1 0 0,-2 6 0 16,-1 4 0-16,-3 4 0 0,2 4 0 15,0 4 0-15,0 3 0 0,1 3 0 16,1 2 0-16,0 2 0 15,0 1 0-15,1 3 0 0,1 0 0 16,-2 4 0-16,1 2 0 0,-3 1 0 16,2 2 0-16,0-1 0 0,3 0 0 15,-3-1 0-15,4 1 0 0,3-1 0 16,-1 0 0-16,3 1 0 16,1-3 0-16,3-2 0 0,0-3 0 15,1-2 0-15,1-2 0 0,0 0 0 16,2-1 0-16,0-4 0 15,1-1 0-15,3-3 0 0,-2-6 0 16,2-2 0-16,0-4 0 0,2-5 0 16,0-1 0-16,2-3 0 0,2-5 0 15,3-1 0-15,1-5 0 0,-2-3 0 16,2-4 0-16,-1-3 0 0,-1-2 0 16,-2-5 0-16,0-4 0 0,2-2 0 15,-2-4 0-15,1-5 0 0,-1-4 0 16,0-6 0-16,-2-2 0 15,-2-6 0-15,-2-2 0 0,-2-3 0 16,2-3 0-16,-5-1 0 0,3-4 0 16,-4-2 0-16,2-6 0 15,-4-2 0-15,-1-4 0 0,3 1 0 16,-2 0 0-16,-1 2 0 0,3-1 0 16,6 2 0-16,0 0 0 0,6 1 0 15,-2 7 0-15,2-3 0 0,5 0 0 16,-5-2 0-16,4-5-801 0,-10 13-312 15,-4-8-583-15</inkml:trace>
  <inkml:trace contextRef="#ctx0" brushRef="#br0" timeOffset="48713.59">25998 7569 2020 0,'0'0'961'16,"54"56"-929"-16,-23-25 28 0,4-1-16 15,0-1-40-15,4 3-4 0,5 0 40 16,1 0 112-16,9 3 28 0,4 0 320 15,6 2-312-15,0 2-60 0,4 0 13 16,3 3-89-16,-1-1-12 16,-2 1 36-16,0 1-12 0,-1 2-4 15,-3 2 16-15,-2 0-72 0,-2 1 4 16,-3 1 20-16,1 2-20 0,0 3-8 16,2-2 8-16,4 1-4 15,2 0-4-15,1-2 0 0,1 0 0 16,4-2 0-16,-2-4 16 0,3-3-16 15,-1-3 0-15,-4-4 28 0,0 0-4 16,1-2 4-16,-5-5-16 0,-4 0-12 16,0-4 0-16,-7-3-68 15,-13-7-577-15,-5-5-383 0</inkml:trace>
  <inkml:trace contextRef="#ctx0" brushRef="#br0" timeOffset="49109.16">27945 8865 4622 0,'0'0'276'0,"38"39"196"0,-7-16 184 15,4-1-456-15,8-3-120 0,7 3-32 16,8-1-48-16,4-3-4 15,8-1-328-15,4-3-16 0,7-2 100 16,6-1-8-16,-5-4 72 0,-1 2 60 16,-6 1-12-16,-7 2 44 0,-8 4 72 15,-11 0 8-15,-9 2 24 0,-11 0 36 16,-9 1 200-16,-5 1-208 0,-9-2-40 16,-4-4-348-16,-2-6-1441 0</inkml:trace>
  <inkml:trace contextRef="#ctx0" brushRef="#br0" timeOffset="49299.32">28640 9027 5262 0,'-10'37'360'0,"1"-4"240"0,1 4-95 16,-4-5-337-16,-5 1-96 15,-4-2-52-15,3-4-20 0,1-2-308 16,7-9-905-16,8-6-940 0</inkml:trace>
  <inkml:trace contextRef="#ctx0" brushRef="#br0" timeOffset="49846.9">28148 8790 4225 0,'0'0'1549'0,"0"0"-933"0,33 25-532 0,19-2 5 16,20 3-9-16,15 1-72 0,8-1-8 15,0-1 0-15,-2 0-293 0,-4 1-299 16,-27-6-1085-16,-8 0-260 0</inkml:trace>
  <inkml:trace contextRef="#ctx0" brushRef="#br0" timeOffset="49939.05">28797 9223 2621 0,'-66'33'1604'0,"2"1"-119"0,-6 2-1073 15,12-5-412-15,8-10-96 0,13-6-1428 16,8-10-2290-16</inkml:trace>
  <inkml:trace contextRef="#ctx0" brushRef="#br0" timeOffset="50647.33">25878 7553 3305 0,'0'0'1857'0,"0"0"-1517"16,0 0-304-16,44 26-52 0,-11-1 20 16,6 6-4-16,2 2 0 0,7 1-4 15,6 3 4-15,6 2 16 16,10 4-8-16,6 3-8 0,5 0 28 16,4 3-28-16,2 2 16 0,4 0 80 15,-1 2-76-15,1 4 68 0,-2 1 148 16,-2 1-100-16,2 1-12 0,-2 0 28 15,4 1-128-15,4-1-8 16,4 2-12-16,4-2-4 0,5-2-24 16,-1-6-224-16,-1-3 28 0,-3-6 48 15,-8-8-36-15,-6-5 140 0,-4-5 68 16,-9-6 80-16,-1 1 208 0,-7-2 28 16,-4-2 113-16,-10-2-317 15,-11-2-112-15,-18-4-68 0,-10-4-809 16,-9-4-491-16</inkml:trace>
  <inkml:trace contextRef="#ctx0" brushRef="#br0" timeOffset="50908.47">28150 8710 3941 0,'35'23'489'0,"15"1"-133"16,10 5 24-16,2 1-280 0,2 2-4 16,0 5 12-16,-2-2-104 0,0 1 0 15,-6 2 0-15,-7 0-4 16,-9-3-8-16,-13-2-12 0,-11-2-16 16,-10-7 36-16,-6-1-4 0,-10-3 8 15,-9 0 64-15,-10 0 152 0,-10 3-208 16,-13 0-12-16,-10 1-688 0,11-3-593 15,-5-2-852-15</inkml:trace>
  <inkml:trace contextRef="#ctx0" brushRef="#br0" timeOffset="55159.18">5029 9611 5230 0,'0'0'380'0,"0"0"-52"0,0 0 301 15,0 0-321-15,0 0-52 0,0 0 80 16,0 0-280-16,0 0-28 0,0 0 12 16,38-24-24-16,5 18 84 0,9 0 60 15,3 0-140-15,-1-1 20 0,4 2 64 16,4 2-76-16,2-2 4 15,-2 1 0-15,6 2-12 0,1 0-20 16,1-1 0-16,2 2 0 0,7 1 0 16,-5-1 0-16,11 0 12 0,0-2-12 15,4 3 4-15,4-1 4 0,-5 1-8 16,8-1 0-16,-1 0 4 0,4 0-4 16,6 0 0-16,-3-1 4 15,5 1-4-15,-2 0 0 0,3 1 17 16,-1 0-17-16,1 0 0 0,-3 1 0 15,3 1 0-15,4 1 0 0,-1-1 0 16,3 2 0-16,2-1 0 16,-1 0 0-16,1-1 0 0,0-1 0 15,4 3 0-15,-2-2 0 0,1 1 0 16,-5 0 0-16,4 1 0 0,-2 0 0 16,-1 1 0-16,-1-1 0 0,-2-2 0 15,-3 1 0-15,3-1 0 0,2-2 0 16,-3 1 0-16,3-1 0 0,2 0 0 15,0 0 0-15,-1 0 0 16,1 0 0-16,0 1 0 0,0-1 0 16,-1 0 0-16,1 0 0 0,-6 0 0 15,-1 0 0-15,-3 0 0 0,-1 0 0 16,-6 0 0-16,-4 0 0 0,-6-1 0 16,-4-1 0-16,-6-1 0 15,-9 2 0-15,-8 0 0 0,-10-2 0 16,-9 0 0-16,-12-6-1009 0,-10 1-536 15,-11-4-1188-15</inkml:trace>
  <inkml:trace contextRef="#ctx0" brushRef="#br0" timeOffset="59391.64">25366 7630 4402 0,'0'0'1180'16,"0"0"-508"-16,0 0-500 0,0 0-128 16,51-12 36-16,-1 3-15 15,12-1 59-15,6-1 64 0,2 4-148 16,9 0-28-16,0 2 0 0,1 3-4 15,-3 2-8-15,-9 0 0 0,-10 4 0 16,-13-1 0-16,-16 1-4 0,-12-2 8 16,-11-1-4-16,-6 0 0 0,-15-1-20 15,-20 0 20-15,-16 0 24 16,-18-1-12-16,-9 0-12 0,-5-1 0 16,-8-2 8-16,-2 3-8 0,0-1 28 15,4-1-24-15,5 0 12 0,7-3 56 16,7-1-40-16,16-3 52 0,13 3 52 15,14 1-48-15,14 1-44 0,15 3 16 16,23 2-60-16,23 0-12 0,28 2-12 16,28 6 28-16,16 1-4 15,18 4 32-15,11 0-20 0,2-1 20 16,-13 1 160-16,-16-2-184 0,-25-3 8 16,-28-2-16-16,-30-4-8 15,-21-1-112-15,-20-2-536 0,-8-1-405 16,-19-10-1156-16</inkml:trace>
  <inkml:trace contextRef="#ctx0" brushRef="#br1" timeOffset="72940.22">905 10424 3685 0,'0'0'1073'0,"0"0"-609"16,0 0 296-16,0 0-139 0,-10 55-93 15,8-23 152-15,2 2-352 0,2 0-275 16,2 2-53-16,0 3 0 16,-2 0 0-16,0 4 0 0,-2 0 0 15,0 1 0-15,-2-3 0 0,0-5 0 16,0-6 0-16,2-3 0 0,0-5 0 15,0-7 0-15,2-6 0 16,2-4-189-16,7-5-679 0,-1-2-1353 16,3-7-685-16</inkml:trace>
  <inkml:trace contextRef="#ctx0" brushRef="#br1" timeOffset="73238.42">1168 10982 8192 0,'0'0'0'0,"0"0"0"16,0 0 0-16,0 0 0 0,0 0 0 15,0 0 0-15,0 0 0 0,0 0 0 16,0 0 0-16,0 0-1477 0</inkml:trace>
  <inkml:trace contextRef="#ctx0" brushRef="#br1" timeOffset="74875.22">2125 10567 3381 0,'0'0'2133'0,"0"0"-1673"16,0 0-12-16,0 0 357 0,0 0-385 15,0 0-124-15,0 0-47 16,0 0-249-16,0 0 0 0,-12 9 0 16,12 23 0-16,0 9 0 0,2 4 0 15,2 3 0-15,-4-5 0 0,10 0 0 16,-6-4 0-16,9-5 0 0,1-7 0 16,5-5 0-16,3-8 0 0,5-4 0 15,0-9 0-15,4-2 0 0,-2-12 0 16,0-5 0-16,-6-5 0 15,-2-5 0-15,-7 0 0 0,-2-6 0 16,-3 2 0-16,-7-2 0 0,2 2 0 16,-8 0 0-16,-2-1 0 0,-1 0 0 15,-1 3 0-15,6 6 0 0,-2 9 0 16,4 4 0-16,4 4 0 16,6 2 0-16,7 2 0 0,-3 3-765 15,-1 0-120-15,-7 5-1660 0</inkml:trace>
  <inkml:trace contextRef="#ctx0" brushRef="#br1" timeOffset="75331.53">2716 10601 6138 0,'0'0'1005'0,"0"0"-505"0,-47-1-116 16,32 1-219-16,1 0-165 15,1 0 0-15,1 0 0 0,4 1 0 16,-1 2 0-16,7 0 0 0,-2 1 0 15,4 6 0-15,4 4 0 16,0 2 0-16,9 1 0 0,1 0 0 16,3-2 0-16,-1-1 0 0,5 0 0 15,0-3 0-15,-5 1 0 0,3 1 0 16,-3-2 0-16,-3 1 0 0,-3 1 0 16,-6 0 0-16,-2 2 0 0,-4 3 0 15,-8-2 0-15,0 2 0 0,-9 1 0 16,2-2 0-16,-3-1 0 15,-3-3 0-15,-2-3 0 0,3-3 0 16,1-7-69-16,4 0-419 0,-1-7-72 16,11-4-697-16,3 2-83 0,4-3-209 0</inkml:trace>
  <inkml:trace contextRef="#ctx0" brushRef="#br1" timeOffset="75609.73">2832 10828 4125 0,'0'0'865'0,"33"-7"643"0,-16 3-615 15,-3-3-229-15,1-2-527 16,-3-2-137-16,2-3 0 0,3 0 0 16,-7-3 0-16,1 0 0 0,-1 0 0 15,-6-1 0-15,-2 1 0 0,-2 3 0 16,0 3 0-16,-4 2 0 0,-2 3 0 16,-7 5 0-16,-1 1 0 0,-5 1 0 15,1 11 0-15,-3 6 0 0,-4 5 0 16,2 7 0-16,3 1 0 15,3-2 0-15,7-2 0 0,10-4 0 16,6-2 0-16,15-4 0 0,2-5 0 16,12-5 0-16,0-6 0 0,8-1 0 15,1-9 0-15,1-4 0 0,-8 1 0 16,-8-3-2614-16</inkml:trace>
  <inkml:trace contextRef="#ctx0" brushRef="#br1" timeOffset="78899.64">4109 10629 5694 0,'0'0'973'0,"0"0"-129"0,-24-39-163 0,11 31-681 0,-3 0 0 15,-3 5 0-15,3 2 0 0,-7 3 0 16,4 9 0-16,-1 8 0 0,3 6 0 16,0 7 0-16,1 3 0 0,6 3 0 15,5 5 0-15,5-1 0 0,0-2 0 16,5-3 0-16,7-7 0 16,5-4 0-16,7-9 0 0,7-9 0 15,2-4 0-15,7-8 0 0,-3-6 0 16,0-7 0-16,-10 1-1662 0,0-2-1123 15</inkml:trace>
  <inkml:trace contextRef="#ctx0" brushRef="#br1" timeOffset="79208.43">4335 10629 6046 0,'0'0'801'0,"0"0"-73"0,-35-25-111 16,24 24-617-16,1 1 0 0,-2 8 0 15,1 9 0-15,1 8 0 16,-5 3 0-16,5 8 0 0,4 2 0 16,0 1 0-16,4 0 0 0,2-1 0 15,10-6 0-15,9-7 0 0,1-6 0 16,7-9 0-16,4-6 0 16,-2-5 0-16,0-10 0 0,-2-8 0 15,-11-2 0-15,-1-7 0 0,-5-1 0 16,-10-4 0-16,0-2 0 0,-6 1 0 15,-4-3 0-15,-5 3 0 16,1 2 0-16,1 4 0 0,-1 6 0 16,8 8-273-16,1 5-179 0,5 6-396 15,5 0-117-15,1 2-171 0,8 0-1558 0</inkml:trace>
  <inkml:trace contextRef="#ctx0" brushRef="#br1" timeOffset="79484.66">4453 10790 4410 0,'0'0'1088'0,"-13"61"-172"16,7-33 197-16,6-10-725 0,0-7-111 16,0-5-277-16,2-4 0 0,2-2 0 15,-2-5 0-15,2-8 0 0,7-12 0 16,-7-5 0-16,2-6 0 16,4-1 0-16,-3 3 0 0,3 2 0 15,4 3 0-15,-3 7 0 0,1 6 0 16,3 7 0-16,-5 5 0 0,0 4 0 15,1 0 0-15,-1 6 0 16,0 7 0-16,3 4 0 0,-3 3 0 16,0 6 0-16,1 2 0 0,-1 2 0 15,0 1 0-15,1-2 0 0,-1-2 0 16,0-3 0-16,-3-5 0 0,3-5 0 16,-6-5-1065-16,2-7-664 0</inkml:trace>
  <inkml:trace contextRef="#ctx0" brushRef="#br1" timeOffset="79771.07">4761 10585 6871 0,'0'0'1156'0,"0"0"-991"16,0 0-165-16,0 0 0 0,0 0 0 16,0 0 0-16,-5 38 0 15,12-11 0-15,1 8 0 0,4 4 0 16,3 1 0-16,-3 4 0 0,3 1 0 15,-5-1 0-15,4-5 0 16,3-8 0-16,-5-8 0 0,3-10 0 16,-3-8 0-16,3-12 0 0,-1-15 0 15,3-10 0-15,-3-11 0 0,3-6 0 16,3 0 0-16,-3 1 0 0,-3 7 0 16,3 7 0-16,-7 9 0 0,1 5 0 15,-9 3 0-15,2 6 0 0,-4-5-4139 16</inkml:trace>
  <inkml:trace contextRef="#ctx0" brushRef="#br1" timeOffset="91905.16">781 11922 4810 0,'0'0'1564'0,"0"0"-1027"0,-12-39 95 16,12 23-24-16,0-1-567 0,4-1-41 16,2 0 0-16,3-1 0 15,3 0 0-15,9 0 0 0,-5-1 0 16,9 1 0-16,2 5 0 0,-2 3 0 16,-3 5 0-16,-3 6 0 0,-5 8 0 15,1 2 0-15,-1 6 0 0,-1 3 0 16,-1 3 0-16,-1 3 0 15,-3 4 0-15,2 2 0 0,-8 4 0 16,2 0 0-16,-4 2 0 0,-2 1 0 16,-2-1 0-16,-6-2 0 0,-3 1 0 15,-1-3 0-15,-5-2 0 0,1-4 0 16,-3-2 0-16,0-5 0 0,3-5 0 16,1-5 0-16,-1-4 0 0,3-5 0 15,-8-1 0-15,5-7 0 0,1-6 0 16,-3-6 0-16,3-3 0 15,7-1 0-15,1 3 0 0,7 3 0 16,2 9 0-16,7 1 0 0,5 3 0 16,5 4 0-16,5 2 0 15,1 8 0-15,6 8 0 0,0 3 0 16,2 2 0-16,-2-1 0 0,-6-2 0 16,-1-3 0-16,-1 0 0 0,0-4 0 15,-1-4 0-15,-5-4-1077 0,-5-5-1492 16</inkml:trace>
  <inkml:trace contextRef="#ctx0" brushRef="#br1" timeOffset="92027.63">1280 12325 8192 0,'0'0'0'0,"-13"39"0"16,5-21 0-16,6-10 0 0,-2-2 0 15,2-3 0-15,2-6 0 16,0 0 0-16,6-19-3438 0</inkml:trace>
  <inkml:trace contextRef="#ctx0" brushRef="#br1" timeOffset="94894.18">2199 11794 1828 0,'0'0'3506'15,"0"0"-2277"-15,0 0-597 0,0 0-28 16,0 0-211-16,0 0-393 0,0 0 0 16,-8 63 0-16,8-17 0 15,0 6 0-15,6-2 0 0,-6-2 0 16,4 0 0-16,-1-3 0 0,-3-4-309 16,0-7-383-16,0-12-1033 0,4-5-564 0</inkml:trace>
  <inkml:trace contextRef="#ctx0" brushRef="#br1" timeOffset="95189.26">2150 11766 5602 0,'0'0'764'16,"2"-65"-367"-16,6 29 43 0,9 6 84 15,-1 5-360-15,9 5-36 0,2 8 45 16,4 5-173-16,6 7 0 15,4 7 0-15,-3 8 0 0,-1 8 0 16,-2 7 0-16,-2 4 0 0,-8 7 0 16,-4 0 0-16,-7 3 0 0,-6-2 0 15,-4 0 0-15,-4-3 0 16,-4 0 0-16,-6-2 0 0,-7 1 0 16,-3-1 0-16,-11-3 0 0,4-2 0 15,-2-6 0-15,4-7 0 0,2-4 0 16,5-9 0-16,3-4 0 15,5-2 0-15,4 0-293 0,2-3-803 16,2 3-145-16,2-5-484 0</inkml:trace>
  <inkml:trace contextRef="#ctx0" brushRef="#br1" timeOffset="95482.27">2712 12105 5926 0,'0'0'713'0,"0"0"-157"16,0 0 244-16,0 0-704 0,0 0-12 16,-39-4-67-16,31 15-17 15,-9 9 0-15,3 4 0 0,-1 5 0 16,3 2 0-16,1 1 0 0,5-1 0 16,6-4 0-16,6-3 0 0,7-4 0 15,3-7 0-15,9-3 0 0,2-7 0 16,2-3 0-16,4-5 0 0,-2-6 0 15,-4-5 0-15,-4-2 0 16,-9-3 0-16,-8 1 0 0,-6-1 0 16,-6 0 0-16,-8 3 0 0,-5 0 0 15,-8 0 0-15,2-2 0 0,-2-1 0 16,7 6-89-16,-1-4-1411 0</inkml:trace>
  <inkml:trace contextRef="#ctx0" brushRef="#br1" timeOffset="96524.34">3956 11568 6054 0,'0'0'677'16,"0"0"-257"-16,0 0-44 0,-14 42-156 16,14-5-192-16,4 7 140 0,-2 1 81 15,4-5-249-15,-1 3 0 0,-1-1 0 16,-4 1 0-16,0 0 0 0,0-3 0 16,0-3 0-16,0-6 0 0,0-7-749 15,0-9-584-15,0-9-680 0</inkml:trace>
  <inkml:trace contextRef="#ctx0" brushRef="#br1" timeOffset="96835.14">3909 11453 6018 0,'0'0'432'0,"2"-42"-63"15,6 20 131-15,5 4-92 0,3 1-292 16,9 6-32-16,-2 4 20 0,8 3-92 15,4 4 4-15,-4 5 12 16,6 8-16-16,0 8-12 0,-6 8 0 16,0 7-20-16,-4 8 20 0,-10 5-4 15,-3 2 16-15,-8 3-12 0,-4-2 0 16,-2-1 20-16,-2-4-12 0,-14 1 69 16,1-2-77-16,-9-1 0 0,1 0 0 15,2-3 0-15,-4-6 0 0,7-7 0 16,3-5 0-16,-1-9 0 15,-3-4 0-15,3-7 0 0,-1-2 0 16,1-2 0-16,-1-2-321 0,9-1-403 16,2 2-725-16,6 1-60 15,0-5-483-15</inkml:trace>
  <inkml:trace contextRef="#ctx0" brushRef="#br1" timeOffset="97079.88">4430 11836 3821 0,'0'0'2537'0,"0"0"-1316"16,-37 10-785-16,26 6-259 0,1 8-177 15,2 4 0-15,6 4 0 0,2 1 0 16,4 0 0-16,6-1 0 0,9-3 0 16,6-3 0-16,-3-7 0 0,7-5 0 15,4-7 0-15,-2-6 0 0,2-3 0 16,-4-10 0-16,-2-7 0 15,-6-5 0-15,-9-5 0 0,-1-6 0 16,-7 1 0-16,-4-4 0 0,-9 1 0 16,-1 0 0-16,-2 3 0 0,-1 3 0 15,5 10-889-15,4-1-1664 0</inkml:trace>
  <inkml:trace contextRef="#ctx0" brushRef="#br1" timeOffset="97632.4">4798 11321 6575 0,'0'0'408'0,"0"0"432"0,0 0-471 15,0 0-369-15,2 47 0 16,-2-3 0-16,0 12 0 0,2 2 0 16,0 1 0-16,4 4 0 0,2 4 0 15,-1 1 0-15,-7 1 0 0,0-6 0 16,0-5 0-16,0-8 0 0,0-11 0 16,0-9 0-16,0-14 0 0,0-6 0 15,4-10 0-15,2-17 0 0,0-13 0 16,9-11 0-16,-1-7 0 15,3 3 0-15,-1 7 0 0,-1 6 0 16,-5 13 0-16,-4 10 0 0,-6 9 0 16,0 5 0-16,0 12 0 15,-4 12 0-15,2 4 0 0,2 4 0 16,0-7 0-16,10-7 0 0,3-3 0 16,7-5 0-16,3-6 0 0,-2-4-785 15,4-5-800-15</inkml:trace>
  <inkml:trace contextRef="#ctx0" brushRef="#br1" timeOffset="97911.3">5292 11858 5130 0,'0'0'2113'16,"-46"-30"-1485"-16,24 21-307 0,7 9-321 16,-1 4 0-16,1 11 0 0,3 4 0 15,-5 4 0-15,3 4 0 0,1 1 0 16,5-3 0-16,6 1 0 15,4-7 0-15,8-1 0 0,5-6 0 16,6-10 0-16,1-2 0 0,3-7 0 16,2-5 0-16,-6-5 0 15,-5 0 0-15,-6-3 0 0,1 2 0 16,-7 2 0-16,-2 8 0 0,2 3 0 16,-4 5 0-16,0 1 0 0,0 7 0 15,-4 7 0-15,4 8 0 0,4 2 0 16,-2-4 0-16,9-7 0 15,-3-6-837-15,4-4-1124 0</inkml:trace>
  <inkml:trace contextRef="#ctx0" brushRef="#br1" timeOffset="98527.83">5449 11696 3161 0,'0'0'1445'0,"0"36"-801"0,-8-6 681 16,6 3-633-16,-3 4-236 0,1 1 13 15,2 0-469-15,-2-2 0 0,2-5 0 16,2-2 0-16,-2-3 0 0,2-8 0 16,0-7 0-16,-2-5 0 0,2-4 0 15,2-2 0-15,2-5 0 0,4-10 0 16,5-16 0-16,3-7 0 15,1-5 0-15,-3 4 0 0,1 7 0 16,-5 7 0-16,0 9 0 0,1 7 0 16,-5 8 0-16,-6 2 0 15,4 12 0-15,-2 11 0 0,2 5 0 16,-4 2 0-16,0-2 0 0,0-8 0 16,0-4 0-16,2-5 0 0,3-5 0 15,-5-6 0-15,4-1 0 0,2-4 0 16,4-9 0-16,5-9 0 15,1-8 0-15,-5-1 0 0,5 2 0 16,-6 6 0-16,1 0 0 0,-1 8 0 16,-4 8 0-16,-2 4 0 0,-4 6 0 15,5 10 0-15,1 12 0 0,-2 7 0 16,2 5 0-16,0-1 0 0,-2-7 0 16,-1-1 0-16,1-4 0 0,2-3 0 15,0-5 0-15,2-3-121 0,-6-6-2396 16,3-6-953-16</inkml:trace>
  <inkml:trace contextRef="#ctx0" brushRef="#br1" timeOffset="98763">5807 12027 5378 0,'0'0'2157'0,"0"0"-1500"16,0 0-657-16,31-51 0 0,-15 21 0 16,5-4 0-16,-5 0 0 0,-12 1 0 15,-4-2 0-15,0 1 0 0,-4 8 0 16,-6 6 0-16,4 12 0 0,2 5 0 15,-1 7 0-15,-5 13 0 16,-6 19 0-16,-5 13 0 0,2 6 0 16,5 5 0-16,8-11 0 0,6-5 0 15,6-7 0-15,15-8 0 0,-1-13 0 16,9-6 0-16,6-10 0 0,-2-14 0 16,3-10 0-16,-5-10-641 0,-11 3-1820 15,-3-5-637-15</inkml:trace>
  <inkml:trace contextRef="#ctx0" brushRef="#br1" timeOffset="98909.43">6069 11299 5894 0,'0'0'741'15,"-4"33"147"-15,2 4-388 16,-2 12-331-16,-7 12-169 0,1 4 0 16,0 6 0-16,6 0 0 0,4-1 0 15,8-4 0-15,4-4 0 0,3-4 0 16,-3-5 0-16,7-10 0 0,1-8 0 15,-3-12-509-15,4-11-2576 0</inkml:trace>
  <inkml:trace contextRef="#ctx0" brushRef="#br1" timeOffset="99365.22">6501 11284 3877 0,'0'0'2734'0,"0"43"-2222"0,-2-19 68 16,-2-1-91-16,4-1-489 0,-4-1 0 16,2-3 0-16,2-3 0 0,0-2 0 15,2-4-453-15,-2-1-607 16,4-6-289-16,-2 8-3437 0</inkml:trace>
  <inkml:trace contextRef="#ctx0" brushRef="#br1" timeOffset="99689.23">6762 11697 6118 0,'0'0'957'0,"-40"-25"-325"0,18 20-147 16,-3 5-485-16,-2 5 0 0,0 2 0 15,6 1 0-15,1 3 0 0,5-1 0 16,3 0 0-16,6 1 0 15,6-1 0-15,0 1 0 0,12 0 0 16,7-2 0-16,7 1 0 0,3-2 0 16,7 1 0-16,-1 1 0 15,2-1 0-15,-8 2 0 0,-4 4 0 16,-11 1 0-16,-8 4 0 0,-6-1 0 16,-10 3 0-16,-7 0 0 0,-3-1 0 15,-7 2 0-15,-4-6 0 0,0 0 0 16,-6-2 0-16,6-6 0 0,4-2 0 15,2-7 0-15,15-5 0 16,3-2-1261-16,7-8-808 0</inkml:trace>
  <inkml:trace contextRef="#ctx0" brushRef="#br1" timeOffset="100034.7">7419 11790 6190 0,'0'0'1509'16,"2"33"-1209"-16,-4-1-107 0,-6 10-193 16,-3 5 0-16,3-4 0 0,0-1 0 15,6-7 0-15,2-5 0 0,0-6 0 16,0-5 0-16,6-9 0 15,4-7 0-15,-4-3-1153 0,5-9-636 0</inkml:trace>
  <inkml:trace contextRef="#ctx0" brushRef="#br1" timeOffset="100185.4">7504 11286 7063 0,'0'0'448'16,"0"0"-312"-16,0 0-136 0,-11 37-20 15,5-2-40-15,6 8-924 16,-4-8-613-16,4-3-640 0</inkml:trace>
  <inkml:trace contextRef="#ctx0" brushRef="#br1" timeOffset="100407.99">7555 11986 6042 0,'0'0'873'0,"0"0"3"15,0 33-475-15,0-28-401 0,0-4 0 16,0 0 0-16,0-1 0 15,2-5 0-15,7-13 0 0,3-13 0 16,9-8 0-16,10-4 0 0,-4 4 0 16,-1 8 0-16,-1 10 0 15,-4 9 0-15,-11 9 0 0,3 9 0 16,-5 12 0-16,-6 12 0 0,2 8 0 16,-4 3 0-16,0 2 0 0,0-4 0 15,0-3 0-15,0-9 0 0,6-6 0 16,5-8 0-16,-1-11 0 0,5-12 0 15,-3-5-1529-15,4-14-4466 0</inkml:trace>
  <inkml:trace contextRef="#ctx0" brushRef="#br1" timeOffset="100620.09">8049 11113 7339 0,'0'0'748'0,"0"0"-643"0,-10 38-105 16,0-2 0-16,-1 10 0 0,-5 7 0 15,5 3 0-15,3 5 0 16,2 2 0-16,6 2 0 0,-6 0 0 16,2-1 0-16,-3-2 0 0,1-4 0 15,-4-5 0-15,0-7 0 16,-5-8 0-16,5-8-765 0,4-12-976 16,1-11-396-16</inkml:trace>
  <inkml:trace contextRef="#ctx0" brushRef="#br1" timeOffset="100759.4">7803 11783 6386 0,'0'0'1081'0,"0"0"-356"0,58-50-725 16,-23 31 0-16,5-2 0 0,-5 4 0 15,2 1 0-15,-6 2 0 0,0 3 0 16,-4 2 0-16,0 4 0 0,-13 1 0 16,-3 4 0-16,-5 0-1838 0</inkml:trace>
  <inkml:trace contextRef="#ctx0" brushRef="#br1" timeOffset="101114.42">8149 11987 6310 0,'0'0'993'0,"0"0"-104"0,0 0-889 16,0 0 0-16,0 0 0 0,0 0 0 15,37-29 0-15,-10 17 0 0,6-6 0 16,4-2 0-16,-2-2 0 0,-8 1 0 16,-6 0 0-16,-11 0 0 0,-6 3 0 15,-4-1 0-15,-10 1 0 0,-9 2 0 16,-8 1 0-16,0 8 0 15,-10 7 0-15,-4 12 0 0,4 11 0 16,-1 9 0-16,7 7 0 0,0 5 0 16,15 1 0-16,10 0 0 15,8-4 0-15,18-4 0 0,16-10 0 16,7-9 0-16,5-10-13 0,7-8-471 16,-1-1-344-16,-10-6-1738 0,-5-3-819 0</inkml:trace>
  <inkml:trace contextRef="#ctx0" brushRef="#br1" timeOffset="101597.08">8539 11852 5506 0,'0'0'692'0,"-20"-38"-271"0,13 16 455 15,-3-1-700-15,4 4-56 0,2 3 176 16,-2 7-191-16,1 5-105 15,-1 4 0-15,-4 2 0 0,0 12 0 16,-11 17 0-16,-6 8 0 0,0 6 0 16,2-1 0-16,5-8 0 15,9-3 0-15,9-6 0 0,4-3 0 16,9-4 0-16,9-7 0 0,1-5 0 16,0-4 0-16,1-4 0 0,3-5 0 15,-2-1 0-15,-4 0 0 0,-3 3 0 16,-6 3 0-16,1 6 0 0,-1 9 0 15,0 9 0-15,1 8 0 16,-1 3 0-16,0 6 0 0,-3 0 0 16,-3-1 0-16,-2 1 0 0,-2-2 0 15,-6-1 0-15,-9-4 0 0,-1-2 0 16,-11-6 0-16,0-3 0 0,-4-8 0 16,-4-8 0-16,-2-7 0 0,-1-5 0 15,5-10 0-15,4-7 0 16,2-10 0-16,5-8 0 0,1-7 0 15,13-4 0-15,8 5 0 0,14 0 0 16,17 5 0-16,6 1 0 0,15 1 0 16,0 0 0-16,2 2 0 15,-3 1 0-15,-3 6-697 0,-21 7-668 16,-1 7-472-16</inkml:trace>
  <inkml:trace contextRef="#ctx0" brushRef="#br1" timeOffset="101768.34">8661 11960 4305 0,'0'0'577'0,"-8"39"191"0,10-23-268 0,4-7-172 0,3-1 109 16,-3-4-241-16,0-4-12 0,-2 0 108 16,0-6-56-16,-4-7 120 0,0-8-343 15,0-7-13-15,0-4 0 0,0-1 0 16,0 3 0-16,6 5 0 0,5 4 0 16,-1 6 0-16,7 4 0 0,-3 4 0 15,7 1-65-15,6 5-587 0,4 0-601 16,-9 1 161-16,3 0-301 0</inkml:trace>
  <inkml:trace contextRef="#ctx0" brushRef="#br1" timeOffset="102049.13">9006 11784 4450 0,'0'0'2121'0,"0"0"-933"0,0 0-755 15,0 0-433-15,-47-5 0 16,20 8 0-16,0 9 0 0,2 7 0 16,-2 6 0-16,1 2 0 0,5 4 0 15,6-5 0-15,11-1 0 0,4-6 0 16,11-4 0-16,3-6 0 15,7-7 0-15,6-3 0 0,-3-11 0 16,3-5 0-16,4-3 0 0,-8-1 0 16,-2 3 0-16,-1 0 0 0,-9 5 0 15,-5 6 0-15,-2 3 0 0,-4 3 0 16,0 1 0-16,0 8 0 0,-4 13 0 16,2 12 0-16,2 8 0 0,6 1 0 15,0-7 0-15,5-11 0 0,5-5 0 16,3-7 0-16,-3-7 0 15,5-5-1141-15,-9-6-316 0,3-7-612 0</inkml:trace>
  <inkml:trace contextRef="#ctx0" brushRef="#br1" timeOffset="102209.18">9221 11390 588 0,'0'0'6627'15,"0"0"-5775"-15,0 0-727 0,0 0-125 16,-10 54 0-16,0 1 0 0,-1 10 0 15,1 3 0-15,4-7 0 16,6 1 0-16,0-5 0 0,6-4 0 16,9-4 0-16,-5-6 0 0,6-4 0 15,-3-6 0-15,-3-12-1373 0,0-9-4186 0</inkml:trace>
  <inkml:trace contextRef="#ctx0" brushRef="#br1" timeOffset="102901.57">10073 11344 2573 0,'0'0'3013'0,"0"0"-1396"16,0 0-741-16,0 0-763 0,0 0-113 16,-14 41 0-16,-5 8 0 0,-6 13 0 15,2 6 0-15,3-4 0 0,9 0 0 16,1 0 0-16,2-1 0 0,6-2 0 16,2 0 0-16,0-5 0 0,6-10 0 15,0-7 0-15,9-13 0 0,-1-10 0 16,3-14 0-16,3-7 0 15,1-13 0-15,-2-8 0 0,-5-5 0 16,-4 0 0-16,-10 2 0 0,-6 3 0 16,-12 7 0-16,-5 1 0 15,-4 9 0-15,-8 4 0 0,4 4 0 16,2 2 0-16,8 4 0 0,7-3 0 16,8 3 0-16,6-4 0 0,0-1-369 15,16 0-755-15,-1 0-1173 0,11-3 472 16</inkml:trace>
  <inkml:trace contextRef="#ctx0" brushRef="#br1" timeOffset="103659.4">10193 11746 7227 0,'0'0'296'0,"0"0"373"0,0 0-669 0,0 0 0 15,-27 39 0-15,27 4 0 16,0 6 0-16,6-3 0 0,7-3 0 16,1-4 0-16,3-6 0 0,3-5 0 15,1-6 0-15,0-9 0 0,6-7 0 16,-7-6 0-16,1-12 0 15,0-7 0-15,-9-7 0 0,-2-3 0 16,-6-1 0-16,1-2 0 0,-5 1 0 16,0 4 0-16,-5 6 0 0,5 10 0 15,-4 5 0-15,4 5 0 0,0 1 0 16,0 8 0-16,0 11 0 0,4 13 0 16,1 7 0-16,-3 6 0 0,2 3 0 15,-4-2 0-15,0 2 0 0,0 2 0 16,-6 2 0-16,-5 2 0 15,-5-5 0-15,-9 1 0 0,-2 1 0 16,-10-5 0-16,0 1 0 0,-5-7 0 16,1-7 0-16,4-7 0 15,0-8 0-15,6-11 0 0,4-7 0 16,6-14 0-16,0-13 0 0,7-9 0 16,1-9 0-16,9-2 0 0,8-3 0 15,13 0 0-15,14-1-281 0,-4 12-823 16,6-3-485-16</inkml:trace>
  <inkml:trace contextRef="#ctx0" brushRef="#br1" timeOffset="104141.63">10983 11422 3937 0,'0'0'1209'0,"0"0"-305"0,0 0 517 15,0 0-700-15,0 0-721 0,0 0 0 16,8 36 0-16,-16 13 0 0,1 9 0 16,-3 2 0-16,0-4 0 0,6 0 0 15,2-2 0-15,-3-4 0 0,5-1 0 16,0-4 0-16,0-6 0 0,-2-2 0 16,-2-7 0-16,0-9 0 0,4-7 0 15,0-8 0-15,0-6 0 0,0-1 0 16,4-15 0-16,13-11 0 15,-1-9 0-15,9-6 0 0,2 3 0 16,-6 11 0-16,5 6 0 0,-11 12 0 16,-5 8 0-16,-8 8 0 15,3 11 0-15,-5 6 0 0,-5 7 0 16,-1 0 0-16,0-3 0 0,2-3 0 16,4-2 0-16,10-4-897 0,1-5-592 15,3-6-340-15</inkml:trace>
  <inkml:trace contextRef="#ctx0" brushRef="#br1" timeOffset="104709.34">11344 11907 5526 0,'-16'-36'1889'15,"-1"10"-1349"-15,-8-2-303 0,9 12-237 16,-5 9 0-16,5 7 0 0,1 7 0 16,-1 8 0-16,1 8 0 0,-1 1 0 15,-1 3 0-15,9-1 0 0,6-1 0 16,2-4 0-16,2-3 0 15,8-5 0-15,9-5 0 0,4-5 0 16,1-6 0-16,3-6 0 0,0-5 0 16,-2-4 0-16,-2 0 0 15,-9-1 0-15,3 2 0 0,-7 2 0 16,-4 4 0-16,-2 4 0 0,3 5 0 16,-7 2 0-16,4 4 0 0,-4 10 0 15,6 6 0-15,-2 6 0 0,-2 0 0 16,2-1 0-16,2-3 0 0,3-1 0 15,-3-4 0-15,-2-2 0 16,-2-6 0-16,2-2 0 0,-4-3 0 16,4-3 0-16,-4-1 0 0,2 0 0 15,-2-2 0-15,9-9 0 0,-3-8 0 16,10-2 0-16,1-3 0 0,2 1 0 16,-3 6 0-16,-6 3 0 0,1 4 0 15,-9 6 0-15,-2 2 0 0,0 2 0 16,0 0 0-16,0 4 0 15,-2 6 0-15,2 7 0 0,-4 4 0 16,0 0 0-16,1-2 0 0,3-4 0 16,0-4 0-16,0-3 0 15,0-4 0-15,3 0 0 0,1-2 0 16,0-1 0-16,-2-1 0 0,2-3 0 16,6-7 0-16,5-6 0 0,1-3 0 15,1-1 0-15,4 3 0 0,-5 4 0 16,-1 5 0-16,-5 3 0 15,-4 4 0-15,-2 1 0 0,2 5 0 16,-1 6 0-16,-3 7 0 0,2 3 0 16,2 0 0-16,-2-6 0 0,2-4-665 15,5-4-159-15,-1-1-189 0,0-5-2060 0</inkml:trace>
  <inkml:trace contextRef="#ctx0" brushRef="#br1" timeOffset="104947.12">11989 11992 3109 0,'0'0'4978'0,"-8"-40"-4873"0,-2 15-105 16,1 5 0-16,-5 3 0 15,-3 5 0-15,-1 6 0 0,1 6 0 16,1 5 0-16,-5 11 0 0,0 5 0 16,5 6 0-16,-5 5 0 0,11 0 0 15,4 0 0-15,6-1 0 0,6-5 0 16,8-6 0-16,9-8 0 0,4-6 0 15,4-9 0-15,4-10 0 16,-4-4 0-16,-4-7 0 0,-4-7-497 16,-9 6-1212-16,-3-2-1232 0</inkml:trace>
  <inkml:trace contextRef="#ctx0" brushRef="#br1" timeOffset="105114.62">12033 11437 7027 0,'0'0'760'15,"0"0"-355"-15,0 0-405 0,0 0 0 16,10 67 0-16,-10-13 0 0,-10 10 0 16,-1 6 0-16,1-1 0 0,4 2 0 15,2-2 0-15,4-1 0 16,0-4 0-16,0-8 0 0,10-6 0 16,5-10 0-16,-5-12-249 0,0-12-2944 0</inkml:trace>
  <inkml:trace contextRef="#ctx0" brushRef="#br1" timeOffset="107387.52">12163 12305 8192 0,'0'0'0'16,"0"0"0"-16,-35-1 0 0,24-7-429 15,-1-13-1648-15</inkml:trace>
  <inkml:trace contextRef="#ctx0" brushRef="#br1" timeOffset="112568.12">4552 12651 4109 0,'0'0'1309'0,"0"0"-901"16,-33-40 116-16,12 24-143 0,0 1-125 15,-5 3 84-15,-3 1-316 0,0 2 12 16,0 2 72-16,-2 5-92 0,2 2 20 16,-2 3 20-16,-4 9-52 15,2 2 8-15,-1 7 16 0,-1 3-16 16,0 5-12-16,2 3 0 0,2 3 0 16,4 4 0-16,7 3 0 0,9 2-12 15,9 3 12-15,8 2-4 0,15 4-12 16,6-1 12-16,10 5-8 0,7 4 4 15,5 3 8-15,7 3 0 16,4 3 4-16,4 1-4 0,-6 0 0 16,0 2 4-16,0-2-4 0,-15 0 60 15,-8 0-32-15,-14-3 24 0,-19-4 56 16,-4-3-80-16,-19-4 52 16,-14-9 96-16,-8-6-127 0,-21-4-49 15,-15-4 0-15,-10-3 0 0,-16-6 0 16,-1-5 0-16,1-6 0 0,8-9 0 15,12-6 0-15,10-11-97 0,18-6-343 16,13-2-949-16,19 5-143 0,7-2-457 16</inkml:trace>
  <inkml:trace contextRef="#ctx0" brushRef="#br1" timeOffset="113985.71">5182 13829 5690 0,'0'0'528'0,"0"0"225"16,0 0-237-16,0 0-280 16,0 0-72-16,0 0-104 0,0 0 40 15,37 16 45-15,-10-16-145 0,4-6 0 16,0-6 0-16,0-3 0 0,0-1 0 15,-4-5 0-15,-4-2 0 0,-2 1 0 16,-7-3 0-16,1 0 0 16,-9 1 0-16,-6 0 0 0,0 3 0 15,-11 1 0-15,-5 2 0 0,-1 4 0 16,-3 1 0-16,-9 5 0 0,-2 4 0 16,2 5 0-16,-6 11 0 0,2 9 0 15,-5 8 0-15,-1 11 0 0,0 8 0 16,2 6 0-16,8 3 0 15,6 0 0-15,13 1 0 0,10-7 0 16,12-2 0-16,13-9 0 0,16-11 0 16,7-9 0-16,10-12 0 0,6-8 0 15,8-5 0-15,7-12 0 0,-19 2-1105 16,-5-11-2253-16</inkml:trace>
  <inkml:trace contextRef="#ctx0" brushRef="#br1" timeOffset="114406.13">5612 13272 3337 0,'0'0'2645'0,"0"0"-1564"16,0 0-301-16,0 0-431 0,0 0-349 15,0 0 0-15,42-17 0 0,-5 11 0 16,0 0 0-16,0 1 0 0,0 0 0 16,1 0 0-16,-3 0 0 0,-4 0 0 15,0 0 0-15,-2-1-569 0,-9 3-788 16,-3-1-431-16</inkml:trace>
  <inkml:trace contextRef="#ctx0" brushRef="#br1" timeOffset="114893.07">6216 13062 6595 0,'0'0'728'16,"0"0"-188"-16,0 0-211 0,0 0-329 16,0 0 0-16,0 0 0 0,0 0 0 15,-37 64 0-15,22-28 0 0,1 0 0 16,7-5 0-16,1-3 0 15,2-2 0-15,4-4 0 0,0-5 0 16,4-5 0-16,2-5 0 0,5-4 0 16,-1-4 0-16,7-6 0 0,3-5 0 15,1-5 0-15,-4-3 0 0,-3 1 0 16,3-1 0-16,-7 6 0 0,-6 6 0 16,-2 5 0-16,-2 3 0 15,0 5 0-15,-2 9 0 0,-6 9 0 16,2 6 0-16,-1-1 0 0,7-2 0 15,2-6 0-15,9-7 0 0,3-3 0 16,9-5 0-16,2-5 0 0,2-3 0 16,4-7 0-16,-7-5 0 0,-3-3 0 15,-2-4 0-15,-1-3 0 16,-7 0 0-16,-3-2 0 0,-4 1 0 16,0-1 0-16,-4 2 0 0,-4 2 0 15,-2 3 0-15,0 8 0 0,2 6 0 16,4 5-453-16,0 3-2656 0</inkml:trace>
  <inkml:trace contextRef="#ctx0" brushRef="#br1" timeOffset="115202.47">6625 13410 5750 0,'0'0'1701'0,"0"0"-1393"0,0 0-24 15,0 0-135-15,-25-35-149 0,15 35 0 16,-2 8 0-16,-3 5 0 0,1 6 0 16,1 4 0-16,3 1 0 15,2 1 0-15,6-1 0 0,4-5 0 16,6-4 0-16,8-4 0 0,7-5 0 16,2-6 0-16,6-3 0 0,-4-8 0 15,-2-5 0-15,-5-3 0 0,-3-5 0 16,-7-1 0-16,-4-3 0 15,-6 1 0-15,-6 1 0 0,-4 1 0 16,-5 3 0-16,-1 0 0 0,-1-2-573 16,3 8-1444-16,-1-4-1733 0</inkml:trace>
  <inkml:trace contextRef="#ctx0" brushRef="#br1" timeOffset="115916.3">6948 12673 3185 0,'0'0'1341'0,"0"0"-613"0,0 0 292 15,0 0-483-15,0 0-93 16,0 0 88-16,0 0-420 0,0 0-52 15,-13 42 128-15,9-3-143 0,4 7-45 16,0-1 0-16,6-4 0 0,5-2 0 16,3-4 0-16,-2-4 0 15,7-5 0-15,2-7 0 0,1-5 0 16,-1-6 0-16,4-8 0 0,-2-2 0 16,-3-8 0-16,1-6 0 0,-4-5 0 15,-3 0 0-15,-2-4 0 0,-1-1 0 16,-3 0 0-16,-2-1 0 0,-6 2 0 15,0 1 0-15,-8 3 0 16,-4 3 0-16,1 1 0 0,-9 7 0 16,-1 6 0-16,-2 4 0 0,-2 7 0 15,-8 7 0-15,-2 7 0 0,-2 2 0 16,-4 6 0-16,8-2 0 0,4 0 0 16,10-1 0-16,5 0 0 15,7 2 0-15,7 1 0 0,11 3 0 16,5 0 0-16,11 0 0 0,0 2 0 15,2-1 0-15,4-2 0 0,-2 0 0 16,0-2 0-16,0-4 0 16,-4-4 0-16,-11-3 0 0,-5-3 0 15,-11 0 0-15,-11-5 0 0,-3 1 0 16,-9-2 0-16,-4-2 0 0,-2 1 0 16,0-4 0-16,-6-4 0 0,8 0 0 15,1-8 0-15,5-3 0 0,11-2 0 16,10-3-413-16,16-7-1384 15,-1 5-176-15,7-7-1656 0</inkml:trace>
  <inkml:trace contextRef="#ctx0" brushRef="#br1" timeOffset="116211.01">7473 12587 5282 0,'0'0'1156'0,"0"0"-759"0,0 0 387 16,4 52-211-16,-2-16-573 0,-2 5 0 15,-2 6 0-15,-6-1 0 16,-3 2 0-16,1 2 0 0,-3 1 0 16,3-1 0-16,0 0 0 0,-5-3 0 15,5-1 0-15,8-5 0 0,2-4 0 16,2-7 0-16,12-2 0 0,7-6 0 15,0-5 0-15,6-6 0 16,4-5 0-16,-4-6 0 0,-1-3 0 16,-1-5 0-16,-4-5 0 0,-11-4 0 15,1-1 0-15,-9 3-1081 0,-2-2-2437 0</inkml:trace>
  <inkml:trace contextRef="#ctx0" brushRef="#br1" timeOffset="116366.1">7274 13040 6803 0,'0'0'432'16,"0"0"300"-16,52-7-507 0,-5 4-225 16,9 2 0-16,-2 1 0 0,-6 1 0 15,-3 3 0-15,-6-4 0 16,-12 1-285-16,2-3-6802 0</inkml:trace>
  <inkml:trace contextRef="#ctx0" brushRef="#br1" timeOffset="117591.01">8260 13557 6466 0,'0'0'609'0,"-58"2"455"0,23 1-1011 16,-2 1-53-16,-2 2 0 0,-1 1 0 15,1 1 0-15,-2-1 0 0,10 3 0 16,4-2 0-16,17 1 0 15,5 1 0-15,10 1 0 0,7 2 0 16,13 3 0-16,6 0 0 0,12 1 0 16,9 1 0-16,0-1 0 0,-3 1 0 15,-3 0 0-15,-9 2 0 0,-10 0 0 16,-13-1 0-16,-8 4 0 0,-6-1 0 16,-10-2 0-16,-2-1 0 15,-7-1 0-15,3-4 0 0,-5-2 0 16,0-5 0-16,1-2 0 0,-3-3 0 15,2-2 0-15,0-1 0 0,5-6 0 16,-1-2 0-16,3-3 0 0,8-3-321 16,6-1-1088-16,2 4 25 15,6-3-293-15</inkml:trace>
  <inkml:trace contextRef="#ctx0" brushRef="#br1" timeOffset="117721.24">8450 13684 6591 0,'-10'35'772'0,"4"-3"-288"0,-4 4-139 16,-5-2-345-16,7-4 0 0,0-4 0 15,1-4 0-15,3-4 0 0,4-7-221 16,0-3-1288-16,0-8-952 0</inkml:trace>
  <inkml:trace contextRef="#ctx0" brushRef="#br1" timeOffset="117845.76">8560 13239 4882 0,'0'0'768'15,"0"0"-768"-15,0 0-264 0,0 0 112 16,31 36-592-16,-29-13-1726 0</inkml:trace>
  <inkml:trace contextRef="#ctx0" brushRef="#br1" timeOffset="118048.61">8508 13874 2769 0,'0'0'3509'0,"0"0"-2860"0,0 0 411 16,42 8-855-16,-18-30-205 0,-1-6 0 15,2-3 0-15,2-3 0 0,-6 3 0 16,-5 7 0-16,-6 8 0 0,-5 8 0 16,-3 6 0-16,2 4 0 15,-4 13 0-15,0 12 0 0,0 11 0 16,0 3 0-16,-4-2 0 0,4-8 0 15,10-6 0-15,4-4 0 0,13-5 0 16,-6-7-589-16,6-7-2040 0</inkml:trace>
  <inkml:trace contextRef="#ctx0" brushRef="#br1" timeOffset="118458.64">9368 13258 1568 0,'0'0'4070'0,"0"0"-3290"16,0 0-131-16,0 0 199 0,0 0-571 15,0 0-277-15,-41 20 0 0,14 25 0 16,0 14 0-16,2 7 0 0,5-1 0 16,-1 5 0-16,4 5 0 0,1 4 0 15,1 5 0-15,9-1 0 0,0-3 0 16,-2-6 0-16,8-10 0 15,0-7 0-15,8-11 0 0,2-14 0 16,7-10 0-16,4-15 0 0,5-13-1441 16,-5-5-272-16,0-12-608 0</inkml:trace>
  <inkml:trace contextRef="#ctx0" brushRef="#br1" timeOffset="118861.12">9480 13626 6426 0,'0'0'1025'0,"0"0"-729"0,0 0 0 16,-27 53-147-16,12-14-149 0,-1 5 0 16,-1 2 0-16,7-4 0 15,0-1 0-15,6-4 0 0,2-3 0 16,2-5 0-16,10-8 0 0,0-7 0 16,7-7 0-16,5-7 0 0,3-10 0 15,2-6 0-15,0-8 0 0,-2-2 0 16,-5-1 0-16,-3 2 0 15,-2 2 0-15,-9 7 0 0,0 8 0 16,-6 5 0-16,0 4 0 0,0 9 0 16,-6 7 0-16,2 5 0 0,2 2 0 15,2-3 0-15,10-3 0 0,2-6 0 16,9-5 0-16,4-5 0 0,8-4 0 16,-2-10 0-16,0-4 0 15,-4-6 0-15,-7-1 0 0,-7-2 0 16,-5-3 0-16,-6 2 0 0,-2 0 0 15,-2 0 0-15,-2-2 0 0,-2 3 0 16,6 4 0-16,-4 5 0 16,4 9 0-16,0 3 0 0,6 4 0 15,2 1-565-15,4 7-1256 0,-1 1-24 16,-1 1-860-16</inkml:trace>
  <inkml:trace contextRef="#ctx0" brushRef="#br1" timeOffset="119141.13">10036 13989 5938 0,'0'0'1033'0,"-17"-40"-141"0,3 27-563 0,1 5-329 0,-1 8 0 16,-3 4 0-16,-1 8 0 0,1 5 0 15,5 6 0-15,-3 0 0 0,9 3 0 16,2-1 0-16,8 0 0 16,2-4 0-16,9 0 0 0,1-5 0 15,5-2 0-15,0-5 0 0,2-5 0 16,-3-4 0-16,5-6 0 0,-6-6 0 16,-1-5 0-16,-7 0-1762 0,-5-2-1351 15</inkml:trace>
  <inkml:trace contextRef="#ctx0" brushRef="#br1" timeOffset="119327.73">10110 13596 6703 0,'0'0'180'0,"0"0"600"0,0 0-251 16,0 0-529-16,-10 47 0 16,4-8 0-16,-5 8 0 0,1 4 0 15,4 1 0-15,-2 2 0 0,8 3 0 16,0-3 0-16,4-3 0 0,6-6 0 15,0-9 0-15,5-6 0 0,8-9 0 16,3-9-381-16,10-11-751 0,-9-2-261 16,-3-11-3893-16</inkml:trace>
  <inkml:trace contextRef="#ctx0" brushRef="#br1" timeOffset="119592.36">10462 13546 5498 0,'0'0'852'0,"0"0"441"16,0 0-744-16,0 0-549 0,0 0 0 16,0 0 0-16,0 0 0 0,0 0 0 15,-7 80 0-15,-9-22 0 0,1 8 0 16,5-4 0-16,6-1 0 16,4-2 0-16,4-5 0 0,6-8 0 15,5-11 0-15,-3-5 0 0,5-9 0 16,2-6 0-16,-3-7 0 0,-4-5 0 15,7-3 0-15,-7-7 0 0,3-3 0 16,-3-6 0-16,-1 1 0 16,-3-4 0-16,-8-3-1337 0,0 5-896 15,-4-5-1897-15</inkml:trace>
  <inkml:trace contextRef="#ctx0" brushRef="#br1" timeOffset="119721.34">10263 13824 7451 0,'0'0'376'0,"0"0"-11"16,35 35-365-16,-4-25 0 0,0-3 0 16,2-4 0-16,5-3 0 0,-1-3 0 15,4-4 0-15,-4-5 0 0,1-3 0 16,-9 2-85-16,-7-1-1668 0</inkml:trace>
  <inkml:trace contextRef="#ctx0" brushRef="#br1" timeOffset="119986.11">10714 13116 6470 0,'0'0'361'0,"0"0"631"0,37 46-623 16,-16-7-369-16,-7 9 0 0,3 6 0 15,-1 11 0-15,-1 7 0 0,5 8 0 16,3 7 0-16,2 3 0 15,-2 3 0-15,-3 0 0 0,-13-7 0 16,-7-7 0-16,-7-12 0 0,-13-9 0 16,-3-7 0-16,-4-7 0 0,-4-11 0 15,4-8 0-15,-2-11 0 0,7-9 0 16,1-5 0-16,6-11 0 16,5-4 0-16,8 0 0 0,2-2-1754 0</inkml:trace>
  <inkml:trace contextRef="#ctx0" brushRef="#br1" timeOffset="120978.84">11723 13746 1088 0,'0'0'5210'0,"0"0"-4169"0,0 0-188 16,0 0-853-16,-38-20 0 0,14 16 0 16,-3 1 0-16,0 0 0 15,0 1 0-15,2 1 0 0,2 1 0 16,3 1 0-16,3 5 0 0,3 1 0 15,3 3 0-15,5 3 0 0,6 1 0 16,2 5 0-16,13 1 0 0,1 3 0 16,9 1 0-16,6-1 0 15,2 1 0-15,4-1 0 0,-1 0 0 16,-3-1 0-16,-9-1 0 0,-7 0 0 16,-13-2 0-16,-4 1 0 0,-10-2 0 15,-5-2 0-15,-5-5 0 16,-3 0 0-16,-2-4 0 0,-2-2 0 15,2-4 0-15,-1-1 0 0,5-7 0 16,0-4 0-16,5-3 0 0,5-5 0 16,5-2 0-16,0-5-225 0,6 0-1171 15,0 7 175-15,6-1-368 0</inkml:trace>
  <inkml:trace contextRef="#ctx0" brushRef="#br1" timeOffset="121150.45">11921 13712 7343 0,'-14'36'849'0,"3"-2"-849"0,-5 8 0 15,1-4 0-15,5-1 0 16,4-3 0-16,0-6 0 0,1-4 0 16,5-7 0-16,0-5 0 0,0-6 0 15,5-5-553-15,-5-1-2684 0,2-13-1045 0</inkml:trace>
  <inkml:trace contextRef="#ctx0" brushRef="#br1" timeOffset="121254.02">12012 13239 6414 0,'0'0'28'0,"0"0"-16"0,0 0 76 16,0 0-88-16,0 0-68 0,15 39-756 15,-11-10-473-15,-2 4-519 0</inkml:trace>
  <inkml:trace contextRef="#ctx0" brushRef="#br1" timeOffset="121461.38">12043 13949 6006 0,'0'0'753'15,"4"42"-41"-15,2-31 9 0,-1-10-721 16,1-6 0-16,8-14 0 0,3-13 0 16,3-6 0-16,-3-3 0 0,-1 7 0 15,-5 11 0-15,-5 9 0 0,-2 8 0 16,-4 6 0-16,4 6 0 15,-4 9 0-15,6 12 0 0,1 5 0 16,3 3 0-16,-2-1 0 0,3-6 0 16,1-2 0-16,2-4 0 0,-1-4 0 15,1-4 0-15,-7-4-185 0,-3-7-3977 0</inkml:trace>
  <inkml:trace contextRef="#ctx0" brushRef="#br1" timeOffset="122701.21">12599 13166 5226 0,'0'0'640'16,"0"0"-136"-16,0 0 361 0,0 0-513 15,0 0-96-15,-27 57 93 0,2-10-349 16,-1 12 0-16,-1 8 0 0,2 4 0 16,2 8 0-16,2 7 0 0,7 6 0 15,2 5 0-15,3-1 0 0,7-4 0 16,2-7 0-16,2-13 0 15,13-11 0-15,5-13 0 0,3-14 0 16,8-10 0-16,0-12 0 0,6-12 0 16,-10-6-649-16,-2-11-1584 0</inkml:trace>
  <inkml:trace contextRef="#ctx0" brushRef="#br1" timeOffset="123365.57">12769 13668 2953 0,'0'0'2225'0,"0"0"-1349"0,0 0-183 16,0 0 267-16,0 0-648 0,0 0-139 15,-44 19-173-15,30 6 0 0,8 3 0 16,-1 2 0-16,-1-2 0 16,8 1 0-16,-2-2 0 0,-2-1 0 0,4-2 0 15,0-3 0-15,4-3 0 16,-2-6 0-16,2-5 0 0,7-3 0 16,3-4 0-16,3-3 0 0,3-5 0 15,1-5 0-15,-5-4 0 16,1 1 0-16,-1 0 0 0,-5 2 0 15,-1 5 0-15,-6 4 0 0,0 4 0 16,-4 1 0-16,0 9 0 0,-4 11 0 16,0 8 0-16,-2 3 0 0,2 1 0 15,4-4 0-15,0-2 0 0,10-6 0 16,7-6 0-16,3-3 0 16,5-8 0-16,2-3 0 0,-2-3 0 15,-4-9 0-15,1-4 0 0,-5-5 0 16,-7-4 0-16,0-2 0 0,1 0 0 15,-7-2 0-15,-4 1 0 0,2-2 0 16,-2-1 0-16,0-1 0 16,-2 3 0-16,2 1 0 0,0 5 0 15,6 4 0-15,0 3 0 0,9 1-1029 16,-5 5-432-16,5-3-3953 0</inkml:trace>
  <inkml:trace contextRef="#ctx0" brushRef="#br1" timeOffset="123672.69">13325 13375 6983 0,'0'0'936'0,"0"0"-663"0,0 0-273 0,0 0 0 16,0 0 0-16,0 0 0 15,0 0 0-15,-21 67 0 0,4-22 0 16,3 6 0-16,-3 0 0 0,-3 4 0 15,-1 8 0-15,0 2 0 0,9 0 0 16,6-4 0-16,6-7 0 0,6-7 0 16,11-10 0-16,9-8 0 0,5-5 0 15,5-11 0-15,-3-5 0 16,8-4 0-16,0-4 0 0,-1-6 0 16,1-5 0-16,-4-2 0 0,-6-1 0 15,-4-4 0-15,-12 0 0 0,-5-2 0 16,-10 1-837-16,-4 6-1572 15,-7-3-1305-15</inkml:trace>
  <inkml:trace contextRef="#ctx0" brushRef="#br1" timeOffset="123815.46">13077 13761 7171 0,'0'0'1012'0,"0"0"-1003"0,0 0-9 16,0 0 0-16,64 17 0 0,-11-11 0 15,3-4 0-15,8-2 0 0,-10-4 0 16,6-3 0-16,-2 0 0 0,-8-1 0 16,-9 3-2230-16,-10-4-919 0</inkml:trace>
  <inkml:trace contextRef="#ctx0" brushRef="#br1" timeOffset="124211.45">13924 13090 5062 0,'0'0'372'0,"0"0"813"0,0 0-489 15,0 0-144-15,0 0-227 0,0 0-325 16,0 0 0-16,41 49 0 0,-16 17 0 16,4 15 0-16,2 7 0 0,-4-4 0 15,4 3 0-15,-6 4 0 0,2 2 0 16,-7-1 0-16,-9-5 0 15,-11-7 0-15,-6-7 0 0,-13-8 0 16,-8-7 0-16,-4-6 0 0,-6-11 0 16,0-9 0-16,-1-12 0 0,7-15 0 15,5-7 0-15,5-9 0 0,11-9-4247 0</inkml:trace>
  <inkml:trace contextRef="#ctx0" brushRef="#br1" timeOffset="126221.62">14737 13883 5434 0,'0'0'1673'0,"0"0"-1101"16,0 0-59-16,2-39-513 0,-9 20 0 15,3 1 0-15,-6 0 0 0,4 2 0 16,-7 4 0-16,-1 5 0 0,-7 5 0 16,0 5 0-16,-5 10 0 0,-5 8 0 15,0 8 0-15,0 6 0 0,4 3 0 16,10 1 0-16,11 2 0 15,6-2 0-15,6-4 0 0,15-5 0 16,6-8 0-16,4-6 0 0,2-8 0 16,6-7 0-16,-2-4 0 0,3-8 0 15,-5-7 0-15,-4-7 0 0,-9-5-449 16,-7 4-1908-16,-5-1-764 0</inkml:trace>
  <inkml:trace contextRef="#ctx0" brushRef="#br1" timeOffset="126447.7">14875 13252 832 0,'0'0'6111'15,"0"0"-5391"-15,0 0-191 0,0 0-529 16,-23 52 0-16,13-3 0 0,-5 9 0 16,3 4 0-16,2 0 0 0,1 5 0 15,3 2 0-15,2 3 0 0,4 0 0 16,0-5 0-16,8-5 0 15,-1-7 0-15,3-10 0 0,6-12 0 16,1-10 0-16,4-14-777 0,-7-5-1160 16,3-9-772-16</inkml:trace>
  <inkml:trace contextRef="#ctx0" brushRef="#br1" timeOffset="126722.24">15158 13240 6703 0,'0'0'500'16,"0"0"256"-16,0 0-523 16,0 0-233-16,0 0 0 0,6 56 0 15,-6-18 0-15,-2 11 0 0,-6 5 0 16,2 7 0-16,-4 6 0 0,-1 2 0 16,5 4 0-16,-4-3 0 0,-1 1 0 15,11-5 0-15,0-10 0 0,11-7 0 16,5-10 0-16,9-10 0 15,2-9 0-15,4-10 0 0,0-6 0 16,2-6 0-16,-2-8 0 0,-4-3 0 16,-2-6 0-16,-9-4 0 0,-5-4 0 15,-5 0 0-15,-6-3-349 0,-6 0-1060 16,-1 7-259-16,-11-2-1098 0</inkml:trace>
  <inkml:trace contextRef="#ctx0" brushRef="#br1" timeOffset="126866.34">14885 13597 7899 0,'0'0'284'16,"31"4"-275"-16,13-1-9 0,5 1 0 15,9 2 0-15,2 0 0 0,-4 1 0 16,2-1 0-16,-4-5 0 0,-13-1 0 16,-4-1-641-16</inkml:trace>
  <inkml:trace contextRef="#ctx0" brushRef="#br1" timeOffset="140441.99">2303 15302 2473 0,'0'0'2361'0,"0"0"-877"16,-13-37-919-16,9 37 79 0,-6 6-8 15,-7 14-628-15,-5 11-8 0,3 8 21 16,0 5-21-16,11-2 0 0,6-1 0 15,2-3 0-15,8-5 0 0,7-6 0 16,1-4 0-16,1-8 0 0,-3-5 0 16,3-6 0-16,-3-4 0 0,-1-3 0 15,1-8 0-15,-1-1 0 0,-3-4 0 16,-2-1 0-16,1 1 0 0,-5 0 0 16,2 3 0-16,-2 4 0 15,-2 4 0-15,0 5 0 0,4 10 0 16,1 16-77-16,3 8 21 0,0 7 32 15,5 1 8-15,1-8-96 0,5-5 88 16,4-9-44-16,4-10-24 16,4-9 92-16,6-9 20 0,-8-10-16 15,2-6 24-15,-8-8 140 0,-4-3-40 16,-5-4-7-16,-6-2-121 16,-3-3 0-16,-3 1 0 0,-4-2 0 15,-4 2 0-15,-3 5 0 0,-3 7 0 16,2 8 0-16,2 11 0 0,1 6 0 15,3 4 0-15,-4 1 0 0,4 1 0 16,0 0-1690-16,2-2-1447 0</inkml:trace>
  <inkml:trace contextRef="#ctx0" brushRef="#br1" timeOffset="140582.01">2863 15302 3493 0,'0'0'4646'15,"-15"51"-4593"-15,7-17-53 0,2-1 0 0,4 2 0 16,2-4 0-16,2-3 0 16,8-4 0-16,1-3 0 0,-1-5-373 15,0-5-759-15,1-5-2078 0</inkml:trace>
  <inkml:trace contextRef="#ctx0" brushRef="#br1" timeOffset="140723.07">2888 14912 6731 0,'0'0'580'0,"8"-50"301"0,-4 36-881 16,-4 10 0-16,-2 4 0 0,0 1 0 15,2 5 0-15,-4 5 0 0,4 0-1029 16,0-1-376-16,4 0-448 0</inkml:trace>
  <inkml:trace contextRef="#ctx0" brushRef="#br1" timeOffset="140929.64">3045 14830 7435 0,'0'0'757'0,"0"0"-757"16,-21 60 0-16,19-16 0 0,-2 6 0 16,4 2 0-16,6 5 0 15,2 5 0-15,3 1 0 0,-5 1 0 16,4-4 0-16,3-2 0 0,-3-8 0 15,0-7 0-15,1-9 0 0,-3-15 0 16,0-11-1169-16,1-8-464 0,-5-14-2789 0</inkml:trace>
  <inkml:trace contextRef="#ctx0" brushRef="#br1" timeOffset="141102.97">3163 14898 2993 0,'0'0'2205'15,"0"0"-400"-15,0 0-777 0,0 0-867 16,0 0-161-16,2 69 0 0,-6-9 0 15,2 3 0-15,-3 2 0 0,5 0 0 16,5-6 0-16,1-3 0 16,8-5 0-16,3-6 0 0,3-6 0 15,-3-11-125-15,0-9-5902 0</inkml:trace>
  <inkml:trace contextRef="#ctx0" brushRef="#br1" timeOffset="141673.23">3925 15172 5138 0,'0'0'872'0,"0"0"13"0,7 60-237 0,-7-26-76 0,-4 10-495 15,-5 2-77-15,5 2 0 0,-6-7 0 16,6-1 0-16,2-8 0 16,2-8 0-16,0-7 0 0,2-9 0 15,2-4 0-15,-2-4 0 0,6-15 0 16,2-14 0-16,7-14 0 0,0-8 0 15,-1-4 0-15,-1 3 0 0,5 2 0 16,-3 6 0-16,-3 8 0 0,-1 11 0 16,-5 14 0-16,-2 8 0 15,-2 4 0-15,2 10 0 0,1 10 0 16,1 8 0-16,0 7 0 16,-4 5 0-16,0-1 0 0,-4 2 0 15,3-1 0-15,-1-4 0 0,0-5 0 16,2-4 0-16,2-9 0 0,0-6-797 15,-2-6-1340-15,-2-7-1921 0</inkml:trace>
  <inkml:trace contextRef="#ctx0" brushRef="#br1" timeOffset="141936.07">4246 15418 6999 0,'0'0'1193'15,"47"-19"-1193"-15,-16 2 0 0,-4-2 0 16,4-1 0-16,-8 0 0 0,-2-3 0 15,-1 2 0-15,-5 0 0 0,-3 0 0 16,-6-1 0-16,-3 3 0 16,-6 1 0-16,-5 3 0 0,-6 6 0 15,-3 6 0-15,-8 8 0 0,-2 14 0 16,1 9 0-16,-3 12 0 16,0 4 0-16,4 5 0 0,8 1 0 15,3-3 0-15,12-4 0 0,8-10 0 16,15-7 0-16,4-9 0 0,10-9 0 15,4-8 0-15,0-6 0 0,1-11-1517 16,-14 2-640-16,-3-5-1325 0</inkml:trace>
  <inkml:trace contextRef="#ctx0" brushRef="#br1" timeOffset="142213.91">4568 15418 5726 0,'0'0'1081'0,"0"0"-697"16,0 0 617-16,38 10-1001 0,-18-12 0 15,-1-5 0-15,-3 0 0 0,1-5 0 16,-3-1 0-16,-1 0 0 16,-5-2 0-16,-2 0 0 0,-6 0 0 15,0-3 0-15,-8-2 0 0,0-1 0 16,-3 1 0-16,-5 3 0 0,1 4 0 16,-1 8 0-16,-5 8 0 15,5 10 0-15,-3 8 0 0,2 7 0 16,1 8 0-16,1 3 0 0,9 3 0 15,2-2 0-15,8-3 0 0,11-9 0 16,7-4 0-16,9-9-177 0,0-8-275 16,7-7 96-16,-5-3-108 0,-8-4-1129 15,-1-5-440-15</inkml:trace>
  <inkml:trace contextRef="#ctx0" brushRef="#br1" timeOffset="142430.15">4940 15245 6482 0,'0'0'1445'0,"-22"-35"-1180"0,7 18-265 16,-1 4 0-16,-1 3 0 15,3 9 0-15,-1 7 0 0,3 10 0 16,-3 11 0-16,5 9 0 16,4 7 0-16,0 3 0 0,6 3 0 15,6-5 0-15,4-5 0 0,11-10 0 16,2-7 0-16,3-10 0 0,3-12 0 15,0-8 0-15,-4-14-281 0,-10 1-2364 16,-3-8-845-16</inkml:trace>
  <inkml:trace contextRef="#ctx0" brushRef="#br1" timeOffset="142584.09">4961 14729 6154 0,'0'0'1101'15,"0"0"-164"-15,0 0-937 0,0 0 0 16,-14 81 0-16,1-16 0 0,3 12 0 15,0 7 0-15,1-7 0 0,9 0 0 16,9-5 0-16,3-7 0 16,9-8 0-16,5-9-133 0,-5-14-2184 15,-2-10-2377-15</inkml:trace>
  <inkml:trace contextRef="#ctx0" brushRef="#br1" timeOffset="143745.23">5323 16337 3145 0,'-4'-34'3097'0,"-9"7"-2348"0,-5-4-97 16,-5 9-103-16,-6 0-549 0,-4 6 0 15,-4 4 0-15,0 2 0 0,-1 7 0 16,7 3 0-16,2 2 0 0,11 7 0 15,-3 4 0-15,5 3 0 16,1 3 0-16,5 4 0 0,4 1 0 16,6 4 0-16,0 0 0 0,2-2 0 15,12 2 0-15,7-3 0 16,10 1 0-16,6-4 0 0,6 0 0 16,9-4 0-16,-4-1 0 0,-5-1 0 15,-12 0 0-15,-12 1 0 0,-11 1 0 16,-8-1 0-16,-6 2 0 0,-11 1 0 15,-8 0 0-15,-8 1 0 0,-12-4 0 16,-3 0 0-16,1-7 0 0,3-5 0 16,7-5 0-16,10-7 0 0,2-7 0 15,9-6 0-15,6-5 0 0,3-4-869 16,9 1-336-16,3 8-275 16,9 0-2806-16</inkml:trace>
  <inkml:trace contextRef="#ctx0" brushRef="#br1" timeOffset="144039.56">5567 16350 3357 0,'0'0'2701'0,"0"0"-2120"0,0 0 87 16,0 0-140-16,0 0-248 0,0 0-203 15,-17 67-77-15,7-22 0 0,4 1 0 16,-1-3 0-16,3-4 0 16,4-4 0-16,7-6 0 0,1-7 0 15,-2-7 0-15,6-5 0 0,-3-10 0 16,1-2-1141-16,-4-14-1432 0</inkml:trace>
  <inkml:trace contextRef="#ctx0" brushRef="#br1" timeOffset="144179.51">5612 15818 7535 0,'0'0'424'0,"0"0"-191"15,0 0-233-15,0 0 0 0,0 0 0 16,6 45 0-16,1-7 0 0,3 5-1461 15,-2-10-440-15,-2-1-744 0</inkml:trace>
  <inkml:trace contextRef="#ctx0" brushRef="#br1" timeOffset="144393.04">5728 16513 5566 0,'0'0'1389'0,"0"0"-505"15,0 0-531-15,0-59-353 0,6 29 0 16,9-2 0-16,-5 0 0 0,7 6 0 15,3 5 0-15,-5 10 0 16,1 9 0-16,1 5 0 0,-5 12 0 16,7 8 0-16,-3 6 0 0,-1 8 0 15,1 6 0-15,-3 4 0 16,1 1 0-16,-3-3 0 0,3-3 0 0,-4-5 0 16,-3-8 0-16,-1-11-909 15,0-11-2985-15</inkml:trace>
  <inkml:trace contextRef="#ctx0" brushRef="#br1" timeOffset="145971.41">6762 16222 2152 0,'0'0'49'0,"0"0"2420"16,0 0-1369-16,0 0-416 0,0 0 105 15,-3 41-445-15,1-15-128 0,-4 3 84 16,-2 0-211-16,-2-3-89 0,-7 2 0 16,1 2 0-16,-5 2 0 0,-4 0 0 15,-4 3 0-15,-2-3 0 0,0-3 0 16,0 1 0-16,0-7 0 16,0-1 0-16,2-7 0 0,4-4 0 15,-2-6 0-15,7-5 0 0,-1-3 0 16,-2-6 0-16,1-7 0 0,-1-6 0 15,0-6 0-15,-2-6 0 16,-2-3 0-16,7 1 0 0,-1-1 0 16,11 6 0-16,4 10 0 0,12 3 0 15,8 8 0-15,13 2 0 16,4 3 0-16,6 2 0 0,5 3 0 0,1 4 0 16,-2 4 0-16,1 5 0 15,1 4 0-15,5 5 0 0,-7 7 0 16,0 5 0-16,-7 4 0 0,-10 0 0 15,-3 2 0-15,-13-4 0 0,1-3 0 16,-7-4 0-16,0-3 0 0,0-5 0 16,2-4 0-16,-2-3 0 0,2-8-1449 15,0-3-1305-15</inkml:trace>
  <inkml:trace contextRef="#ctx0" brushRef="#br1" timeOffset="146681.29">7508 16302 6418 0,'0'0'1013'0,"0"0"-289"0,-42-21-687 16,26 15-37-16,-5 0 0 0,-10 2 0 16,0 4 0-16,-10 0 0 0,0 6 0 15,1 3 0-15,-1 1 0 0,10 2 0 16,4 1 0-16,6 0 0 16,15 0 0-16,2 0 0 0,10 2 0 15,13-3 0-15,10 1 0 0,10-1 0 16,9 0 0-16,-1 0 0 0,7 0 0 15,-2 0 0-15,-11 0 0 16,-8 1 0-16,-12 2 0 0,-11-1 0 16,-6 1 0-16,-4-1 0 0,-4 0 0 15,-6-2 0-15,-7-1 0 0,-4 0 0 16,-5-1 0-16,-10-1 0 0,-1-3 0 16,-6-2 0-16,4-3 0 15,10-1 0-15,0-5 0 0,12-3 0 16,7-3 0-16,6-3-465 0,4-1-1296 15,8 2 40-15,2 0-600 0</inkml:trace>
  <inkml:trace contextRef="#ctx0" brushRef="#br1" timeOffset="146834.5">7652 16346 7427 0,'0'0'644'16,"-18"40"-523"-16,8-14-121 0,5 1 0 15,-1 3 0-15,2-1 0 16,-2 0 0-16,6-3 0 0,0-2 0 16,0-4 0-16,0-8-313 0,0-4-1084 15,0-8-439-15</inkml:trace>
  <inkml:trace contextRef="#ctx0" brushRef="#br1" timeOffset="146948.19">7681 15923 6374 0,'0'0'269'0,"40"-41"371"16,-22 32-640-16,-11 12-12 0,3 11-224 16,-10 5-717-16,4 0-391 0,-4 2-2958 0</inkml:trace>
  <inkml:trace contextRef="#ctx0" brushRef="#br1" timeOffset="147204.28">7772 16608 6883 0,'0'0'884'16,"0"0"-459"-16,0 0-425 0,0 0 0 16,0 0 0-16,0 0 0 0,0 0 0 15,38-53 0-15,-24 11 0 0,1 2 0 16,3 8 0-16,1 9 0 16,-7 9 0-16,3 8 0 0,-5 8 0 15,2 9 0-15,-1 6 0 0,-1 7 0 16,-2 3 0-16,3 2 0 0,1 0 0 15,-2-1 0-15,5-6 0 0,-5-3 0 16,7-6 0-16,-1-9 0 0,-1-11 0 16,-5-3-1529-16,7-12-2998 0</inkml:trace>
  <inkml:trace contextRef="#ctx0" brushRef="#br1" timeOffset="147976.47">8240 17295 2217 0,'0'0'2108'0,"0"0"-1039"0,-11-43 140 0,11 8-701 16,-4-6-160-16,4-8 76 0,0-8-288 15,0-8 20-15,4-10-139 16,0-8-17-16,3-9 0 0,3-7 0 16,4 0 0-16,9 1 0 0,-2 7 0 15,4 6 0-15,4 13 0 0,-1 13 0 16,-1 12 0-16,0 13 0 0,-4 8 0 15,2 7 0-15,0 6 0 0,-3 9 0 16,-1 4 0-16,4 6 0 0,-7 6 0 16,1 6 0-16,-7 3 0 0,-3 5 0 15,-7 2 0-15,-2 3 0 0,-7-1 0 16,-3-1 0-16,0-2 0 16,-5-5 0-16,3-1 0 0,2-5 0 15,-1-4 0-15,-3-4 0 0,1-2 0 16,5-2 0-16,2-3 0 0,0 0 0 15,6-1 0-15,-4 0 0 16,2 0 0-16,2 0 0 0,0 2 0 16,0 2 0-16,10 3 0 0,-2 6 0 15,7 0 0-15,1 0 0 0,3 0 0 16,-7-1 0-16,3-1 0 16,-9 2 0-16,4 1 0 0,-10 2 0 15,0 1 0-15,-6 1 0 0,-9 2 0 16,-1 1 0-16,-5 2 0 0,-6-1 0 15,-4 0 0-15,5-2 0 0,-5-1 0 16,4-3 0-16,2-3 0 0,4-3 0 16,9-4 0-16,1-5 0 0,7-1 0 15,4-4-197-15,0-1-947 0,4-12-2350 0</inkml:trace>
  <inkml:trace contextRef="#ctx0" brushRef="#br1" timeOffset="149109.51">8963 16322 4558 0,'0'0'676'0,"0"0"8"15,0 0 317-15,0 0-477 0,37-28-52 16,-6 20-195-16,2 2-277 0,-2 5 0 15,2 1 0-15,-4 0 0 16,0 2 0-16,0 0 0 0,-6-2 0 16,2 0 0-16,2 0 0 0,0-2 0 15,-7-2 0-15,3-3-461 0,-9 1-860 16,1 0-463-16</inkml:trace>
  <inkml:trace contextRef="#ctx0" brushRef="#br1" timeOffset="149310.65">8990 16421 5566 0,'0'0'848'0,"0"0"-47"16,0 0 176-16,0 0-977 0,50 23 0 15,-9-16 0-15,4-1 0 0,3-1 0 16,-7-1 0-16,-4-1 0 0,-3 2 0 15,-3-3 0-15,-7 1 0 16,-1-3-1177-16</inkml:trace>
  <inkml:trace contextRef="#ctx0" brushRef="#br1" timeOffset="150983.4">10487 15637 5706 0,'0'0'897'0,"0"0"-233"0,0 0 261 15,0 0-925-15,0 0 0 0,0 0 0 16,0 53 0-16,0-21 0 0,6 1 0 15,0-4 0-15,0 1 0 0,2-3 0 16,-1 0 0-16,-3 1 0 0,-4-4 0 16,0 1 0-16,-4-1 0 0,-3-4-241 15,3-4-827-15,-6-6-277 0,4-4-4105 0</inkml:trace>
  <inkml:trace contextRef="#ctx0" brushRef="#br1" timeOffset="151198.29">10216 16220 2621 0,'0'0'3129'0,"0"0"-2264"0,0 0 523 15,0 0-1199-15,41 2-189 0,-6 2 0 16,4 2 0-16,13-2 0 0,0-2 0 15,6 1 0-15,6-1 0 0,4-2 0 16,4 0 0-16,-1 0 0 0,-5-4 0 16,-12-2 0-16,-17 2-1213 0,-2-5-2197 0</inkml:trace>
  <inkml:trace contextRef="#ctx0" brushRef="#br1" timeOffset="151692.63">10315 16462 5378 0,'0'0'1265'16,"0"0"-469"-16,-37 1-60 16,37-1-719-16,0 0-17 0,0-2 0 15,16-4 0-15,11-2 0 0,12-2 0 16,5 3 0-16,-1 2 0 0,-8 5 0 15,-4 0 0-15,-4 8 0 16,-10 3 0-16,-13 7 0 0,-4 4 0 16,-10 6 0-16,-11 0 0 0,-4 4 0 15,-4 4 0-15,0-3 0 0,2 0 0 16,7-2 0-16,3-5 0 16,7-2 0-16,4-4 0 0,10-4 0 15,4-1 0-15,6-2 0 0,13 0 0 16,4-1 0-16,11-4 0 0,-1-4 0 15,7-4 0-15,-5-3 0 0,2-6 0 16,-11-2-57-16,-8-6-2100 0</inkml:trace>
  <inkml:trace contextRef="#ctx0" brushRef="#br1" timeOffset="152451.67">11679 15439 2285 0,'0'0'2961'0,"0"0"-2245"16,0 0-152-16,0 0 381 0,-31 6-589 16,6-1-100-16,-6 3-147 15,-6 2-109-15,-6-1 0 0,-3 4 0 16,3-3 0-16,2-1 0 0,7 0 0 15,8-5 0-15,5 0 0 0,11-2 0 16,-1-2 0-16,11 0-209 0,-4 0-831 16,4 0-77-16,0 0-291 0</inkml:trace>
  <inkml:trace contextRef="#ctx0" brushRef="#br1" timeOffset="152899.81">11359 15495 5622 0,'0'0'884'16,"0"0"-407"-16,-27 37 363 0,12-11-516 15,5 8-279-15,-4 4-45 0,7 5 0 16,1 3 0-16,6 4 0 0,0 4 0 16,0 6 0-16,0 6 0 15,0 6 0-15,0 2 0 0,-8 1 0 16,2 0 0-16,0-2 0 0,-5-7 0 15,5-1 0-15,-4-3 0 0,6-3 0 16,-3-2 0-16,3-5 0 0,0-7 0 16,2-3 0-16,-2-7 0 0,4-7 0 15,-6-5 0-15,2-7 0 0,4-7 0 16,-7-3 0-16,3-3 0 16,2 1 0-16,-2-1 0 0,-2 1 0 15,-2-2 0-15,6 1 0 0,-7-1 0 16,7-1 0-16,2 0 0 0,-4 1 0 15,4-2 0-15,0 0 0 16,0 0 0-16,4 0 0 0,9 0 0 16,11 0 0-16,9 1 0 0,9 2 0 15,3 3 0-15,-1 0 0 0,3 0 0 16,1-1 0-16,-1-5 0 16,-5 0 0-16,-1-6 0 0,-4-3 0 15,-4-3 0-15,-4-6 0 0,-6 2-1986 16,-9-2-1623-16</inkml:trace>
  <inkml:trace contextRef="#ctx0" brushRef="#br1" timeOffset="153431.64">11923 16057 2132 0,'0'0'2450'0,"0"0"-1938"0,0 0 372 16,0 0 69-16,0 0 119 0,0 0-883 16,-37-29-189-16,14 33 0 0,-4 9 0 15,3 6 0-15,-3 8 0 0,6 2 0 16,0 6 0-16,7 4 0 0,4 1 0 16,7 1 0-16,3-1 0 15,7-3 0-15,7-3 0 0,7-5 0 16,2-6 0-16,8-5 0 0,0-8 0 15,6-5 0-15,-6-5 0 0,-4-2-2170 16,-7-6-555-16</inkml:trace>
  <inkml:trace contextRef="#ctx0" brushRef="#br1" timeOffset="153727.47">12184 16125 6518 0,'0'0'853'0,"0"0"-365"15,-46-8-155-15,30 19-333 16,-5 5 0-16,-2 6 0 0,-2 4 0 16,5 4 0-16,-1 0 0 0,11 2 0 15,-1 0 0-15,11-1 0 0,9-4 0 16,3-2 0-16,13-6 0 0,6-3 0 16,-2-7 0-16,6-6 0 15,2-3 0-15,-6-5 0 0,-8-6 0 16,2-2 0-16,-11-5 0 0,-4-2 0 15,-3-5 0-15,-7-1 0 0,0-2 0 16,0 2 0-16,0 2 0 0,-4 1 0 16,1 2 0-16,-1 0 0 0,0 1 0 15,2 2 0-15,-2 4-469 0,4 4-1596 16,0 2-208-16</inkml:trace>
  <inkml:trace contextRef="#ctx0" brushRef="#br1" timeOffset="154051.81">12568 16050 3189 0,'0'0'3490'0,"0"0"-2698"16,0 0-180-16,-47-11-503 16,22 7-109-16,6 4 0 0,1 0 0 15,1 2 0-15,0 2 0 0,7 2 0 16,0 2 0-16,6 3 0 0,4 2 0 15,0 0 0-15,4 1 0 0,8 0 0 16,3 2 0-16,9-1 0 0,-1-1 0 16,4 0 0-16,-2 1 0 0,2 0 0 15,-2 2 0-15,-5-4 0 0,-7 0 0 16,-7 2 0-16,-2 1 0 16,-4 0 0-16,-6 1 0 0,-5 1 0 15,-5 0 0-15,-9 0 0 0,0 0 0 16,-2-2 0-16,1-3 0 0,3-5 0 15,4-3 0-15,3-5 0 0,5 0 0 16,5-5-1710-16,6-9-983 0</inkml:trace>
  <inkml:trace contextRef="#ctx0" brushRef="#br1" timeOffset="154503.51">13089 15528 2997 0,'0'0'1312'0,"0"0"-655"0,0 0 71 0,0 0-156 16,0 0-103-16,0 0 275 0,-31 39-348 16,4-7-79-16,-10 12-317 15,0 7 0-15,6 6 0 0,0 7 0 16,8 5 0-16,-2 8 0 0,13 6 0 15,-3 3 0-15,11 3 0 0,4-6 0 16,0-2 0-16,10-10 0 0,5-9 0 16,1-7 0-16,5-10 0 0,6-10 0 15,4-9 0-15,0-10 0 0,6-11 0 16,0-8 0-16,-1-12 0 16,-5-11-489-16,-9 4-1312 0,-5-6-1204 0</inkml:trace>
  <inkml:trace contextRef="#ctx0" brushRef="#br1" timeOffset="155051.81">13523 15884 3049 0,'0'0'1941'0,"0"0"-1121"0,0 0-260 15,0 0 309-15,0 0-449 0,0 0-132 16,0 0-43-16,0 0-245 0,0 0 0 15,0 0 0-15,-4-11 0 16,-6 33 0-16,-1 7 0 0,-1 9 0 16,-3 6 0-16,5 4 0 0,-4 3 0 15,-3 6 0-15,-4-1 0 0,5-2 0 16,-5-4 0-16,5-6 0 16,1-8 0-16,-5-5 0 0,3-8 0 15,0-3 0-15,-3-8 0 0,-7-5 0 16,2-5 0-16,-2-4 0 0,7-6 0 15,-1-7 0-15,4-8 0 0,7-6 0 16,4-8 0-16,0-6 0 0,6-7 0 16,0-2 0-16,0 8 0 0,8 8 0 15,6 12 0-15,3 9 0 0,8 8 0 16,-9 6 0-16,5 4 0 16,0 9 0-16,-1 5 0 0,3 5 0 15,6 3 0-15,-2 2 0 0,6-1 0 16,2-4 0-16,-2-1 0 0,4-5 0 15,-8-4 0-15,-2-4 0 16,-4-8 0-16,-9 0-2310 0,-1-7-2280 0</inkml:trace>
  <inkml:trace contextRef="#ctx0" brushRef="#br1" timeOffset="155940.51">13893 16155 6855 0,'0'0'492'16,"0"0"353"-16,0 0-845 0,0 0 0 16,52 21 0-16,-17-12 0 15,4-1 0-15,0-3 0 0,1-2 0 16,-5-3 0-16,6 0 0 0,-4-3 0 15,1-4 0-15,-5-2 0 0,-4 2-1650 16,-7-4-1767-16</inkml:trace>
  <inkml:trace contextRef="#ctx0" brushRef="#br1" timeOffset="156879.63">14323 16765 6855 0,'0'0'1060'0,"0"0"-783"0,0 0-277 16,6-61 0-16,5 25 0 0,-3-3 0 15,2-7 0-15,-4-5 0 0,5-6 0 16,-5-5 0-16,4-4 0 16,5 0 0-16,-3-1 0 0,3 2 0 15,5 6 0-15,1 6 0 0,-4 9 0 16,3 10 0-16,3 7 0 0,-9 8 0 15,3 6 0-15,-1 4 0 16,-5 4 0-16,-1 2 0 0,5 3 0 16,-5 0 0-16,4 5 0 0,-1 1 0 15,-3 3 0-15,0 2 0 0,1 1 0 16,-5 4 0-16,-2-3 0 0,-4 0 0 16,0 2 0-16,0-4 0 15,-10 1 0-15,4 0 0 0,-9-1 0 16,1 0 0-16,1-1 0 0,3-2 0 15,0-1 0-15,3-3 0 0,-1-1 0 16,8-1 0-16,-2 1 0 0,2 0 0 16,0 0 0-16,0 0 0 0,2 0 0 15,2 1 0-15,2 1 0 0,-1 1 0 16,-1 0 0-16,2 1 0 16,0 2 0-16,4 1 0 0,1 4 0 15,5 1 0-15,-1 1 0 0,-5 1 0 16,0-2 0-16,-3 3 0 0,-1-1 0 15,-6 0 0-15,0 1 0 16,-10 1 0-16,-3 1 0 0,-3-1 0 16,-3-2 0-16,-4-2 0 0,3-5 0 15,-1-2 0-15,6-6 0 0,-1-2 0 16,4 0 0-16,3-3 0 16,3-7 0-16,2-5 0 0,4-10-617 15,0-10-580-15,4 7-219 0,0-4-2806 0</inkml:trace>
  <inkml:trace contextRef="#ctx0" brushRef="#br1" timeOffset="157152.94">14838 15594 5378 0,'0'0'1104'0,"0"0"-703"0,0 0-17 16,45 16 56-16,-26 4-288 0,-5 11-48 15,1 9 56-15,-3 8-104 0,-1 8-43 16,-5 10-13-16,-2 5 0 16,0 5 0-16,-4-1 0 0,0-3 0 15,0-3 0-15,-4-9 0 0,0-4 0 16,-2-8 0-16,-1-8 0 16,-3-4 0-16,-4-9 0 0,-3-8 0 15,5-7 0-15,-3-8 0 0,5-4-841 16,6-3-776-16,2-7-568 0</inkml:trace>
  <inkml:trace contextRef="#ctx0" brushRef="#br1" timeOffset="157989.91">15330 16174 6530 0,'0'0'1053'0,"0"0"-473"0,0 0-551 15,49 3-29-15,-7-5 0 0,11-5 0 16,5 1 0-16,-8 2 0 0,-7 0 0 16,-1 0 0-16,-9 1 0 0,-2-1 0 15,-6-1 0-15,-5 1 0 0,-7 0 0 16,-7 2 0-16,-2-1 0 16,0-2-249-16,-4 2-1732 0,0-9-1236 0</inkml:trace>
  <inkml:trace contextRef="#ctx0" brushRef="#br1" timeOffset="158535.81">16446 16060 1068 0,'0'0'36'0,"0"0"-36"0,8-39 2281 0,-6 21-1048 16,-2 2-517-16,0 4 48 0,-6 1 313 15,-4 4-545-15,-7 4-156 0,-1 4-267 16,-9 8-109-16,0 10 0 0,-6 6 0 16,-2 7 0-16,8 4 0 0,2 3 0 15,8 2 0-15,7 3 0 0,4-3 0 16,6 2 0-16,6-2 0 16,4-6 0-16,9-4 0 0,0-9 0 15,10-8 0-15,0-5 0 0,8-7 0 16,-2-3 0-16,2-9-157 0,-2-4-767 15,-6 1-1373-15,-4-1-449 0</inkml:trace>
  <inkml:trace contextRef="#ctx0" brushRef="#br1" timeOffset="158845.2">16688 16126 5678 0,'0'0'1593'0,"-19"-47"-1037"15,9 28-191-15,-5 7-365 16,5 5 0-16,0 7 0 0,-5 4 0 15,-1 7 0-15,-1 8 0 0,1 7 0 16,-3 6 0-16,9 4 0 0,1 4 0 16,5 1 0-16,4-2 0 0,11-4 0 15,3-6 0-15,5-4 0 0,6-9 0 16,-1-5 0-16,3-5 0 16,0-6 0-16,-6-9 0 0,-5-2 0 15,-5-7 0-15,-1-1 0 0,-6-4 0 16,-4-2 0-16,0 2 0 0,-4-2 0 15,-6 2 0-15,-1 0 0 16,1 1 0-16,-2 1 0 0,3 2-185 16,7 3-647-16,2 0-913 0,2 4 56 15,9 1-528-15</inkml:trace>
  <inkml:trace contextRef="#ctx0" brushRef="#br1" timeOffset="159134.04">16940 16034 2905 0,'0'0'2297'0,"0"0"-1369"0,-37 3 81 16,20 0-485-16,-5 2-300 0,-3 4-24 15,-2 3-120-15,-2 2-55 0,6 1-25 16,3 1 0-16,7 0 0 16,5 1 0-16,8 0 0 0,6 1 0 15,9-1 0-15,5 0 0 0,7 2 0 16,10-2 0-16,9-1 0 0,-3 0 0 15,5-1 0-15,-7-2 0 16,-6 0 0-16,-8-4 0 0,-15-2 0 16,-7-2 0-16,-5-1 0 0,0 3 0 15,-17 5 0-15,-14 2 0 0,-10 1 0 16,-7-2 0-16,1-3 0 16,12-5 0-16,6-4 0 0,10-1 0 15,7-2-985-15,3-3-248 0,9-6-2148 0</inkml:trace>
  <inkml:trace contextRef="#ctx0" brushRef="#br1" timeOffset="159579.96">17548 15502 4582 0,'0'0'740'0,"0"0"100"0,0 0 89 16,0 0-477-16,-37 52-120 0,16-16-15 16,-6 10-317-16,2 8 0 0,2 7 0 15,-1 7 0-15,3 9 0 0,4 5 0 16,-3 8 0-16,5 4 0 16,5-2 0-16,4-4 0 0,2-6 0 15,4-12 0-15,8-9 0 0,4-8 0 16,9-14 0-16,4-7 0 0,2-13 0 15,10-11 0-15,0-8 0 16,0-13 0-16,1-13-121 0,-10 3-1315 16,-5-5-329-16</inkml:trace>
  <inkml:trace contextRef="#ctx0" brushRef="#br1" timeOffset="160103.87">17936 15830 4546 0,'0'0'1604'0,"0"0"-1220"16,0 0 21-16,0 0 135 0,0 0-384 16,0 0 4-16,0 0 144 0,0 0-211 15,0 0-93-15,0 0 0 0,-20 58 0 16,9-10 0-16,1 5 0 16,0 1 0-16,-3 1 0 0,-5 2 0 15,1 1 0-15,-3-3 0 0,-5-4 0 16,-2-4 0-16,0-5 0 0,0-7 0 15,4-7 0-15,3-8 0 0,-5-9 0 16,10-6 0-16,-1-8 0 0,3-10 0 16,3-6 0-16,2-6 0 0,2-9 0 15,2-6 0-15,-3-5 0 0,1-3 0 16,2 0 0-16,-2 4 0 16,2 8 0-16,4 10 0 0,4 7 0 15,2 7 0-15,4 5 0 0,5 4 0 16,1 6 0-16,7 9 0 0,2 5 0 15,2 7 0-15,0 3 0 16,4 2 0-16,6 0 0 0,2-3 0 16,-2-1 0-16,-4-4 0 0,5-4 0 15,-7-3 0-15,0-9-169 0,-11-2-1460 16,-3-5-1232-16</inkml:trace>
  <inkml:trace contextRef="#ctx0" brushRef="#br1" timeOffset="160320.62">18168 16066 2769 0,'0'0'3970'0,"0"0"-2622"0,0 0-1243 0,16 35-105 15,5-21 0-15,12-1 0 0,6-5 0 16,5-7 0-16,3-1 0 0,-5-1 0 15,1-5 0-15,-12-1 0 16,-6 2 0-16,-13-1 0 0,-7 2-1053 16,-5-6-1280-16</inkml:trace>
  <inkml:trace contextRef="#ctx0" brushRef="#br1" timeOffset="160505.76">18399 15949 7191 0,'0'0'1001'16,"-24"53"-1001"-16,11-18 0 0,-1 0 0 16,8 1 0-16,-5 1 0 0,9-1 0 15,2-2 0-15,0-1 0 0,8-4 0 16,1-5 0-16,3-3-17 16,-2-7-1840-16,1-6-460 0</inkml:trace>
  <inkml:trace contextRef="#ctx0" brushRef="#br1" timeOffset="161269.57">18552 16953 1268 0,'0'0'4170'0,"0"0"-2621"0,0 0-809 16,0 0-275-16,0 0-465 0,0 0 0 15,-2-47 0-15,11 10 0 0,-1-6 0 16,-2-7 0-16,2-2 0 0,-1-4 0 16,-5-7 0-16,2-3 0 15,2 1 0-15,-2-1 0 0,2 2 0 16,5 3 0-16,3 5 0 0,7 10 0 15,2 8 0-15,3 8 0 0,3 10 0 16,-2 3 0-16,-4 8 0 0,2 6 0 16,-3 2 0-16,-1 2 0 0,0 4 0 15,-5 1 0-15,-1 3 0 0,-1 0 0 16,-1 2 0-16,-5 1 0 16,-6 2 0-16,-2 3 0 0,-10 1 0 15,-7-1 0-15,-4 1 0 0,-3-2 0 16,-1-1 0-16,0-3 0 0,0 0 0 15,9-5 0-15,5-3 0 16,1 0 0-16,6-3 0 0,2 1 0 16,-2-1 0-16,4 0 0 0,-2 0 0 15,0 0 0-15,2 1 0 0,0 0 0 16,0 1 0-16,0 3 0 0,4 4 0 16,6 4 0-16,0 4 0 15,7 1 0-15,2 0 0 0,-1-1 0 16,3 0 0-16,-3 0 0 0,-1-1 0 15,-5-2 0-15,-3 1 0 0,-9-4 0 16,0 1 0-16,-11-1 0 0,-7-1 0 16,-7 2 0-16,-4-2 0 0,-2-3 0 15,4-1 0-15,0-4 0 0,0-3 0 16,9-5 0-16,1-5 0 16,11-2-353-16,2-4-619 0,4-5-97 15,4 4-1452-15,2-2-736 0</inkml:trace>
  <inkml:trace contextRef="#ctx0" brushRef="#br1" timeOffset="161639.56">19241 15622 3441 0,'0'0'1741'0,"0"0"-625"16,0 0-523-16,0 0-29 15,0 0 120-15,0 0-631 0,25 49-53 16,-15-5 0-16,2 9 0 0,3 7 0 15,-1 5 0-15,-1 7 0 16,3 6 0-16,1 2 0 0,-5 0 0 16,1-2 0-16,-9-7 0 0,-4-4 0 15,-4-5 0-15,-7-6 0 0,-3-3 0 16,-5-8 0-16,-2-7 0 0,1-10 0 16,-1-11 0-16,9-11 0 15,1-4-1429-15,3-10-1401 0</inkml:trace>
  <inkml:trace contextRef="#ctx0" brushRef="#br1" timeOffset="162207.29">19466 15404 3137 0,'0'0'1717'0,"0"0"-785"15,0 0-151-15,0 0-197 0,0 0-8 16,0 0-492-16,0 0-28 0,0 0 236 15,62 16-259-15,-19-4-33 0,5-3 0 16,-7-3 0-16,1-2 0 0,-3 1 0 16,-8-2 0-16,-6 0 0 0,-13-2 0 15,-4-1 0-15,-5 0 0 0,-3 0 0 16,0 0 0-16,-3 0 0 0,3 0 0 16,-4 0 0-16,0 0 0 15,-2 6 0-15,-2 10 0 0,-3 13 0 16,3 11 0-16,2 8 0 0,6 5 0 15,0 5 0-15,6 10 0 0,2 5 0 16,1 5 0-16,1 5 0 16,-2-1 0-16,-2-2 0 0,1-3 0 15,-7-5 0-15,6-7 0 0,-4-1 0 16,0-4 0-16,6-2 0 16,-6-2 0-16,5-4 0 0,-3-4 0 15,-4-7 0-15,-2-5 0 0,-9-8 0 16,-7-3 0-16,-9-5 0 0,-10-4 0 15,-7-6 0-15,-12-6 0 0,-1-4 0 16,-8-5 0-16,-3-5 0 0,6-5 0 16,0 0 0-16,4-5 0 0,9-6 0 15,9 5-1117-15,1-3-2689 0</inkml:trace>
  <inkml:trace contextRef="#ctx0" brushRef="#br1" timeOffset="166052.29">2820 17619 1508 0,'0'0'3950'0,"4"-50"-3246"0,-4 28-59 15,-4 2 255-15,-5 2-604 0,-1 0-107 16,-7 4-189-16,-1 2 0 0,-3 6 0 15,-2 6 0-15,-1 11 0 16,-1 9 0-16,-4 8 0 0,4 6 0 16,2 2 0-16,3 2 0 0,5-3 0 15,9-6 0-15,6-5 0 0,2-5 0 16,8-6 0-16,9-7 0 16,2-5 0-16,6-4 0 0,-5-9 0 15,3-3 0-15,-2-1 0 0,-5-1 0 16,-5 4 0-16,-3 1 0 0,-6 5 0 15,-2 1 0-15,-2 5 0 0,0-1 0 16,0 1 0-16,2 1 0 0,-2 0 0 16,0 0 0-16,7 7 0 0,-5 6 0 15,6 3 0-15,2 6 0 0,3-2 0 16,1-5 0-16,7-4 0 16,-5-6 0-16,1-5 0 0,-1-3 0 15,3-7 0-15,2-5 0 0,-5-1-61 16,5-3-259-16,-5-2-44 0,1 0 32 15,0 1-337-15,-3 5 313 16,-6 4 232-16,-2 5 120 0,-3 5 4 16,-1 1 228-16,-2 1 333 0,0 9-261 15,0 3 8-15,-2 8 188 0,-1 2-276 16,-7 1-103-16,4-1-117 0,2-6 0 16,0-3 0-16,2-5 0 15,2-4 0-15,0-3 0 0,0-2 0 16,0 0 0-16,0-1 0 0,2-2 0 15,2-6 0-15,0-5 0 0,4-7 0 16,0-4 0-16,3 0 0 0,-5 4 0 16,4 8 0-16,-8 4 0 0,3 8 0 15,-1 0 0-15,-2 1 0 0,6 0 0 16,-2 2 0-16,9 8 0 16,-5 5 0-16,2 5 0 0,3 4 0 15,-5-3 0-15,1-3 0 0,1-5 0 16,2-7 0-16,3-2-513 0,-3-4-535 15,1-3-1982-15</inkml:trace>
  <inkml:trace contextRef="#ctx0" brushRef="#br1" timeOffset="166266.31">3454 17648 3293 0,'0'0'3878'0,"0"0"-2857"0,-33-35-1021 0,14 19 0 0,-3 1 0 16,-1 6 0-16,-2 3 0 0,5 6 0 15,-3 10 0-15,8 7 0 0,-3 8 0 16,5 4 0-16,3 0 0 0,10 2 0 16,0-3 0-16,10-4 0 0,11-5 0 15,0-7 0-15,6-11 0 0,8-7 0 16,2-14 0-16,2-12 0 16,0-6 0-16,-12 6-609 0,-4-5-816 0</inkml:trace>
  <inkml:trace contextRef="#ctx0" brushRef="#br1" timeOffset="166406.18">3527 17186 6282 0,'0'0'953'16,"0"0"-185"-16,0 0-579 0,0 0-189 15,0 0 0-15,-11 58 0 0,7-8 0 16,2 11 0-16,2 0 0 0,0-1 0 16,6-6 0-16,0-4 0 15,5-4 0-15,3-9 0 0,-1-12-529 16,1-9-2945-16</inkml:trace>
  <inkml:trace contextRef="#ctx0" brushRef="#br1" timeOffset="166811.26">4136 17102 3189 0,'0'0'1577'0,"0"0"-725"16,0 0-184-16,0 0 21 0,0 0 279 16,0 0-719-16,0 0-249 0,-27 36 0 15,17 11 0-15,0 11 0 0,-1 9 0 16,7-2 0-16,4 0 0 16,4-2 0-16,7-3 0 0,-1-4 0 15,-4-3 0-15,3-3 0 0,-3-6 0 16,-2-8 0-16,-2-7 0 0,-2-6 0 15,0-10 0-15,-2-4 0 16,0-5-1061-16,0-11-1781 0</inkml:trace>
  <inkml:trace contextRef="#ctx0" brushRef="#br1" timeOffset="166950.75">4031 17511 6170 0,'0'0'553'0,"0"0"179"16,0 0-392-16,0 0-16 0,54-2-251 15,-19-3-73-15,2-8 0 0,4-9 0 16,-3 1-1165-16,-1-5-784 0</inkml:trace>
  <inkml:trace contextRef="#ctx0" brushRef="#br1" timeOffset="167259.84">4500 17177 4365 0,'0'0'1801'0,"-43"63"-1304"0,26-19 135 16,-1 5-268-16,1 4-304 0,0-1 88 15,7-5 177-15,4-3-325 16,0-6 0-16,6-5 0 0,0-2 0 16,2-8 0-16,4-9 0 0,-4-6 0 15,4-7 0-15,0-1 0 0,5-10 0 16,5-9 0-16,5-4 0 0,4-3 0 16,-2 2 0-16,-5 4 0 15,5 3 0-15,-9 3 0 0,3 7 0 16,-7 4 0-16,1 3 0 0,-5 3 0 15,0 10 0-15,-2 1 0 0,0 5 0 16,-4 1 0-16,-2 0 0 0,0-1 0 16,-6-2 0-16,6 0 0 0,-4-3 0 15,6-2 0-15,0-3 0 0,0-1-557 16,0-5-243-16,0-1-101 16,6-1-1452-16,-2-2-956 0</inkml:trace>
  <inkml:trace contextRef="#ctx0" brushRef="#br1" timeOffset="167724.72">4703 17701 5998 0,'0'0'1301'0,"0"0"-521"16,31 0-667-16,-15-11-113 0,7-3 0 15,2-3 0-15,2-4 0 0,0-1 0 16,1-3 0-16,-5 0 0 0,-2 0 0 16,-11 1 0-16,-6 4 0 15,-4 3 0-15,-4 4 0 0,-6 9 0 16,0 4 0-16,-7 7 0 0,0 9 0 15,-1 9 0-15,-3 2 0 0,5 7 0 16,-1-1 0-16,9 0 0 0,6-4 0 16,2-3 0-16,10-6 0 0,11-7 0 15,-1-5 0-15,7-7-157 0,0-3-159 16,0-10 96-16,0-4 144 16,-6-5 72-16,-5 2-4 0,-1-1 8 15,-1 4 44-15,-8 3-44 0,1 3 84 16,-3 4 84-16,-4 5-128 0,0 1 40 15,2 1-56-15,2 9-12 16,4 4 0-16,2 7 76 0,3 7-48 16,-3-4 52-16,-4-6 5 0,-1-5-97 15,-3-8 0-15,-2-2 0 0,0-2 0 16,0-1 0-16,0-3 0 0,0-4 0 16,2-11 0-16,0-8 0 15,6-6 0-15,4-2 0 0,-1 8 0 16,3 8 0-16,-8 7 0 0,1 8 0 15,-3 1 0-15,0 5 0 0,2 9 0 16,4 10 0-16,1 8 0 0,-1 4 0 16,0 0 0-16,-3-2 0 0,-1 0 0 15,2-1 0-15,-2-3 0 0,0-3-477 16,-1-9-1492-16,1 0-1416 0</inkml:trace>
  <inkml:trace contextRef="#ctx0" brushRef="#br1" timeOffset="169097.46">6270 17144 5226 0,'0'0'864'0,"0"0"205"16,0 0-405-16,0 0-295 16,-38 42-369-16,28-6 0 0,4 7 0 15,2 8 0-15,0 2 0 0,1 4 0 16,3 0 0-16,0 1 0 0,0-1 0 15,0-3 0-15,0-2 0 16,-4-4 0-16,4-10 0 0,0-6 0 16,0-5 0-16,4-10 0 0,-4-4-1145 15,11-6-556-15</inkml:trace>
  <inkml:trace contextRef="#ctx0" brushRef="#br1" timeOffset="169377.42">6538 17652 5774 0,'0'0'2325'16,"-29"-43"-2232"-16,9 25-93 0,-1 8 0 16,-4 9 0-16,9 4 0 0,-1 12 0 15,-4 7 0-15,7 9 0 0,2 2 0 16,1 5 0-16,7 0 0 16,8-4 0-16,2-4 0 0,7-2 0 15,5-8 0-15,9-2 0 0,0-9 0 16,8-9 0-16,-6-4 0 0,0-9 0 15,-2-6 0-15,-10-3 0 16,-7-3 0-16,-6 0 0 0,-4 1 0 16,0 3 0-16,-8 0 0 0,2 2 0 15,-5 2 0-15,1 3 0 0,4 1 0 16,0 2 0-16,1 1-1465 0,5 4-100 16,7 1-420-16</inkml:trace>
  <inkml:trace contextRef="#ctx0" brushRef="#br1" timeOffset="169656.16">6821 17606 4365 0,'0'0'1677'0,"0"0"-192"15,0 0-820-15,0 0-665 0,0 0 0 16,-33-26 0-16,9 21 0 16,1 5 0-16,-2 6 0 0,-2 8 0 15,7 8 0-15,-7 5 0 0,6 5 0 16,4 1 0-16,7 5 0 0,6-6 0 15,4-2 0-15,10-3 0 16,11-7 0-16,2-1 0 0,8-8 0 16,4-7 0-16,4-6 0 0,-4-9 0 15,2-7 0-15,-5-5 0 0,-12 0 0 16,-9 0 0-16,-9 2 0 0,-2 0 0 16,-2 1 0-16,-7 1 0 15,1 0 0-15,-2 3 0 0,-1-1-393 16,1 5-916-16,0-2-583 0</inkml:trace>
  <inkml:trace contextRef="#ctx0" brushRef="#br1" timeOffset="170073.58">7063 17088 5954 0,'0'0'777'0,"0"0"-205"0,0 0-100 0,-6 38-120 15,-4 5-287-15,-1 11-65 0,5 8 0 16,-2-3 0-16,6 5 0 16,-2 0 0-16,4-2 0 0,0-3 0 15,4-4 0-15,2-3 0 0,-2-6 0 16,2-10 0-16,-6-4 0 0,5-9 0 15,1-5-269-15,-6-7-1027 16,0-5-161-16,4-11-3265 0</inkml:trace>
  <inkml:trace contextRef="#ctx0" brushRef="#br1" timeOffset="170319.94">7101 17626 5818 0,'0'0'1145'16,"24"-45"-469"-16,-3 30-123 0,-4-2-553 15,-1 5 0-15,3 2 0 0,-3 0 0 16,-3 5 0-16,1 2 0 0,-8 0 0 16,-2 2 0-16,1 1 0 0,-5 0 0 15,0 1 0-15,0 5 0 0,-5 6 0 16,-11 8 0-16,-9 10 0 16,2 5 0-16,3 1 0 0,5 1 0 15,9-6 0-15,6-3 0 0,6-4 0 16,5-6 0-16,9-3 0 0,1-5 0 15,6-7 0-15,8-3 0 16,4-7 0-16,7-8-41 0,-13 2-1996 16,2-5-1880-16</inkml:trace>
  <inkml:trace contextRef="#ctx0" brushRef="#br1" timeOffset="171068.76">7894 17497 3441 0,'0'0'2445'0,"0"0"-1660"0,0 0-41 16,2 54-240-16,-6-22-231 0,0 4-273 16,4 4 0-16,0 1 0 0,0-1 0 15,8-1 0-15,5-8 0 0,1-5 0 16,7-7 0-16,6-7 0 16,10-6 0-16,0-6 0 0,7-15 0 15,-5-7 0-15,-6-3 0 0,-8-3 0 16,-15 3 0-16,-4 1 0 0,-2-1 0 15,-4-1 0-15,-4 4 0 16,-2-1 0-16,-2 8-597 0,2 4-796 16,-1 2-299-16</inkml:trace>
  <inkml:trace contextRef="#ctx0" brushRef="#br1" timeOffset="171471.07">8196 17774 4245 0,'-10'50'469'0,"6"-12"31"0,-3 6 156 16,7-5-492-16,0-1 44 0,0-8 249 16,7-5-149-16,-7-9 8 0,4-6 224 15,-4-5-320-15,0-4-111 0,2 0-109 16,-2 0 0-16,0-1 0 16,0 0 0-16,0-2 0 0,0-3 0 15,0-6 0-15,-2-3 0 0,2-10 0 16,6-8 0-16,0-2 0 0,9-3 0 15,1-7 0-15,1 2 0 16,1-4 0-16,-1-1 0 0,-7 8 0 16,3 2 0-16,1 5 0 0,-4 10 0 15,1 4 0-15,-5 6 0 0,4 7 0 16,-3 3 0-16,3 2 0 0,0 7 0 16,9 5 0-16,-3 5 0 15,-3 3 0-15,1 1 0 0,-10-1 0 16,-4-1 0-16,-4 0 0 0,-10-2 0 15,-3-2 0-15,-3-2 0 0,-1-1 0 16,-2-5 0-16,-2-1 0 0,5-6 0 16,3 0 0-16,5-6 0 0,8-3 0 15,4 0-1073-15,6-5-896 0</inkml:trace>
  <inkml:trace contextRef="#ctx0" brushRef="#br1" timeOffset="172704.3">10720 17115 3577 0,'0'0'973'0,"0"0"-325"15,0 0-120-15,0 0 96 0,0 0-83 16,-12-35-317-16,-3 25-4 0,-16 3 36 16,-6 3-204-16,-15 4 8 0,-6 4 140 15,5 7-112-15,-11 3 48 0,-3 7-71 16,3 5-65-16,0 4 0 16,2 3 0-16,15 2 0 0,5-2 0 15,9 0 0-15,13-1 0 0,16 0 0 16,4 0 0-16,20 1 0 0,17 0 0 15,11 2 0-15,14-1 0 16,12 3 0-16,5 1 0 0,4 2 0 16,-3 3 0-16,-7 2 0 0,-22-5 0 15,-7 3 0-15,-24-3 0 0,-9 3 0 16,-11 3 0-16,-17 1 0 16,-18-1 0-16,-13-4 0 0,-9-4 0 15,-8-2 0-15,-3-7 0 0,-4-6 0 16,-2-6 0-16,5-7 0 0,7-8 0 15,11-2 0-15,11-9 0 0,9-5 0 16,15-1 0-16,5-3-253 0,11 2-1648 16,7-4-392-16</inkml:trace>
  <inkml:trace contextRef="#ctx0" brushRef="#br1" timeOffset="173817.54">11018 18047 5518 0,'0'0'1213'0,"0"0"-569"16,0 0-88-16,0 0-295 0,0 0-261 15,0 0 0-15,0 0 0 0,0 0 0 16,0 0 0-16,47 17 0 16,-16-27 0-16,7-4 0 0,-5-4 0 15,-2-1 0-15,-5 0 0 0,-1 0 0 16,-8-1 0-16,-3-1 0 0,-8-1 0 15,1-4 0-15,-7-1 0 0,-2-1 0 16,-9-1 0-16,1 6 0 0,-11 1 0 16,-6 3 0-16,-4 5 0 0,-4 6 0 15,-2 8 0-15,0 6 0 0,0 10 0 16,6 9 0-16,4 1 0 16,2 6 0-16,13 5 0 0,1 3 0 15,7 9 0-15,8 1 0 0,13-2 0 16,3-3 0-16,11-3 0 0,7-8 0 15,3-8 0-15,2-7 0 16,3-9 0-16,-3-6 0 0,-1-4 0 16,-1-9 0-16,-14 1-1213 0,0-10-1449 0</inkml:trace>
  <inkml:trace contextRef="#ctx0" brushRef="#br1" timeOffset="174664.66">11675 17340 2333 0,'0'0'872'16,"0"0"-252"-16,0 0 105 16,0 0 463-16,0 0-480 0,0 0-163 15,17-35 371-15,-17 27-631 0,0-2-285 16,-7-1 0-16,-3 1 0 0,-6 3 0 15,-5 4 0-15,-4 6 0 16,2 7 0-16,3 8 0 0,-1 6 0 16,0 3 0-16,5 4 0 0,5 2 0 15,1-1 0-15,4 0 0 0,6-2 0 16,0-3 0-16,12-4 0 16,3-3 0-16,1-5 0 0,9-4 0 15,2-4 0-15,0-2 0 0,0-5 0 16,4 0 0-16,-6-5 0 0,-5 0 0 15,-3 2-1205-15,-7 0 64 0,-4 2-1392 0</inkml:trace>
  <inkml:trace contextRef="#ctx0" brushRef="#br1" timeOffset="174965.52">11855 17534 6278 0,'0'0'1605'15,"0"0"-1296"-15,0 0-309 0,0 0 0 16,0 0 0-16,0 0 0 0,0 0 0 15,-12 43 0-15,12-8 0 0,-5 8 0 16,5-2 0-16,5-4 0 0,-3-9 0 16,6-10 0-16,2-9 0 0,-4-6-589 15,1-4-2004-15</inkml:trace>
  <inkml:trace contextRef="#ctx0" brushRef="#br1" timeOffset="175319.3">12148 17037 4522 0,'0'0'476'0,"0"0"876"15,0 0-535-15,0 0-217 0,0 0-175 16,0 0-425-16,0 0 0 0,-6 37 0 16,2-3 0-16,-6 10 0 0,-3 6 0 15,5-3 0-15,6 4 0 0,-2 0 0 16,4-2 0-16,4-2 0 16,6-6 0-16,-3-6 0 0,3-8 0 15,4-4 0-15,-1-8 0 0,7-3 0 16,-3-6 0-16,8-6 0 0,-5-2 0 15,1-10 0-15,-4-1 0 16,-5-7 0-16,-2-4 0 0,-1-2 0 16,-9-3-269-16,0 8-2552 0,-9-1-1185 0</inkml:trace>
  <inkml:trace contextRef="#ctx0" brushRef="#br1" timeOffset="175476.68">11991 17293 7155 0,'0'0'1028'0,"0"0"-1019"15,0 0-9-15,0 0 0 0,0 0 0 16,0 0 0-16,56 2 0 0,-12 2 0 16,3 2 0-16,-1-3 0 0,-7 0 0 15,2-3 0-15,-14 0 0 0,-2-5-3054 0</inkml:trace>
  <inkml:trace contextRef="#ctx0" brushRef="#br1" timeOffset="177053.49">12632 17709 6354 0,'0'0'533'0,"0"0"135"0,0 0-31 16,-43-8-637-16,18 21 0 0,-2 9 0 15,0 9 0-15,7 1 0 0,3 4 0 16,7 1 0-16,3-1 0 16,3 5 0-16,11 0 0 0,7-4 0 15,7-4 0-15,10-4 0 0,2-8 0 16,4-7 0-16,0-5 0 0,5-8 0 15,-5-5 0-15,-2-8 0 16,-2-4 0-16,-8 2-1453 0,-3-9-1233 0</inkml:trace>
  <inkml:trace contextRef="#ctx0" brushRef="#br1" timeOffset="177391.18">13050 17706 7355 0,'0'0'800'0,"-25"-36"-763"16,4 29-37-16,5 7 0 0,-9 11 0 16,-2 8 0-16,0 6 0 0,0 7 0 15,2-1 0-15,9 4 0 0,1 3 0 16,13 0 0-16,2 6 0 16,2-5 0-16,17-3 0 0,4-5 0 15,8-7 0-15,2-6 0 0,6-8 0 16,0-6 0-16,1-4 0 0,-3-9 0 15,-10-7 0-15,-11-3 0 16,-5-5 0-16,-5-1 0 0,-6-2 0 16,-6 0 0-16,-5-1 0 0,-5-4 0 15,-5-1 0-15,0 4 0 0,5 4 0 16,1 7 0-16,9 8-1309 0,10 1 140 16,9 2 69-16,3 1-529 15,5 2-592-15</inkml:trace>
  <inkml:trace contextRef="#ctx0" brushRef="#br1" timeOffset="177676.69">13372 17715 3797 0,'0'0'1461'0,"0"0"104"15,0 0-833-15,0 0-392 0,0 0-43 16,-16-35-297-16,1 27 0 16,-5 1 0-16,3 5 0 0,-6 2 0 15,-2 6 0-15,3 5 0 0,-7 3 0 16,6 4 0-16,-2 1 0 0,9 0 0 15,5-2 0-15,5 2 0 16,8-1 0-16,13-2 0 0,5 1 0 16,13 1 0-16,7-1 0 0,9 2 0 15,-1-3 0-15,8 1 0 0,-9-1 0 16,-3-2 0-16,-13-2 0 0,-11 1 0 16,-13-2 0-16,-7 1 0 15,-11 1 0-15,-12-1 0 0,-3 2 0 16,-14-2 0-16,3-3 0 0,-6-1 0 15,-3-4 0-15,9 0 0 0,6-2-473 16,12-2-772-16,11 0-207 0</inkml:trace>
  <inkml:trace contextRef="#ctx0" brushRef="#br1" timeOffset="178625.76">13908 17568 4866 0,'0'0'512'0,"0"0"248"0,-5-32 189 16,5 30-445-16,-6-1-92 16,-4 3-223-16,-11 10-189 0,-16 15 0 15,-4 12 0-15,-7 12 0 0,1 7 0 16,14-5 0-16,4 1 0 0,10 3 0 15,5-2 0-15,7 4 0 16,7-7 0-16,13-8 0 0,5-5 0 16,11-8 0-16,6-9 0 0,9-8 0 15,7-9 0-15,1-3 0 0,2-9 0 16,-7-4 0-16,-1-4 0 0,-17 3-1261 16,2-3-472-16</inkml:trace>
  <inkml:trace contextRef="#ctx0" brushRef="#br1" timeOffset="178931.18">14054 17976 6166 0,'0'0'857'0,"0"0"-85"16,0 0-375-16,0 0-397 0,38-22 0 15,-22 19 0-15,-1 3 0 0,1 0 0 16,-1 1 0-16,-3 5 0 0,-4-2 0 15,-2 0 0-15,-1 3 0 0,-3 5 0 16,-4 9 0-16,-9 6 0 16,-7 2 0-16,-3 1 0 0,2 0 0 15,-5-2 0-15,7-1 0 0,0-2 0 16,3-4 0-16,8-6 0 0,2 0 0 16,4-2 0-16,6 3 0 15,8-1 0-15,9-4 0 0,2-5 0 16,2-3 0-16,8-5 0 0,-2-7 0 15,2-5 0-15,4-8 0 0,-10 3-1738 16,4-10-1283-16</inkml:trace>
  <inkml:trace contextRef="#ctx0" brushRef="#br1" timeOffset="179241.29">14511 17305 2621 0,'0'0'4446'0,"-27"39"-3946"16,17-7 52-16,2 8-479 15,-3 10-73-15,-1 6 0 0,2 3 0 16,-1 4 0-16,1-1 0 0,6-7 0 15,2 0 0-15,2-6 0 0,2-4 0 16,6 3 0-16,-2-5 0 0,5-4 0 16,3-7 0-16,-1-4 0 0,7-6 0 15,1-3 0-15,6-7 0 0,4-7 0 16,2-5 0-16,-4-9 0 16,-2-10 0-16,-11 2-1285 0,-6-7-224 0</inkml:trace>
  <inkml:trace contextRef="#ctx0" brushRef="#br1" timeOffset="179427.69">14265 17629 7699 0,'0'0'493'16,"0"0"-493"-16,48 15 0 0,-3-8 0 16,5-1 0-16,6-4 0 15,-3 0 0-15,-1-2 0 0,-4 0 0 16,-1-3 0-16,-6 0 0 0,-7-4-277 15,-14 1-1528-15,-5-1-852 0</inkml:trace>
  <inkml:trace contextRef="#ctx0" brushRef="#br1" timeOffset="180557.87">15437 17645 5178 0,'4'-33'1809'15,"-4"12"-937"-15,-6 3-539 0,-2 7-333 16,-4 5 0-16,-3 5 0 0,-6 2 0 16,-1 9 0-16,-5 4 0 0,2 9 0 15,0 3 0-15,2 3 0 0,9 7 0 16,2 3 0-16,3-3 0 16,7 3 0-16,2-2 0 0,6-4 0 15,9-1 0-15,1-9 0 0,11-11 0 16,4-11 0-16,7-7 0 0,5-15 0 15,-2-17-1173-15,-10 7-572 16,0-7-844-16</inkml:trace>
  <inkml:trace contextRef="#ctx0" brushRef="#br1" timeOffset="180745.72">15547 17250 6366 0,'0'0'873'0,"0"0"-209"0,0 0-375 16,0 0-289-16,0 0 0 0,0 0 0 15,-25 56 0-15,13-5 0 0,1 7 0 16,1 0 0-16,4 4 0 0,6-62 0 16,-4 121 0-16,10-64 0 0,4-10 0 15,0-5 0-15,9-8 0 0,-2-8 0 16,-1-2 0-16,1-11-353 16,-1-11-3489-16</inkml:trace>
  <inkml:trace contextRef="#ctx0" brushRef="#br1" timeOffset="180977.93">15853 17271 6691 0,'0'0'1044'15,"0"0"-587"-15,0 0-457 0,0 0 0 16,0 0 0-16,0 0 0 0,-9 62 0 16,-9-12 0-16,-3 7 0 15,5-2 0-15,5-1 0 0,9 2 0 16,2-3 0-16,9-2 0 0,1-2 0 15,4-9 0-15,3-4 0 0,-3-4 0 16,-1-7 0-16,7-4 0 0,1-8 0 16,0-7 0-16,4-6 0 0,-3-11 0 15,-1-5-221-15,-4 0-955 0,-3-10-2010 0</inkml:trace>
  <inkml:trace contextRef="#ctx0" brushRef="#br1" timeOffset="181104.08">15704 17630 7495 0,'0'0'80'16,"0"0"537"-16,0 0-617 0,54 24 0 16,-7-11 0-16,15-2 0 0,2-2 0 15,-2-7 0-15,2-4 0 0,-16-4 0 16,-1-6-497-16</inkml:trace>
  <inkml:trace contextRef="#ctx0" brushRef="#br1" timeOffset="181491.34">16919 17608 7727 0,'0'0'465'16,"-22"43"-465"-16,11-17 0 0,1 3 0 15,4 0 0-15,-2-3 0 0,8-2 0 16,0-5 0-16,10-8 0 16,4-10-237-16,-3-1-1131 0,1-8-469 0</inkml:trace>
  <inkml:trace contextRef="#ctx0" brushRef="#br1" timeOffset="181661.48">17006 17157 7591 0,'0'0'100'0,"0"0"401"0,0 0-501 16,0 0 0-16,0 0 0 15,0 0-281-15,-14 47-375 0,24-10-1069 16,-6-5-184-16,2-4-1312 0</inkml:trace>
  <inkml:trace contextRef="#ctx0" brushRef="#br1" timeOffset="181879.46">17029 17732 6062 0,'0'0'428'0,"0"0"749"16,0 0-652-16,0 0-525 16,0 0 0-16,45-20 0 0,-22-5 0 15,4-4 0-15,-2 1 0 0,0 3 0 16,-7 6 0-16,-7 7 0 0,-7 10 0 15,0 2 0-15,-2 2 0 16,2 11 0-16,-4 13 0 0,0 17 0 16,-4 4 0-16,-2 1 0 0,6-13 0 15,6-6 0-15,4-8 0 0,11-3 0 16,10-5 0-16,0-5-1053 16,12-11-1204-16</inkml:trace>
  <inkml:trace contextRef="#ctx0" brushRef="#br1" timeOffset="183126.56">18044 17608 5090 0,'0'0'1465'16,"0"0"35"-16,0 0-1363 0,0 0-137 15,-23 55 0-15,19-15 0 16,-2 9 0-16,2-3 0 0,2-2 0 16,2-9 0-16,0-6 0 0,0 1 0 15,2-14 0-15,2-5 0 0,2-11 0 16,4-11-125-16,1-4-2388 16,3-21-1165-16</inkml:trace>
  <inkml:trace contextRef="#ctx0" brushRef="#br1" timeOffset="183254.9">18089 17216 7283 0,'0'0'800'0,"0"0"-691"0,0 0-109 15,0 0 0-15,0 0 0 0,0 0 0 16,0 0 0-16,0 0 0 16,0 0 0-16,7 12-357 0,24 54-395 15,-15-29-981-15,-6-12-164 0</inkml:trace>
  <inkml:trace contextRef="#ctx0" brushRef="#br1" timeOffset="183531.34">18153 17733 6526 0,'0'0'489'15,"-16"50"67"-15,10-27 65 0,2-6-621 16,-1-5 0-16,3-5 0 0,2-2 0 16,0-3 0-16,0-2 0 15,0 0 0-15,5-2 0 0,5-10 0 16,6-7 0-16,7-12 0 0,2-7 0 15,2-3 0-15,-4 4 0 0,-3 7 0 16,-5 14 0-16,-9 5 0 0,2 9 0 16,-6 3 0-16,-2 11 0 0,0 16 0 15,-4 8 0-15,-2 6 0 0,0-1 0 16,6-6 0-16,-4-2 0 16,4-2 0-16,8-2 0 0,4-10 0 15,7-10 0-15,4-9-605 0,-7-2-672 16,9-17-2552-16</inkml:trace>
  <inkml:trace contextRef="#ctx0" brushRef="#br1" timeOffset="183735.19">18631 17193 6699 0,'0'0'780'0,"0"0"-156"15,0 0-535-15,-21 68-89 0,9-12 0 16,-9 10 0-16,1 1 0 0,-1-1 0 15,4 0 0-15,1 0 0 0,1-1 0 16,5-12 0-16,6-2 0 0,-2-6 0 16,2-6 0-16,4-2 0 0,-3-12 0 15,3-10-101-15,0-6-1327 0,0-9-2386 0</inkml:trace>
  <inkml:trace contextRef="#ctx0" brushRef="#br1" timeOffset="183893.06">18327 17770 7579 0,'0'0'428'16,"0"0"-243"-16,0 0-185 0,66-23 0 16,-26 17 0-16,5-1 0 0,3-2 0 15,-1-1 0-15,1 1 0 0,-3-1 0 16,-1 1 0-16,1 2 0 0,-6-1-505 16,-8 3-383-16,-6 1-1662 15</inkml:trace>
  <inkml:trace contextRef="#ctx0" brushRef="#br1" timeOffset="184149.13">18914 17822 5294 0,'0'0'1072'0,"0"0"141"15,0 0-600-15,0 0-613 0,0 0 0 16,0 0 0-16,0 0 0 16,0 0 0-16,15-53 0 0,-7 19 0 15,2 5 0-15,-2 3 0 0,-1 9 0 16,-3 6 0-16,-2 4 0 0,-2 3 0 15,0 1 0-15,-6 1 0 16,-9 2 0-16,-12 2 0 0,-6 16 0 16,-8 4 0-16,0 9 0 0,10 4 0 15,8-1 0-15,13-3 0 0,5-3 0 16,10-2 0-16,11-4 0 16,11-1 0-16,12-7 0 0,5-6 0 15,3-6 0-15,1-5 0 0,3-7-209 16,-7-5-855-16,-13 4-117 0,0-6-1628 0</inkml:trace>
  <inkml:trace contextRef="#ctx0" brushRef="#br1" timeOffset="184601.9">19288 17643 6294 0,'0'0'929'0,"-16"-37"-433"16,3 25-23-16,-1 6-473 0,-7 5 0 15,1 5 0-15,-11 6 0 16,2 6 0-16,-2 3 0 0,0 2 0 16,4 2 0-16,8 0 0 0,3 2 0 15,14-2 0-15,4-2 0 0,6-1 0 16,8-4 0-16,5-5 0 16,2-3 0-16,4-8 0 0,0 0 0 15,-3-6 0-15,1-4 0 0,-6 0 0 16,-5-3 0-16,-1 1 0 0,-5 1 0 15,-4 5 0-15,-2 1 0 0,-2 5 0 16,0 2 0-16,0 8 0 0,0 14 0 16,-2 9 0-16,-6 8 0 0,4 5 0 15,-9-2 0-15,7 0 0 0,-8-1 0 16,-1 0 0-16,-8-4 0 16,1-2 0-16,-9-4 0 0,-5-3 0 15,-1-6 0-15,-4-5 0 0,4-4 0 16,2-8 0-16,1-5 0 0,14-2 0 15,7-9 0-15,9-8 0 16,4-8 0-16,11-9 0 0,9-6 0 16,11-4 0-16,6-1 0 0,5 4-341 15,1 4-203-15,5 4-545 0,-11 10 145 16,8-2-165-16</inkml:trace>
  <inkml:trace contextRef="#ctx0" brushRef="#br1" timeOffset="185083.83">19371 17872 4690 0,'0'0'1196'0,"0"0"-580"0,0 0-19 0,0 0 119 16,0 0-408-16,-10 33-239 0,10-32-69 15,0 0 0-15,-4-1 0 0,4-1 0 16,0-6 0-16,0-11 0 16,0-7 0-16,10-8 0 0,0-4 0 15,11 2 0-15,0 6 0 0,5 10 0 16,-5 11-89-16,4 8-567 0,-2 2 0 15,-3 7-749-15,7 1 525 16,0-1 119-16,2-2-471 0,-2-3 523 16,-2-2 709-16,-3-2 84 0,-9 0 617 15,-5-4 195-15,-8 1 1149 0,0-1-692 16,-6-4-313-16,-7-5-771 0,-5-3-269 16,-7 3 0-16,4 4 0 15,1 5 0-15,-3 4 0 0,2 9 0 16,1 6 0-16,-3 6 0 0,4 5 0 15,3 3 0-15,5-3 0 0,7-1 0 16,4-3 0-16,9-3 0 0,3-3 0 16,4-3 0-16,3-5 0 0,4-7 0 15,-3-1 0-15,1-6 0 0,2-3 0 16,-4-2 0-16,-3-2 0 16,1-1 0-16,-7 1 0 0,-2 2 0 15,-2 5 0-15,-6 4 0 0,2 1 0 16,-2 1 0-16,0 1 0 0,0 7 0 15,0 8 0-15,3 6 0 16,-3 2 0-16,2-2 0 0,4-6 0 16,2-7-641-16,2-3-600 0,3-6 145 15,-3-2-109-15,0-9-2404 0</inkml:trace>
  <inkml:trace contextRef="#ctx0" brushRef="#br1" timeOffset="185289.18">19913 17326 4598 0,'8'-33'604'0,"-6"15"704"0,4 4-635 0,-6 14-133 0,-6 13-71 16,-4 12-469-16,-1 15 0 0,-5 16 0 15,1 8 0-15,-1 7 0 0,3 4 0 16,3-4 0-16,2-9 0 16,8-2 0-16,0-3 0 0,0-7 0 15,6 1 0-15,2-7 0 0,-2-13 0 16,1-13-2162-16,3-9-1263 0</inkml:trace>
  <inkml:trace contextRef="#ctx0" brushRef="#br1" timeOffset="185867.83">20580 17373 5474 0,'0'0'232'0,"17"-43"997"0,-13 31-581 0,-4 7-156 16,0 5-375-16,0 4-117 0,-2 8 0 15,-6 13 0-15,-5 23 0 0,-1 15 0 16,-3 9 0-16,7 4 0 0,4-6 0 15,2-8 0-15,4-3 0 16,0-5 0-16,0-7 0 0,0 0 0 16,2-7 0-16,0-10 0 0,-2-10 0 15,0-8 0-15,0-9-941 0,-2-3-1012 16,-5-10-848-16</inkml:trace>
  <inkml:trace contextRef="#ctx0" brushRef="#br1" timeOffset="186023.92">20425 17804 7063 0,'0'0'792'16,"0"0"-504"-16,29-43-239 0,0 36-49 16,0 1 0-16,-2 3 0 0,-2-1 0 15,-5 4 0-15,-3 0 0 0,6 0 0 16,-9 4 0-16,7-2 0 16,-5 2-717-16,1-3-324 0,1 1-79 15,-7-2-997-15,3 0-96 0</inkml:trace>
  <inkml:trace contextRef="#ctx0" brushRef="#br1" timeOffset="186286.6">20789 17709 3393 0,'0'0'1249'0,"0"0"603"0,-25-35-1103 16,9 31-253-16,-7 7-43 0,-2 8-453 15,0 10 0-15,-2 7 0 0,3 4 0 16,1-2 0-16,6-1 0 16,3 2 0-16,8-5 0 0,2 3 0 15,4-6 0-15,2-2 0 0,6-7 0 16,2-5 0-16,7-6 0 0,-3-3 0 15,3-6 0-15,-1-5 0 0,-1-3 0 16,1 1 0-16,-1-3 0 0,-3 3 0 16,-1 4 0-16,-7 3 0 0,4 4 0 15,-6 2 0-15,4 9 0 0,-2 9 0 16,3 9 0-16,-3 5 0 16,0 1 0-16,2-2 0 0,4-8 0 15,3-5-373-15,5-8-711 0,-3-5-141 16,3-9-2024-16</inkml:trace>
  <inkml:trace contextRef="#ctx0" brushRef="#br1" timeOffset="186615.21">21091 17365 6831 0,'0'0'920'15,"0"0"-520"-15,0 0-359 0,0 0-41 16,0 0 0-16,-6 41 0 0,-11 0 0 15,-10 20 0-15,-6 6 0 0,0 9 0 16,4-8 0-16,4-4 0 0,11 1 0 16,4-4 0-16,1 2 0 0,9-8 0 15,13-9 0-15,5-9 0 0,11-11 0 16,6-9 0-16,3-12 0 16,3-8 0-16,-4-11 0 0,-2-9 0 15,-6-5 0-15,-8-3 0 0,-7-3 0 16,-12-1 0-16,-2 3 0 0,-10 7 0 15,-11 12 0-15,-8 11 0 16,-6 7 0-16,-4 9 0 0,-4 4 0 16,3 1 0-16,5-3 0 0,15-4-589 15,7-6-211-15,9-5-761 0,4-1 184 16,19-3-187-16</inkml:trace>
  <inkml:trace contextRef="#ctx0" brushRef="#br1" timeOffset="186831.4">21453 17527 4257 0,'0'0'1473'16,"0"0"-644"-16,0 0-153 0,0 0 212 15,0 0-819-15,-48 47-69 0,29-9 0 16,1 5 0-16,5-3 0 16,5-1 0-16,2 0 0 0,0-3 0 15,2-2 0-15,-1-3 0 0,3-1 0 16,2-3 0-16,0-4 0 0,0-7 0 15,2-7-137-15,3-3-303 16,-1-3-48-16,4-3-361 0,4-4-163 16,-1-3-117-16,-1-2-1612 0</inkml:trace>
  <inkml:trace contextRef="#ctx0" brushRef="#br1" timeOffset="187081.68">21420 17999 4013 0,'0'0'1093'0,"0"0"380"15,53 28-733-15,-26-27-164 0,2-1-279 16,0-5-297-16,0-3 0 0,-2-5 0 15,-2-2 0-15,-7-3 0 0,-3-2 0 16,-3-2 0-16,-4 1 0 0,-6-2 0 16,-2 0 0-16,-10 3 0 0,-6 4 0 15,-7 9 0-15,-4 7 0 0,-2 6 0 16,0 5 0-16,-4 6 0 16,4 4 0-16,-2 4 0 0,8 1 0 15,11 3 0-15,10 2 0 0,8-2 0 16,15 0 0-16,12-4 0 0,8-5 0 15,9-4 0-15,1-7 0 16,5-4 0-16,-2-3-305 0,-15-2-931 16,1-1-325-16</inkml:trace>
  <inkml:trace contextRef="#ctx0" brushRef="#br1" timeOffset="187500.66">22083 18198 8192 0,'0'0'0'0,"0"0"0"16,0 0 0-16,0 0 0 16,0 0-805-16,0 0-2701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8:05:55.00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1075 1846 1968 0,'45'12'237'0,"-12"-7"727"16,13-1-496-16,1-1-172 0,5 1-56 15,6-1 109-15,6 2-209 0,4-3 8 16,5 2 104-16,5-1-116 0,7 1 24 16,6-1 100-16,4 0-112 15,8-1-16-15,3 2 68 0,3-3-116 16,7 0 12-16,6-1 44 0,8-1-116 15,3-2 24-15,7 0 49 0,7-1-53 16,6 1 12-16,4-2 16 16,6 0-68-16,3 0 12 0,5-1 8 15,3-1-12-15,6 1-12 0,2-2 8 16,2 0 0-16,2 1-8 0,6 0 4 16,-2 1 0-16,4 0-4 0,5 4 16 15,1-1-4-15,9 3 20 0,2 0 124 16,4 0-88-16,6 0 20 0,4 0 72 15,1 2-104-15,5-2-24 16,1 1 16-16,5-1-28 0,-1 0-20 16,6-1 48-16,0-1-40 0,0 1-8 15,0 0 12-15,4-1 8 0,2 2-20 16,-2 0 60-16,6 0-24 16,0 0 48-16,-4 0 68 0,8 2-116 15,1-1 12-15,-5-1-8 0,2 0-28 16,2-1-8-16,-3-3-4 0,-1 0 12 15,-4 0-12-15,-2 1 24 0,0-1-16 16,-4-2 24-16,0 2-3 0,-1 1-29 16,1 1 0-16,4 1 0 15,-2 1 0-15,10-1 0 0,-10 1 0 16,6 0 0-16,-6 0 0 0,-4 0 0 16,4-1 0-16,-4 1 0 0,2-1 0 15,-5 1 0-15,3 0 0 0,-6 0 0 16,1 0 0-16,1 0 0 0,-9 0 0 15,5 4 0-15,-7 2 0 16,5 4 0-16,-3-1 0 0,-2 0 0 16,-3-1 0-16,-3 1 0 0,-8 0 0 15,-3-3 0-15,-7-4 0 0,-11 1 0 16,-10-2 0-16,-8-1 0 0,-15 0 0 16,-15-4 0-16,-16 0 0 15,-12 1 0-15,-13 0 0 0,-16 2 0 16,-6 1 0-16,-22 0-265 0,-3 0-187 15,-19 0-212-15,-8 0-1737 0</inkml:trace>
  <inkml:trace contextRef="#ctx0" brushRef="#br0" timeOffset="20768.64">22802 7592 2557 0,'0'0'1833'0,"0"0"-757"15,0 0 21-15,0 0-513 0,0 0-108 16,0 0 93-16,0 0-569 0,0 0 0 15,11 35 0-15,1-12 0 0,1 5 0 16,1 2 0-16,3-3 0 16,-5 1 0-16,2-2 0 0,1-4 0 15,-3-4 0-15,1-1 0 0,-3-7 0 16,2-5 0-16,1-5 0 0,1-7 0 16,5-11 0-16,2-13 0 0,3-10 0 15,5-12 0-15,2-9 0 0,4-9 0 16,3-5 0-16,11-5 0 15,9-2 0-15,6 1 0 0,7 5 0 16,-3 10 0-16,-4 8 0 0,-6 8 0 16,-19 15 0-16,-6 2-221 0</inkml:trace>
  <inkml:trace contextRef="#ctx0" brushRef="#br0" timeOffset="53906.94">6712 7868 2084 0,'0'0'2169'0,"0"0"-1604"0,0 0 143 0,0 0-216 16,41-19-140-16,-20 18 13 0,-5 1-225 15,3 2-48-15,-2 4-36 16,-1 3-48-16,-5 0-8 0,-1 1 0 15,-6-1-4-15,-2 2 4 0,-2-2 0 16,-6 1-20-16,-9-2 20 0,-3-1 64 16,-3-2-64-16,-8-3 36 0,2 0 28 15,5-2-52-15,-3-2 0 0,8-4 76 16,7 3-36-16,0-2 20 0,5-1 60 16,3 1-88-16,-2-3 52 15,0 0 72-15,4-1-152 0,0 2 20 16,4 4-36-16,0-2 8 0,7 2-8 15,1 3 0-15,5 4-12 0,1 5 12 16,-5 2-4-16,-3 3-28 0,-4 0 0 16,-2-1-768-16,-4-5-477 15,0-2-920-15</inkml:trace>
  <inkml:trace contextRef="#ctx0" brushRef="#br0" timeOffset="65032.68">23344 11685 2152 0,'0'0'41'0,"0"0"1303"16,0 0-151-16,0 0-613 15,0 0 576-15,0 0-499 0,0 0-89 16,0 0-67-16,4 32-501 0,-2-36 0 16,2-9 0-16,5-15 0 0,1-10 0 15,2-12 0-15,5-5 0 16,-1-3 0-16,-1-5 0 0,-1-5 0 15,1-2 0-15,-1-2 0 0,1 5 0 16,5 8 0-16,-5 15 0 0,-1 12 0 16,-3 11 0-16,-3 10 0 15,-4 5 0-15,0 3 0 0,-4 3 0 16,2 5 0-16,5 9 0 0,-3 17 0 16,-2 10 0-16,-2 12 0 0,0 7 0 15,2 0 0-15,4 4 0 0,2-3 0 16,1-1 0-16,1-3 0 0,0-7 0 15,1-4 0-15,-1-9 0 0,-2-6 0 16,-4-8 0-16,-2-9 0 0,0-7-1541 16,-4-7-753-16</inkml:trace>
  <inkml:trace contextRef="#ctx0" brushRef="#br0" timeOffset="65174.12">23449 11469 7075 0,'0'0'904'15,"0"0"-691"-15,0 0-213 0,42 20 0 16,1-20 0-16,5-6 0 0,1-1 0 16,1-1 0-16,2 2 0 15,-1-1 0-15,-1-1 0 0,-13 3-1173 16,-6-5-2701-16</inkml:trace>
  <inkml:trace contextRef="#ctx0" brushRef="#br0" timeOffset="65716.32">24136 11095 608 0,'0'0'548'0,"0"0"0"0,0 0-156 0,14-33 1177 16,-12 22 40-16,0 3-517 0,-2 3-291 16,0 3 224-16,-4 0-1025 0,-4 2 0 15,-13 10 0-15,-10 10 0 0,-6 12 0 16,-4 9 0-16,1 4 0 15,5 5 0-15,6 3 0 0,7 2 0 16,7 0 0-16,11-1 0 16,6-3 0-16,8-5 0 0,7-5 0 0,4-5 0 15,8-6 0-15,2-10 0 16,6-4 0-16,2-7 0 0,0-3 0 16,-2-6 0-16,-3-3 0 0,-8-9 0 15,-7 1-521-15,-4-7-2100 0</inkml:trace>
  <inkml:trace contextRef="#ctx0" brushRef="#br0" timeOffset="67609.83">24750 11102 1072 0,'0'0'3245'0,"0"0"-2520"15,0 0 523-15,0 0-491 0,0 0-173 16,2-37-23-16,-8 30-561 15,-5-1 0-15,-7-2 0 0,-5 2 0 16,-4 1 0-16,0 3 0 0,4 4 0 16,-4 0 0-16,5 8 0 0,-1 6 0 15,-2 3 0-15,9 5 0 16,-1 0 0-16,5 3 0 0,3 1 0 16,5 0 0-16,4 0 0 0,7 0 0 15,7-1 0-15,7 1 0 0,8-1 0 16,4 1 0-16,6-3 0 0,0 1 0 15,-2-2 0-15,-4 1 0 0,-4-2 0 16,-8-1 0-16,-8-2 0 0,-7 0 0 16,-6-1 0-16,-6 0 0 15,-13-1 0-15,-8 1 0 0,-10-1 0 16,-11 0 0-16,-1-3 0 0,-5-4 0 16,0-6 0-16,5-4 0 0,3-9 0 15,9-7 0-15,6-8 0 16,12 3-329-16,7-5-2472 0</inkml:trace>
  <inkml:trace contextRef="#ctx0" brushRef="#br0" timeOffset="68401.5">25849 11139 1448 0,'0'0'3214'0,"0"0"-2354"0,0 0-220 0,0 0 477 16,0 0-541-16,0 0-239 0,-22-34-337 15,17 27 0-15,1 2 0 0,-2 0 0 16,2 0 0-16,-2 1 0 0,-7 1 0 16,-11-1 0-16,-7 1 0 0,-11 2 0 15,-1 1 0-15,-1 3 0 16,3 2 0-16,4 1 0 0,4 1 0 16,8 0 0-16,6 1 0 0,5-2 0 15,6 4 0-15,4 1 0 0,4 4 0 16,2 1 0-16,6 2 0 15,2 0 0-15,5 3 0 0,-3 1 0 16,0 1 0-16,-3 3 0 0,-3 0 0 16,-4 0 0-16,-2-2 0 15,-2-1 0-15,-2-5 0 0,0-2 0 16,2-5 0-16,2-5 0 0,-2-3 0 16,2-2 0-16,0-1 0 0,2 0 0 15,4-2 0-15,6-9 0 0,11-3 0 16,6-5 0-16,4 1 0 0,2 6 0 15,0 4 0-15,0 2 0 0,-2 5 0 16,-2 1 0-16,-4 7 0 0,-4 3 0 16,-2 2 0-16,-3 2 0 15,-5 1 0-15,-1 2 0 0,-6-1 0 16,-4 2 0-16,-4 1 0 0,-6 0 0 16,-11 2 0-16,-3 1 0 0,-7 0 0 15,-8 2 0-15,-3 1 0 16,-1-4 0-16,0-2 0 0,1-2 0 15,3-6 0-15,4-4 0 0,4-4 0 16,6-3 0-16,11-6-149 0,6-1-1131 16,6 0-313-16</inkml:trace>
  <inkml:trace contextRef="#ctx0" brushRef="#br0" timeOffset="68710.25">26354 11180 4285 0,'0'0'2822'0,"-54"-17"-1878"0,21 9-803 0,8 3-141 0,-2 5 0 16,4 0 0-16,1 10 0 0,1 7 0 15,0 6 0-15,1 8 0 16,-3 6 0-16,4 7 0 0,3 7 0 16,6 3 0-16,7 1 0 0,8-5 0 15,11-5 0-15,7-6 0 16,6-9 0-16,6-6 0 0,6-11 0 15,3-7 0-15,-3-6 0 0,2-10 0 16,-5-7 0-16,-7-10 0 0,-4-5 0 16,-7-4 0-16,-12-8 0 15,-8-3 0-15,-4-7 0 0,-14-1 0 16,-3 1 0-16,-6 8 0 0,4 14 0 16,5 13 0-16,5 11 0 0,5 7 0 15,4 1-1213-15,-2 0-460 0</inkml:trace>
  <inkml:trace contextRef="#ctx0" brushRef="#br0" timeOffset="68926.27">26383 11153 1352 0,'0'0'3690'0,"0"0"-3002"15,0 0-100-15,-50 58 737 0,25-12-776 16,-2 11-549-16,3 1 0 0,1-4 0 16,2 1 0-16,3-4 0 0,3-5 0 15,5-5 0-15,4-8 0 16,1-13 0-16,5-10-1798 0</inkml:trace>
  <inkml:trace contextRef="#ctx0" brushRef="#br0" timeOffset="69637.19">26794 11133 6306 0,'0'0'877'0,"0"0"-213"0,0 0-319 0,0 0-345 0,0 0 0 15,0 0 0-15,0 0 0 0,0 0 0 16,0 0 0-16,58-11 0 15,-31 20 0-15,0 6 0 0,-3 1 0 16,-1 4 0-16,-4-1 0 0,-7 0 0 16,-8 0 0-16,-4 0 0 15,-6-1 0-15,-6 1 0 0,-7-2 0 16,1 0 0-16,-5-3 0 0,2-2 0 16,0-1 0-16,5-5 0 0,1-2 0 15,7-1 0-15,4-2 0 0,2 1 0 16,2 1 0-16,2 1 0 0,8 3 0 15,5 2 0-15,5 6 0 0,1 1 0 16,-2 1 0-16,-1 1 0 0,3 0 0 16,0 3 0-16,-1-2 0 15,1-2 0-15,-2 2 0 0,-5-4 0 16,-6 1 0-16,-3-2 0 0,-8 1 0 16,-7 1 0-16,-4 1 0 0,-9 0 0 15,-6-1 0-15,-4-2 0 16,-2-3 0-16,0-5 0 0,-1-4 0 15,8-2 0-15,-1-5 0 0,4-2 0 16,10 0 0-16,7-5-589 0,8 4-1820 16,8-4-1861-16</inkml:trace>
  <inkml:trace contextRef="#ctx0" brushRef="#br0" timeOffset="70306.22">28001 11559 2429 0,'0'0'3321'0,"0"0"-2476"0,-10-40 483 16,6 27-1059-16,-2 1-269 0,-5 3 0 15,-1 4 0-15,-5 4 0 0,-3 5 0 16,-5 11 0-16,-4 9 0 0,0 9 0 15,0 3 0-15,6 4 0 0,5 0 0 16,9-3 0-16,7-2 0 0,8-7 0 16,9-5 0-16,8-5 0 15,8-7 0-15,0-3 0 0,4-6 0 16,0-2 0-16,-2-1 0 0,-2-5-573 16,-10 0-2096-16,-1-1-737 0</inkml:trace>
  <inkml:trace contextRef="#ctx0" brushRef="#br0" timeOffset="70598.5">28212 11519 6983 0,'0'0'988'15,"0"0"-767"-15,-33-30-221 16,14 33 0-16,-3 7 0 0,-5 9 0 16,2 5 0-16,0 3 0 0,4 4 0 15,3 1 0-15,8 0 0 0,3 1 0 16,7-1 0-16,4-3 0 0,11-8 0 15,4-3 0-15,7-8 0 0,3-6 0 16,0-4 0-16,0-4 0 16,-6-8 0-16,-2-4 0 0,-7-4 0 15,-4-4 0-15,-3-2 0 0,-5 0 0 16,-2-2 0-16,0 0 0 0,-6 2 0 16,-1 3 0-16,1 4 0 0,2 2 0 15,4 5-57-15,2 4-1147 16,2 0-377-16</inkml:trace>
  <inkml:trace contextRef="#ctx0" brushRef="#br0" timeOffset="70827.57">28264 11575 3693 0,'0'0'3534'0,"-11"53"-2650"0,11-20-803 16,5 2-81-16,3 0 0 0,4 0 0 15,3-4 0-15,5-5 0 0,1-5 0 16,4-6 0-16,-2-8 0 0,1-7 0 15,-1-6 0-15,-2-10 0 0,-3-7 0 16,1-5 0-16,-2-8 0 16,-3-3 0-16,3-4 0 0,-3 1 0 15,0 6 0-15,-1 7 0 0,-1 6 0 16,-3 10 0-16,-5 6 0 0,-2 1 0 16,-2 6-1093-16,0 0-436 0,0 1-456 15</inkml:trace>
  <inkml:trace contextRef="#ctx0" brushRef="#br0" timeOffset="71186.5">28566 11733 5850 0,'0'0'981'0,"43"13"-89"0,-10-13-423 15,4-4-469-15,-4-7 0 0,-4-2 0 16,-4-1 0-16,-8-3 0 0,-7-1 0 16,-4 0 0-16,-6-3 0 0,-8 3 0 15,-5 2 0-15,-7 6 0 0,-1 10 0 16,-2 7 0-16,1 13 0 0,-5 8 0 15,2 6 0-15,0 2 0 0,11 1 0 16,5-5 0-16,9-5 0 16,17-5 0-16,6-3 0 0,8-6 0 15,6-3 0-15,-2-6 0 0,2-3 0 16,-6-1 0-16,-2 0 0 0,-6-4 0 16,-9 3 0-16,-1-1 0 15,-9 1 0-15,0 1 0 0,-2-1 0 16,-2 0 0-16,2 0 0 0,-2-1 0 15,4-7 0-15,3-9 0 0,1-6 0 16,0-7 0-16,2-3 0 0,1-1 0 16,-3 2 0-16,2 6 0 15,-1 4 0-15,-3 8 0 0,0 5 0 16,4 2 0-16,3 4-345 0,-1 2-1412 16,3 1-324-16</inkml:trace>
  <inkml:trace contextRef="#ctx0" brushRef="#br0" timeOffset="71494.77">29246 11577 5702 0,'0'0'1301'15,"0"0"-112"-15,0 0-1189 0,0 0 0 16,0 0 0-16,0 0 0 0,-46-37 0 16,30 37 0-16,-1 0 0 0,3 6 0 15,-3 2 0-15,5 1 0 16,1 0 0-16,3 2 0 0,6-1 0 15,2 2 0-15,4 0 0 0,4 2 0 16,7 1 0-16,3 0 0 0,5 3 0 16,2 1 0-16,2 2 0 0,2 2 0 15,-4-3 0-15,-3 0 0 16,-7-1 0-16,-5-3 0 0,-6 0 0 16,-4 1 0-16,-4-2 0 0,-6 0 0 15,-5-1 0-15,-5-3 0 0,-7-1 0 16,-2-4 0-16,0-5 0 0,0-1 0 15,2-8 0-15,2-5 0 0,1-5 0 16,3 3-409-16,4-5-1428 0</inkml:trace>
  <inkml:trace contextRef="#ctx0" brushRef="#br0" timeOffset="72052.84">30019 11182 3709 0,'0'0'2261'0,"0"0"-1492"0,0 0-97 0,0 0 109 0,0 0-781 0,0 0 0 16,0 0 0-16,-25 37 0 0,19 2 0 15,0 6 0-15,-1 0 0 16,1 4 0-16,-2 2 0 0,-5 1 0 15,1-1 0-15,-4-2 0 0,1-7 0 16,3-5 0-16,-1-11 0 0,7-8 0 16,2-10 0-16,2-5 0 15,2-3 0-15,8-12 0 0,11-15 0 16,10-9 0-16,8-9 0 0,2 2 0 16,-4 9 0-16,-4 9 0 0,-8 9 0 15,-9 8 0-15,-7 7 0 0,-5 1 0 16,0 7 0-16,-2 7 0 0,0 7 0 15,-2 4 0-15,-2 0 0 0,2-1 0 16,-1-5 0-16,3-1 0 0,5-1 0 16,1-2 0-16,2-2 0 15,-2-3-637-15,0-4-884 0,1-2-800 0</inkml:trace>
  <inkml:trace contextRef="#ctx0" brushRef="#br0" timeOffset="72318.53">30352 11583 7807 0,'0'0'385'16,"-31"-39"-385"-16,16 25 0 0,3 7 0 16,-3 6 0-16,-1 5 0 0,-1 9 0 15,-4 8 0-15,3 5 0 16,-1 5 0-16,3 2 0 0,5 2 0 16,9-2 0-16,4-3 0 0,9-6 0 15,7-4 0-15,7-8 0 0,4-6 0 16,6-5 0-16,2-5 0 0,-1-10 0 15,-1-6 0-15,-11-3 0 0,-3-5 0 16,-8-2 0-16,-7 0 0 0,-6 2 0 16,0 2 0-16,-6 2 0 15,-5 8 0-15,3 6 0 0,2 6 0 16,2 3 0-16,2 1-769 0,-1 0-396 16,3 2-1696-16</inkml:trace>
  <inkml:trace contextRef="#ctx0" brushRef="#br0" timeOffset="72690.92">30511 11628 6883 0,'0'0'976'0,"0"0"-643"0,0 0-333 16,0 0 0-16,0 0 0 0,-33 20 0 15,24-1 0-15,5 3 0 0,2 0 0 16,4-4 0-16,6 0 0 0,5-3 0 15,3-4 0-15,1-3 0 0,4-6 0 16,-3-2 0-16,5-7 0 0,-2-4 0 16,-3-4 0-16,-1-5 0 15,-5 2 0-15,-1 3 0 0,-5 1 0 16,-4 6 0-16,0 4 0 0,-2 3 0 16,0 1 0-16,0 4 0 0,2 8 0 15,4 7 0-15,4 5 0 0,5-2 0 16,4-4 0-16,3-7 0 0,1-4 0 15,2-5 0-15,-2-2 0 16,-7-2 0-16,-3-7 0 0,-3-3 0 16,-6-4 0-16,-4-6 0 15,0-2 0-15,-4-6 0 0,-4-1 0 16,1-2 0-16,1-5 0 0,0 9-2682 16,6 0-2324-16</inkml:trace>
  <inkml:trace contextRef="#ctx0" brushRef="#br0" timeOffset="73093.66">31443 11111 2048 0,'0'0'3778'0,"0"0"-2753"0,0 0 316 16,0 0-1341-16,0 0 0 0,0 0 0 15,-25 62 0-15,17-16 0 0,2 8 0 16,6 2 0-16,2 7 0 0,4 2 0 16,0 3 0-16,-4-2 0 15,-2 0 0-15,-4-5 0 0,-6-6 0 16,-5-5 0-16,1-7 0 0,-1-8 0 16,1-13 0-16,4-11-169 0,1-10-939 15,-1-8-1550-15</inkml:trace>
  <inkml:trace contextRef="#ctx0" brushRef="#br0" timeOffset="73201.03">31242 11600 6330 0,'0'0'677'16,"38"-29"-109"-16,-7 21 49 0,0 3-617 15,2 2 0-15,-4 3 0 16,-2 3 0-16,2 2 0 0,-3 3 0 16,1 0 0-16,2 2 0 0,-2 1-841 15,-2-2-468-15,-7-2 497 0,-1-2-3950 0</inkml:trace>
  <inkml:trace contextRef="#ctx0" brushRef="#br0" timeOffset="73450.84">31726 11606 1416 0,'0'0'5191'0,"0"0"-4247"15,-49-9-303-15,30 15-641 0,-4 8 0 16,0 10 0-16,3 4 0 0,5 5 0 16,5 0 0-16,10-3 0 0,10-2 0 15,13-7 0-15,8-6 0 16,6-4 0-16,7-7 0 0,-3-5 0 0,0-10 0 15,-8-7 0-15,-6-3 0 16,-8-4 0-16,-9-6 0 0,-4-1 0 16,-6-5 0-16,-12-1 0 0,-2 3 0 15,-5 3 0-15,-2 8 0 16,-1 7 0-16,-3 7 0 0,0 4-1181 16,6 0-824-16,-1 3-1717 0</inkml:trace>
  <inkml:trace contextRef="#ctx0" brushRef="#br0" timeOffset="74302.05">23557 12580 1344 0,'0'0'2073'0,"0"0"-1237"0,0 0-211 16,0 0 627-16,0 0-387 0,0 0-109 16,2-37-315-16,-4 17-441 0,0 0 0 15,-2 2 0-15,-2 4 0 16,-3 2 0-16,1 4 0 0,0 4 0 15,-1 4 0-15,3 10 0 0,-8 13 0 16,1 11 0-16,-1 6 0 0,1 0 0 16,9-4 0-16,4-5 0 0,2-8 0 15,11-5 0-15,5-8 0 16,3-6 0-16,10-4 0 0,-4-9 0 16,6-8 0-16,-2-1 0 0,-2-3 0 15,-6 2 0-15,-7 6 0 0,-5 4 0 16,-7 4 0-16,-2 5 0 0,-2 1 0 15,0 9 0-15,-2 7 0 0,2 6 0 16,-2-1 0-16,2 1 0 16,8-7 0-16,4-1 0 0,5-3 0 15,6-5 0-15,3-4-625 0,-5-2-432 16,0-1-1636-16</inkml:trace>
  <inkml:trace contextRef="#ctx0" brushRef="#br0" timeOffset="74566.58">23983 12466 3973 0,'0'0'4106'16,"-35"-34"-3993"-16,14 21-113 0,-2 9 0 15,-2 7 0-15,1 6 0 0,-1 10 0 16,2 6 0-16,6 2 0 0,5 6 0 15,6 1 0-15,6-1 0 0,8 1 0 16,7-2 0-16,5-6 0 0,9-2 0 16,2-10 0-16,4-4 0 15,1-9 0-15,-1-4 0 0,0-8 0 16,0-10 0-16,-8 4-1838 0,-7-6-1611 16</inkml:trace>
  <inkml:trace contextRef="#ctx0" brushRef="#br0" timeOffset="74759.98">24254 12032 7259 0,'0'0'800'15,"0"0"-667"-15,0 0-133 0,0 0 0 16,0 0 0-16,0 0 0 16,0 0 0-16,-19 49 0 0,13 0 0 15,4 12 0-15,0 8 0 0,2 0 0 16,0 3 0-16,0 3 0 0,0 2 0 15,-5 0 0-15,1-4 0 0,0-7 0 16,2-11 0-16,-2-12 0 16,-2-17-697-16,4-12-940 0,-4-14-124 0</inkml:trace>
  <inkml:trace contextRef="#ctx0" brushRef="#br0" timeOffset="74907.69">24103 12541 6779 0,'0'0'1156'0,"24"-43"-899"0,-5 28-257 16,-2 4 0-16,-3 2 0 15,1-1 0-15,1 3 0 0,-1 0 0 16,1 0 0-16,3 3 0 0,1 3 0 16,1 1 0-16,-2 6-1029 0,-5-1-776 15,-4 3-228-15</inkml:trace>
  <inkml:trace contextRef="#ctx0" brushRef="#br0" timeOffset="75108.98">24367 12501 3789 0,'0'0'2385'15,"0"0"-1136"-15,-12 47-480 0,6-22-769 16,-3 1 0-16,1 0 0 0,2 3 0 15,6-3 0-15,0 0 0 0,16-4 0 16,3-4 0-16,4-6 0 16,6-5 0-16,-4-4 0 0,-1-3 0 15,-3-9 0-15,-4-3 0 0,-3-7 0 16,-8-2 0-16,5-6 0 0,-9-3 0 16,0-8 0-16,-2-2 0 0,-7-4 0 15,-1 5 0-15,2 6 0 0,2 8 0 16,-2 4-525-16,2 6-1632 15,-3 2-2133-15</inkml:trace>
  <inkml:trace contextRef="#ctx0" brushRef="#br0" timeOffset="75717.67">24777 12561 3541 0,'0'0'2641'0,"-23"-41"-2020"0,15 18 471 16,1 9-795-16,3 4-297 15,-2 8 0-15,0 2 0 0,-5 11 0 16,-7 16 0-16,-5 11 0 0,-2 6 0 16,9 1 0-16,3-7 0 0,9-7 0 15,4-7 0-15,6-6 0 0,9-8 0 16,8-9 0-16,-1-6 0 15,9-13 0-15,-2-3 0 0,-4-4 0 16,2 0 0-16,-8 2 0 0,-7 4 0 16,-4 6 0-16,-2 5 0 0,-3 7 0 15,-3 2 0-15,-3 14 0 16,-5 8 0-16,0 10 0 0,2 3 0 16,0-5 0-16,3-6 0 0,3-6 0 15,3-6 0-15,3-6 0 0,4-6 0 16,7-9-597-16,-3-4-744 0,3-9-3049 0</inkml:trace>
  <inkml:trace contextRef="#ctx0" brushRef="#br0" timeOffset="75915.69">25033 12024 6771 0,'0'0'584'16,"0"0"253"-16,0 0-837 0,0 0 0 15,-8 49 0-15,-3-2 0 16,-1 11 0-16,-1 7 0 0,3 1 0 15,4 1 0-15,2-2 0 0,2-2 0 16,2-6 0-16,6-11 0 0,0-9 0 16,4-13 0-16,5-17-357 0,-3-7-1484 15,3-12-188-15</inkml:trace>
  <inkml:trace contextRef="#ctx0" brushRef="#br0" timeOffset="76070.89">25163 12145 2917 0,'0'-33'3477'16,"2"15"-2588"-16,0 6-165 0,-2 16-539 15,-4 13-185-15,-2 18 0 0,-2 12 0 16,-3 11 0-16,1 4 0 0,0 1 0 16,1-2 0-16,1 0 0 15,2-5 0-15,4-4 0 0,2-6 0 16,4-7 0-16,2-8 0 0,2-12-1353 16,-1-12-3061-16</inkml:trace>
  <inkml:trace contextRef="#ctx0" brushRef="#br0" timeOffset="76432.88">25289 12465 5794 0,'0'0'1237'0,"0"0"-213"0,0 0-887 15,-23 49-137-15,15-17 0 16,2 4 0-16,4-4 0 0,6-6 0 16,8-4 0-16,9-7 0 0,6-5 0 15,0-7 0-15,2-3 0 0,-2-7 0 16,-3-3 0-16,-3-4 0 0,-4-2 0 15,-5-1 0-15,-6-2 0 0,-4-1 0 16,-2 2 0-16,0 5 0 0,0 5 0 16,-2 7 0-16,2 1 0 15,-4 7 0-15,2 11 0 0,0 16 0 16,2 11 0-16,0 7 0 0,0 3 0 16,2-2 0-16,-2 0 0 0,0-1 0 15,-8 1 0-15,-7 0 0 16,-7 3 0-16,-11 0 0 0,-13 0 0 15,-4-3 0-15,-7-7 0 0,-1-9 0 16,2-10 0-16,4-12 0 0,3-10 0 16,11-10 0-16,7-22 0 15,4-13 0-15,9-16 0 0,12-8 0 16,12 1 0-16,21 7 0 0,16 6 0 16,11 3 0-16,-11 12-561 0,3-1-4197 0</inkml:trace>
  <inkml:trace contextRef="#ctx0" brushRef="#br0" timeOffset="76775.97">26068 12684 2529 0,'0'0'1144'0,"13"-59"45"0,-3 28 343 0,-2 8-623 15,-1 2-121-15,-5 7-687 16,-2 6-101-16,-2 3 0 0,-13 8 0 16,-3 8 0-16,-7 12 0 0,-4 7 0 15,2 7 0-15,0 6 0 0,4 0 0 16,9-1 0-16,6 0 0 0,8-6 0 15,10-5 0-15,9-8 0 0,10-13 0 16,8-10 0-16,2-10 0 16,2-16 0-16,1-9 0 0,-1-12 0 15,-6-5-73-15,-10 9-1772 0,-2-2-1140 0</inkml:trace>
  <inkml:trace contextRef="#ctx0" brushRef="#br0" timeOffset="76953.22">26273 12141 6430 0,'0'0'801'0,"-19"46"-189"16,5-7-263-16,-3 8-349 0,-3 6 0 16,1 4 0-16,3 1 0 0,1-1 0 15,3 1 0-15,8-3 0 16,4-4 0-16,2-4 0 0,10-4 0 16,5-10 0-16,5-9 0 0,9-14 0 15,-8-6-1297-15,4-6-392 0</inkml:trace>
  <inkml:trace contextRef="#ctx0" brushRef="#br0" timeOffset="77167.75">26418 12624 7199 0,'0'0'984'0,"-27"-46"-975"15,8 25-9-15,3 7 0 0,-1 7 0 16,1 7 0-16,1 6 0 0,3 12 0 16,-5 9 0-16,5 9 0 0,-1 6 0 15,3 5 0-15,6-2 0 16,4-5 0-16,8-8 0 0,11-8 0 15,8-11 0-15,4-8 0 0,2-8 0 16,0-11 0-16,-2-10 0 0,-8-5 0 16,-3-6 0-16,-9-2 0 0,-9 1 0 15,-2-2 0-15,-2 10-841 16,-7-1-1720-16</inkml:trace>
  <inkml:trace contextRef="#ctx0" brushRef="#br0" timeOffset="77555.75">27075 12157 3073 0,'0'0'2221'0,"0"0"-1153"0,0 0-183 0,0 0 60 15,-41 17-945-15,28 20 0 0,-1 13 0 16,4 8 0-16,3 2 0 0,7-4 0 15,2 3 0-15,7 1 0 0,1-2 0 16,-4 1 0-16,0-2 0 16,-1-4 0-16,-5-5 0 0,0-8 0 15,0-9 0-15,0-12 0 0,-2-8 0 16,-1-10 0-16,3-1-1353 0,-6-17-644 0</inkml:trace>
  <inkml:trace contextRef="#ctx0" brushRef="#br0" timeOffset="77668.62">26916 12546 5998 0,'0'0'669'0,"35"-17"63"0,-8 9-108 16,0-2-455-16,0-3-169 15,2-1 0-15,0-5 0 0,-3-6 0 16,1-3 0-16,-6 3-841 0,-4-2-2981 0</inkml:trace>
  <inkml:trace contextRef="#ctx0" brushRef="#br0" timeOffset="77970.98">27259 12169 5690 0,'0'0'1617'16,"-6"48"-1045"-16,2-7-259 16,-4 5-313-16,-3 4 0 0,-1 5 0 15,-1 1 0-15,3 0 0 0,2-3 0 16,4-4 0-16,0-3 0 0,1-6 0 16,1-4 0-16,2-10 0 0,0-8 0 15,0-10 0-15,2-6 0 0,3-3 0 16,5-12 0-16,6-9 0 15,5-8 0-15,0-2 0 0,-1 2 0 16,-3 9 0-16,-7 6 0 0,-3 6 0 16,-7 9 0-16,0 3 0 0,0 6 0 15,-5 10 0-15,1 8 0 16,-4 5 0-16,4-1 0 0,0-5 0 16,4-7 0-16,0-6 0 0,6-2 0 15,2-5 0-15,3-5 0 0,-1-2-301 16,-2-6-1372-16,0-5-784 0</inkml:trace>
  <inkml:trace contextRef="#ctx0" brushRef="#br0" timeOffset="78108.64">27466 12708 7067 0,'0'0'1125'16,"0"0"-1125"-16,-19 49 0 0,13-28 0 16,-2 3 0-16,-1-2 0 0,5 1 0 15,0-8 0-15,4-5 0 0,0-6 0 16,6-4 0-16,1 0-941 15,3-14-832-15</inkml:trace>
  <inkml:trace contextRef="#ctx0" brushRef="#br0" timeOffset="78218.95">27563 12300 6955 0,'0'0'616'0,"0"0"-360"0,0 0 109 15,0 0-365-15,0 0 0 0,0 0-165 16,-10 51-775-16,14-29-413 0,4-6-3921 0</inkml:trace>
  <inkml:trace contextRef="#ctx0" brushRef="#br0" timeOffset="78544.92">27755 12664 2709 0,'0'0'2821'0,"0"0"-1556"16,0 0 111-16,0 0-1355 0,0 0-21 15,0 0 0-15,-35-1 0 0,25 0 0 16,-3 1 0-16,-1 3 0 15,4 3 0-15,-3 4 0 0,5-2 0 16,0 2 0-16,3-2 0 0,3-3 0 16,2 0 0-16,5 3 0 0,9 4 0 15,13 4 0-15,6 3 0 16,10 0 0-16,-1-2 0 0,-3-2 0 16,-4 3 0-16,-2-3 0 0,-10 2 0 15,-9 0 0-15,-7-1 0 0,-7 1 0 16,-13 0 0-16,-5 1 0 0,-11-1 0 15,-6-1 0-15,-9-1 0 0,1-5 0 16,-1-4 0-16,5-4 0 0,10-4 0 16,4-7 0-16,15-6 0 15,10-6-365-15,8 4-1456 0,7-4-832 0</inkml:trace>
  <inkml:trace contextRef="#ctx0" brushRef="#br0" timeOffset="78979.14">28566 12741 6430 0,'0'0'937'0,"0"0"-141"0,0 0-767 16,-13 42-29-16,3-9 0 0,-1 6 0 16,1 4 0-16,0-7 0 0,2-4 0 15,3-4 0-15,1-7 0 0,4-6 0 16,0-5 0-16,0-7 0 0,2-3 0 15,0 0-769-15,5-10-840 0</inkml:trace>
  <inkml:trace contextRef="#ctx0" brushRef="#br0" timeOffset="79118.7">28677 12373 6959 0,'0'0'304'15,"0"0"276"-15,0 0-344 16,0 0-123-16,0 0-113 0,0 0 0 15,-10 55-45-15,8-17-939 0,2 4-253 16,0-10-179-16,4-4-2682 0</inkml:trace>
  <inkml:trace contextRef="#ctx0" brushRef="#br0" timeOffset="79347.57">28638 12950 6498 0,'0'0'785'0,"0"0"-265"0,0 0-131 15,0 0-389-15,0 0 0 0,0 0 0 16,43-62 0-16,-22 24 0 0,2-1 0 15,-1 6 0-15,3 3 0 0,-6 11 0 16,-5 8 0-16,-5 7 0 16,-5 4 0-16,0 4 0 0,0 12 0 15,-4 15 0-15,-2 8 0 0,-2 6 0 16,-2-5 0-16,6-10 0 0,2-3 0 16,6-9 0-16,6-6 0 0,3-6 0 15,8-11 0-15,-5-2-13 16,3-12-2328-16</inkml:trace>
  <inkml:trace contextRef="#ctx0" brushRef="#br0" timeOffset="79752.08">29810 12765 4694 0,'0'0'960'0,"16"-37"105"0,-13 20-449 16,-6 2-20-16,-5 1-335 0,-6 1-261 16,-3 3 0-16,-6 6 0 15,1 4 0-15,-1 9 0 0,2 10 0 16,-1 11 0-16,-1 8 0 0,6 6 0 16,5 3 0-16,6-2 0 0,6-3 0 15,6-7 0-15,8-8 0 0,5-9 0 16,6-8 0-16,4-10 0 0,2-15 0 15,4-12 0-15,-2-12 0 0,-8 5-1934 16,-3-9-895-16</inkml:trace>
  <inkml:trace contextRef="#ctx0" brushRef="#br0" timeOffset="79935.84">29975 12212 6647 0,'0'0'948'0,"-18"34"-520"16,3 0-259-16,-3 11-169 0,1 10 0 15,3 0 0-15,3 4 0 16,5 3 0-16,2 1 0 0,2 0 0 16,2-6 0-16,0-5 0 0,4-7 0 15,2-8 0-15,5-10 0 16,1-8 0-16,0-10 0 0,1-7-1433 16,-1-4-820-16</inkml:trace>
  <inkml:trace contextRef="#ctx0" brushRef="#br0" timeOffset="80586.89">30108 12682 7323 0,'0'0'700'0,"0"0"-531"16,0 0-169-16,-17 57 0 16,3-12 0-16,1 7 0 0,-1-2 0 15,5-11 0-15,7-7 0 0,2-7 0 16,9-11 0-16,3-7 0 0,9-7 0 16,1-14 0-16,-3-4-57 0,-4-8-2212 15</inkml:trace>
  <inkml:trace contextRef="#ctx0" brushRef="#br0" timeOffset="80702.45">30213 12337 3873 0,'0'0'4118'15,"0"0"-3917"-15,0 0-201 0,0 0 0 16,0 0 0-16,0 0 0 16,0 0 0-16,0 0 0 0,-14 36 0 15,22-14-341-15,0-5-1024 0,2-4-3197 0</inkml:trace>
  <inkml:trace contextRef="#ctx0" brushRef="#br0" timeOffset="81133.89">30538 12713 1200 0,'0'0'2985'0,"0"0"-1396"16,0 0-560-16,-29-45-121 0,2 34-427 16,-6 5-481-16,-7 4 0 0,1 3 0 15,4 6 0-15,6 3 0 0,10 1 0 16,5 1 0-16,8 4 0 0,4-1 0 15,4-2 0-15,6 3 0 0,7-2 0 16,3-2 0-16,5 3 0 0,4-3 0 16,2-1 0-16,0 0 0 15,0 0 0-15,-9 1 0 0,-3 2 0 16,-13-1 0-16,-4 5 0 0,-10 0 0 16,-7-1 0-16,-6 0 0 0,-2-2 0 15,-3-3 0-15,-1-1 0 16,-2-3 0-16,4-3 0 0,4-5 0 15,9 0 0-15,5-7-1165 0,5 0-320 16,4-4-656-16</inkml:trace>
  <inkml:trace contextRef="#ctx0" brushRef="#br0" timeOffset="81394.82">30726 12694 3357 0,'0'0'2893'0,"0"0"-1940"0,-46-19 36 16,34 17-989-16,-1 2 0 16,1 3 0-16,0 9 0 0,-1 4 0 15,-1 8 0-15,1 6 0 0,3 4 0 16,2 4 0-16,6 1 0 0,2-1 0 16,2-8 0-16,6-5 0 0,9-9 0 15,5-5 0-15,3-7 0 16,2-4 0-16,2-6 0 0,-2-5 0 15,-7-1 0-15,-1-3-49 0,-5 0-787 16,-3 0-45-16,-3 3-747 0,-4 6 519 16,0 5-408-16</inkml:trace>
  <inkml:trace contextRef="#ctx0" brushRef="#br0" timeOffset="81541.2">30833 12976 1232 0,'0'0'2341'0,"0"0"-1212"0,0 0 407 15,0 0-703-15,0 0-133 0,0 0-279 16,0 0-421-16,0 0 0 0,0 0 0 15,-33-47 0-15,31 18 0 0,4-2 0 16,6 5 0-16,3-1 0 16,1 2 0-16,1 4 0 0,3 0 0 15,1 1 0-15,-1 3 0 0,3 1 0 16,-9 4-2082-16,0 3-883 0</inkml:trace>
  <inkml:trace contextRef="#ctx0" brushRef="#br0" timeOffset="81775.9">30957 12797 6871 0,'0'0'724'16,"0"0"-127"-16,54 7-597 0,-33-14 0 16,-5-5 0-16,-6 0 0 0,-3-1 0 15,-5-2 0-15,-2-3 0 16,-6-1 0-16,-3 2 0 0,-3 8 0 16,-5 7 0-16,-3 8 0 0,-3 16 0 15,-4 11 0-15,0 10 0 0,4 6 0 16,11-1 0-16,6-3 0 0,14-8 0 15,13-10 0-15,12-8 0 0,8-10 0 16,5-9 0-16,1-10 0 0,1-11 0 16,-5-8 0-16,-4-4-281 15,-8-6-1160-15,-8 8 145 0,-8-5-701 0</inkml:trace>
  <inkml:trace contextRef="#ctx0" brushRef="#br0" timeOffset="81952.14">31298 12230 6619 0,'0'0'1476'0,"0"0"-1379"16,0 0-97-16,-10 44 0 0,2-8 0 16,-1 8 0-16,-1 3 0 0,2 4 0 15,2 5 0-15,-3 2 0 16,3 2 0-16,0 1 0 0,0-3 0 16,2-5 0-16,4-6 0 0,0-8 0 15,2-8 0-15,2-10-657 0,-2-12-4085 0</inkml:trace>
  <inkml:trace contextRef="#ctx0" brushRef="#br0" timeOffset="82123.77">31191 12815 4077 0,'0'0'3554'0,"0"0"-2993"0,0 0-561 16,58-48 0-16,-31 34 0 0,-5-1 0 16,-3 0 0-16,-3 1 0 0,-1 4 0 15,-5 0 0-15,-2 3 0 0,-5 3 0 16,-3 2-141-16,0 2-931 15,0 0-245-15,-5 0-2617 0</inkml:trace>
  <inkml:trace contextRef="#ctx0" brushRef="#br0" timeOffset="82340.14">31480 12828 2981 0,'0'0'1769'0,"44"5"-521"0,-20-6 189 16,-3-6-680-16,-9-3-757 0,-1-6 0 15,-5-4 0-15,-4-2 0 0,-4-9 0 16,-6-1 0-16,-1-1 0 0,-3 5 0 15,0 11 0-15,-5 9 0 0,-1 12 0 16,-3 13 0-16,0 11 0 16,5 11 0-16,5 6 0 0,9 5 0 0,8 2 0 15,9-2 0-15,8-6 0 16,10-7 0-16,8-8 0 0,7-5 0 16,5-8 0-16,5-5 0 0,0-5 0 15,2-6-753-15,-14-4-896 16,-5-6-1204-16</inkml:trace>
  <inkml:trace contextRef="#ctx0" brushRef="#br0" timeOffset="83040.47">23848 13444 2377 0,'0'0'2505'0,"0"0"-1573"0,0 0 621 0,0 0-728 0,-29-35-825 0,3 31 0 0,-3 4 0 0,-4 1 0 16,2 5 0-16,-3 1 0 0,-1 3 0 16,0 1 0-16,4 3 0 0,2 3 0 15,4-1 0-15,9 2 0 16,1-1 0-16,5 0 0 0,6 0 0 15,4-1 0-15,10-1 0 0,9 2 0 16,8-5 0-16,4 0 0 16,6-1 0-16,0-2 0 0,5-2 0 15,-7 3 0-15,-4-2 0 0,-7 1 0 16,-7 1 0-16,-5 1 0 0,-7 0 0 16,-5 0 0-16,-7 0 0 0,-5 0 0 15,-5-1 0-15,-3 0 0 0,-1-1 0 16,-2-4 0-16,1 0 0 0,1-4 0 15,2 1 0-15,5-2 0 0,6 0 0 16,1-2 0-16,3 1 0 16,0-2 0-16,0 2 0 0,2-2 0 15,0 1-645-15,2 0-251 0,4-2-81 16,0 1-764-16,9-8 153 0</inkml:trace>
  <inkml:trace contextRef="#ctx0" brushRef="#br0" timeOffset="83208.98">24034 13520 3521 0,'0'0'3742'16,"0"0"-2886"-16,-29 52-783 0,19-27-73 15,-2 5 0-15,-1 2 0 0,3-1 0 16,2-2 0-16,4-4 0 0,4-5 0 16,0-4 0-16,4-6 0 0,2-4 0 15,-4-5-1093-15,0-6-768 0</inkml:trace>
  <inkml:trace contextRef="#ctx0" brushRef="#br0" timeOffset="83330.88">24043 13196 6615 0,'0'0'828'0,"20"-39"-348"16,-9 30-211-16,-11 8-269 0,6 5 0 16,-2 13-173-16,0 11-659 0,2 0-377 15,-2 0-1840-15</inkml:trace>
  <inkml:trace contextRef="#ctx0" brushRef="#br0" timeOffset="83702.33">24293 13619 5494 0,'0'0'1209'0,"0"0"-469"0,-48-41 9 16,23 28-749-16,1 4 0 0,-7 4 0 15,-2 5 0-15,4 6 0 0,0 6 0 16,6 3 0-16,6 5 0 0,9-1 0 15,4 1 0-15,8-3 0 0,9-3 0 16,7-6 0-16,7-3 0 0,2-5 0 16,-2-5 0-16,2-6 0 15,0-2 0-15,-2-3 0 0,-3 1 0 16,-1 2 0-16,-4 3 0 0,-3 4 0 16,-1 6 0-16,-1 10 0 0,-1 9 0 15,-3 9 0-15,-2 7-17 16,-2 7 17-16,-1 2 17 0,-5 1-17 15,-5 3 0-15,-7 2 0 0,-11-1 0 16,-4-1 0-16,-1-5 0 16,-6-6 0-16,3-8 0 0,3-12 0 15,-1-6 0-15,6-10 0 0,4-4 0 16,5-12 0-16,3-7 0 0,9-14 0 16,4-10 0-16,11-11 0 0,10-7-1073 15,6-3-144-15,-3 17-203 0,5-1-2798 0</inkml:trace>
  <inkml:trace contextRef="#ctx0" brushRef="#br0" timeOffset="83994.13">24425 13523 1704 0,'0'0'4062'0,"-2"34"-3217"15,-4-7 379-15,2 5-867 0,0 2-357 16,-1 0 0-16,-1-1 0 0,2-2 0 16,-2-5 0-16,2-3 0 0,0-6 0 15,2-6 0-15,2-6 0 16,0-3 0-16,0-2 0 0,0-5 0 15,4-10 0-15,6-11 0 0,4-8 0 16,3-2 0-16,2 2 0 16,-5 11 0-16,1 4 0 0,-7 8 0 15,-2 6 0-15,-2 4 0 0,-2 1 0 16,2 3 0-16,1 8 0 0,-1 8 0 16,2 2 0-16,-2 2 0 0,2-4 0 15,0-2 0-15,5-2 0 0,3-5 0 16,3-3-577-16,-1-3-415 0,-1-3-1554 15,-1-1-711-15</inkml:trace>
  <inkml:trace contextRef="#ctx0" brushRef="#br0" timeOffset="84262.24">24714 13687 4622 0,'0'0'1432'0,"-2"-44"-391"16,-6 21 56-16,-4 4-1097 0,-5 4 0 16,-1 6 0-16,1 7 0 0,-2 2 0 15,1 11 0-15,1 8 0 16,1 7 0-16,1 5 0 0,3 1 0 15,6-1 0-15,6-4 0 0,2-2 0 16,6-5 0-16,7-4 0 16,1-7 0-16,7-8 0 0,0-5 0 15,-1-9 0-15,1-7 0 0,-2-2 0 16,-7-1 0-16,-1 0 0 0,-7 1 0 16,-2 1 0-16,-4 5 0 0,0 5 0 15,-2 6 0-15,0 5 0 0,-2 6 0 16,2 10 0-16,2 10 0 0,0 4 0 15,4 0 0-15,2-7 0 0,6-8 0 16,3-7 0-16,1-5 0 16,1-6 0-16,-3-4-985 0,-3-6-772 0</inkml:trace>
  <inkml:trace contextRef="#ctx0" brushRef="#br0" timeOffset="84456.87">24874 13141 4305 0,'0'0'3734'0,"0"0"-3581"16,0 0-153-16,-2 72 0 0,-5-13 0 16,3 15 0-16,0 2 0 15,4-6 0-15,4-3 0 0,7-8 0 16,1-4 0-16,2-5 0 0,7-5 0 16,-6-4 0-16,-3-9 0 0,-4-10-1029 15,-2-12-1929-15</inkml:trace>
  <inkml:trace contextRef="#ctx0" brushRef="#br0" timeOffset="84888.75">25705 13303 6142 0,'0'0'997'0,"0"0"56"0,0 0-1053 0,-4 48 0 16,-3-7 0-16,-1 9 0 0,0-2 0 16,4-2 0-16,0-2 0 0,-1-3 0 15,5-3 0-15,0-4 0 16,0-3 0-16,0-4 0 0,2-4 0 15,1-4 0-15,-1-4 0 0,2-4 0 16,0-4 0-16,0-5-801 16,0-1-772-16,2-1-764 0</inkml:trace>
  <inkml:trace contextRef="#ctx0" brushRef="#br0" timeOffset="85413.86">25897 13671 2176 0,'0'0'3994'0,"-19"-38"-2169"16,1 20-1628-16,-3 8-197 0,0 6 0 15,5 4 0-15,-3 8 0 0,5 6 0 16,-1 3 0-16,3 4 0 0,2 0 0 16,3-2 0-16,5-1 0 15,2-2 0-15,0-1 0 0,2-3 0 16,5-4 0-16,-3-3 0 0,4-3 0 16,4-2 0-16,3-3 0 0,5-4 0 15,-1-3 0-15,0-1 0 16,-1 1 0-16,1 1 0 0,-1 4 0 15,-1 3 0-15,-3 3 0 0,-1 5 0 16,-1 5 0-16,1 2 0 16,-1-2 0-16,-4 0 0 0,1-1 0 15,-1-3 0-15,-4-1 0 0,-2-1 0 16,0-2 0-16,0 1 0 0,-2 1 0 16,0 1 0-16,0 0 0 0,0-1 0 15,-4-1 0-15,2 1 0 0,2-4 0 16,-2 0 0-16,2-1 0 0,0-1 0 15,4-9 0-15,4-4 0 0,3-6 0 16,-1-8 0-16,2-2 0 0,-3 1 0 16,-3 1 0-16,-4 4 0 15,0 3 0-15,-2 6 0 0,0 6 0 16,0 4 0-16,0 2 0 0,0 1 0 16,0 2 0-16,2 2 0 0,6 5 0 15,9 7 0-15,4 2 0 16,3 0 0-16,-1-2 0 0,-2-2 0 15,-5 1 0-15,-3-1 0 0,-3 2 0 16,-6-1 0-16,-4 2 0 16,0-2 0-16,-2-2 0 0,-2-4-193 15,2-4-911-15,0-3-313 0</inkml:trace>
  <inkml:trace contextRef="#ctx0" brushRef="#br0" timeOffset="85660.22">26463 13689 2661 0,'0'0'4990'0,"-18"-34"-4449"0,5 11-541 0,1 5 0 16,-1 2 0-16,-3 7 0 15,-3 4 0-15,-1 5 0 0,-3 12 0 16,0 7 0-16,3 5 0 0,1 5 0 16,6-2 0-16,5-1 0 0,8-4 0 15,2-4 0-15,9-4 0 16,7-6 0-16,5-5 0 0,4-3 0 15,2-9 0-15,0-3 0 0,-4-3 0 16,-5-5 0-16,-1-3 0 16,-5-3 0-16,-3-3-185 0,-5 4-2708 15,0-1-2129-15</inkml:trace>
  <inkml:trace contextRef="#ctx0" brushRef="#br0" timeOffset="85816.1">26453 13233 2689 0,'0'0'4862'16,"0"0"-4221"-16,0 0-641 0,0 0 0 15,0 0 0-15,8 67 0 0,-8-19 0 16,0 6 0-16,-2-2 0 0,0-8 0 16,2-3 0-16,0-5 0 15,8-4 0-15,3-2 0 0,1-2 0 16,0-6-389-16,-1-7-1912 0,-3-5-1909 0</inkml:trace>
  <inkml:trace contextRef="#ctx0" brushRef="#br0" timeOffset="85925.85">26711 13763 7799 0,'0'0'393'0,"0"0"-393"0,0 0 0 15,0 0 0-15,0 0 0 0,0 0-1954 16,0 0-4104-16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3-17T18:07:46.268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14780 3437 2024 0,'0'0'2261'0,"0"0"-992"16,0 0-293-16,0 0-479 0,0 0-13 16,0 0 80-16,0 0-447 15,0 0-117-15,4 2 0 0,-8 0 0 16,4 0 0-16,0 3 0 0,-4 2 0 15,-2 2 0-15,-7 7 0 0,-5 3 0 16,1 2 0-16,-4 2 0 0,-1 0 0 16,-3 2 0-16,-2 4 0 15,0 2 0-15,-8 2 0 0,-2 2 0 16,-5 3 0-16,-1 0 0 0,-3 0 0 16,-1 2 0-16,-7 2 0 0,0 0 0 15,-8 1 0-15,5 1 0 0,-1-1 0 16,-4 1 0-16,8-2 0 0,2-4 0 15,5-1 0-15,5-5 0 0,5-6 0 16,4 0 0-16,4-5 0 16,2 0 0-16,0-3 0 0,11 0 0 15,-5 0 0-15,5-2 0 0,-3 1 0 16,7-1 0-16,-3-2 0 16,3-1 0-16,1-6 0 0,3 0 0 0,2-3 0 15,2-3 0-15,4-1 0 16,0 0 0-16,0-6-209 0,4-5-399 15,6-4 92-15,7-3-437 0,-3 5 41 16,-3-1-293-16</inkml:trace>
  <inkml:trace contextRef="#ctx0" brushRef="#br0" timeOffset="594.32">13651 4102 2565 0,'0'0'2249'0,"0"0"-1481"0,0 0-20 0,0 0-339 0,0 0-69 15,0 0 72-15,-33 36-300 0,19-13-16 16,3 7 132-16,-1 2-112 16,2 0 4-16,-1-1-91 0,-3 2-29 0,1-1 0 15,-5 0 0-15,1 0 0 16,5-3 0-16,-7 0 0 0,3-4 0 15,-1 0 0-15,3-6 0 0,3-5 0 16,5-5 0-16,6-4 0 16,-4-1 0-16,4-2 0 0,4 2 0 15,7-2 0-15,9-2 0 0,13-1 0 16,15-5 0-16,8-5 0 0,2 0 0 16,-1 0 0-16,-3 0 0 0,-2 4 0 15,-5-3 0-15,-9 0 0 0,-12-1 0 16,-11-2-2126-16</inkml:trace>
  <inkml:trace contextRef="#ctx0" brushRef="#br0" timeOffset="2549.12">11566 6746 2701 0,'0'0'1921'0,"10"-39"-1201"15,-6 25 344-15,-4 6-499 0,0 3-129 0,0 4 180 16,0 0-447-16,0 1-169 15,-4 0 0-15,4 8 0 0,0 12 0 16,0 17 0-16,0 8 0 0,0 9 0 16,0 3 0-16,0 1 0 0,0 3 0 15,0 3 0-15,0-1 0 0,-2-1 0 16,-2-2 0-16,0-1 0 16,1 0 0-16,-5-1 0 0,2-4 0 15,0-2 0-15,2-4 0 0,4-7 0 16,-4-3 0-16,4-7 0 15,0-5 0-15,0-2 0 0,0-8 0 16,0 0 0-16,0-8 0 0,0-1 0 16,0-4 0-16,0-3 0 0,-3 0 0 15,3 0 0-15,-4 0 0 0,-2-4 0 16,-4-3 0-16,-5-3 0 0,3 1 0 16,-3 1 0-16,5-1 0 0,0 1 0 15,-1-1 0-15,1-3 0 16,0-3 0-16,4-1 0 0,-5-2 0 15,1-3 0-15,0-2 0 0,-1-1 0 16,5 2 0-16,0 3 0 0,2 1 0 16,0 5 0-16,1 6 0 0,3 2 0 15,0 4 0-15,0 1 0 16,0 0 0-16,3 10 0 0,5 11 0 16,4 12 0-16,3 11 0 0,5 2 0 15,-3-1 0-15,4-8 0 0,-1-5 0 16,-3-7 0-16,8-6 0 15,-7-8 0-15,3-8 0 0,4-6 0 16,-5-12 0-16,1-7 0 0,0-10 0 16,-5-6 0-16,1-7 0 0,-3-3 0 15,3 0 0-15,-3 0 0 0,3 2 0 16,-5 0 0-16,3 10-1365 0,-5 3-3630 0</inkml:trace>
  <inkml:trace contextRef="#ctx0" brushRef="#br0" timeOffset="4184.56">11508 10720 2333 0,'0'0'3345'0,"0"0"-2028"0,0 0-641 16,0 0-155-16,0 0-521 0,0 0 0 15,0 0 0-15,0 0 0 16,0 0 0-16,-13 8 0 0,9 20 0 0,0 9 0 16,2 6 0-16,-2 4 0 15,4 0 0-15,0 9 0 0,-4 2 0 16,2 5 0-16,2-1 0 0,-5-1 0 15,5-5 0-15,0-5 0 0,0-5 0 16,0-4 0-16,0-5 0 0,0-6 0 16,0-5 0-16,0-7 0 15,0-7 0-15,0-4 0 0,0-5 0 16,0-2 0-16,0-1 0 0,-4-1 0 16,2-5 0-16,-4-5 0 0,-2-4 0 15,-3 2 0-15,1 1-329 16,8 5-11-16,-2 4-140 0,4-2 296 15,-4 3 184-15,4 0-16 0,-2 1 8 16,2 1-20-16,0 1-48 0,0 1 12 16,0 3 64-16,-4-2 0 0,4 1 0 15,0-2-4-15,0 3 0 0,0-1-20 16,4 0 24-16,-2 2 116 16,2 3 76-16,0-2 40 0,-4 2 240 15,0-1-212-15,0-3 25 0,0 1-285 16,0-4 0-16,0 0 0 0,-4-2 0 15,-6-5 0-15,-5-6 0 0,-1-3 0 16,-5-3 0-16,4-1 0 0,1-2 0 16,1-2 0-16,-1-5 0 15,5-2 0-15,1 3 0 0,4 1 0 16,6 5 0-16,0 5 0 0,0 4 0 16,2 6 0-16,2 4 0 0,2 1 0 15,5 3 0-15,-1 13 0 0,9 10 0 16,-3 10 0-16,-3 4 0 15,7-1 0-15,1-4 0 0,0-6 0 16,3-4 0-16,-1-8 0 0,4-8 0 16,-2-6 0-16,-5-7 0 0,-3-8 0 15,-3-10 0-15,-3-7 0 16,-9-8 0-16,2-5 0 0,-4-7 0 16,4 11-497-16,-2-1-2200 0</inkml:trace>
  <inkml:trace contextRef="#ctx0" brushRef="#br0" timeOffset="5627.22">3911 9192 4774 0,'0'0'956'0,"0"0"-304"0,0 0 301 15,0 0-329-15,0 0-391 0,0 0-233 16,0 0 0-16,-27 55 0 0,31-10 0 16,13 7 0-16,3 5 0 15,7 0 0-15,0 3 0 0,-2 4 0 16,-8 0 0-16,-3 2 0 0,-6-3 0 15,1-5-537-15,-9-9-443 16,0-16-289-16,0-11-2181 0</inkml:trace>
  <inkml:trace contextRef="#ctx0" brushRef="#br0" timeOffset="5966.17">3849 9185 3921 0,'0'0'849'0,"0"0"127"16,19-53-292-16,-7 32-163 0,7 2 259 16,3 0-452-16,9 4-195 15,0 6-133-15,7 5 0 0,-1 7 0 16,4 11 0-16,-8 9 0 0,2 7 0 15,-4 9 0-15,-2 8 0 0,-4 6 0 16,-8 1 0-16,-3 2 0 16,-8 0 0-16,-2-2 0 0,-4 1 0 15,-10-2 0-15,-11 0 0 0,1-3 0 16,-5-2 0-16,-4-4 0 0,0-3 0 16,2-3 0-16,0-7 0 15,5-6 0-15,3-6-253 0,7-10-1500 16,1-4-1004-16</inkml:trace>
  <inkml:trace contextRef="#ctx0" brushRef="#br0" timeOffset="6447.23">4477 9444 4129 0,'0'0'2313'0,"0"0"-1604"0,0 0 259 16,0 0-895-16,0 0-73 0,0 0 0 16,-20 56 0-16,22-16 0 15,8 0 0-15,5-6 0 0,5 1 0 16,1-6 0-16,2-4 0 0,1-8 0 15,-7-8 0-15,2-9 0 0,-3-2 0 16,1-11 0-16,-7-6 0 16,-4-7 0-16,-2-4 0 0,-2-2 0 15,-2-1 0-15,0-1 0 0,-2 0 0 16,-2 2 0-16,-2 5 0 0,2 5 0 16,-2 6 0-16,-1 4 0 15,1 7-421-15,2 1-1464 0</inkml:trace>
  <inkml:trace contextRef="#ctx0" brushRef="#br0" timeOffset="6930.01">4692 8911 6134 0,'21'46'601'0,"-4"3"-277"0,3 13 360 16,-7 3-444-16,1 3-31 0,-1 3-209 16,-1 1 0-16,-2-4 0 0,-1-7 0 15,-1-10 0-15,-2-12 0 0,0-14 0 16,-2-10 0-16,-2-11 0 16,0-4 0-16,5-13 0 0,-3-18 0 15,2-11 0-15,-2-12 0 0,-2-3 0 16,2 8 0-16,-4 6 0 0,7 11 0 15,-3 14 0-15,-2 11 0 0,2 7 0 16,-4 11 0-16,4 9 0 16,2 13 0-16,5 7 0 0,-1 3 0 15,-4-4 0-15,4-7 0 0,5-6 0 16,3-7-245-16,3-7-1280 0,-2-6-199 16,-7-5-757-16</inkml:trace>
  <inkml:trace contextRef="#ctx0" brushRef="#br0" timeOffset="7223.7">5081 9278 5954 0,'0'0'1305'16,"-39"-14"-1069"-16,26 17 152 0,7 12-79 15,2 7-309-15,-2 8 0 0,6 7 0 16,0-1 0-16,0 1 0 0,6-1 0 16,0-4 0-16,2-6 0 15,5-7 0-15,1-7 0 0,3-7 0 16,-3-10 0-16,3-9 0 0,-1-10 0 15,-1-7 0-15,-5-1 0 0,-2 0 0 16,1 2 0-16,-9 2 0 16,0 5 0-16,0 7 0 0,0 8 0 15,0 4 0-15,0 4 0 0,0 5 0 16,0 7 0-16,0 7 0 16,4 3 0-16,2 1 0 0,0-3 0 0,-2-6 0 15,3-3 0-15,3-4 0 16,0-3-137-16,3-4-671 0,-3 0-1109 15,-2-4-220-15</inkml:trace>
  <inkml:trace contextRef="#ctx0" brushRef="#br0" timeOffset="7660.18">5261 9188 6130 0,'0'0'1157'0,"0"0"-252"16,0 0-905-16,0 37 0 15,0-6 0-15,4 7 0 0,2 0 0 16,0-3 0-16,1-3 0 0,3-5 0 15,0-6 0-15,1-7 0 0,-1-7 0 16,-2-5 0-16,-2-5 0 16,1-17 0-16,-3-6 0 0,2-12 0 15,-2-1 0-15,-4 1 0 0,0 0 0 16,0 0 0-16,-6 6 0 16,6 9 0-16,-2 9 0 0,2 9 0 15,0 4 0-15,0 5 0 0,2 10 0 16,4 10 0-16,4 6 0 0,1 4 0 15,-5-4 0-15,0-3 0 0,2-6 0 16,-6-2 0-16,3-6 0 0,-1-7 0 16,-4-3 0-16,2-3 0 0,-2-8 0 15,4-12 0-15,0-12 0 0,2-7 0 16,0-2 0-16,3 1 0 0,-3 9 0 16,-4 6 0-16,2 9 0 15,-4 9 0-15,0 7 0 0,4 1 0 16,-4 12 0-16,6 8 0 0,5 7 0 15,-1 2 0-15,0-1 0 0,3-6 0 16,1-2 0-16,-3-6 0 16,3-1 0-16,-1-4 0 0,-3-2 0 15,0-2-613-15,-4-2-2404 0</inkml:trace>
  <inkml:trace contextRef="#ctx0" brushRef="#br0" timeOffset="7908.81">5612 9329 6731 0,'0'0'672'0,"0"0"117"0,31-48-789 0,-20 24 0 0,-1 0 0 16,-2-2 0-16,0-1 0 0,-5 0 0 15,-3 2 0-15,-7 0 0 0,-5 1 0 16,-3 2 0-16,-7 3 0 0,3 6 0 16,3 8 0-16,5 9 0 15,1 14 0-15,4 9 0 0,2 12 0 16,4 8 0-16,8 5 0 0,4 2 0 15,9-4 0-15,2-7 0 0,6-10 0 16,0-14 0-16,2-12 0 16,4-12 0-16,-4-14 0 0,-2-12 0 15,-5-9 0-15,-3-10-429 0,-11 12-1144 16,-5-3-880-16</inkml:trace>
  <inkml:trace contextRef="#ctx0" brushRef="#br0" timeOffset="8047.01">5707 8567 4706 0,'0'0'1632'0,"-4"43"57"16,4-3-1524-16,4 11-165 0,0 9 0 16,7 6 0-16,-3 4 0 0,7-1 0 15,5-3 0-15,1-9 0 0,6-8 0 16,-2-8 0-16,1-10 0 0,1-11 0 16,-6-7-409-16,-7-12-1748 0</inkml:trace>
  <inkml:trace contextRef="#ctx0" brushRef="#br0" timeOffset="8422.24">6017 8401 5622 0,'0'0'977'0,"0"0"-421"0,0 0 16 16,0 0-107-16,0 0-465 16,-26 45 0-16,38-7 0 0,9 4 0 15,3-5 0-15,3-10 0 0,-2-6-193 16,-8-6-635-16,-3-4-1998 0</inkml:trace>
  <inkml:trace contextRef="#ctx0" brushRef="#br0" timeOffset="8795.66">6352 8688 3613 0,'0'0'2553'0,"-41"12"-2084"0,16-2 135 15,4 3 0-15,-1 0-396 0,5 1-67 16,3-6-141-16,3 1 0 16,7-5 0-16,2 1 0 0,2 0 0 15,4 3 0-15,13 2 0 0,10-1 0 16,0 1 0-16,4-1 0 0,-5-3 0 16,-1 4 0-16,2 0 0 15,-4 0 0-15,2 2 0 0,-9-1 0 16,1 0 0-16,-3 0 0 0,-10 3 0 15,3 0 0-15,-12 2 0 0,-5 3 0 16,-2 1 0-16,-9 2 0 0,-6 1 0 16,-4-1 0-16,0 2 0 0,-4-1 0 15,-2 0 0-15,0 1 0 0,6-6-1818 16,0 2-687-16</inkml:trace>
  <inkml:trace contextRef="#ctx0" brushRef="#br0" timeOffset="9248.26">4440 10486 7359 0,'0'0'833'0,"-8"33"-833"0,8 1 0 15,0 8 0-15,4 1 0 0,2-5 0 16,3-1 0-16,-1-5 0 0,2-6 0 15,0-7 0-15,1-6 0 0,-3-8 0 16,-2-4-1073-16,-2-6-732 0</inkml:trace>
  <inkml:trace contextRef="#ctx0" brushRef="#br0" timeOffset="9388.36">4341 10028 6655 0,'0'0'320'0,"0"0"48"15,0 0 84-15,0 0-448 16,16 39-8-16,1-11-68 0,4 7-720 16,4-1-261-16,-9-5-1500 0,5-1-772 0</inkml:trace>
  <inkml:trace contextRef="#ctx0" brushRef="#br0" timeOffset="9602.28">4686 10650 5058 0,'0'0'896'0,"0"0"221"16,0 0-409-16,0 0-295 0,0 0-413 15,-10-40 0-15,2 5 0 0,1-7 0 16,3-1 0-16,2 0 0 0,4 3 0 16,6 11 0-16,1 8 0 0,-1 13 0 15,2 8 0-15,3 13 0 16,1 12 0-16,1 7 0 0,1 9 0 16,-3-1 0-16,1-1 0 0,3-2 0 15,-1-6 0-15,-1-5 0 0,1-8 0 16,-1-7 0-16,-3-5-477 0,-2-8-1280 15</inkml:trace>
  <inkml:trace contextRef="#ctx0" brushRef="#br0" timeOffset="9764.83">4773 9857 7347 0,'0'0'845'15,"0"0"-845"-15,0 0 0 0,0 45 0 16,6-7 0-16,7 7 0 0,3 3 0 15,1 0 0-15,3 4 0 0,1 3 0 16,6 1 0-16,-6-1 0 0,-1-4 0 16,1-1 0-16,0-6 0 0,-5-8 0 15,-6-12-797-15,-5-7-1744 0</inkml:trace>
  <inkml:trace contextRef="#ctx0" brushRef="#br0" timeOffset="9932.29">4866 10464 6895 0,'0'0'920'16,"0"0"-728"-16,31-19-7 0,-4 3-185 16,-4-3 0-16,1-5 0 0,7 0 0 15,-2-1 0-15,4-1 0 0,1 4 0 16,-3-1 0-16,-5 3 0 0,-9 6-1682 16,-1 1-743-16</inkml:trace>
  <inkml:trace contextRef="#ctx0" brushRef="#br0" timeOffset="10204.79">5248 10303 2036 0,'0'0'3194'0,"0"0"-1841"15,13-44-625-15,-13 27-216 16,4 0-236-16,-2-2-268 0,2-3 28 16,-4 0 13-16,4-1-49 0,-4 0 0 15,0 0 0-15,-4 3 0 0,-2 5 0 16,2 6 0-16,-9 3 0 0,-1 7 0 15,-3 9 0-15,-3 7 0 16,-1 11 0-16,0 5 0 0,5 6 0 16,-1 3 0-16,7-1 0 0,6 1 0 15,6-5 0-15,8-3 0 16,11-7 0-16,4-4 0 0,2-10 0 0,4-8 0 16,0-6 0-16,-2-9 0 15,-1-9 0-15,-1-6 0 0,-6-5 0 16,0-9-157-16,-5 10-1528 0,-1-9-4193 0</inkml:trace>
  <inkml:trace contextRef="#ctx0" brushRef="#br0" timeOffset="10814.84">5602 10010 4950 0,'0'0'904'0,"-35"-16"53"16,12 12-453-16,-4 3-260 0,-2 2-16 16,6 6-80-16,3 6-92 0,9 6 8 15,9 4-36-15,2 3-12 0,11 2-16 16,5 4-8-16,5-2 8 16,6-2 0-16,-4-3-44 0,1-6 0 15,3-9-272-15,-4-7 44 0,2-5 196 16,-5-9 68-16,-3-4-12 0,-3-4 20 15,-7-4 12-15,-3 1 8 16,-4 0-12-16,-4 7 24 0,-3 3-24 16,3 6-8-16,2 4 20 0,0 2-16 15,2 2-8-15,4 11-24 0,7 12-4 16,3 7 32-16,3 5 0 0,-1 3 4 16,-1-3-4-16,-3 2 0 15,-2 0 20-15,-1 4-20 0,-3-3 28 16,-6 4-12-16,-6-1 20 0,-9-4 184 15,-1-6-184-15,-5-7 20 0,0-8 96 16,1-8-140-16,-1-8 64 0,4-8 109 16,-5-14-185-16,1-11 0 0,0-11 0 15,3-3 0-15,9-1 0 16,12 2 0-16,11 2 0 0,7 4 0 16,6 1 0-16,4-1 0 0,2 0 0 15,-2-3-1409-15,-9 11-644 0,-1-1-1913 0</inkml:trace>
  <inkml:trace contextRef="#ctx0" brushRef="#br0" timeOffset="11330.33">5902 9959 6743 0,'0'0'1404'0,"0"0"-1359"0,-38-7-45 0,22 1 0 16,1-1 0-16,-1-4 0 0,6-3 0 15,-7 0 0-15,3-4 0 0,3 5 0 16,5 5 0-16,2 3 0 0,4 4 0 15,0 0 0-15,-2 1 0 0,2 0 0 16,0 0 0-16,0 0 0 0,0 0 0 16,2 2 0-16,-2-2 0 0,4 1 0 15,-2-1 0-15,2 1 0 0,-4-1 0 16,4 0 0-16,3 0 0 16,-7 0 0-16,4 0 0 0,-4 0 0 15,0 0 0-15,0 0 0 0,0 0 0 16,0 2 0-16,0-1 0 0,2 0 0 15,-2 1 0-15,4 1 0 16,-4-1 0-16,4 2 0 0,-4-2 0 16,0-1 0-16,2-1 0 0,-2 1 0 15,0 1 0-15,0 3 0 0,0 11 0 16,-2 13 0-16,2 13 0 0,6 8 0 16,0 1 0-16,5-7 0 15,-1-6 0-15,0-8 0 0,1-8 0 16,-7-12 0-16,2-4 0 0,-6-6 0 15,0-2 0-15,0-15 0 0,-6-10 0 16,-4-7 0-16,-5-5 0 0,-1-3 0 16,-5 4 0-16,4-2 0 0,1 2 0 15,8 4 0-15,5 5 0 0,3 9 0 16,9 4 0-16,5 6 0 16,3 6 0-16,8 3 0 0,1 1 0 15,-1 7 0-15,4 1 0 0,2 2 0 16,0-3 0-16,-6-2-545 0,-6 0-1332 0</inkml:trace>
  <inkml:trace contextRef="#ctx0" brushRef="#br0" timeOffset="11670.16">6071 9844 7399 0,'0'0'424'0,"-33"6"-156"0,12 6-167 16,5 5-101-16,-1 6 0 0,3 10 0 15,4 4 0-15,-3 2 0 0,9-1 0 16,0-7 0-16,4-7 0 0,4-9 0 16,6-2 0-16,7-10 0 0,-1-7 0 15,5-9 0-15,4-10 0 16,-7-4 0-16,3-1 0 0,-6-1 0 16,-1 4 0-16,-8 4 0 0,-6 3 0 15,0 8 0-15,0 4 0 0,0 4 0 16,-4 2 0-16,4 10 0 0,0 10 0 15,8 12 0-15,1 7 0 16,3 3 0-16,5-4 0 0,-7-11 0 16,2-7 0-16,5-13 0 0,1-7 0 15,-1-13-345-15,-2-13-1352 0,-5 2-116 16,-4-8-1084-16</inkml:trace>
  <inkml:trace contextRef="#ctx0" brushRef="#br0" timeOffset="11842.16">6191 9493 7311 0,'0'0'881'0,"0"0"-881"16,0 0 0-16,0 0 0 0,0 0 0 16,-6 33 0-16,12 22 0 0,4 11 0 15,5 6 0-15,1-5 0 0,5 2 0 16,2-5 0-16,-3-5 0 16,1-8 0-16,0-6 0 0,-7-11 0 15,-3-10 0-15,-5-10 0 0,-4-8 0 16,-2-6-2402-16</inkml:trace>
  <inkml:trace contextRef="#ctx0" brushRef="#br0" timeOffset="13680.4">13335 13751 1712 0,'0'0'360'0,"0"0"-183"0,0 0-29 16,0 0-76-16,0 0 4 0,0 0 120 15,0 0 596-15,0 0-184 0,-14-6 81 16,14 6-333-16,0 0-100 0,0 2-144 15,0 1-112-15,0-2-4 0,0 2-56 16,0-3-28-16,0 0 60 16,0 0 20-16,-3-3 8 0,-1 0 96 15,4-1 420-15,-4 0-32 0,2 1-71 16,2 1 335-16,0 2-372 0,0 0-183 16,0 0-193-16,0 5 0 0,2 6 0 15,9 6 0-15,3 4 0 16,7 4 0-16,1 1 0 0,9 0 0 15,0 5 0-15,11 0 0 0,1 3 0 16,5 4 0-16,3 2 0 16,7 4 0-16,0 6 0 0,4 2 0 15,0 6 0-15,2 2 0 0,-2-1 0 16,2-4 0-16,-2-5 0 0,-2 0 0 16,2-5 0-16,2 0 0 0,-6 0 0 15,0-1 0-15,-6-2 0 0,-5-3 0 16,-5-5 0-16,-9-3 0 0,-4-10 0 15,-13-4 0-15,-3-6 0 16,-9-6 0-16,-4-1 0 0,0-3 0 16,0 3 0-16,-4-1 0 0,-3 3 0 15,-9 0 0-15,1-2 0 0,-5-2 0 16,3-2 0-16,5 0 0 16,-3-1 0-16,5 0 0 0,0-2 0 15,4 1 0-15,-5 1 0 0,1 0 0 16,4-2 0-16,-3 3 0 0,7 0 0 15,-2-1 0-15,0 1 0 16,2 0 0-16,-2 0 0 0,4 0 0 16,0 0 0-16,0 1 0 0,4-1 0 15,-2 3 0-15,2-1 0 0,2 2 0 16,-1-1 0-16,-1 3 0 0,-2 0 0 16,2 0 0-16,0 0 0 0,-2 0 0 15,-2-1 0-15,4-2 0 0,-4-2 0 16,-4-1 0-16,-6 0 0 0,-7-6 0 15,-3-3 0-15,-11-2 0 16,-1-2 0-16,-5 4 0 0,-2-1 0 16,0 3 0-16,6-1 0 0,2-2 0 15,14 4 0-15,7 2 0 0,4 1 0 16,1 1 0-16,5 0 0 16,5 0 0-16,7 0 0 0,19 2 0 15,6 2 0-15,9 4 0 0,3 4 0 16,-1 0 0-16,-1 2 0 0,-1-1 0 15,-5-2 0-15,-8-1 0 16,2-5 0-16,-12-3 0 0,-2-6 0 16,-11-6 0-16,-6-6 0 0,-8-9 0 15,-6-7 0-15,-7-4 0 0,-3-4 0 16,-1 1 0-16,0-2 0 0,9 11-549 16,-3 5-3109-16</inkml:trace>
  <inkml:trace contextRef="#ctx0" brushRef="#br1" timeOffset="19610.68">19108 3421 3425 0,'0'0'2389'0,"0"0"-1961"0,0 0-120 16,0 0 149-16,0 0-237 0,0 0 24 16,0 0 88-16,0 0-208 0,0 0 16 15,-10-6-15-15,10 6-125 0,0 0 0 16,4 1 0-16,-2 2 0 15,2 1 0-15,1 1 0 0,1 2 0 16,-2 2 0-16,4 3 0 0,-4 0 0 16,7 0 0-16,-5-3 0 0,-2-3 0 15,0-1 0-15,-2 1 0 0,2 0 0 16,3 0 0-16,3 4 0 16,4 3 0-16,-3 2 0 0,1-1 0 15,-2 1 0-15,1 1 0 0,-1 1 0 16,5 2 0-16,-3 0 0 0,-2 0 0 15,5 4 0-15,-3-3 0 0,3 3 0 16,1-3 0-16,1 0 0 16,1 1 0-16,3-2 0 0,2 5 0 15,-3-2 0-15,1 4 0 0,2-1 0 16,-3 4 0-16,5 0 0 0,-2 2 0 16,0 0 0-16,0 1 0 0,-1 0 0 15,1 0 0-15,-2 0 0 16,-3-1 0-16,3-1 0 0,-2-2 0 15,-1 3 0-15,3 0 0 0,-1-3 0 16,3 1 0-16,-4-2 0 0,1-1 0 16,-1-1 0-16,0-4 0 15,-5-2 0-15,-1-4 0 0,-3-3 0 16,2-2 0-16,-8-4 0 0,3-3 0 16,-5-1 0-16,0 0 0 0,2-1 0 15,-4 2 0-15,2-3 0 0,0 0 0 16,-2 0 0-16,0 0 0 0,-2-5 0 15,-6-5 0-15,-1 2-381 0,-1-5-2700 0</inkml:trace>
  <inkml:trace contextRef="#ctx0" brushRef="#br1" timeOffset="20324.34">19896 4567 2068 0,'0'0'1329'0,"0"0"-88"0,0 0-949 0,0 0-88 15,0 0 108-15,0 0 20 0,0 0 40 16,0 0 429-16,0 0-169 15,10-43-108-15,-5 10-439 0,-3-3-85 16,-2-1 0-16,0 4 0 0,0 0 0 16,0 1 0-16,-2-2 0 0,-1-3 0 15,1-1 0-15,-2 5 0 16,4 3 0-16,0 5 0 0,0 8 0 16,-2 7 0-16,2 5 0 0,-2 3 0 15,2 2 0-15,0 0 0 0,0 4 0 16,0 9 0-16,4 9 0 0,0 7 0 15,3 3 0-15,3 3 0 0,-4 0 0 16,2 1 0-16,1 0 0 16,-5-2 0-16,6-2 0 0,-4-1 0 0,-2-4 0 15,7-2 0-15,-7-3 0 16,2-4 0-16,0-2 0 0,1-4 0 16,-3-4 0-16,0-2 0 0,0-1 0 15,-2-4 0-15,-2 0 0 0,4 0 0 16,-2-1 0-16,-2 0 0 15,0-2 0-15,0 0 0 0,-6-2 0 16,-4-1 0-16,-11 3 0 0,-8-1 0 16,-8 4 0-16,-9 7 0 15,-1 5 0-15,-5 4 0 0,5 2 0 16,9-2 0-16,7-6 0 0,9-7 0 16,7-9 0-16,11-14 0 0,4-15 0 15,6 3-29-15,7-10-2140 0</inkml:trace>
  <inkml:trace contextRef="#ctx0" brushRef="#br1" timeOffset="22002.92">26009 5789 6506 0,'0'0'353'15,"0"0"855"-15,0 0-1083 0,0 0-125 16,-5 45 0-16,-5-1 0 0,2 10 0 16,0 6 0-16,3-3 0 15,5 3 0-15,0 0 0 0,0 2 0 16,0-1 0-16,0-6 0 0,0-4 0 15,2-10 0-15,3-12 0 16,3-12 0-16,2-15-681 0,1-2-2168 16,-3-15-1677-16</inkml:trace>
  <inkml:trace contextRef="#ctx0" brushRef="#br1" timeOffset="22154.67">25936 5829 5946 0,'0'0'749'0,"0"0"483"15,25-33-967-15,-2 21-265 0,8 1 0 16,6 1 0-16,2-1 0 16,5 2 0-16,-3 0 0 0,0 3 0 15,-4 4 0-15,-5 2 0 0,-8 8-305 16,-11-1-2452-16,-9 1-1289 0</inkml:trace>
  <inkml:trace contextRef="#ctx0" brushRef="#br1" timeOffset="22343.08">25936 6293 7267 0,'0'0'916'0,"0"0"-907"0,0 0-9 16,0 0 0-16,33-11 0 0,4-1 0 16,9-3 0-16,1 2 0 0,-5 2 0 15,1 2 0-15,-4 0 0 0,1 2 0 16,-5 1 0-16,-4-1 0 0,-6 0-1906 15,-11 2 22-15,-3-1-654 0</inkml:trace>
  <inkml:trace contextRef="#ctx0" brushRef="#br1" timeOffset="22606.15">26360 6135 5538 0,'0'0'1097'16,"0"0"-453"-16,0 0 269 0,0 0-913 15,0 0 0-15,-46 21 0 0,28 3 0 16,-3 5 0-16,7 5 0 0,1 0 0 15,7 2 0-15,2 0 0 16,4 0 0-16,2-4 0 0,10-7 0 16,5-5 0-16,8-8 0 0,2-8 0 15,4-4 0-15,0-10 0 0,-2-9 0 16,-7-5 0-16,-1-4 0 0,-9-3 0 16,-3-1 0-16,-5-2 0 0,-4 1 0 15,-6 0 0-15,-5 3 0 0,-1 5 0 16,-3 5 0-16,3 7 0 0,2 6-713 15,6 3-704-15,1 0-692 0</inkml:trace>
  <inkml:trace contextRef="#ctx0" brushRef="#br1" timeOffset="22855.35">26505 6180 6470 0,'0'0'1113'15,"-15"39"-504"-15,7-15-609 0,0 3 0 16,1 2 0-16,3 3 0 0,4-1 0 15,0-2 0-15,9-2 0 16,5-3 0-16,7-5 0 0,3-6 0 16,5-5 0-16,0-6 0 0,-2-5 0 15,2-7 0-15,-8-5 0 0,-3-6 0 16,-5-4 0-16,-5-2 0 0,-2-3 0 16,-4-1 0-16,-2 1 0 0,-4-1 0 15,-2 3 0-15,0 2 0 0,0 6 0 16,-1 5-421-16,5 4-639 0,0 6-1978 15</inkml:trace>
  <inkml:trace contextRef="#ctx0" brushRef="#br1" timeOffset="23050.93">26769 6350 5182 0,'0'0'644'15,"-14"35"-12"-15,10-21 281 0,-1-4-701 16,5-6-64-16,0-2 128 0,0 0-108 15,0-2-151-15,3-3-17 16,1-7 0-16,2-9 0 0,2-5 0 16,0-5 0-16,1-1 0 0,1 0 0 15,4 2 0-15,1 2 0 0,1 1 0 16,1 2 0-16,0 0 0 0,-1 1 0 16,1 0 0-16,-3 8-369 0,-1-3-3101 0</inkml:trace>
  <inkml:trace contextRef="#ctx0" brushRef="#br1" timeOffset="23218.69">26976 6142 6807 0,'-12'37'1385'0,"3"1"-1385"16,1 7 0-16,4-3 0 0,4-1 0 15,2-6 0-15,8-5 0 0,1-4 0 16,1-9 0-16,0-7 0 0,-1-10-253 15,-5-3-1055-15,0-12-2526 0</inkml:trace>
  <inkml:trace contextRef="#ctx0" brushRef="#br1" timeOffset="23343.23">27098 5745 5974 0,'0'0'1049'0,"0"0"120"15,0 0-1169-15,0 0 0 0,0 0 0 16,0 0 0-16,-13 61 0 0,13-31-209 15,0-6-1484-15,3-5-756 0</inkml:trace>
  <inkml:trace contextRef="#ctx0" brushRef="#br1" timeOffset="23784.26">27003 6368 6214 0,'0'0'1217'0,"0"0"-893"16,0 0 113-16,0 0-437 0,54-36 0 15,-23 12 0-15,-5-3 0 16,1 0 0-16,-6-2 0 0,-4-1 0 16,-9-1 0-16,-4 0 0 0,-4 1 0 15,0 6 0-15,-4 7 0 0,-4 7 0 16,-1 8 0-16,-3 4 0 0,-5 9 0 16,-1 7 0-16,1 5 0 0,1 5 0 15,1 4 0-15,5 4 0 0,4 0 0 16,4 0 0-16,4-1-57 0,6-3-583 15,6-2 508-15,1-4 112 0,3-3 4 16,3-3-32-16,2-3 36 16,-2-4-12-16,-1-2-72 0,-1-2 56 15,1-2-68-15,1 2 12 0,-2 0 44 16,-1-2-44-16,-1-1 60 16,-5 0 36-16,-3-3 268 0,-5-2 60 15,0-1 140-15,-4-2-59 0,2-9-409 16,-2-11 0-16,0-9 0 0,0-10 0 15,-2-6 0-15,2 0 0 16,2 2 0-16,4 5 0 0,2 8 0 16,1 6 0-16,-1 5 0 0,0 4 0 15,2 4 0-15,5-1 0 0,6-3 0 16,10-2 0-16,-2 3-217 0,4-3-4273 0</inkml:trace>
  <inkml:trace contextRef="#ctx0" brushRef="#br1" timeOffset="24262.62">28167 5803 3197 0,'0'0'3554'0,"0"0"-2470"0,0 0-727 0,0 0-357 0,0 0 0 16,-29 68 0-16,27-23 0 15,2 9 0-15,4 4 0 0,4-2 0 16,2 3 0-16,-1-1 0 0,-5 1 0 15,-2 0 0-15,-2-5 0 16,-4-4 0-16,-3-5 0 0,-1-10 0 16,0-11-1045-16,-2-6-520 0</inkml:trace>
  <inkml:trace contextRef="#ctx0" brushRef="#br1" timeOffset="24418.76">27987 6300 7615 0,'0'0'328'0,"25"-39"-79"15,-1 22-249-15,1 3 0 0,4 1 0 16,-2 0 0-16,0 2 0 16,-2 3 0-16,2 1 0 0,-3 4 0 15,1 2 0-15,-2 1-917 0,-7 0-352 16,-5 1-2921-16</inkml:trace>
  <inkml:trace contextRef="#ctx0" brushRef="#br1" timeOffset="24605.26">28286 6479 3057 0,'0'0'2481'16,"0"0"-1525"-16,0 0-403 0,0 0 351 16,0 0-663-16,0 0-241 0,0 0 0 15,-12-36 0-15,8 4 0 0,4-5 0 16,2 0 0-16,10 6 0 0,7 5 0 16,4 1 0-16,4 2 0 0,2 4 0 15,4 2 0-15,4 2 0 0,0 4 0 16,0 2 0-16,-4 2-485 0,-10 4-2272 15,-2 2-425-15</inkml:trace>
  <inkml:trace contextRef="#ctx0" brushRef="#br1" timeOffset="25131.59">28716 6183 5498 0,'0'0'1589'0,"0"0"-757"16,0 0-559-16,0 0-273 16,-35-28 0-16,10 20 0 0,1 4 0 15,-1 6 0-15,-2 11 0 0,2 8 0 16,0 6 0-16,3 5 0 0,1 3 0 15,7 0 0-15,1-2 0 16,11-3 0-16,2-6 0 0,6-4 0 16,9-6 0-16,3-7 0 0,1-6 0 15,4-4 0-15,-1-9 0 0,3-6 0 16,0-1 0-16,-2-4 0 0,-3 1 0 16,-3 1 0-16,-3 2 0 0,-3 5 0 15,-5 5 0-15,-2 5 0 0,-4 2 0 16,0 2 0-16,2 2 0 0,0 6 0 15,2 6 0-15,3 2 0 0,3 0 0 16,0-2 0-16,3-2 0 16,-3-3 0-16,-2-3 0 0,-2-1 0 15,-1 0 0-15,-1 2 0 0,0 3 0 16,0 5 0-16,-4 2 0 16,0 0 0-16,0 2 0 0,-2-2-285 15,0-1 21-15,0-2 24 0,2-5 164 16,0-5 76-16,0-2 40 0,0-2 68 15,2 0 104-15,2-5 293 16,2-8-505-16,5-10 0 0,-1-8 0 16,2-4 0-16,1-1 0 0,-1 4 0 15,-2 3 0-15,3 4 0 0,-5 9 0 16,-2 6 0-16,-2 4 0 0,-2 6 0 16,5 0 0-16,1 12 0 0,2 9 0 15,-1 9 0-15,1 2 0 0,0-3 0 16,1-3 0-16,1-6 0 0,0-4 0 15,3-3 0-15,-1-6 0 0,-1-6-1782 16,-5-1-319-16,-2-6-1480 0</inkml:trace>
  <inkml:trace contextRef="#ctx0" brushRef="#br1" timeOffset="25474.19">29117 6274 2044 0,'0'0'3190'0,"0"0"-2962"15,0 0-48-15,29-47 224 16,-18 31-236-16,-3 1 140 0,-2 4 249 16,-2 3-301-16,-2 2 36 0,-2 2 232 15,-4 2-483-15,-6 1-41 0,-11 1 0 16,-6 10 0-16,-4 2 0 0,-2 6 0 16,6 0 0-16,5-2 0 0,5 1 0 15,9-1 0-15,8-1 0 0,6 1 0 16,9-1 0-16,7-1 0 0,7 0 0 15,0-2 0-15,0 1 0 0,-4-3 0 16,-4 1 0-16,-3-3 0 16,-7 0 0-16,-5-1 0 0,-2-4 0 15,-4 1 0-15,-2 2 0 0,-11 3 0 16,-9 3 0-16,-5 1 0 16,-4-2 0-16,0-4 0 0,8-5 0 15,7-1 0-15,5-1 0 0,7-5 0 16,12-6 0-16,11-6-1405 0,0 1-424 15,9-5-780-15</inkml:trace>
  <inkml:trace contextRef="#ctx0" brushRef="#br1" timeOffset="25937.96">29665 5968 4810 0,'11'-36'608'0,"-7"3"-8"0,-2-5 333 16,-4 4-545-16,-9 0 48 0,-5 0-19 15,-3 1-417-15,-1 6 0 0,-3 5 0 16,0 6 0-16,0 9 0 0,1 7 0 16,-1 3 0-16,-2 8 0 0,-2 6 0 15,2 3 0-15,1 2 0 0,3 4 0 16,2 2 0-16,3 1 0 0,5 6 0 15,5 2 0-15,4 7 0 0,4 4 0 16,9 4 0-16,3 1 0 16,9 4 0-16,2 3 0 0,-1 1 0 15,-1 1 0-15,-6-6 0 0,-5-2 0 16,-10-9 0-16,-2-6 0 16,-4-5 0-16,-6-7 0 0,-3-6 0 15,-1-7-397-15,1-8-1508 0,1-6-512 0</inkml:trace>
  <inkml:trace contextRef="#ctx0" brushRef="#br1" timeOffset="26097.74">29324 6327 6270 0,'0'0'597'0,"0"0"267"16,0 0-420-16,58-2-427 0,-29 6-17 16,0 1 0-16,2-2 0 0,0 0 0 15,2 0 0-15,2-3 0 0,0 0-885 16,-8 0-492-16,-2 0-548 0</inkml:trace>
  <inkml:trace contextRef="#ctx0" brushRef="#br1" timeOffset="26346.62">29725 6345 2321 0,'0'0'2989'15,"0"0"-1416"-15,0 0-1001 0,0 0-248 16,0 0-244-16,-41 5-60 16,24 9-20-16,-5 7 52 0,-1 8-52 15,0 0 60-15,7-2 32 0,5-5-84 16,11-1 40-16,2-6-4 0,9-1-35 15,7-5-9-15,5-6 0 16,2-3 0-16,0-3 0 0,-1-6 0 16,-1-2 0-16,-2-3 0 0,-5-3 0 15,-3-1 0-15,-5 0 0 0,-4-3 0 16,-4-1 0-16,0-2 0 0,-2-2 0 16,-4 0 0-16,0 3 0 0,-5 1-453 15,3 8-375-15,4 4-81 0,0 5-1024 16,4 5 157-16</inkml:trace>
  <inkml:trace contextRef="#ctx0" brushRef="#br1" timeOffset="26530.47">29760 6540 4085 0,'0'0'1321'0,"-4"35"-485"16,2-24 137-16,2-7-641 16,2-2-72-16,2-4 125 0,7-7-385 15,3-12 0-15,7-8 0 0,-1-7 0 16,7 0 0-16,-2-1 0 0,0 0 0 15,2 5 0-15,-2 4 0 16,-1 5 0-16,5 5 0 0,-2 5 0 16,0 3 0-16,0 2-641 0,-8 4-2272 15,-1-1-1469-15</inkml:trace>
  <inkml:trace contextRef="#ctx0" brushRef="#br1" timeOffset="26936.29">30165 6383 7075 0,'0'0'1117'0,"-26"35"-1117"0,11-14 0 15,1-1 0-15,-1 0 0 0,1-2 0 16,3-2 0-16,5-5 0 16,2-6 0-16,4-2 0 0,2-2 0 15,4-1 0-15,9-8 0 0,8-8 0 16,1-8 0-16,1-3 0 16,-4-2 0-16,-3 4 0 0,-3 2 0 15,-3 5 0-15,-5 5 0 0,-3 6 0 16,-2 5 0-16,-2 2 0 0,-2 5 0 15,0 8 0-15,-7 6 0 16,1 5 0-16,2 3 0 0,-2-6 0 16,3-3 0-16,3-5 0 0,0-3 0 15,2-6 0-15,2-2 0 0,5-2 0 16,5-2 0-16,9-9 0 0,-1-5 0 16,3-3 0-16,0-1 0 0,-5 2 0 15,-3 4 0-15,-1 3 0 0,-5 4 0 16,-3 6 0-16,0 1 0 0,-2 7 0 15,4 9 0-15,5 11 0 0,-1 6 0 16,-1 1 0-16,-3-3 0 16,0-6 0-16,-2-5 0 0,0-2 0 15,-1-4 0-15,-5-1 0 0,0-4 0 16,-13 0 0-16,1-3-425 16,-7 0-1364-16</inkml:trace>
  <inkml:trace contextRef="#ctx0" brushRef="#br1" timeOffset="27968.74">21825 6764 1024 0,'0'0'572'0,"0"0"721"0,0 0-865 16,0 0-348-16,0 0-8 0,0 0 184 16,0 0 76-16,0 0 105 0,0 0 403 15,-2 4-352-15,6-9-60 0,0 1 317 16,0 1-401-16,-4 0 40 0,0 2 85 16,0 1-469-16,0 5 0 0,-2 10 0 15,-6 15 0-15,-3 8 0 0,1 10 0 16,0 2 0-16,-1-1 0 0,7 5 0 15,-2 2 0-15,2 4 0 16,2 4 0-16,0 1 0 0,0 4 0 16,2 1 0-16,0-4 0 0,2-3 0 15,0-10 0-15,-2-6 0 16,0-11 0-16,0-6 0 0,0-11 0 16,0-8 0-16,0-8 0 0,0-2 0 15,0-1 0-15,-4-3 0 0,-5-9 0 16,-3-6 0-16,-5-2 0 0,3 0 0 15,-5 3 0-15,3 3 0 16,-3 2 0-16,9 3 0 0,2 4 0 16,1 0 0-16,5 3 0 0,-2-1 0 15,2 1 0-15,-2 1 0 0,4 1 0 16,0 0 0-16,0 3 0 0,0 8 0 16,4 6 0-16,2 4 0 0,5-1 0 15,-1 4 0-15,0-4 0 0,3 1 0 16,-1 1 0-16,-2-3 0 15,1-1 0-15,-5-3 0 0,0-3 0 16,-4-4 0-16,0-4 0 0,0-3 0 16,-2-1 0-16,7-5 0 0,-3-10 0 15,6-13 0-15,0-8 0 16,1-7 0-16,1-6 0 0,3 2 0 16,1 0 0-16,3 0 0 0,1 6 0 15,3 3 0-15,4 7 0 0,0 4 0 16,-2 4 0-16,-11 9-1694 15,3 0-2772-15</inkml:trace>
  <inkml:trace contextRef="#ctx0" brushRef="#br1" timeOffset="28805.37">21513 10541 5982 0,'0'0'821'0,"0"0"243"16,0 0-739-16,0 0-325 0,0 0 0 15,-11 36 0-15,7 1 0 0,0 13 0 16,0 11 0-16,2 6 0 0,-2 0 0 16,4 3 0-16,0 3 0 0,-2-2 0 15,-3-2 0-15,1-7 0 0,0-5 0 16,-2-6 0-16,0-7 0 16,0-8 0-16,-1-8 0 0,3-9 0 15,0-8 0-15,0-6 0 0,2-3 0 16,-4-4 0-16,-3-10 0 0,-1-7 0 15,-2-7 0-15,-1-3 0 0,-1-3 0 16,-5 2 0-16,5 1 0 16,-5 0 0-16,3 5 0 0,3 6 0 15,5 7 0-15,4 7 0 0,0 4 0 16,4 9 0-16,0 15 0 16,0 5 0-16,6 6 0 0,2 1 0 15,-2-4 0-15,9-3 0 0,1-1 0 16,1-5 0-16,3-3 0 0,5-6 0 15,-4-5 0-15,2-9 0 0,-1-5 0 16,-1-9 0-16,0-11 0 0,-3-8 0 16,-1-4 0-16,-5-3 0 0,3 0 0 15,-5 2 0-15,0 2 0 0,1 6 0 16,-5 4 0-16,-2 6 0 0,-4 8-1874 16,2 5-1735-16</inkml:trace>
  <inkml:trace contextRef="#ctx0" brushRef="#br1" timeOffset="29680.69">20644 13504 1016 0,'0'0'588'16,"0"0"1405"-16,0 0-1000 0,0 0 291 15,0 0-491-15,0 0-153 0,0 0 160 16,0 0-715-16,0 0-85 0,-33 21 0 15,17-9 0-15,1 4 0 0,-1 4 0 16,-5 8 0-16,5 4 0 0,-11 9 0 16,-4 4 0-16,-11 6 0 15,-5 5 0-15,-15 4 0 0,-6 6 0 16,-7 1 0-16,-10 7 0 0,-4 1 0 16,1 5 0-16,-3 1 0 15,4 1 0-15,12-1 0 0,3-3 0 16,12-5 0-16,8-8 0 0,11-8 0 15,14-10 0-15,11-15 0 0,5-9 0 16,7-11 0-16,4-8 0 0,4-4 0 16,7 0 0-16,1-12 0 0,3-5 0 15,-1-8 0-15,-2-4 0 16,-1 3-413-16,-5 0-387 0,-2 1-689 16,-4 6 100-16,0 4-151 0</inkml:trace>
  <inkml:trace contextRef="#ctx0" brushRef="#br1" timeOffset="30100.84">19392 14725 1496 0,'0'0'1633'16,"0"0"-601"-16,0 0-599 16,0 0 23-16,0 0 284 0,-21 47-324 15,15-29 9-15,-2-1 223 0,-3 0-212 16,3-4-96-16,0-2-203 0,-3-1-137 15,1-2 0-15,0-4 0 0,-3 1 0 16,3-5 0-16,0 0 0 0,3-2 0 16,-1-2 0-16,6-4 0 0,0-9 0 15,0-14 0-15,2-9 0 16,6-8 0-16,4 0 0 0,1 4 0 16,5 6 0-16,-5 8 0 0,3 9 0 15,-8 9 0-15,1 5 0 0,-3 5 0 16,2 2 0-16,-2 0 0 0,4 1 0 15,1 7 0-15,-5 8 0 0,-4 12 0 16,-4 7 0-16,-7 6 0 16,-5 2 0-16,-1-2 0 0,-4 2 0 15,1-2 0-15,7-3 0 0,1-3 0 16,6-7 0-16,6-4 0 16,8-4 0-16,15-5 0 0,10-1 0 15,16-6 0-15,16-7 0 0,15-5 0 16,7-9 0-16,-2-10 0 0,-21 3 0 15,-4-8-2070-15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E0940-25C8-4CED-96E2-8FA2BF93B3E9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B58D-1DE9-43B8-93DE-2A59C20A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0969-3BC9-E425-9F31-771A40B0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23E1-8863-BAA6-77AC-3CEB3EB4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60C6-2EB9-4B12-2C47-77551686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A3BA6-4B22-4D69-91C4-B87C21B5C3D7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CBDD-36A5-FD93-6C9F-EFC2F06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F109-725A-2997-4814-1CB5B5F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hcSlideMaster.Title Slide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8" name="fcSlideMaster.Title Slide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10C-6E04-1B5B-960E-AFB5C34E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00D-E6AB-A0FA-E79A-9AAFA1B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10515600" cy="5036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C63C-8994-B5A6-A3B7-55184800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48B-38C0-346C-AC32-5E6074D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hcSlideMaster.Title and Content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7" name="fcSlideMaster.Title and Content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203-9058-4ABB-2CB4-3E1D886A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B391-7275-D8A5-E81A-F6C8D1C9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5329-1884-4502-4559-356634FF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46E657-D090-47BC-894B-7F7404E1AFDB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7228-75D0-E9BC-3185-547F55D1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EA80-117A-20A9-6DEE-C952767E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cSlideMaster.Section Header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8" name="fcSlideMaster.Section Header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317E-1C92-A3D1-4CBF-AE02FAC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D8E5-774C-BCD5-597A-A433ADE00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9B0AF-191A-A268-1C2E-17460C0E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0D6A-251D-CFE4-5C0D-453FA6A0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F462FA-5168-4DFC-A8AA-E1636F6F1807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169D-B6DA-BC5D-67D9-32B4F997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F9F5-4506-9B3B-7D39-394220E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cSlideMaster.Two Content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9" name="fcSlideMaster.Two Content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3672-099B-E107-E303-AEE190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D34A-A411-BD73-29E5-C784FE76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9816-E6EE-F433-3FD9-418E89C1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8D1CA-97EC-153B-4FA4-13F2D581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B723-F873-013E-6341-58F1B78FA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C9254-92D2-FC28-DE7C-4934D7DE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28D0C9-320A-4AE1-85D8-ED11977E8C12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079D-EB10-38B4-81F9-C6BD6CC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C44A-3715-B891-AF3B-A12B68B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hcSlideMaster.Comparison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11" name="fcSlideMaster.Comparison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F8E-FA11-6A49-A295-D979745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D36B-ED63-AAD9-76DE-AFDF95D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2456FE-1047-4D97-88F7-9D840A87DE2B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7E32-AC55-387F-CF0D-2FC28C24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97A0-BFFA-065D-FC46-31A49D79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cSlideMaster.Title Only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7" name="fcSlideMaster.Title Only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CDEA-353B-2409-B4B6-B34F2193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B26AF-43C9-4A52-AF06-A2AC06E43B1C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C3328-69EC-AD32-5D42-78AFBAE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B655-C58F-EF96-7FFE-957B2D97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cSlideMaster.Blank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6" name="fcSlideMaster.Blank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2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82B-6CF9-A4D0-C084-62B09068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E6F-77E3-8C1B-513C-DE9ADA0C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2555-EF3E-E875-FB86-A9BBE4024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D25C-22A8-5D58-D044-D382412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582E4D-5E9F-4458-938C-864B706F95FF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EBB5-21AA-2559-8D0D-53B74753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6D85-76DB-D878-670B-E125F093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cSlideMaster.Content with Caption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9" name="fcSlideMaster.Content with Caption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50CA-6AD7-5B60-33F5-B85FC40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B91A-8F74-3B7F-64D3-33847276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3DECB-4ABE-95E6-B0DF-B031E49C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9A3C-2B68-6ADD-6B2F-847A52A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5A1BD-EBEB-4A8E-B449-2911DE41084B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1F65-BB53-DB77-A17D-78486C7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5C53-CD45-0CA1-D0BD-0B89897F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hcSlideMaster.Picture with Caption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9" name="fcSlideMaster.Picture with Caption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B12-6CE0-5896-197F-A351D692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BFC0-A205-3164-72D7-5BD81882E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45B9-DA11-4A1C-058B-5079E09B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2FFE65-DFA4-43A3-A834-4788946F3021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2D7D-48D9-22AF-8770-6A5289E4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910A-A603-CBBA-AAEC-B4BD95E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cSlideMaster.Title and Vertical Text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8" name="fcSlideMaster.Title and Vertical Text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0D1E2-74DE-C6EB-A8EC-30865787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9B26-4A69-4D57-C633-72C8B76A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5456-C44F-2D28-4BF6-50D0F62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FC2D8-0CF3-496F-8CED-E9AD4C92185B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3730-2DDE-C2C7-00A4-43C39B0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452-44EB-602B-86CC-0B63500F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cSlideMaster.Vertical Title and TextHeader"/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8" name="fcSlideMaster.Vertical Title and TextFooter"/>
          <p:cNvSpPr txBox="1"/>
          <p:nvPr userDrawn="1"/>
        </p:nvSpPr>
        <p:spPr>
          <a:xfrm>
            <a:off x="0" y="652018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9656A-1DCD-3A7C-A104-2014B262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52E0-EA6C-780F-BCFB-35F80CF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D2FEC-049F-9FA9-C7AA-F2172197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r>
              <a:rPr lang="en-US" dirty="0"/>
              <a:t>Waves in ducts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8509-368A-F515-ABCA-31C2CA82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fld id="{B62F1270-CA5A-4BF1-AAF5-16F08E48CB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tkinson Hyperlegibl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08A8057-256C-432E-B266-CF2C058D77E2}"/>
                  </a:ext>
                </a:extLst>
              </p14:cNvPr>
              <p14:cNvContentPartPr/>
              <p14:nvPr/>
            </p14:nvContentPartPr>
            <p14:xfrm>
              <a:off x="508320" y="101160"/>
              <a:ext cx="11574360" cy="5717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08A8057-256C-432E-B266-CF2C058D77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8960" y="91800"/>
                <a:ext cx="11593080" cy="57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1304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9130-290B-706A-1A53-27FD9FF5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750ACE-E715-96BC-8081-7B355891EA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300" r="1300"/>
          <a:stretch/>
        </p:blipFill>
        <p:spPr>
          <a:xfrm>
            <a:off x="-26328" y="0"/>
            <a:ext cx="12244656" cy="6887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F82076-C88F-F6B7-D48B-5225F663B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tkinson Hyperlegible" pitchFamily="50" charset="0"/>
              </a:rPr>
              <a:t>Vibration isolation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6B5AA-1FF4-EF36-B7F4-9529A49D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6735"/>
            <a:ext cx="9144000" cy="463378"/>
          </a:xfrm>
        </p:spPr>
        <p:txBody>
          <a:bodyPr/>
          <a:lstStyle/>
          <a:p>
            <a:r>
              <a:rPr lang="en-US" dirty="0"/>
              <a:t>Tyler Dare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96D121-1106-7D39-E3C2-74EEE421F5E6}"/>
              </a:ext>
            </a:extLst>
          </p:cNvPr>
          <p:cNvSpPr txBox="1">
            <a:spLocks/>
          </p:cNvSpPr>
          <p:nvPr/>
        </p:nvSpPr>
        <p:spPr>
          <a:xfrm>
            <a:off x="1524000" y="2818692"/>
            <a:ext cx="9144000" cy="463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Transient response</a:t>
            </a:r>
          </a:p>
        </p:txBody>
      </p:sp>
    </p:spTree>
    <p:extLst>
      <p:ext uri="{BB962C8B-B14F-4D97-AF65-F5344CB8AC3E}">
        <p14:creationId xmlns:p14="http://schemas.microsoft.com/office/powerpoint/2010/main" val="334920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8862-FE46-379D-1723-E0FC326F1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1AEE5-18C9-962C-63CC-E2CA3EE36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8E98A-6FD5-10C6-F1D0-48DD662E0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</a:t>
            </a:fld>
            <a:endParaRPr lang="en-US"/>
          </a:p>
        </p:txBody>
      </p:sp>
      <p:pic>
        <p:nvPicPr>
          <p:cNvPr id="7" name="transientToSteadyState">
            <a:hlinkClick r:id="" action="ppaction://media"/>
            <a:extLst>
              <a:ext uri="{FF2B5EF4-FFF2-40B4-BE49-F238E27FC236}">
                <a16:creationId xmlns:a16="http://schemas.microsoft.com/office/drawing/2014/main" id="{627164EF-75E5-D0DF-BBEB-290D1AF51CB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5413" y="1083855"/>
            <a:ext cx="6716712" cy="50371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8C0575-F7BF-6DEA-04C9-D8E68EF2E4FA}"/>
                  </a:ext>
                </a:extLst>
              </p14:cNvPr>
              <p14:cNvContentPartPr/>
              <p14:nvPr/>
            </p14:nvContentPartPr>
            <p14:xfrm>
              <a:off x="2856240" y="3431520"/>
              <a:ext cx="3504600" cy="1897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8C0575-F7BF-6DEA-04C9-D8E68EF2E4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46880" y="3422160"/>
                <a:ext cx="3523320" cy="191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034F-5109-C6D9-3F5E-819094467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333D-7F5E-64DF-6A75-A2EC0021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50B2-4E1D-2CF2-F383-BA5CE011F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Sinusoidal forcing (done)</a:t>
            </a:r>
          </a:p>
          <a:p>
            <a:r>
              <a:rPr lang="en-US" dirty="0"/>
              <a:t>Free response (done)</a:t>
            </a:r>
          </a:p>
          <a:p>
            <a:r>
              <a:rPr lang="en-US" dirty="0"/>
              <a:t>Arbitrary forced response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D1537-666A-B296-5E01-C3779F11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D60AE-2F10-2DCA-79EA-C6A78C17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337D1F6-D3D8-0C69-9352-84304535FC11}"/>
                  </a:ext>
                </a:extLst>
              </p14:cNvPr>
              <p14:cNvContentPartPr/>
              <p14:nvPr/>
            </p14:nvContentPartPr>
            <p14:xfrm>
              <a:off x="131040" y="906120"/>
              <a:ext cx="8370000" cy="4256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337D1F6-D3D8-0C69-9352-84304535FC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680" y="896760"/>
                <a:ext cx="8388720" cy="427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930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3920E-9974-CDA0-15FD-1C9087F3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0757-7479-1EA6-4B49-DC9C13A0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473A0E-6491-367A-AB9B-6406BBEC7E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An impulse is a force acting over a short time span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the force is applied to mass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the mass’s velocity changes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“unit impulse” is a force that acts instantaneously and causes 1 unit of momentum change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473A0E-6491-367A-AB9B-6406BBEC7E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00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E8BEA-954A-C29C-F3AC-27C4E4CEF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53BF7-EA70-95F5-C365-E60E1554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9B55A58-57FA-B164-7916-AFEC5047052C}"/>
                  </a:ext>
                </a:extLst>
              </p14:cNvPr>
              <p14:cNvContentPartPr/>
              <p14:nvPr/>
            </p14:nvContentPartPr>
            <p14:xfrm>
              <a:off x="766440" y="1456200"/>
              <a:ext cx="10299600" cy="4116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9B55A58-57FA-B164-7916-AFEC504705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080" y="1446840"/>
                <a:ext cx="10318320" cy="413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876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EDF4-C810-275B-2723-D6E15C49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5846-B83A-B37B-CBAD-D3E0DF87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9B40B-3478-7192-56EC-EA8B502956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How does a </a:t>
                </a:r>
                <a:r>
                  <a:rPr lang="en-US" dirty="0"/>
                  <a:t>SDOF system respond to a unit impulse?</a:t>
                </a:r>
              </a:p>
              <a:p>
                <a:pPr marL="0" indent="0">
                  <a:buNone/>
                </a:pPr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≠0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9B40B-3478-7192-56EC-EA8B50295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D8736-A151-655E-A6C3-3C685BE8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8A608-8DEB-7950-3F59-1BF5CDB7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7E8FFD7-6620-3AD4-1D99-67F9FED918C0}"/>
                  </a:ext>
                </a:extLst>
              </p14:cNvPr>
              <p14:cNvContentPartPr/>
              <p14:nvPr/>
            </p14:nvContentPartPr>
            <p14:xfrm>
              <a:off x="3448440" y="334800"/>
              <a:ext cx="8072280" cy="6237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7E8FFD7-6620-3AD4-1D99-67F9FED918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9080" y="325440"/>
                <a:ext cx="8091000" cy="625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883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7BBA6-6E2E-0822-66CC-377E1EAA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41AD-EA18-A25C-424B-C0F510AB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0D3E9-0FAB-0E18-C78F-8E5D79208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How does a </a:t>
            </a:r>
            <a:r>
              <a:rPr lang="en-US" dirty="0"/>
              <a:t>SDOF system respond to a unit impulse?</a:t>
            </a:r>
          </a:p>
          <a:p>
            <a:pPr marL="0" indent="0">
              <a:buNone/>
            </a:pPr>
            <a:endParaRPr lang="en-US" sz="2800" i="1" dirty="0">
              <a:latin typeface="Cambria Math" panose="0204050305040603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150D0-892F-9F8B-9FE0-229413D9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FEB24-3D47-C24E-3BF8-F2A53343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A1CB09-2ECC-C48A-06BD-ACF9CCDA1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69" y="1415278"/>
            <a:ext cx="64008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26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C827C-9D8C-EBF4-5910-97F6BEFB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F679F-689C-8E71-EF3A-612C2001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209E3-5F0D-5A64-BE1C-FF21AD8FC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r>
                  <a:rPr lang="en-US" b="0" dirty="0"/>
                  <a:t>How can the impulse response give the solution for arbitrary forces?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209E3-5F0D-5A64-BE1C-FF21AD8FC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7B025-470F-20B7-A906-73C719F0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F93D1-AADE-CFE3-D81B-8AD6F4B8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3134F82-54DB-7520-5DD1-0B34B47B1691}"/>
                  </a:ext>
                </a:extLst>
              </p14:cNvPr>
              <p14:cNvContentPartPr/>
              <p14:nvPr/>
            </p14:nvContentPartPr>
            <p14:xfrm>
              <a:off x="197280" y="338760"/>
              <a:ext cx="10995120" cy="5222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3134F82-54DB-7520-5DD1-0B34B47B16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920" y="329400"/>
                <a:ext cx="11013840" cy="524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6281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4991-E39B-55C8-0A53-4255C37D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014CC4-14F8-3FE2-C01A-5FDE5AA6B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89" y="1847421"/>
            <a:ext cx="6400800" cy="480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F506F6-7DA6-0F04-5723-C6BA8E64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983A6A-26F6-FC17-6C6B-FD6EB32ED7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983A6A-26F6-FC17-6C6B-FD6EB32ED7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32C31-4950-45BA-46F3-4149BC3EA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A310D-80E3-B834-51E5-05901A48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8F7ABB9-79CB-678F-DE0E-B6184A00CE31}"/>
                  </a:ext>
                </a:extLst>
              </p14:cNvPr>
              <p14:cNvContentPartPr/>
              <p14:nvPr/>
            </p14:nvContentPartPr>
            <p14:xfrm>
              <a:off x="1806840" y="2590560"/>
              <a:ext cx="4078440" cy="2946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8F7ABB9-79CB-678F-DE0E-B6184A00CE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7480" y="2581200"/>
                <a:ext cx="4097160" cy="29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054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AB620-69CC-B630-7F57-B85E7A24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85BED-7A3C-F08B-8B1D-3D5ABF68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5DF7D-CA8F-C496-5778-60C7B3A715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35DF7D-CA8F-C496-5778-60C7B3A71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C4865-66AB-3FDA-9C9D-C54FE37C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1A2EA-1690-9E0F-4FC6-60AE89A9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AD30CE-E41A-6803-F0BF-C8E0C988C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46" y="1555750"/>
            <a:ext cx="6400800" cy="4800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604A7B-C32E-98CB-5785-EAC652F5FCBE}"/>
                  </a:ext>
                </a:extLst>
              </p14:cNvPr>
              <p14:cNvContentPartPr/>
              <p14:nvPr/>
            </p14:nvContentPartPr>
            <p14:xfrm>
              <a:off x="2890440" y="3424680"/>
              <a:ext cx="7640640" cy="2024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604A7B-C32E-98CB-5785-EAC652F5FC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1080" y="3415320"/>
                <a:ext cx="7659360" cy="204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8519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81104-F476-AFA4-0801-AA60B23B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16CC-4563-5992-5095-A0A995F9A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5F9D9-511A-CEFB-7454-E162174A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8C65A-EB6E-EDBD-86D9-8FB40A83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CA6C0-8A30-B97C-D065-0D3D648D3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85" y="1588787"/>
            <a:ext cx="6400800" cy="4800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A087A-95D7-219D-D2A7-1B69C3B6D3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A087A-95D7-219D-D2A7-1B69C3B6D3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6E3623-7B2C-B4E7-AB2E-392E1E6A0D1E}"/>
                  </a:ext>
                </a:extLst>
              </p14:cNvPr>
              <p14:cNvContentPartPr/>
              <p14:nvPr/>
            </p14:nvContentPartPr>
            <p14:xfrm>
              <a:off x="2233800" y="4266000"/>
              <a:ext cx="1526760" cy="692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6E3623-7B2C-B4E7-AB2E-392E1E6A0D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24440" y="4256640"/>
                <a:ext cx="1545480" cy="71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010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79FA-D82D-A240-4A58-7579C466E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1784-9DA5-8095-6CD4-4F7DEA6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05292-7AA3-25D1-2FCF-9B22A2B69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a general force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write it as the sum of many impulses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b="0" dirty="0"/>
                  <a:t>Then the response is the sum of the impulse response functions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05292-7AA3-25D1-2FCF-9B22A2B69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58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A94D5-0C8A-F354-66CA-846CFE24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BF3685-757B-5CD2-B4BB-EF236C79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B8181DE-3C40-33CF-E395-247B35F66F14}"/>
                  </a:ext>
                </a:extLst>
              </p14:cNvPr>
              <p14:cNvContentPartPr/>
              <p14:nvPr/>
            </p14:nvContentPartPr>
            <p14:xfrm>
              <a:off x="1969200" y="1718640"/>
              <a:ext cx="6279480" cy="3694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B8181DE-3C40-33CF-E395-247B35F66F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9840" y="1709280"/>
                <a:ext cx="6298200" cy="37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3039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316E0-4FB7-C7F6-54EC-A243B8634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945C-447F-105C-334D-8421F5E3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Duhamel’s integral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3E14EA-53D4-357D-4D19-70A38D6FF0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arbitrary force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, the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is</a:t>
                </a:r>
              </a:p>
              <a:p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3E14EA-53D4-357D-4D19-70A38D6FF0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E252E-1B97-0645-AFBE-45F036AD2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86D6C-32A5-299E-77C4-EAF7031D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9AABAF1-10B6-42D0-4FBA-C33E1ECAF92E}"/>
                  </a:ext>
                </a:extLst>
              </p14:cNvPr>
              <p14:cNvContentPartPr/>
              <p14:nvPr/>
            </p14:nvContentPartPr>
            <p14:xfrm>
              <a:off x="176400" y="140760"/>
              <a:ext cx="9323280" cy="4885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9AABAF1-10B6-42D0-4FBA-C33E1ECAF9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040" y="131400"/>
                <a:ext cx="9342000" cy="490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2915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9C95-CD68-56DC-B9C3-10230D6A9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C859-A095-AB40-9041-6C29416E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Duhamel’s integral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A8DB8-D510-06CE-6C7D-1F7183A4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337C3-E75B-CA6D-2AC1-43DF5369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63B3A68-1F01-C34A-33FE-E656CD0CB9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460309"/>
                  </p:ext>
                </p:extLst>
              </p:nvPr>
            </p:nvGraphicFramePr>
            <p:xfrm>
              <a:off x="844377" y="957433"/>
              <a:ext cx="9296400" cy="46731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800">
                      <a:extLst>
                        <a:ext uri="{9D8B030D-6E8A-4147-A177-3AD203B41FA5}">
                          <a16:colId xmlns:a16="http://schemas.microsoft.com/office/drawing/2014/main" val="3223219946"/>
                        </a:ext>
                      </a:extLst>
                    </a:gridCol>
                    <a:gridCol w="3098800">
                      <a:extLst>
                        <a:ext uri="{9D8B030D-6E8A-4147-A177-3AD203B41FA5}">
                          <a16:colId xmlns:a16="http://schemas.microsoft.com/office/drawing/2014/main" val="1557021796"/>
                        </a:ext>
                      </a:extLst>
                    </a:gridCol>
                    <a:gridCol w="3098800">
                      <a:extLst>
                        <a:ext uri="{9D8B030D-6E8A-4147-A177-3AD203B41FA5}">
                          <a16:colId xmlns:a16="http://schemas.microsoft.com/office/drawing/2014/main" val="184818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Continuous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Discrete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1447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131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=0, 1, …,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91069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Force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0037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Displacement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221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Impulse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≠0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∞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oMath>
                          </a14:m>
                          <a:r>
                            <a:rPr lang="en-US" b="0" dirty="0"/>
                            <a:t> </a:t>
                          </a:r>
                        </a:p>
                        <a:p>
                          <a:pPr marL="0" indent="0">
                            <a:buNone/>
                          </a:pPr>
                          <a:endParaRPr lang="en-US" b="0" dirty="0"/>
                        </a:p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>
                                                  <a:latin typeface="Cambria Math" panose="02040503050406030204" pitchFamily="18" charset="0"/>
                                                </a:rPr>
                                                <m:t>Δ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den>
                                          </m:f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0,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≠0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6562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Impulse response 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</m:den>
                                </m:f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p>
                                </m:sSup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3504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Displacement response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58972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63B3A68-1F01-C34A-33FE-E656CD0CB9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460309"/>
                  </p:ext>
                </p:extLst>
              </p:nvPr>
            </p:nvGraphicFramePr>
            <p:xfrm>
              <a:off x="844377" y="957433"/>
              <a:ext cx="9296400" cy="46731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8800">
                      <a:extLst>
                        <a:ext uri="{9D8B030D-6E8A-4147-A177-3AD203B41FA5}">
                          <a16:colId xmlns:a16="http://schemas.microsoft.com/office/drawing/2014/main" val="3223219946"/>
                        </a:ext>
                      </a:extLst>
                    </a:gridCol>
                    <a:gridCol w="3098800">
                      <a:extLst>
                        <a:ext uri="{9D8B030D-6E8A-4147-A177-3AD203B41FA5}">
                          <a16:colId xmlns:a16="http://schemas.microsoft.com/office/drawing/2014/main" val="1557021796"/>
                        </a:ext>
                      </a:extLst>
                    </a:gridCol>
                    <a:gridCol w="3098800">
                      <a:extLst>
                        <a:ext uri="{9D8B030D-6E8A-4147-A177-3AD203B41FA5}">
                          <a16:colId xmlns:a16="http://schemas.microsoft.com/office/drawing/2014/main" val="184818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Continuous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Discrete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1447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108197" r="-100984" b="-10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08197" r="-786" b="-10606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3131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208197" r="-100984" b="-9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08197" r="-786" b="-9606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91069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Force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313333" r="-100984" b="-8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13333" r="-786" b="-87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037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Displacement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406557" r="-100984" b="-7622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406557" r="-786" b="-7622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2221389"/>
                      </a:ext>
                    </a:extLst>
                  </a:tr>
                  <a:tr h="132524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Impulse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141743" r="-100984" b="-113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41743" r="-786" b="-113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656202"/>
                      </a:ext>
                    </a:extLst>
                  </a:tr>
                  <a:tr h="65316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Impulse response 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492523" r="-100984" b="-130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492523" r="-786" b="-130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3504633"/>
                      </a:ext>
                    </a:extLst>
                  </a:tr>
                  <a:tr h="84055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Displacement response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94" t="-459420" r="-100984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459420" r="-786" b="-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58972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1F3D69-CC27-27F2-3B50-D92AC84F9D4D}"/>
                  </a:ext>
                </a:extLst>
              </p14:cNvPr>
              <p14:cNvContentPartPr/>
              <p14:nvPr/>
            </p14:nvContentPartPr>
            <p14:xfrm>
              <a:off x="9121320" y="2085120"/>
              <a:ext cx="2987280" cy="3080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1F3D69-CC27-27F2-3B50-D92AC84F9D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11960" y="2075760"/>
                <a:ext cx="3006000" cy="309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6329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AB0B2-204F-59A8-A0A8-BB1B4B2C3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B26B-97B7-4114-81AF-F264CA4A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Impulse response function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A66A8-4C34-C178-0D7E-781ACF78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DBF28-8DE7-1CE2-F676-7425AE52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5E57A0-5B1F-4632-5FED-3A044FEEA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85" y="1588787"/>
            <a:ext cx="6400800" cy="4800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F77ED5-3B93-9B2B-F968-441561F102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F77ED5-3B93-9B2B-F968-441561F102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074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2F64C-529F-033E-700C-D95CA0DB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A0B-8052-43F6-9A52-3E57E5D5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Duhamel’s integral in MATLAB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B74B2-8985-0DD1-FE35-BDD98C78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MATLAB’s </a:t>
            </a:r>
            <a:r>
              <a:rPr lang="en-US" dirty="0">
                <a:latin typeface="Consolas" panose="020B0609020204030204" pitchFamily="49" charset="0"/>
              </a:rPr>
              <a:t>conv</a:t>
            </a:r>
            <a:r>
              <a:rPr lang="en-US" dirty="0"/>
              <a:t> function is very useful, but must be used correctly.</a:t>
            </a:r>
          </a:p>
          <a:p>
            <a:r>
              <a:rPr lang="en-US" dirty="0"/>
              <a:t>x will not be the same length as F. You will need to generate a new time vector.</a:t>
            </a:r>
          </a:p>
          <a:p>
            <a:r>
              <a:rPr lang="en-US" dirty="0"/>
              <a:t>F is assumed to be zero where it is not defined.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pt-BR" sz="2400" b="0" i="0" dirty="0">
                <a:effectLst/>
                <a:latin typeface="Consolas" panose="020B0609020204030204" pitchFamily="49" charset="0"/>
              </a:rPr>
              <a:t>x = conv(F,h)*dt;</a:t>
            </a:r>
          </a:p>
          <a:p>
            <a:pPr marL="0" indent="0">
              <a:buNone/>
            </a:pPr>
            <a:r>
              <a:rPr lang="pt-BR" sz="2400" b="0" i="0" dirty="0">
                <a:effectLst/>
                <a:latin typeface="Consolas" panose="020B0609020204030204" pitchFamily="49" charset="0"/>
              </a:rPr>
              <a:t>t_conv = (0:2*N-2)*dt;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3DF2B-B20C-196A-AB71-F08F8223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32433-D2EB-81B8-3D9E-E3683C38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4724C03-5598-7B16-00E1-3DD8D72AB217}"/>
                  </a:ext>
                </a:extLst>
              </p14:cNvPr>
              <p14:cNvContentPartPr/>
              <p14:nvPr/>
            </p14:nvContentPartPr>
            <p14:xfrm>
              <a:off x="6761520" y="2584440"/>
              <a:ext cx="5283720" cy="2598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4724C03-5598-7B16-00E1-3DD8D72AB2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52160" y="2575080"/>
                <a:ext cx="5302440" cy="261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2532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459EB-9CE3-874C-CBAB-880179FC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9C9BB-7C64-325F-02FF-FB59BDDC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Duhamel’s integral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F4120-0584-7085-BB67-27BCAFBDF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6AF2-22D3-4009-2DEE-6DB878270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D39C1-6DB9-C77D-FE8A-41FCD1AD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8B0188-B0E0-02BE-57D2-8F96CE03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35" y="720811"/>
            <a:ext cx="6400800" cy="4800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64C409A-C7DA-70A5-A760-E004F1D51A59}"/>
                  </a:ext>
                </a:extLst>
              </p14:cNvPr>
              <p14:cNvContentPartPr/>
              <p14:nvPr/>
            </p14:nvContentPartPr>
            <p14:xfrm>
              <a:off x="166680" y="243360"/>
              <a:ext cx="6688080" cy="515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64C409A-C7DA-70A5-A760-E004F1D51A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320" y="234000"/>
                <a:ext cx="6706800" cy="53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9960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CB98-B6E6-CF45-20F0-76518E611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50A7-B4E7-2821-964A-61BBD9460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Duhamel’s integral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5E838-8F2E-D58F-874F-FE6A56FAB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52C11-46B8-9DCD-5F74-6132D57E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5527B-EA5B-689D-6033-9C3485E6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CE3B79-2F72-BE19-9704-62A06D1A8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38" y="1028700"/>
            <a:ext cx="6400800" cy="4800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A0BBDC-AAD3-DF82-B14C-6FC64951231A}"/>
                  </a:ext>
                </a:extLst>
              </p14:cNvPr>
              <p14:cNvContentPartPr/>
              <p14:nvPr/>
            </p14:nvContentPartPr>
            <p14:xfrm>
              <a:off x="232920" y="190800"/>
              <a:ext cx="11283480" cy="2879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A0BBDC-AAD3-DF82-B14C-6FC6495123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560" y="181440"/>
                <a:ext cx="11302200" cy="289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0695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AEC2-4B28-B0BB-E014-7C5819F7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126F4-45C3-D41C-42D1-DF6A3BC1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44FF61-F5FB-CEBB-8B7D-FA9D69859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8254314" cy="37423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C7141A2-0C22-F954-8E6D-C764E1DD9F5A}"/>
                  </a:ext>
                </a:extLst>
              </p14:cNvPr>
              <p14:cNvContentPartPr/>
              <p14:nvPr/>
            </p14:nvContentPartPr>
            <p14:xfrm>
              <a:off x="270720" y="596520"/>
              <a:ext cx="11866320" cy="5997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C7141A2-0C22-F954-8E6D-C764E1DD9F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1360" y="587160"/>
                <a:ext cx="11885040" cy="601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1060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58F3-3A17-4AF6-62D6-D71A7DAE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forced response via Fourier transforms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8CF3A-8111-15C1-1AF4-87E349F004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We know the response at a single frequency,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arbitrary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use Fourier transform to write the response as the sum of sinusoids.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the total response is the inverse transform of the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8CF3A-8111-15C1-1AF4-87E349F004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0" t="-1937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475BC-AF22-84FC-C8FC-B5F5EFE8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20D4E-BFE9-D5E9-4B40-844F9517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F12A8F6-63BA-F618-9FF7-061FDC56632E}"/>
                  </a:ext>
                </a:extLst>
              </p14:cNvPr>
              <p14:cNvContentPartPr/>
              <p14:nvPr/>
            </p14:nvContentPartPr>
            <p14:xfrm>
              <a:off x="387000" y="638640"/>
              <a:ext cx="11109240" cy="4457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F12A8F6-63BA-F618-9FF7-061FDC5663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640" y="629280"/>
                <a:ext cx="11127960" cy="447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9425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49CD-A339-EE54-32C5-D37C2FC86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6578-C6AF-E8CC-F712-05A7AC74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Arbitrary forced response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8F642-8478-C9E3-7FAA-3AF6A817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Transient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C6059-EB32-14AC-35CD-CBA70D81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668E28-9C08-D26D-FC8C-196B8E54CC3E}"/>
                  </a:ext>
                </a:extLst>
              </p:cNvPr>
              <p:cNvSpPr txBox="1"/>
              <p:nvPr/>
            </p:nvSpPr>
            <p:spPr>
              <a:xfrm>
                <a:off x="5371069" y="953187"/>
                <a:ext cx="1383957" cy="46166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668E28-9C08-D26D-FC8C-196B8E54C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069" y="953187"/>
                <a:ext cx="1383957" cy="461665"/>
              </a:xfrm>
              <a:prstGeom prst="rect">
                <a:avLst/>
              </a:prstGeom>
              <a:blipFill>
                <a:blip r:embed="rId2"/>
                <a:stretch>
                  <a:fillRect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75A4A6F-9C24-5370-164E-D34D51289761}"/>
              </a:ext>
            </a:extLst>
          </p:cNvPr>
          <p:cNvSpPr txBox="1"/>
          <p:nvPr/>
        </p:nvSpPr>
        <p:spPr>
          <a:xfrm>
            <a:off x="3253946" y="1723772"/>
            <a:ext cx="1837038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Write as sum of impulses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78B42-EB64-8CD6-C425-F8BBB4093CE9}"/>
              </a:ext>
            </a:extLst>
          </p:cNvPr>
          <p:cNvSpPr txBox="1"/>
          <p:nvPr/>
        </p:nvSpPr>
        <p:spPr>
          <a:xfrm>
            <a:off x="7026876" y="1723772"/>
            <a:ext cx="183703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Write as sum of sinusoids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19D3B4-6209-CE6D-749E-812BF1A89A13}"/>
              </a:ext>
            </a:extLst>
          </p:cNvPr>
          <p:cNvSpPr txBox="1"/>
          <p:nvPr/>
        </p:nvSpPr>
        <p:spPr>
          <a:xfrm>
            <a:off x="3253946" y="2884977"/>
            <a:ext cx="1837038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Compute response to each impulse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121077-AA90-C059-F21E-4345F4A5B027}"/>
              </a:ext>
            </a:extLst>
          </p:cNvPr>
          <p:cNvSpPr txBox="1"/>
          <p:nvPr/>
        </p:nvSpPr>
        <p:spPr>
          <a:xfrm>
            <a:off x="3253946" y="4159919"/>
            <a:ext cx="1837038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Add responses together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6F7128-AE59-40C5-D26B-964F1BCFAD72}"/>
              </a:ext>
            </a:extLst>
          </p:cNvPr>
          <p:cNvSpPr txBox="1"/>
          <p:nvPr/>
        </p:nvSpPr>
        <p:spPr>
          <a:xfrm>
            <a:off x="7026876" y="2873566"/>
            <a:ext cx="183703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Compute response to each sinusoid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7341F-0201-9BAD-2146-10B67F0EA88F}"/>
              </a:ext>
            </a:extLst>
          </p:cNvPr>
          <p:cNvSpPr txBox="1"/>
          <p:nvPr/>
        </p:nvSpPr>
        <p:spPr>
          <a:xfrm>
            <a:off x="7026876" y="4159919"/>
            <a:ext cx="183703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Add responses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34C7F-95CC-F674-EE7E-B18531181764}"/>
                  </a:ext>
                </a:extLst>
              </p:cNvPr>
              <p:cNvSpPr txBox="1"/>
              <p:nvPr/>
            </p:nvSpPr>
            <p:spPr>
              <a:xfrm>
                <a:off x="5371069" y="5248353"/>
                <a:ext cx="1383957" cy="46166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34C7F-95CC-F674-EE7E-B18531181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069" y="5248353"/>
                <a:ext cx="1383957" cy="461665"/>
              </a:xfrm>
              <a:prstGeom prst="rect">
                <a:avLst/>
              </a:prstGeom>
              <a:blipFill>
                <a:blip r:embed="rId3"/>
                <a:stretch>
                  <a:fillRect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469FCA-3814-D1CC-772A-AD3544C2CCBD}"/>
                  </a:ext>
                </a:extLst>
              </p14:cNvPr>
              <p14:cNvContentPartPr/>
              <p14:nvPr/>
            </p14:nvContentPartPr>
            <p14:xfrm>
              <a:off x="1385640" y="1229400"/>
              <a:ext cx="9575640" cy="4172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469FCA-3814-D1CC-772A-AD3544C2CC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6280" y="1220040"/>
                <a:ext cx="9594360" cy="419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523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3bf3c94b-e8b3-47dc-8a25-6149d2309f1f</TitusGUID>
  <TitusMetadata xmlns="">eyJucyI6Imh0dHA6XC9cL3d3dy50aXR1cy5jb21cL25zXC9UaGUgUGVubnN5bHZhbmlhIFN0YXRlIFVuaXZlcnNpdHkiLCJwcm9wcyI6W3sibiI6IkRhdGFUeXBlIiwidmFscyI6W3sidmFsdWUiOiJOVUxMIn1dfSx7Im4iOiJBUkxQU1VCdXNpbmVzc1NlbnNpdGl2ZURpc3RyaWJ1dGlvblN0YXRlbWVudCIsInZhbHMiOltdfSx7Im4iOiJDVUkiLCJ2YWxzIjpbXX0seyJuIjoiRGlzdHJpYnV0aW9uU3RhdGVtZW50IiwidmFscyI6W119LHsibiI6IkZFRENPTiIsInZhbHMiOltdfSx7Im4iOiJSRUxUTyIsInZhbHMiOltdfV19</TitusMetadata>
</titus>
</file>

<file path=customXml/itemProps1.xml><?xml version="1.0" encoding="utf-8"?>
<ds:datastoreItem xmlns:ds="http://schemas.openxmlformats.org/officeDocument/2006/customXml" ds:itemID="{F8747B5C-2EAF-47C8-A49D-1C7C986E97BB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21666</TotalTime>
  <Words>578</Words>
  <Application>Microsoft Office PowerPoint</Application>
  <PresentationFormat>Widescreen</PresentationFormat>
  <Paragraphs>143</Paragraphs>
  <Slides>21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Atkinson Hyperlegible</vt:lpstr>
      <vt:lpstr>Arial</vt:lpstr>
      <vt:lpstr>Consolas</vt:lpstr>
      <vt:lpstr>Calibri</vt:lpstr>
      <vt:lpstr>Cambria Math</vt:lpstr>
      <vt:lpstr>Office Theme</vt:lpstr>
      <vt:lpstr>PowerPoint Presentation</vt:lpstr>
      <vt:lpstr>Vibration isolation</vt:lpstr>
      <vt:lpstr>Transient response</vt:lpstr>
      <vt:lpstr>Transient response</vt:lpstr>
      <vt:lpstr>Impulse</vt:lpstr>
      <vt:lpstr>Impulse</vt:lpstr>
      <vt:lpstr>Impulse</vt:lpstr>
      <vt:lpstr>Impulse response function</vt:lpstr>
      <vt:lpstr>Impulse response function</vt:lpstr>
      <vt:lpstr>Impulse response function</vt:lpstr>
      <vt:lpstr>Impulse response function</vt:lpstr>
      <vt:lpstr>Impulse response function</vt:lpstr>
      <vt:lpstr>Duhamel’s integral</vt:lpstr>
      <vt:lpstr>Duhamel’s integral</vt:lpstr>
      <vt:lpstr>Impulse response function</vt:lpstr>
      <vt:lpstr>Duhamel’s integral in MATLAB</vt:lpstr>
      <vt:lpstr>Duhamel’s integral</vt:lpstr>
      <vt:lpstr>Duhamel’s integral</vt:lpstr>
      <vt:lpstr>PowerPoint Presentation</vt:lpstr>
      <vt:lpstr>Arbitrary forced response via Fourier transforms</vt:lpstr>
      <vt:lpstr>Arbitrary forced response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Vibration isolation</dc:title>
  <dc:creator>Tyler Dare</dc:creator>
  <cp:lastModifiedBy>Dare, Tyler Patrick</cp:lastModifiedBy>
  <cp:revision>145</cp:revision>
  <dcterms:created xsi:type="dcterms:W3CDTF">2025-01-05T23:36:15Z</dcterms:created>
  <dcterms:modified xsi:type="dcterms:W3CDTF">2025-03-17T18:14:38Z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3bf3c94b-e8b3-47dc-8a25-6149d2309f1f</vt:lpwstr>
  </property>
  <property fmtid="{D5CDD505-2E9C-101B-9397-08002B2CF9AE}" pid="3" name="DataType">
    <vt:lpwstr>NULL</vt:lpwstr>
  </property>
</Properties>
</file>