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ink/ink2.xml" ContentType="application/inkml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ink/ink3.xml" ContentType="application/inkml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ink/ink4.xml" ContentType="application/inkml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ink/ink5.xml" ContentType="application/inkml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ink/ink6.xml" ContentType="application/inkml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ink/ink7.xml" ContentType="application/inkml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ink/ink8.xml" ContentType="application/inkml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ink/ink9.xml" ContentType="application/inkml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ink/ink10.xml" ContentType="application/inkml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ink/ink11.xml" ContentType="application/inkml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ink/ink12.xml" ContentType="application/inkml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ink/ink13.xml" ContentType="application/inkml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ink/ink14.xml" ContentType="application/inkml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ink/ink15.xml" ContentType="application/inkml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ink/ink16.xml" ContentType="application/inkml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ink/ink17.xml" ContentType="application/inkml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ink/ink18.xml" ContentType="application/inkml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ink/ink19.xml" ContentType="application/inkml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ink/ink20.xml" ContentType="application/inkml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ink/ink21.xml" ContentType="application/inkml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ink/ink22.xml" ContentType="application/inkml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ink/ink26.xml" ContentType="application/inkml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423" r:id="rId2"/>
    <p:sldId id="476" r:id="rId3"/>
    <p:sldId id="449" r:id="rId4"/>
    <p:sldId id="454" r:id="rId5"/>
    <p:sldId id="450" r:id="rId6"/>
    <p:sldId id="451" r:id="rId7"/>
    <p:sldId id="452" r:id="rId8"/>
    <p:sldId id="453" r:id="rId9"/>
    <p:sldId id="455" r:id="rId10"/>
    <p:sldId id="456" r:id="rId11"/>
    <p:sldId id="457" r:id="rId12"/>
    <p:sldId id="459" r:id="rId13"/>
    <p:sldId id="458" r:id="rId14"/>
    <p:sldId id="460" r:id="rId15"/>
    <p:sldId id="461" r:id="rId16"/>
    <p:sldId id="443" r:id="rId17"/>
    <p:sldId id="439" r:id="rId18"/>
    <p:sldId id="437" r:id="rId19"/>
    <p:sldId id="478" r:id="rId20"/>
    <p:sldId id="479" r:id="rId21"/>
    <p:sldId id="477" r:id="rId22"/>
    <p:sldId id="480" r:id="rId23"/>
    <p:sldId id="481" r:id="rId24"/>
    <p:sldId id="380" r:id="rId25"/>
    <p:sldId id="442" r:id="rId26"/>
    <p:sldId id="433" r:id="rId27"/>
    <p:sldId id="434" r:id="rId28"/>
    <p:sldId id="482" r:id="rId29"/>
    <p:sldId id="381" r:id="rId30"/>
    <p:sldId id="441" r:id="rId31"/>
    <p:sldId id="376" r:id="rId32"/>
    <p:sldId id="48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FF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1949" autoAdjust="0"/>
  </p:normalViewPr>
  <p:slideViewPr>
    <p:cSldViewPr snapToGrid="0">
      <p:cViewPr varScale="1">
        <p:scale>
          <a:sx n="57" d="100"/>
          <a:sy n="57" d="100"/>
        </p:scale>
        <p:origin x="900" y="3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02:27.0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24721 5014 5362 0,'0'0'168'0,"0"0"-128"16,0 0-32-16,0 0 112 15,0 0 64-15,0 0-124 0,-2 38 80 16,4-29 120-16,4 4-80 0,0 1 85 16,0 4 519-16,1 1-248 15,-5 5-451-15,-2 4-85 0,0 4 0 16,-2 6 0-16,-5 6 0 0,5 1 0 16,-6 7 0-16,4 4 0 0,-2 3 0 15,-3 4 0-15,1 3 0 0,0 4 0 16,2 5 0-16,4 0 0 15,2 0 0-15,0-5 0 0,6-4 0 16,2-3 0-16,2-5 0 0,3-4 0 16,-3-6 0-16,-2-7 0 0,3-9 0 15,1-8 0-15,5-11 0 0,1-12-797 16,7-9 57-16,4-18-1 0,-6 0-880 16,-1-12-231-16</inkml:trace>
  <inkml:trace contextRef="#ctx0" brushRef="#br0" timeOffset="741.53">24704 5059 2833 0,'0'0'2781'0,"52"8"-1997"0,-13-2 37 16,11-1-409-16,3-3-52 15,9-2-159-15,7-1-201 0,3-4 0 16,5-3 0-16,3-2 0 0,3 1 0 16,0-4 0-16,1 0 0 0,-1-1 0 15,2-1 0-15,-5 5 0 16,-3-2 0-16,-7 2 0 0,-8 4 0 16,-12 2 0-16,-11 3 0 0,-14 1 0 15,-9 0 0-15,-9 0 0 0,-5 2 0 16,-2 0 0-16,0 2 0 15,-5 3 0-15,-3 4 0 0,-4 5 0 16,-5 3 0-16,3 4 0 0,-3 3 0 16,1 3 0-16,-3 7 0 0,-2 8 0 15,1 7 0-15,-5 6 0 0,0 6 0 16,0 5 0-16,-2 5 0 0,5 4 0 16,1 2 0-16,7 4 0 0,5 2 0 15,5 1 0-15,8-4 0 16,13-3 0-16,6-3 0 0,6-6 0 15,4-4 0-15,-4-5 0 0,2-7 0 16,-5-11 0-16,-1-6 0 0,-4-11 0 16,-5-7 0-16,-3-9 0 0,-5-6 0 15,-4-3 0-15,-2-1 0 16,-2-3-237-16,0 1-391 0,-2-4 104 16,-12 3 95-16,-11 2-63 15,-10 1 444-15,-7 1 48 0,-7 2 92 16,-5-3 48-16,-4 0 132 0,-6-6 181 15,-2-4-125-15,-8-7 28 0,-5-4 168 16,-4-2-356-16,-1-1-143 0,-3 3-25 16,4 3 0-16,7 4 0 0,5 4-149 15,9 5-27-15,17 3-36 0,8 2-536 16,8 5-85-16,14 0-155 0,7 2-1457 0</inkml:trace>
  <inkml:trace contextRef="#ctx0" brushRef="#br0" timeOffset="1116.18">25341 6334 3881 0,'0'0'2866'0,"0"0"-1866"0,0 0-748 0,-29 65-59 16,12-15-193-16,-1 8 0 0,3 2 0 15,5-5 0-15,6 2 0 16,4 0 0-16,4-2 0 0,2-1 0 16,9-4 0-16,-1-5 0 0,5-4 0 15,3-7 0-15,1-6 0 0,2-8 0 16,-2-8-285-16,-5-8-1076 0,-7-3-183 16,-1-7-541-16</inkml:trace>
  <inkml:trace contextRef="#ctx0" brushRef="#br0" timeOffset="1721.7">25320 7051 4033 0,'0'0'2694'0,"0"0"-2354"0,0 0-24 16,0 0 364-16,0 0-551 0,0 0-129 15,-39 37 0-15,4-21 0 16,-5 2 0-16,3 0 0 0,4 1 0 0,4 1 0 16,2 0 0-16,9 2 0 15,5-3 0-15,11-1 0 0,6-1 0 16,13-1 0-16,10-2 0 0,8-2 0 16,8-5 0-16,7 0 0 0,0-2 0 15,3 0 0-15,-7 1 0 16,-7 1 0-16,-8 2 0 0,-14 0 0 15,-13 2 0-15,-12 3 0 0,-17 3 0 16,-12 1 0-16,-11 2 0 0,-10-1 0 16,-4 2 0-16,-4 1 0 0,2 0 0 15,6 1 0-15,6-1 0 0,15 1 0 16,8-3 0-16,19-5 0 16,10 0 0-16,14-5 0 0,15 0 0 15,10-4 0-15,7-2 0 0,8 1 0 16,4 0 0-16,-3 0 0 0,-5-1 0 15,-9 5 0-15,-10 0 0 16,-10 2 0-16,-11 2 0 0,-5-1 0 16,-5 1 0-16,-9-1 0 0,-7 3 0 15,-5-1 0-15,-4 4 0 0,-4-1 0 16,0-2 0-16,0-1 0 0,0 1 0 16,5-1 0-16,1-1 0 15,2-1 0-15,5-2 0 0,3 1 0 16,7-4 0-16,4-1 0 0,6 0 0 15,13-3 0-15,10 2 0 0,12 2-149 16,8-1-107-16,7 2 80 0,4 1 112 16,0 0-104-16,-6 4-368 0,-13-3-1309 15,-8-2 92-15</inkml:trace>
  <inkml:trace contextRef="#ctx0" brushRef="#br0" timeOffset="2001.62">25312 8051 6522 0,'-4'38'989'0,"0"1"-308"0,-3 9-681 0,-1 4 0 0,0-1 0 16,-2 3 0-16,5 1 0 0,1-1 0 15,4 0 0-15,0 1 0 0,0-2 0 16,4-2 0-16,-2-3 0 16,3-6-533-16,-3-7-179 0,0-11-325 15,-2-7-2953-15</inkml:trace>
  <inkml:trace contextRef="#ctx0" brushRef="#br0" timeOffset="2315.17">23896 8958 3321 0,'105'23'3706'16,"19"-3"-2541"-16,29 3-1165 0,11-9 0 16,15-5 0-16,22-4 0 0,20-3 0 15,9-2 0-15,9-6 0 0,-1-4 0 16,-6-6 0-16,-9 4 0 0,-12-2 0 15,-21 2 0-15,-19 0 0 16,-24 3 0-16,-31-1 0 0,-35 2-957 16,-26-1-1020-16</inkml:trace>
  <inkml:trace contextRef="#ctx0" brushRef="#br0" timeOffset="2657.08">24462 9027 4774 0,'64'-7'1016'0,"-12"7"-680"15,-6 0-172-15,-28 12 68 16,-16 7 101-16,-20 10 223 0,-22 6-136 16,-15 6-120-16,-20 4-239 0,-8 3-61 15,-5 0 0-15,-1-1 0 0,4-1 0 16,8-3 0-16,11-6 0 16,17-7 0-16,18-7 0 0,16-10 0 15,21-5-469-15,25-8-319 0,-4 0-1221 16,25-8-36-16</inkml:trace>
  <inkml:trace contextRef="#ctx0" brushRef="#br0" timeOffset="2795.27">25574 9135 3965 0,'0'0'2670'16,"13"64"-2654"-16,-30-14-8 0,-22 2-16 15,-17 10-101-15,-16-1-219 0,-13 1 60 16,-2-5-412-16,5-4 296 15,9-5 240-15,19-9-4 0,15-11-225 16,21-10-383-16,9-8-1933 0</inkml:trace>
  <inkml:trace contextRef="#ctx0" brushRef="#br0" timeOffset="2985.34">26664 9076 1052 0,'0'0'328'0,"18"56"-60"0,-34-13 2185 16,-23 7-1896-16,-15 8-217 0,-12 8 284 16,-9 0-192-16,5-3-160 15,10-10 141-15,15-7-289 0,20-9-124 0,16-14-308 16,7-9-1189-16,11-11-2541 0</inkml:trace>
  <inkml:trace contextRef="#ctx0" brushRef="#br0" timeOffset="3836.82">25661 2555 7291 0,'0'0'504'0,"0"0"-107"16,-14 33-397-16,-1 10 0 0,-5 15 0 15,-1 16 0-15,-2 5 0 0,7 4 0 16,3 11 0-16,5 6 0 0,6 13 0 16,2 9 0-16,0 12 0 0,0 7 0 15,-8 0 0-15,6-1 0 0,-7-12 0 16,5-7 0-16,0-13 0 0,2-20 0 15,2-12 0-15,0-17 0 16,6-18 0-16,-4-15 0 0,0-13 0 16,2-11 0-16,1-10 0 0,-3-2-1197 15,0-30-2397-15</inkml:trace>
  <inkml:trace contextRef="#ctx0" brushRef="#br0" timeOffset="4086.38">25678 2542 5334 0,'-54'45'1321'0,"-12"3"-1033"0,-17 9 228 15,1-2 76-15,-3 1-451 0,10-4-141 16,9-3 0-16,8-5 0 0,7-3 0 15,7-3 0-15,7-6 0 0,12-9-221 16,11-7-559-16,8-11-205 0,6-4-1512 16,12-10-656-16</inkml:trace>
  <inkml:trace contextRef="#ctx0" brushRef="#br0" timeOffset="4221.88">25612 2544 5642 0,'0'0'1117'0,"0"0"79"0,0 0-959 15,0 0-237-15,33 16 0 0,-15 5 0 16,1 8 0-16,6 4 0 16,2 2 0-16,4 0 0 0,10-1 0 15,6-2 0-15,9 1 0 0,4-1 0 16,-4-2 0-16,-13-6-773 0,-5-5-3893 0</inkml:trace>
  <inkml:trace contextRef="#ctx0" brushRef="#br0" timeOffset="4644.29">26651 2552 6831 0,'0'0'708'0,"0"0"-200"0,11 45-363 15,-11-11-145-15,-2 10 0 0,-7 6 0 16,1 5 0-16,0 7 0 16,-2 3 0-16,3 8 0 0,5-3 0 15,-2-3 0-15,2-3 0 0,2-9 0 16,0-9 0-16,0-6 0 0,4-9 0 16,-2-7 0-16,2-12-169 15,-2-5-979-15,3-7-2042 0</inkml:trace>
  <inkml:trace contextRef="#ctx0" brushRef="#br0" timeOffset="4814.88">26614 2541 7035 0,'0'0'656'0,"50"-6"-155"0,-21 4-501 15,-4-1 0-15,-1 1 0 0,3-3 0 16,4-2 0-16,0-5 0 0,6-2 0 15,3 1 0-15,3 0 0 16,-2 5 0-16,-1 2 0 0,-3 3 0 0,-8 5-1229 16,-8 2-732-16,-5 2-1085 0</inkml:trace>
  <inkml:trace contextRef="#ctx0" brushRef="#br0" timeOffset="5020.39">26653 2959 2545 0,'0'0'4450'0,"0"0"-3742"0,0 0-219 15,0 0-489-15,58 28 0 0,-16-28 0 16,7-5 0-16,-1-7 0 0,1-4 0 16,-1-3 0-16,4-3 0 0,-1 0 0 15,3-7 0-15,-13 9-837 0,-1-5-1964 0</inkml:trace>
  <inkml:trace contextRef="#ctx0" brushRef="#br0" timeOffset="5281.68">27458 2358 7367 0,'0'0'616'15,"-36"28"-407"-15,12-6-209 16,-5 9 0-16,-4 7 0 0,-5 8 0 15,-1 7 0-15,-6 7 0 0,-1 6 0 16,3 7 0-16,-1 7 0 16,3 4 0-16,6 4 0 0,8-7 0 15,8-4 0-15,15-9 0 0,10-7 0 16,17-9 0-16,14-9 0 0,13-11 0 16,6-10 0-16,10-11 0 0,0-10 0 15,-2-5 0-15,0-12-193 0,-20-1-2368 16,-5-4-292-16</inkml:trace>
  <inkml:trace contextRef="#ctx0" brushRef="#br0" timeOffset="5548.32">27695 2712 6971 0,'0'0'472'0,"-58"61"4"0,27-25-203 15,7-3-273-15,-1 4 0 0,2 1 0 16,-2 3 0-16,5 4 0 16,-1 3 0-16,8 0 0 0,5 0 0 15,8-2 0-15,8-4 0 0,9-6 0 16,8-5 0-16,8-3 0 0,6-8 0 16,7-4 0-16,3-5 0 0,3-9 0 15,2-2 0-15,-5-5 0 0,-3-6 0 16,-5-5 0-16,-10-4-245 0,-12 5-1340 15,-5-2-632-15</inkml:trace>
  <inkml:trace contextRef="#ctx0" brushRef="#br0" timeOffset="5703.31">27350 3136 7519 0,'0'0'480'15,"0"0"-364"-15,43-6-39 0,-1-8-77 16,12-7 0-16,1-10 0 16,5-6 0-16,2-3-321 0,-14 7-2512 15,-3-4-1353-15</inkml:trace>
  <inkml:trace contextRef="#ctx0" brushRef="#br0" timeOffset="5935.36">28204 2431 6743 0,'0'0'360'16,"-6"35"64"-16,12-9 188 0,6 5-559 15,7 8-53-15,8 9 0 0,8 6 0 16,4 13 0-16,4 9 0 16,3 10 0-16,-11 5 0 0,-8 2 0 15,-15-1 0-15,-14-4 0 0,-14-3 0 16,-11-3 0-16,-6-7 0 0,-2-4 0 15,0-7 0-15,-1-10 0 16,12-14-309-16,-1-10-1472 0</inkml:trace>
  <inkml:trace contextRef="#ctx0" brushRef="#br0" timeOffset="7316.96">22573 5750 5914 0,'0'0'981'0,"0"0"-745"0,0 0-112 16,0 0-108-16,35-12-4 0,17 2 188 15,12-1-4-15,8-1-12 16,9-2 8-16,2 0-148 0,-3 3 20 15,-10-1-35-15,-6 3-29 0,-12 2-185 16,-13 1-683-16,-12 3-389 0,-12-2-924 0</inkml:trace>
  <inkml:trace contextRef="#ctx0" brushRef="#br0" timeOffset="7613.34">23094 4826 3433 0,'0'0'1333'0,"0"0"-349"16,0 0-540-16,-29 41 17 0,14-2 351 15,3 11-320-15,2 4-259 0,1 1-233 16,7 4 0-16,2 3 0 15,7 2 0-15,3 3 0 0,0-2 0 16,-4-2 0-16,-1-5 0 0,3-5 0 16,-6-7 0-16,8-7-581 15,-1-7-207-15,1-12-909 0,-4-9 20 16,2-10-924-16</inkml:trace>
  <inkml:trace contextRef="#ctx0" brushRef="#br0" timeOffset="8079.2">23086 4689 6434 0,'0'0'573'0,"0"0"-197"0,0 0-12 16,0 0-60-16,0 0-163 0,-58-19-141 15,21 19 0-15,-9 1 0 0,1 10 0 16,-3 3 0-16,-4 6 0 0,5 0-177 15,1 6-35-15,3 2-20 16,12-4-20-16,12-2 132 0,13-6 36 16,10-5-344-16,13-7-309 0,12-4-227 15,-4-6-921-15,1-5-1208 0</inkml:trace>
  <inkml:trace contextRef="#ctx0" brushRef="#br0" timeOffset="8253.04">23160 4666 2597 0,'0'0'4394'16,"21"33"-3646"-16,-5-9-380 0,-1 1-283 16,-5 0-85-16,5 2 0 0,3-2 0 15,5 0 0-15,6-2 0 0,8-4 0 16,8-3 0-16,7-2 0 0,2 0 0 16,0-4 0-16,-9 0 0 0,-12-4-389 15,-8-3-1052-15,-11-2-748 0</inkml:trace>
  <inkml:trace contextRef="#ctx0" brushRef="#br0" timeOffset="9064.37">20851 4639 6534 0,'0'0'741'16,"0"0"-565"-16,0 0-96 0,0 0 148 15,0 0-80-15,0 0-64 0,12 49 4 16,-1-10-88-16,-5 7 16 0,8-1-8 16,3-1-8-16,4-3 0 0,10-1-4 15,2-4-8-15,-2-1-28 0,0-4-320 16,0-4-108-16,-6-6-80 15,-3-9-673-15,-5-7 56 0,-3-5-19 16,-3-3-1425-16</inkml:trace>
  <inkml:trace contextRef="#ctx0" brushRef="#br0" timeOffset="9218.21">21128 4766 5814 0,'0'0'244'0,"-56"51"-224"0,15-14 64 16,-11 2 48-16,-6 5-52 0,0 1-44 16,1-1-36-16,11-3-12 0,13-7-264 15,19-10-328-15,7-6-404 0</inkml:trace>
  <inkml:trace contextRef="#ctx0" brushRef="#br0" timeOffset="9514.28">21558 4378 5954 0,'0'0'1645'0,"0"0"-1529"15,-39 43-100-15,22-17 108 0,-3 6-44 16,-5 6 56-16,2 6-15 15,-2 4-121-15,0 6 0 0,-2 3 0 16,7 4 0-16,-3 7 0 0,-2-1 0 16,9 3 0-16,1-2 0 0,7-5 0 15,8-5 0-15,12-8 0 0,13-12 0 16,14-9 0-16,11-11 0 0,8-11 0 16,6-7 0-16,0-14 0 0,-6-10-253 15,-13 4-967-15,-5-7-669 0</inkml:trace>
  <inkml:trace contextRef="#ctx0" brushRef="#br0" timeOffset="9748.4">21802 4704 7375 0,'0'0'544'0,"10"37"-271"0,-4-17-273 16,-6 3 0-16,-6 4 0 15,-8 7 0-15,-5 3 0 0,-4 6 0 16,3 3 0-16,-5 3 0 0,6 0 0 16,5 0 0-16,-1-4 0 0,9-6 0 15,6-7 0-15,0-6 0 0,17-6 0 16,1-4 0-16,5-8 0 0,8-8-21 16,10-1-387-16,3-7-96 0,-3-8-705 15,-6 4-135-15,-4-2-545 0</inkml:trace>
  <inkml:trace contextRef="#ctx0" brushRef="#br0" timeOffset="9949.2">21436 4943 4458 0,'43'-10'1396'15,"9"-9"-1100"-15,16-5-52 0,-4-4 53 16,3-3-297-16,-7-4 0 0,-1-2-533 16,-17 7-459-16,-7-2-477 0</inkml:trace>
  <inkml:trace contextRef="#ctx0" brushRef="#br0" timeOffset="10148.16">21998 4376 1264 0,'0'0'3294'15,"0"0"-2526"-15,0 0-80 0,-33-31 225 16,29 31-333-16,4 1-136 0,0 12-203 15,6 12-241-15,11 12 0 16,8 8 0-16,8 12 0 0,8 3 0 16,11 14 0-16,6 8 0 0,-1 3 0 15,-5 2 0-15,-8-3 0 16,-18-4 0-16,-15-1 0 0,-13 1 0 16,-23 0 0-16,-8-6 0 0,-11-1 0 15,-7-6 0-15,-5-11 0 16,8-17-2130-16,3-10-2908 0</inkml:trace>
  <inkml:trace contextRef="#ctx0" brushRef="#br0" timeOffset="27469.69">25169 5906 1932 0,'0'0'1765'0,"0"0"-1000"16,0 0-253-16,0 0-56 0,0 0-28 16,0 0 76-16,0 0-139 15,0 0 3-15,13-22 340 0,-5 5-319 16,0 0-389-16,3-1 0 0,-3 0 0 16,2-1 0-16,5-4 0 0,1-2 0 15,3-1 0-15,8-4 0 16,-3 0 0-16,3 4 0 0,4 0 0 15,-2 1 0-15,-2 1 0 0,0 5 0 16,-6 3 0-16,-7 5 0 0,-4 5 0 16,-5 2 0-16,-3 4 0 0,0-1-885 15,0 1-556-15,-2-1-588 0</inkml:trace>
  <inkml:trace contextRef="#ctx0" brushRef="#br0" timeOffset="27948.62">25506 5355 3077 0,'0'0'2485'0,"0"0"-1625"0,0 0-311 16,0 0-1-16,0 0-136 0,0 0-151 16,0 0-261-16,42 4 0 0,-36-2 0 15,2 1 0-15,-4 1 0 0,0 1 0 16,-4 1 0-16,-4 3 0 0,-8 4 0 16,-3 3 0-16,-7-2 0 0,-1-3 0 15,6-4 0-15,3-1 0 0,3-4 0 16,7-2 0-16,0 0 0 15,0 0 0-15,2 0 0 0,-2-4 0 16,2-3 0-16,2-5 0 0,0-4 0 16,4-2 0-16,4 2 0 15,3 1 0-15,-1 6 0 0,4 0 0 16,-1 5 0-16,-1 3 0 0,3 1 0 16,-1 4 0-16,-2 6 0 0,1 0 0 15,-3 4 0-15,1 1 0 16,-3 1 0-16,-2 0 0 0,0-2 0 15,-2-2 0-15,-4-1 0 0,0-3 0 16,0-2 0-16,-2 0 0 0,-2-2-1934 16,-4-2-1611-16</inkml:trace>
  <inkml:trace contextRef="#ctx0" brushRef="#br0" timeOffset="28571.31">25473 5756 2541 0,'0'0'1716'0,"0"0"-311"16,0 0-785-16,0 0-159 15,0 0-93-15,0 0 96 0,0 0-224 16,0 0-16-16,0 0-71 0,0 0-153 16,2-33 0-16,2 27 0 15,-2-2 0-15,-2-1 0 0,-2-5 0 0,-8-5 0 16,-7-5 0-16,-5-2 0 15,-5-1 0-15,-4-1 0 0,0-2 0 16,-2-2 0-16,0 2 0 0,2 3 0 16,6 5 0-16,0 7 0 0,6 8 0 15,5 5 0-15,0 2 0 0,-1 2 0 16,3 5 0-16,-5 2 0 0,5 1 0 16,3-2 0-16,5 0 0 0,2-4 0 15,0 0 0-15,2-1 0 0,0 2 0 16,-2-1 0-16,2-1 0 15,0-2 0-15,0 2-205 0,0-1-387 16,-2 3-1081-16,2-3-124 0,-4 4-1224 0</inkml:trace>
  <inkml:trace contextRef="#ctx0" brushRef="#br0" timeOffset="29021.21">25082 5430 2132 0,'0'0'1881'0,"0"0"-924"0,0 0 191 15,0 0-455-15,0 0-125 0,0 0 148 16,0 0-619-16,0 0-97 15,-16 37 0-15,10-12 0 0,0 3 0 16,-1-2 0-16,5-2 0 0,-2-2 0 16,4-1 0-16,-2-3 0 15,2-4 0-15,0-6 0 0,-2-5 0 16,2 0 0-16,0-3 0 0,0-1 0 16,6-8 0-16,0-12 0 0,5-5 0 15,-1-6 0-15,-2-3 0 0,1 2 0 16,-3-5 0-16,0-1 0 15,-4 1 0-15,0 0 0 0,-2 9 0 16,0 5 0-16,0 10 0 0,0 5 0 16,2 6 0-16,-2 0 0 0,0 2 0 15,4 1 0-15,3 4 0 0,7 4 0 16,7 5 0-16,6 1 0 0,1 0 0 16,6-4 0-16,-3-6 0 0,-3-3-821 15,-5-2-1532-15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03:22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2162 6392 4422 0,'-33'0'424'0,"4"2"-104"0,0 0 40 15,9 1-88-15,3-1-16 16,7-1 232-16,6 1-147 0,4-2-109 15,0 0 112-15,4 0-244 0,6 0-64 16,21-4 188-16,12 0 40 0,13-1-155 16,10-2-109-16,3 1 0 15,3 2 0-15,7 0 0 0,3 1 0 16,9 3 0-16,0 0 0 0,6 0 0 16,5 5 0-16,7-2 0 0,7 1 0 15,4 1 0-15,12-1 0 0,-2-1 0 16,9-3 0-16,1 0 0 0,3 0 0 15,4-5 0-15,2-3 0 16,1-3 0-16,-3-3 0 0,2 1 0 16,2-3 0-16,-2-2 0 0,-4 1 0 15,-3 2 0-15,-1-1 0 0,-7 5 0 16,0 2 0-16,-7 0 0 0,-12 2 0 16,1 0 0-16,-11-1 0 0,-1 1 0 15,-9 0 0-15,-6-2 0 16,-9-3-797-16,-22 1-292 0,-6-1-463 0</inkml:trace>
  <inkml:trace contextRef="#ctx0" brushRef="#br0" timeOffset="18474.37">4978 13915 4694 0,'0'0'984'0,"0"0"-388"16,-17-40 241-16,7 26-345 15,4 0-224-15,-5-2 53 0,3 0-321 16,0-1 0-16,-3 2 0 0,1 0 0 15,2 2 0-15,-5 2 0 0,-1 1 0 16,-1 3 0-16,3 2 0 16,-5 2 0-16,3 3 0 0,2 0 0 15,1 0 0-15,3 3 0 0,2 0 0 16,2 0 0-16,2 1 0 0,2 1 0 16,-7 5 0-16,5 6 0 0,2 4 0 15,0 5 0-15,4 7 0 0,7 2 0 16,-7 7 0-16,6 6 0 0,1 4 0 15,-3 0 0-15,4 0 0 0,5-5 0 16,-7 1 0-16,7-4 0 16,-7-1 0-16,-4-3 0 0,2-6 0 15,-1-5-437-15,-5-3-51 0,2-7 32 16,-4-5-881-16,-4-4-208 16,2-6-760-16</inkml:trace>
  <inkml:trace contextRef="#ctx0" brushRef="#br0" timeOffset="18640.73">4703 14302 6542 0,'0'0'641'0,"0"0"368"15,0 0-1009-15,0 0 0 0,0 0 0 16,0 0 0-16,0 0 0 0,37-9 0 16,-16 5 0-16,5 2 0 0,-3-2 0 15,2 1 0-15,6-1 0 0,-4 1 0 16,-2-1 0-16,2 3 0 0,-7-3 0 15,-3 2-1417-15,-7 2-1385 0</inkml:trace>
  <inkml:trace contextRef="#ctx0" brushRef="#br0" timeOffset="19250.36">5333 14422 4185 0,'0'0'1389'0,"0"0"-324"0,0 0-485 15,0 0-60-15,0 0-67 0,0 0-453 16,0 0 0-16,33 7 0 0,-12-8 0 15,4-5 0-15,-5-4 0 16,3-2 0-16,-6-1 0 0,-1-1 0 16,-3-1 0-16,-1 2 0 0,-6-2 0 15,-2 1 0-15,0-1 0 0,-4 2 0 16,0 1 0-16,-4 0 0 0,-2 5 0 16,-8 2 0-16,-3 4 0 0,1 2-109 15,-9 6-87-15,8 4 172 0,-3 3 4 16,-1 3 28-16,4 2-8 0,-1 5 124 15,5 0-64-15,3-1 28 0,4 2-19 16,0 0-69-16,1-1 0 16,5-2 0-16,0-2 0 0,5-5 0 15,3-3 0-15,6-3 0 0,-1-2 0 16,7-6 0-16,5-1 0 16,0-6 0-16,2-3 0 0,2-6 0 15,6-2 0-15,-10-3 0 0,-2 3-1281 16,-3-2-848-16</inkml:trace>
  <inkml:trace contextRef="#ctx0" brushRef="#br0" timeOffset="19589.99">5633 14422 4806 0,'0'0'1208'0,"0"0"17"0,27-39-473 0,-21 24-551 0,-2-1-201 16,2 0 0-16,-2-1 0 16,1-3 0-16,-3-2 0 0,2-1 0 15,-4 1 0-15,0 3 0 0,-4 6 0 16,0 6 0-16,-3 1 0 16,-3 5 0-16,-2 1 0 0,-7 7 0 15,0 8 0-15,-1 8 0 0,1 7 0 16,0 4 0-16,5 4 0 0,0 0 0 15,7-5 0-15,7-2 0 16,7-7 0-16,7-6 0 0,3-8 0 16,7-4 0-16,3-6 0 0,6-2 0 15,2-7 0-15,3-2-417 0,-3-4-1192 16,-8 5-336-16,-7-2-1316 0</inkml:trace>
  <inkml:trace contextRef="#ctx0" brushRef="#br0" timeOffset="19816.99">5937 14295 6711 0,'0'0'972'15,"0"0"-463"-15,-31-39-509 0,16 29 0 16,1 2 0-16,1 6 0 16,3 2 0-16,0 4 0 0,-1 7 0 15,1 7 0-15,4 6 0 0,-4 6 0 16,-1-1 0-16,5 3 0 0,2 0 0 15,4-1 0-15,0-5 0 16,4-2 0-16,2-6 0 0,9-8 0 16,1-8 0-16,7-6 0 0,6-15 0 15,0-12-769-15,-4 5-604 0,-5-10-4261 0</inkml:trace>
  <inkml:trace contextRef="#ctx0" brushRef="#br0" timeOffset="20003.63">6038 13824 7107 0,'0'0'560'0,"-21"39"-35"16,11-9-525-16,4 4 0 0,2 8 0 15,2 3 0-15,0 5 0 0,2 0 0 16,4 0 0-16,0 0 0 16,2-2 0-16,4-3 0 0,-3-2 0 15,7-6 0-15,-8-10-985 0,3-8-1881 0</inkml:trace>
  <inkml:trace contextRef="#ctx0" brushRef="#br0" timeOffset="20517.45">6358 13847 4189 0,'0'0'2918'0,"0"0"-1833"16,0 0-1085-16,0 0 0 0,-35 38 0 15,13-2 0-15,1 8 0 0,0 6 0 16,7-1 0-16,6 3 0 0,3 2 0 16,5 0 0-16,0 2 0 0,7-4 0 15,1-5 0-15,2-5 0 0,7-12 0 16,-5-8 0-16,7-11 0 0,-1-8 0 15,1-5 0-15,2-11 0 16,-1-10 0-16,3-4 0 0,-9-5 0 16,-1-1 0-16,-7 2 0 0,-6 4 0 15,-2 4 0-15,-12 5 0 0,-7 7 0 16,-6 7 0-16,0 5 0 16,0 11 0-16,2 7 0 0,5 0 0 15,3 3 0-15,3 0 0 0,6-3 0 16,8-2 0-16,6-2-965 0,4-4-220 15,2-3-195-15,7-5-2834 0</inkml:trace>
  <inkml:trace contextRef="#ctx0" brushRef="#br0" timeOffset="20825.77">6679 14336 5242 0,'0'0'2225'15,"0"0"-1565"-15,0 0-595 0,-31-42-65 16,10 35 0-16,5 7 0 0,-5 4 0 15,-2 12 0-15,3 7 0 0,1 5 0 16,2 1 0-16,5 0 0 16,4-2 0-16,6-4 0 0,2-3 0 15,0-6 0-15,8-2 0 0,2-6 0 16,9-6 0-16,-3-3 0 16,5-10 0-16,0-3 0 0,-1-2 0 15,-3-1 0-15,-3 4 0 0,-1 1 0 16,-7 5 0-16,-2 3 0 0,0 3 0 15,-4 3 0-15,0 0 0 16,2 1 0-16,3 7 0 0,1 8 0 16,2 0 0-16,0 2 0 0,7-7-1005 15,-5-6-40-15,7-5-523 0</inkml:trace>
  <inkml:trace contextRef="#ctx0" brushRef="#br0" timeOffset="21061.25">6979 14301 5946 0,'0'0'1113'0,"-42"-13"-505"16,26 5-83-16,-1 3-525 0,3 2 0 15,8 1 0-15,-5 7 0 0,5 8 0 16,-4 10 0-16,-5 7 0 16,9 5 0-16,0 0 0 0,4-3 0 15,4 0 0-15,10-5 0 0,3-6 0 16,3-7 0-16,11-11 0 0,-2-4 0 15,10-9 0-15,-6-12 0 16,6-6 0-16,-6-10-17 0,-4 8-1740 16,-6-5-996-16</inkml:trace>
  <inkml:trace contextRef="#ctx0" brushRef="#br0" timeOffset="21245.61">7200 13764 3625 0,'0'0'3462'15,"-17"45"-2994"-15,7-15 169 0,0 3-637 16,-1 6 0-16,5 3 0 16,-2 4 0-16,6 0 0 0,-2 3 0 15,4 2 0-15,-3 3 0 0,3 2 0 16,-4-2 0-16,0 2 0 16,2-5 0-16,-2-6-33 0,4-14-1127 15,0-5-393-15</inkml:trace>
  <inkml:trace contextRef="#ctx0" brushRef="#br0" timeOffset="21572.5">7173 14384 6494 0,'0'0'937'15,"0"0"-589"-15,0 0 65 0,0 0-413 16,0-33 0-16,14 13 0 0,7-3 0 15,2 3 0-15,2 1 0 0,-3 0 0 16,3 5 0-16,-6 4 0 16,-5 3 0-16,-8 5 0 0,-1 2 0 15,-5 0 0-15,0 6 0 0,-7 7 0 16,-9 8 0-16,1 9 0 16,-5 3 0-16,-1 0 0 0,4-2 0 15,3 1 0-15,8-4 0 0,0-2 0 16,6-3 0-16,2 0 0 0,8-3 0 15,4-1 0-15,7-5 0 16,0-3 0-16,2-2 0 0,8-4 0 16,0-1 0-16,6-1 0 0,0-3-165 15,-6 0-1083-15,2-6-449 0</inkml:trace>
  <inkml:trace contextRef="#ctx0" brushRef="#br0" timeOffset="21945.36">8275 14301 3357 0,'-11'35'3754'0,"-3"-3"-2673"0,-3 6-1081 0,7-2 0 0,-4 0 0 15,3-3 0-15,5-7 0 0,6-4 0 16,0-7 0-16,6-7 0 16,2-8-1233-16,1-5-620 0,1-5-996 0</inkml:trace>
  <inkml:trace contextRef="#ctx0" brushRef="#br0" timeOffset="22083.24">8333 13780 7555 0,'0'0'208'16,"0"0"-108"-16,-46 18 229 16,34-2-329-16,1 3 0 0,1 5 0 15,6 5-525-15,0 3-311 0,4-6-1117 16,0 3-40-16</inkml:trace>
  <inkml:trace contextRef="#ctx0" brushRef="#br0" timeOffset="22313.27">8318 14480 5150 0,'0'0'656'0,"0"0"-168"0,0 0 473 16,0 0-557-16,0 0-140 16,41-39 5-16,-14-8-269 0,4-8 0 15,2 1 0-15,3 8 0 0,-10 7 0 16,-3 14 0-16,-8 11 0 16,-9 10 0-16,-2 7 0 0,-4 12 0 15,-6 15 0-15,-5 9 0 0,-3 8 0 16,2-1 0-16,-3-8 0 0,9-7 0 15,2-3 0-15,4-10 0 16,10-4 0-16,5-8 0 0,11-9 0 16,-3-1-1950-16,4-9-1507 0</inkml:trace>
  <inkml:trace contextRef="#ctx0" brushRef="#br0" timeOffset="22715.65">9709 13826 3965 0,'0'0'3350'15,"0"0"-2473"-15,0 0-877 0,0 0 0 16,-20 43 0-16,9 2 0 0,1 11 0 15,0 4 0-15,10-5 0 0,-5 0 0 16,5-3 0-16,5 0 0 16,-5-2 0-16,4-5 0 0,-2-4 0 15,2-5 0-15,-4-11-937 0,0-7-300 16,0-10-2336-16</inkml:trace>
  <inkml:trace contextRef="#ctx0" brushRef="#br0" timeOffset="23048.27">9641 13874 3345 0,'0'0'2385'0,"0"0"-1144"15,10-41-689-15,7 29-132 0,4 3-171 16,10 0-249-16,-5 4 0 16,8 5 0-16,-3 3 0 0,-5 6 0 15,-1 7 0-15,-2 4 0 0,-9 3 0 16,-3 3 0-16,-11 3 0 0,-4 2 0 16,-9 2 0-16,-7-1 0 15,-5-1 0-15,2-3 0 0,-2-5 0 16,-2-4 0-16,7-8 0 0,3-3 0 15,7-5 0-15,6-2 0 16,2-1 0-16,2 0 0 0,6-1-1053 16,4 1 220-16,3 0-179 0,1 1-1557 0</inkml:trace>
  <inkml:trace contextRef="#ctx0" brushRef="#br0" timeOffset="23382.23">9889 14387 3893 0,'0'0'1705'15,"-10"56"-849"-15,6-32-175 16,4-11 291-16,0-7-887 0,4-6-85 16,0-4 0-16,2-13 0 0,9-16 0 15,1-12 0-15,1-6 0 0,-3-3 0 16,-4 2 0-16,1-2 0 16,-1-3 0-16,-4-1 0 0,1-1 0 15,-1 1 0-15,2 5 0 0,4 4 0 16,7 9 0-16,-7 14 0 0,-1 8 0 15,-1 12 0-15,-6 6 0 0,2 12 0 16,1 10 0-16,1 13 0 16,-8 11 0-16,0 9 0 0,0 3 0 15,0 2 0-15,2 2 0 0,8-4 0 16,1-1 0-16,3-4 0 0,3-4 0 16,3-7 0-16,-3-6 0 0,-1-8 0 15,-1-10 0-15,-5-7 0 0,-6-6-2954 16,-4-5-2152-16</inkml:trace>
  <inkml:trace contextRef="#ctx0" brushRef="#br0" timeOffset="23522.05">9972 14301 4145 0,'0'0'2874'16,"0"0"-1738"-16,0 0-1099 16,0 0-37-16,49-18 0 0,-18 10 0 15,0 2 0-15,-4 1 0 0,8 0 0 16,-1 0 0-16,1-4 0 0,-8 2-517 15,-5-1-2112-15</inkml:trace>
  <inkml:trace contextRef="#ctx0" brushRef="#br0" timeOffset="24267.33">11229 14121 2969 0,'0'0'2029'0,"0"0"-444"16,0 0-777-16,-48-17-184 0,17 17-447 16,-6 7-177-16,0 4 0 0,6 1 0 15,4 2 0-15,6-1 0 0,0 0 0 16,5-1 0-16,1 0 0 0,5-4 0 16,4-2 0-16,2-2 0 0,4-2 0 15,0 4 0-15,4 1 0 0,10 5 0 16,3 0 0-16,4 2 0 0,10-1 0 15,2 0 0-15,4 2 0 0,0 2 0 16,-2 1 0-16,-4 5 0 16,-14-1 0-16,-7 4 0 0,-8-1 0 15,-4-1 0-15,-6-4 0 0,0-2 0 16,-7-4 0-16,-1-6 0 16,-3-4 0-16,7-4 0 0,-3-8 0 15,3-3 0-15,8-6-1029 0,-1 0-180 16,5 2-111-16,0 0-1842 0</inkml:trace>
  <inkml:trace contextRef="#ctx0" brushRef="#br0" timeOffset="24732.55">11239 14280 2261 0,'0'0'3169'16,"0"0"-2569"-16,0 0-148 0,0 0 193 15,0 0-417-15,0 0 20 0,0 0 104 16,21 48-204-16,-21-13-59 0,0-1-89 15,0-2 0-15,0 0 0 0,4-6 0 16,2-1 0-16,0-7 0 16,9-5 0-16,-3-5 0 0,9-4 0 15,-5-4 0-15,9-11 0 0,2-3 0 16,-2-7 0-16,-3-4 0 16,3-3 0-16,-4 0 0 0,0-3 0 15,-9 2 0-15,2 0 0 0,-3 4 0 16,-1 4 0-16,-4 5 0 0,1 8 0 15,-3 4 0-15,-4 4 0 16,6 4 0-16,-2 10 0 0,2 11 0 16,-2 7 0-16,-2 7 0 0,-2 4 0 15,5 0 0-15,-5 3 0 0,0 1 0 16,0 4 0-16,-5 4 0 0,-1 0 0 16,-4 1 0-16,-7 2 0 0,-3 2 0 15,-7-2 0-15,0-1 0 0,-4-6 0 16,4-5 0-16,-2-8 0 0,6-13 0 15,3-10 0-15,3-10 0 16,7-10 0-16,-1-13 0 0,1-10 0 16,4-15 0-16,-4-6 0 0,5-4 0 15,5 2 0-15,0 5 0 0,11 8 0 16,-1 3 0-16,0 6-941 16,1 9-260-16,-1 2-3149 0</inkml:trace>
  <inkml:trace contextRef="#ctx0" brushRef="#br0" timeOffset="25104.59">11838 14240 6350 0,'0'0'1293'0,"0"0"-761"0,-37 2-515 0,12-2-17 16,-1 3 0-16,-1 3 0 16,0 4 0-16,2 1 0 0,8 2 0 15,1 1 0-15,6 0 0 0,3 0 0 16,7 1 0-16,2-2 0 16,9 0 0-16,5-4 0 0,9-2 0 15,6-1 0-15,2-6 0 0,2 0 0 16,3 0 0-16,-5-3 0 0,-2 2 0 15,-13 1 0-15,-5 1 0 16,-9 6 0-16,-4 4 0 0,-11 6 0 16,-9 4 0-16,-5 4 0 0,-4 0 0 15,-10 2 0-15,2 0 0 0,-1-5 0 16,7-6 0-16,9-8 0 0,5-6-1702 16,7-7-775-16</inkml:trace>
  <inkml:trace contextRef="#ctx0" brushRef="#br0" timeOffset="25282.73">12033 13816 7155 0,'0'0'868'0,"0"0"-699"16,-17 45-169-16,7-10 0 0,0 6 0 16,3 9 0-16,3 5 0 15,-2 5 0-15,6 2 0 0,0-1 0 16,0-1 0-16,6-3 0 0,-2-3 0 15,3-5 0-15,-1-7 0 16,2-5 0-16,-6-14 0 0,-2-7-3162 0</inkml:trace>
  <inkml:trace contextRef="#ctx0" brushRef="#br0" timeOffset="25431.62">11958 14339 5126 0,'0'0'944'0,"58"-16"25"15,-25 5-289-15,-2-1-416 0,-4-1-264 16,2 1-116-16,-6 0-500 16,-3 5-1085-16,-5 1-504 0</inkml:trace>
  <inkml:trace contextRef="#ctx0" brushRef="#br0" timeOffset="26082.49">12241 14419 1636 0,'0'0'4378'15,"0"0"-3533"-15,0 0 3 16,0 0-363-16,0 0-485 0,44-30 0 16,-28 0 0-16,-1 0 0 0,-1 0 0 15,-12 3 0-15,3 2 0 0,-5 5 0 16,0 7 0-16,0 6 0 0,-5 5 0 16,-1 2 0-16,-4 9 0 0,-7 14 0 15,1 5 0-15,-3 8 0 0,3-1 0 16,1-3 0-16,9-2 0 0,0-2 0 15,6-6 0-15,2-4 0 0,8-8-325 16,5-5-143-16,5-5 140 16,1-5-124-16,0-6 203 0,1-7 137 15,-1-2-132-15,0-3-132 0,4 2-72 16,-7-1-493-16,3 4 205 16,0 3 236-16,-3 7-729 0,-5 7 1229 15,-3 2 1017-15,-4 12 479 0,2 3-715 16,-6 5-133-16,-2 3 333 0,0-1-581 15,0 0-4-15,-6-2 120 16,2-3-343-16,2-7-173 0,-2-4 0 16,4-5 0-16,0-2 0 0,0 0 0 15,0-4 0-15,4-5 0 0,-2-7 0 16,8-3 0-16,-1 0 0 0,1 1 0 16,-2 0 0-16,13-1 0 0,0 0 0 15,-1 1 0-15,7 0 0 0,-2 2 0 16,2 3 0-16,0 0 0 0,-7 3 0 15,1 4 0-15,-6 4 0 0,-9 2 0 16,-2 1 0-16,-2 6 0 16,-2 6 0-16,-10 10 0 0,-1 4 0 15,-1 3 0-15,-3-4 0 0,9-4 0 16,2-6 0-16,-2-5 0 16,6-6 0-16,0-2 0 0,6-3 0 15,4-3 0-15,11-6 0 0,4-7 0 16,2-2 0-16,0 2 0 0,-1 5 0 15,1 4 0-15,-2 6 0 16,-4 2 0-16,-5 10 0 0,1 7 0 16,-7 5 0-16,-1 4 0 0,-7 3 0 15,2-1 0-15,2-4 0 0,0-7 0 16,9-7 0-16,-5-5 0 0,0-6-3654 0</inkml:trace>
  <inkml:trace contextRef="#ctx0" brushRef="#br0" timeOffset="27186.47">17138 14163 2265 0,'0'0'3497'0,"0"0"-2696"0,0 0 179 16,0 0-504-16,0 0-303 0,0 0-173 15,0 0 0-15,75-13 0 0,-17 8 0 16,10-3 0-16,11 0 0 0,5-3 0 16,9 0 0-16,9-2 0 0,3-2 0 15,5 0 0-15,-1 2 0 0,3 1 0 16,-5 3 0-16,-5 2 0 0,-9 3 0 15,-13 3 0-15,-7 0 0 16,-16 1-541-16,-13 2-319 0,-13 1-273 16,-15-2-2112-16</inkml:trace>
  <inkml:trace contextRef="#ctx0" brushRef="#br0" timeOffset="27481.91">18736 14162 5014 0,'0'0'1577'16,"0"0"-1041"-16,0 0 84 0,0 0-175 15,-16 42-445-15,6-9 0 0,-1 10 0 16,1 9 0-16,4 3 0 0,-1 7 0 15,5 7 0-15,2 2 0 16,0 4 0-16,0 0 0 0,0 2 0 16,0 0 0-16,2-1 0 0,1-4 0 15,7-4 0-15,0-8 0 0,7-7 0 16,1-10 0-16,5-8-109 16,-6-12-839-16,-3-6-2822 0</inkml:trace>
  <inkml:trace contextRef="#ctx0" brushRef="#br0" timeOffset="27851.55">18809 15332 2537 0,'0'0'2593'0,"0"0"-2065"16,0 0-128-16,0 0 457 15,0 0-661-15,-62 43-124 0,25-21 140 16,-11 3 16-16,0 0-56 0,1 1-12 16,3 1-124-16,3-1 20 0,6-3-20 15,4-1-36-15,12-5 0 0,7-4-40 16,6-5-200-16,6-2-184 0,14-3-521 16,7-3 169-16,0 0-272 0,-1-2-2606 0</inkml:trace>
  <inkml:trace contextRef="#ctx0" brushRef="#br0" timeOffset="28172.62">18304 15820 3101 0,'0'0'2557'0,"0"0"-1304"15,-8 39-681-15,12-17-56 0,7 6-323 16,3 2-193-16,3 6 0 0,5 4 0 16,3 1 0-16,8 4 0 0,0 0 0 15,2 3 0-15,1-2 0 16,1 0 0-16,0-3 0 0,-6-4 0 15,0-3 0-15,-4-6 0 0,-6-1 0 16,-7-4-409-16,-4-4-447 0,-3-4-25 16,-7-5-1480-16,0-5-984 0</inkml:trace>
  <inkml:trace contextRef="#ctx0" brushRef="#br0" timeOffset="28610.8">18757 16501 4934 0,'0'0'668'16,"-25"42"-256"-16,13-12 397 0,2 6 203 15,-1 6-655-15,1 5-357 0,4 7 0 16,-3 4 0-16,3 0 0 0,0-1 0 16,0-2 0-16,0-4 0 0,-3-5 0 15,3-3 0-15,0-6 0 0,2-8 0 16,0-6 0-16,2-8-189 0,-1-6-399 16,3-6 64-16,3-3-193 0,-1-3-855 15,4-3 579-15,4-7 65 0</inkml:trace>
  <inkml:trace contextRef="#ctx0" brushRef="#br0" timeOffset="28893.35">18734 17099 4798 0,'0'0'1188'0,"0"0"-339"16,0 0-517-16,0 0-20 0,0 0-36 15,0 0-232-15,-55 1-28 0,7 1-16 16,-10 4-12-16,-10 1 4 0,-11 4 8 16,-16-1 0-16,-10 3 12 0,-7 2 112 15,-12 1-24-15,-6 1 61 0,-4 1-161 16,-1 2 0-16,3-1 0 0,10 0 0 16,2-2 0-16,10-4 0 0,9-4-505 15,8-2-479-15,25-6-345 16,10-1-3181-16</inkml:trace>
  <inkml:trace contextRef="#ctx0" brushRef="#br0" timeOffset="29270.27">16667 14608 6434 0,'8'71'92'0,"5"15"237"0,-3 22 63 0,-6 4-172 0,-4 12 60 15,-10 8 80-15,0 10-275 16,-1 8-85-16,-1 2 0 0,2 4 0 16,1 3 0-16,-1-4 0 0,4-1 0 15,-5-11 0-15,5-15 0 16,2-15 0-16,4-18 0 0,4-21 0 15,7-19-281-15,-1-20-919 0,0-18-2694 0</inkml:trace>
  <inkml:trace contextRef="#ctx0" brushRef="#br0" timeOffset="29731.36">19330 15415 7687 0,'0'0'505'0,"35"68"-505"15,-19-21 0-15,-1 6 0 0,-3 6 0 16,-4 5 0-16,-5 1 0 0,1 3 0 16,-8-2 0-16,-1-1 0 15,-5-1 0-15,-6-5 0 0,1-5 0 16,-8-9 0-16,9-11 0 0,1-10-81 16,5-12-827-16,6-9-1857 0</inkml:trace>
  <inkml:trace contextRef="#ctx0" brushRef="#br0" timeOffset="29970.61">19774 15420 6839 0,'0'0'456'0,"43"63"-160"16,-16-18 68-16,-4 5-127 15,-4 7-237-15,-3 7 0 0,-1 2 0 16,-9 2 0-16,4 2 0 0,-8-1 0 16,0-1 0-16,-2-2 0 15,-2-6 0-15,-4-10 0 0,0-8 0 16,-4-12 0-16,5-12 0 0,-1-8 0 16,4-8-673-16,-6-12-2104 0</inkml:trace>
  <inkml:trace contextRef="#ctx0" brushRef="#br0" timeOffset="30171.29">20508 15291 8192 0,'23'44'0'0,"-5"4"0"0,-3 12 0 15,-15-1 0-15,-4 6 0 0,-13 5 0 16,1 0 0-16,-9 0 0 15,8-6 0-15,-4-5 0 0,7-8 0 16,6-9 0-16,6-9-509 0,2-12-744 16,4-10-4437-16</inkml:trace>
  <inkml:trace contextRef="#ctx0" brushRef="#br0" timeOffset="31349.35">23383 14243 7199 0,'0'0'432'0,"-62"-5"-208"0,25 7 113 15,-4 8-337-15,-5 6 0 0,-3 8 0 16,1 7 0-16,3 7 0 0,5 8 0 15,5 8 0-15,10 5 0 0,9 3 0 16,14 3 0-16,4 0 0 16,14-3 0-16,9-5 0 0,12-7 0 15,11-10 0-15,14-8 0 0,6-13 0 16,5-11 0-16,-1-8 0 16,2-14 0-16,-8-10 0 0,1-9 0 15,-7-10 0-15,-9-6 0 0,-5-5 0 16,-7-7 0-16,-10-7 0 15,-8-7 0-15,-11-5 0 0,-10-1 0 16,-17 4 0-16,-16 8 0 0,-14 16 0 16,-15 11 0-16,-15 16 0 0,-10 13 0 15,-8 12 0-15,-2 5 0 0,0 11 0 16,10 5 0-16,13 5 0 0,18 1-49 16,19 5-579-16,16-11-345 0,15 2-2436 0</inkml:trace>
  <inkml:trace contextRef="#ctx0" brushRef="#br0" timeOffset="32375.7">23053 14962 4634 0,'0'0'1632'0,"0"0"-1151"16,0 0-121-16,0 0 240 0,0 0-252 15,0 0-211-15,55-4-137 0,-22 19 0 16,3 10 0-16,3 6 0 15,0 2 0-15,0 9 0 0,1 4 0 16,-9 6 0-16,2 4 0 0,-13 2 0 16,-5 4 0-16,-15 1 0 0,-10 5 0 15,-17 2 0-15,-15 3 0 0,-9 0 0 16,-3-1 0-16,-4-3 0 0,4-5 0 16,9-2 0-16,6-6 0 0,5-7 0 15,8-6 0-15,3-8 0 16,8-13 0-16,5-8-261 0,4-7-1436 0</inkml:trace>
  <inkml:trace contextRef="#ctx0" brushRef="#br0" timeOffset="33392.58">22877 16198 5922 0,'0'0'765'16,"0"0"-529"-16,0 0 140 0,0 0-108 0,0 0-60 16,-6 57 209-16,-7-21-417 15,-5 7 0-15,-9 5 0 0,-6 3 0 16,-7 4 0-16,-5 9 0 0,-9 3 0 16,-4 5 0-16,-12 2 0 0,-9 1 0 15,-9 1 0-15,-10 1 0 16,-13 0 0-16,-9 1 0 0,-14-2 0 15,-9-2 0-15,-10-2 0 0,-8-5 0 16,-5-3 0-16,-5-4 0 0,-7-8 0 16,-6-6 0-16,0-4 0 0,-10-8 0 15,-3-2 0-15,-5-7 0 0,-3-5 0 16,25-5 0-16,-2-7 0 0,-24-6 0 16,-1-2 0-16,-27-8 0 0,7-8 0 15,26-3 0-15,3-6 0 16,4-3 0-16,-1 0 0 0,11-4 0 15,3-4 0-15,-1 2 0 0,10-4 0 16,5-5 0-16,7-1 0 0,14-4 0 16,9-7 0-16,17-6 0 15,13-6 0-15,14-8 0 0,14-4 0 16,17-4 0-16,23-4 0 0,14 4 0 16,21 2 0-16,14 6 0 0,11 6 0 15,14 7 0-15,9 5 0 0,3 7 0 16,5 7 0-16,6 7 0 15,0 5 0-15,-5 8 0 0,5 5 0 16,0 8 0-16,-2 6 0 0,-4 4 0 16,-3 4 0-16,-1 4 0 0,-7 1 0 15,-6 3 0-15,-8-3 0 0,-10 0 0 16,-7-3 0-16,-4-2 0 0,-2-1 0 16,-4 0 0-16,0 0 0 0,0-1 0 15,0-2 0-15,-4 0 0 16,-2-2 0-16,-4-9 0 0,3-3 0 15,-1-6-961-15,2 4-472 0,2 1-532 0</inkml:trace>
  <inkml:trace contextRef="#ctx0" brushRef="#br0" timeOffset="41037.58">23348 15065 604 0,'0'0'512'0,"0"0"-240"0,0 0-16 16,0 0-252-16,0 0 0 0,0 0 84 16,0 0 60-16,0 0-60 0,-4 7 16 15,4-6-24-15,0 1 21 0,-2 1 279 16,0-2-16-16,0 0-52 0,2 0 212 15,-2-1-208-15,0 0-7 16,2-1-41-16,0 0-256 0,0-3 4 16,-2 1 20-16,2-1-24 0,0 2 32 15,0-2 64-15,-2 2-12 0,-1 0 44 16,1-1 132-16,0 2-156 16,0-1-40-16,-2 0-8 0,2 1-64 15,0 1-8-15,0-1-24 0,-2 0-96 16,4 1 4-16,0-1-40 0,0 0 108 15,0-1 52-15,0 2 80 0,0-2 88 16,0 0 80-16,0-1 312 16,0 1-203-16,0 1-77 0,-2-2 40 15,2 0-144-15,-2 2-48 0,2 0 0 16,0 1-120-16,2 1-4 0,0 3 16 16,4 5-8-16,2 4-12 0,5 4 8 15,-1 7 4-15,0-1-12 0,1 1 0 16,-1-1-12-16,-3 1 8 0,1-2-56 15,-2 2-92-15,-2 0-4 16,1-2 24-16,-5 3 80 0,-2 0 28 16,-2 1-12-16,-5 4 4 0,1-1 24 15,-2 2-76-15,-5 4-108 0,-1-1 52 16,0-1-37-16,1 3 61 0,-1-6 60 16,1 0 40-16,3-5 16 15,6-6 0-15,2-4 52 0,0-5-44 16,2-3 0-16,0-2-8 0,2-2-268 15,-2 1-392-15,0-1-965 0,0 0-216 16</inkml:trace>
  <inkml:trace contextRef="#ctx0" brushRef="#br0" timeOffset="41703.75">22986 16122 1364 0,'0'0'356'0,"0"0"-348"0,-41 46 1273 0,29-34-853 0,-3-4-104 16,9-1 72-16,-2-2 69 0,-3 1-273 15,-1 1 16-15,2 3 116 16,-1 1-180-16,3 3 96 0,0 1 368 16,2 2-251-16,-1-1-89 0,3 0 36 15,4 0-180-15,0-3-20 0,2-3 4 16,4-3-104-16,5-4-4 0,1-3 0 16,5-2 0-16,1-6-8 0,3-2-44 15,-2-3-28-15,-1-2 0 16,-1 0-44-16,-5 0 56 0,1 0 36 15,-5 1-148-15,-4 4-68 0,-2 3 15 16,-2 3-115-16,0 4 96 0,-4 1 88 16,-8 10 16-16,-9 7 140 0,-10 8 4 15,6 1 4-15,-4-3-384 0,4-10-176 16,13-4-765-16,-1-9-904 0</inkml:trace>
  <inkml:trace contextRef="#ctx0" brushRef="#br0" timeOffset="43349.45">23288 14157 852 0,'0'0'264'15,"0"0"124"-15,0 0-240 0,0 0 677 16,0 0 423-16,0 0-808 16,0 0-163-16,0 0-49 0,0 0-196 15,0 0-24-15,-8-9 8 0,8 8-16 16,0 1 20-16,0 0 196 0,0 0-32 15,-2 0-56-15,2 0 0 16,-2 1-116-16,0 1-12 0,-2 1-4 16,2 1-108-16,-1 0 0 0,1 1-92 0,-2 2 84 15,2-1 32-15,0-1-4 16,-4-2 44-16,6 1 44 0,-2-3-156 16,-2-1-465-16,0 0-299 0,-1-5-1849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04:56.06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15861 2401 3301 0,'0'0'2197'16,"0"0"-1361"-16,-27-34-648 0,27 30 85 16,-4 4 507-16,4 0-492 0,0 0-200 15,4 6-88-15,4 10-12 0,7 8 12 16,6 8 32-16,10 5-24 0,6 5 32 15,6-1 64-15,7 4-35 0,8 5-69 16,6 2 0-16,4 4 0 16,6 4 0-16,11 3 0 0,4 5 0 15,6 0 0-15,4 4 0 0,13 1 0 16,2 3 0-16,8 1 0 16,8 5 0-16,2 3 0 0,9 3 0 15,1 1 0-15,5 1 0 0,6 3 0 16,4 2 0-16,0 6 0 0,0 2 0 15,-2 3 0-15,0 2 0 0,-2 3 0 16,0 3 0-16,-2 5 0 0,-4 0 0 16,-4 0 0-16,-5-4 0 15,-3-3 0-15,-5-3 0 0,-2-3 0 16,-6-8 0-16,-4-4 0 0,-11-7 0 16,-3-6 0-16,-9-4 0 15,-11-5 0-15,-5-6 0 0,-11-6 0 16,-8-6 0-16,-8-8 0 0,-13-7 0 15,-6-5 0-15,-12-10 0 16,-9-8 0-16,-8-6 0 0,0-6 0 0,-4-4 0 16,-8-2 0-16,-10-15-801 15,-1 0-512-15,-8-9-840 0</inkml:trace>
  <inkml:trace contextRef="#ctx0" brushRef="#br0" timeOffset="863.08">17990 2051 2229 0,'0'0'2885'0,"0"0"-2153"0,0 0-340 15,0 0 365-15,0 0-245 0,0 0-176 16,-21 36 13-16,5-11-349 16,-1 6 0-16,-7 6 0 0,-3 4 0 15,-4 7 0-15,-6 8 0 0,-5 6 0 16,-7 8 0-16,-7 4 0 16,-4 7 0-16,-6 2 0 0,4 0 0 15,-7 2 0-15,3-3 0 0,-2-6 0 16,2-5 0-16,8-8 0 0,4-9 0 15,7-8 0-15,10-8 0 0,6-10 0 16,6-8 0-16,8-9 0 0,11-8-281 16,6-5-531-16,0-5-121 0,2-9-1792 15</inkml:trace>
  <inkml:trace contextRef="#ctx0" brushRef="#br0" timeOffset="1393.1">18005 2095 5094 0,'0'0'996'0,"0"0"-403"0,0 0 211 0,0 0-408 16,0 0-87-16,0 0-309 16,0 0 0-16,0 0 0 0,16 56 0 15,7-24 0-15,6 5 0 0,10 2 0 16,7 5 0-16,11 4 0 0,12 6 0 15,5 1 0-15,5 1 0 0,7 1 0 16,5-2 0-16,9-1 0 0,1 1 0 16,-2-1 0-16,2-3 0 0,-8 0 0 15,-10-3 0-15,-8-2 0 16,-18-5 0-16,-9-1 0 0,-21-12-1209 16,-17-3-3149-16</inkml:trace>
  <inkml:trace contextRef="#ctx0" brushRef="#br0" timeOffset="2092.83">19431 3192 3389 0,'0'0'1453'0,"0"0"-697"0,0 0-408 0,0 0 8 15,0 0 53-15,0 0-289 0,0 0 8 16,0 0 172-16,-43 36 40 0,18-7 56 15,-4 10-199-15,-2 6-197 16,-2 1 0-16,-9 9 0 0,-3 3 0 16,-9 5 0-16,-4 2 0 0,2 0 0 15,1-5 0-15,3-4 0 16,4-3 0-16,3-5 0 0,8-8 0 16,2-3 0-16,2-8 0 0,10-8 0 15,4-7 0-15,9-6 0 0,4-4 0 16,4-4 0-16,2-4 0 0,0-9 0 15,8-7 0-15,6-4-133 0,-3 3-2180 16,1 4-528-16</inkml:trace>
  <inkml:trace contextRef="#ctx0" brushRef="#br0" timeOffset="2654.89">18730 4014 4702 0,'0'0'1140'0,"0"0"-139"16,0 0-489-16,0 0-196 0,-31 35 64 16,17-14-252-16,-3 1-115 0,1 2-13 15,1-2 0-15,-1-1 0 16,3 0 0-16,-1-3 0 0,-1-2 0 16,3-2 0-16,2-5 0 0,1-4-365 15,3-2-2052-15,6-5-1053 0</inkml:trace>
  <inkml:trace contextRef="#ctx0" brushRef="#br0" timeOffset="5719.46">16965 3112 2044 0,'0'0'1081'0,"0"0"-821"16,0 0 148-16,0 0-112 0,0 0-56 0,0 0 201 16,0 0-161-16,0 0-20 15,-10-35 24-15,10 28-92 0,0-3 36 16,0 0 100-16,0-6-184 0,0-2 5 15,0-2 103-15,0-1-164 16,4-2-44-16,-2-4 8 0,2-1-52 16,0-5 16-16,2-3-16 0,0-2 4 15,3-4-4-15,-1 0 0 0,2-4 0 16,5-2 0-16,1-1 0 16,3 1 4-16,-1 0-4 0,-3 5 12 15,-3 3 0-15,1 4 24 0,-7 1 172 16,0 2-8-16,-2-3-120 0,-2 1-52 15,2-3-24-15,-4-2-4 0,7-3 4 16,1-1 0-16,-2-1-4 0,-2 1 0 16,3 2 8-16,-7 0-8 15,0 3 28-15,-5 1-28 0,-1 2 8 16,-8 2 20-16,-3 3-20 0,-4 4-8 16,-5 1 0-16,1 4-20 0,-2 1 20 15,4 1-8-15,3-2 8 0,-1 0 0 16,6-1 0-16,3 1-12 0,2 1 4 15,3-2-360-15,3 2-144 0,0 4-189 16,4-1-1480-16</inkml:trace>
  <inkml:trace contextRef="#ctx0" brushRef="#br0" timeOffset="6654.32">16341 1225 4762 0,'0'0'632'0,"0"0"-280"15,26-52 473-15,-11 25-441 0,1-6-116 16,1-3 156-16,-3-7-280 0,3-2-20 16,-3-2 16-16,3-1-128 0,-3 0-8 15,-1 0-4-15,1 2 12 0,1 7-12 16,-3 7 0-16,-6 12-8 0,-1 8 0 15,-1 8-16-15,-4 2-8 0,0 2 28 16,0 0 0-16,0 6-68 16,0 9 56-16,0 10 12 0,0 10-36 15,0 4 16-15,0-4 20 0,2-5-44 16,6-5 28-16,-2-7-4 16,9-6-44-16,-3-5 28 0,5-7-44 15,-3 0-8-15,3-10 92 0,-3-4 8 16,-1-1 0-16,-3-5 0 0,0 2 48 15,-2 0-32-15,-5 0 32 0,1 6 80 16,0 5-60-16,-4 4 20 0,0 1 40 16,0 2-36-16,2 2-79 0,-2 4-21 15,6 5 0-15,-2 9 0 0,7 8 0 16,3 5 0-16,-2 3 0 16,3-2-49-16,1-1-607 0,5-2-100 15,-4-7-1489-15,1-5-209 0</inkml:trace>
  <inkml:trace contextRef="#ctx0" brushRef="#br0" timeOffset="9532.39">17612 4042 2889 0,'0'0'1164'0,"0"0"-884"0,0 0-215 15,0 0-13-15,52-51 112 16,-19 3 196-16,12-10-180 0,3-9-20 16,5-9 136-16,9-8-56 0,7-8 96 15,5-7 265-15,5-4-277 0,9-5-12 16,5-5-8-16,5-2-276 0,5-3-12 15,-2 0-8-15,5 3 4 16,-1 4-12-16,1 2 0 0,-3 2 8 16,-8 6-8-16,0 10 0 0,-8 5-8 15,-6 6-16-15,-9 8-440 0,-8 4-164 16,-12 8-309-16,-15 17-1496 16,-12 6-456-16</inkml:trace>
  <inkml:trace contextRef="#ctx0" brushRef="#br0" timeOffset="9858.16">19671 1749 6382 0,'0'0'48'16,"0"0"201"-16,0 0-153 16,0 0-92-16,0 0 24 0,4 63 20 15,-8-20-48-15,4 4 16 0,0 2-4 16,0-1-8-16,0 3-4 0,4 0 4 15,-4 0-4-15,2-4 0 0,-2-3 0 16,0-3-4-16,0-9-84 0,0-10-237 16,0-5 13-16,4-9 68 0,-4-8-672 15,2 0-681-15,0-9-1656 0</inkml:trace>
  <inkml:trace contextRef="#ctx0" brushRef="#br0" timeOffset="10289.83">19646 1794 4942 0,'0'0'620'0,"-37"-13"-212"16,10 6 313-16,-12 1-165 16,-15 0-64-16,-10 5-39 0,-11 1-453 15,-3 0 0-15,3 2 0 0,7 3 0 16,4-2 0-16,12-2 0 16,9-1 0-16,8-2-465 0,14-1-1680 15,9-2-932-15</inkml:trace>
  <inkml:trace contextRef="#ctx0" brushRef="#br0" timeOffset="13284.23">17659 3893 3445 0,'0'0'2049'0,"0"0"-1225"16,0 0-748-16,0 0 97 0,58 22 207 15,-27-6-216-15,4 3-44 16,-1 5 132-16,3 5-124 0,0 9-40 16,8 10-24-16,5 9-64 0,2 10 4 15,6 6 20-15,4 5-20 0,10 4 60 16,4 6 192-16,1 3-179 15,4 4-77-15,3-3 0 0,3-2 0 16,4-3 0-16,2-9 0 0,-2 0 0 16,-4-7 0-16,-7-5 0 15,-7-5 0-15,-9-5 0 0,-10-5 0 16,-9-5 0-16,-8-3 0 0,-10-4 0 16,-6-1-677-16,-11-6-43 0,-6-12-1149 15,-4-3-84-15</inkml:trace>
  <inkml:trace contextRef="#ctx0" brushRef="#br0" timeOffset="13915.39">19201 5208 6362 0,'0'0'573'0,"0"0"-249"0,0 0 308 16,0 0-428-16,0 0-107 0,0 0-97 15,50 39 0-15,-9-16 0 0,7 0 0 16,10 2 0-16,0 3 0 0,0 1 0 15,-1 5 0-15,-9 1 0 0,-13 3 0 16,-12 3 0-16,-13 2 0 16,-14 1 0-16,-19 5 0 0,-10 1 0 15,-14 1 0-15,-9-2 0 0,-4-2 0 16,-6-4 0-16,2-4 0 0,-2-6 0 16,-1-2 0-16,18-8-945 15,-5-1-900-15</inkml:trace>
  <inkml:trace contextRef="#ctx0" brushRef="#br1" timeOffset="26282.28">11958 10311 1460 0,'0'0'2245'0,"0"0"-1232"0,0 0-357 16,0 0 4-16,0 0 81 15,-35-26-277-15,33 21-48 0,-2 2 104 16,0-2-503-16,2 2-17 0,2 0 0 15,-4 0 0-15,2 0 0 0,-3 1 0 16,1 2 0-16,4-1 0 0,-2 1 0 16,2 0 0-16,0 0 0 0,0 0 0 15,0 0 0-15,0 0 0 0,0 0 0 16,0 0 0-16,2 0 0 0,-2 0 0 16,4 0 0-16,1 2 0 0,3 1 0 15,6 2 0-15,7 0 0 16,10 2 0-16,6-1 0 0,11-2 0 15,5 0 0-15,9 0 0 0,13 0 0 16,3-1 0-16,5 0 0 0,12 1 0 16,0 0 0-16,5-1 0 15,1 1 0-15,8-3 0 0,7 0 0 16,0 0 0-16,8 0 0 0,2 0 0 16,2-1 0-16,2 0 0 15,7 0 0-15,-5 0 0 0,5 1 0 16,3 0 0-16,-1 0 0 0,-3 3 0 15,0-2 0-15,-1 1 0 0,-7-1 0 16,-12-2 0-16,-7 0 0 0,-14-2 0 16,-6-2 0-16,-10-1 0 0,-17 0 0 15,-8 1 0-15,-13-2 0 0,-14-1 0 16,-7 1 0-16,-9 1 0 0,-7 0 0 16,-4 2 0-16,-4-1-517 0,-7-3-1336 15,5 1 28-15,-4-2-808 0</inkml:trace>
  <inkml:trace contextRef="#ctx0" brushRef="#br1" timeOffset="26825.06">15458 10106 5678 0,'0'0'608'0,"0"0"-179"0,0 0 483 16,0 0-496-16,0 0-267 0,47 39-149 15,-16-28 0-15,7-3 0 0,3 2 0 16,-4-1 0-16,5 3 0 0,1 1 0 16,-6 6 0-16,-6 1 0 0,-2 4 0 15,-12 2 0-15,-11 2 0 0,-6 2 0 16,-13 2 0-16,-11 0 0 0,-3-1 0 16,-10-1 0-16,-3-2 0 0,1-5 0 15,-2-4 0-15,3-4 0 16,-3-8 0-16,6-5-637 0,6-2-788 15,2-6-3461-15</inkml:trace>
  <inkml:trace contextRef="#ctx0" brushRef="#br1" timeOffset="27487.76">13602 8443 6839 0,'0'0'260'0,"0"0"392"15,0 0-211-15,2 50-441 0,2-11 0 16,0 7 0-16,-2 4 0 16,6 0 0-16,-1 3 0 0,-1 2 0 15,0 3 0-15,-2-3 0 0,-4-1 0 16,0-3 0-16,-4-6 0 15,-2-5 0-15,0-6 0 0,1-9 0 16,3-7 0-16,2-6 0 0,0-8 0 16,0-3-253-16,2-5-735 0,-2-3-1445 15,5-16-1605-15</inkml:trace>
  <inkml:trace contextRef="#ctx0" brushRef="#br1" timeOffset="27677">13645 8458 5702 0,'0'0'564'0,"0"0"-91"16,48-1 359-16,-22-2-472 0,3-2-99 15,4-1-261-15,5-2 0 0,3-3 0 16,7 2 0-16,-5-2 0 16,2 4 0-16,-11 1 0 0,-10 4 0 15,-9 2 0-15,-7 2-1021 0,-8 1-816 16,0 2-588-16</inkml:trace>
  <inkml:trace contextRef="#ctx0" brushRef="#br1" timeOffset="27859.82">13713 8738 3685 0,'0'0'2609'0,"0"0"-1512"16,11 38-413-16,3-26-567 15,-2-2-117-15,5-2 0 0,4-1 0 16,-7-3 0-16,9-3 0 0,-4-1 0 16,7-5 0-16,1-6 0 0,8-5 0 15,-8 1-709-15,0-6-2132 0</inkml:trace>
  <inkml:trace contextRef="#ctx0" brushRef="#br1" timeOffset="28387.27">14590 8115 1136 0,'0'0'3193'0,"0"0"-2248"15,0 0-145-15,0 0 553 16,0 0-677-16,0 0-587 0,0 0-89 16,0 0 0-16,0 0 0 0,0 0 0 15,-37 53 0-15,18-17 0 0,-4 5 0 16,3 9 0-16,-5 7 0 0,-4 9 0 16,-6 8 0-16,2 7 0 0,-7 4 0 15,7-1 0-15,2-5 0 0,11-7 0 16,9-8 0-16,11-8 0 15,8-10 0-15,11-4 0 0,16-8 0 16,7-8 0-16,1-2 0 0,9-9 0 16,1-4 0-16,-1-7 0 0,2-5 0 15,-3-10 0-15,-13 0-1125 16,-7-8-644-16</inkml:trace>
  <inkml:trace contextRef="#ctx0" brushRef="#br1" timeOffset="28674.97">14827 8392 7127 0,'0'0'952'16,"0"0"-839"-16,-47 36-113 0,26-13 0 15,5 7 0-15,-1 7 0 0,-1 5 0 16,5 5 0-16,3 2 0 15,4 2 0-15,6 0 0 0,0-1 0 16,2-7 0-16,8-4 0 0,0-6 0 16,7-7 0-16,-3-7 0 0,3-5 0 15,4-6 0-15,-1-5 0 16,5-3 0-16,2-8 0 0,0-3 0 16,0-5 0-16,-3-2 0 0,-1-1 0 15,-2-1 0-15,-5-3-917 0,-5 1-20 16,-3 4-267-16,-6-1-2190 0</inkml:trace>
  <inkml:trace contextRef="#ctx0" brushRef="#br1" timeOffset="28918.01">14497 8656 6619 0,'0'0'884'0,"0"0"-508"16,0 0-63-16,51 22-313 0,-13-20 0 16,7-4 0-16,3-5 0 0,5-3 0 15,-1-1 0-15,-2-3 0 0,-1 1 0 16,-9-2 0-16,-3-1 0 16,-6-1 0-16,-11 3-1573 0,-3-2-1581 0</inkml:trace>
  <inkml:trace contextRef="#ctx0" brushRef="#br1" timeOffset="29168.13">15189 8060 3561 0,'0'0'2361'0,"0"0"-1741"16,0 0 257-16,37 44-141 0,-12-7-699 15,-2 9-37-15,4 9 0 0,4 4 0 0,4 10 0 16,4 6 0-16,-4 6 0 16,-2 4 0-16,-14 3 0 0,-17-2 0 15,-18-5 0-15,-15-5 0 16,-17-8 0-16,-14-8 0 0,-12-6 0 16,-1-11 0-16,1-13 0 0,18-13 0 15,13-14-777-15</inkml:trace>
  <inkml:trace contextRef="#ctx0" brushRef="#br1" timeOffset="41349.48">20150 8492 2673 0,'0'0'2409'16,"0"0"-1625"-16,0 0 497 15,0 0-513-15,-8-34-491 0,4 32-277 16,0 2 0-16,2 0 0 0,-2 6 0 16,-1 12 0-16,5 15 0 0,0 11 0 15,7 9 0-15,1 5 0 0,-4 2 0 16,-2 7 0-16,-2 1 0 0,0 1 0 16,-4-1 0-16,-2-5 0 15,-5-5 0-15,7-4 0 0,-4-8 0 16,4-11 0-16,2-6 0 0,0-11 0 15,2-8 0-15,2-6-281 0,0-5-847 16,-2-3-1666-16</inkml:trace>
  <inkml:trace contextRef="#ctx0" brushRef="#br1" timeOffset="41611.36">20128 8508 7127 0,'0'0'764'0,"0"0"-463"0,0 0-301 15,35 0 0-15,-8 0 0 0,6 0 0 16,4-1 0-16,-6-1 0 15,6-2 0-15,0 2 0 0,0-2 0 16,-1-2 0-16,-5 0 0 0,-2-1 0 16,-9-1 0-16,-5 0-1698 0,-5-1-1163 15</inkml:trace>
  <inkml:trace contextRef="#ctx0" brushRef="#br1" timeOffset="41874.62">20134 8931 6198 0,'0'0'1133'0,"0"0"-413"0,0 0-579 16,47 9-141-16,-9-9 0 15,3 0 0-15,4-2 0 0,-1-2 0 16,-3-1 0-16,0 0 0 0,-3-1 0 16,-9-2 0-16,-9 2-337 0,-5-4-2316 0</inkml:trace>
  <inkml:trace contextRef="#ctx0" brushRef="#br1" timeOffset="42474.26">21134 8213 4149 0,'0'0'977'0,"0"0"-305"16,0 0 225-16,0 0-357 0,0 0-92 15,0 0 61-15,0 0-509 0,0 0 0 16,0 0 0-16,-4 34 0 0,-6 5 0 16,-5 7 0-16,-1 5 0 0,-5 1 0 15,-4 8 0-15,-2 9 0 16,1 7 0-16,3 6 0 0,0 2 0 16,4-1 0-16,5-4 0 0,12-2 0 15,2-4 0-15,6-7 0 0,7-8 0 16,7-12 0-16,5-13 0 15,6-9 0-15,2-11 0 0,10-8 0 16,-3-7 0-16,-1-11 0 0,-4-7 0 16,-2-7-25-16,-12 5-1551 0,-7-5-3139 0</inkml:trace>
  <inkml:trace contextRef="#ctx0" brushRef="#br1" timeOffset="42819.06">21446 8472 2637 0,'0'0'4954'0,"0"0"-4353"16,0 0-601-16,0 0 0 0,0 0 0 15,-20 41 0-15,9-1 0 0,1 6 0 16,0 5 0-16,-1 2 0 15,3 2 0-15,0 4 0 0,-3 0 0 16,5-2 0-16,0-2 0 0,4-7 0 16,2-5 0-16,2-7 0 0,8-8 0 15,3-5 0-15,7-4 0 0,5-6 0 16,4-7 0-16,2-4 0 0,6-4 0 16,-1-6 0-16,-1-3 0 0,-2-7 0 15,-2 1 0-15,-8-2 0 16,-5-4 0-16,-8 1-545 0,-5 3-980 15,-5-1-4013-15</inkml:trace>
  <inkml:trace contextRef="#ctx0" brushRef="#br1" timeOffset="43006.96">21143 8936 6667 0,'0'0'688'0,"41"14"-136"0,2-10-267 16,5-4-285-16,8-8 0 0,1-4 0 16,-1-2 0-16,-6 0 0 0,-3-1 0 15,-1 0 0-15,-5-2 0 0,-6 0 0 16,-6-1 0-16,-10 4-1017 0,-5-1-1805 0</inkml:trace>
  <inkml:trace contextRef="#ctx0" brushRef="#br1" timeOffset="43389.58">21852 8134 4722 0,'0'0'980'0,"0"0"-59"0,0 0-17 16,0 0-552-16,16 42-39 0,-4-5-313 15,7 9 0-15,6 4 0 0,4 6 0 16,6 7 0-16,2 5 0 0,5 11 0 16,-5 6 0-16,-2 5 0 0,-12 0 0 15,-7 1 0-15,-12-4 0 16,-6-5 0-16,-10-2 0 0,-9-5 0 15,-8-5 0-15,-2-6 0 0,-4-9 0 16,2-10 0-16,0-7 0 0,6-11 0 16,6-9 0-16,7-9 0 15,8-7 0-15,2-2-921 0,4-8-1484 0</inkml:trace>
  <inkml:trace contextRef="#ctx0" brushRef="#br1" timeOffset="45821.33">1984 6680 4241 0,'0'0'2169'0,"0"0"-1620"0,5-38-253 15,-5 36 232-15,0 2-119 0,4 3-409 16,-2 13 0-16,2 11 0 16,2 15 0-16,2 8 0 0,-1 6 0 15,3 1 0-15,-2 4 0 0,0 0 0 16,1 3 0-16,-3-3 0 0,-6-3 0 16,0-5 0-16,-4-3 0 0,0-7 0 15,-3-8 0-15,-1-7 0 0,0-9 0 16,2-11-517-16,-5-7-515 15,1-7-1882-15</inkml:trace>
  <inkml:trace contextRef="#ctx0" brushRef="#br1" timeOffset="45971.8">1970 6655 6274 0,'0'0'437'0,"0"0"91"0,0 0 112 16,0 0-327-16,37 8-313 0,-14-8 0 15,8-7 0-15,0-5 0 0,6-1 0 16,-2 0 0-16,2 3 0 16,-1 2-297-16,-7 4-1116 0,-9 3-3081 0</inkml:trace>
  <inkml:trace contextRef="#ctx0" brushRef="#br1" timeOffset="46160.55">2040 7159 5554 0,'37'-4'708'15,"7"-9"585"-15,12-4-656 0,-3-2-637 16,3 1 0-16,-8 4 0 16,-1 3 0-16,-7 5 0 0,-1 5 0 15,-8 0-129-15,-10 1-2316 0,-5 0-1913 0</inkml:trace>
  <inkml:trace contextRef="#ctx0" brushRef="#br1" timeOffset="46565.51">2485 7329 3817 0,'0'0'981'16,"2"35"-377"-16,-2-17 524 0,2-4-539 15,0-4-89-15,-2-3 20 0,0-5-467 16,2-2-53-16,-2 0 0 0,0-2 0 15,0-10 0-15,0-7 0 0,-2-6 0 16,0-3 0-16,-2-1 0 16,2 2 0-16,2-1 0 0,0-2 0 15,6 0 0-15,4 2 0 0,5-1 0 16,-1 5 0-16,5 2 0 0,-1 7 0 16,-5 4 0-16,1 4 0 0,-3 5 0 15,-1 2 0-15,0 0 0 0,-8 2-1702 16,2 0-1227-16</inkml:trace>
  <inkml:trace contextRef="#ctx0" brushRef="#br1" timeOffset="46756.44">2786 7145 4137 0,'5'36'1909'16,"-5"1"-756"-16,2 6-160 16,2-1-993-16,0-3 0 0,2-7 0 15,-2-7 0-15,5-10 0 0,1-8 0 16,2-8 0-16,-1-5 0 0,-5-13-2842 0</inkml:trace>
  <inkml:trace contextRef="#ctx0" brushRef="#br1" timeOffset="46906.93">2906 6644 8119 0,'0'0'73'0,"0"0"-73"15,0 0 0-15,0 0 0 0,0 0 0 16,0 0 0-16,11 40-305 16,-5-35-1048-16,4 4-2420 0</inkml:trace>
  <inkml:trace contextRef="#ctx0" brushRef="#br1" timeOffset="47275.28">3171 7125 5534 0,'0'0'1113'16,"-12"-40"-293"-16,3 24-95 0,-1 8-725 15,-2 8 0-15,-1 3 0 0,-1 13 0 16,-3 4 0-16,3 7 0 0,3 4 0 15,-1 6 0-15,4 1 0 0,1 0 0 16,7-3 0-16,3-3 0 16,7-3 0-16,4-8 0 0,7-5 0 15,2-7 0-15,4-8 0 0,6-9 0 16,0-11 0-16,2-10 0 0,0-6 0 16,-6 4 0-16,-8-3-1385 0</inkml:trace>
  <inkml:trace contextRef="#ctx0" brushRef="#br1" timeOffset="47475.57">3318 6536 7539 0,'0'0'653'0,"-23"53"-653"16,13-14 0-16,1 2 0 0,7 4 0 15,2 5 0-15,7 6 0 0,1 5 0 16,4 5 0-16,-1 0 0 0,-5 3 0 15,0-5 0-15,-2-6 0 0,0-4 0 16,-4-8 0-16,0-13-1337 16,0-9-1281-16</inkml:trace>
  <inkml:trace contextRef="#ctx0" brushRef="#br1" timeOffset="47614.62">3285 7099 6162 0,'0'0'1137'16,"49"-40"-405"-16,-14 18-571 15,-4 3-161-15,0 0 0 0,-2 4 0 16,-4 1 0-16,-2 3 0 0,0 1 0 16,-3 5 0-16,-3 1 0 0,-1 2-665 15,-5 0-2232-15</inkml:trace>
  <inkml:trace contextRef="#ctx0" brushRef="#br1" timeOffset="47770.99">3653 7081 5454 0,'0'0'1289'15,"-11"59"-389"-15,5-23-351 0,2-3-549 16,-2 5 0-16,0-1 0 16,1-2 0-16,5-4 0 0,0-6 0 15,0-5 0-15,5-7 0 0,1-4 0 16,-4-6-213-16,2-3-1480 0</inkml:trace>
  <inkml:trace contextRef="#ctx0" brushRef="#br1" timeOffset="47909.67">3754 6672 7691 0,'0'0'276'15,"0"0"-132"-15,0 0-63 0,0 0-81 16,0 0-553-16,0 0-475 16,-33 44-341-16,33-33-2769 0</inkml:trace>
  <inkml:trace contextRef="#ctx0" brushRef="#br1" timeOffset="48171.71">3839 7067 3589 0,'0'0'2729'15,"-40"8"-2188"-15,24 11 19 0,1 7-64 16,1 6-240-16,1 6-235 15,3 0-21-15,6 1 0 0,4-6 0 16,6-2 0-16,13-9 0 0,1-7 0 16,7-10 0-16,4-6 0 0,0-10 0 15,2-12 0-15,-10-4 0 16,2-6 0-16,-15-2 0 0,1 1 0 16,-11 2 0-16,0 1 0 0,-9 0 0 15,1 2 0-15,-2 3 0 0,2 4-741 16,5 8-476-16,3 6-2488 0</inkml:trace>
  <inkml:trace contextRef="#ctx0" brushRef="#br1" timeOffset="48453.84">4000 7222 6418 0,'-10'37'1289'16,"3"-1"-804"-16,-1 4-485 0,8-12 0 15,0-4 0-15,8-10 0 0,-4-4 0 16,3-7 0-16,3-4 0 15,7-13 0-15,-1-10 0 0,3-10 0 16,-3-7 0-16,1 1 0 0,-3 0 0 16,3 2 0-16,-5 6 0 0,-1 9 0 15,-5 9 0-15,2 9 0 16,-6 5 0-16,6 6 0 0,5 13 0 16,5 12 0-16,-1 8 0 0,-5 5 0 15,3-5 0-15,-1-2 0 0,-1-5 0 16,3-5 0-16,3-3 0 0,-7-10-1245 15,3-4-1717-15</inkml:trace>
  <inkml:trace contextRef="#ctx0" brushRef="#br1" timeOffset="48990.75">5230 7153 5850 0,'0'0'700'0,"-27"-33"1"15,2 21-273-15,-2 9-156 0,-6 3-31 16,-2 9-241-16,-2 8 0 15,0 7 0-15,4 5 0 0,8 4 0 16,2 2 0-16,11 0 0 0,10 2 0 16,2-4 0-16,2-2 0 0,12-5 0 15,7-8 0-15,4-7 0 0,6-9 0 16,6-8 0-16,6-8 0 16,-1-10 0-16,-5-3 0 0,-6-4 0 15,-11 2 0-15,-9 1 0 0,-5 1 0 16,-6 3 0-16,-6 2 0 0,-3 4 0 15,-3 1 0-15,-2 5 0 0,-3 4-141 16,3 3-631-16,1 4-741 0,5-1-304 16,2 1-940-16</inkml:trace>
  <inkml:trace contextRef="#ctx0" brushRef="#br1" timeOffset="49314.95">5271 7856 3093 0,'0'0'2069'0,"-4"55"-1413"16,4-38 261-16,0-10-433 0,0-5-48 15,0-4 101-15,0-13-537 0,4-12 0 16,-4-15 0-16,6-12 0 16,5-10 0-16,-3-2 0 0,0-8 0 15,3-3 0-15,-1-4 0 0,4 2 0 16,7 6 0-16,2 11 0 0,2 5 0 15,1 14 0-15,-1 10 0 0,-8 6 0 16,-5 12 0-16,-4 8 0 16,-3 5 0-16,1 2 0 0,0 1 0 15,-2 6 0-15,2 9 0 0,-6 11 0 16,0 10 0-16,-14 3 0 0,-3 4 0 16,-3-4 0-16,-3-1 0 0,2-2 0 15,-4-1 0-15,9-8 0 0,-1-3 0 16,7-7 0-16,0-5-193 15,4-6-931-15,6-2-57 0,-5-3-428 0</inkml:trace>
  <inkml:trace contextRef="#ctx0" brushRef="#br1" timeOffset="49698.63">5575 7845 2657 0,'0'0'2017'16,"-10"37"-1577"-16,6-26 128 0,-1-8 116 15,3-5-143-15,-4-11 75 0,-2-13-12 16,2-12-539-16,6-12-65 0,0-9 0 16,4-6 0-16,4-7 0 0,4-4 0 15,1-1 0-15,8 3 0 0,1 11 0 16,7 8 0-16,8 5 0 15,1 12 0-15,-5 5 0 0,-4 10 0 16,-13 11 0-16,-3 7 0 0,-5 4 0 16,-4 5 0-16,-4 10 0 0,-8 9 0 15,-7 8 0-15,-7 6 0 16,-5 4 0-16,-11 3 0 0,3 2 0 16,2-1 0-16,2-5 0 0,11-5 0 15,9-9 0-15,5-8-389 0,16-7-459 16,13-8-221-16,2-3-1012 0,6-7 140 15</inkml:trace>
  <inkml:trace contextRef="#ctx0" brushRef="#br1" timeOffset="49992.76">6022 7215 5226 0,'0'0'1533'15,"0"0"-549"-15,-48-41-535 0,27 26-449 16,1 2 0-16,3 3 0 15,3 5 0-15,3 5 0 0,-3 4 0 16,1 13 0-16,-1 7 0 0,2 7 0 16,-3 7 0-16,5 2 0 0,6 1 0 15,4 0 0-15,8-5 0 0,4-6 0 16,13-7 0-16,0-10 0 16,8-11 0-16,2-4 0 0,2-15 0 15,1-5 0-15,-12-8 0 0,-3-3 0 16,-8-3 0-16,-11 1 0 0,-4 1 0 15,-9 3 0-15,-3 3 0 0,-7 3 0 16,1 3 0-16,-3 4 0 16,1 3-165-16,5 4-579 0,5 3-765 15,4 3-292-15,6-1-820 0</inkml:trace>
  <inkml:trace contextRef="#ctx0" brushRef="#br1" timeOffset="50473.31">6301 7120 3793 0,'0'0'893'0,"0"0"667"0,0 0-675 0,0 0-237 0,-31-25-235 16,4 25-413-16,0 1 0 0,0 10 0 15,6 0 0-15,7 4 0 0,-1 1 0 16,7 0 0-16,6 2 0 15,4-2 0-15,10 0 0 0,9-2 0 16,2-3 0-16,8-3 0 0,6-3 0 16,2-4 0-16,-1 0 0 0,-7 0 0 15,-13 2 0-15,-3-2 0 0,-9 6 0 16,-12 5 0-16,-11 7 0 16,-14 7 0-16,-12 4 0 0,-3-2 0 15,-1 3 0-15,3-5 0 0,3-2 0 16,10-8 0-16,14-5 0 0,7-5 0 15,10-6 0-15,12-6-1229 0,7 0-204 16,2-7-152-16</inkml:trace>
  <inkml:trace contextRef="#ctx0" brushRef="#br1" timeOffset="50722.58">6468 7285 5870 0,'0'0'1061'0,"0"0"-181"16,0 0-499-16,0 0-381 15,48-11 0-15,-22-7 0 0,5-4 0 16,0-8 0-16,-10 3 0 0,-2 0 0 16,-5-2 0-16,-3 4 0 0,-7 4 0 15,-4 4 0-15,-9 8 0 16,-7 9 0-16,-9 6 0 0,-4 13 0 16,-2 10 0-16,0 8 0 0,-4 5 0 15,6 3 0-15,4 0 0 0,9-2 0 16,5-4 0-16,11-5 0 0,11-9 0 15,9-10 0-15,13-10 0 0,9-6-489 16,5-13-123-16,5-9-425 16,6-3 213-16,-21 4-89 0,4-1-2696 0</inkml:trace>
  <inkml:trace contextRef="#ctx0" brushRef="#br1" timeOffset="51027.1">6952 7114 3473 0,'0'0'3794'0,"-52"0"-3210"0,19 1-243 16,2 5-341-16,-6 1 0 0,6 3 0 16,0-2 0-16,10 3 0 0,5-4 0 15,9 0 0-15,7-1 0 16,13 1 0-16,12 0 0 0,8 1 0 0,8-3 0 16,7-2 0-16,-5-1 0 15,2 0 0-15,-3 4 0 0,-5 0 0 16,-6 3 0-16,-10 2 0 15,-5 4 0-15,-14 2 0 0,-4 5 0 0,-8 3 0 16,-7 2 0-16,-1 1 0 16,-5 2 0-16,2-2 0 0,-6-3 0 15,7-3 0-15,-1-7 0 0,5-3 0 16,1-5 0-16,3-1 0 0,1-4-1990 16,1-2-735-16</inkml:trace>
  <inkml:trace contextRef="#ctx0" brushRef="#br1" timeOffset="51844.73">7814 7113 6787 0,'0'0'872'15,"0"43"-544"-15,4-14-123 0,-2 4-205 16,2-1 0-16,0-1 0 0,2-1 0 16,-1-2 0-16,-3-3 0 0,2-1 0 15,-2-5 0-15,-2-2 0 0,0-6 0 16,0-3 0-16,0-5 0 15,0-3 0-15,0-1 0 0,4-11 0 16,0-13 0-16,13-8 0 0,-3-9 0 16,9 0 0-16,2 4 0 0,1 5 0 15,-3 9 0-15,-4 10 0 16,-9 9 0-16,-8 5 0 0,2 5 0 16,3 6 0-16,-3 7 0 0,2 6 0 15,-2-1 0-15,-4-2 0 0,0-1 0 16,0-1 0-16,0-1 0 0,0-4 0 15,0-3 0-15,0-5 0 16,2-4 0-16,2-2 0 0,2-6 0 16,9-9 0-16,-1-11 0 0,9-8 0 15,-2-2 0-15,-5 2 0 0,-1 8 0 16,-5 9 0-16,-4 6 0 0,-2 6 0 16,-4 4 0-16,0 1 0 0,0 2 0 15,-4 9 0-15,0 8 0 0,-2 6 0 16,2 5 0-16,-2-2 0 15,4-4 0-15,-3-2 0 0,1-3 0 16,4-3 0-16,9-2 0 0,-3-5 0 16,4-3-1914-16,0-2-615 0</inkml:trace>
  <inkml:trace contextRef="#ctx0" brushRef="#br1" timeOffset="52128.39">8475 7221 6939 0,'0'0'1253'0,"-37"-40"-1253"0,16 19 0 16,-3 8 0-16,3 6 0 16,0 7 0-16,3 4 0 0,-3 6 0 15,2 8 0-15,7 2 0 0,2 5 0 16,3 0 0-16,7 4 0 0,2-1 0 16,9-2 0-16,5-3 0 0,9-8 0 15,-2-3 0-15,6-6 0 0,2-6 0 16,2-3 0-16,-6-7 0 15,-2-4 0-15,-5-2 0 0,-7 0 0 16,-5-3 0-16,-8 0 0 0,0 0 0 16,-4-3 0-16,-2 3 0 0,-5-2 0 15,1-5 0-15,2-5 0 16,6-2 0-16,2 6-1990 0,0-3-1503 0</inkml:trace>
  <inkml:trace contextRef="#ctx0" brushRef="#br1" timeOffset="52391.88">8701 6572 7219 0,'0'0'973'16,"0"0"-973"-16,0 0 0 0,-15 43 0 16,15-8 0-16,0 8 0 0,10 6 0 15,5 2 0-15,1 2 0 0,5 9 0 16,-4 2 0-16,-3 5 0 15,-6-2 0-15,-4-1 0 0,-10-4 0 16,-4-6 0-16,-7-6 0 0,3-10 0 16,-7-11 0-16,5-14 0 0,1-14 0 15,-1-8-1105-15,1-14-84 0,3 3-191 16,6-7-1318-16</inkml:trace>
  <inkml:trace contextRef="#ctx0" brushRef="#br1" timeOffset="52439.1">8748 6935 3165 0,'39'-46'748'0,"1"2"-452"15,-3 9-296-15,-17 7-1080 0</inkml:trace>
  <inkml:trace contextRef="#ctx0" brushRef="#br1" timeOffset="52760.88">8932 6764 7743 0,'6'36'404'0,"-2"8"-359"0,3 8-45 16,-3-1 0-16,-8 1 0 15,-1-2 0-15,-1-4 0 0,-4-2 0 16,4-7 0-16,-3-6 0 0,3-5 0 16,4-6 0-16,-2-6 0 0,4-6 0 15,0-4 0-15,4-4 0 0,9-11 0 16,11-11 0-16,7-9 0 16,2-2 0-16,-2 3 0 0,-8 7 0 15,-8 8 0-15,-5 8 0 0,-6 6 0 16,-4 1 0-16,0 6 0 0,0 9 0 15,-8 9 0-15,2 4 0 0,-5 4 0 16,1-2 0-16,0-5 0 16,-1-1 0-16,5-5 0 0,2-3 0 15,4-3 0-15,0-6 0 0,4-2-2122 16,2-5-655-16</inkml:trace>
  <inkml:trace contextRef="#ctx0" brushRef="#br1" timeOffset="52913.88">9252 7087 7111 0,'0'0'956'0,"0"0"-831"16,-4 47-125-16,4-16 0 0,-4 7 0 15,2-5 0-15,2 2 0 0,0-2 0 16,0-4 0-16,6-5 0 0,-2-1 0 16,3-9-709-16,-3-6-1316 15,-4-4-1060-15</inkml:trace>
  <inkml:trace contextRef="#ctx0" brushRef="#br1" timeOffset="53053.38">9321 6805 8091 0,'0'0'101'0,"0"0"-101"0,0 0 0 16,0 0 0-16,0 0 0 0,0 0 0 15,0 0-1145-15,0 0-588 0</inkml:trace>
  <inkml:trace contextRef="#ctx0" brushRef="#br1" timeOffset="53313.57">9552 7203 7035 0,'0'0'552'15,"0"0"-176"-15,-47-7-147 0,32 14-229 16,-1 3 0-16,1 5 0 0,3 2 0 15,1 0 0-15,7 2 0 0,4-1 0 16,0-4 0-16,4-2 0 16,7-1 0-16,1-5 0 0,3-5 0 15,1-2 0-15,5-9 0 0,-1-4 0 16,-3-7 0-16,4-3 0 0,-11-2 0 16,0 0 0-16,-3 0 0 0,-3-1 0 15,-4 3 0-15,-4 4 0 0,2 3 0 16,-3 6 0-16,1 4-297 15,2 2-1116-15,2 3-271 0,6-5-954 0</inkml:trace>
  <inkml:trace contextRef="#ctx0" brushRef="#br1" timeOffset="53530.75">9637 7243 3741 0,'0'0'3278'0,"-27"43"-2105"0,17-29-1173 15,10-8 0-15,0-5 0 0,6-2 0 16,10-13 0-16,15-11 0 0,15-8 0 15,1-4 0-15,7 7 0 0,-8 13 0 16,-3 7 0-16,5 11 0 0,-7 14 0 16,0 11 0-16,-8 12 0 15,-2 7 0-15,-4 8 0 0,-10 3 0 16,-3 0 0-16,-10-15 0 0,3-2-2970 0</inkml:trace>
  <inkml:trace contextRef="#ctx0" brushRef="#br1" timeOffset="57635.11">11849 12044 1548 0,'0'0'2801'0,"0"0"-1796"15,0 0-253-15,0 0 485 0,0 0-553 16,0 0-519-16,0 0-165 0,0 0 0 16,0 0 0-16,-6-13 0 0,6 13 0 15,-5 0 0-15,3 1 0 16,-6 2 0-16,2-1 0 0,-9 4 0 15,-1 0 0-15,-1 0 0 0,7-3 0 16,0 0 0-16,6-3 0 0,4 0 0 16,0 0 0-16,0-4 0 0,8 0 0 15,-2-5 0-15,11 1 0 0,-1 1 0 16,3 1 0-16,-3 4 0 16,-5 2 0-16,1 1 0 0,-4 1 0 15,-2 0 0-15,-6 2 0 0,7-1 0 16,-7 2 0-16,4 1 0 0,-4 1 0 15,0 3 0-15,0 2 0 0,-4 2 0 16,-3-1 0-16,-3-4 0 16,-4 0 0-16,1-8 0 0,3-1 0 15,0 0 0-15,-1-8 0 0,1-2 0 16,4-5 0-16,-3-3-1213 0,7 4-928 16,-2-1-1897-16</inkml:trace>
  <inkml:trace contextRef="#ctx0" brushRef="#br1" timeOffset="59627.05">11843 12121 2817 0,'0'0'2153'0,"0"0"-885"16,0 0-619-16,0 0 7 0,0 0-24 16,0 0-615-16,0 0-17 0,0 0 0 15,0 0 0-15,-15 57 0 0,15-24 0 16,4 7 0-16,-4 0 0 16,6 5 0-16,-6 5 0 0,5 3 0 15,-5 6 0-15,0 8 0 0,-5 3 0 16,-1 3 0-16,2 0 0 0,-2 1 0 15,2 0 0-15,4 0 0 0,-2 2 0 16,-2 1 0-16,4 1 0 16,-5-3 0-16,5 0 0 0,5-4 0 15,-1-1 0-15,-2-5 0 0,2-2 0 16,-4-4 0-16,4-4 0 16,-4-3 0-16,0-5 0 0,-4-6 0 15,-2-4 0-15,-5-5 0 0,3-4 0 16,2-5 0-16,0-1 0 0,2-6 0 15,-3-1 0-15,3-5 0 0,4-4 0 16,0-3 0-16,-2 0 0 0,2 0 0 16,0 1 0-16,-4-1 0 0,4 0 0 15,0-3 0-15,0 1 0 0,0-1 0 16,-4 0 0-16,4 0 0 16,0 0 0-16,-2 0 0 0,-2 0 0 15,0 3 0-15,4 0 0 0,0 0 0 16,-3 2 0-16,-1 0 0 15,4 1 0-15,0 1 0 0,0 2 0 16,0-2 0-16,0 2 0 0,0-3 0 16,0 1 0-16,0-1 0 0,4 0 0 15,-1-2 0-15,-3-1 0 16,0-2 0-16,0 1 0 0,-3-2 0 16,-5-2 0-16,-2-6 0 0,-3-9 0 15,-7-6 0-15,-1-5 0 0,0-5 0 16,-1 0 0-16,1-1 0 0,0-2 0 15,7 1 0-15,-3 3 0 0,7 6 0 16,4 7 0-16,2 9 0 0,4 4 0 16,0 4 0-16,0 2 0 0,0 0 0 15,4 4 0-15,2 10 0 0,4 9 0 16,5 8 0-16,-5 3 0 16,7 4 0-16,-5-2 0 0,9-3 0 15,4-3 0-15,-5-7 0 0,7-6 0 16,4-5 0-16,-4-7 0 15,-4-5 0-15,2-6 0 0,-9-7 0 16,5-4 0-16,-11-4 0 0,0-3 0 16,-3-2 0-16,1-2 0 0,-6 1 0 15,6 0 0-15,-2-4 0 0,1-3 0 16,3 4-525-16,0 0-3957 0</inkml:trace>
  <inkml:trace contextRef="#ctx0" brushRef="#br1" timeOffset="60517.24">12169 14187 828 0,'0'0'448'0,"0"0"-156"16,-10-38-292-16,10 23-60 16,0 3-604-16</inkml:trace>
  <inkml:trace contextRef="#ctx0" brushRef="#br1" timeOffset="61039.79">12173 14052 1396 0,'0'0'12'0,"0"0"1525"0,0 0-1105 16,0 0 24-16,-4-44 277 0,4 34-321 15,4 2 4-15,-4 5 252 0,0 1-276 16,2 1 5-16,2 1 311 16,-4 5-308-16,7 10-167 0,-3 8-233 15,0 8 0-15,-2 4 0 0,-2-1 0 16,0-2 0-16,0 0 0 0,0-2 0 15,0-1 0-15,0-4 0 0,0-4 0 16,0-3 0-16,0-6 0 0,0-6 0 16,0-5 0-16,0-1 0 0,0 0 0 15,0-7 0-15,-2-10 0 0,2-10 0 16,0-7 0-16,0-5 0 16,6 3 0-16,4 4 0 0,3 3 0 15,5 4 0-15,-1 6 0 0,0 5 0 16,-3 7 0-16,-2 4 0 0,3 3 0 15,-5 4 0-15,1 6 0 16,-1 4 0-16,-4 5 0 0,-2 3 0 16,-2 3 0-16,-2-1 0 0,0 1 0 15,0-2 0-15,0-7 0 16,0-5 0-16,0-5 0 0,0-5 0 16,4 0 0-16,1-1 0 0,5-8 0 15,2-12 0-15,9-5 0 0,-4-4 0 16,1 0 0-16,-1 6 0 0,-3 3 0 15,-1 8 0-15,-3 4 0 0,-4 6 0 16,4 6 0-16,5 10 0 0,-3 7 0 16,3 5 0-16,1 3 0 0,-5 3 0 15,3 0 0-15,-4-2 0 0,1-1 0 16,1-5 0-16,-1-3 0 16,3-7 0-16,-4-7 0 0,1-1-509 15,-5-6-4729-15</inkml:trace>
  <inkml:trace contextRef="#ctx0" brushRef="#br1" timeOffset="61888.04">13015 14204 1392 0,'0'0'3126'0,"0"0"-2142"0,14-47 133 16,-14 33-389-16,0 1-152 0,0 0-307 15,-8 0-269-15,-3 0 0 0,-1-1 0 16,-2 0 0-16,-3-1 0 0,3 3 0 16,-3 3 0-16,1 5 0 0,1 4 0 15,3 3 0-15,-3 10 0 0,1 6 0 16,1 6 0-16,3 4 0 16,-5 3 0-16,9 0 0 0,2-4 0 15,4-3 0-15,0-10 0 0,10-6 0 16,1-5 0-16,3-4 0 15,7-7 0-15,2-6 0 0,2-6 0 16,-3-1 0-16,-3-2 0 0,-3 0 0 16,-5 1 0-16,-1 3 0 0,-4 5 0 15,-2 5 0-15,-2 3 0 16,-2 0 0-16,0 4 0 0,0-1 0 16,5 2 0-16,-1 2 0 0,-2 10 0 15,8 9 0-15,0 9 0 0,1 6 0 16,-1 4 0-16,0 0 0 0,7 5 0 15,-3 3 0-15,-1 6 0 0,-3 5 0 16,-2 4 0-16,-8 1 0 0,-4 5 0 16,-10-4 0-16,-3-1 0 0,-3 0 0 15,-3-2 0-15,-2-4 0 16,-2-5 0-16,0-9 0 0,1-11 0 16,-1-8 0-16,-2-12 0 0,-2-8 0 15,4-12 0-15,0-11 0 16,0-13 0-16,6-9 0 0,1-7 0 15,3-2 0-15,17 0 0 0,6 9 0 16,15 6 0-16,10 5 0 0,6 5 0 16,5 4 0-16,-1 5 0 15,-2 0 0-15,3-1 0 0,-11-3 0 16,-11 4 0-16,1-7-925 0</inkml:trace>
  <inkml:trace contextRef="#ctx0" brushRef="#br1" timeOffset="72819.63">19592 9958 5170 0,'0'0'564'0,"0"0"441"16,0 0-437-16,6-34-16 0,-6 34-219 16,-2 2-333-16,-2 11 0 0,-6 12 0 15,4 8 0-15,-1 7 0 0,3 4 0 16,0-2 0-16,4-1 0 0,0 3 0 16,0 1 0-16,0-4 0 0,0-2 0 15,0-5 0-15,0-8 0 16,0-6 0-16,4-8-877 0,-4-6-432 15,0-6-2993-15</inkml:trace>
  <inkml:trace contextRef="#ctx0" brushRef="#br1" timeOffset="72991.64">19557 9871 5754 0,'0'0'684'0,"0"0"89"0,0 0-245 15,0 0-232-15,46-19-139 16,-22 11-157-16,5-1 0 0,0-1 0 16,4 2 0-16,-2 1 0 0,-4 3 0 15,0 2-949-15,-8 2-348 0,-7 0-2813 0</inkml:trace>
  <inkml:trace contextRef="#ctx0" brushRef="#br1" timeOffset="73193.25">19588 10170 5770 0,'0'0'837'16,"0"0"-101"-16,0 0 113 0,0 0-849 16,0 0 0-16,0 0 0 15,48 4 0-15,-24-3 0 0,7-1 0 0,0 0 0 16,2 0 0-16,-2 0 0 15,0-1-237-15,-8-1-935 0,-8 1-1750 0</inkml:trace>
  <inkml:trace contextRef="#ctx0" brushRef="#br1" timeOffset="73434.11">19871 10350 3045 0,'0'0'2361'15,"0"0"-1721"-15,0 34-152 16,0-31 101-16,0 1-269 0,0-2-60 15,0-2 96-15,4 0-223 0,-4-7-133 16,0-10 0-16,-4-3 0 16,4-3 0-16,0-1 0 0,0 1 0 15,4 1 0-15,7 2 0 0,1 2 0 16,3 3 0-16,1 4 0 0,-1 2 0 16,-1 2 0-16,-2 1 0 0,5 0 0 15,-3-1 0-15,-1 0-1037 0,-5 4-808 16,-4-3-1337-16</inkml:trace>
  <inkml:trace contextRef="#ctx0" brushRef="#br1" timeOffset="73574.53">20063 10293 6302 0,'0'0'869'0,"-4"44"-5"16,4-18-707-16,0-4-157 0,0-1 0 15,0 2 0-15,2-5-45 16,0-1-671-16,1-5-201 0,1-5-231 15,-4-3-1593-15</inkml:trace>
  <inkml:trace contextRef="#ctx0" brushRef="#br1" timeOffset="73699.48">20231 9958 5730 0,'0'0'0'15,"0"0"-104"-15,0 0-252 16,0 0 84-16,0 0-220 0,0 49-1313 15,10-33-252-15</inkml:trace>
  <inkml:trace contextRef="#ctx0" brushRef="#br1" timeOffset="73915.78">20452 10221 3925 0,'0'0'1589'0,"-35"10"-621"0,14-6 209 15,5 5-785-15,-5 1-251 16,0 8-141-16,5 0 0 0,-5 0 0 15,11 2 0-15,6-5 0 0,4-3 0 16,2 1 0-16,8-3 0 0,3-3 0 16,3-2 0-16,-1-1 0 0,1 1 0 15,1-2 0-15,1 0 0 16,-5-1 0-16,1 1 0 0,1-3 0 16,-1-5-193-16,0-6-1123 0,-3 3-145 15,3-6-360-15</inkml:trace>
  <inkml:trace contextRef="#ctx0" brushRef="#br1" timeOffset="74148.58">20642 9836 6575 0,'0'0'1076'0,"0"0"-535"0,-18 53-541 16,11-23 0-16,1 4 0 15,6 4 0-15,4 2 0 0,5 1 0 16,-5-1 0-16,6 2 0 16,-4-2 0-16,3 1 0 0,-5-1 0 0,-2-4 0 15,-2-1 0-15,-2-6-289 16,-2-10-1160-16,-5-7-4541 0</inkml:trace>
  <inkml:trace contextRef="#ctx0" brushRef="#br1" timeOffset="74303.89">20553 10219 6434 0,'0'0'741'0,"0"0"-77"0,0 0-311 16,38-43-353-16,-24 29 0 0,3 1 0 15,-3 0 0-15,5 0 0 0,3-2 0 16,1 4 0-16,4 0 0 0,-4 5 0 16,-1 4-777-16,-1 2-344 0,-8 0-1732 15,3 4 500-15</inkml:trace>
  <inkml:trace contextRef="#ctx0" brushRef="#br1" timeOffset="74409.77">20880 10136 4109 0,'0'0'1529'0,"10"36"-292"16,-10-14 80-16,-4-1-1317 0,-6 3 0 16,-3-2 0-16,3 2 0 15,0-4 0-15,4-3 0 0,1-6 0 16,5-5 0-16,0-3 0 0,5-2 0 16,1-1 0-16,8-12-89 0,5-5-1083 15,-7-3-197-15,1-3-2077 0</inkml:trace>
  <inkml:trace contextRef="#ctx0" brushRef="#br1" timeOffset="74523.98">20990 9996 4233 0,'0'0'1225'0,"0"0"-56"15,0 0-737-15,0 0-292 0,0 0-140 16,0 0-212-16,0 0-597 0,0 0-2368 0</inkml:trace>
  <inkml:trace contextRef="#ctx0" brushRef="#br1" timeOffset="74773.06">21089 10164 6414 0,'0'0'869'15,"0"0"-85"-15,0 0-659 0,-42 24-125 16,28-14 0-16,-3 0 0 0,11 1 0 16,2-2 0-16,4 0 0 0,2 2 0 15,4 0 0-15,1-1 0 0,-1-3 0 16,-2-3 0-16,2 1 0 15,2-1 0-15,1-1 0 0,1 1 0 16,-2-4 0-16,0 0 0 0,3-5 0 16,-7-6 0-16,6-5 0 0,-6-2 0 15,1-2 0-15,-5 0 0 0,0 1 0 16,-2-1-333-16,2-1-447 0,0 7-1529 16,2 0-1261-16</inkml:trace>
  <inkml:trace contextRef="#ctx0" brushRef="#br1" timeOffset="74991.77">21169 10260 6386 0,'0'0'1021'15,"0"0"-357"-15,0 0-543 0,0 0-121 16,0 0 0-16,0 0 0 0,0 0 0 16,48-49 0-16,-23 22 0 15,2 2 0-15,-1 8 0 0,-1 1 0 16,0 7 0-16,-2 6 0 0,-3 6 0 0,-3 9 0 15,-7 7 0-15,1 7 0 16,-5 2 0-16,-4 5 0 0,-2 1 0 16,0-1 0-16,0-1 0 0,-2-10-1477 15,-4 1-1141-15</inkml:trace>
  <inkml:trace contextRef="#ctx0" brushRef="#br1" timeOffset="75626.56">20080 10777 2633 0,'0'0'2905'0,"0"0"-2297"0,0 0-15 0,-35-30 155 16,18 15-384-16,3 2-72 0,-5 1-243 15,-1 5-49-15,-1 1 0 0,-4 6 0 16,4 0 0-16,-1 9 0 0,1 3 0 16,0 3 0-16,9 2 0 0,0 4 0 15,5 1 0-15,5 2 0 0,2 2 0 16,9 1 0-16,3 2 0 0,0-1 0 16,5 6 0-16,-3 2 0 15,-3 2 0-15,-5 5 0 0,-2 1 0 16,0 3 0-16,-4 0 0 0,0 0 0 15,-2-4 0-15,0-2 0 0,-2-7 0 16,4-8 0-16,0-6 0 0,0-8 0 16,0-5 0-16,0-7-1037 15,0-3-300-15,0-7-2192 0</inkml:trace>
  <inkml:trace contextRef="#ctx0" brushRef="#br1" timeOffset="75750.45">19871 11285 5082 0,'0'0'928'0,"-4"-39"265"0,6 22-589 16,11 5-236-16,7 1-351 15,1 1-17-15,6 3 0 0,2 3 0 16,0 1 0-16,2 3 0 0,-4 0 0 16,4 4 0-16,0 1 0 0,-5 0-1149 15,-5-1-652-15,0-1-648 0</inkml:trace>
  <inkml:trace contextRef="#ctx0" brushRef="#br1" timeOffset="75969.58">20281 11223 5038 0,'0'0'2073'0,"0"0"-1325"0,-50-12-415 15,29 12-333-15,1 0 0 0,-1 3 0 16,4 6 0-16,3 4 0 16,-1 1 0-16,9 3 0 0,4-1 0 15,2-1 0-15,6 2 0 0,7-4 0 16,5-1 0-16,3-5 0 0,2-4 0 16,0-2 0-16,-5-1 0 0,-1-5 0 15,-1-3 0-15,-1-4 0 0,-3-4 0 16,-2-3 0-16,-3-1 0 15,-3-1 0-15,-4 3 0 0,0-2 0 16,0 2-153-16,-4 3-215 0,-3-2-720 16,1 6-325-16,4 2-524 0</inkml:trace>
  <inkml:trace contextRef="#ctx0" brushRef="#br1" timeOffset="76184.22">20371 11341 3529 0,'0'0'2905'16,"0"0"-2020"-16,0 0-12 0,0 0-873 16,0 0 0-16,19-48 0 0,-7 19 0 15,1 0 0-15,-3 4 0 0,1 5 0 16,-3 3 0-16,2 4 0 0,5 3 0 16,-1 3 0-16,5 3-305 0,8 1-163 15,4 1-376-15,0 1-753 0,-11-1 92 16,1 1-1940-16</inkml:trace>
  <inkml:trace contextRef="#ctx0" brushRef="#br1" timeOffset="76434.2">20686 11134 7055 0,'0'0'872'0,"-48"24"-607"15,19-5-265-15,0 1 0 0,2 2 0 16,7 1 0-16,3-1 0 16,9 1 0-16,8-2 0 0,8-1 0 0,9-4 0 15,3-2 0-15,7-4 0 16,2-5 0-16,0-4 0 0,0-1 0 16,-4-5 0-16,-2-3 0 0,-5 0 0 15,-1-3 0-15,-7 1-277 16,-2 1-943-16,-1 1-477 0</inkml:trace>
  <inkml:trace contextRef="#ctx0" brushRef="#br1" timeOffset="76681.64">20828 11345 4922 0,'0'0'1048'16,"0"0"481"-16,0 0-836 0,0 0-693 15,0 0 0-15,29-40 0 0,-23 18 0 16,-1-1 0-16,-3 1 0 0,-2-2 0 15,-2 3 0-15,-3 5 0 0,-1 5 0 16,2 7 0-16,-2 4 0 16,-4 10 0-16,-5 15 0 0,-3 9 0 15,-1 8 0-15,9 1 0 0,5-5 0 16,7-2 0-16,9-5 0 0,10-5 0 16,7-6 0-16,14-9 0 0,5-7 0 15,15-5 0-15,-14-5-597 0,6-5-1924 16</inkml:trace>
  <inkml:trace contextRef="#ctx0" brushRef="#br1" timeOffset="78516.6">22767 8824 2305 0,'0'0'552'0,"0"0"880"15,0 0-823-15,0 0 471 0,0 0-447 16,0 0-137-16,0 0 356 15,0 0-619-15,0 0-233 0,2-21 0 16,19 20 0-16,6 1 0 0,6 0 0 16,2 0 0-16,-2 0 0 0,9 0 0 15,-1-1 0-15,0-2 0 0,1-1 0 16,-3-1 0-16,-2-2 0 0,-12 2-2146 16,-2-2-823-16</inkml:trace>
  <inkml:trace contextRef="#ctx0" brushRef="#br1" timeOffset="78918.87">22786 8959 4430 0,'0'0'2221'0,"0"0"-1201"0,0 0-499 16,0 0-521-16,0 0 0 0,47-3 0 15,-16 8 0-15,7 1 0 16,-1 1 0-16,4 0 0 0,1 0 0 16,1 0 0-16,4-2 0 0,-9-2 0 15,-3-3-2406-15</inkml:trace>
  <inkml:trace contextRef="#ctx0" brushRef="#br1" timeOffset="89168.97">14827 14333 5470 0,'0'0'820'0,"0"0"-351"0,62 6-149 0,-18-6 36 0,3 0-188 16,11 0-32-16,4-1-132 15,17-3 12-15,6-1 28 0,20-3-40 16,11-1 4-16,14-4 44 0,13-1-52 16,14 2 36-16,4 1 52 0,2 0-84 15,-6 3 8-15,-8 1-12 16,-6 0-8-16,-13 1-20 0,-14-1-512 16,-11 1-144-16,-12 1-77 0,-29 2-1112 15,-12-1-700-15</inkml:trace>
  <inkml:trace contextRef="#ctx0" brushRef="#br1" timeOffset="89444.5">17012 13955 6931 0,'0'0'480'16,"33"-1"-252"-16,-12 2 300 0,0 0-503 16,6 3-25-16,8 2 0 0,8 2 0 15,9 1 0-15,0 4 0 0,1 2 0 16,-1 3 0-16,-4 3-385 16,-11 2-35-16,-10 6 128 0,-17 5 120 15,-10 5 128-15,-10 4 20 0,-17 4-20 16,-10 2 28-16,-11-2 4 0,-4-3-4 15,3-4-321-15,9-13-151 0,9-5-1505 0</inkml:trace>
  <inkml:trace contextRef="#ctx0" brushRef="#br1" timeOffset="89838.02">16283 15004 6623 0,'0'0'724'0,"27"37"-516"0,-3-13 429 15,1 3-637-15,4 0 0 16,2 5 0-16,4 0 0 0,5 0 0 16,1 0 0-16,4 0 0 0,-1-6 0 15,3 3 0-15,-5-5 0 16,1-2 0-16,-12-6 0 0,0-3-261 15,-10-4-287-15,-5-8-893 0,-5-1-160 16,-5-6-864-16</inkml:trace>
  <inkml:trace contextRef="#ctx0" brushRef="#br1" timeOffset="90009.27">16812 15008 6727 0,'-35'20'776'15,"2"4"-636"-15,-13 6 220 0,-1 6-171 16,-1 1-189-16,1 1 0 0,3-2 0 16,5-1 0-16,6-1 0 15,8-8-1201-15,-2 0-1332 0</inkml:trace>
  <inkml:trace contextRef="#ctx0" brushRef="#br1" timeOffset="108931.63">28566 6997 5694 0,'0'0'700'0,"0"0"297"16,0 0-501-16,0 0-191 0,0 0-305 15,0 0 0-15,0 0 0 0,0 0 0 16,0 0 0-16,31 37 0 0,-7-3 0 15,3 5 0-15,6 4 0 0,-2-1 0 16,7 2 0-16,-1 2 0 16,2-1 0-16,0-2 0 0,-2 0 0 15,-3-6 0-15,-6-3 0 0,-3-3 0 16,-4-4 0-16,-7-3 0 0,-3-4 0 16,-7-3 0-16,-4-6 0 15,0-3 0-15,-6-5-1341 0,0-3-360 16,-3-5-704-16</inkml:trace>
  <inkml:trace contextRef="#ctx0" brushRef="#br1" timeOffset="109320.46">28578 7586 7255 0,'0'0'860'0,"0"0"-783"0,0 0-77 16,0 0 0-16,0 0 0 0,39-36 0 15,-8 6 0-15,8-8 0 0,3-6 0 16,3 0 0-16,1-4 0 0,-1 0 0 16,3-1 0-16,-5 0 0 0,-3-1 0 15,-1-1 0-15,-8 2 0 0,-8 3 0 16,-11 3 0-16,-8 4 0 0,-4 10-1209 15,-6 2-3181-15</inkml:trace>
  <inkml:trace contextRef="#ctx0" brushRef="#br1" timeOffset="109816.64">28834 6705 1392 0,'0'0'3074'0,"0"0"-2382"0,0 0-100 0,0 0 501 0,0 0-465 15,0 0-12-15,0 0-511 0,0 0-105 16,-37 3 0-16,27-9 0 0,1-3 0 16,1-4 0-16,2-1 0 15,6 1 0-15,2-1 0 0,8 3 0 16,3 3 0-16,3 0 0 0,5 4 0 16,2 2 0-16,-3 2 0 0,-1 4 0 15,-7 2 0-15,-3 0 0 0,-5 4 0 16,-4-1 0-16,0 4 0 0,0 0 0 15,-4-5 0-15,0-3-2026 0</inkml:trace>
  <inkml:trace contextRef="#ctx0" brushRef="#br1" timeOffset="112747.09">29845 6861 4482 0,'0'0'1340'16,"0"0"-644"-16,0 0-103 0,0 0 127 15,0 0-480-15,0 0-119 0,54 15-121 16,-27 0 0-16,2 3 0 0,-2 0 0 16,1 0 0-16,3-2 0 15,-2 2 0-15,-2 0 0 0,2-3 0 16,-2 2 0-16,-2-3 0 0,-4-2 0 16,-5 0 0-16,-3-1 0 0,-5-2 0 15,-4-1 0-15,0-1 0 16,-2-1 0-16,0 0 0 0,0 0 0 15,-2-1 0-15,0-2 0 0,0 2 0 16,0-4 0-16,0 0-65 0,0-1-367 16,-4 0-136-16,2-1-505 15,0 0-143-15,-4-1-277 0</inkml:trace>
  <inkml:trace contextRef="#ctx0" brushRef="#br1" timeOffset="112963.54">30234 7118 2505 0,'0'0'2157'0,"0"0"-597"16,0 0-787-16,0 0-117 0,0 0-115 16,0 0-541-16,0 0 0 15,0 0 0-15,-35 32 0 0,10-11 0 16,-6 0 0-16,-4 2 0 0,-1 2 0 16,-5 0 0-16,0 0 0 15,2-1 0-15,1-2 0 0,7-4 0 16,11-5 0-16,5-6 0 0,7-5 0 15,6-2 0-15,2-3-1113 0,4-3-1188 16,8-9-2025-16</inkml:trace>
  <inkml:trace contextRef="#ctx0" brushRef="#br1" timeOffset="113488.63">30734 7015 6651 0,'0'0'348'0,"0"0"144"0,4-41 209 16,-6 32-701-16,-2-2 0 0,-6 4 0 16,-3 1 0-16,-3 3 0 0,-5 3 0 15,-2 5 0-15,-4 6 0 0,-6 8 0 16,-6 11 0-16,-4 7 0 0,-5 10 0 15,0 4 0-15,5 3 0 0,6 3 0 16,10 4 0-16,13-2 0 0,11-1 0 16,12-3 0-16,18-7 0 15,12-7 0-15,13-9 0 0,7-11 0 16,4-10 0-16,1-11 0 0,-4-10 0 16,-3-10 0-16,-9-11 0 15,-3-8 0-15,-9-8 0 0,-7-5 0 16,-7-4 0-16,-11-5 0 0,-7-3 0 15,-6-4 0-15,-13 3 0 0,-3 6 0 16,-3 11 0-16,0 14 0 0,1 7 0 16,-1 9 0-16,-2 7 0 15,-2 8 0-15,3 3-717 0,-3 3-4133 0</inkml:trace>
  <inkml:trace contextRef="#ctx0" brushRef="#br1" timeOffset="120154.91">23997 6968 1996 0,'0'0'2598'0,"0"0"-890"16,0 0-747-16,0 0-137 0,0 0-719 15,0 0-105-15,0 0 0 0,0 0 0 16,6-1 0-16,13-1 0 0,4 2 0 16,4 0 0-16,2 0 0 15,-3 2 0-15,3 3 0 0,4 0 0 16,1-2 0-16,5-2 0 0,4-2 0 16,1-5 0-16,1-3 0 0,-12 0-301 15,-8 0-3505-15</inkml:trace>
  <inkml:trace contextRef="#ctx0" brushRef="#br1" timeOffset="121064.63">24497 7615 2333 0,'0'0'1868'16,"0"0"-983"-16,0 0 351 16,0 0-627-16,0 0-125 0,0 0 293 15,23-48-777-15,-10 14 0 0,1-9 0 16,1-3 0-16,1-3 0 0,3-4 0 16,1-4 0-16,-1-4 0 0,4-5 0 15,-3-3 0-15,-1-3 0 0,-3 4 0 16,1 8 0-16,-5 5 0 0,1 12 0 15,-1 8 0-15,-3 11 0 0,-3 12 0 16,-6 7 0-16,0 3 0 0,0 2 0 16,0 1 0-16,-2 12 0 15,-7 13 0-15,1 10 0 0,2 7 0 16,0 2 0-16,6-2 0 0,0-2 0 16,4-5 0-16,6-7 0 0,7-7 0 15,1-10 0-15,1-5 0 16,2-7 0-16,-1-5 0 0,-1-8 0 15,-1-5 0-15,-3-7 0 0,-3-2 0 16,-3-1 0-16,-1-1 0 0,-4 4 0 16,-2 3 0-16,-2 6 0 15,0 6 0-15,0 6 0 0,0 4 0 16,0 6 0-16,2 13 0 0,2 15 0 16,-2 9 0-16,7 5 0 0,1-2 0 15,2-8 0-15,5-5 0 0,4-5 0 16,1-4 0-16,1-5 0 0,-6-6 0 15,-7-6-1309-15,-4-3-1673 0</inkml:trace>
  <inkml:trace contextRef="#ctx0" brushRef="#br1" timeOffset="123100.02">25289 6754 5034 0,'0'0'1641'0,"0"0"-937"16,0 0-96-16,0 0-403 15,0 0-205-15,0 0 0 0,0 0 0 16,13 32 0-16,-9 0 0 0,-2 2 0 16,-2 3 0-16,0 1 0 0,0 1 0 15,-4 0 0-15,-3-3 0 0,3-6 0 16,0-5 0-16,0-8 0 0,4-7 0 15,0-6 0-15,0-4 0 0,2-1 0 16,6-12 0-16,3-10 0 0,5-10 0 16,3-4 0-16,-1-2 0 15,3 2 0-15,-2 2 0 0,-1 3 0 16,-1 5 0-16,-3 4 0 0,-1 9 0 16,-5 7 0-16,-4 4 0 0,0 3 0 15,0 4 0-15,5 6 0 16,-3 5 0-16,0 5 0 0,0-1 0 15,-2-3 0-15,1-4 0 0,-1-2 0 16,-2-2 0-16,2-3 0 0,-2-2 0 16,0-3 0-16,4 0 0 15,5-6 0-15,3-9 0 0,7-4 0 16,1-2 0-16,1 0 0 0,-2 5 0 16,-5 5 0-16,-5 5 0 0,-5 4 0 15,-4 3 0-15,2 10 0 0,0 14 0 16,-2 9 0-16,-2 9 0 0,2 2 0 15,0-6 0-15,5-2 0 0,1-5 0 16,6-7 0-16,5-6 0 0,6-6 0 16,-5-6 0-16,-1-4-1353 0</inkml:trace>
  <inkml:trace contextRef="#ctx0" brushRef="#br1" timeOffset="123988.85">26145 6903 1592 0,'0'0'3226'15,"0"0"-2490"-15,8-46-44 0,-6 28 173 16,-2-1-341-16,0 2-64 0,-4 2-363 15,-2 3-97-15,-4 4 0 0,-1 6 0 16,-3 3 0-16,-5 8 0 0,-4 10 0 16,-1 6 0-16,-5 7 0 15,0 6 0-15,2 1 0 0,6 2 0 16,9 0 0-16,8-4 0 0,8-4 0 16,10-8 0-16,5-5 0 0,6-7 0 15,0-7 0-15,-1-6 0 16,1-4 0-16,-6-6 0 0,-1-6 0 15,-3-3 0-15,-1-2 0 0,-3-1 0 16,-3-2 0-16,-2 1 0 0,-2 3 0 16,0 1 0-16,-2 8 0 15,-2 4 0-15,0 5 0 0,0 1 0 16,0 1 0-16,0 3 0 0,2 9 0 16,1 14 0-16,-3 9 0 0,2 6 0 15,0 6 0-15,0 0 0 0,-2 5 0 16,0 2 0-16,0 5 0 0,-6 1 0 15,-5 4 0-15,-3 0 0 0,-9 4 0 16,-4-1 0-16,-6-2 0 0,-2-4 0 16,0-5 0-16,2-8 0 15,4-6 0-15,0-8 0 0,4-10 0 16,0-11 0-16,0-9 0 16,5-8 0-16,-1-14 0 0,2-12 0 15,5-10 0-15,2-11 0 0,5-1 0 16,3-1 0-16,4 4 0 0,4 4 0 15,11 7 0-15,6 7 0 0,3 8 0 16,3 1 0-16,4 4 0 16,8 2 0-16,9-3 0 0,6-1 0 15,2-7 0-15,-15 5-329 0,0-6-4365 0</inkml:trace>
  <inkml:trace contextRef="#ctx0" brushRef="#br1" timeOffset="125378.23">26974 7301 2020 0,'0'0'3926'16,"0"0"-3005"-16,0 0-121 0,0 0-275 15,0 0-525-15,45-2 0 0,-30 27 0 16,1 6 0-16,-5 6 0 0,-5 3 0 15,-4-1 0-15,-4 6 0 0,-8 2 0 16,-5 2 0-16,-6 2 0 0,-3-3 0 16,-1-2 0-16,-2-7 0 15,6-14-1125-15,3-7-1849 0</inkml:trace>
  <inkml:trace contextRef="#ctx0" brushRef="#br1" timeOffset="127789.37">28590 9096 2277 0,'0'0'3569'15,"0"0"-2272"-15,0 0-248 0,0 0-1049 16,0 0 0-16,-24 39 0 0,32-11 0 15,6 7 0-15,9 5 0 0,4 3 0 16,6 5 0-16,4 5 0 0,5 0 0 16,-3 0 0-16,2 0 0 15,-4-3 0-15,-4-2 0 0,-4-6 0 16,-6-6 0-16,-4-5 0 0,-5-6 0 16,-6-8 0-16,-1-8 0 0,-3-4-1361 15,-4-9-1353-15</inkml:trace>
  <inkml:trace contextRef="#ctx0" brushRef="#br1" timeOffset="128082.25">29053 9096 2977 0,'0'0'2409'0,"0"0"-976"16,0 0-741-16,0 0-364 0,-37 52 25 15,10 2-353-15,-8 12 0 0,-8 6 0 16,-1 0 0-16,-3 1 0 0,-1-3 0 16,3-5 0-16,3-7 0 0,3-8 0 15,6-7 0-15,10-14 0 0,11-12 0 16,10-16 0-16,2-2-1465 15,10-18-4246-15</inkml:trace>
  <inkml:trace contextRef="#ctx0" brushRef="#br1" timeOffset="128498.18">28741 8750 5630 0,'0'0'965'0,"0"0"-229"16,0 0 125-16,33-36-861 0,-29 31 0 15,1 0 0-15,1 0 0 0,4-2 0 16,7 0 0-16,3 0 0 16,-1 3 0-16,-3 2 0 0,-9 2 0 15,-1 0 0-15,-6 0 0 0,-2 3 0 16,-11 5 0-16,-11 5 0 0,-12 1 0 15,3-2 0-15,4-2 0 0,13-7 0 16,10-2 0-16,6-1 0 16,12-9 0-16,15-4 0 0,12-3 0 15,-6 1-345-15,2 3-1776 0</inkml:trace>
  <inkml:trace contextRef="#ctx0" brushRef="#br1" timeOffset="129650.38">29851 9210 5214 0,'0'0'1373'16,"0"0"-789"-16,0 0 96 0,0 0-339 15,0 0-341-15,0 0 0 0,0 0 0 16,0 0 0-16,0 0 0 15,-33 39 0-15,8-17 0 0,-8 2 0 16,0 1 0-16,0-3 0 0,0 0 0 16,0-3 0-16,4-2 0 0,2-2 0 15,11-2 0-15,3-6-269 0,5-1-463 16,4-4-1005-16,2-1 328 16,0-1-359-16</inkml:trace>
  <inkml:trace contextRef="#ctx0" brushRef="#br1" timeOffset="129880.53">29490 9424 4918 0,'0'0'1084'0,"0"0"-231"0,0 0 19 16,0 0-516-16,37 40-247 15,4-20-109-15,11 0 0 0,2-2 0 16,-1-2 0-16,1 2 0 0,-2-2 0 16,-3 0 0-16,1-1 0 0,0-3 0 15,-5-1 0-15,-6 0 0 0,-8-4-805 16,-10-1-1660-16,-7-5-597 0</inkml:trace>
  <inkml:trace contextRef="#ctx0" brushRef="#br1" timeOffset="130331.41">30608 9211 3389 0,'0'0'2241'15,"0"0"-1200"-15,-6-39-393 0,2 25 60 16,-1 3-543-16,-3 0-165 16,-2 3 0-16,-5 5 0 0,-7 3 0 15,-3 9 0-15,-8 12 0 0,-7 10 0 16,-1 11 0-16,0 8 0 0,6 9 0 15,6 5 0-15,12 3 0 0,9-2 0 16,12-4 0-16,17-5 0 16,14-9 0-16,12-11 0 0,11-8 0 15,2-11 0-15,2-14 0 0,-6-6 0 16,-4-14 0-16,-7-11 0 0,-6-8 0 16,-3-7 0-16,-10-4 0 0,-7-2 0 15,-7-4 0-15,-7-5 0 0,-7 1 0 16,-7 0 0-16,-9 6 0 15,-7 11 0-15,-6 5 0 0,-4 8 0 16,-7 7-581-16,11 7-1280 0,-2 4-1176 0</inkml:trace>
  <inkml:trace contextRef="#ctx0" brushRef="#br1" timeOffset="142503.97">24022 9115 2377 0,'0'0'3029'0,"0"0"-2197"0,0 0-111 16,0 0 275-16,0 0-759 16,0 0-237-16,0 0 0 0,0 0 0 15,0 0 0-15,48-8 0 0,-17 7 0 16,4 1 0-16,0-1 0 0,0-1 0 15,2-1 0-15,0 0 0 16,1-1 0-16,-3 0 0 0,-8-2 0 16,-5 0 0-16,-9 2 0 0,-5 1-2118 15,-2 0-287-15</inkml:trace>
  <inkml:trace contextRef="#ctx0" brushRef="#br1" timeOffset="142707.78">24241 8874 6034 0,'0'0'837'0,"0"0"187"0,0 37-727 15,4-12-297-15,0 7 0 0,1 1 0 16,-1 4 0-16,2-3 0 0,-2 1 0 15,8-4 0-15,-3-2 0 0,-1 1 0 16,-4-9-893-16,-4-1-3569 0</inkml:trace>
  <inkml:trace contextRef="#ctx0" brushRef="#br1" timeOffset="143635.24">24531 9783 2189 0,'0'0'2845'0,"0"0"-1961"16,0 0-312-16,0 0-243 0,0 0 99 15,0 0-20-15,33-37-108 16,-13 1-63-16,3-3-237 0,-2-4 0 15,-3 1 0-15,-1-6 0 0,-3-5 0 16,3-7 0-16,-7-4 0 0,3-5 0 16,-1 0 0-16,5-2 0 0,5 3 0 15,1 9 0-15,2 10 0 0,-7 11 0 16,-3 10 0-16,-5 8 0 16,-4 6 0-16,-1 7 0 0,-5 4 0 15,0 3 0-15,-3 4 0 0,-3 11 0 16,-4 15 0-16,-5 11 0 0,1 10 0 15,0 3 0-15,5-6 0 0,7-3 0 16,4-6 0-16,11-8 0 16,1-6 0-16,5-8 0 0,-1-7 0 15,5-5 0-15,-2-7 0 0,1-9 0 16,1-5 0-16,-2-5 0 0,-5-2 0 16,1 0 0-16,-5-2 0 0,1 2 0 15,-3 3 0-15,-2 5 0 0,-1 8 0 16,-3 2 0-16,-4 5 0 15,2 0 0-15,0 7 0 0,0 9 0 16,-2 8 0-16,-2 4 0 0,0 3 0 16,2-3 0-16,4-5 0 0,6 0 0 15,7-1 0-15,1-1-553 0,-1-5-560 16,2-3-2052-16</inkml:trace>
  <inkml:trace contextRef="#ctx0" brushRef="#br1" timeOffset="145422.49">25426 9013 4794 0,'0'0'716'0,"-11"44"-212"0,11-18 249 15,4 1-505-15,1 3 16 0,-3 2 276 16,0-2-256-16,-2 0-195 15,-4-1-89-15,-3-1 0 0,1-2 0 16,-2-8 0-16,2-5 0 0,2-6 0 16,1-3 0-16,1-3 0 0,0-1 0 15,2-8 0-15,9-16 0 0,5-8 0 16,7-8 0-16,6-6 0 16,-3 1 0-16,3-1 0 0,2 3 0 0,-4 5 0 15,-2 9 0-15,-5 8 0 16,-3 7 0-16,-7 9 0 0,-2 4 0 15,-2 4 0-15,-4 13 0 0,-2 3 0 16,-2 8 0-16,0 2 0 16,4 0 0-16,0 2 0 0,0-3 0 15,0-2 0-15,4-7 0 0,2-4 0 16,-1-6 0-16,-1-4 0 0,0-3 0 16,2-2 0-16,2-7 0 0,3-9 0 15,1-6 0-15,0-6 0 0,3-2 0 16,-1 5 0-16,1 2 0 15,-1 6 0-15,-3 5 0 0,-5 7 0 16,0 5 0-16,-4 3 0 0,6 8 0 16,-3 7 0-16,1 7 0 0,-2 1 0 15,-2 2 0-15,0-4 0 0,0 1 0 16,0-1 0-16,2-1 0 0,2-1 0 16,1 1 0-16,-1-2-617 15,-2-7-668-15,2-1-2528 0</inkml:trace>
  <inkml:trace contextRef="#ctx0" brushRef="#br1" timeOffset="146009.89">26267 9088 5366 0,'0'0'1048'15,"0"0"-391"-15,-31-42 279 0,14 32-751 16,1 1-185-16,-5 4 0 0,0 5 0 15,-1 5 0-15,1 10 0 0,0 4 0 16,3 6 0-16,5 1 0 16,5 2 0-16,8-3 0 0,4-5 0 15,7-4 0-15,5-6 0 0,1-3 0 16,3-5 0-16,-1-2 0 0,-3-6 0 16,1-2 0-16,-5-4 0 0,1-2 0 15,-3-2 0-15,0-2 0 0,1-1 0 16,-1 0 0-16,-2 1 0 15,1 6 0-15,-5 4 0 0,0 5 0 16,0 3 0-16,2 3 0 0,3 12 0 16,5 15 0-16,3 10 0 0,-1 9 0 15,3 4 0-15,-3 0 0 0,1 1 0 16,-5 4 0-16,-1 2 0 16,-9 1 0-16,-7 3 0 0,-9 0 0 15,-13 0 0-15,-6 0 0 0,-6-2 0 16,-5-4 0-16,-3-6 0 0,-5-6 0 15,-2-10 0-15,1-14 0 16,-1-11 0-16,6-11 0 0,11-18 0 16,10-15 0-16,9-16 0 0,7-16 0 15,11-7 0-15,4-3-509 0,15 11-291 16,6 12-25-16,-2 22-443 0,3 13-3322 0</inkml:trace>
  <inkml:trace contextRef="#ctx0" brushRef="#br1" timeOffset="146550.82">27108 9505 6150 0,'0'0'1049'0,"0"0"-397"0,42 46-311 0,-28-12-341 15,1 7 0-15,-7 4 0 0,-2 5 0 16,-2 2 0-16,-4 3 0 0,0 0 0 16,-8 1 0-16,-2-5 0 0,-1-5 0 15,-5-2 0-15,-1-10 0 16,-2-5-1265-16,5-10-168 0,0-6-1232 0</inkml:trace>
  <inkml:trace contextRef="#ctx0" brushRef="#br1" timeOffset="150453.04">28464 11219 3325 0,'0'0'2329'0,"0"0"-1212"16,0 0 231-16,0 0-1275 0,0 0-73 15,0 0 0-15,0 0 0 0,0 0 0 16,54 64 0-16,-17-28 0 0,9 4 0 16,5 0 0-16,3 5 0 0,2 5 0 15,-2 1 0-15,-5 0 0 16,-5 0 0-16,-11-5 0 0,-4-5 0 16,-9-6 0-16,-5-6 0 0,-7-7 0 15,-6-4 0-15,-2-8 0 16,0-5-177-16,-6-5-731 0,2 0-1337 15,-9-7-1429-15</inkml:trace>
  <inkml:trace contextRef="#ctx0" brushRef="#br1" timeOffset="150727.78">28568 11864 4922 0,'0'0'1568'0,"0"0"-719"16,0 0-53-16,0 0-739 0,29-39-57 16,-5 5 0-16,3-9 0 0,2-5 0 15,-4 2 0-15,0-5 0 0,0-4 0 16,-1 0 0-16,3-2 0 15,0 3 0-15,4 2 0 0,2 6 0 16,2 3 0-16,-2 2-357 0,-10 13-1852 16,-4 0-468-16</inkml:trace>
  <inkml:trace contextRef="#ctx0" brushRef="#br1" timeOffset="151164.51">28681 10761 6607 0,'0'0'996'0,"0"0"-440"0,0 0-523 15,42-6-33-15,-22 8 0 0,3 7 0 16,-6 2 0-16,-3 5 0 0,-4 0 0 16,-5 1 0-16,-5 3 0 0,-7-2 0 15,-7 1 0-15,-5-1 0 16,-3-2 0-16,-5-5 0 0,2-3 0 15,4-5 0-15,3-3 0 0,5-4 0 16,7-6 0-16,4 0 0 0,2-2 0 16,4 0 0-16,4 1 0 0,3 4 0 15,-1 3 0-15,2 2 0 16,-5 2 0-16,3 0 0 0,0 2 0 16,1 0 0-16,1-2-3082 0</inkml:trace>
  <inkml:trace contextRef="#ctx0" brushRef="#br1" timeOffset="151978.01">29512 11362 6599 0,'0'0'916'16,"0"0"-239"-16,0 0-677 0,0 0 0 16,0 0 0-16,33-19 0 0,-4 16 0 15,6 2 0-15,-1-1 0 0,-6 2 0 16,3-1 0-16,0 0 0 15,0 1 0-15,-2 0 0 0,-2-1 0 16,-6 1 0-16,-5 0 0 0,-7-1-61 16,-1 1-967-16,-8 0-53 0,2 0-1616 0</inkml:trace>
  <inkml:trace contextRef="#ctx0" brushRef="#br1" timeOffset="152495">29554 11527 5606 0,'0'0'1293'0,"0"0"0"0,0 0-1293 15,0 0 0-15,0 0 0 0,0 0 0 16,0 0 0-16,55 5 0 15,-24-1 0-15,7-1 0 0,1 0 0 16,4-1 0-16,3-1 0 0,1 1 0 16,-3-2 0-16,-3 0 0 0,-12-2-1694 15,-6-4-2187-15</inkml:trace>
  <inkml:trace contextRef="#ctx0" brushRef="#br1" timeOffset="152975.34">30502 11297 5642 0,'0'0'720'0,"0"0"1"0,-33-40 388 16,19 34-1109-16,-3 6 0 0,-7 1 0 16,-10 11 0-16,-5 7 0 0,-4 8 0 15,-3 7 0-15,3 8 0 0,4 8 0 16,10 3 0-16,8 4 0 15,15 1 0-15,10-1 0 0,17-6 0 16,14-7 0-16,10-11 0 0,9-9 0 16,4-12 0-16,2-8 0 15,0-5 0-15,-7-12 0 0,-5-8 0 16,-7-11 0-16,-8-8 0 0,-8-6 0 16,-10-2 0-16,-9-3 0 0,-6 1 0 15,-4-1 0-15,-11 0 0 0,-3 0 0 16,-7 5 0-16,-4 4 0 15,0 7 0-15,-8 9 0 0,-9 8-1157 16,7 8-1104-16,-8 6-2245 0</inkml:trace>
  <inkml:trace contextRef="#ctx0" brushRef="#br1" timeOffset="155402.96">25585 11207 2072 0,'0'0'2786'0,"14"-33"-1846"0,-6 13-316 16,3 2-31-16,-7-1 179 0,-2 3-367 15,-2 0-405-15,0 1 0 0,-4 0 0 16,-2 0 0-16,-3 1 0 15,-3 1 0-15,-2 2 0 0,-5 5 0 16,-4 6 0-16,-4 6 0 0,-2 13 0 16,-6 10 0-16,0 9 0 0,2 8 0 15,0 6 0-15,10 6 0 0,9 5 0 16,8 3 0-16,8 4 0 0,10-1 0 16,11-7 0-16,6-8 0 0,6-10 0 15,8-11 0-15,1-11 0 16,5-12 0-16,1-10 0 0,-3-7 0 15,-5-13 0-15,-5-7 0 0,-8-4 0 16,-6-4 0-16,-9 0 0 0,-4-2 0 16,-3 0 0-16,-7 0 0 0,0 0 0 15,-7 0 0-15,-3 0 0 16,2-1 0-16,0 5 0 0,3 2 0 16,3 6 0-16,2 2 0 0,2 5-1658 15,1 2-983-15</inkml:trace>
  <inkml:trace contextRef="#ctx0" brushRef="#br1" timeOffset="156594">24067 6385 2657 0,'0'0'2113'0,"-33"-5"-1737"0,11 6 104 15,-1 6-60-15,0 6-204 0,3 6 133 16,-1 3-129-16,2 5-28 0,1 7 56 16,-3 5-104-16,-2 5-16 0,-4 9-20 15,-4 6-100-15,-2 6 28 16,0 9 108-16,-2 4-60 0,6 7-36 16,-2 6-4-16,0 3-32 0,4 5-12 15,2 2 16-15,5 4 8 16,-1 5-24-16,9-2 28 0,1 2-24 15,3-3 48-15,6-4-11 0,4 1-41 16,8-5 0-16,11-6 0 0,10-6 0 16,6-8 0-16,11-3 0 15,-1-6 0-15,5-3 0 0,-4-6 0 16,-5-4 0-16,-8-5 0 0,-10-4 0 16,-13-3 0-16,-5-2 0 0,-7-1 0 15,-13 0 0-15,-7-1 0 0,-12-2 0 16,-3-1 0-16,-8 1 0 15,-7-1 0-15,1-3 0 0,-1-1 0 16,1-4 0-16,-5 0 0 0,6-1 0 16,5-4 0-16,6-3 0 0,10-1 0 15,8-4 0-15,13-2 0 0,8 0 0 16,12 0 0-16,7 3 0 16,6 2 0-16,6 3 0 0,2 5 0 15,4 4 0-15,-1 6 0 0,-3 6 0 16,0 3 0-16,-2 8 0 0,-2 4 0 15,0 4 0-15,0 2 0 16,-2 9 0-16,-4 2 0 0,-9 9 0 16,-7 9 0-16,-9 9 0 0,-15 8 0 15,-12 7 0-15,-6 7 0 0,-6 4 0 16,-4 1 0-16,5-2 0 0,5-5 0 16,8-6 0-16,13-5 0 0,14-10 0 15,19-12 0-15,18-11 0 0,13-11 0 16,14-7 0-16,14-4 0 15,9-5 0-15,4-1-137 0,-2-3-39 16,-22-13-1245-16,-9-3-1060 0</inkml:trace>
  <inkml:trace contextRef="#ctx0" brushRef="#br1" timeOffset="159871.03">21180 13523 3169 0,'0'0'3345'0,"0"0"-2708"0,0 0-9 15,0 0-215-15,0 0-413 0,0 0 0 16,0 0 0-16,-13 56 0 0,9-11 0 15,2 5 0-15,0 0 0 16,2 2 0-16,0 0 0 0,0-1 0 16,4-5 0-16,0-6 0 0,3-5 0 15,-3-10-509-15,0-8-1520 0,-2-8-284 0</inkml:trace>
  <inkml:trace contextRef="#ctx0" brushRef="#br1" timeOffset="160179.26">21157 13344 5794 0,'0'0'889'16,"10"-36"-485"-16,5 18 28 0,1 6-132 16,7-1-240-16,4 4-8 15,2 4 4-15,4 5-48 0,-2 1-8 16,-4 9 0-16,0 6-4 0,-7 3 4 15,-5 6 0-15,-5 4-20 0,-4 4 20 16,-6 1 0-16,-4-1-36 16,-6-1 36-16,-7-4 16 0,5-5-4 15,-5-1 4-15,-1-5 164 0,1-4-147 16,3-4-33-16,-3-4 0 16,3-4 0-16,-3-2 0 0,7-5 0 15,0 2 0-15,3 0-345 0,3 2-639 16,-2 2 163-16,2 0-231 0,-4 2-1453 0</inkml:trace>
  <inkml:trace contextRef="#ctx0" brushRef="#br1" timeOffset="160368.19">21552 13706 6394 0,'0'0'1297'0,"-27"64"-796"0,12-26-501 15,5-5 0-15,0-2 0 16,4-5 0-16,4-6 0 0,2-4 0 16,2-4 0-16,4-6 0 0,-2-3-225 15,2-3-871-15,0-1-1470 0,1-12-879 0</inkml:trace>
  <inkml:trace contextRef="#ctx0" brushRef="#br1" timeOffset="160498.18">21585 13471 6138 0,'0'0'1045'0,"14"-52"-133"0,-3 34-815 16,-11 13-97-16,0 3 0 0,4 1 0 16,-4 0 0-16,0 1 0 0,0 0-1461 15,0 4-2377-15</inkml:trace>
  <inkml:trace contextRef="#ctx0" brushRef="#br1" timeOffset="160975.19">21661 13789 5246 0,'0'0'1108'0,"0"0"-323"0,0 0 163 15,0 0-843-15,0 0-105 0,0 0 0 16,64 4 0-16,-24-16 0 16,-1-4 0-16,-4-1 0 0,-6-2 0 15,-4 0 0-15,-9 0 0 0,-1 2 0 16,-9 1 0-16,-6 0 0 0,-2 2 0 15,-6 1 0-15,-3 0 0 16,-5 3 0-16,-5 5 0 0,5 5 0 16,-7 4 0-16,-2 12 0 0,-4 6 0 15,-4 8 0-15,6 4 0 0,0 5 0 16,7 0 0-16,5 1 0 16,5-3 0-16,10-3 0 0,6-5 0 15,9-6 0-15,1-7 0 0,7-4 0 16,2-6 0-16,-1-6 0 0,7-5 0 15,3-6 0-15,-3-2 0 0,6-3-1225 16,-10 4-484-16,-5-1-864 0</inkml:trace>
  <inkml:trace contextRef="#ctx0" brushRef="#br1" timeOffset="161252.37">22224 13665 5882 0,'0'0'897'15,"0"0"-241"-15,-44 3 101 0,26 6-757 16,3 3 0-16,1 5 0 0,-1 3 0 16,1 5 0-16,3 3 0 15,5 2 0-15,2 1 0 0,2 1 0 16,4-3 0-16,4-4 0 0,9-3 0 15,1-5 0-15,3-6 0 0,4-5 0 16,1-5 0-16,3-2 0 0,0-8 0 16,0-2 0-16,0-5-461 0,-6 3-2412 15,-5-1-881-15</inkml:trace>
  <inkml:trace contextRef="#ctx0" brushRef="#br1" timeOffset="161532.34">22387 13899 5694 0,'0'0'1149'16,"0"0"-493"-16,0 0 37 0,23-35-693 16,-13 19 0-16,0 1 0 0,1-2 0 15,-3-2 0-15,0-1 0 0,0-2 0 16,-3-1 0-16,-3-3 0 16,-2 1 0-16,-2 3 0 0,-3 6 0 15,-3 6 0-15,-4 5 0 0,-1 6 0 16,-5 7 0-16,1 10 0 0,1 8 0 15,-1 5 0-15,3 6 0 0,3 0 0 16,3 1 0-16,8-1 0 0,4-4 0 16,7-3 0-16,5-5 0 0,3-6 0 15,6-3 0-15,-3-7 0 0,5-5 0 16,4-4 0-16,-4-8 0 16,-4 0-1698-16,-1-5-1359 0</inkml:trace>
  <inkml:trace contextRef="#ctx0" brushRef="#br1" timeOffset="161945.14">22672 13657 3973 0,'0'0'3202'0,"0"0"-2185"15,0 0-1017-15,0 0 0 0,-31 43 0 16,29-17 0-16,2 4 0 0,4-2 0 15,2-1 0-15,5-1 0 0,-1-1 0 16,0-1 0-16,1-5 0 0,-5-5 0 16,4-3 0-16,-3-7 0 0,1-2 0 15,2-4 0-15,0-11 0 0,1-6 0 16,3-4 0-16,-3-1 0 16,-1 3 0-16,-6 6 0 0,4 4 0 15,-6 7 0-15,-2 2 0 0,0 2 0 16,0 4 0-16,0 6 0 0,5 8 0 15,-3 0 0-15,2 0 0 16,2-4 0-16,0-5 0 0,2-2 0 16,5-3 0-16,1-4 0 0,7-6 0 15,0-2 0-15,-1-6 0 0,1-2 0 16,-4-3 0-16,-3-1 0 16,-6 1 0-16,-6 0 0 0,-2 0 0 15,-4 1 0-15,-6 0 0 0,0 1 0 16,1 2 0-16,3 0 0 0,6 2-381 15,8 0-827-15,1 3-225 0,-1-1-1929 0</inkml:trace>
  <inkml:trace contextRef="#ctx0" brushRef="#br1" timeOffset="162118.28">23065 13591 3137 0,'0'0'3950'0,"0"0"-3138"0,0 0-519 15,0 56-293-15,0-21 0 0,0 6 0 16,0 0 0-16,0-6 0 0,4-3 0 15,4-4 0-15,3-5 0 16,-3-4 0-16,4-6 0 0,-1-5 0 16,-3-7 0-16,-2-1-2326 0,-2-8-551 0</inkml:trace>
  <inkml:trace contextRef="#ctx0" brushRef="#br1" timeOffset="162226.49">23216 13340 5562 0,'0'0'1657'15,"0"0"-1193"-15,0 0-16 0,0 0-387 16,-15 43-61-16,17-15-345 0,3-3-1736 16,5-3-396-16</inkml:trace>
  <inkml:trace contextRef="#ctx0" brushRef="#br1" timeOffset="162581.29">23439 13687 6659 0,'0'0'752'16,"-8"-37"-112"-16,2 20-499 0,-3 7-141 16,-3 1 0-16,-3 3 0 0,1 2 0 15,-3 4 0-15,3 0 0 0,2 7 0 16,-3 2 0-16,11 3 0 16,2 1 0-16,2 1 0 0,2 0 0 15,2 0 0-15,6-1 0 0,1 0 0 16,-1-1 0-16,3 1 0 0,-1 0 0 15,0 0 0-15,3-2 0 0,-1 1 0 16,-3 3 0-16,-3-2 0 0,-2 1 0 16,-2 3 0-16,-4-2 0 0,-4 1 0 15,-6 2 0-15,-5-2 0 0,-3 0 0 16,1-3 0-16,-1-5 0 16,-1-6 0-16,2-2 0 0,3-4 0 15,4-6 0-15,3-1 0 0,3-2-373 16,4 3-896-16,9 0 273 0,-3 3-52 15,2 2-1081-15</inkml:trace>
  <inkml:trace contextRef="#ctx0" brushRef="#br1" timeOffset="162815.57">23416 13870 3137 0,'0'0'1701'0,"44"-13"112"0,-22 1-741 16,5-4-603-16,0-1-469 0,0-4 0 16,0-3 0-16,-2-1 0 15,-2-1 0-15,-5 0 0 0,-3 2 0 16,-7 1 0-16,-6 4 0 0,-2 6 0 15,-4 3 0-15,-9 3 0 0,-3 7 0 16,-5 10 0-16,3 9 0 0,-7 14 0 16,-2 7 0-16,2 5 0 0,4 3 0 15,5-3 0-15,12-5 0 0,4-6 0 16,16-8 0-16,9-9 0 16,12-7 0-16,11-8 0 0,12-3 0 15,8-11 0-15,4-4 0 0,-14 0-1069 16,2-1-2529-16</inkml:trace>
  <inkml:trace contextRef="#ctx0" brushRef="#br1" timeOffset="163317.32">24865 13707 6498 0,'0'0'681'0,"-14"-45"-93"0,2 20-163 15,-1 3-425-15,-1-2 0 0,-1 5 0 16,1 1 0-16,-5 7 0 0,-2 7 0 16,3 5 0-16,-3 13 0 0,-2 9 0 15,1 8 0-15,-1 5 0 0,6 5 0 16,5 2 0-16,6-1 0 16,6-4 0-16,6-5 0 0,6-6 0 15,5-6 0-15,8-9 0 0,4-9 0 16,4-6 0-16,2-11 0 0,0-11 0 15,-6 3-1329-15,-4-6-1377 0</inkml:trace>
  <inkml:trace contextRef="#ctx0" brushRef="#br1" timeOffset="163526.18">24894 13201 6939 0,'0'0'804'0,"-35"65"-355"15,19-24-449-15,3 2 0 0,5 3 0 16,4 1 0-16,2-1 0 0,2-1 0 16,0-1 0-16,2-2 0 0,4-3 0 15,0-1 0-15,5-3 0 0,-1-5 0 16,2-5 0-16,-3-6-1073 16,-1-7-2305-16</inkml:trace>
  <inkml:trace contextRef="#ctx0" brushRef="#br1" timeOffset="163819.29">25043 13796 6587 0,'0'0'1124'15,"39"-19"-643"-15,-14 2-481 0,-2-2 0 16,-2-3 0-16,-1 0 0 16,1-3 0-16,-4 1 0 0,-3-1 0 15,-2 0 0-15,-3 3 0 0,-7 1 0 16,-2 0 0-16,-9 6 0 0,-5 4 0 15,-5 5 0-15,-3 8 0 0,-5 12 0 16,0 8 0-16,-2 10 0 0,4 6 0 16,0 3 0-16,9 3 0 0,3-3 0 15,11-1 0-15,6-4 0 0,11-7 0 16,8-4 0-16,4-7 0 16,8-6 0-16,2-6 0 0,4-6 0 15,5-6 0-15,-1-7 0 0,1-5-205 16,-13 3-1924-16,-2-3-1148 0</inkml:trace>
  <inkml:trace contextRef="#ctx0" brushRef="#br1" timeOffset="164144.53">25645 13265 5958 0,'0'0'953'0,"-44"-39"328"16,22 20-1281-16,-1 4 0 0,-2 2 0 15,0 1 0-15,-4 3 0 0,0 1 0 16,-4 5 0-16,0 3 0 0,0 3 0 16,2 8 0-16,0 4 0 0,2 3 0 15,4 3 0-15,1 3 0 0,9-2 0 16,7 1 0-16,8 1 0 0,16 4 0 16,7 1 0-16,8 3 0 15,8 3 0-15,3 1 0 0,3 2 0 16,-6 1 0-16,-8 3 0 0,-8 3 0 15,-10 0 0-15,-5-1 0 16,-6-1 0-16,-2-5 0 0,-4-1 0 16,-2-7 0-16,-1-4 0 0,1-6 0 15,0-6 0-15,-2-6-325 0,6-4-1332 16,-7-4-972-16</inkml:trace>
  <inkml:trace contextRef="#ctx0" brushRef="#br1" timeOffset="164366.76">25442 13723 4021 0,'0'0'3562'16,"41"-23"-2953"-16,-14 11-609 0,-6 6 0 16,0 1 0-16,-3 0 0 0,1 1 0 15,-3-3 0-15,5 0 0 0,-4-2 0 16,1 0 0-16,-3 1 0 16,-3 3 0-16,-4 1-265 0,-1 3-215 15,-5 2-8-15,-2 9 280 0,0 9 48 16,-7 8 148-16,-3 7 12 0,-2 3 60 15,1 0 204-15,1-1-172 16,4 0 0-16,0-4 28 0,4-7-100 16,2-6-8-16,2-8-12 0,4-7-92 15,2-8-300-15,2-5-1673 0,1-7-1189 0</inkml:trace>
  <inkml:trace contextRef="#ctx0" brushRef="#br1" timeOffset="164529.12">25905 13305 6338 0,'0'0'649'0,"0"0"-213"0,0 0 333 16,0 0-769-16,0 0 0 0,0 0-429 15,0 0-307-15,-2 54-1 0,2-19-1127 16,0-6 91-16,0-1-852 0</inkml:trace>
  <inkml:trace contextRef="#ctx0" brushRef="#br1" timeOffset="164742.65">25884 13657 1192 0,'0'41'2213'0,"0"-7"-696"16,3-1 448-16,1-12-1049 0,0-8-527 15,0-6-389-15,0-5 0 0,-2-2 0 16,2-6 0-16,5-12 0 16,1-9 0-16,4-7 0 0,1-1 0 15,3 3 0-15,1 6 0 0,0 6 0 16,-1 4 0-16,-3 8 0 16,-3 5 0-16,-6 3 0 0,1 6 0 0,-3 10 0 15,-2 7 0-15,-2 6 0 16,0 3 0-16,-2-2 0 0,0-2 0 15,0-1 0-15,2-5 0 0,0-3 0 16,4-5 0-16,2-3 0 0,4-9 0 16,1-2 0-16,3-9-817 0,0 0-1952 15,-1-5-281-15</inkml:trace>
  <inkml:trace contextRef="#ctx0" brushRef="#br1" timeOffset="164896.45">26246 13705 4349 0,'0'0'2798'0,"0"0"-1753"0,0 0-1045 16,0 0 0-16,0 0 0 0,0 0 0 15,-6 47 0-15,-2-15 0 0,-1 3 0 16,1-1 0-16,0-1 0 0,2-4 0 16,6-7 0-16,0-2 0 15,6-7 0-15,0-4 0 0,-2-4 0 16,2-5-1738-16</inkml:trace>
  <inkml:trace contextRef="#ctx0" brushRef="#br1" timeOffset="165035.62">26389 13284 7691 0,'0'0'501'16,"0"0"-501"-16,0 0 0 0,0 0 0 15,0 0 0-15,0 0 0 0,0 0 0 16,0 0-169-16,-23 41-795 0,31-26-1990 16</inkml:trace>
  <inkml:trace contextRef="#ctx0" brushRef="#br1" timeOffset="165255.64">26511 13287 6943 0,'0'0'1172'0,"0"0"-1095"15,0 0-77-15,0 0 0 0,-4 42 0 16,-3 1 0-16,3 11 0 15,-2 7 0-15,0-1 0 0,-2 4 0 16,1 0 0-16,-3 0 0 0,0-1 0 16,-3-6 0-16,1-6 0 0,2-11 0 15,-1-6 0-15,5-12 0 0,2-11-153 16,0-6-1884-16,2-8-1112 0</inkml:trace>
  <inkml:trace contextRef="#ctx0" brushRef="#br1" timeOffset="165395.39">26360 13798 6282 0,'0'0'917'15,"0"0"76"-15,23-37-993 0,-5 28 0 16,7-1 0-16,4 0 0 16,0-2 0-16,2 0 0 0,-2 0 0 0,4-1 0 15,-6 2 0-15,-6 4 0 16,-5 1-1710-16</inkml:trace>
  <inkml:trace contextRef="#ctx0" brushRef="#br1" timeOffset="165608.47">26662 13713 6426 0,'0'0'701'16,"0"0"283"-16,0 0-903 0,10 41-81 15,-6-8 0-15,-4 7 0 0,2 2 0 16,2-5 0-16,1-3 0 0,3-6 0 15,-2-5 0-15,-2-6 0 0,-2-6 0 16,-2-7-405-16,0-2-1240 16,-4-10-980-16</inkml:trace>
  <inkml:trace contextRef="#ctx0" brushRef="#br1" timeOffset="165746.2">26862 13475 3437 0,'0'0'4755'0,"0"0"-4755"0,0 0 0 16,0 0 0-16,0 0 0 0,0 0 0 16,0 0 0-16,0 0 0 0,-25 55 0 15,25-26-665-15,9-2-424 0,-5-5-2080 16</inkml:trace>
  <inkml:trace contextRef="#ctx0" brushRef="#br1" timeOffset="166230.54">26957 13776 3997 0,'0'0'1701'16,"11"-34"-861"-16,-11 16 245 0,0 6-653 16,-4 6-295-16,-7 4-137 0,-1 6 0 0,-5 12 0 15,-3 11 0-15,3 11 0 16,5 2 0-16,3 3 0 16,7-4 0-16,2-4 0 0,4-9 0 0,7-4 0 15,3-8 0-15,1-6 0 0,3-8 0 16,1-3 0-16,0-10 0 15,1-6-21-15,-3-4-3 0,-5-5-4 16,-2-2-60-16,-3-3 40 0,-5 0-40 16,2 1-64-16,0 6-68 0,-4 8-280 15,2 9 216-15,-2 4 120 0,0 5 119 16,0 0-3-16,0 6-88 16,0 5-288-16,4 5-212 0,0 7 0 15,-4-1-493-15,0 3 601 0,0-3 36 16,-2-1 384-16,-4-1 108 0,0-1 600 15,-2-2 945-15,3-4-525 16,1-4-84-16,0-5 593 0,4-4-1360 0,0 0-169 16,4-4 0-16,3-9 0 15,9-8 0-15,3-7 0 0,1-1 0 16,3 3 0-16,0 4 0 0,2 6 0 16,-1 5 0-16,1 9 0 0,0 4 0 15,-4 11 0-15,-3 6 0 0,1 10 0 16,-5 3 0-16,1 1 0 15,-5 1 0-15,1-3 0 0,1-5 0 16,4-5 0-16,-3-6-1181 0,3-7-4106 0</inkml:trace>
  <inkml:trace contextRef="#ctx0" brushRef="#br1" timeOffset="166757.14">28617 13934 6154 0,'0'0'817'0,"0"0"-269"0,8-36 125 16,-8 21-673-16,-2-2 0 0,-6 2 0 16,-4-2 0-16,-7 4 0 15,-2 3 0-15,1 4 0 0,1 6 0 16,3 3 0-16,3 8 0 0,1 4 0 15,4 4 0-15,3 1 0 0,3 5 0 16,2-3 0-16,2-2 0 0,9-1 0 16,3-6 0-16,5-5 0 15,6-4 0-15,2-6 0 0,4-6 0 16,0-5 0-16,-5-4 0 0,-1-2 0 16,-8 0 0-16,-5 3 0 0,-8-1 0 15,-4 3 0-15,-4 3 0 0,-8 3 0 16,-3-3 0-16,3 3 0 15,-5-2 0-15,7-2 0 0,2-3 0 16,6 1 0-16,4-4 0 0,8 1-1401 16,7-2 316-16,7 0 81 0,-5 3-829 15,4 0-140-15</inkml:trace>
  <inkml:trace contextRef="#ctx0" brushRef="#br1" timeOffset="167071.51">29072 13198 5154 0,'-17'-36'972'0,"-3"3"-535"0,-7-3-125 15,-2 9 120-15,-4 7-112 0,0 4-88 16,2 6 101-16,2 4-333 16,4 5 0-16,6 2 0 0,3 6 0 15,1 6 0-15,3 6 0 0,2 7 0 16,4 5 0-16,-1 7 0 15,5 7 0-15,2 5 0 0,4 3 0 16,5 4 0-16,-1 1 0 0,2-3 0 16,-1-1 0-16,-3-2 0 0,-2-3 0 15,-2 1 0-15,-2-3 0 0,0-2 0 16,-4-2 0-16,2-3 0 16,-2-4 0-16,-1-4 0 0,1-3 0 15,0-8 0-15,0-3-881 0,2-7-132 16,-2-6-1964-16</inkml:trace>
  <inkml:trace contextRef="#ctx0" brushRef="#br1" timeOffset="167195.2">28628 13832 6639 0,'0'0'748'0,"0"0"57"0,33-7-805 16,4 3 0-16,10-5 0 0,3-1 0 15,6 2 0-15,0 0 0 16,1 1 0-16,-1 3 0 0,-14 0-453 15,-7 0-2376-15</inkml:trace>
  <inkml:trace contextRef="#ctx0" brushRef="#br1" timeOffset="168030.65">22687 14428 2709 0,'0'0'3497'0,"0"-59"-2664"0,0 24-277 16,0 6-140-16,-7 0-235 0,1 3-181 16,-8 2 0-16,-5 3 0 0,-4 5 0 15,-3 5 0-15,-5 6 0 0,0 5 0 16,0 7 0-16,0 8 0 0,4 6 0 16,0 6 0-16,12 2 0 0,3 1 0 15,10 7 0-15,2 1 0 16,6 5 0-16,6 3 0 0,-1 2 0 15,9 3 0-15,-3-1 0 0,0 3 0 16,-3 0 0-16,-4-1 0 0,1 0 0 16,-7-2 0-16,-4-6 0 0,0-4 0 15,-4-4 0-15,-3-6 0 0,-3-6-789 16,0-8-59-16,-1-7-273 16,1-5-3157-16</inkml:trace>
  <inkml:trace contextRef="#ctx0" brushRef="#br1" timeOffset="168170.55">22377 14880 6098 0,'0'0'152'0,"0"0"841"0,0 0-561 15,47-11-4-15,-14 6-339 0,2 2-89 16,3-1 0-16,-3 1 0 0,2-1 0 16,0 1-413-16,0 0-828 15,-10 2-39-15,-2-1-245 0</inkml:trace>
  <inkml:trace contextRef="#ctx0" brushRef="#br1" timeOffset="168428.78">22809 14899 4398 0,'0'0'1712'15,"0"0"-1095"-15,0 0-33 0,0 0-128 16,0 0-332-16,0 0 80 0,-40-4-107 16,26 10-97-16,-1 8 0 15,-1 9 0-15,-1 3 0 0,3 2 0 16,6 0 0-16,-1-3 0 0,9-3 0 15,4-3 0-15,7-5 0 16,3-2 0-16,3-4 0 0,1-2 0 16,3-3 0-16,0-3 0 0,-1-7 0 15,-1-3 0-15,-2-3 0 0,-3-5 0 16,-6-2 0-16,3-1 0 0,-11-4 0 16,0-2 0-16,-2-1 0 15,-7 1 0-15,3 0-329 0,-4 0-751 16,-1 2-17-16,3 3-151 0,0 5-2094 0</inkml:trace>
  <inkml:trace contextRef="#ctx0" brushRef="#br1" timeOffset="168651.65">22970 15068 2168 0,'0'0'2017'0,"0"0"-1120"16,0 0 624-16,0 0-657 0,0 0-192 15,0 0-619-15,-33-35-53 0,29 7 0 16,4 1 0-16,6 1 0 16,4 1 0-16,3 0 0 0,3 3 0 15,7 2 0-15,0 1 0 0,1 0 0 16,5 1 0-16,0-2 0 0,-4 5-1834 16,2 0-1651-16</inkml:trace>
  <inkml:trace contextRef="#ctx0" brushRef="#br1" timeOffset="169300.25">23400 14847 2785 0,'0'0'416'0,"0"0"144"0,0 0-228 16,0 0-216-16,0 0-52 0,0 0-36 16,0 0 57-16,0 0 575 15,0 0-52-15,0 0-72 0,20-32 261 16,-22 26-193-16,-2 0-24 0,-8-3-559 15,-5 3-21-15,-3 4 0 0,-1 2 0 16,-2 8 0-16,5 8 0 0,-1 4 0 16,3 7 0-16,-3 5 0 0,9 0 0 15,1 4 0-15,9-2 0 0,4-2 0 16,7-1 0-16,3-6 0 16,7-6 0-16,2-6 0 0,1-6 0 15,1-7 0-15,-2-1 0 0,4-10 0 16,-9 2-1906-16,1-4-1123 0</inkml:trace>
  <inkml:trace contextRef="#ctx0" brushRef="#br1" timeOffset="169629.62">23600 15029 6627 0,'0'0'908'0,"0"0"-276"0,0 0-607 16,0 0-25-16,38-19 0 0,-20 3 0 15,3-5 0-15,-3 2 0 0,-5 2 0 16,-3-2 0-16,-2-2 0 0,-3 0 0 16,-5 2 0-16,-3-3 0 0,-5 2 0 15,-2 3 0-15,-5 5 0 0,-1 5 0 16,-1 3 0-16,1 4 0 16,-3 10 0-16,1 5 0 0,1 9 0 15,1 7 0-15,-1 4 0 0,9 3 0 16,4 3 0-16,8-2 0 0,10-3 0 15,9-2 0-15,4-5 0 0,6-4 0 16,4-7 0-16,2-5 0 16,5-6 0-16,-1-3 0 0,-10-3-17 15,-4-1-1984-15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08:52.14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14019 6349 3441 0,'0'0'2533'15,"0"0"-1208"-15,0 0-893 0,0 0-136 16,0 0-131-16,11 54-165 0,-7-21 0 15,2 5 0-15,-2 0 0 0,2 4 0 16,2 0 0-16,-1 0 0 16,-1-1 0-16,-2-7 0 0,-2-4 0 15,-2-7 0-15,0-8 0 0,0-8 0 16,0-4 0-16,0-3 0 16,0-4 0-16,4-11 0 0,2-12 0 15,-1-9 0-15,5-7 0 0,0-1 0 16,-4 3 0-16,5-1 0 0,-1 7 0 15,0 6 0-15,-3 10 0 0,-3 10 0 16,2 5 0-16,-6 4 0 0,8 3 0 16,-2 11 0-16,1 7 0 0,-3 8 0 15,2 1 0-15,0 1 0 0,-2-6 0 16,0 0 0-16,-1-6 0 16,5-5 0-16,-6-2 0 0,2-6 0 15,0 0 0-15,-2-5 0 0,2-1 0 16,3 0 0-16,7-10 0 0,3-12 0 15,-1-7 0-15,5-6 0 0,-5 0 0 16,-1 5 0-16,-5 3 0 0,0 7 0 16,-3 9 0-16,-3 4 0 15,-4 6 0-15,0 1 0 0,4 7 0 16,2 9 0-16,0 15 0 0,0 8 0 16,5 4 0-16,-1-3 0 15,5-5 0-15,7-5 0 0,3-5 0 16,10 0 0-16,5-6 0 0,-3-6 0 15,-6-4-1485-15,-4-4-2173 0</inkml:trace>
  <inkml:trace contextRef="#ctx0" brushRef="#br0" timeOffset="618.83">14790 6411 2168 0,'0'0'2490'0,"0"0"-1270"0,0 0-207 0,0 0 288 16,0 0-1301-16,27-33 0 0,-19 29 0 15,1 4 0-15,1 3 0 0,11 11 0 16,-1 7 0-16,7 6 0 0,2 5 0 16,0 0 0-16,2 1 0 0,4 3 0 15,-4 1 0-15,2-4 0 16,-6 1 0-16,-6-2 0 0,-5-4 0 16,-1-1 0-16,-5-4 0 0,-6-6 0 15,-2-5 0-15,-2-5 0 0,0-3 0 16,0-4-297-16,-2 0-1048 0,-6-6-463 0</inkml:trace>
  <inkml:trace contextRef="#ctx0" brushRef="#br0" timeOffset="1240.88">15193 6398 4510 0,'0'0'1996'0,"0"0"-1003"15,-20 58-300-15,1-27-693 0,-4 5 0 16,-8 4 0-16,0 0 0 0,0 0 0 16,-6 1 0-16,6-3 0 15,-2-1 0-15,2-3 0 0,4-7 0 16,6-7 0-16,7-6 0 0,8-8 0 15,6-6 0-15,6-6-573 0,2-10-2428 0</inkml:trace>
  <inkml:trace contextRef="#ctx0" brushRef="#br0" timeOffset="1692.54">14910 6010 5650 0,'0'0'1049'0,"0"0"-625"0,0 0 616 0,0 0-1011 0,0 0-29 16,17 46 0-16,-17-32 0 0,0-2 0 15,-4-4 0-15,1-2 0 0,-1 0 0 16,0-1 0-16,2-1 0 16,-6 2 0-16,6-3 0 0,-4-2 0 15,1-1 0-15,-1 0 0 0,2-4 0 16,4 0 0-16,0-3 0 0,0-1-69 16,6 2-1239-16,5-4-2962 0</inkml:trace>
  <inkml:trace contextRef="#ctx0" brushRef="#br0" timeOffset="2016.23">15216 6057 5122 0,'0'0'1196'16,"0"0"53"-16,0 0-645 0,0 0-583 15,0 0-21-15,0 0 0 0,-41 32 0 16,28-25 0-16,-1-3 0 0,1-1 0 16,5-2 0-16,6-1 0 15,-2 0 0-15,4-2 0 0,0-3 0 16,0-1 0-16,6-4 0 0,9-3 0 16,1-2 0-16,1 2 0 15,-3 2 0-15,1 3 0 0,-5 5 0 16,-2 1 0-16,-4 1 0 0,3 1 0 15,-3 0 0-15,2 3 0 0,2 2 0 16,-6-2-1317-16,9 1-1409 0</inkml:trace>
  <inkml:trace contextRef="#ctx0" brushRef="#br0" timeOffset="2423.51">15594 6663 3613 0,'0'0'3290'0,"0"0"-2758"0,0 0 132 0,54-25-571 16,-29 19-93-16,2 2 0 15,4 1 0-15,0 2 0 0,2-2 0 16,2 0 0-16,2 0 0 0,-2 1 0 15,-6-1 0-15,0 3 0 0,-6-1 0 16,-6 1 0-16,-3-3 0 16,-2 0 0-16,-7 0-1245 0,-1-1-688 15,-4-2-965-15</inkml:trace>
  <inkml:trace contextRef="#ctx0" brushRef="#br0" timeOffset="2624.56">15873 6482 7067 0,'0'0'1125'15,"0"0"-1125"-15,-20 40 0 0,11-16 0 16,-1 4 0-16,2 0 0 16,2-1 0-16,6 4 0 0,0 0 0 15,6 0 0-15,2 0 0 0,2-2 0 16,-1 1 0-16,-1-4 0 0,-2-9-801 15,-2-2-4410-15</inkml:trace>
  <inkml:trace contextRef="#ctx0" brushRef="#br0" timeOffset="3214.46">16835 6159 4057 0,'0'0'1045'0,"0"0"-193"0,0 0 325 16,0 0-501-16,0 0-291 0,-2-35-385 15,-3 28 0-15,1 1 0 0,-6 1 0 16,-9 5 0-16,-5 3 0 16,-3 14 0-16,-8 9 0 0,-3 9 0 15,-3 11 0-15,2 9 0 0,-3 7 0 16,7 5 0-16,8 2 0 15,13-1 0-15,14-8 0 0,8-4 0 0,15-7 0 16,8-5 0-16,6-6 0 16,4-7 0-16,3-9 0 0,-5-4 0 15,-6-6 0-15,-2-5 0 0,-4-2 0 16,0-5 0-16,-8-1 0 16,-3-9 0-16,-3-3 0 0,-3-6-1037 15,0 4-1028-15,-2-8-1573 0</inkml:trace>
  <inkml:trace contextRef="#ctx0" brushRef="#br0" timeOffset="3611.15">17186 6532 6270 0,'0'0'1349'0,"0"0"-776"16,0 0-573-16,0 0 0 0,0 0 0 16,0 0 0-16,21 38 0 0,-5-12 0 15,3 6 0-15,-1 0 0 0,7 0 0 16,2 1 0-16,0-2 0 0,4-5 0 16,4-2 0-16,-2-9 0 15,-6 0 0-15,-2-6 0 0,-4-4 0 16,-11-3 0-16,-4-2 0 0,0-5 0 15,-6 0-1473-15,0-10-1189 0</inkml:trace>
  <inkml:trace contextRef="#ctx0" brushRef="#br0" timeOffset="3829.23">17473 6529 6290 0,'0'0'925'0,"-39"16"-549"0,16-4 225 16,-1 3-601-16,1 5 0 0,-8 6 0 16,0 6 0-16,0 3 0 0,-2 2 0 15,2 0 0-15,0-2 0 0,10-7 0 16,9-5 0-16,3-8 0 16,13-10 0-16,13-5 0 0,10-13-317 15,-2-1-2260-15,2-11-156 0</inkml:trace>
  <inkml:trace contextRef="#ctx0" brushRef="#br0" timeOffset="4145.57">17312 6235 7099 0,'0'0'1093'0,"0"0"-1093"0,0 0 0 16,0 0 0-16,0 0 0 15,0 0 0-15,0 0 0 0,0 0 0 16,0 0 0-16,-10 22 0 0,10-15 0 15,4 1 0-15,2-2 0 0,4-2 0 16,7-4-2750-16</inkml:trace>
  <inkml:trace contextRef="#ctx0" brushRef="#br0" timeOffset="4533.7">17899 6632 2669 0,'0'0'5382'16,"0"0"-5241"-16,0 0-141 0,0 0 0 15,0 0 0-15,48 8 0 0,-15-4 0 16,8-1 0-16,-4 1 0 0,1-1 0 15,1 2 0-15,-4-1 0 0,-4 0 0 16,-2 0 0-16,-6-3 0 0,-3-1 0 16,-5 0 0-16,-7 0 0 0,-6 0-165 15,-2-1-1524-15,-4-5-740 0</inkml:trace>
  <inkml:trace contextRef="#ctx0" brushRef="#br0" timeOffset="4747.22">18065 6522 7307 0,'0'0'885'0,"0"0"-885"0,-23 39 0 16,17-18 0-16,1 2 0 0,5-1 0 16,0 1 0-16,7 1 0 15,3 2 0-15,0 1 0 0,1 0 0 16,5 0 0-16,-1-2 0 0,-3-9-1489 15,-4-2-2317-15</inkml:trace>
  <inkml:trace contextRef="#ctx0" brushRef="#br0" timeOffset="5251.91">18745 6070 5866 0,'0'0'981'0,"0"0"-457"0,0 0 297 0,2 41-821 15,-2-6 0-15,-4 7 0 0,-3 8 0 16,3 1 0-16,2 3 0 0,-2 6 0 16,4 3 0-16,0 1 0 15,0 1 0-15,0-3 0 0,0-7 0 16,0-4 0-16,0-8 0 0,0-9 0 15,6-8 0-15,-4-8-49 0,0-7-1892 16,-2-8-252-16,5-3-1400 0</inkml:trace>
  <inkml:trace contextRef="#ctx0" brushRef="#br0" timeOffset="5666.74">18724 6602 5654 0,'0'0'961'0,"0"0"-5"0,12-41-460 16,9 26-371-16,0 0-125 0,6 1 0 16,2 3 0-16,-3 0 0 15,-3 3 0-15,2 3 0 0,-9 3 0 16,-3 0 0-16,-5 2 0 0,-4 0 0 15,-2 0 0-15,2 3 0 0,-1 4 0 16,-1 3 0-16,-2 7 0 0,-9 4 0 16,-1 4 0-16,-7-1 0 0,-3 0 0 15,-3-4 0-15,0 1 0 16,-1-3 0-16,3-1 0 0,2-3 0 16,3-1 0-16,5-3 0 0,7-3 0 15,-2-1 0-15,6 2 0 0,0 3 0 16,10 4 0-16,7 2 0 0,12-2 0 15,4-4 0-15,4-4 0 0,7-4 0 16,-9 0 0-16,2-2 0 16,-2-1 0-16,-8-3 0 0,-11-4-193 15,-1 1-1404-15</inkml:trace>
  <inkml:trace contextRef="#ctx0" brushRef="#br0" timeOffset="6554.64">19268 6834 5614 0,'0'0'1213'16,"-38"9"-177"-16,20-2-707 0,-5-2-329 15,0 1 0-15,3-2 0 0,3 1 0 16,3-4 0-16,7-1 0 0,1 0 0 15,2 0 0-15,2 0 0 0,0 0 0 16,0 0 0-16,2 0 0 16,10 0 0-16,3 7 0 0,5 4 0 15,1 1 0-15,-1 2 0 0,-1-1 0 16,0 3 0-16,-3 0 0 16,3-1 0-16,-5 2 0 0,-4-4 0 15,-2 0 0-15,-6 0 0 0,-6-1 0 16,-4 1 0-16,-11-2 0 0,1-2 0 15,-1-1 0-15,0-4 0 0,1-3 0 16,1-1 0-16,4-1 0 0,5-5 0 16,0 2 0-16,4-5-473 0,1 3-2036 15,5-8-553-15</inkml:trace>
  <inkml:trace contextRef="#ctx0" brushRef="#br0" timeOffset="6880.17">19497 6437 6635 0,'0'0'1557'0,"0"0"-1557"0,0 0 0 0,0 0 0 16,0 0 0-16,25 37 0 0,-4-16 0 15,3 3 0-15,1-1 0 16,8-1 0-16,0 2 0 0,2-2 0 16,-1-1 0-16,-6-2 0 0,-1-2 0 15,-8-1 0-15,-3-2 0 0,-5-1 0 16,-5-4 0-16,0 2 0 0,-6-4 0 15,-6-1-565-15,2-3-1368 0,-4-3-908 16</inkml:trace>
  <inkml:trace contextRef="#ctx0" brushRef="#br0" timeOffset="7812.55">19530 6813 2817 0,'0'0'820'16,"0"0"-256"-16,0 0 49 0,0 0 599 15,0 0-395-15,0 0-53 0,0 0-179 16,0 0-585-16,0 0 0 0,19-35 0 15,-1 12 0-15,7-8 0 0,2-5 0 16,2 1 0-16,0-5 0 0,0-1 0 16,0 0 0-16,6 0 0 0,-2 1 0 15,-2 2 0-15,2 2 0 16,-12 10-1834-16,-7 3-1647 0</inkml:trace>
  <inkml:trace contextRef="#ctx0" brushRef="#br0" timeOffset="8606.32">20316 6463 4806 0,'0'0'856'0,"0"0"-100"0,0 0 433 16,0 0-749-16,0 0-295 0,0 0-145 16,0 0 0-16,55-34 0 0,-9 26 0 15,1 1 0-15,-1 1 0 16,-3 2 0-16,-5 1 0 0,-5 1 0 16,-11 0 0-16,-1 1 0 0,-9-1 0 15,1 0 0-15,-5 1 0 0,-2-2-1205 16,-6-3-3217-16</inkml:trace>
  <inkml:trace contextRef="#ctx0" brushRef="#br0" timeOffset="8807.24">20264 6636 5838 0,'0'0'893'0,"0"0"363"15,35 24-1051-15,-6-17-205 0,2-2 0 16,6-4 0-16,-2-1 0 0,3-2 0 16,1-4 0-16,4 1 0 0,3-2 0 15,1 0 0-15,-12 1-213 16,3-1-3084-16</inkml:trace>
  <inkml:trace contextRef="#ctx0" brushRef="#br0" timeOffset="9191.25">21521 6132 6122 0,'0'0'509'15,"0"0"799"-15,0 0-1055 0,0 0-253 16,0 0 0-16,-11 47 0 0,3-8 0 15,-2 10 0-15,0 3 0 0,1-1 0 16,-1 3 0-16,4 1 0 16,2 0 0-16,2-3 0 0,2-4 0 15,0-9 0-15,2-6 0 0,4-8 0 16,2-7 0-16,-2-11 0 16,5-7-329-16,-5-3-1268 0,-2-12-3137 0</inkml:trace>
  <inkml:trace contextRef="#ctx0" brushRef="#br0" timeOffset="9376.64">21494 6203 7095 0,'0'0'244'0,"0"0"344"0,47-24-323 16,-26 14-265-16,4 2 0 16,-2-1 0-16,1 0 0 0,3 0 0 15,6-2 0-15,5 1 0 0,-1 2 0 16,4 3 0-16,-6 4 0 0,-4 1 0 15,-8 3 0-15,-13-1-1826 0,-1 3-1087 16</inkml:trace>
  <inkml:trace contextRef="#ctx0" brushRef="#br0" timeOffset="9551.35">21492 6470 904 0,'0'0'6555'0,"0"0"-5867"0,35 12-643 16,0-9-45-16,11-3 0 0,1-1 0 16,5-3 0-16,4 0 0 0,2 2 0 15,4-3 0-15,2 0 0 0,2-2 0 16,-17 0-697-16,-1-1-1144 0</inkml:trace>
  <inkml:trace contextRef="#ctx0" brushRef="#br0" timeOffset="9985.66">22509 5838 6166 0,'0'0'565'0,"0"0"335"16,12-36-360-16,-12 35-519 16,0 1-21-16,-8 10 0 0,-13 13 0 15,-1 13 0-15,-5 11 0 0,-4 6 0 16,4 3 0-16,-2 6 0 0,2 4 0 15,-4 8 0-15,4 3 0 0,2 6 0 16,3 0 0-16,7-4 0 16,7-6 0-16,8-9 0 0,12-7 0 15,11-8 0-15,12-11 0 0,9-8 0 16,7-7 0-16,7-8 0 16,0-7 0-16,0-6 0 0,0-8 0 15,-9-11 0-15,-9-8 0 0,-18 2-2402 16,-3-6-1292-16</inkml:trace>
  <inkml:trace contextRef="#ctx0" brushRef="#br0" timeOffset="10240.92">22813 6166 7579 0,'0'0'613'0,"0"0"-613"16,-42 11 0-16,22 3 0 0,-1 8 0 15,7 8 0-15,5 4 0 0,3 5 0 16,6 2 0-16,8 2 0 0,3 1 0 16,3 0 0-16,5-1 0 15,-1-4 0-15,1-6 0 0,0-4 0 16,-1-7 0-16,-1-4 0 16,-1-6 0-16,3-4 0 0,4-5 0 15,1-3 0-15,3-3 0 0,2-7 0 16,-4-2 0-16,0-3 0 0,-7-3 0 15,-3-2 0-15,-5 5-973 0,-8-4-3533 0</inkml:trace>
  <inkml:trace contextRef="#ctx0" brushRef="#br0" timeOffset="10435.93">22492 6507 7375 0,'0'0'548'0,"0"0"-372"0,0 0-83 15,48 10-93-15,-5-10 0 0,7-4 0 16,8-8 0-16,2-2 0 0,6-2 0 16,6 0 0-16,-1-1 0 15,-5 1 0-15,-6 0 0 0,-13-1 0 16,-14 6-393-16,-12-4-3325 0</inkml:trace>
  <inkml:trace contextRef="#ctx0" brushRef="#br0" timeOffset="10715.03">23228 5853 2613 0,'0'0'4302'15,"0"0"-3310"-15,0 0-707 0,0 0-285 16,31 40 0-16,-2-5 0 0,4 11 0 15,2 8 0-15,-6 3 0 0,6 7 0 16,-1 9 0-16,-6 7 0 16,-3 9 0-16,-10 1 0 0,-15-1 0 15,-21-5 0-15,-12-7 0 0,-10-6 0 16,-7-9 0-16,-4-6 0 16,1-8 0-16,-1-11 0 0,17-11-193 15,-1-14-3024-15</inkml:trace>
  <inkml:trace contextRef="#ctx0" brushRef="#br0" timeOffset="16874.09">24169 6410 4289 0,'0'0'2378'0,"0"0"-1270"15,0 0-691-15,0 0-417 16,0 0 0-16,0 0 0 0,0 0 0 16,0 0 0-16,0 0 0 0,70-8 0 15,-22 8 0-15,-3 0 0 0,1 0 0 16,-5 0 0-16,-4 0 0 0,-6 0 0 15,-8 2 0-15,-9 2-709 0,-7-1-1240 16</inkml:trace>
  <inkml:trace contextRef="#ctx0" brushRef="#br0" timeOffset="17074.21">24247 6605 5930 0,'0'0'957'0,"0"0"-465"0,0 0 321 16,35 3-813-16,-4-2 0 0,9-1 0 15,1 1 0-15,3 2 0 0,5-1 0 16,9 1 0-16,6-1 0 16,2-2 0-16,7-3 0 0,-18-2-1413 15,1-6-3438-15</inkml:trace>
  <inkml:trace contextRef="#ctx0" brushRef="#br0" timeOffset="18041.62">27369 4642 3813 0,'0'0'2361'0,"-25"-40"-2033"0,2 23-23 15,-12 7 431-15,-8 5-552 0,-11 5 20 16,-10 8-32-16,-7 8-160 0,-5 5 52 16,-5 8-51-16,-3 5-13 0,-5 9 0 15,0 9 0-15,-2 6 0 16,-2 6 0-16,0 7 0 0,6 5 0 16,4 4 0-16,15 4 0 0,14 2 0 15,17 3 0-15,21-1 0 16,16 0 0-16,18-3 0 0,17 2 0 15,15-1 0-15,12-2 0 0,6-2 0 16,9 0 0-16,-7-2 0 0,-4 1 0 16,-8 1 0-16,-10 1 0 0,-9 2 0 15,-6 0 0-15,-8-2 0 0,-17 0 0 16,-8-1 0-16,-17 3 0 16,-16 0 0-16,-12 1 0 0,-15-2 0 15,-12 1 0-15,-3-4 0 0,-1-1 0 16,5-3 0-16,9-1 0 0,15-4 0 15,16-4 0-15,12-4 0 16,19-4 0-16,15-3 0 0,14 2 0 16,14 4 0-16,5 1 0 0,5 7 0 15,-1 2 0-15,-11 5 0 16,-8 2 0-16,-14 7 0 0,-15 4 0 16,-10 7 0-16,-15 9 0 0,-6-1 0 15,-4 2 0-15,-2-3 0 0,0-2 0 16,4-1 0-16,7-7 0 0,9-10 0 15,13-8 0-15,11-9 0 0,22-11 0 16,12-6 0-16,17-12-41 16,17-11-803-16,12-10 244 0,-17-8-65 15,5-10-1416-15</inkml:trace>
  <inkml:trace contextRef="#ctx0" brushRef="#br0" timeOffset="19312.71">27699 5572 2481 0,'0'0'2513'0,"0"0"-1701"0,0 0 265 15,0 0-685-15,0 0 108 0,46 26-83 16,-3-26-417-16,15-5 0 0,4-1 0 16,-2-2 0-16,2 2 0 0,-4 3 0 15,-2-2 0-15,-4 1 0 0,-17 3-965 16,-6-1-1500-16</inkml:trace>
  <inkml:trace contextRef="#ctx0" brushRef="#br0" timeOffset="19839.27">28351 6260 2613 0,'0'0'4158'16,"41"-63"-3570"-16,-10 14 104 0,-2-7-551 16,6-6-141-16,-4-7 0 0,-2-2 0 15,0-5 0-15,-2-2 0 0,-5 1 0 16,3 2 0-16,-2 4 0 0,2 8 0 16,-4 12 0-16,-5 13 0 15,-6 16 0-15,-5 11 0 0,-3 7 0 16,-4 8 0-16,-7 10 0 0,-5 18 0 15,-5 13 0-15,-6 10 0 0,3 4 0 16,1-1 0-16,4 2 0 16,5-5 0-16,8-8 0 0,8-10 0 15,10-10 0-15,13-12 0 0,8-10 0 16,5-7 0-16,7-13 0 0,3-9 0 16,0-6 0-16,-1-4 0 0,-5 0 0 15,-9-2 0-15,-8 4 0 16,-9 6 0-16,-7 7 0 0,-5 8 0 15,-4 5 0-15,-2 5 0 0,0 1 0 16,-4 3 0-16,-3 10 0 0,-1 13 0 16,-4 6 0-16,-1 6 0 0,7-3 0 15,2-4 0-15,4-6 0 0,10-2 0 16,7-2 0-16,4-5 0 16,5 0 0-16,5-3-193 0,-8-6-1135 15,0-2-2834-15</inkml:trace>
  <inkml:trace contextRef="#ctx0" brushRef="#br0" timeOffset="20456.96">29409 5526 5622 0,'0'0'560'0,"0"0"661"0,4 46-485 16,-4-26-683-16,-2 3-53 0,0-3 0 15,0 0 0-15,-2-1 0 0,2-5 0 16,0-2 0-16,2-3 0 0,0-5 0 16,-2-2 0-16,2-1 0 0,0-1 0 15,2-3 0-15,2-8 0 16,10-11 0-16,3-5 0 0,5-5 0 15,3-3 0-15,0 6 0 0,0 2 0 16,-4 6 0-16,-5 4 0 0,-4 8 0 16,-5 3 0-16,-3 6 0 0,-2 3 0 15,0 9 0-15,-2 10 0 0,0 6 0 16,-4 3 0-16,0-1 0 16,4-9 0-16,2 0 0 0,6-5 0 15,2-4 0-15,3-5 0 0,1-6 0 16,3-1 0-16,1-8 0 0,1-6 0 15,2-3 0-15,-5-1 0 0,-1 3 0 16,-7 4 0-16,-2 4 0 16,-4 6 0-16,-2 1 0 0,0 2 0 15,0 10 0-15,-2 7 0 0,2 7 0 16,0 0 0-16,6 1 0 0,3-7 0 16,1-4 0-16,6-1 0 0,3-7 0 15,-4-2-1097-15,-1-5-2621 0</inkml:trace>
  <inkml:trace contextRef="#ctx0" brushRef="#br0" timeOffset="20911.47">30134 5629 5822 0,'0'0'1473'0,"-4"-48"-1021"0,-4 27-7 15,-4 8-445-15,-3 5 0 0,-5 5 0 16,-5 3 0-16,-2 10 0 0,-4 4 0 15,4 4 0-15,4 2 0 0,3 1 0 16,9 1 0-16,3-2 0 16,6 0 0-16,2-5 0 0,6-2 0 15,7-6 0-15,3-5 0 0,5-2 0 16,-1-5 0-16,3-8 0 0,4-1 0 16,-4-3 0-16,-1 1 0 0,-1-1 0 15,-6 8 0-15,-5 3 0 16,-4 4 0-16,-2 4 0 0,2 11 0 15,3 13 0-15,-1 14 0 0,2 9 0 16,1 5 0-16,-3 2 0 0,0 1 0 16,-2 0 0-16,-1 0 0 0,-8-2 0 15,-9-1 0-15,-7 0 0 16,-3-2 0-16,-9-1 0 0,-4-1 0 16,-5-4 0-16,1-6 0 0,2-9 0 15,0-10 0-15,6-12 0 0,2-9 0 16,8-12 0-16,9-12 0 0,7-11 0 15,12-9 0-15,9-7 0 0,13-1 0 16,8 5 0-16,3 7 0 16,1 8 0-16,-4 9-893 0,-12 7-868 15,-4 5-1576-15</inkml:trace>
  <inkml:trace contextRef="#ctx0" brushRef="#br0" timeOffset="21365.04">27697 7261 6575 0,'0'0'1256'0,"0"0"-895"0,0 0-361 0,0 0 0 16,0 0 0-16,58-3 0 16,-8-6 0-16,4-1 0 0,-3 0 0 15,-11 4 0-15,-3 3 0 0,-8 0 0 16,-5 1 0-16,-7 1-921 0,-3-2-948 0</inkml:trace>
  <inkml:trace contextRef="#ctx0" brushRef="#br0" timeOffset="21551.39">27960 6998 6546 0,'0'0'745'0,"0"0"-217"16,-13 49-155-16,3-10-373 0,-2 6 0 15,-1-3 0-15,-1 2 0 0,4-1 0 16,3 0 0-16,5-3 0 0,4-1 0 16,9-6 0-16,3-5 0 0,1-9-2118 15,-1-8-1780-15</inkml:trace>
  <inkml:trace contextRef="#ctx0" brushRef="#br0" timeOffset="21984.95">28212 8001 6278 0,'0'0'729'0,"12"-37"-405"0,7 1 537 16,2-8-861-16,1-9 0 0,3-7 0 15,-4-6 0-15,-5-8 0 0,3-3 0 16,0-2 0-16,1 4 0 0,3 7 0 15,-4 10 0-15,-1 11 0 0,-5 9 0 16,-1 12 0-16,-6 12 0 0,-4 9 0 16,-2 5 0-16,-2 7 0 0,-10 13 0 15,-5 14 0-15,-1 10 0 0,-1 6 0 16,7 0 0-16,4-4 0 16,8-2 0-16,6-5 0 0,8-9 0 15,9-11 0-15,4-10 0 0,8-9 0 16,-2-10 0-16,2-12 0 0,0-6 0 15,-4-8 0-15,-4 0 0 16,-4-1 0-16,-4 1 0 0,-5 4 0 16,-4 7 0-16,-3 9 0 0,-3 8 0 15,-4 8 0-15,0 4 0 0,-2 10 0 16,-5 11 0-16,3 7 0 16,-2 4 0-16,2-2 0 0,2-8 0 15,2-1 0-15,6-5 0 0,-2-5-1121 16,2-7-1240-16</inkml:trace>
  <inkml:trace contextRef="#ctx0" brushRef="#br0" timeOffset="22529.62">29055 7239 2469 0,'0'0'2233'0,"0"0"-1297"0,0 0 229 0,0 0-377 16,5 58-328-16,-5-14-319 16,0 4-141-16,0-4 0 0,0-8 0 15,4-8 0-15,0-8 0 0,4-7 0 16,2-6 0-16,1-7 0 0,-1-7 0 15,5-8 0-15,-1-11 0 0,1-6 0 16,1-5 0-16,3-2 0 0,-1 0 0 16,-1-2 0-16,-1 7 0 0,1 4 0 15,-7 11 0-15,-4 10 0 0,-4 5 0 16,-2 6 0-16,0 9 0 16,-4 13 0-16,-2 8 0 0,0 7 0 15,-2 0 0-15,4-4 0 0,1-5 0 16,6-7 0-16,5-4 0 0,4-8 0 15,3-9 0-15,3-3 0 16,1-10 0-16,2-6 0 0,-1-6 0 16,1-2 0-16,-5-1 0 0,1 1 0 15,-5 5 0-15,-1 0 0 0,-5 7 0 16,-2 3 0-16,-2 6 0 16,-2 2 0-16,0 4 0 0,0 7 0 15,0 8 0-15,2 4 0 0,-2 4 0 16,0 1 0-16,2-1 0 0,-2-1 0 15,2-3 0-15,2-2 0 0,5-5 0 16,1-2 0-16,5-3-649 0,-5-4-1648 16,2-2-520-16</inkml:trace>
  <inkml:trace contextRef="#ctx0" brushRef="#br0" timeOffset="23054.13">29808 7292 1524 0,'0'0'160'0,"0"0"1121"0,0 0-497 15,0 0-372-15,0 0 137 0,0 0 139 16,0 0-216-16,0 0 16 0,0 0 281 15,-8-38-209-15,1 31-96 0,-5 0-423 16,-9 3-41-16,-1 3 0 0,-7 7 0 16,0 11 0-16,0 4 0 0,4 7 0 15,2 3 0-15,7-1 0 16,9-3 0-16,7-2 0 0,11-7 0 16,7-7 0-16,7-4 0 0,4-7 0 15,2-5 0-15,0-7 0 0,-2-5 0 16,-4-2 0-16,-4-1 0 0,-5 0 0 15,-6 2 0-15,-1 4 0 16,-3 5 0-16,-4 4 0 0,-2 4 0 16,2 2 0-16,0 13 0 0,2 18 0 15,-2 8 0-15,7 10 0 0,-1 6 0 16,4-3 0-16,1 5 0 16,-1 4 0-16,1 1 0 0,-11-2 0 15,-4 1 0-15,-15 0 0 0,-10-2 0 16,-8 1 0-16,-8-8 0 0,-7-3 0 15,0-10 0-15,1-10 0 0,1-16 0 16,3-13 0-16,10-8 0 0,6-19 0 16,10-8 0-16,9-8-621 0,10 0-1332 15,4 7 528-15,4 10-131 0,9 12-801 16</inkml:trace>
  <inkml:trace contextRef="#ctx0" brushRef="#br0" timeOffset="23891.44">28993 8809 2833 0,'0'0'3329'16,"-31"-45"-2452"-16,11 29-97 0,-1 8-407 15,-6 8-373-15,-6 14 0 0,-6 12 0 16,-5 15 0-16,-5 10 0 0,3 10 0 15,5 7 0-15,10 7 0 0,10 2 0 16,15 3 0-16,14 1 0 0,15-6 0 16,14-10 0-16,13-12 0 15,8-18 0-15,2-16 0 0,4-16 0 16,-4-12 0-16,-8-15 0 0,-9-10 0 16,-14-12 0-16,-8-7 0 0,-11-5 0 15,-10-1 0-15,-4 3 0 16,-11 3 0-16,-1 3 0 0,-1 4 0 15,3 2 0-15,3 0 0 0,5 11-785 16,2-3-1452-16</inkml:trace>
  <inkml:trace contextRef="#ctx0" brushRef="#br0" timeOffset="24522.97">30819 5968 2361 0,'0'0'4670'0,"0"0"-3906"16,0 0-367-16,35 66-397 15,-19-23 0-15,-5 8 0 0,-9 1 0 16,-2-3 0-16,-6 1 0 0,-9-1 0 15,-6-1 0-15,-5-3 0 0,-1-3 0 16,0-5 0-16,4-6 0 0,4-11 0 16,1-12 0-16,8-8-881 0,-1-8-5350 0</inkml:trace>
  <inkml:trace contextRef="#ctx0" brushRef="#br0" timeOffset="29128.9">32379 5520 1940 0,'0'0'2185'0,"0"0"-1524"0,2-41 179 15,-12 33 84-15,2 5 121 0,0 1-529 16,-1 2-435-16,7 0-81 0,-2 4 0 16,0 6 0-16,4 10 0 0,6 7 0 15,9 5 0-15,3 1 0 16,7 1 0-16,2-2 0 0,2-2 0 15,2-2 0-15,-2-6 0 0,-4-3 0 16,-1-5 0-16,-7-3 0 0,-5-4 0 16,-5-1 0-16,-5-4 0 0,-2 1 0 15,0 1 0-15,-9 1 0 0,-5 5-253 16,-5 1 17-16,-3 1-88 16,-5 2-148-16,2 0 448 0,-6 3 24 15,0 0 240-15,2-1 96 0,2-2-12 16,4-4 85-16,7-1-409 0,1-3 0 15,7-2 0-15,2-3-269 0,4-1-223 16,2-1-1353-16,6-8-1360 0</inkml:trace>
  <inkml:trace contextRef="#ctx0" brushRef="#br0" timeOffset="29489.76">32987 5557 6054 0,'0'0'589'0,"0"0"499"16,0 0-627-16,0 0-461 0,0 0 0 16,0 0 0-16,-62 0 0 15,21 27 0-15,-7 11 0 0,5 8 0 16,6 5 0-16,1 11 0 0,10 4 0 15,5 8 0-15,9-1 0 0,9-3 0 16,16-6 0-16,12-9 0 16,14-7 0-16,8-12 0 0,3-9 0 15,2-13 0-15,2-14 0 0,-5-10 0 16,-1-14 0-16,-9-12 0 0,-12-3 0 16,-7-8 0-16,-11-2 0 15,-7-2 0-15,-10-2 0 0,-13 3 0 16,-6 6 0-16,-8 11 0 0,6 14-1381 15,-6 7-1413-15</inkml:trace>
  <inkml:trace contextRef="#ctx0" brushRef="#br0" timeOffset="30764.09">32396 7389 4341 0,'0'0'985'0,"0"0"-225"15,0 0 629-15,0 0-829 0,0 0-403 16,0 0-157-16,0 0 0 0,-6 36 0 15,-29-8 0-15,-7 4 0 16,-3 0 0-16,3-3 0 0,1-1 0 16,2 1 0-16,4-3 0 0,4-1 0 15,6-4 0-15,6-1 0 0,7-5 0 16,6-1 0-16,6-3 0 16,4 1 0-16,8 1 0 0,7-1 0 15,8 1 0-15,6 1 0 0,8-1 0 16,2 0 0-16,7-1 0 0,0-3 0 15,1-6 0-15,1-2 0 0,-6-4-437 16,-11-3-1836-16,-8-7-1669 0</inkml:trace>
  <inkml:trace contextRef="#ctx0" brushRef="#br0" timeOffset="31101.61">32921 7361 2044 0,'0'0'3266'15,"-8"-34"-2326"-15,-5 24 645 0,-7 9-1228 16,-5 5-357-16,-8 13 0 16,-9 7 0-16,-3 6 0 0,-7 7 0 15,1 6 0-15,5 6 0 0,7 4 0 16,8 5 0-16,10 5 0 0,15-5 0 15,12-7 0-15,19-9 0 0,20-10 0 16,13-8 0-16,13-9 0 0,7-13 0 16,-1-7 0-16,1-11 0 0,-10-9 0 15,-8-4 0-15,-10-3 0 16,-19-1 0-16,-8 1 0 0,-17-1 0 16,-10 1 0-16,-15 5 0 0,-14 5 0 15,-17 10 0-15,9 6-1169 0,-8 5-1436 0</inkml:trace>
  <inkml:trace contextRef="#ctx0" brushRef="#br0" timeOffset="31802.99">30236 9676 6691 0,'0'0'684'0,"31"51"-8"0,-17-14-535 15,-5 2-141-15,-7 2 0 0,-4 4 0 16,-11 1 0-16,-10 1 0 16,-3-5 0-16,-10 0 0 0,-5-4 0 15,-4-9 0-15,-1-5 0 0,1-12 0 16,12-7-877-16,-1-13-2593 0</inkml:trace>
  <inkml:trace contextRef="#ctx0" brushRef="#br0" timeOffset="32248.64">30631 7669 3517 0,'0'0'3670'0,"35"9"-2665"0,-13 8-1005 16,5 6 0-16,-2 5 0 16,-4 4 0-16,-9 4 0 0,-6 3 0 15,-8 1 0-15,-8 1 0 0,-7 0 0 16,-3-3 0-16,-3-4 0 0,-2-9 0 15,11-6 0-15,3-13-1589 0</inkml:trace>
  <inkml:trace contextRef="#ctx0" brushRef="#br0" timeOffset="33486.37">31867 9300 7967 0,'0'0'225'0,"0"0"-225"0,62 0 0 16,-25-3 0-16,-2-1 0 0,-2 0 0 15,-2 2 0-15,-2-1 0 0,-4 1 0 16,-6 2 0-16,-9 0 0 0,-6 0-537 15,0 0-1080-15,-6 3-824 0</inkml:trace>
  <inkml:trace contextRef="#ctx0" brushRef="#br0" timeOffset="33710.68">31832 9486 6907 0,'0'0'1285'0,"0"0"-1285"16,0 0 0-16,0 0 0 16,55 13 0-16,-26-8 0 0,4-3 0 15,5 0 0-15,-1 0 0 0,10-2 0 16,5 0 0-16,2-3 0 0,6-2-1253 16,-19 2-912-16,5-3-1253 0</inkml:trace>
  <inkml:trace contextRef="#ctx0" brushRef="#br0" timeOffset="34081.94">32888 9083 6518 0,'0'0'1025'16,"0"0"-376"-16,-33-21-649 0,6 26 0 15,-8 11 0-15,-4 11 0 0,-11 10 0 16,-2 10 0-16,1 8 0 0,5 10 0 16,11 4 0-16,6 2 0 0,12-1 0 15,11-4 0-15,8-6 0 0,19-9 0 16,10-7 0-16,12-10 0 0,11-10 0 15,8-9 0-15,2-14 0 0,0-7 0 16,-4-14 0-16,2-8 0 16,-6-8 0-16,-4-3 0 0,-9-1 0 15,-16-3 0-15,-15-2 0 0,-12-1 0 16,-16-2 0-16,-15 2 0 0,-10 2 0 16,-11 3 0-16,9 11-1161 0,-7 2-1773 0</inkml:trace>
  <inkml:trace contextRef="#ctx0" brushRef="#br1" timeOffset="95304.97">13314 12751 5354 0,'0'0'908'0,"0"0"-119"0,0 0 235 16,0 0-907-16,0 0-117 0,0 0 0 16,11 57 0-16,-7-22 0 0,-2 8 0 15,-2 1 0-15,4 8 0 0,-4 5 0 16,4 2 0-16,-4 3 0 0,2-1 0 15,-2-2 0-15,4-3 0 16,3-9 0-16,1-7 0 0,-2-9 0 16,4-9 0-16,3-10 0 0,-3-7 0 15,5-8 0-15,1-10 0 16,1-10 0-16,-3-9 0 0,-4-6 0 16,1-3 0-16,-1 1 0 0,-6 5 0 15,-4 5 0-15,2 9 0 0,-2 10 0 16,0 6 0-16,0 5 0 0,0 6 0 15,0 13 0-15,0 12 0 0,4 7 0 16,3 3 0-16,-1 0 0 16,2-6 0-16,2-3 0 0,3-4 0 15,1-6 0-15,9-9 0 0,2-5 0 16,2-7 0-16,4-5 0 0,2-12 0 16,-4-7 0-16,-7-7 0 0,-1-7 0 15,-4-5 0-15,-9-4 0 0,-6-4 0 16,-2-5 0-16,-10-3 0 0,-1 0 0 15,1 2 0-15,4 5 0 16,6 12 0-16,0 7 0 0,6 6 0 16,4 6 0-16,1 2 0 0,3 3 0 15,-4 3-1473-15,-3-1-1497 0</inkml:trace>
  <inkml:trace contextRef="#ctx0" brushRef="#br1" timeOffset="95678.2">13980 12740 7787 0,'0'0'405'0,"0"0"-405"0,0 0 0 16,0 0 0-16,-4 53 0 0,10-9 0 16,2 9 0-16,3 2 0 0,-3 1 0 15,2 3 0-15,1 5 0 0,-3 3 0 16,-6 0 0-16,-2 1 0 0,-2-5 0 15,-9-7 0-15,-3-10 0 16,2-11 0-16,-3-14 0 0,9-10 0 16,-2-10 0-16,8-3 0 0,0-16 0 15,4-16 0-15,10-13 0 16,9-9 0-16,8-1 0 0,0 8 0 16,0 8 0-16,-8 16 0 0,-7 10 0 15,-7 12 0-15,-7 3 0 0,2 10 0 16,2 7 0-16,-6 14 0 0,0 5 0 15,0 2 0-15,0-3 0 0,0-6 0 16,0-3 0-16,8-6 0 16,3-1 0-16,7-6 0 0,3-5-253 15,0-4-1700-15,3-4-1112 0</inkml:trace>
  <inkml:trace contextRef="#ctx0" brushRef="#br1" timeOffset="96114.38">14617 13342 2217 0,'0'0'2997'0,"0"0"-1869"0,-36-46 385 16,20 30-1176-16,-5 0-337 0,1 2 0 15,3 5 0-15,1 5 0 0,-1 4 0 16,3 10 0-16,3 6 0 0,1 7 0 16,0 4 0-16,-1 3 0 0,9-1 0 15,-2-3 0-15,4-3 0 0,6-5 0 16,2-3 0-16,3-5 0 0,1-5 0 15,5-5 0-15,3-8 0 16,5-6 0-16,-2-4 0 0,-2-2 0 16,-1 3 0-16,-5 3 0 0,-5 4 0 15,0 6 0-15,-8 2 0 0,3 2 0 16,-1 9 0-16,-2 4 0 0,2 10 0 16,0 5 0-16,2 1 0 15,-2-6 0-15,3-8 0 0,-1-3 0 16,4-8 0-16,5-4 0 0,1-11-465 15,-3 0-956-15,-3-8-3069 0</inkml:trace>
  <inkml:trace contextRef="#ctx0" brushRef="#br1" timeOffset="96329.88">14844 12696 7787 0,'0'0'405'0,"0"0"-405"0,0 0 0 16,0 0 0-16,-43 62 0 0,28-12 0 15,-1 8 0-15,5 1 0 16,5 0 0-16,0 4 0 0,2 3 0 16,4 3 0-16,0-1 0 0,0-2 0 15,6-5 0-15,-2-6 0 0,0-8 0 16,-2-12-281-16,-2-13-1160 16,0-9-343-16</inkml:trace>
  <inkml:trace contextRef="#ctx0" brushRef="#br1" timeOffset="96452.57">14621 13270 6615 0,'0'0'1360'16,"43"-15"-1143"-16,-6 7-217 0,-6 3 0 15,-4 0 0-15,4 0 0 0,-4-1 0 16,4-1 0-16,6-4 0 0,5-1 0 16,-9 2 0-16,2-3-1305 0</inkml:trace>
  <inkml:trace contextRef="#ctx0" brushRef="#br1" timeOffset="96948.98">15572 13340 3117 0,'0'0'2149'0,"0"0"-708"15,0 0-873-15,0 0 136 0,33-10-491 16,-6 1-213-16,-1-5 0 0,3-1 0 15,-2 0 0-15,0-4 0 16,-6 2 0-16,2 0 0 0,-5 0 0 16,-8 1 0-16,-3 2 0 0,-1-1 0 15,-6 1 0-15,-6-1 0 16,-1-2 0-16,-11 0 0 0,1 2 0 16,-10 1 0-16,1 6 0 0,-10 8 0 15,3 9 0-15,-2 17 0 0,-2 11 0 16,4 11 0-16,2 6 0 0,6 2 0 15,9 1 0-15,9-4 0 16,9-5 0-16,9-9 0 0,14-9 0 16,6-8 0-16,2-5 0 0,4-8 0 15,2-5 0-15,0-5 0 0,3-10 0 16,-11 2-1041-16,-4-5-580 0</inkml:trace>
  <inkml:trace contextRef="#ctx0" brushRef="#br1" timeOffset="97149.4">15888 13103 6510 0,'0'0'725'16,"-4"58"232"-16,4-25-957 0,8 1 0 16,4-4 0-16,5 2 0 15,8-1 0-15,6-2 0 0,2 0 0 16,4-2 0-16,2-3 0 0,-1-3 0 15,-7-2 0-15,-5-7 0 0,-3-5 0 16,-8-6-85-16,-9-1-2316 16,0-4-440-16</inkml:trace>
  <inkml:trace contextRef="#ctx0" brushRef="#br1" timeOffset="97303.92">16173 13152 6382 0,'0'0'1005'0,"-64"49"-553"0,23-14-99 15,-1 4-353-15,-5 2 0 16,3 2 0-16,7-2 0 0,6-8 0 16,15-8 0-16,7-8 0 0,9-9 0 15,9-5 0-15,13-6 0 16,18-9-897-16,-7-1-1392 0,8-8-597 0</inkml:trace>
  <inkml:trace contextRef="#ctx0" brushRef="#br1" timeOffset="97756.16">16551 13149 6262 0,'0'0'893'0,"0"0"-409"16,-29-38 69-16,11 32-553 0,-1 6 0 15,-6 3 0-15,1 7 0 0,1 9 0 16,-2 4 0-16,2 4 0 0,3 6 0 16,-1 4 0-16,5 3 0 15,1 1 0-15,9-5 0 0,6-3 0 16,4-7 0-16,13-5 0 0,-1-6 0 15,11-9 0-15,4-6 0 0,6-9 0 16,0-11 0-16,5-4 0 16,-9-2 0-16,-4 1 0 0,-13 8 0 15,-5 6 0-15,-5 5 0 0,-6 5 0 16,4 1 0-16,-4 4 0 0,-4 11 0 16,-2 10 0-16,-1 6 0 0,3 1 0 15,4-3 0-15,4-5 0 0,7-5 0 16,5-6 0-16,5-5 0 15,8-7 0-15,2-2-293 0,0-9-603 16,-4 2-1273-16,-2-3 228 0</inkml:trace>
  <inkml:trace contextRef="#ctx0" brushRef="#br1" timeOffset="97986.02">16950 13213 7091 0,'0'0'1101'0,"0"0"-1101"0,-41-13 0 15,25 15 0-15,-5 7 0 0,4 6 0 16,-3 5 0-16,3 9 0 16,1 2 0-16,1 3 0 0,9 1 0 15,6 1 0-15,2-4 0 0,12-2 0 16,7-5 0-16,6-6 0 0,4-10 0 16,6-7 0-16,5-4 0 0,-5-11 0 15,4-6 0-15,-8-5 0 0,-2-7-401 16,-10 6-1864-16,-5-5-1557 0</inkml:trace>
  <inkml:trace contextRef="#ctx0" brushRef="#br1" timeOffset="98203.99">17271 12631 7671 0,'0'0'521'0,"0"0"-521"0,-37 58 0 16,24-27 0-16,-1 6 0 0,-1 4 0 15,5 9 0-15,4 3 0 0,2 7 0 16,2 6 0-16,-3 5 0 16,3 9 0-16,-2-1 0 0,-2 0 0 15,2-6 0-15,0-9 0 0,-3-13 0 16,3-13 0-16,4-16-413 0,-2-10-2600 16,-2-12-257-16</inkml:trace>
  <inkml:trace contextRef="#ctx0" brushRef="#br1" timeOffset="98344.06">17045 13250 7019 0,'0'0'1173'0,"0"0"-1173"0,56-41 0 16,-33 34 0-16,-2 1 0 0,-1 1 0 15,-3 1 0-15,-3 0 0 16,1 0 0-16,-3 0 0 0,3 1 0 16,-5 0 0-16,2 3 0 0,-3 0-1501 15,-3 0-588-15</inkml:trace>
  <inkml:trace contextRef="#ctx0" brushRef="#br1" timeOffset="98680.02">17562 12694 6831 0,'-14'39'740'0,"3"0"-119"0,-3 10-621 15,4-1 0-15,3 4 0 0,1 1 0 16,2 1 0-16,4-1 0 16,0 0 0-16,0 0 0 0,0-2 0 15,0 0 0-15,0-4 0 0,0-3 0 16,0-5-645-16,0-11-644 0,-6-7-2588 0</inkml:trace>
  <inkml:trace contextRef="#ctx0" brushRef="#br1" timeOffset="99114.98">17711 13097 3417 0,'0'0'3374'16,"0"0"-1973"-16,0 0-1401 0,0 0 0 15,0 0 0-15,-43 56 0 16,28-26 0-16,5 1 0 0,6-2 0 0,2-2 0 16,4-3 0-16,8-3 0 15,7-6 0-15,7-4 0 0,7-4 0 16,2-6 0-16,-1-2 0 0,-1-8 0 15,-5-3 0-15,1-4 0 0,-6-1 0 16,0 0 0-16,-5 0 0 16,-3 6 0-16,-7 3 0 0,-4 6 0 15,0 2 0-15,0 2 0 0,-2 9 0 16,0 12 0-16,0 4 0 0,-4 7 0 16,2 6 0-16,-2 3 0 0,2 6 0 15,-1 6 0-15,1 5 0 0,-6 4 0 16,-4 5 0-16,-9 2 0 15,-6 3 0-15,-14 3 0 0,-7-2 0 16,-5-2 0-16,-5-5 0 0,-2-6 0 16,0-9 0-16,6-12 0 15,4-13 0-15,7-15 0 0,10-12 0 16,8-10 0-16,4-18 0 0,1-13 0 0,9-15 0 16,5-11 0-16,8-5 0 15,13 1 0-15,16 4 0 0,6 4 0 16,15 5 0-16,1 4 0 0,5 0 0 15,-12 14-93-15,-3 1-3212 0</inkml:trace>
  <inkml:trace contextRef="#ctx0" brushRef="#br1" timeOffset="99432.84">19131 13396 5238 0,'0'0'936'0,"0"0"477"0,0 0-808 15,0 0-605-15,0 0 0 0,0 0 0 16,0 0 0-16,0 0 0 0,-6 44 0 15,6-5 0-15,0-6 0 0,6-7 0 16,2-5 0-16,5-5 0 16,1-5 0-16,3-7 0 0,-3-8 0 15,-1-4-1629-15,-3-8-1297 0</inkml:trace>
  <inkml:trace contextRef="#ctx0" brushRef="#br1" timeOffset="99537.54">19255 12942 7279 0,'0'0'492'16,"0"0"-348"-16,-47 45-124 0,32-23-20 16,9 2 0-16,6-3-344 0,6-2-316 15,2-5-1173-15,5-2-316 0</inkml:trace>
  <inkml:trace contextRef="#ctx0" brushRef="#br1" timeOffset="99835.5">19561 13283 5782 0,'0'0'1401'16,"0"0"-513"-16,-37-6-767 0,20 0-121 16,-1 4 0-16,-5 1 0 15,2 1 0-15,1 7 0 0,-1 4 0 16,2 4 0-16,5 3 0 0,6-1 0 16,2 2 0-16,6 0 0 0,8-1 0 15,4 1 0-15,13 0 0 0,4-1 0 16,4 1 0-16,6-2 0 0,1 1 0 15,-3 1 0-15,-2-1 0 16,-6 2 0-16,-13-3 0 0,-5-1 0 16,-11 3 0-16,-11-1 0 0,-5 0 0 15,-13-1 0-15,-6-2 0 16,-7-5 0-16,-3-5 0 0,6-4 0 0,1-5 0 16,10-10 0-16,7 2-1241 15,4-5-884-15</inkml:trace>
  <inkml:trace contextRef="#ctx0" brushRef="#br1" timeOffset="100190.56">20748 12709 6534 0,'0'0'773'0,"0"0"-29"0,0 0-603 0,2 45-141 16,-4 0 0-16,-2 11 0 0,-3 7 0 15,3-4 0-15,2 5 0 16,2 4 0-16,0 3 0 0,0-1 0 16,-4-3 0-16,4-5 0 0,0-9 0 15,0-8 0-15,0-8 0 0,4-12 0 16,-4-7-673-16,0-10-1676 0</inkml:trace>
  <inkml:trace contextRef="#ctx0" brushRef="#br1" timeOffset="100320.83">20553 13232 7647 0,'38'-17'464'0,"9"-4"-383"15,11-9-81-15,0-4 0 0,0-3 0 16,0-4 0-16,0-3 0 0,-3-5-517 16,-15 13-2512-16</inkml:trace>
  <inkml:trace contextRef="#ctx0" brushRef="#br1" timeOffset="100630.79">21116 12678 6967 0,'-17'44'584'0,"3"10"-196"0,1 11-135 15,-1 1-253-15,1 5 0 0,1 2 0 16,2 2 0-16,-1 0 0 0,1-4 0 16,2-4 0-16,4-8 0 0,-1-13 0 15,5-10 0-15,0-14 0 0,0-10 0 16,0-9 0-16,5-6 0 0,5-17 0 15,6-16 0-15,13-11 0 16,0-9 0-16,2 4 0 0,4 7 0 16,-6 12 0-16,-4 12 0 0,-4 14 0 15,-9 11 0-15,-3 14 0 16,-7 9 0-16,-2 9 0 0,-2 3 0 0,-3 2 0 16,-5-1 0-16,6-2 0 15,2-7 0-15,-2-6 0 0,8-7 0 16,2-7 0-16,11-6 0 0,-5-5-221 15,0-3-2020-15</inkml:trace>
  <inkml:trace contextRef="#ctx0" brushRef="#br1" timeOffset="101079.18">21409 13343 5482 0,'0'0'1016'16,"0"0"257"-16,-41 4-852 0,39-2-421 0,-2 4 0 0,4 3 0 15,0 4 0-15,6 3 0 0,10-2 0 16,5 0 0-16,10-6 0 16,12-3 0-16,5-5 0 0,8-4 0 15,2-7 0-15,0-7 0 0,-3-2 0 16,-7-2 0-16,-9 2 0 0,-14 0 0 16,-13-1 0-16,-10 1 0 0,-10 0 0 15,-8 3 0-15,-9 5 0 0,-12 9 0 16,-3 10 0-16,-11 15 0 0,-5 13 0 15,-2 12 0-15,-2 6 0 16,10 1 0-16,7-5 0 0,22-8 0 16,21-6 0-16,15-8 0 0,18-5 0 15,23-10-25-15,12-8-147 0,13-9-156 16,-13-5-1217-16,0-5-1580 0</inkml:trace>
  <inkml:trace contextRef="#ctx0" brushRef="#br1" timeOffset="101714.93">22991 12805 6354 0,'-25'-42'445'0,"-2"2"235"15,-6-2-420-15,-2 5-188 16,-3 4-12-16,3 2-56 0,0 6 8 16,-2 4 60-16,2 4-44 0,4 7 16 15,0 5 72-15,10 5-71 0,9 7-45 16,-1 8 0-16,1 8 0 16,-1 9 0-16,3 7 0 0,2 6 0 15,8 6 0-15,6 3 0 0,9 3 0 16,5 1 0-16,5 3 0 0,6 0 0 15,-2 2 0-15,0 4 0 0,-4 1 0 16,-11-1 0-16,-3-3 0 16,-3-2 0-16,-8-7 0 0,-4-5 0 15,-5-5 0-15,1-6 0 0,-2-6 0 16,2-6 0-16,-1-7-49 0,3-9-1179 16,4-5-149-16,-4-6-608 0</inkml:trace>
  <inkml:trace contextRef="#ctx0" brushRef="#br1" timeOffset="102072.81">22598 13401 7267 0,'0'0'860'0,"0"0"-795"15,0 0-65-15,39-3 0 0,-12-1 0 16,2-2 0-16,0-2 0 0,0 1 0 16,2-1 0-16,0-2 0 15,-2 2 0-15,0 1-201 0,-7 1-491 16,-1 5 20-16,-6 2-245 0,-5 5 537 15,0 5 228-15,-6 3-24 0,0 4-60 16,-1 3 64-16,-3 5-549 16,0 0-63-16,-5 1 428 0,-1-3 356 15,-4 1 464-15,4-2 328 0,-1-2 557 16,-1-2-489-16,4-3-135 0,2-6 287 16,-2-4-755-16,4-4-257 0,0-2 0 15,0 0 0-15,0-3 0 0,0-9 0 16,2-11 0-16,0-4 0 15,2-6 0-15,2 0 0 0,1 6 0 16,3 3 0-16,0 1 0 0,5 3 0 16,1 2 0-16,1 0 0 0,3 1 0 15,1 2 0-15,4-2 0 0,-2 4-1353 16,-5-1-3866-16</inkml:trace>
  <inkml:trace contextRef="#ctx0" brushRef="#br1" timeOffset="102211.75">23249 13340 7199 0,'0'0'993'0,"0"47"-993"16,-2-16 0-16,-6 1 0 0,6 1 0 16,-5 1 0-16,5-2 0 15,0-1 0-15,2-1 0 0,4-6 0 16,3-3 0-16,-1-5 0 0,0-8-145 16,-6-5-1163-16,6-4-353 0</inkml:trace>
  <inkml:trace contextRef="#ctx0" brushRef="#br1" timeOffset="102320.76">23449 13047 6951 0,'0'0'1084'0,"0"0"-927"15,0 0-157-15,0 0 0 0,0 0 0 16,0 0-497-16,0 0-1876 16,0 0-1749-16</inkml:trace>
  <inkml:trace contextRef="#ctx0" brushRef="#br1" timeOffset="102553.76">23671 13346 2529 0,'0'0'2833'16,"-44"-18"-2057"-16,24 18 69 0,1 15 71 15,-2 10-623-15,-1 5-293 0,-1 10 0 16,2 1 0-16,7 2 0 0,9-1 0 15,5-5 0-15,13-2 0 16,14-8 0-16,6-4 0 0,8-6 0 16,9-9 0-16,-1-8 0 0,9-3 0 15,0-12 0-15,2-3 0 16,2-5 0-16,-16 4-1181 0,1-4-1284 0</inkml:trace>
  <inkml:trace contextRef="#ctx0" brushRef="#br1" timeOffset="102951.75">24036 12703 7627 0,'0'0'565'0,"0"0"-565"16,0 0 0-16,-2 54 0 0,2-15 0 15,0 11 0-15,2 5 0 0,1 4 0 16,3 7 0-16,0 4 0 16,2 3 0-16,-4 3 0 0,-4 0 0 15,0-3 0-15,-10-3 0 0,-4-11 0 16,-3-6 0-16,-4-9 0 0,-1-10 0 16,5-13 0-16,1-7-1609 0</inkml:trace>
  <inkml:trace contextRef="#ctx0" brushRef="#br1" timeOffset="103107.6">23830 13359 7707 0,'0'0'485'15,"47"-19"-485"-15,-12 8 0 0,1-4 0 16,1-3 0-16,0-1 0 0,-4-2 0 16,0-1 0-16,0 1 0 15,-4 1 0-15,0 2-777 0,-8 5-1004 16,-5 3-848-16</inkml:trace>
  <inkml:trace contextRef="#ctx0" brushRef="#br1" timeOffset="103231.14">24272 13300 5762 0,'-4'39'1089'0,"-2"1"252"15,-5 7-1341-15,-1-5 0 0,-2-5 0 16,1-5 0-16,1-4 0 0,10-6 0 16,2-4 0-16,0-7 0 0,8-7 0 15,6-8-237-15,-1-3-1019 0,3-9-3018 0</inkml:trace>
  <inkml:trace contextRef="#ctx0" brushRef="#br1" timeOffset="103365.86">24650 13049 7079 0,'0'0'772'0,"0"0"-532"0,0 0-139 16,0 0-101-16,-20 54 0 15,9-29 0-15,1 0-105 0,2 0-463 16,2 0-96-16,1 2-557 0,1-1 237 15,0-5-229-15,0-1-2040 0</inkml:trace>
  <inkml:trace contextRef="#ctx0" brushRef="#br1" timeOffset="103615.85">24599 13388 2733 0,'0'0'780'0,"0"0"545"16,0 0-85-16,0 0-435 0,-52 12 123 16,25-2-547-16,0 2-381 0,5 2 0 15,3 4 0-15,2 2 0 0,9 3 0 16,6 3 0-16,2 2 0 0,10 3 0 15,7-2 0-15,6-1 0 16,8-8 0-16,8-5 0 0,2-5 0 16,5-7 0-16,-3-4 0 0,-1-10 0 15,-11-6 0-15,-7-7 0 0,-9-2 0 16,-7-4 0-16,-2-2 0 16,-6-3 0-16,-2-4 0 0,-4 1 0 15,0 4 0-15,2 5-777 0,2 11-1420 16,0 5-1557-16</inkml:trace>
  <inkml:trace contextRef="#ctx0" brushRef="#br1" timeOffset="103864.93">24874 13483 2637 0,'0'0'5338'0,"-38"64"-5121"16,20-27-217-16,8-5 0 0,1-4 0 15,3-3 0-15,6-7 0 0,0-4 0 16,0-7 0-16,0-4 0 15,6-4 0-15,7-9 0 0,5-14 0 16,7-8 0-16,4-7 0 0,-2-1 0 16,0 0 0-16,0 4 0 0,-1 7 0 15,1 7 0-15,0 9 0 0,-2 10 0 16,-2 6 0-16,-3 11 0 16,1 7 0-16,-4 6 0 0,1 4 0 15,1 2 0-15,-3 3 0 0,3 3 0 16,0 0 0-16,-1 0 0 0,-5-2-293 15,-5-9-1252-15,-8-2-3397 0</inkml:trace>
  <inkml:trace contextRef="#ctx0" brushRef="#br1" timeOffset="104450.14">14660 14637 2729 0,'0'0'2785'0,"0"0"-1744"0,-48-44 307 0,32 36-1059 16,-5 6-289-16,-1 6 0 0,-7 10 0 15,0 10 0-15,0 7 0 0,2 4 0 16,0 7 0-16,2 2 0 0,9 2 0 15,-1 0 0-15,11-3 0 16,2-1 0-16,10-5 0 0,13-5 0 16,9-7 0-16,14-11 0 0,10-10 0 15,12-8 0-15,8-11 0 0,0-10-469 16,-3-2-591-16,-16 4-105 0,-9 1-2445 0</inkml:trace>
  <inkml:trace contextRef="#ctx0" brushRef="#br1" timeOffset="104742.93">14906 14710 7191 0,'0'0'1001'0,"-48"-16"-1001"0,22 18 0 15,1 13 0-15,-2 10 0 0,0 6 0 16,6 6 0-16,5 3 0 0,8 3 0 15,8-1 0-15,10-1 0 16,11-2 0-16,14-8 0 0,8-9 0 16,9-9 0-16,6-7 0 0,0-8 0 15,-5-12 0-15,-5-6 0 0,-17-3 0 16,-6-2 0-16,-15-1 0 0,-10-1 0 16,-4-2 0-16,-9-3 0 0,-1 3 0 15,-3-2 0-15,-1 1 0 0,-1 2 0 16,5 3 0-16,3 7 0 15,5 7-1221-15,2 5-940 0,4 2-925 0</inkml:trace>
  <inkml:trace contextRef="#ctx0" brushRef="#br1" timeOffset="105048.77">15231 14880 6971 0,'0'0'908'16,"31"7"-595"-16,-5-11-313 0,-3-6 0 15,6-6 0-15,-2-5 0 16,-6-1 0-16,-5-1 0 0,-5-1 0 16,-9-2 0-16,2 1 0 0,-4 0 0 15,-6 0 0-15,-3 3 0 0,-7 2 0 16,-1 3 0-16,-8 5 0 0,-4 12 0 16,-6 7 0-16,-6 15 0 0,-2 10 0 15,-3 4 0-15,3 8 0 0,5 0 0 16,7-1 0-16,17-2 0 15,14-5 0-15,10-6 0 0,19-6 0 16,15-5 0-16,9-7 0 0,16-11 0 16,3-4 0-16,2-10 0 0,3-4 0 15,-23 3-2318-15</inkml:trace>
  <inkml:trace contextRef="#ctx0" brushRef="#br1" timeOffset="105545.78">15983 14039 4958 0,'0'0'1416'0,"-37"-57"-979"16,20 30 43-16,3 2 84 0,-1 0-364 16,-3 2-72-16,-1 4-119 0,3 3-9 15,-5 6 0-15,0 5 0 0,1 5 0 16,-3 9 0-16,-2 9 0 0,6 3 0 15,1 4 0-15,1 4 0 0,3 2 0 16,3 2 0-16,3 4 0 16,-2 2 0-16,2 2 0 0,-3 1 0 15,5 3 0-15,2 3 0 0,4 3 0 16,8 3 0-16,5 5 0 0,5-1 0 16,5 0 0-16,4-1 0 0,8-4 0 15,-8-2 0-15,6-2 0 16,-8-6 0-16,-9-1 0 0,1-6 0 0,-9-4 0 15,-6-6 0-15,-4-5 0 16,-6-7 0-16,-5-4-73 0,-1-9-683 16,1-9-793-16,3-3-360 0,2-9-1696 15</inkml:trace>
  <inkml:trace contextRef="#ctx0" brushRef="#br1" timeOffset="105872.11">16204 14323 5534 0,'0'-34'508'0,"0"6"85"15,0-3-285-15,0 8-152 0,-10 2-16 16,4 1-92-16,-9 2 52 0,-3 4 336 16,-7-1-160-16,-2 4-183 0,-4 3-93 15,-4-1 0-15,-2 4 0 0,3 3 0 16,3 3 0-16,11 5 0 15,-1 6 0-15,5 3 0 0,1 3 0 16,5 5 0-16,1 4 0 0,9 5 0 16,3 6 0-16,7 6 0 0,6 3 0 15,11 4 0-15,-2 3 0 0,2 1 0 16,4-1 0-16,-6-4 0 0,-5-2 0 16,-7-5 0-16,-3-4 0 15,-4-2 0-15,-6-5 0 0,0-3 0 16,-12-4-17-16,-5-6-1776 0,3-7 29 15,-7-5-762-15</inkml:trace>
  <inkml:trace contextRef="#ctx0" brushRef="#br1" timeOffset="106029.69">15687 14638 5158 0,'0'0'956'0,"40"1"-311"0,-9 6 788 15,0 5-1433-15,0 0 0 16,2 0 0-16,2-2 0 0,-2 2 0 0,2-6 0 15,9 0 0-15,1-2 0 16,7-3 0-16,-13-1-545 0,-2-1-1576 0</inkml:trace>
  <inkml:trace contextRef="#ctx0" brushRef="#br1" timeOffset="106184.13">16262 14768 7899 0,'-21'37'293'15,"9"0"-293"-15,-3-3 0 16,9-8 0-16,6-9 0 0,13-9 0 16,5-3 0-16,3-10-425 0,2-13-1208 15,-3 2-216-15,1-12-1692 0</inkml:trace>
  <inkml:trace contextRef="#ctx0" brushRef="#br1" timeOffset="106260.15">16483 14280 7223 0,'8'-43'44'0,"-1"16"648"0,-3 6-459 15,-8 16-233-15,-9 5 0 16,-5 5 0-16,7-1-1437 0,-1 1-1493 0</inkml:trace>
  <inkml:trace contextRef="#ctx0" brushRef="#br1" timeOffset="106648.47">16719 14595 6915 0,'0'0'936'16,"0"0"-595"-16,0 0-341 0,0 0 0 15,-48-6 0-15,15 25 0 16,-12 6 0-16,3 7 0 0,9 1 0 16,2 4 0-16,11 1 0 0,3 0 0 15,13-2 0-15,8-6 0 0,13-2 0 16,10-8 0-16,4-6 0 0,6-7 0 15,4-6 0-15,-4-1 0 16,1-7 0-16,-7-4 0 0,0 0 0 16,-7-5-333-16,-7 3-1152 0,-7 0-3097 0</inkml:trace>
  <inkml:trace contextRef="#ctx0" brushRef="#br1" timeOffset="106834.2">16797 14762 5150 0,'0'0'1200'0,"0"0"-451"0,5 42 344 15,-5-14-1093-15,-7 4 0 16,-1-3 0-16,2-2 0 0,2-1 0 16,4-6 0-16,4-2 0 0,8-5 0 15,9-7 0-15,0-6 0 0,6-7 0 16,-3-13 0-16,-3 2-1826 16,-4-8-1159-16</inkml:trace>
  <inkml:trace contextRef="#ctx0" brushRef="#br1" timeOffset="106959.02">16934 14483 6867 0,'0'0'1156'0,"0"0"-987"16,0 0-169-16,-4-34 0 0,4 34 0 15,0 2 0-15,0 3 0 0,4 7 0 16,2 9 0-16,-2 7 0 0,0 3-1850 16,-4-6-519-16</inkml:trace>
  <inkml:trace contextRef="#ctx0" brushRef="#br1" timeOffset="107416.67">16876 14983 6538 0,'0'0'613'0,"0"0"-37"16,41 14-111-16,-10-21-465 0,2-11 0 15,5-8 0-15,-7-5 0 0,0-2 0 16,-7 0 0-16,-7 0 0 16,-7 3 0-16,-8 2 0 0,-2 3 0 15,-6 2 0-15,-4 7 0 0,-1 6 0 16,1 9 0-16,0 6 0 0,-3 9 0 15,3 7 0-15,-4 8 0 16,1 1 0-16,3 6 0 0,0 1 0 16,1 0 0-16,3-2 0 0,6-4 0 15,4-5 0-15,9-8 0 0,7-5 0 16,7-6 0-16,4-6 0 0,6-2 0 16,3-6 0-16,3-3 0 0,-2 2 0 15,1 0 0-15,-5 4 0 16,-6 4 0-16,-8 9 0 0,-7 6 0 15,-5 2 0-15,-1 4 0 0,-6-2 0 16,-2-1 0-16,-2-7 0 0,0-2 0 16,0-6 0-16,0-2 0 0,-2-1 0 15,2-7 0-15,0-8 0 16,0-16 0-16,10-4 0 0,3-6 0 16,1 3 0-16,3 6 0 0,3 5 0 15,-3 6 0-15,2 5 0 0,-7 9 0 16,-4 5 0-16,-2 2 0 0,-3 5 0 15,5 5 0-15,-6 7 0 16,2 3 0-16,-4-1 0 0,0-4 0 16,0-4 0-16,4-4 0 0,-2-4 0 15,2-2 0-15,3-1-653 0,3-5-2885 0</inkml:trace>
  <inkml:trace contextRef="#ctx0" brushRef="#br1" timeOffset="107638.88">18125 14100 7483 0,'0'0'709'0,"0"0"-709"15,0 0 0-15,0 0 0 16,-50 48 0-16,27 2 0 0,2 14 0 16,7 8 0-16,8 6 0 0,2 8 0 15,4 0 0-15,0 0 0 0,2-5 0 16,0-7 0-16,4-5 0 0,-6-7 0 15,0-10 0-15,-6-13-577 16,0-14-1620-16,-9-13-1929 0</inkml:trace>
  <inkml:trace contextRef="#ctx0" brushRef="#br1" timeOffset="107779.64">17769 14825 7247 0,'0'0'945'0,"17"-51"-945"0,3 31 0 15,11 5 0-15,4 3 0 0,5 1 0 16,7 3 0-16,1 1 0 0,1-2 0 15,1 3 0-15,-3 0 0 16,5-1 0-16,-15 3-449 0,5-5-1584 0</inkml:trace>
  <inkml:trace contextRef="#ctx0" brushRef="#br1" timeOffset="108289.51">18668 14313 4193 0,'0'0'825'16,"0"0"-53"-16,0 0 497 0,0 0-513 15,0 0-379-15,0 0-377 16,58-39 0-16,-2 27 0 0,12 2 0 16,-4 5 0-16,4 2 0 0,-10 5 0 15,-10 7 0-15,-11 4 0 0,-12 3 0 16,-15 7 0-16,-10 4 0 0,-14 5 0 16,-7 4 0-16,-8 2 0 0,-10 1 0 15,2 3 0-15,-5 1 0 0,-1 0 0 16,-3-3 0-16,3-2 0 0,10-3 0 15,4-3 0-15,10-5 0 16,11-2 0-16,8-5 0 0,0-7-1093 16,10-3-2357-16</inkml:trace>
  <inkml:trace contextRef="#ctx0" brushRef="#br1" timeOffset="108412.97">19096 15071 8011 0,'0'0'181'0,"-39"55"-181"15,18-29 0-15,9-8 0 16,1-2 0-16,3-6 0 0,2-4 0 16,6-1-2270-16,0-5-2628 0</inkml:trace>
  <inkml:trace contextRef="#ctx0" brushRef="#br1" timeOffset="111319.97">20231 15722 1976 0,'0'0'92'0,"0"0"1133"0,0 0-401 0,2 37-339 0,-2-32 127 15,-4-1-264-15,2-1-100 0,2 2 100 16,0 0-104-16,0-1 85 0,0-1 351 16,2 0-224-16,0-1-131 0,0-2-325 15,2-5 0-15,0-8 0 0,5-11 0 16,-1-10 0-16,4-8 0 0,-1-3 0 16,7-2 0-16,1-6 0 0,6-6 0 15,3-5 0-15,3-3 0 16,5-7 0-16,-1-3 0 0,0-4 0 15,0 0 0-15,2-1 0 0,-6 5 0 16,4 4 0-16,-12 8 0 0,-2 11 0 16,-9 10 0-16,-8 12 0 0,-4 9 0 15,0 11 0-15,-10 5 0 0,0 6 0 16,-7 2 0-16,1 10 0 16,-1 5 0-16,3 7 0 0,-3 3 0 15,3 6 0-15,7 4 0 0,1 4 0 16,2 5 0-16,0 3 0 0,4 0 0 15,4-3 0-15,6-3 0 16,3-9 0-16,1-6 0 0,11-10 0 16,-2-8 0-16,8-6 0 0,0-12 0 15,0-10 0-15,2-8 0 0,-4-11 0 16,-2-1 0-16,-5 0 0 0,-5-1 0 16,-7-1 0-16,-1 6 0 0,-3 1 0 15,-4 6 0-15,2 8 0 0,-4 6 0 16,0 7 0-16,0 6 0 0,0 1 0 15,0 3 0-15,0 13 0 16,-2 15 0-16,0 11 0 0,-4 6 0 16,6 2 0-16,4-3 0 0,2-2 0 15,4-5 0-15,5-3 0 16,1-5 0-16,1-6 0 0,8-10 0 16,2-11 0-16,-7-5 0 0,3-12-2722 0</inkml:trace>
  <inkml:trace contextRef="#ctx0" brushRef="#br1" timeOffset="176509.79">31226 5399 4974 0,'0'0'1164'0,"0"0"-227"0,0 0 180 0,0 0-1117 16,0 0 0-16,0 0 0 15,0 0 0-15,0 0 0 0,-17-7 0 16,17 32 0-16,5 8 0 0,3 6 0 16,-2 6 0-16,2 0 0 0,1 4 0 15,-1 4 0-15,0-2 0 16,0 1 0-16,3-5 0 0,-1-8 0 0,-2-7 0 15,5-10 0-15,-3-5 0 16,0-7 0-16,1-6 0 0,-1-4 0 16,2-10 0-16,1-10 0 0,3-7 0 15,-1-8 0-15,-1-7 0 0,-1-7 0 16,-1-7 0-16,3-5 0 16,-1 2 0-16,3 9 0 0,-5 11 0 15,0 9 0-15,-5 12 0 0,-3 7 0 16,-4 5 0-16,0 3 0 0,0 1 0 15,-2 1 0-15,-2-1 0 0,1 2-897 16,-1 0-736-16</inkml:trace>
  <inkml:trace contextRef="#ctx0" brushRef="#br1" timeOffset="176990.86">31606 5905 3701 0,'0'0'1109'0,"0"0"-545"0,0 0-64 0,-18 44 76 16,11-32-179-16,1-1-85 0,2-2 188 16,2-2-372-16,2-2-44 0,0-2 64 15,0 0-72-15,0 0 21 16,0 0-97-16,0-2 0 0,0-1 0 0,-2-3 0 15,-2-8 0-15,0-9 0 16,0-7 0-16,2-5 0 0,2 0 0 16,2 6 0-16,4 2 0 15,4 4 0-15,0 3 0 0,5 0 0 0,-3 4 0 16,-1 5 0-16,-3 2 0 16,-2 2 0-16,-2 3 0 0,2-1 0 15,-1 2 0-15,3 0-925 0,-4 0-784 16,4 4-868-16</inkml:trace>
  <inkml:trace contextRef="#ctx0" brushRef="#br1" timeOffset="177286.73">31708 5938 3773 0,'0'0'3382'0,"0"0"-2486"15,0 0-755-15,0 0-141 0,0 0 0 16,45-17 0-16,-30 3 0 15,-3-1 0-15,-4-2 0 0,-4-1 0 16,-2 0 0-16,-2 0 0 0,0 3 0 16,-8 3 0-16,-2 1 0 0,-5 5 0 15,-1 5 0-15,-3 2 0 16,-2 7 0-16,3 9 0 0,-1 4 0 16,-1 7 0-16,5 2 0 0,3 3 0 15,8 0 0-15,4-3 0 0,8-3 0 16,8-4 0-16,5-6 0 0,4-6 0 15,4-6 0-15,0-5 0 16,2-2 0-16,-4-7 0 0,-3-8-1357 16,-5 3-412-16,-7-5-1036 0</inkml:trace>
  <inkml:trace contextRef="#ctx0" brushRef="#br1" timeOffset="177473.94">31887 5513 6410 0,'0'0'1017'0,"0"0"-401"0,-2 57-467 16,2-29-149-16,-2 3 0 0,2 4 0 16,0 7 0-16,0 3 0 0,0 4 0 15,-2 2 0-15,2 1 0 0,-4 0 0 16,4-1 0-16,0-2 0 0,0-2 0 16,0-15-1385-16,0-3-1641 0</inkml:trace>
  <inkml:trace contextRef="#ctx0" brushRef="#br1" timeOffset="178091.77">31120 7363 7123 0,'0'0'996'0,"0"0"-923"0,0 0-73 0,3 52 0 0,3-17 0 15,2 5 0-15,2 1 0 16,5-4 0-16,1 4 0 0,3-2 0 16,0-4 0-16,-3 0 0 0,-1-7 0 15,-3-7 0-15,-4-6 0 16,-2-6 0-16,-1-5 0 0,-1-4 0 15,2-4 0-15,2-14 0 0,7-16 0 16,-1-15 0-16,1-8 0 0,-3-2 0 16,-4 6 0-16,3 2 0 0,-1 9 0 15,-2 9 0-15,-2 8 0 0,1 8 0 16,-1 4 0-16,-4 5 0 0,0 5 0 16,0 2 0-16,-2 0-117 0,0 1-1920 15,0 0-408-15</inkml:trace>
  <inkml:trace contextRef="#ctx0" brushRef="#br1" timeOffset="178560.82">31395 7817 5418 0,'0'0'1137'0,"0"0"-853"0,-14 43-140 16,10-35-24-16,4-1 0 15,0-3 32-15,0-2 132 0,0 2-208 16,0-4-8-16,0 0 156 0,2-4-59 16,2-9-165-16,2-7 0 0,-2-6 0 15,0-5 0-15,3 3 0 16,-5 4 0-16,2 4 0 0,0 7 0 15,-2 3 0-15,2 3 0 0,0 6 0 16,5-1 0-16,3-2 0 0,3 3 0 16,-1-1 0-16,-6 2 0 0,-4 0-1537 15,-2 1-256-15,1 1-732 0</inkml:trace>
  <inkml:trace contextRef="#ctx0" brushRef="#br1" timeOffset="178825.69">31509 7815 5790 0,'0'0'1729'0,"0"0"-1273"0,0 0-239 16,44-19-217-16,-30 3 0 15,-2 1 0-15,-3-3 0 0,-1-2 0 16,-2-4 0-16,0-1 0 0,-2-1 0 16,-1 3 0-16,-3 6 0 0,-3 8 0 15,-1 5 0-15,0 4 0 0,-4 4 0 16,-7 9 0-16,-3 10 0 15,-3 9 0-15,1 5 0 0,3 3 0 16,7-3 0-16,6 1 0 0,4-5 0 16,6-2 0-16,8-5 0 0,7-3 0 15,2-6 0-15,1-2 0 0,3-7 0 16,0-7 0-16,0-2-545 0,-8-5-1184 16,-3-8-424-16</inkml:trace>
  <inkml:trace contextRef="#ctx0" brushRef="#br1" timeOffset="178996.47">31763 7433 5622 0,'0'0'2205'0,"0"0"-1840"0,-22 42-365 15,11-9 0-15,5 7 0 16,0 0 0-16,4 7 0 0,-2 1 0 16,0 4 0-16,1 2 0 0,3-2 0 15,0-4 0-15,-2-1 0 16,2-4 0-16,2-7-53 0,-2-7-2668 15,3-10-1861-15</inkml:trace>
  <inkml:trace contextRef="#ctx0" brushRef="#br1" timeOffset="179680.99">30819 9160 5490 0,'0'0'1593'0,"0"0"-741"0,0 0-595 16,0 0-257-16,0 0 0 0,2 41 0 15,0-8 0-15,2 8 0 0,2 7 0 16,2 0 0-16,1 3 0 0,1-1 0 16,2-4 0-16,-1-2 0 0,1-9 0 15,3-4 0-15,-1-7 0 0,1-8 0 16,-1-7 0-16,-2-8 0 16,1-5 0-16,-3-10 0 0,-2-9 0 15,1-7 0-15,-3-7 0 0,0-4 0 16,-2-9 0-16,-2-3 0 0,5-2 0 15,-1 3 0-15,2 7 0 0,2 7 0 16,3 10 0-16,1 6 0 16,3 8 0-16,-7 6-417 0,-4 4-892 15,-4 4-599-15</inkml:trace>
  <inkml:trace contextRef="#ctx0" brushRef="#br1" timeOffset="180274.96">31104 9658 2345 0,'0'0'3465'0,"0"0"-2869"0,0 0-560 0,0 0-36 0,0 0 0 16,0 0 24-16,0 0 36 0,0 0 77 15,39-36 111-15,-26 17-152 0,-1-1 52 16,0 1 232-16,-3-2-156 0,-1 1-40 15,-2-1-4-15,-4 3-156 16,-2 4 0-16,0 4-3 0,-2 4-21 16,-2 6 0-16,0 0 0 0,-6 6 0 15,-3 8 0-15,-5 10 0 16,-1 4 0-16,2 4 0 0,3-1 0 16,6 0 0-16,1 0 0 0,7 0 0 0,5-2 0 15,5-1 0-15,6-6 0 16,3-3 0-16,4-6 0 0,4-7 0 15,0-6 0-15,-1-5 0 0,-1-9-877 16,-6 2-600-16,-3-6-1052 0</inkml:trace>
  <inkml:trace contextRef="#ctx0" brushRef="#br1" timeOffset="180446.86">31362 9279 5678 0,'0'0'2514'0,"0"0"-2514"0,0 0 0 15,0 44 0-15,-2-8 0 0,0 11 0 16,0 4 0-16,-2-2 0 16,0 5 0-16,2-2 0 0,-2 1 0 15,4-2 0-15,0-5 0 0,4-1 0 16,2-2 0-16,0-4 0 16,0-6 0-16,-1-9-45 0,-1-5-5429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11:36.60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19975 4217 2092 0,'0'0'2005'0,"0"0"-1548"16,0 0 187-16,0 0-56 0,0 0-76 15,0 0 305-15,0 0-341 0,0 0-44 16,-36 8-263-16,36-6-169 16,0-1 0-16,-2 0 0 0,0 0 0 15,0-1 0-15,-2 0 0 0,-2 0 0 16,6 0 0-16,-2 0 0 0,0-1 0 15,2 0 0-15,0 0 0 0,0-1 0 16,2 1 0-16,6 0 0 16,11-1 0-16,3-1 0 0,5 2 0 0,4-2 0 15,-4 1 0-15,4 2 0 16,-2 0 0-16,-2 0 0 0,0 0 0 16,0 1 0-16,0 3 0 0,6-2 0 15,2 2 0-15,8-2 0 0,5 3 0 16,6-1 0-16,1-2 0 0,7 1 0 15,7 0 0-15,-1-3 0 0,0 0 0 16,4 0 0-16,-1 0 0 16,5-2 0-16,-1 0 0 0,1 0 0 15,-4 1 0-15,7-1 0 0,-3 0 0 16,3 0 0-16,4-2 0 0,8 0 0 16,6 0 0-16,2-3 0 15,6 2 0-15,3-1 0 0,-1-1 0 16,5 0 0-16,-2 0 0 0,5-1 0 15,1 0 0-15,0 0 0 0,0 0 0 16,-1 0 0-16,-1 0 0 16,2-1 0-16,-2-2 0 0,3 3 0 15,5-3 0-15,-2 3 0 0,6 1 0 16,0 0 0-16,5 1 0 0,-1 1 0 16,-2 1 0-16,8 0 0 0,-1-1 0 15,-1 1 0-15,5 1 0 0,-3-1 0 16,3 1 0-16,-3 0 0 0,0 0 0 15,-5 1 0-15,-1-1 0 0,-6 0 0 16,-4 3 0-16,-4 0 0 16,-7 0 0-16,-8 1 0 0,-8 0 0 15,-12 1 0-15,-13 0 0 0,-14-2 0 16,-15 0 0-16,-12-1 0 16,-8-1 0-16,-11-1 0 0,-4 2-1161 15,-4-7-696-15</inkml:trace>
  <inkml:trace contextRef="#ctx0" brushRef="#br0" timeOffset="33722.76">8527 9549 1968 0,'0'0'2582'0,"0"0"-1174"16,0 0 385-16,0 0-1352 0,0 0-441 15,0 0 0-15,0 0 0 0,0 0 0 16,0 0 0-16,49 1 0 0,-24-8 0 15,-2 1 0-15,-2-2 0 16,4 0 0-16,-3 0 0 0,3 0 0 16,-4 0 0-16,-1 2 0 0,-3 1 0 15,-5 2 0-15,-3 1 0 0,-3 2-225 16,-6 0-971-16,0 4-2006 0</inkml:trace>
  <inkml:trace contextRef="#ctx0" brushRef="#br0" timeOffset="34042.57">8560 9657 4898 0,'0'0'884'0,"0"0"381"0,0 0-629 16,0 0-368-16,0 0-27 16,33-1-241-16,-8-4 0 0,2-2 0 15,4 2 0-15,-11 4 0 0,7 0 0 16,-6 1 0-16,6 0 0 0,-2-3 0 15,-9 1 0-15,5-4-1449 0</inkml:trace>
  <inkml:trace contextRef="#ctx0" brushRef="#br0" timeOffset="34985.16">9068 9454 4133 0,'0'0'1053'0,"0"0"191"0,0 0-603 0,0 0-133 0,3 43 105 15,1-19-613-15,0 0 0 0,2 1 0 16,-6-2 0-16,4-3 0 16,2-1 0-16,-6-2 0 0,4-2 0 15,-4-3 0-15,0-4 0 0,0-3 0 16,0-2 0-16,-4 1 0 0,4-3 0 15,-4-1 0-15,2-7 0 16,2-11 0-16,0-7 0 0,6-7 0 16,5-2 0-16,-1 1 0 0,7 2 0 15,3 3 0-15,-3 7 0 0,-3 7 0 16,-1 8 0-16,-5 6 0 16,2 5 0-16,-4 8 0 0,1 4 0 15,-3 5 0-15,2 1 0 0,-2 3 0 16,2 1 0-16,-2 0 0 0,3-2 0 15,-1 0 0-15,-2-5 0 0,2-4 0 16,-2-6 0-16,0-4 0 0,-1-5 0 16,1-1 0-16,2-1 0 0,4-10 0 15,5-11 0-15,-3-5 0 0,3-5 0 16,1 2 0-16,-1 7 0 16,-3 7 0-16,-4 5 0 0,-6 5 0 15,2 5 0-15,1 1 0 0,-3 0 0 16,2 9 0-16,2 10 0 0,-6 4 0 15,0 5 0-15,0 0 0 16,0-5 0-16,4-1 0 0,-2-4 0 16,6-4 0-16,3-5 0 0,1 0 0 15,7-6 0-15,-3-3-1073 0,1-1-708 16,-3-3-816-16</inkml:trace>
  <inkml:trace contextRef="#ctx0" brushRef="#br0" timeOffset="35547.06">9732 9453 4654 0,'0'0'956'0,"0"0"-208"0,0 0 181 0,-48-1-517 0,32 3-140 15,1 3-51-15,-1-1-221 0,-1 3 0 16,1 2 0-16,-3 4 0 0,3 1 0 15,1 5 0-15,3 5 0 16,-3 2 0-16,5 0 0 0,8-2 0 16,2-6 0-16,0-3 0 0,10-4 0 15,1-4 0-15,1-5 0 0,2-2 0 16,-1-6 0-16,6-5 0 16,-7-3 0-16,2-2 0 0,-3-2 0 0,-1-1 0 15,0 0 0-15,-3 2 0 16,-3 2 0-16,2 1 0 0,-6 4 0 15,0 4 0-15,4 3 0 0,-4 3 0 16,2 1 0-16,-2 6 0 0,4 11 0 16,2 5 0-16,-1 7 0 0,5 7 0 15,2 2 0-15,3 4 0 0,-5 3 0 16,3 6 0-16,-5 2 0 16,-8 4 0-16,0 2 0 0,-11 1 0 15,-5-2 0-15,-5-1 0 0,-4-6 0 16,3 0 0-16,-7-8 0 15,2-4 0-15,-4-8 0 0,2-8 0 16,-6-7 0-16,4-15 0 0,-2-7 0 16,-2-16 0-16,2-14 0 0,2-7 0 15,0-9 0-15,14 5 0 0,13 9 0 16,4 5 0-16,21 8 0 16,3 1 0-16,9 1 0 0,9 2 0 15,5 1 0-15,5 1 0 0,2-1 0 16,-1-1 0-16,3-4 0 0,-8-5 0 15,-11 5-161-15,-6-8-3985 0</inkml:trace>
  <inkml:trace contextRef="#ctx0" brushRef="#br0" timeOffset="41985.17">13509 11187 1984 0,'0'0'3130'0,"0"0"-1649"16,0 0-689-16,0 0-192 15,0 0-395-15,0 0-205 0,0 0 0 16,0 0 0-16,0 0 0 0,-17-18 0 15,40 28 0-15,8 3 0 0,10-2 0 16,11-3 0-16,6 0 0 16,6-5 0-16,8 0 0 0,-2-2 0 15,7-1 0-15,-3 0 0 0,1-3 0 16,-9-1 0-16,-8-3-333 16,-19 1-1724-16,-8-5-1420 0</inkml:trace>
  <inkml:trace contextRef="#ctx0" brushRef="#br0" timeOffset="42575.06">15598 11314 3881 0,'0'0'545'0,"0"0"427"0,0 0-204 16,0 0-43-16,0 0 415 16,0 0-979-16,50 2-161 0,2-9 0 15,22-1 0-15,15 0 0 0,10 2 0 16,1 2 0-16,-5 1 0 0,-6 1 0 15,-5 2 0-15,-7 0 0 0,-9 0 0 16,-10 4 0-16,-9 0 0 0,-18-3-1517 16,-10-1-3134-16</inkml:trace>
  <inkml:trace contextRef="#ctx0" brushRef="#br0" timeOffset="49656.52">24541 15898 5466 0,'0'0'516'0,"0"0"-144"0,0 0 485 16,-41-25-421-16,30 18-156 0,3 1-15 15,2 2-265-15,4 2 0 0,-2-1 0 16,1 1 0-16,1 0 0 15,2 1 0-15,0 0 0 0,0 1 0 16,7 1 0-16,3 3 0 0,6 1 0 16,5 2 0-16,6-1 0 0,2-1 0 15,4-1 0-15,4-1 0 16,7 0 0-16,3-1 0 0,7 0 0 0,4-2 0 16,8-1 0-16,6-1 0 15,7 2 0-15,8 0 0 0,2 0 0 16,6 4 0-16,2-1 0 0,4 1 0 15,4 1 0-15,3-1 0 0,2-1 0 16,1 1 0-16,3-2 0 16,2 1 0-16,4-3 0 0,-1 1 0 15,5-1 0-15,0 0 0 0,0-4 0 16,3 0 0-16,-3 1 0 0,-4-1 0 16,-3 3 0-16,1 1 0 0,-8 3 0 15,-7 1 0-15,-8 1 0 0,-10 1 0 16,-11-1 0-16,-12 0 0 15,-10-2 0-15,-13 2 0 0,-8-3 0 16,-10 1 0-16,-9-2 0 0,-5-1 0 16,-5 0 0-16,-2 0 0 0,0 0 0 15,-7-2 0-15,-5-3 0 0,-7-1 0 16,1 2 0-16,1 1 0 16,5 2 0-16,6 1 0 0,2 0 0 15,4 0 0-15,0 1 0 0,0 1-1017 16,2 2-448-16</inkml:trace>
  <inkml:trace contextRef="#ctx0" brushRef="#br0" timeOffset="51876.21">19363 8231 1704 0,'0'0'292'0,"0"0"969"16,0 0-405-16,0 0-71 0,0 0 419 16,0 0-579-16,0 0-93 0,0 0 164 15,0 0-459-15,-6-8-237 16,6 10 0-16,-3 1 0 0,-1 4 0 15,4 3 0-15,-4 9 0 0,2 6 0 16,-2 4 0-16,4 2 0 0,0 3 0 16,-2 3 0-16,0 4 0 15,2 4 0-15,-2 2 0 0,2 1 0 16,0 0 0-16,0 3 0 0,0-2 0 16,0 2 0-16,0 0 0 0,0 2 0 15,2-2 0-15,0 1 0 0,-2 1 0 16,2 2 0-16,-2-2 0 15,0 2 0-15,4-2 0 0,-2 0 0 16,2 1 0-16,-4-1 0 0,4 1 0 16,-4 0 0-16,0 3 0 0,-4 2 0 15,-2 2 0-15,-2 3 0 0,-2 1 0 16,-3 3 0-16,3 3 0 0,-5-1 0 16,5 2 0-16,0 0 0 15,-3 2 0-15,5-1 0 0,-2 1 0 16,1-3 0-16,3-1 0 0,-2-5 0 15,2-2 0-15,-3 0 0 0,3-1 0 16,-4 1 0-16,6 3 0 16,-5-1 0-16,1 0 0 0,2-2 0 15,2-3 0-15,-2-5 0 0,4-2 0 16,-3-4 0-16,5-3 0 16,-4-6 0-16,4-5 0 0,0-8 0 15,4-6 0-15,1-5 0 0,-3-4 0 16,2-3 0-16,-2-4 0 0,0-1 0 15,0 1 0-15,-2-2 0 0,0 2 0 16,4 0 0-16,-4 1 0 0,0-1 0 16,0-1 0-16,0 0 0 0,-4-1 0 15,4 0 0-15,-2-3 0 0,0 0 0 16,2-1 0-16,0-3-921 0,0-8-3205 16</inkml:trace>
  <inkml:trace contextRef="#ctx0" brushRef="#br0" timeOffset="59168.64">7830 12377 2152 0,'0'0'2326'0,"0"0"-1818"0,0 0 700 16,0 0-523-16,0 0-213 0,0 0 92 15,0 0-408-15,0 0-84 0,-10-17-23 16,24 21-49-16,13 5 0 0,10 1 0 16,11 1 0-16,8-2 0 0,2 0 0 15,6-2 0-15,8-1 0 16,9-4 0-16,8-1 0 0,0-1 0 16,-5-1 0-16,-5 1 0 0,-15 0 0 15,-12 0 0-15,-7 0 0 0,-8 4-253 16,-6-2-535-16,-8 3 31 15,-6-3-159-15,-3 1-1457 0</inkml:trace>
  <inkml:trace contextRef="#ctx0" brushRef="#br0" timeOffset="59463.49">8884 12114 4434 0,'0'0'936'16,"0"0"-204"-16,0 0-35 0,0 0 191 16,0 0-516-16,0 0-239 0,0 0-133 15,0 0 0-15,0 0 0 0,69 24 0 16,-20-9 0-16,3 4 0 16,-4 4 0-16,-11 4 0 0,-6 0 0 15,-6 4 0-15,-13 1 0 0,-4-2 0 16,-12-1-309-16,-12 0-3 15,-9 0 144-15,-6 4 120 0,-2 1 48 16,-9 1 12-16,1 2 148 0,4-2-72 16,-5-6-44-16,16-5-44 0,5-9-492 15,11-6-1573-15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12:59.75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763 5913 2185 0,'0'0'1152'0,"0"0"-220"15,0 0-327-15,0 0-269 0,0 0-40 16,0 0 92-16,0 0-164 0,0 0 72 16,0 0 269-16,8 4-229 15,-2-12-44-15,3-9 88 0,5-7-204 16,3-9-147-16,1-10-29 0,5-11 0 15,-2-4 0-15,3-5 0 0,-1-3 0 16,-2-6 0-16,6-7 0 16,4-6 0-16,6-7 0 0,6 1 0 15,-1 6 0-15,-1 7 0 0,-8 8 0 16,-4 9 0-16,-2 9 0 0,-9 10 0 16,-3 11 0-16,-1 11 0 0,-12 9 0 15,3 6 0-15,-5 5 0 0,0 0 0 16,0 1 0-16,-3 10 0 0,-1 9 0 15,-4 15 0-15,0 13 0 0,-3 8 0 16,3-2 0-16,2-3 0 0,4-6 0 16,2-3 0-16,6-5 0 15,-2-8 0-15,5-4 0 0,3-7 0 16,0-8 0-16,5-6 0 0,-1-4 0 16,3-12 0-16,0-7 0 0,1-6 0 15,-1-4 0-15,-3-4 0 16,-5-3 0-16,-1-3 0 0,0 3 0 15,-5 3 0-15,-1 6 0 0,0 9 0 16,0 7 0-16,-4 8 0 0,0 3 0 16,0 0 0-16,0 7 0 15,-2 12 0-15,0 15 0 0,-2 10 0 16,4 2 0-16,2-1 0 0,6-5 0 16,11-5 0-16,1-3 0 0,9-6 0 15,6-7 0-15,7-3 0 0,-1-7 0 16,-10-3 0-16,-4-6-1361 0</inkml:trace>
  <inkml:trace contextRef="#ctx0" brushRef="#br0" timeOffset="1149.53">2009 5155 4410 0,'0'0'904'0,"0"0"152"0,0 0-363 15,0 0-149-15,0 0 41 0,0 0-585 16,-2-33 0-16,-2 27 0 16,-4 1 0-16,-3 0 0 0,-1 3 0 15,-2 1 0-15,1 1 0 0,3 3 0 16,-1 3 0-16,3 0 0 0,2 0 0 16,4-1 0-16,-2 3 0 0,0-1 0 15,4 3 0-15,0-1 0 0,10 3 0 16,4 1 0-16,7 1 0 0,0 0 0 15,0 1 0-15,-5 0 0 0,-1-1 0 16,-3 3 0-16,-4-1 0 0,-6 1 0 16,-2-2 0-16,0 1 0 15,-6-3 0-15,-4 0 0 0,-7-1 0 16,3-2 0-16,-9 0 0 0,0-3 0 16,0-1 0-16,-1-5 0 0,1-1 0 15,4-6 0-15,5-3 0 16,6 0-565-16,3-1-2921 0</inkml:trace>
  <inkml:trace contextRef="#ctx0" brushRef="#br0" timeOffset="2923.59">2611 4859 720 0,'0'0'4134'0,"0"0"-2822"0,0 0-507 16,0 0-37-16,0 0-315 15,0 0-453-15,0 0 0 0,-33-23 0 16,33 23 0-16,0 5 0 0,8 4 0 16,2 7 0-16,5 3 0 0,3 2 0 15,7 0 0-15,2 0 0 0,0 1 0 16,2-2 0-16,0-2 0 0,0-2 0 15,-4 0 0-15,-1-4 0 0,-3 0 0 16,-4-1 0-16,-3-1 0 16,-8-2 0-16,0 2 0 0,3-2 0 15,-9 3 0-15,4-2 0 0,-2-3 0 16,-2-1 0-16,-6 2 0 0,-5 1 0 16,-9 6 0-16,-13 2 0 0,-7-2 0 15,-1 1 0-15,-2 0 0 16,-3 0 0-16,3-1 0 0,1 1 0 15,9-4 0-15,13-1 0 0,7-5 0 16,9-3 0-16,4-1 0 16,6-1 0-16,3 0 0 0,15-6-3002 0</inkml:trace>
  <inkml:trace contextRef="#ctx0" brushRef="#br0" timeOffset="3997.48">3208 5942 3193 0,'0'0'1841'0,"0"0"-797"0,0 0-491 15,0 0-57-15,0 0 380 0,0 0-687 16,0 0-189-16,31-57 0 0,-14 21 0 15,1-5 0-15,3-5 0 0,2-9 0 16,2-10 0-16,1-6 0 16,5-11 0-16,0-4 0 0,0 0 0 15,0 1 0-15,3 7 0 0,-12 11 0 16,-1 10 0-16,-2 12 0 0,-7 12 0 16,-2 8 0-16,-4 9 0 0,-3 10 0 15,-1 1 0-15,-2 5 0 0,0 0 0 16,-5 6 0-16,-3 10 0 0,-6 19 0 15,-7 10 0-15,5 7 0 0,-1 0 0 16,7-6 0-16,8-3 0 16,2-10 0-16,4-8 0 0,10-6 0 15,-3-11 0-15,5-3 0 0,-1-5 0 16,5-10 0-16,3-6 0 0,-2-6 0 16,1-7 0-16,3-1 0 0,2-3 0 15,-2 1 0-15,-7 0 0 16,1 4 0-16,-9 7 0 0,1 6 0 15,-11 9 0-15,0 5 0 0,0 1 0 16,0 1 0-16,-4 12 0 16,-3 15 0-16,-1 6 0 0,2 8 0 15,4-1 0-15,2-7 0 0,8 1 0 16,5-3 0-16,3-3 0 0,5 0 0 16,1-3 0-16,3-2 0 0,2-4 0 15,-12-6 0-15,1-6-1365 0</inkml:trace>
  <inkml:trace contextRef="#ctx0" brushRef="#br0" timeOffset="5113.07">4194 5500 1532 0,'0'0'52'0,"0"0"1717"0,0 0-548 15,13-36-549-15,-9 23 52 0,0 1 217 16,-4 2-405-16,0-1-28 0,-4 0-271 16,0 4-237-16,2 0 0 0,-5 3 0 15,3 2 0-15,-2 2 0 0,-4 0 0 16,-1 12 0-16,-9 9 0 0,-1 10 0 15,0 6 0-15,5-2 0 0,10-4 0 16,1-2 0-16,5-4 0 16,5-6 0-16,5-4 0 0,6-6 0 15,1-5 0-15,4-5 0 0,3-7 0 16,3-8 0-16,-4-4-353 0,-4 3-851 16,-3-3-2862-16</inkml:trace>
  <inkml:trace contextRef="#ctx0" brushRef="#br0" timeOffset="5329.7">4357 5020 3417 0,'0'0'3202'0,"0"0"-2066"16,0 0-720-16,-16 41-395 0,6-5-21 15,3 5 0-15,-3 7 0 0,6 1 0 16,0 7 0-16,4 5 0 15,-2 2 0-15,2 2 0 0,0-3 0 0,-4-6 0 16,4-7 0-16,0-11 0 16,4-6 0-16,0-9 0 0,-2-9 0 15,2-6-3470-15</inkml:trace>
  <inkml:trace contextRef="#ctx0" brushRef="#br0" timeOffset="20756.99">1135 7228 6286 0,'0'0'785'0,"-15"40"-433"16,15-14 40-16,0 7-15 16,0 4-377-16,5 7 0 0,1 6 0 15,0 1 0-15,2 1 0 0,3-2 0 16,-3-3 0-16,0-3 0 0,0-6 0 16,1-4 0-16,-5-6 0 0,2-9-237 15,-2-7-835-15,2-5-249 16,-6-6-3289-16</inkml:trace>
  <inkml:trace contextRef="#ctx0" brushRef="#br0" timeOffset="21351.93">1174 7184 3789 0,'0'0'1025'0,"0"0"-233"0,0 0 341 16,0 0-565-16,0 0-88 0,0 0-75 15,0 0-405-15,0 0 0 0,0 0 0 16,58-41 0-16,-23 29 0 0,2 5 0 15,-2 3 0-15,-1 5 0 16,-10 6 0-16,1 3 0 0,-2 2 0 16,-2-1 0-16,-5 5 0 0,1-3 0 15,-11 4 0-15,-2 3 0 0,-4 0 0 16,-10 1 0-16,-1 1 0 16,-7-1 0-16,1-1 0 0,-3-1 0 15,-3 1 0-15,0-4 0 0,-2-5 0 16,5 0 0-16,-3-4 0 0,4-2 0 15,1-3 0-15,5-2 0 0,7 0 0 16,0 0 0-16,6 0 0 16,0 0 0-16,0 0 0 0,0 0 0 15,0 0 0-15,4 3 0 0,6 4 0 16,7 6 0-16,6 6 0 0,8 6 0 16,0 0 0-16,-2 1 0 0,-5 0 0 15,-5-1 0-15,-3 2 0 0,-5 4 0 16,-5 0 0-16,-2 2 0 15,-6 0 0-15,-6 3 0 0,-7-1 0 16,-1-1 0-16,-9-1 0 0,2-5 0 16,-4-8 0-16,5-7 0 0,3-9 0 15,0-9 0-15,7-14 0 0,8-6-41 16,4-12-1455-16,0 7-145 16,4-1-636-16</inkml:trace>
  <inkml:trace contextRef="#ctx0" brushRef="#br0" timeOffset="21891.47">1610 7852 2421 0,'0'0'2121'0,"4"34"-1749"0,1-20 436 0,1-3-344 0,4-3-104 0,-8-2 129 15,2-1-297-15,0-3 4 0,-4 1 108 16,0-2-160-16,0 1 32 15,0-2-31-15,0-2-145 0,-4-9 0 16,-2-6 0-16,-4-6 0 0,1-8 0 16,1-5 0-16,2 0 0 0,2 1 0 15,4 3 0-15,2 6 0 0,6 7 0 16,3 6 0-16,-1 5 0 16,6 1 0-16,1 3 0 0,6 1 0 15,-1 0 0-15,1 2 0 0,0 1 0 16,2 0 0-16,-5 0 0 0,1 0-189 15,-9 1-1264-15,-3 0-4589 0</inkml:trace>
  <inkml:trace contextRef="#ctx0" brushRef="#br0" timeOffset="22663.61">1931 7865 3525 0,'0'0'2029'0,"0"0"-780"16,0 0-725-16,0 0 48 0,35-7-279 16,-19-4-293-16,5-6 0 0,0-2 0 15,-5 3 0-15,1-6 0 0,-3 2 0 16,-3 0 0-16,-1 0 0 15,-10 3 0-15,0 2 0 0,0 2 0 16,-10 2 0-16,-1 4 0 0,-5 5 0 16,-3 2 0-16,1 6 0 0,-5 5 0 15,2 6 0-15,2 4 0 16,-1 3 0-16,9 2 0 0,-3-1 0 16,8 3 0-16,6-1 0 0,4 1 0 15,4-3 0-15,11-4 0 0,1-3 0 16,7-1 0-16,6-9 0 0,5-4-593 15,1-4-363-15,-10-4-1702 0,0-6-1327 16</inkml:trace>
  <inkml:trace contextRef="#ctx0" brushRef="#br0" timeOffset="22925.65">2266 7695 5058 0,'0'0'1120'0,"0"0"-595"0,0 0 163 16,0 0-236-16,-34 4-220 15,20 24-115-15,0 10-117 0,1 6 0 16,3-4 0-16,2-1 0 0,3-5 0 16,5-5 0-16,0-6 0 0,9-7 0 15,1-5 0-15,2-8 0 0,7-3 0 16,0-8 0-16,1-7 0 16,-1-8 0-16,-5 1 0 0,-1-1 0 15,-3 3 0-15,0 5 0 0,-7 5 0 16,1 5 0-16,-4 4 0 0,4 1 0 15,-4 5 0-15,4 7 0 0,2 5 0 16,4 1 0-16,1-1-345 16,5-5-735-16,-5-6-205 0,-5-3-3605 0</inkml:trace>
  <inkml:trace contextRef="#ctx0" brushRef="#br0" timeOffset="23470.78">2474 7147 5810 0,'0'0'532'0,"0"0"-39"0,0 0 63 0,-10 43-312 16,10-3 8-16,0 11 53 0,6 5-305 15,-2 1 0-15,3 5 0 0,-7 2 0 16,2 4 0-16,-2 2 0 16,0-1 0-16,0-5 0 0,0-8 0 15,0-5 0-15,2-9 0 0,0-8 0 16,0-12-925-16,2-10-248 0,0-8-2753 0</inkml:trace>
  <inkml:trace contextRef="#ctx0" brushRef="#br0" timeOffset="23751.93">2528 7741 6354 0,'0'0'789'0,"0"0"-269"0,21-45-20 16,-9 31-471-16,3 1-29 16,1 1 0-16,1 3 0 0,-1-1 0 15,3 3 0-15,-3 1 0 0,1 4 0 16,-3 1 0-16,-7 1 0 0,-3 0 0 15,-4 3 0-15,0 4 0 0,0 7 0 16,-11 9 0-16,-5 7 0 16,-5 3 0-16,1 1 0 0,-3-2 0 15,8-2 0-15,1-3 0 0,8-1 0 16,6-4 0-16,4-3 0 0,8-3 0 16,5-3 0-16,1-3 0 0,9-7 0 15,-6-1 0-15,6-2 0 0,-7-5 0 16,-3-2-1221-16,-3-2-1024 0</inkml:trace>
  <inkml:trace contextRef="#ctx0" brushRef="#br0" timeOffset="24106">2869 7641 6767 0,'0'0'800'0,"0"0"-332"16,-52 15-311-16,36 4-157 0,-5 5 0 15,7 2 0-15,-3 2 0 0,7 1 0 16,0-1 0-16,5-5 0 16,5-1 0-16,3-3 0 0,3-3 0 15,6-6 0-15,3-4 0 0,1-6 0 16,3-6 0-16,3-7 0 0,-1-6 0 16,0-2 0-16,-9-2 0 0,-1 3 0 15,-5 0 0-15,2 6 0 16,-8 3 0-16,2 5 0 0,-2 5 0 15,0 1 0-15,0 0 0 0,2 5 0 16,0 8 0-16,2 7 0 0,-4 5 0 16,0 2 0-16,0-1 0 0,0-6 0 15,2-2 0-15,1-5 0 0,3-5 0 16,0-3-1025-16,0-1-60 0,0-3-87 16,5-1-1337-16</inkml:trace>
  <inkml:trace contextRef="#ctx0" brushRef="#br0" timeOffset="24584.45">3035 7639 4994 0,'0'0'1757'16,"0"0"-1413"-16,0 0 92 0,0 0-92 15,0 0-120-15,0 0-131 0,0 0-93 16,0 0 0-16,4 38 0 15,-4-9 0-15,4 2 0 0,-4 2 0 16,0-5 0-16,0-1 0 0,4-2 0 16,4-5 0-16,0-4 0 0,5-7 0 15,1-5 0-15,-3-4 0 0,1-7 0 16,-2-10 0-16,1-3 0 16,-5-5 0-16,2-2 0 0,-8-2 0 15,0 0 0-15,0-1 0 0,0 5 0 16,2 10 0-16,-2 7 0 0,0 4 0 15,0 4 0-15,-2 2 0 16,-4 13 0-16,2 8 0 0,-4 7 0 16,6 3 0-16,-3-2 0 0,5-6 0 15,0-4 0-15,5-3 0 0,7-7 0 16,0-5 0-16,5-3 0 0,-1-4 0 16,5-5 0-16,-6-7 0 0,1-3 0 15,1-5 0-15,-3-1 0 16,-1-4 0-16,-3-4 0 0,-2-2 0 15,-6-1 0-15,2-4 0 0,-4 5 0 16,0 8 0-16,0 10 0 0,0 6 0 16,0 6 0-16,0 1 0 0,-4 1 0 15,4 2 0-15,0 1 0 0,0 1-1545 16</inkml:trace>
  <inkml:trace contextRef="#ctx0" brushRef="#br0" timeOffset="25441.6">3479 7674 6130 0,'0'0'781'0,"0"0"-261"0,0 0-8 0,0 0-263 0,0 0-249 15,0 0 0-15,0 0 0 0,-37 50 0 16,26-15 0-16,1 1 0 0,4-8 0 15,4-2 0-15,0-4 0 0,2-7 0 16,4-6 0-16,2-4 0 16,4-5 0-16,7-1 0 0,-3-10 0 15,3-5 0-15,-7-3 0 0,3-1 0 16,-3 1 0-16,-2 1 0 0,-1 4 0 16,-1 4 0-16,-2 8 0 0,-4 2 0 15,2 5 0-15,0 11 0 0,-2 11 0 16,0 9 0-16,0-1 0 15,6-4 0-15,0-7 0 0,9-8 0 16,8-8 0-16,1-8 0 0,3-4-29 16,0-8-155-16,-2-2-140 0,-4-7 32 15,-5 1-92-15,-6-3 224 0,-7 1 40 16,-1-1-41-16,-2 0 157 16,0 0 4-16,-5-1 121 0,5 0 55 15,-4 7-4-15,2 6 80 0,0 6-248 16,2 4 24-16,0 1 156 0,0 0-52 15,-2 1 12-15,2 7 40 0,-6 4-148 16,2 5 8-16,-4 0 48 16,-1-1-84-16,5-4 20 0,0-1 25 15,2-5-53-15,2-4 0 0,2-1 0 16,6-1 0-16,9-5 0 0,3-2 0 16,3-1 0-16,-2 0 0 0,-7 4 0 15,-3 2 0-15,-5 2 0 0,0 0 0 16,-2 2 0-16,2 10 0 15,-1 8 0-15,1 5 0 0,-2 7 0 16,-4 4 0-16,0 3 0 0,2 6 0 16,-2 6 0-16,-2 6 0 0,-2 3 0 15,-2 4 0-15,-11-1 0 0,-4 0 0 16,-3-2 0-16,-7 0 0 16,-3-4 0-16,-3-6 0 0,6-7 0 15,-4-11 0-15,4-12 0 0,6-12 0 16,5-9 0-16,5-14 0 0,5-12 0 15,0-14 0-15,10-12 0 16,0-10 0-16,10-7 0 0,11-5 0 16,5 3 0-16,16-1 0 0,7 8-425 15,7 4-439-15,-12 18-333 0,1 1-2088 0</inkml:trace>
  <inkml:trace contextRef="#ctx0" brushRef="#br0" timeOffset="25801.43">4692 7197 6294 0,'0'0'909'0,"0"0"-377"0,-10 44-75 16,4-7-457-16,2 4 0 0,4 5 0 16,0 3 0-16,0 1 0 0,4 2 0 15,-2 4 0-15,2-1 0 0,-4 0 0 16,0-4 0-16,-4-1 0 0,-2-6 0 15,-5-5 0-15,-3-5 0 16,1-9-81-16,3-6-1443 0,-4-11-369 0</inkml:trace>
  <inkml:trace contextRef="#ctx0" brushRef="#br0" timeOffset="25941.88">4502 7671 6599 0,'0'0'932'16,"0"0"-400"-16,0 0-403 0,50-21-129 15,-30 17 0-15,1 1 0 0,0 1 0 16,-1 0 0-16,3 1 0 16,2-1 0-16,4-1 0 0,2 1-165 15,4 1-987-15,-10 0-269 0,2 0-2177 0</inkml:trace>
  <inkml:trace contextRef="#ctx0" brushRef="#br0" timeOffset="26217.56">4965 7609 4802 0,'0'0'1016'15,"0"0"81"-15,0 0-561 0,-35 11-236 16,21 1 141-16,-3 5-441 0,5 2 0 16,-3 2 0-16,5 4 0 0,4 3 0 15,-5 0 0-15,11-1 0 0,0-2 0 16,2-4 0-16,9-1 0 16,3-5 0-16,3-4 0 0,-1-4 0 15,3-6 0-15,-3-1 0 0,5-11 0 16,-11-4 0-16,1-5 0 0,-5-4 0 15,-2-1 0-15,-4-3 0 0,0 1 0 16,-10 1 0-16,-1 4 0 16,1 0 0-16,0 8 0 0,4 6 0 15,1 3 0-15,5 4-329 0,0 0-791 16,0 1-261-16,0 1-624 0</inkml:trace>
  <inkml:trace contextRef="#ctx0" brushRef="#br0" timeOffset="26417.46">5023 7992 4426 0,'0'0'788'0,"0"0"240"0,0 0-371 0,0 0-257 16,10-50 268-16,-10 12-443 0,3-5-225 16,1 2 0-16,0 3 0 15,6 6 0-15,0 3 0 0,3 5 0 16,1 6 0-16,-1 1 0 15,7 0 0-15,1 2 0 0,-6 2-1846 16,1 1-2251-16</inkml:trace>
  <inkml:trace contextRef="#ctx0" brushRef="#br0" timeOffset="27009.73">5480 7661 6202 0,'0'0'1145'0,"0"0"-601"0,-39 0-243 0,16 7-301 15,2 2 0-15,5 4 0 0,-5 4 0 16,11-2 0-16,-1 2 0 15,1 1 0-15,6-2 0 0,2 2 0 16,2-1 0-16,0-4 0 0,6-3 0 16,0-4 0-16,5-6 0 0,3-2 0 15,3-9 0-15,-1-4-81 0,5-5 1 16,-3-4-40-16,1-1-12 16,0 0-32-16,-3 5-12 0,-6 3 128 15,1 6 48-15,-9 5 0 0,2 2-12 16,-4 4 12-16,0 5 28 0,0 9 4 15,-6 15 28-15,-5 8 72 0,-7 7-56 16,1 4 20-16,1-1 180 16,-1 3-163-16,3 1-113 0,1-1 0 15,5-1 0-15,2-3 0 0,2-5 0 16,2-3 0-16,2-5 0 0,0-3 0 16,0-8 0-16,2-6 0 0,6-8-537 15,9-8-207-15,-1-10-109 0,1 0-1084 16,1-10-204-16</inkml:trace>
  <inkml:trace contextRef="#ctx0" brushRef="#br0" timeOffset="27283.6">5592 7615 5310 0,'0'0'1281'0,"0"0"-249"0,-15 47-463 16,15-27-569-16,0 4 0 0,-2 1 0 15,2 1 0-15,0-1 0 0,2-2 0 16,6 0 0-16,3-4 0 16,5-3 0-16,-1-5 0 0,1-4 0 15,1-7 0-15,-7-2 0 0,5-12 0 16,-3-4 0-16,2-7 0 0,-1-2 0 16,-3-3 0-16,1 0 0 0,-3 4 0 15,-2 5 0-15,0 7 0 0,-6 7 0 16,0 3 0-16,4 2 0 15,-4-1 0-15,0 3 0 0,0 2 0 16,0 7 0-16,0-1-397 0,-8 4-1300 0</inkml:trace>
  <inkml:trace contextRef="#ctx0" brushRef="#br0" timeOffset="27579.97">5802 7847 7583 0,'0'0'609'0,"0"0"-609"0,0 0 0 16,42-49 0-16,-15 14 0 16,10-4 0-16,-2-2 0 0,-4 6 0 15,-4-3 0-15,-6 1 0 0,-5 1 0 16,-6 6 0-16,-10 4 0 0,0 9 0 16,-6 9 0-16,-4 5 0 0,-9 8 0 15,-1 9 0-15,1 8 0 0,-8 6 0 16,2 4 0-16,5 6 0 15,-1 1 0-15,6 1 0 0,7 1 0 16,8-6 0-16,6-3 0 0,15-3 0 16,10-10 0-16,6-5 0 0,13-8 0 15,8-6 0-15,4-5 0 0,4-5 0 16,-18 1-1377-16,-5-4-2825 0</inkml:trace>
  <inkml:trace contextRef="#ctx0" brushRef="#br0" timeOffset="28201.72">1408 8767 6498 0,'0'0'909'0,"0"55"-461"0,2-18-111 0,-2 0-337 15,0 3 0-15,0-4 0 16,0-1 0-16,0-3 0 0,0-4 0 16,4-5 0-16,2-3 0 0,-4-4-589 15,0-7-1364-15,-2-5-1380 0</inkml:trace>
  <inkml:trace contextRef="#ctx0" brushRef="#br0" timeOffset="28340.79">1441 8378 5026 0,'0'0'0'0,"0"0"-608"0,0 0 87 16,0 0-1468-16</inkml:trace>
  <inkml:trace contextRef="#ctx0" brushRef="#br0" timeOffset="28587.76">1561 9100 5682 0,'0'0'1073'0,"0"0"-409"0,18-61 109 16,-5 22-773-16,-1 2 0 0,0 3 0 15,1 5 0-15,-1 3 0 0,3 6 0 16,-9 7 0-16,0 5 0 15,0 8 0-15,-1 12 0 0,1 9 0 16,-2 8 0-16,0 5 0 0,-4 1 0 16,0-1 0-16,6-1 0 0,0-3 0 15,5-3 0-15,1-6 0 16,1-6-261-16,-3-8-3537 0</inkml:trace>
  <inkml:trace contextRef="#ctx0" brushRef="#br0" timeOffset="29251.67">2567 8821 4097 0,'0'0'3142'0,"0"0"-2458"0,0 0-415 16,0 0-269-16,-45-10 0 0,26 7 0 16,1-2 0-16,-1 2 0 0,3-1 0 15,5 1 0-15,1 1 0 0,2 1 0 16,1 1 0-16,-1 4 0 16,-2 5 0-16,-5 6 0 0,5 0 0 15,0 2 0-15,8-3 0 0,4-2 0 16,12 0 0-16,9-1 0 0,8 0 0 15,4-3 0-15,2 3 0 16,0-1 0-16,-10 0 0 0,-2 4 0 16,-8 0-141-16,-11 2-35 0,-6 2 132 15,-2 0 44-15,-6 0 64 0,-9 0 233 16,-2 0-297-16,-3 1 0 0,-5-3 0 16,-4-1 0-16,4-2 0 0,-4-6 0 15,4-7 0-15,6-3 0 0,5-13-1233 16,8-1-736-16,1-7-849 0</inkml:trace>
  <inkml:trace contextRef="#ctx0" brushRef="#br0" timeOffset="29593.53">2733 8422 5530 0,'-6'34'776'0,"-5"6"445"0,-1 13-556 16,-5 5-665-16,1 4 0 0,-1 2 0 15,7 1 0-15,0-6 0 16,-1-6 0-16,7-4 0 0,2-8 0 16,2-3 0-16,0-8 0 0,6-7 0 15,-4-6 0-15,0-9 0 0,5-4 0 16,-5-4 0-16,6-10 0 0,6-11 0 16,9-11 0-16,-6-7 0 0,3 2 0 15,-1 9 0-15,-3 6 0 0,-5 9 0 16,-5 9 0-16,-4 3 0 15,-2 3 0-15,4 9 0 0,0 12 0 16,0 5 0-16,3 6 0 0,-5-1 0 16,6-6 0-16,2-2 0 0,1-6 0 15,5-3 0-15,-6-5-453 16,1-6-996-16,-5-3-3041 0</inkml:trace>
  <inkml:trace contextRef="#ctx0" brushRef="#br0" timeOffset="30128.33">3142 8926 6891 0,'0'0'1000'0,"-27"-44"-699"0,9 24-301 16,-3 8 0-16,0 5 0 0,3 4 0 16,3 3 0-16,-1 5 0 0,1 3 0 15,3 3 0-15,-1 2 0 0,3 2 0 16,2-1 0-16,4 1 0 0,-3 0 0 16,5-2 0-16,2 2 0 0,4-1 0 15,3-2 0-15,5-2 0 16,5-4 0-16,-1-2 0 0,5-4 0 0,-1 0 0 15,-3-1 0-15,4-4 0 16,-7 0 0-16,3-1 0 0,-7 2 0 16,-6 2 0-16,-2 2 0 0,0 1 0 15,0 5 0-15,-2 11 0 16,0 10 0-16,0 4 0 0,-2 3 0 16,2-4 0-16,4-9 0 0,7-3 0 15,3-5 0-15,3-6-97 0,3-7-779 16,-5 0-133-16,1-4-1988 0</inkml:trace>
  <inkml:trace contextRef="#ctx0" brushRef="#br0" timeOffset="30542.31">3527 8676 5766 0,'2'-36'925'0,"-2"1"-165"16,-2-6-19-16,-5 4-741 16,-1 2 0-16,-4 7 0 0,-3 6 0 15,-1 5 0-15,1 7 0 0,1 5 0 16,-1 2 0-16,3 3 0 0,-1 6 0 15,-3 6 0-15,-3 5 0 16,3 4 0-16,-1 2 0 0,3 3 0 16,1 2 0-16,5 4 0 0,6 4 0 15,2 5 0-15,0 0 0 0,6 7 0 16,7 3 0-16,5 0 0 0,3-2 0 16,-5-3 0-16,5-6 0 0,-9-4 0 15,-1-3 0-15,-3-3 0 16,-8-4 0-16,0-2 0 0,-10-6 0 0,-5-3-281 15,5-7-1015-15,-2-5-337 0</inkml:trace>
  <inkml:trace contextRef="#ctx0" brushRef="#br0" timeOffset="30676.57">3210 9057 6458 0,'0'0'493'15,"0"0"87"-15,44 7 81 0,-24-8-661 16,7-7 0-16,4-4 0 15,0-5 0-15,2-3 0 0,-2-4 0 16,0-2 0-16,-4-1 0 0,0-3 0 16,-2-3-489-16,-9 9-704 0,-5-3-3553 0</inkml:trace>
  <inkml:trace contextRef="#ctx0" brushRef="#br0" timeOffset="30865.86">3626 8612 6162 0,'-9'33'1065'0,"7"-3"-433"0,-6 8-299 16,6 1-333-16,-8 4 0 0,6 2 0 16,-1 1 0-16,3-1 0 0,2-2 0 15,0-1 0-15,0 0 0 16,-6 0 0-16,-2-2 0 0,-2-4 0 16,-3-6 0-16,-1-9-2894 0,1-10-1028 0</inkml:trace>
  <inkml:trace contextRef="#ctx0" brushRef="#br0" timeOffset="31004.87">3469 9070 6170 0,'0'0'921'0,"37"-14"180"15,-12 4-1101-15,-3 3 0 0,5-3 0 16,4-1 0-16,0-1 0 0,2-1 0 16,5 1 0-16,-14 0-313 0,3 1-3785 15</inkml:trace>
  <inkml:trace contextRef="#ctx0" brushRef="#br0" timeOffset="31428.63">4298 8890 5814 0,'0'0'1089'15,"-23"46"-417"-15,10-15-55 16,7-1-617-16,-2 1 0 0,8-5 0 15,2-3 0-15,10-4 0 0,3-5 0 16,3-4 0-16,7-7 0 0,-2-3 0 16,2-8 0-16,0-4 0 0,-9-2 0 15,-3-2 0-15,-5 2 0 16,-4 5 0-16,-2 3 0 0,-2 1 0 16,-2 2 0-16,0-1 0 0,-4 1 0 15,2 0 0-15,2 1 0 0,-3 0 0 16,3 2 0-16,0-1 0 15,2 1 0-15,-2 0 0 0,2 0 0 16,0 0 0-16,-6 0 0 0,2 3 0 16,-7 2 0-16,1-1-337 0,-4 1-3257 0</inkml:trace>
  <inkml:trace contextRef="#ctx0" brushRef="#br0" timeOffset="32307.7">4405 8946 2176 0,'0'0'1421'0,"0"0"-693"16,0 0-587-16,0 0-45 0,0 0 16 15,0 0 80-15,0 0 84 0,0 0 520 16,0 0-212-16,27-35-99 15,-25 30 319-15,0 0-423 0,2 1-381 16,-4 0 0-16,0 1 0 0,-6 1 0 16,-6 0 0-16,-9 4 0 0,-6 7 0 15,-4 5 0-15,4 3 0 16,4 1 0-16,5 0 0 0,5 1 0 16,3 1 0-16,4-1 0 0,2-1 0 15,4-1 0-15,6-4 0 0,2 0 0 16,9-4 0-16,-3-1 0 15,7-4 0-15,2-1 0 0,-1-2 0 16,-1-1 0-16,0 2 0 0,-7 0 0 16,-3 0 0-16,-5 0 0 0,-2 1 0 15,-2 1 0-15,-2 4 0 0,0 2 0 16,-10 6 0-16,-7 2 0 0,-6-1 0 16,-2-1 0-16,-1-2 0 0,1-3 0 15,2-2 0-15,-4-2 0 0,11-3 0 16,5-3 0-16,7 0 0 0,0-1 0 15,4-4 0-15,10-4-81 16,11-6-1107-16,10-7 255 0,-8 5-251 16,2-3-2774-16</inkml:trace>
  <inkml:trace contextRef="#ctx0" brushRef="#br0" timeOffset="32735.65">4502 8933 4101 0,'0'0'2413'0,"0"0"-1364"16,0 0-420-16,0 0-629 15,0 0 0-15,0 0 0 0,-14 33 0 16,5 1 0-16,7 2 0 0,2-1 0 16,0-6 0-16,5 0 0 0,5-5 0 15,6-5 0-15,1-5 0 0,4-7 0 16,-1-5 0-16,1-5 0 0,0-10 0 16,1-6 0-16,-1-3 0 0,-9-8 0 15,1 2 0-15,-3-1 0 0,-4 0 0 16,1 7 0-16,-3 3 0 0,-4 7 0 15,0 7 0-15,0 3 0 16,0 2 0-16,0 2 0 0,0 8 0 16,-4 9 0-16,4 5 0 0,-7 7 0 15,3 2 0-15,2 0 0 16,-2 6 0-16,0 6 0 0,-2 6 0 16,-5 6 0-16,-3 1 0 0,-3 1 0 15,1-1 0-15,-11-2 0 16,-2-2 0-16,-4-4 0 0,2-5 0 15,4-7 0-15,-4-9 0 0,4-14 0 16,6-9 0-16,1-8 0 0,5-12 0 16,5-10 0-16,4-8 0 0,4-11 0 15,2-7 0-15,2-1 0 0,6 3 0 16,9 5 0-16,3 6 0 0,7 6 0 16,4 2 0-16,6-1-397 0,1 2-1384 15,-7 5 0-15,2-1-1188 0</inkml:trace>
  <inkml:trace contextRef="#ctx0" brushRef="#br0" timeOffset="33079.48">4903 8940 6939 0,'0'0'440'0,"0"0"-260"0,0 0 192 0,0 0-348 15,0 0-24-15,0 0 144 0,-54 40-51 16,34-26-93-16,-7 2 0 15,6-5 0-15,7 0 0 0,-3-4 0 16,9-2 0-16,6-1 0 0,2-1 0 16,0 3 0-16,6 1 0 0,15 5 0 15,6-3 0-15,8 1 0 0,-2-1 0 16,-6 1 0-16,-2 0 0 0,-5 1-185 16,-3 0-159-16,-7-3 244 0,-4 1 96 15,-2 0 8-15,-8 1 124 0,-6 3 373 16,-11 3-501-16,-1 2 0 15,-14-3 0-15,3-1 0 0,-4 0 0 16,6-5 0-16,6-4 0 0,9-3 0 16,10-2 0-16,8-12-857 0,6 3-404 15,8-14-1804-15</inkml:trace>
  <inkml:trace contextRef="#ctx0" brushRef="#br0" timeOffset="33263.58">5139 8633 6014 0,'0'0'585'0,"0"0"987"16,0 0-1551-16,0 0-21 0,0 0 0 16,-41 60 0-16,30-18 0 0,7 6 0 15,4 2 0-15,0 3 0 0,0 1 0 16,-2 0 0-16,-2 0 0 0,-2-2 0 16,-9-2 0-16,1-3 0 0,-3-7 0 15,-1-3-437-15,3-14-880 0,1-7-1908 16</inkml:trace>
  <inkml:trace contextRef="#ctx0" brushRef="#br0" timeOffset="33403.76">4940 9089 5618 0,'0'0'1165'0,"0"0"-785"16,46-37 264-16,-19 26-259 0,0-1-385 16,0-1 0-16,-1 3 0 0,1-2 0 15,2 3 0-15,-6 0 0 0,-2 4 0 16,-1 2-377-16,-9 2-1468 15,-7 1-216-15,-2 0-1668 0</inkml:trace>
  <inkml:trace contextRef="#ctx0" brushRef="#br0" timeOffset="33928">5250 9193 4930 0,'0'0'1340'16,"0"0"-619"-16,0 0-5 0,44-20-231 15,-34 4-485-15,-2-4 0 0,-1-3 0 16,-3-1 0-16,-2 2 0 0,-2 6 0 15,0 6 0-15,-2 4 0 16,-2 5 0-16,0 1 0 0,-7 7 0 16,-5 14 0-16,-1 9 0 0,-6 10 0 15,3 3 0-15,5-4 0 16,-1-1 0-16,10-7 0 0,6-7-541 16,8-4 29-16,10-9 172 0,5-6 256 15,4-5 56-15,2-7-92 0,4-6-137 16,-6-5 9-16,4-3 60 15,-6-1 188-15,-3 1 68 0,-1 3 528 16,-6 4-219-16,-7 4-141 0,-4 5 224 16,0 2-212-16,-4 3-32 0,2 2-99 15,0 11-117-15,0 8 0 0,-2 4 0 16,0 2 0-16,0-5 0 0,0-5 0 16,-2-5 0-16,2-5 0 0,0-5 0 15,2 2 0-15,2-3 0 0,3-2 0 16,3-9 0-16,4-7 0 15,3-7 0-15,4-1 0 0,-1 0 0 16,-3 4 0-16,4 0 0 0,-1 5 0 16,-3 3 0-16,-3 2 0 0,-3 7 0 15,-5 2 0-15,-4 1 0 16,0 1 0-16,0 0 0 0,2 0 0 16,-2 0 0-16,2 0 0 0,0 0 0 15,3 0 0-15,-3 2 0 0,-2 2 0 16,2 2 0-16,-2 7 0 15,0 3 0-15,-2 3 0 0,0 0 0 16,0-3 0-16,6-3 0 0,1-1 0 16,7-5 0-16,-4-3 0 0,7-3-2990 0</inkml:trace>
  <inkml:trace contextRef="#ctx0" brushRef="#br0" timeOffset="51901.22">15861 10818 1916 0,'0'0'2193'0,"0"0"-1340"0,0 0-189 16,0 0-284-16,0 0 52 0,0 0 157 16,0 0-409-16,0 0-16 15,0 0 120-15,27 15-140 0,-27-10-8 16,4-1 108-16,-4 1-231 0,0-1-13 15,0 1 0-15,-4 0 0 0,0 1 0 16,2-1 0-16,-9 0 0 16,3-2 0-16,2 0 0 0,0 0 0 15,-1-3 0-15,-1 0 0 0,6 0 0 16,-2-3 0-16,0-2 0 0,4-5 0 16,0-3 0-16,0 0 0 15,4 3 0-15,-4 4 0 0,4 2 0 16,-2 1 0-16,6-1 0 0,1 0 0 15,-1 3 0-15,4 1 0 0,3 1 0 16,-3 3 0-16,-8 3 0 0,5-3 0 16,-7 0 0-16,4 4 0 0,-2-2 0 15,2 2 0-15,-2 0 0 0,-4-1 0 16,0-1 0-16,0 0 0 0,-6 1 0 16,-2-1 0-16,-2 1 0 15,-7-2 0-15,5-2 0 0,-3-1 0 16,5-2 0-16,6 0 0 0,2 0 0 15,-2-4 0-15,4-1 0 0,0-1 0 16,0-2 0-16,0 1 0 16,6-1 0-16,2 1 0 0,-2 3 0 15,0-2 0-15,-1 3 0 0,1-1 0 16,-2 0 0-16,2 2 0 0,2 1 0 16,-1 0 0-16,-1 1 0 15,0 0 0-15,-2 1 0 0,2 3 0 16,-2-1 0-16,1 1 0 0,-5-1-349 15,0-3-2640-15</inkml:trace>
  <inkml:trace contextRef="#ctx0" brushRef="#br0" timeOffset="88328.36">15458 6284 1544 0,'0'0'520'0,"0"0"1405"0,0 0-1272 15,0 0-361-15,0 0 156 16,0 0-256-16,0 0-32 0,0 0 28 16,10 37-132-16,-6-21 52 0,-2 1 100 15,3 1-116-15,1 1 0 0,-2 1 41 16,0 3-105-16,-2 2-8 0,2 0-16 15,0 3-4-15,-2-2 0 0,3 3-64 16,1-1-65-16,-2-1-23 0,0 4-176 16,2-3 12-16,-4 2 192 15,7 2 76-15,-7 0 28 0,2 0 20 16,2 1 0-16,-2 4-8 0,0 2 8 16,-2 4 0-16,2 1-48 0,-4 1 24 15,7 2-8-15,-7-1-4 16,4 3 36-16,0 1 0 0,-2 1 4 15,2 1 56-15,-2 4 116 0,0 1-72 16,0 1-4-16,-2 0 40 16,0 1-108-16,0 3-8 0,0-2-20 15,-2 2-4-15,0-2 0 0,2 3-4 16,-2 1-8-16,2 1 12 0,0 2 0 16,0-1 0-16,-4 1 0 0,4-1 4 15,0 0 0-15,-2 2-4 0,-2-1 48 16,4 4 52-16,0 0 60 0,-4 3 80 15,4 0-163-15,-7-2-45 16,3 1 4-16,2 2-36 0,-2-1 20 16,0 1-12-16,2 3-4 0,-2 0-4 15,4-2 24-15,-4 0-16 16,2 0 36-16,-7 0 196 0,7 0-140 16,-2 2-16-16,-2-2 12 0,0 1-96 15,-3-2 12-15,7-4-12 16,-6 2 0-16,6-4-12 0,-2 1-8 15,4-1 4-15,0-2 16 0,0 0-4 0,0-3 12 16,0-1-8-16,0 0 0 16,4 2-4-16,-2 3 4 0,-2 3 0 15,0 2 8-15,0 3-8 0,0 1 0 16,-2 1-8-16,-2-1 8 0,0-1-84 16,-2-1-12-16,1-2 36 15,5-2-16-15,-2 0 8 0,-2-3 32 16,2 1 16-16,0-1-12 0,0 0 32 15,-2 2-4-15,-2 1 0 0,2 3 4 16,4-1 24-16,-7 2-20 0,3 0 8 16,4-1-4-16,-6 2-8 15,6 2 0-15,-4-1-8 0,4 2 4 16,0-5 4-16,0 0-4 0,0-3-8 16,0 0 12-16,0 0 0 15,0 5 20-15,0 1 0 0,0 2 116 16,-2 1-24-16,-2 2 0 0,0-2 16 15,-3 2-128-15,3 0 0 0,-2-1 4 16,4 0-4-16,0-2 0 0,0-4 0 16,2 0-20-16,0-3 20 0,2 0 0 15,0 2 20-15,0 0-20 0,-2-1 196 16,4 0-4-16,-4-1-20 16,2-6 52-16,-2 1-180 0,0-3-7 15,0-5-37-15,0-3 0 0,0-7 0 16,0-5 0-16,0-6 0 15,0-9-45-15,0-9-71 0,0-7-76 16,0-6-48-16,0-6-404 0,0-1 107 16,0-1-15-16,0-7-856 0,0-2-165 15,4-3-716-15</inkml:trace>
  <inkml:trace contextRef="#ctx0" brushRef="#br0" timeOffset="89379.79">15425 15119 2281 0,'0'0'2585'0,"0"0"-2201"0,0 0 24 0,0 0 208 16,33 1-420-16,-12 1-43 0,3 2 27 15,3 2-108-15,4 2 36 16,-2 2 588-16,2-2-544 0,6 3-100 16,-1-2 4-16,1 2-44 0,4 0 4 15,-4-1-16-15,1 5 12 0,-1-2-16 16,-6 2 4-16,-4 4-44 15,-3-1 28-15,-7 1 4 0,0 0-32 16,-3-2 44-16,-4-3 0 0,-3-3-4 16,-3-4-96-16,-4-3-356 15,2-3 40-15,0 2-101 0,0-1-631 16,2-2 408-16,-2 1 191 0,2-1-131 16,-4-1 340-16,4-1-48 0,-4-2 296 15,0-2 92-15,0-3 280 0,0-4 336 16,0-2-56-16,-4 0 97 0,4-1 559 15,0-3-528-15,0-3-227 0,4-5 23 16,-2-5-272-16,9-7-76 0,-1-4 40 16,0-5-172-16,1-3-4 0,5-4 0 15,-5-3 4-15,3-1-4 16,-2-4 4-16,-3 0 4 0,1-1-8 16,-4-2 0-16,-2-1 0 0,3-4 0 15,-3-5 52-15,2-4 16 0,0-4 69 16,4-3-137-16,-1-4 0 0,-3-4 0 15,0-1 0-15,5-4 0 16,-5-1 0-16,4-5 0 0,0-3 0 16,5-4 0-16,1-2 0 0,1 0 0 15,2 0 0-15,-3 0 0 0,1-1 0 16,-1-1 0-16,1 4 0 0,-3 0 0 16,1 1 0-16,-5 0 0 0,0-3 0 15,-4 4 0-15,1-2 0 16,3-2 0-16,-2-1 0 0,1-2 0 15,-1 0 0-15,-2-1 0 0,0 1 0 16,-2 0 0-16,3-1 0 0,-7 2 0 16,0 1 0-16,0-3 0 0,0 4 0 15,-7-3 0-15,3 1 0 0,-6 2 0 16,4-1 0-16,-5 0 0 0,1 1 0 16,0 3 0-16,3 0 0 0,-3 3 0 15,4-4 0-15,-2 2 0 0,1-3 0 16,3 0 0-16,4 1 0 0,0-2 0 15,0 0 0-15,0 1 0 16,-2 0 0-16,2-2 0 0,0 0 0 16,0 0 0-16,0 2 0 0,0 0 0 15,0 0 0-15,0 4 0 0,-4 1 0 16,4 3 0-16,-4 3 0 0,2 2 0 16,-2 3 0-16,2 0 0 0,0 3 0 15,-5 3 0-15,1 4 0 16,2 5 0-16,-2 4 0 0,0 4 0 15,-3 5 0-15,3 6 0 0,-4 7 0 16,4 8 0-16,-5 9 0 0,5 6-233 16,-2 6 105-16,6 7 64 0,2 2-28 15,0 7-64-15,0 4-220 0,2 3 40 16,2 2-33-16,6 0-371 16,-3 0 208-16,3-1 172 0,0 3 284 15,-4 0 76-15,-1-1 108 0,-1 2 420 16,-2 0-88-16,-4 0 108 0,-9 3 445 15,-13 2-545-15,-7 2-68 0,-13-1-363 16,-1 0-17-16,-11-1 0 16,-4 1 0-16,-8 0 0 0,-9 3 0 15,1 2 0-15,-5 6 0 0,5 4 0 16,1 1 0-16,7-3 0 0,10-4 0 16,6-8 0-16,15-6 0 0,17-7 0 15,13-11 0-15,7 0-661 16,17-8-1788-16</inkml:trace>
  <inkml:trace contextRef="#ctx0" brushRef="#br0" timeOffset="89908.26">16126 6047 6146 0,'0'0'645'16,"0"0"-625"-16,0 0 56 0,39-34 504 15,-10 1 0-15,12-12-435 0,5-9-145 16,3 0 0-16,9-5 0 0,14-3 0 16,11-3 0-16,12-4 0 15,17-2 0-15,10-1 0 0,8 3 0 16,2 2 0-16,3 9 0 0,-7 10 0 16,-12 9 0-16,-7 8 0 0,-20 12 0 15,-10 6 0-15,-17 8 0 16,-15 3 0-16,-10 2 0 0,-10 4 0 15,-12 0-289-15,-7-3-3273 0</inkml:trace>
  <inkml:trace contextRef="#ctx0" brushRef="#br0" timeOffset="92081.44">18705 4700 2749 0,'0'0'2725'0,"0"0"-1985"0,0 0-63 16,0 0 439-16,0 0-931 15,0 0-185-15,0 0 0 0,0 0 0 0,0 0 0 16,0 0 0-16,5-5 0 16,-10 4 0-16,-3-1 0 0,-4 2 0 15,-11 0 0-15,2 0 0 0,-1 0 0 16,-3 3 0-16,2-1 0 16,0 2 0-16,5-1 0 0,1 2 0 15,-1 2 0-15,7-1 0 0,1 0 0 16,4-1 0-16,2 1 0 0,-5 4 0 15,-1 5 0-15,0 1 0 0,1 4 0 16,5-1 0-16,-2 0 0 0,4 0 0 16,-2 0 0-16,4 0 0 0,0-3 0 15,0-2 0-15,0-1 0 16,0-5 0-16,0-2 0 0,0-1 0 16,0-3 0-16,0 2 0 0,6-2 0 15,-2-1 0-15,-2 0 0 0,2-1 0 16,7-1 0-16,3-3 0 15,3-4 0-15,5 0 0 0,3 1 0 16,-4 1 0-16,4 0 0 0,-3 3 0 16,5 0 0-16,2 3 0 0,0 4 0 15,0 4 0-15,-2 5 0 16,-4 4 0-16,-3 5 0 0,-9 3 0 16,-5 4 0-16,-2-1 0 0,-4 1 0 15,-6-1 0-15,-4-2 0 0,-7 1 0 16,-4-2 0-16,-3 0 0 0,-7-4 0 15,2-2 0-15,-2-6 0 0,2-7 0 16,6-6 0-16,6-2 0 0,3-11 0 16,10-7-381-16,-2 3-1120 15,6-5-3485-15</inkml:trace>
  <inkml:trace contextRef="#ctx0" brushRef="#br0" timeOffset="92490.43">19462 4965 5298 0,'0'0'932'0,"0"0"-139"0,0 0 376 0,0 0-1169 0,0 0 0 16,-33-27 0-16,20 35 0 15,1 9 0-15,0 6 0 0,1 6 0 16,5 2 0-16,2 3 0 0,0 0 0 16,4 1 0-16,0-3 0 0,4-5 0 15,2-4 0-15,5-8 0 0,3-4 0 16,3-7 0-16,5-5 0 16,3-8 0-16,2-10 0 0,4-11 0 15,-4-5-797-15,-7 6-516 0,-1-5-3697 0</inkml:trace>
  <inkml:trace contextRef="#ctx0" brushRef="#br0" timeOffset="92687.86">19609 4627 5562 0,'0'0'716'0,"0"0"-31"16,-13 57 455-16,7-24-1051 0,2 4-89 16,0 0 0-16,0 3 0 0,-3 3 0 15,5 1 0-15,-2 1 0 16,0 1 0-16,2 1 0 0,0 1 0 0,2-3 0 15,4-6 0-15,2-5 0 16,7-6 0-16,-1-8-769 0,3-11-1168 16,-3-6-784-16</inkml:trace>
  <inkml:trace contextRef="#ctx0" brushRef="#br0" timeOffset="92844.06">19784 5023 8192 0,'0'0'0'0,"0"0"0"0,-24 57 0 16,15-31 0-16,3 1 0 0,4-1 0 16,0-3 0-16,2-2 0 15,0-3 0-15,0-4 0 0,2-3-525 16,-2-6-3377-16</inkml:trace>
  <inkml:trace contextRef="#ctx0" brushRef="#br0" timeOffset="92986.85">19900 4709 7991 0,'0'0'201'0,"0"0"-201"0,0 0 0 15,0 0 0-15,0 0 0 16,0 0 0-16,0 0 0 0,0 0-1734 16,0 0-182-16,0 0-1134 0</inkml:trace>
  <inkml:trace contextRef="#ctx0" brushRef="#br0" timeOffset="93423.16">20250 4766 5558 0,'0'0'1213'16,"0"0"-629"-16,-19-38 253 0,9 22-837 15,-5 0 0-15,-1-3 0 0,-3 1 0 16,0 0 0-16,1 0 0 0,1 1 0 16,1 0 0-16,5 8 0 15,3 3 0-15,0 3 0 0,-3 4 0 16,-3 5 0-16,2 4 0 0,-7 6 0 15,7 3 0-15,-1 3 0 0,7 3 0 16,0 5 0-16,4 2 0 0,2 4 0 16,2 6 0-16,6 0 0 0,0 2 0 15,3 1 0-15,-1 2 0 16,4-3 0-16,-3 2 0 0,-5 0 0 16,0-2 0-16,0-3 0 0,-4 0 0 15,-2-6 0-15,0-4 0 0,-2-6 0 16,0-6 0-16,2-7 0 15,0-6 0-15,0-5-405 0,0-1-1568 16,0-11-1588-16</inkml:trace>
  <inkml:trace contextRef="#ctx0" brushRef="#br0" timeOffset="93767.56">20394 4760 4345 0,'0'0'1061'0,"-2"-44"-445"0,0 26 229 15,-2 9-433-15,2 4 68 16,-2 3-47-16,0 1-433 0,-3 0 0 16,-5 1 0-16,2 0 0 0,-1 3 0 15,3 0 0-15,2 2 0 16,0 2 0-16,-5 6 0 0,1 6 0 15,-4 4 0-15,7 3 0 0,1 3 0 16,4 3 0-16,2 3 0 0,0 5 0 16,0 4 0-16,2 1 0 0,0 0 0 15,-2 2 0-15,0-4 0 0,0-3 0 16,-2-5 0-16,0-4 0 16,0-5 0-16,2-5 0 0,-4-4 0 15,2-4 0-15,0-7-245 0,0-3-1808 16,-7-5-516-16</inkml:trace>
  <inkml:trace contextRef="#ctx0" brushRef="#br0" timeOffset="93909.73">19913 5106 7127 0,'0'0'1065'0,"0"0"-1065"0,0 0 0 16,53-13 0-16,-5 1 0 0,10-3 0 15,2-3 0-15,-7 4 0 0,1-2 0 16,-4 3 0-16,-3 3 0 15,-1-1 0-15,-7 4 0 0,-6 1 0 16,-12 4-413-16,-5-2-4481 0</inkml:trace>
  <inkml:trace contextRef="#ctx0" brushRef="#br0" timeOffset="94645.66">20464 5187 6498 0,'0'0'525'0,"0"0"27"0,0 0 65 16,46-12-617-16,-23-2 0 15,4-2 0-15,-3-1 0 0,-3-1 0 16,-2-2 0-16,-7-1 0 0,-6 4 0 16,-6-1 0-16,0 1 0 0,-10 3 0 15,-5 5 0-15,-5 3 0 0,-3 6 0 16,0 3 0-16,-1 7 0 15,3 5 0-15,0 8 0 0,0 4 0 16,5 6 0-16,-1 3 0 0,7 3 0 16,6-4 0-16,12-1 0 0,9-5 0 15,10-6 0-15,10-9 0 16,8-7 0-16,3-7 0 0,1-8 0 16,-3-2-241-16,-7 1-483 0,-8-1-449 15,-6 4 741-15,-10 2 0 0,-9 1-449 16,-4 3 657-16,-2 0 224 0,0 1 909 15,-2 3-261-15,-2-1-144 0,-1 0 125 16,-1-2-301-16,6-1 8 0,0-3 156 16,-2-11-332-16,0-7-59 15,2-6-101-15,0-2 0 0,0 2 0 16,0 8 0-16,2 3 0 0,0 4 0 16,-2 5 0-16,0 3 0 0,0 1 0 15,0 0 0-15,4 0 0 0,7-2 0 16,1 0-409-16,5 3-1144 15,-5 2-1324-15</inkml:trace>
  <inkml:trace contextRef="#ctx0" brushRef="#br0" timeOffset="95187.51">20911 5228 6414 0,'0'0'1313'0,"0"0"-905"0,0 0-351 0,0 0-57 15,58-21 0-15,-31 3 0 0,-2-1 0 16,-5-2 0-16,-3-2 0 0,-5 1 0 15,-8 0 0-15,0 1 0 0,-8 6 0 16,2 3 0-16,-4 5 0 0,-4 7 0 16,-5 7 0-16,-3 8 0 0,-3 9 0 15,2 4 0-15,5 3 0 16,4 0 0-16,5 1 0 0,5-2 0 16,5-8 0-16,9-3 0 0,3-7 0 15,3-4 0-15,1-3 0 16,0-4 0-16,-3-1 0 0,1-7 0 15,-3-3 0-15,-1-5 0 0,-1-1 0 16,-5-3 0-16,1 1 0 0,-2 1 0 16,-2 6 0-16,-2 3 0 0,-1 6 0 15,-3 2 0-15,0 0 0 0,6 5 0 16,-2 4 0-16,0 4 0 16,0 3 0-16,-2-1 0 0,-2-3 0 15,0 1 0-15,0-2 0 0,-4 2 0 16,-2-4 0-16,4-3 0 0,0-1 0 15,2-4 0-15,0-1 0 0,2-1 0 16,10-10 0-16,9-10 0 0,6-8 0 16,0-4 0-16,4-4 0 15,-5 5 0-15,-1 2 0 0,-8 1 0 16,-1 8 0-16,-7 7 0 0,-7 5 0 16,2 7 0-16,-4 2 0 0,0 1 0 15,-4 12 0-15,-3 11 0 0,-1 5 0 16,2 6 0-16,0-2 0 15,4-3 0-15,2-2 0 0,2-5 0 16,8-2 0-16,-2-4 0 0,-1-6-457 16,-1-2-864-16,-2-8-2280 0</inkml:trace>
  <inkml:trace contextRef="#ctx0" brushRef="#br0" timeOffset="95379.59">21597 4505 7239 0,'0'0'632'0,"0"0"-311"16,0 0-321-16,0 0 0 0,-12 51 0 16,4-10 0-16,-1 9 0 0,7 6 0 15,2 2 0-15,4 5 0 16,1 1 0-16,-3 0 0 0,-2 0 0 16,-2-2 0-16,-3-5 0 0,1-3 0 15,-2-8 0-15,-2-4 0 16,-5-10-557-16,3-12-2064 0,-2-7 24 0</inkml:trace>
  <inkml:trace contextRef="#ctx0" brushRef="#br0" timeOffset="95511.63">21432 5187 6639 0,'0'0'788'0,"41"-29"-316"16,-12 15-179-16,0 2-293 16,2 3 0-16,6-3 0 0,-2 4 0 15,-1 0 0-15,3 4 0 0,-8 1-1029 16,0 1-1468-16</inkml:trace>
  <inkml:trace contextRef="#ctx0" brushRef="#br0" timeOffset="96008.52">22230 4964 6723 0,'0'0'1092'0,"0"0"-715"0,0 0-377 0,0 0 0 16,0 0 0-16,0 0 0 0,0 0 0 15,20 41 0-15,-11-11 0 0,-3 3 0 0,-2 3 0 16,0 2 0-16,-2-1 0 16,-2-3 0-16,0-6 0 0,0-4 0 15,0-11 0-15,2-6 0 0,0-4 0 16,0-3 0-16,3-3 0 16,3-11 0-16,6-14 0 0,5-8 0 15,-2-7 0-15,-5 4 0 0,4 4 0 16,-3 4 0-16,-5 8-1389 0,2 9-4130 0</inkml:trace>
  <inkml:trace contextRef="#ctx0" brushRef="#br0" timeOffset="96334.1">22569 4964 7759 0,'0'0'433'0,"0"0"-433"15,0 0 0-15,-42-11 0 0,26 11 0 16,-3 3 0-16,5 6 0 0,1 5 0 15,1 8 0-15,0 4 0 16,1-1 0-16,5 1 0 0,6-5 0 16,6-4 0-16,3-4 0 0,3-4 0 15,2-5 0-15,3-4 0 0,4-4 0 16,-3-7 0-16,1-2 0 16,-1-1 0-16,-3 2 0 0,-5 4 0 15,-4 2 0-15,-1 3 0 0,-3 3 0 16,2 0 0-16,-2 10 0 0,0 8 0 15,0 6 0-15,-2 2 0 0,2-1 0 16,-2-6 0-16,8-4 0 0,-1-3 0 16,3-5 0-16,4-7-381 15,-3 0-2032-15,1-9 16 0</inkml:trace>
  <inkml:trace contextRef="#ctx0" brushRef="#br0" timeOffset="96551.37">22798 4613 7807 0,'0'0'385'16,"0"0"-385"-16,0 0 0 0,0 0 0 16,0 0 0-16,0 0 0 0,-25 33 0 15,21-2 0-15,0 6 0 0,2 4 0 16,0 9 0-16,-4 7 0 16,0 8 0-16,-3 3 0 0,1-2 0 15,4-3 0-15,4-10 0 0,4-7 0 16,9-9 0-16,1-8 0 0,7-10 0 15,-3-10 0-15,3-11-421 0,-7-8-2240 16,-3-5-633-16</inkml:trace>
  <inkml:trace contextRef="#ctx0" brushRef="#br0" timeOffset="96786.94">22854 5061 6743 0,'0'0'1260'0,"0"0"-1071"15,0 0-189-15,-10 46 0 0,10-28 0 16,4 1 0-16,0 1 0 15,4 0 0-15,3-2 0 0,3-2 0 0,3-3 0 16,-1-5 0-16,3-5 0 16,-1-3 0-16,-1-4 0 0,2-7 0 15,-7-5 0-15,0-5 0 0,-5-1 0 16,-5-4 0-16,-2-3 0 16,-2 3 0-16,-3 5 0 0,-5 7 0 15,8 4 0-15,-2 7 0 0,0 0 0 16,4 2 0-16,-2 0 0 0,2 1 0 15,2-1 0-15,12 1-69 0,3-1-1443 16,-3 1-145-16,-1 0-356 0</inkml:trace>
  <inkml:trace contextRef="#ctx0" brushRef="#br0" timeOffset="97230.15">23222 5023 5950 0,'0'0'1049'16,"0"0"-585"-16,8-40 265 0,-8 26-729 15,-4 1 0-15,-6 1 0 0,-5 3 0 0,-5 5 0 16,1 4 0-16,0 0 0 16,-1 6 0-16,9 2 0 0,1 3 0 15,6 1 0-15,2 3 0 0,4-1 0 16,4 0 0-16,7 1 0 16,1-4 0-16,1 0 0 0,3-3 0 15,-3 1 0-15,-3-5 0 0,5 1 0 16,-3-1 0-16,-4-2 0 0,1-1 0 15,-5 0 0-15,-2-1 0 0,-2 2 0 16,0-2 0-16,-2 0 0 0,2 0 0 16,-2 0 0-16,0 0 0 15,0 0 0-15,0-2 0 0,0 1 0 16,0 0 0-16,0 0 0 0,0 1 0 16,0 0 0-16,0 0 0 0,4 0 0 15,-4 0-177-15,2 0-507 0,1 1 112 16,-3 0-337-16,0-1 477 0,0 0 284 15,-3 0 88-15,1 0-92 16,-2-1 64-16,4-4 56 0,0 1 32 16,0-1 12-16,0 0 108 0,0 2-104 15,0-1-16-15,0 3-120 0,0-2-144 16,4 2-269-16,-2 0-739 16,1 0-509-16</inkml:trace>
  <inkml:trace contextRef="#ctx0" brushRef="#br0" timeOffset="97680.21">23181 5126 2905 0,'0'0'2025'0,"0"0"-757"0,0 0-431 0,0 0-285 16,0 0-88-16,0 0-323 16,0 0-141-16,0 0 0 0,0 0 0 15,0 0 0-15,35-1 0 0,-19-1 0 16,1-5 0-16,4-2 0 16,-3 0 0-16,-3-4 0 0,-3-3 0 15,-2 1 0-15,-3-2 0 0,-5 0 0 16,-2 0 0-16,-9-1 0 0,-1 3 0 15,-6 1 0-15,-3 3 0 0,-2 5 0 16,1 5 0-16,1 2 0 0,-6 9 0 16,2 5 0-16,-1 6 0 15,-1 4 0-15,10 5 0 0,3 1 0 16,6 1 0-16,4 0 0 0,4-3 0 16,8 0 0-16,2-2 0 0,7-5 0 15,0-3 0-15,1-2 0 0,1-4 0 16,4-4 0-16,-2-4 0 15,3-1 0-15,1-6 0 0,-2-7 0 16,-2 0-897-16,-5-6-3093 0</inkml:trace>
  <inkml:trace contextRef="#ctx0" brushRef="#br0" timeOffset="98085.69">23592 5040 7231 0,'0'0'961'0,"0"0"-961"16,0 0 0-16,0 0 0 0,-39-9 0 15,18 8 0-15,-2 0 0 0,-4 1 0 0,5 0 0 16,1 3 0-16,7 0 0 16,3 1 0-16,7 4 0 0,4 5 0 15,10 6 0-15,7 5 0 0,8 1 0 16,4-3 0-16,6 1 0 16,-6-3 0-16,0-2 0 0,-4-2 0 15,-7-2 0-15,1-2 0 0,-9-2 0 16,-4-2 0-16,-6-4 0 0,-2 1 0 15,-10 5 0-15,-11 1 0 0,-10 2 0 16,-6-3 0-16,-3-2 0 0,11-5 0 16,-2-3 0-16,4-6 0 15,7-6 0-15,1-4 0 0,7 1-1005 16,3-1-5610-16</inkml:trace>
  <inkml:trace contextRef="#ctx0" brushRef="#br0" timeOffset="98686.67">24448 5113 7431 0,'0'0'761'0,"0"0"-761"0,-54-36 0 16,38 26 0-16,-5 1 0 0,2 5 0 15,3 5 0-15,1 11 0 0,3 9 0 16,-3 4 0-16,3 6 0 0,8 0 0 15,2-4 0-15,4-1 0 0,8-7 0 16,5-6 0-16,5-3 0 0,1-8 0 16,2-3 0-16,-1-5 0 15,-3-3 0-15,-7-1 0 0,-3 2 0 16,-3 2 0-16,-4 2 0 0,0 3 0 16,0 1 0-16,0 0 0 0,0 1 0 15,2 6 0-15,1 4 0 0,1 2 0 16,0-1 0-16,-6-5 0 15,6-1 0-15,-2-4 0 0,0 3 0 16,1-1 0-16,1-1-457 0,0-3-780 16,0-3-507-16</inkml:trace>
  <inkml:trace contextRef="#ctx0" brushRef="#br0" timeOffset="98879.29">24737 4568 4305 0,'0'0'3887'0,"0"0"-3887"0,0 0 0 16,0 0 0-16,-33 20 0 0,23 8 0 16,-3 8 0-16,7 6 0 0,0 3 0 15,4 7 0-15,0 5 0 16,0 2 0-16,-2 2 0 0,2 0 0 16,0-4 0-16,-3-4 0 0,1-4 0 15,4-10 0-15,-2-8 0 0,0-12 0 16,0-10-1810-16,-2-6-663 0</inkml:trace>
  <inkml:trace contextRef="#ctx0" brushRef="#br0" timeOffset="99014.29">24413 5078 6266 0,'0'0'493'0,"39"-20"243"16,-2 10-136-16,7-1-503 0,1 3-97 15,3 0 0-15,-5 0 0 0,-12 2-1417 16,-4-1-1269-16</inkml:trace>
  <inkml:trace contextRef="#ctx0" brushRef="#br0" timeOffset="99522.92">25618 5010 5938 0,'0'0'1501'16,"0"0"-997"-16,0 0-255 15,0 0-249-15,-39-7 0 0,14 12 0 16,-2 2 0-16,0 0 0 0,2 0 0 16,0 0 0-16,-1 0 0 0,3 2 0 15,6-3 0-15,9-2 0 0,8 5 0 16,4 4 0-16,9 2 0 15,3 4 0-15,7 2 0 0,6-1 0 16,4 2 0-16,2-2 0 0,2-2 0 16,-2-3 0-16,-4-1 0 0,-6-3 0 15,-8 2 0-15,-11 0 0 0,-6 0 0 16,-6 2 0-16,-9 0 0 16,-3-2 0-16,-5-1 0 0,-6-3 0 15,0-3 0-15,2-6 0 0,2-4-21 16,5-11-1071-16,7 3-345 0,3-6-3905 0</inkml:trace>
  <inkml:trace contextRef="#ctx0" brushRef="#br0" timeOffset="99708.57">25775 4716 6234 0,'0'0'993'0,"-12"60"-521"16,7-18 21-16,-1 3-493 0,0 6 0 15,2 5 0-15,-2 3 0 0,-1 2 0 0,1 1 0 16,-2 0 0-16,4-5 0 16,2-5 0-16,2-9 0 0,6-10 0 15,6-8 0-15,7-15 0 0,6-10-361 16,-7-5-1120-16,3-11-2508 0</inkml:trace>
  <inkml:trace contextRef="#ctx0" brushRef="#br0" timeOffset="99974.3">25963 5093 7923 0,'0'0'269'0,"-27"-44"-269"0,13 30 0 16,1 6 0-16,3 4 0 15,-5 4 0-15,-1 10 0 0,-3 6 0 16,-1 10 0-16,-3 5 0 0,4 5 0 16,5-1 0-16,6-2 0 0,6-3 0 15,6-3 0-15,8-5 0 0,7-4 0 16,3-5 0-16,5-6 0 15,4-6 0-15,-2-4 0 0,-2-6 0 16,-2-7 0-16,-6-2 0 0,-5-5 0 16,-8 2 0-16,-6-6 0 0,0-1 0 15,-4 2 0-15,-4 0 0 0,2 6 0 16,1 3 0-16,3 5-773 16,2 4-268-16,0 1-299 0,2 2-1582 0</inkml:trace>
  <inkml:trace contextRef="#ctx0" brushRef="#br0" timeOffset="100345.66">26106 5040 2589 0,'0'0'2201'16,"0"0"-925"-16,0 0-15 0,-4 39-396 16,-9-12-865-16,1 6 0 15,-1-1 0-15,3-1 0 0,4-1 0 16,4-5 0-16,2-4 0 0,6-3 0 16,4-7 0-16,3-2 0 0,-1-6 0 15,3-3 0-15,-3-5 0 0,2-6 0 16,-1-6 0-16,-3 1 0 15,-2-4 0-15,1 2 0 0,-3 0 0 0,0 5 0 16,-2 2 0-16,-2 5 0 16,0 4 0-16,-2 2 0 15,2 11 0-15,3 9 0 0,-1 5 0 16,2 1 0-16,2-2 0 0,0-8 0 16,1 0 0-16,1-7 0 0,0-3 0 15,1-6 0-15,-1 0 0 0,0-8 0 16,3-3 0-16,-3-2 0 0,3-4 0 15,-3 1 0-15,0-2 0 0,-4 0 0 16,-1-3 0-16,-5-3 0 0,0-1 0 16,0 2 0-16,-3 0 0 15,3 3 0-15,3 2 0 0,5 1 0 16,-2 4-1750-16,2-2-1491 0</inkml:trace>
  <inkml:trace contextRef="#ctx0" brushRef="#br0" timeOffset="100816.94">27232 4978 5890 0,'0'0'897'0,"0"0"-257"0,-45-30 125 0,16 27-765 0,-4 3 0 15,2 1 0-15,4 5 0 0,4 1 0 16,9 2 0-16,1-2 0 15,7 0 0-15,4-3 0 0,2 1 0 16,2 4 0-16,10 1 0 0,5 3 0 16,6-1 0-16,2 0 0 0,-1-5 0 15,5 2 0-15,-4-1 0 0,-4 0 0 16,-3 0 0-16,-5-2 0 16,-5 1 0-16,-2-2 0 0,-4 1 0 15,-2 1 0-15,-2 6 0 0,-8 5 0 16,-5 0 0-16,-3 1 0 0,-1-4 0 15,3-2 0-15,1-2 0 0,1-3 0 16,3-3 0-16,5-4 0 0,4-1 0 16,0-1-65-16,2-5-687 15,4-4-961-15,2 2-144 0,5-3-1296 0</inkml:trace>
  <inkml:trace contextRef="#ctx0" brushRef="#br0" timeOffset="101208.64">27197 5680 2753 0,'-8'52'2869'0,"2"-3"-2053"15,2-5-395-15,1-16 411 16,3-11-492-16,0-9-179 0,3-8-161 16,-1-5 0-16,4-13 0 0,4-16 0 15,-2-11 0-15,1-10 0 0,-3-4 0 16,-2-1 0-16,-2-10 0 0,0-7 0 15,2-4 0-15,2 2 0 0,7 8 0 16,1 14 0-16,1 13 0 0,3 11 0 16,1 8 0-16,0 7 0 15,-3 5 0-15,3 2 0 0,-3 5 0 16,3 5 0-16,-5 1 0 0,3 5 0 16,-3 6 0-16,1 4 0 0,-5 4 0 15,-2 2 0-15,-8 4 0 0,-2 2 0 16,-12 2 0-16,-5-2 0 15,-3 2 0-15,-5-3 0 0,-4-3 0 16,2-1 0-16,-2-7 0 0,2-2 0 16,4-7 0-16,8-6 0 0,5 0 0 15,8-2-241-15,4-6-803 0,8-3-9 16,3 1-271-16,7-3-1546 0</inkml:trace>
  <inkml:trace contextRef="#ctx0" brushRef="#br0" timeOffset="101490.68">27565 5176 3249 0,'0'0'1361'0,"35"-24"-209"0,-20 10 793 16,-3 1-1460-16,0-2-485 0,1 2 0 16,-1 0 0-16,3-2 0 15,-1 2 0-15,1-1 0 0,-1 1 0 16,3-1 0-16,-7 1 0 0,0-1 0 16,-3-1 0-16,-5 4 0 0,0 1 0 15,-4 3 0-15,-5 1 0 0,-5 6 0 16,-9 1 0-16,-1 9 0 15,-3 6 0-15,-2 10 0 0,0 5 0 16,0 6 0-16,4 2 0 0,5 0 0 16,10-6 0-16,8-4 0 0,14-7 0 15,9-4 0-15,6-6 0 0,4-6 0 16,0-5 0-16,2-3 0 16,-2-8 0-16,-4-3 0 0,-8-3 0 15,-5-5-645-15,-5 6-347 0,-3 1-1974 0</inkml:trace>
  <inkml:trace contextRef="#ctx0" brushRef="#br0" timeOffset="101785.87">27875 5156 5674 0,'0'0'973'0,"0"0"51"16,37-18-503-16,-26 3-521 0,-1-5 0 15,0-4 0-15,1-6 0 0,-5-3 0 16,0 1 0-16,-2-1 0 15,-2 3 0-15,0 10 0 0,0 8 0 16,-2 7 0-16,-2 7 0 0,-6 11 0 16,-6 12 0-16,-7 10 0 0,-4 8 0 15,0-2 0-15,5 0 0 0,5-6 0 16,7-2 0-16,8-3 0 16,4-5 0-16,13-5 0 0,7-6 0 15,7-4 0-15,7-8 0 0,1-2-85 16,0-7-779-16,2-5-93 0,-1-1-703 15,-11 0 519-15,-2-1-115 0</inkml:trace>
  <inkml:trace contextRef="#ctx0" brushRef="#br0" timeOffset="101986.91">28280 5046 2617 0,'0'0'2769'0,"0"-51"-1617"0,-2 23-291 16,-4 10-68-16,-6 6-793 0,-3 3 0 16,-6 9 0-16,3 4 0 0,-5 7 0 15,0 9 0-15,-1 6 0 0,-1 6 0 16,0 3 0-16,4 3 0 0,5 0 0 15,10-6 0-15,6-1 0 0,6-6 0 16,8-5 0-16,5-6 0 16,6-2 0-16,2-11 0 0,1-3 0 15,-1-10 0-15,0-7 0 0,-2-7 0 16,-4-4-149-16,-5-5-1520 16,-3 6-11-16,-5 0-509 0</inkml:trace>
  <inkml:trace contextRef="#ctx0" brushRef="#br0" timeOffset="102140.7">28334 4570 6338 0,'0'0'901'0,"0"0"-161"0,0 0-527 16,-23 57-213-16,5-11 0 0,-3 11 0 15,2 5 0-15,3-4 0 16,8 4 0-16,3-4 0 0,5-2 0 16,7-4 0-16,3-5 0 0,2-4 0 15,1-8-1061-15,-3-11-188 0,3-6-640 16</inkml:trace>
  <inkml:trace contextRef="#ctx0" brushRef="#br0" timeOffset="102484.26">28654 4896 3697 0,'0'0'2597'0,"0"0"-1940"0,-29-41 115 16,15 36-303-16,-7 5-469 0,-3 6 0 15,1 6 0-15,0 2 0 0,0 4 0 16,5-3 0-16,3 2 0 0,7-1 0 16,4-1 0-16,4-1 0 15,10-2 0-15,5 0 0 0,9-3 0 16,3 3 0-16,2 1 0 0,0 0 0 16,-4 5 0-16,-6 1 0 0,-5 0 0 15,-4 1 0-15,-3 0 0 16,-3-1 0-16,-2-2 0 0,-2-2 0 0,-4-2 0 15,-7-2 0-15,-5-2 0 0,-3-3 0 16,-4-2 0-16,-3-3 0 16,1-1 0-16,0-1 0 0,4-3 0 15,1-2 0-15,1 3 0 0,-2-1 0 16,-3 3-69-16,3-1-2836 16,0 2-2253-16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15:22.18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20175 4818 4478 0,'0'0'1804'0,"0"0"-675"0,0 0-441 15,0 0-595-15,0 0-93 0,0 0 0 0,0 0 0 16,-52-33 0-16,30 28 0 16,-3 3 0-16,-2 2 0 0,2 3 0 15,-2 8 0-15,5 5 0 0,-5 4 0 16,-2 6 0-16,0 1 0 0,0 0 0 16,8-1 0-16,5-3 0 15,12-5 0-15,4-2 0 0,8-2 0 16,8 2 0-16,15-2 0 0,7 1 0 15,9 1 0-15,1 0 0 0,3 2 0 16,-7 5 0-16,-13 0 0 0,-11 5 0 16,-9-2 0-16,-7 2 0 0,-8 0 0 15,-2-2 0-15,-11 0 0 0,-2 0 0 16,-7-3 0-16,-1 1 0 0,-4-1 0 16,-2-2 0-16,-3-3 0 15,12-4 0-15,-1-7 0 0,4-3 0 16,3-4 0-16,-3-5 0 0,8-5 0 15,3 2 0-15,4 0-781 0,2 2-244 16,4 0-1996-16</inkml:trace>
  <inkml:trace contextRef="#ctx0" brushRef="#br0" timeOffset="1078.8">20268 5271 3257 0,'0'0'1657'0,"0"0"-469"0,0 0-659 16,0 0-225-16,33 20 212 0,-27 11-80 15,-6 2-131-15,0 3-305 0,0-3 0 16,-6-6 0-16,6-3 0 16,0-6 0-16,0-5 0 0,0-7 0 15,0-4 0-15,0-2 0 0,4-2 0 16,3-11 0-16,5-9 0 0,0-10 0 15,1-3 0-15,-3-2 0 0,2 2 0 16,-3 6 0-16,1 5 0 0,-4 8 0 16,-2 6 0-16,-2 8 0 0,1 2 0 15,-1 8 0-15,-2 7 0 0,4 12 0 16,-4 4 0-16,0 3 0 0,-4-6 0 16,4-3 0-16,0-6 0 15,10-6 0-15,0-5 0 0,3-5 0 16,1-3 0-16,1-8 0 0,-1-4 0 15,1-4 0-15,-1-3 0 16,-4-1 0-16,7 1 0 0,-7 1 0 16,-1 8 0-16,-5 3 0 0,-2 4 0 15,0 3 0-15,0 5 0 0,0 7 0 16,4 10 0-16,-2 5 0 16,2 3 0-16,-1-5 0 0,3-5 0 15,0-1 0-15,2-3 0 0,1-3 0 16,-1-4-761-16,-2-4-412 0,1-4-2684 0</inkml:trace>
  <inkml:trace contextRef="#ctx0" brushRef="#br0" timeOffset="1472.26">20810 5328 3789 0,'0'0'1773'0,"0"0"-280"0,0 0-577 0,0 0-695 16,-25-39-221-16,15 22 0 16,-1 4 0-16,7 4 0 0,-2 5 0 15,6 3 0-15,-4 1 0 0,-2 7 0 16,-5 14 0-16,-5 16 0 16,5 8 0-16,1 3 0 0,6-5 0 15,4-7 0-15,4-7 0 0,13-6 0 16,-3-4 0-16,11-9 0 0,2-7 0 15,0-3 0-15,8-11 0 0,-2-5 0 16,-2-5 0-16,-6-2 0 0,-7-2 0 16,-10-1 0-16,-5 1 0 0,-8 3 0 15,-5 0 0-15,-2 2 0 0,-5 6 0 16,3 2 0-16,-1 6 0 0,5 5 0 16,2 1 0-16,3 1 0 15,3 1-289-15,0 2-695 0,2 2-101 16,4-1-1324-16,7-3-64 0</inkml:trace>
  <inkml:trace contextRef="#ctx0" brushRef="#br0" timeOffset="1751.09">21078 5317 5190 0,'0'0'1441'0,"0"0"-25"15,0 0-1271-15,0 0-145 0,0 0 0 16,0 0 0-16,-35-28 0 0,19 28 0 15,5 2 0-15,-1 8 0 0,2 7 0 16,-1 7 0-16,3 6 0 0,6 1 0 16,2 0 0-16,2-1 0 0,6-2 0 15,5-5 0-15,3-4 0 0,3-8 0 16,2-4 0-16,1-7 0 16,3-4 0-16,-4-5 0 0,-1-3 0 15,-7-5 0-15,-5-2 0 0,-6-2 0 16,-2-5 0-16,0-1 0 0,-10-3 0 15,0-1 0-15,-1-2 0 16,1 8-761-16,0-3-2260 0</inkml:trace>
  <inkml:trace contextRef="#ctx0" brushRef="#br0" timeOffset="1979.6">21269 4695 4321 0,'0'0'1341'0,"-13"53"4"15,7-16-525-15,6 2-455 0,0 4-365 16,4 3 0-16,2 4 0 16,1 4 0-16,-1 7 0 0,0 3 0 15,-2 1 0-15,0 1 0 0,-2-1 0 16,-2-4 0-16,0-5 0 0,0-9 0 15,0-9 0-15,-2-12-213 16,-6-11-819-16,4-9-1658 0</inkml:trace>
  <inkml:trace contextRef="#ctx0" brushRef="#br0" timeOffset="2123.82">21194 5142 6791 0,'0'0'968'0,"0"0"-535"16,48-30-433-16,-34 18 0 0,-1 0 0 15,1-2 0-15,1-4 0 0,-3-3 0 16,4-4 0-16,-1 0 0 0,-5-3-1429 16,-4 6-812-16,3 0-1593 0</inkml:trace>
  <inkml:trace contextRef="#ctx0" brushRef="#br0" timeOffset="2403.75">21374 4845 5554 0,'0'0'816'0,"-2"50"-155"15,-2-11-1-15,4 3-420 0,0 5 21 16,4 4-261-16,-4 0 0 0,0 2 0 15,0 0 0-15,0-2 0 0,0-3 0 16,0-3 0-16,0-6 0 16,0-9 0-16,0-11 0 0,4-8 0 15,-2-8 0-15,4-4 0 0,5-11 0 16,5-11 0-16,3-8 0 16,2-7 0-16,-1-2 0 0,-1 6 0 15,-3 6 0-15,-1 6 0 0,-5 12 0 16,-6 5 0-16,0 5 0 0,-2 4 0 15,-2 11 0-15,5 11 0 0,-5 7 0 16,0 5 0-16,0-4 0 0,0-4 0 16,2-5 0-16,2-2 0 0,4-5 0 15,-2-3 0-15,0-5 0 0,-1-5-1393 16,-3-3-552-16,2-2-1349 0</inkml:trace>
  <inkml:trace contextRef="#ctx0" brushRef="#br0" timeOffset="2681.19">21651 5456 6571 0,'0'0'1312'0,"0"0"-1003"16,45-56-309-16,-28 30 0 0,-5-1 0 15,3-3 0-15,-9-1 0 0,-6 2 0 16,0 3 0-16,-4 3 0 16,-6 8 0-16,-7 8 0 0,3 4 0 15,-5 6 0-15,-2 10 0 0,1 9 0 16,-1 3 0-16,4 9 0 0,1 3 0 15,1 2 0-15,5 2 0 0,10-6 0 16,4-4 0-16,11-8 0 0,3-7 0 16,11-4 0-16,0-8 0 0,8-4 0 15,-1-5 0-15,-1-8-257 0,-6-4-515 16,4-2 184-16,-8-6-65 16,-7 7-1440-16,-5 1-1180 0</inkml:trace>
  <inkml:trace contextRef="#ctx0" brushRef="#br0" timeOffset="2886.62">21978 5270 3237 0,'0'0'1769'16,"0"0"-765"-16,0-35 477 0,-7 20-780 15,-1-2-701-15,2 9 0 0,2 1 0 16,0 2 0-16,-5 4 0 16,-1 2 0-16,-6 11 0 0,-3 7 0 15,-4 13 0-15,9 6 0 0,1 6 0 16,3 2 0-16,6-1 0 0,4-4 0 15,4-8 0-15,6-8 0 0,7-9 0 16,4-4 0-16,1-9 0 0,3-6 0 16,2-9 0-16,-2-8 0 0,-5-5-965 15,-3 5-768-15,-7-4-964 0</inkml:trace>
  <inkml:trace contextRef="#ctx0" brushRef="#br0" timeOffset="3096.24">21988 4921 5502 0,'0'0'2253'0,"0"0"-1816"15,0 0-437-15,0 0 0 0,0 0 0 16,-27 48 0-16,21-13 0 16,4 13 0-16,2 7 0 0,4 8 0 15,2 6 0-15,2 3 0 0,-1-2 0 16,3-8 0-16,0-9 0 0,5-8 0 15,-7-14 0-15,0-5-2802 0</inkml:trace>
  <inkml:trace contextRef="#ctx0" brushRef="#br0" timeOffset="4880.13">22705 5853 3989 0,'0'0'1177'16,"0"0"-701"-16,0 0 360 0,0 0-427 15,0 0 51-15,0 0 385 0,0 0-845 16,0 0 0-16,0 0 0 16,33-54 0-16,-22 21 0 0,1-5 0 15,0-3 0-15,1-4 0 0,-1-6 0 16,1-6 0-16,-1-6 0 0,-2-3 0 15,3-1 0-15,-1 3 0 0,1 11 0 16,3 13 0-16,-1 11 0 0,-5 14 0 16,-6 7 0-16,-2 4 0 0,-2 4 0 15,0 2 0-15,-2 9 0 0,-4 14 0 16,-4 12 0-16,-3 8 0 16,-3 5 0-16,9-3 0 0,3-3 0 15,4-5 0-15,11-7 0 0,5-9 0 16,7-10 0-16,2-7 0 0,4-9 0 15,-2-9 0-15,-1-8 0 16,-3-6 0-16,0-6 0 0,-2-3 0 16,-5-1 0-16,-4-1 0 0,-1 2 0 15,-3 4 0-15,-6 7 0 0,2 10 0 16,-2 7 0-16,-2 6 0 16,0 1 0-16,2 7 0 0,3 13 0 15,1 8 0-15,0 8 0 0,0 0 0 16,2-6 0-16,1 0 0 0,1-4 0 15,0-2 0-15,3-5 0 0,1-4 0 16,-3-2 0-16,-1-7 0 0,-2-3-341 16,-6-3-2532-16</inkml:trace>
  <inkml:trace contextRef="#ctx0" brushRef="#br0" timeOffset="7586.95">23776 4682 2008 0,'0'0'2474'0,"0"0"-1746"0,0 0 244 16,0 0-355-16,0 0-133 15,0 0 96-15,0 0-360 0,0 0-111 16,0 0-109-16,0 0 0 0,-39 51 0 15,14-6 0-15,-2 6 0 0,-2 6 0 16,-2 8 0-16,-2 6 0 16,4 6 0-16,0 6 0 0,6 4 0 15,7-2 0-15,3-1 0 0,11-7 0 16,4-7 0-16,11-9 0 16,8-9 0-16,8-13 0 0,8-12 0 15,4-12 0-15,2-9 0 0,1-7 0 16,-13-4-1670-16,-4-6-1087 0</inkml:trace>
  <inkml:trace contextRef="#ctx0" brushRef="#br0" timeOffset="12167.12">23931 5074 1840 0,'0'0'2878'0,"0"0"-1954"0,-2-39 189 0,2 32-441 0,-2 2-132 16,2 2-315-16,0 0-225 0,0 2 0 15,0 1 0-15,0 4 0 0,4 5 0 16,2 11 0-16,3 6 0 16,1 9 0-16,0 4 0 0,3 4 0 15,-3 4 0-15,2 0 0 0,3 2 0 16,-5-5 0-16,3-5 0 16,-3-9 0-16,0-8 0 0,-2-10 0 15,3-9 0-15,-3-5 0 0,4-13 0 16,-1-11 0-16,-1-9 0 0,0-7 0 15,3-6 0-15,-3 1 0 0,5-1 0 16,-3 5 0-16,1 6 0 0,-5 7 0 16,2 10 0-16,-4 7 0 0,-4 5 0 15,0 4 0-15,-2 3 0 0,0-3-2986 16</inkml:trace>
  <inkml:trace contextRef="#ctx0" brushRef="#br0" timeOffset="12903.26">24289 5566 1516 0,'0'0'36'0,"0"0"1597"0,0 0-821 0,0 0-323 16,0 0-45-16,0 0 296 16,0 0-124-16,0 0-43 0,0 0 295 15,-2-34-516-15,-3 19-239 0,3-2-113 16,2 1 0-16,0-3 0 0,5-1 0 15,3 1 0-15,2 0 0 0,5 4 0 16,-1 1 0-16,3 2 0 0,-1 1 0 16,-1 4 0-16,-1 1 0 0,-2 4 0 15,3-2 0-15,-1 3 0 16,-3 0-657-16,-5 1-1172 0,2-3-888 0</inkml:trace>
  <inkml:trace contextRef="#ctx0" brushRef="#br0" timeOffset="13221.43">24516 5514 2777 0,'0'0'3553'16,"0"0"-2912"-16,0 0 299 16,0 0-659-16,46-50-281 0,-30 29 0 15,-6 1 0-15,-1 0 0 0,-5 2 0 16,-2-1 0-16,-2 0 0 0,-6 2 0 15,-5 5 0-15,1 3 0 0,-2 6 0 16,-1 3 0-16,1 7 0 0,-1 9 0 16,-3 6 0-16,1 7 0 15,3 4 0-15,0 2 0 0,3-1 0 0,9-2 0 16,0-5 0-16,11-4 0 16,5-8 0-16,5-2 0 0,6-7 0 15,2-6 0-15,4 0 0 0,2-9 0 16,-2-2-9-16,-2-3-747 0,-10 2-100 15,-3-4-1910-15</inkml:trace>
  <inkml:trace contextRef="#ctx0" brushRef="#br0" timeOffset="13453.13">24760 5118 7031 0,'0'0'728'0,"0"0"-295"0,0 0-433 16,-19 46 0-16,19-11 0 0,0 7 0 16,5 8 0-16,3 0 0 0,0 2 0 15,2 1 0-15,-3-1 0 0,1-4 0 16,0-4 0-16,-2-7 0 16,5-9 0-16,-1-9 0 0,-4-12 0 15,0-5-2402-15,-1-11-2132 0</inkml:trace>
  <inkml:trace contextRef="#ctx0" brushRef="#br0" timeOffset="13978.41">25025 4697 1944 0,'0'0'2558'0,"0"0"-1822"0,0 0 60 15,0 0-500-15,0 0 61 0,6 51 387 16,-2-15-244-16,6 5-239 0,3 4-261 15,3-1 0-15,9 4 0 0,6 4 0 16,2 5 0-16,0 5 0 0,-4 5 0 16,-6 3 0-16,-11 2 0 0,-6-1 0 15,-6 0 0-15,-8-2 0 0,-6-3 0 16,-5-4 0-16,-6-2 0 16,3-11 0-16,-1-8 0 0,4-11 0 15,7-12 0-15,1-8 0 0,3-8 0 16,2-6 0-16,0-2-2226 0,-5-14-2288 0</inkml:trace>
  <inkml:trace contextRef="#ctx0" brushRef="#br0" timeOffset="14741.1">26091 5158 6747 0,'0'0'640'0,"0"0"165"15,0 0-805-15,-37-38 0 0,31 35 0 16,0 0 0-16,-3 3 0 0,-5 11 0 16,-1 10 0-16,-1 10 0 0,1 10 0 15,1 1 0-15,1 3 0 0,7 2 0 16,2-2 0-16,4-5 0 16,6-6 0-16,7-4 0 0,3-8 0 15,7-6 0-15,6-9 0 0,4-5 0 16,4-4 0-16,0-8 0 0,-1-5 0 15,-3-6-825-15,-11 3-960 16,-3-4-1012-16</inkml:trace>
  <inkml:trace contextRef="#ctx0" brushRef="#br0" timeOffset="15082.17">26312 5167 6807 0,'0'0'1336'16,"0"0"-1287"-16,0 0-49 0,0 0 0 15,-10 43 0-15,6-5 0 0,2 9 0 16,2 1 0-16,0-3 0 0,6-1 0 16,4-2 0-16,7-4 0 15,2-8 0-15,3-4 0 0,5-9 0 16,0-9 0-16,2-8 0 0,2-7 0 15,-2-12 0-15,0-8 0 16,-2-6 0-16,-5-6 0 0,-7-2 0 16,-5-2 0-16,-10-1 0 0,-4 0 0 15,-6 2 0-15,-3 9 0 0,-1 7 0 16,1 5 0-16,3 4 0 16,6 5 0-16,0 4-33 0,4 2-303 15,0 4-264-15,4-1-273 0,2 2-1067 16,2 1 91-16</inkml:trace>
  <inkml:trace contextRef="#ctx0" brushRef="#br0" timeOffset="15286.51">26680 5475 3993 0,'0'0'1417'16,"0"0"-785"-16,0 0 45 15,0 0 123-15,0 0-148 0,0 0-631 16,0 0-21-16,2-52 0 0,-8 15 0 15,2 0 0-15,2 6 0 0,2 2 0 16,6 4 0-16,2 0 0 16,5 4 0-16,1-1 0 0,1 3 0 15,1 2 0-15,-1 0-245 0,-3 5-1308 16,1 1-848-16</inkml:trace>
  <inkml:trace contextRef="#ctx0" brushRef="#br0" timeOffset="15730.35">26914 5119 6310 0,'0'0'1129'0,"0"0"-376"0,-2 37-753 16,2-12 0-16,0 2 0 16,4 2 0-16,2 0 0 0,7 3 0 15,1 2 0-15,5-2 0 0,-1-3 0 16,-1-3 0-16,-3-4 0 0,-3-7 0 15,-5-6 0-15,-4-4 0 0,0-4 0 16,2-1 0-16,4-12 0 0,5-15 0 16,1-10 0-16,5-9 0 0,-3-1 0 15,1 2 0-15,-1 0 0 0,-1 3 0 16,-1 4 0-16,-1 5 0 0,-3 6 0 16,-2 4 0-16,-3 8 0 15,-3 4 0-15,-2 5 0 0,0 5 0 16,-2 0-1930-16,-3 1 354 0,-1 5-161 0</inkml:trace>
  <inkml:trace contextRef="#ctx0" brushRef="#br0" timeOffset="15995.3">27300 5272 4410 0,'0'0'1852'16,"36"10"-779"-16,-16-10-249 0,-1-4-791 15,-1-5-33-15,-3-7 0 0,-3-2 0 16,-3-5 0-16,-5-5 0 0,-4-1 0 15,-2-1 0-15,-7 3 0 0,-3 4 0 16,0 7 0-16,-3 5 0 0,1 6 0 16,-5 7 0-16,-2 7 0 0,1 11 0 15,1 6 0-15,3 5 0 0,7 5 0 16,7 3 0-16,2 1 0 0,9 2 0 16,5-3 0-16,3-5 0 15,5-2 0-15,5-4 0 0,4-6 0 16,4-6 0-16,5-5 0 0,-3-7 0 15,-4-8 0-15,-10-5-237 16,-5-10-3817-16</inkml:trace>
  <inkml:trace contextRef="#ctx0" brushRef="#br0" timeOffset="25700.88">23081 8349 1916 0,'0'0'2373'0,"0"0"-664"0,0 0-928 15,0 0-109-15,0 0 69 16,0 0-741-16,0 0 0 0,0 0 0 16,0 0 0-16,5-10 0 0,-1 7 0 15,2-1 0-15,4-4 0 0,5-1 0 16,3-4 0-16,5 0 0 0,0-4 0 15,2 0 0-15,4-2 0 0,2-4 0 16,-2 2 0-16,4-4 0 16,-4 1 0-16,-5-2 0 0,7 2 0 15,-4 1 0-15,-2 0 0 0,-2 3 0 16,6 1 0-16,-7 4 0 0,-5 4 0 16,0 3 0-16,-5 3 0 15,-6 2 0-15,-4 2-109 0,0 1-515 16,-2 1-28-16,0 1-1109 0,-8 1-320 0</inkml:trace>
  <inkml:trace contextRef="#ctx0" brushRef="#br0" timeOffset="26075.75">23454 7843 4470 0,'0'0'1352'0,"0"0"-652"0,0 0-231 16,0 0-1-16,47-13-196 15,-20 12-44-15,0 1 5 0,-4 5-233 16,-1 4 0-16,-5 3 0 0,-3 1 0 15,-1 3 0-15,-5-3 0 0,2 1 0 16,-1-1 0-16,-1-1 0 16,-2 1 0-16,0 1 0 0,-2 4 0 0,-4 2 0 15,-2 4 0-15,-6 3 0 16,-4 0 0-16,-3 0 0 0,1-1 0 16,1-4 0-16,-1-4 0 0,6-7-1221 15,-1-6-2149-15</inkml:trace>
  <inkml:trace contextRef="#ctx0" brushRef="#br0" timeOffset="31270.92">24074 7605 1520 0,'0'0'488'0,"0"0"533"15,0 0-269-15,0 0-280 16,0 0-23-16,0 0 127 0,0 0-280 16,0 0-20-16,0 0 100 15,0-24-208-15,0 22-44 0,6-2 17 0,-2 3-93 16,0-1-12-16,2-2 20 16,-2 3-56-16,3 0 4 0,-3 0-4 15,0 1-76-15,0 0-36 0,2 0-85 16,-2 2-15-16,1 2 44 0,3-1-136 15,-6 1 104-15,4-1 104 0,-2 2 84 16,-2 1 12-16,-2-1 4 0,0 2 156 16,-2-1-8-16,-2 0-36 0,-2 0 4 15,0-1-80-15,-1-1 0 16,1 1-20-16,2-2-12 0,-2 0-8 16,0-2 4-16,2-1 0 0,-3 0-4 15,1 0 4-15,0-1 8 16,0-3-12-16,2-1 140 0,-3-1 124 0,3-3 45 15,-2-3 207-15,4 2-192 16,0 1-96-16,0 3 73 0,2 3-301 16,0-3 0-16,2 1 0 15,2-1 0-15,2-1 0 0,9 3 0 16,-1 1 0-16,-1 3 0 0,-1 0 0 16,-2 3 0-16,-5 1 0 0,5 0 0 15,-10-1 0-15,6 3 0 0,-2-1 0 16,-2 3 0-16,0 4 0 0,-2 1 0 15,-2 0 0-15,-4 0 0 0,0-2 0 16,0-3 0-16,-3 0 0 0,-1 2 0 16,0-2 0-16,-5-1 0 15,3 0 0-15,-1-2 0 0,1-4 0 16,2 0 0-16,-1-1 0 0,3-1 0 16,-2-1 0-16,8-3 0 0,-2 0 0 15,-1-4 0-15,1-5 0 16,2-5 0-16,2-1 0 0,6 1 0 15,3 2 0-15,1 5 0 0,2 0 0 16,3 4 0-16,-3 1 0 0,5 2 0 16,-3 3 0-16,-3 2 0 0,1 0 0 15,-2 2 0-15,-5 2 0 0,5 4 0 16,-4 0 0-16,0 4 0 16,1 4 0-16,-3-2 0 0,-2-1 0 15,-2 1 0-15,0-2 0 0,0 1 0 16,-2-2 0-16,-5-1 0 0,1 2 0 15,-4-1 0-15,0-3 0 0,-1-1 0 16,-1-1 0-16,-3 0 0 0,1-5 0 16,-3-1 0-16,7 0 0 15,-2-1 0-15,3-2 0 0,3-3 0 16,0-5 0-16,2-1 0 0,2-5 0 16,2-1 0-16,0-3 0 0,2 2 0 15,6 2 0-15,0 0 0 16,3 6 0-16,1 2 0 0,0 4 0 15,3 2 0-15,-1 3 0 0,1 1 0 16,-3 3 0-16,3 1 0 0,-3 2 0 16,1 3 0-16,1-2 0 0,-4 2 0 15,1-1 0-15,-3 1 0 0,-2-1 0 16,0 2 0-16,-4-1 0 16,-2 2 0-16,-2 0 0 0,-2 1 0 15,-2 0 0-15,-2-2 0 0,-3 0 0 16,-1-1 0-16,0 1 0 0,-3-3 0 15,1-2 0-15,-1-1 0 0,1-4 0 16,-1-1 0-16,1-1 0 16,-1-6 0-16,7-4 0 0,-2-1 0 15,1-2 0-15,5-4 0 0,0-1 0 16,2-1 0-16,2 1 0 0,0 1 0 16,8 3 0-16,1 1 0 0,-1 5 0 15,4 3 0-15,-1 5 0 16,1 1 0-16,-2 4 0 0,-1 4 0 0,-1 3 0 15,0 1-357-15,0 2-87 0,-5-1 196 16,-3 0-68-16,0 0 31 16,0-1-79-16,-5-4-420 0,1-2 92 15,-2-5-977-15</inkml:trace>
  <inkml:trace contextRef="#ctx0" brushRef="#br0" timeOffset="40803.12">23764 13443 1468 0,'0'0'2293'16,"0"0"-888"-16,0 0-609 0,0 0-195 15,0 0 31-15,0 0-236 0,0 0-4 16,0 0-183-16,26 21-209 16,-21-14 0-16,1-1 0 0,-4 2 0 15,2-2 0-15,-2 1 0 0,-2-2 0 16,0 1 0-16,0 0 0 0,-6-1 0 16,-4 1 0-16,-7 0 0 0,-6-1 0 15,5-2 0-15,-1-2 0 0,3-1 0 16,1 0 0-16,5-2 0 15,1-3 0-15,1-3 0 0,4-3 0 16,2-4 0-16,2-2 0 0,2-2 0 16,4-1 0-16,7 2 0 0,-1 3 0 15,3 2 0-15,1 5 0 0,-4 4 0 16,1 2 0-16,-1 2 0 0,-1 5 0 16,-1 2 0-16,0 1 0 15,-1 4 0-15,-1 0 0 0,0-1 0 16,-2 1 0-16,0 1 0 0,-1-2 0 15,-3-3 0-15,-2-1 0 0,0-1 0 16,0-3 0-16,-7 3 0 16,-3 3 0-16,-8-1 0 0,-5 0 0 15,-2-2 0-15,6-4 0 0,7-2 0 16,4 0 0-16,2 0 0 0,1-2 0 16,5-2 0-16,0-3 0 0,7-4 0 15,7-3 0-15,7 1 0 0,4 2 0 16,-3 3 0-16,-5 4 0 15,-7 1 0-15,-2 1 0 0,-6 1 0 16,-2 1 0-16,5 0 0 0,-5 1 0 16,0 4 0-16,-5 3 0 0,1 4 0 15,-2 3 0-15,-2 1 0 0,0-1 0 16,3-2 0-16,1 0 0 0,2-4-645 16,-2-3-2072-16</inkml:trace>
  <inkml:trace contextRef="#ctx0" brushRef="#br0" timeOffset="49466.53">23960 10534 272 0,'0'0'1144'0,"0"0"-900"15,0 0-220-15,0 0 933 0,0 0-341 16,0 0-396-16,0 0 144 0,0 0 245 15,0 0-117-15,2-19 28 0,-2 12 480 16,0 1-371-16,0 2-37 16,0 1-83-16,0 1-509 0,0-1 0 15,0 3 0-15,0 0 0 0,0 0 0 16,0 3 0-16,0 0 0 0,-2 3 0 16,0 2 0-16,0-1 0 15,0 1 0-15,0-2 0 0,-2-3 0 16,2 0 0-16,-3-3 0 0,1-1 0 15,0-7 0-15,0-4 0 16,2-2 0-16,0 0 0 0,2 1 0 16,2 3 0-16,2 3 0 0,0 2 0 15,2 2 0-15,5-1 0 0,3 2 0 16,3 1 0-16,-5 1 0 0,-2 0 0 16,-3 1 0-16,-3 4 0 0,0 0 0 15,2 2 0-15,-2 0 0 0,2 0 0 16,-1 1 0-16,-3 4 0 0,-2 2 0 15,-2 2 0-15,-7-2 0 0,-1 0 0 16,0-3 0-16,-1-3 0 16,1 0 0-16,2-3 0 0,-1-1 0 15,5-3 0-15,0-1 0 0,-2-1 0 16,2-5 0-16,-4-5 0 0,6-3 0 16,2 1 0-16,0 2 0 15,0 5 0-15,2 5 0 0,-2-1 0 16,6 2 0-16,-2 0 0 0,2 0 0 15,-2 1-529-15,-4 1-3969 0</inkml:trace>
  <inkml:trace contextRef="#ctx0" brushRef="#br0" timeOffset="62389.44">26796 11268 2136 0,'0'0'2386'16,"0"0"-946"-16,0 0-876 0,0 0 5 15,0 0 175-15,0 0-432 16,0 0-271-16,48 15-41 0,-28-15 0 16,3-6 0-16,4-7 0 0,2-5 0 15,0-6 0-15,0-7 0 0,-4-5 0 16,-3-1 0-16,-1-2 0 0,-9 1 0 15,-1 1 0-15,-5 1 0 16,-6 3 0-16,-6 1 0 0,-5 1 0 16,-7 5 0-16,-5 2 0 0,-6 9 0 15,-4 9 0-15,-4 8 0 0,-2 13 0 16,-1 10 0-16,-1 9 0 0,2 8 0 16,3 8 0-16,1 6 0 0,4 5 0 15,7 1 0-15,5 0 0 0,9-2 0 16,10-5 0-16,10-4 0 0,13-4 0 15,8-7 0-15,8-6 0 16,11-10 0-16,7-7 0 0,5-9 0 16,0-5 0-16,-2-3 0 0,-10-5 0 15,-17-2-1569-15,-8-4-2017 0</inkml:trace>
  <inkml:trace contextRef="#ctx0" brushRef="#br0" timeOffset="69907.7">27199 10606 2793 0,'0'0'3461'0,"0"0"-3004"0,37 2 83 0,-10-7 192 16,4-2-523-16,-2 0-209 0,2 0 0 15,-4 0 0-15,-2 2 0 0,-4 0 0 16,-3 2 0-16,-1 1 0 16,-3 0-13-16,-3 2-823 0,-5-1-225 15,-2-1-2304-15</inkml:trace>
  <inkml:trace contextRef="#ctx0" brushRef="#br0" timeOffset="70921.03">27627 10362 4169 0,'0'0'1097'0,"0"0"-417"0,0 0-76 0,0 0 45 16,0 0-293-16,0 0-60 0,0 0 45 16,0 0-341-16,0 0 0 0,0 0 0 15,21 38 0-15,-13-4 0 0,0 3 0 16,1 2 0-16,-3 0 0 0,0-1 0 16,0-2 0-16,2-5 0 0,-1-6 0 15,1-1 0-15,-2-6 0 0,0-4 0 16,-2-5 0-16,-2-3 0 0,1-5 0 15,1-1 0-15,-2 0 0 16,0-8 0-16,4-13 0 0,4-12 0 16,3-7 0-16,3-7 0 0,3 2 0 15,-5 5 0-15,-3 5 0 0,-3 4 0 16,-6 9 0-16,-2-1 0 0,0 4 0 16,-4 4-1317-16,0-2-2245 0</inkml:trace>
  <inkml:trace contextRef="#ctx0" brushRef="#br0" timeOffset="71545.41">27943 9950 3893 0,'0'0'1737'0,"0"0"-889"0,0 0-179 0,0 0 83 15,0 0-459-15,0 0-293 0,0 0 0 16,0 0 0-16,0 0 0 16,38 2 0-16,-14-13 0 0,1 3 0 15,2 3 0-15,-2 2 0 0,-4 3 0 16,-5 0 0-16,-6 6 0 0,-1 3 0 16,-7 5 0-16,0 4 0 15,-2 6 0-15,0 1 0 0,-2 1 0 16,0 1 0-16,0-1 0 0,2-1 0 15,0-2 0-15,2-3 0 16,4-2 0-16,4-6 0 0,5-2 0 16,3-2 0-16,7-2 0 0,4-2 0 15,4-1 0-15,6-2 0 0,-4-1-993 16,-8-2-388-16,-2-4-1324 0</inkml:trace>
  <inkml:trace contextRef="#ctx0" brushRef="#br0" timeOffset="72654.75">28818 10986 4722 0,'0'0'644'0,"0"0"224"0,0 0-127 0,2-33-181 16,-2 21 84-16,0 1-631 0,-4 2-13 16,-5 1 0-16,-7 4 0 0,-1 1 0 15,-1 3 0-15,-7 7 0 0,4 4 0 16,-4 3 0-16,1 3 0 16,1 3 0-16,2 1 0 0,5 0 0 15,3 0 0-15,9-3 0 0,2-2 0 16,2-3 0-16,8-2 0 0,5-3 0 15,7-5 0-15,5-1 0 16,0-2 0-16,2-5 0 0,-2-2 0 16,0 1 0-16,-9 0 0 0,-1 0 0 15,-7 3 0-15,-2 2 0 0,-4 1 0 16,-2 0 0-16,0 0 0 0,-4 7 0 16,-6 8 0-16,-11 11 0 0,-2 5 0 15,-4 3 0-15,2-1 0 0,3-5 0 16,3 1 0-16,5-4 0 0,5 0 0 15,5-2 0-15,4-4 0 16,11-4 0-16,5-7 0 0,7-3 0 16,8-5 0-16,2-9 0 0,4-7 0 15,-2-3 0-15,0-3 0 16,-4-4 0-16,-10 6-1678 0,-4-2-1263 0</inkml:trace>
  <inkml:trace contextRef="#ctx0" brushRef="#br0" timeOffset="72874.57">28787 10661 6991 0,'0'0'800'0,"-9"46"-420"0,5-9-359 15,-2 5-21-15,0 7 0 0,-2 8 0 16,1 2 0-16,1 3 0 0,4 1 0 15,2-4 0-15,2-4 0 16,9-7 0-16,5-6 0 0,5-8 0 16,10-13 0-16,-6-6-1369 0,1-11-964 0</inkml:trace>
  <inkml:trace contextRef="#ctx0" brushRef="#br0" timeOffset="73526.42">29868 10524 4690 0,'0'0'528'0,"0"0"552"0,0 0-491 0,0 0-73 16,0 0 116-16,0 0-475 0,4 34-157 16,-2 0 0-16,2 10 0 15,0 5 0-15,0 3 0 0,1 7 0 16,-5 6 0-16,0 9 0 0,-7 2 0 15,-3 4 0-15,-2-7 0 16,-5-2 0-16,3-10 0 0,-1-12 0 16,5-7 0-16,-1-11 0 0,3-12-649 15,4-8-1300-15,-4-11-968 0</inkml:trace>
  <inkml:trace contextRef="#ctx0" brushRef="#br0" timeOffset="73668.91">29680 11005 7011 0,'0'0'704'0,"0"0"-332"16,47-26-267-16,-24 22-105 0,4 2 0 16,2 0 0-16,0 2 0 0,8 0 0 15,0 0 0-15,5 0 0 0,1 1 0 16,0 1-217-16,1-1-1031 16,-11-1-125-16,-6 2-3137 0</inkml:trace>
  <inkml:trace contextRef="#ctx0" brushRef="#br0" timeOffset="74155.6">30207 10962 4854 0,'0'0'1340'0,"0"0"-83"16,-54-11-673-16,33 21-427 0,-3 11-157 16,-1 8 0-16,-2 8 0 0,2 4 0 15,4-2 0-15,7-2 0 0,6-6 0 16,6-5 0-16,4-6 0 0,8-8 0 16,5-5 0-16,1-5 0 0,3-5 0 15,1-6 0-15,-1-6 0 0,0-5 0 16,1-2 0-16,-5 1 0 0,-3 1 0 15,-2 4 0-15,-3 5 0 16,-1 3 0-16,-2 5 0 0,0 2 0 16,0 1 0-16,2 1 0 0,1 10 0 15,-1 6 0-15,0 2 0 0,0 4 0 16,-2-2 0-16,-2-2 0 16,1-2 0-16,-1-2 0 0,0 0 0 15,-2-3 0-15,0-3 0 0,2-4 0 16,-2-2 0-16,2-3 0 15,2-1 0-15,6-7 0 0,7-10 0 16,6-7-37-16,1-5-71 0,5-4-12 16,-2 2-36-16,0-1 64 0,-6 5 64 15,-3 5 4-15,-7 10 24 0,-7 8 100 16,-4 4 72-16,0 4 121 0,-4 9-293 16,-5 9 0-16,5 4 0 0,2 5 0 15,2-3 0-15,4-2 0 0,5-4 0 16,1-2 0-16,0-4 0 0,1-1 0 15,-3-3 0-15,-2-2 0 16,-2-2 0-16,-4-2 0 0,2-2 0 16,-2 0 0-16,0-1 0 0,-2-1 0 15,0-1 0-15,0-5 0 16,-2-6-765-16,2 0-1328 0,-2-7-580 0</inkml:trace>
  <inkml:trace contextRef="#ctx0" brushRef="#br0" timeOffset="74676.42">30688 10470 2965 0,'0'0'3602'0,"-6"32"-2506"0,-4 5-567 0,2 10-529 15,-3 12 0-15,-1 9 0 16,2 2 0-16,1 2 0 0,3 1 0 16,2 0 0-16,0-1 0 0,0-3 0 15,-2-5 0-15,-3-6 0 0,3-12 0 16,2-9 0-16,2-13 0 0,2-15 0 16,6-9 0-16,11-14 0 0,5-17 0 15,9-9 0-15,4-9 0 0,1 3 0 16,1 1 0-16,-4 8 0 0,-4 17 0 15,-8 14 0-15,-7 9 0 16,-4 15 0-16,-6 8 0 0,-1 4 0 16,-3 7 0-16,-3 0 0 0,1-4 0 15,2-6 0-15,5-3 0 16,5-8 0-16,2-9-137 0,-1-4-2324 16,-1-5-2929-16</inkml:trace>
  <inkml:trace contextRef="#ctx0" brushRef="#br0" timeOffset="75312.83">31373 10519 6050 0,'0'0'284'0,"0"0"781"0,0 0-445 15,0 0-447-15,0 0-173 0,0 0 0 16,0 0 0-16,-38 24 0 0,20 24 0 15,-7 14 0-15,0 9 0 0,5 3 0 16,1 7 0-16,2 7 0 16,1 2 0-16,6-5 0 0,1-8 0 15,7-11 0-15,4-11 0 0,5-9 0 16,5-7 0-16,2-9 0 0,3-6 0 16,-3-9-829-16,-1-5-692 0,-3-6-3305 0</inkml:trace>
  <inkml:trace contextRef="#ctx0" brushRef="#br0" timeOffset="75592.95">31408 10961 7615 0,'0'0'140'16,"0"0"297"-16,0 0-437 0,0 0 0 15,-21 56 0-15,21-27 0 0,6 2 0 16,5-1 0-16,3 3 0 0,3 2 0 15,-3 0 0-15,1 0 0 16,-5 0 0-16,0 0 0 0,-1-4 0 16,1-5 0-16,0-5 0 0,-4-8 0 15,1-2 0-15,1-8 0 0,2-4 0 16,5-9 0-16,3-7 0 0,1-11 0 16,0-5 0-16,-1-3 0 0,-1-2 0 15,1 1 0-15,-1 0 0 0,-3 3 0 16,-1 2 0-16,-7 5 0 0,-4 2-477 15,-2 6-1376-15,0 1-1692 0</inkml:trace>
  <inkml:trace contextRef="#ctx0" brushRef="#br0" timeOffset="76106.56">31892 10549 4822 0,'0'0'624'0,"0"0"52"0,0 0 205 16,0 0-393-16,0 0-148 0,35 22 21 15,-19 10-361-15,3 5 0 0,4 6 0 16,3 2 0-16,10 4 0 0,7 8 0 16,-2 3 0-16,-3 4 0 0,-16 3 0 15,-11 5 0-15,-13-1 0 0,-19-1 0 16,-8-2 0-16,-10-2 0 0,-7-5 0 15,-1-2 0-15,-3-7 0 16,11-15-1429-16,4-9-1321 0</inkml:trace>
  <inkml:trace contextRef="#ctx0" brushRef="#br0" timeOffset="77526.62">26244 9397 3313 0,'-6'33'3822'0,"-2"5"-3242"0,-1 10-103 0,3 0-477 0,0 2 0 15,2-1 0-15,2-3 0 0,2-3 0 16,0-8 0-16,4-4 0 0,2-5 0 15,-2-12 0-15,2-4 0 0,-1-7 0 16,-1-3 0-16,2-4 0 16,0-15 0-16,4-17 0 0,3-8 0 15,-3-3 0-15,1-1 0 0,-1 8 0 16,0 3 0-16,3 9 0 0,-3 9 0 16,-2 9 0-16,-2 9 0 0,-1 6 0 15,3 9 0-15,0 11 0 0,5 5 0 16,-3-1 0-16,-2 1 0 0,5-5 0 15,-3-4 0-15,0-2 0 0,-2-5 0 16,-1-5 0-16,-1-7 0 16,-2-2 0-16,4-1 0 0,1-12 0 15,3-12 0-15,0-7 0 0,3-5 0 16,-1-2 0-16,1 4 0 0,1 2 0 16,-1 8 0-16,-5 9 0 15,-4 8 0-15,-4 6 0 0,0 6 0 16,3 15 0-16,1 18 0 0,2 13 0 15,2 9 0-15,1-2 0 0,3-10 0 16,5-3 0-16,1-6 0 16,7-7 0-16,2-7 0 0,-4-10-781 15,-6-6-1652-15,-5-8-2545 0</inkml:trace>
  <inkml:trace contextRef="#ctx0" brushRef="#br0" timeOffset="77672.06">26875 9601 4081 0,'0'0'3618'0,"0"0"-3125"0,0 0-493 16,0 0 0-16,-2 44 0 16,-3-14 0-16,-1 3 0 0,2 0 0 15,2-6 0-15,2 1 0 0,0-6 0 16,6-3 0-16,2-4 0 0,1-5 0 16,-1-4-1121-16,-4-6-1693 0</inkml:trace>
  <inkml:trace contextRef="#ctx0" brushRef="#br0" timeOffset="77836.55">26875 9178 5122 0,'0'0'3070'16,"0"0"-3070"-16,0 0 0 0,0 0 0 16,0 0 0-16,0 0 0 0,0 0 0 15,0 0 0-15,0 0-365 0,0 0-2180 16,0 41-641-16</inkml:trace>
  <inkml:trace contextRef="#ctx0" brushRef="#br0" timeOffset="78103.05">27046 9438 4910 0,'0'0'2453'0,"0"0"-1624"0,0 0-829 16,19 34 0-16,1-4 0 15,5 5 0-15,2-3 0 0,0-5 0 16,0 2 0-16,2-4 0 0,0-3 0 16,-4 1 0-16,-3-3 0 0,-1-2 0 15,-7-2 0-15,-5-4 0 0,-5-6 0 16,-2-2-1153-16,-2-3-296 0,-2-5-3005 0</inkml:trace>
  <inkml:trace contextRef="#ctx0" brushRef="#br0" timeOffset="78241.06">27381 9453 5982 0,'0'0'2121'16,"-58"33"-2032"-16,15-6-89 15,-3 3 0-15,-1 2 0 0,-1 4 0 16,-1-2 0-16,7-1 0 0,7-3 0 15,14-5 0-15,11-8-229 0,8-6-1248 16,8-6-760-16</inkml:trace>
  <inkml:trace contextRef="#ctx0" brushRef="#br0" timeOffset="78784.48">28460 9553 2613 0,'0'0'3485'15,"0"0"-2840"-15,0 0-5 0,0 0 169 16,0 0-809-16,0 0 0 0,0 0 0 15,-23-35 0-15,7 27 0 0,-1 2 0 16,5 3 0-16,4 3 0 0,1 9 0 16,1 9 0-16,4 10 0 15,0 8 0-15,4 3 0 0,8-4 0 16,5-2 0-16,6-8 0 0,6-4 0 16,4-12 0-16,2-5 0 15,-2-7 0-15,0-9 0 0,-5-3 0 16,-3-5 0-16,-6-4 0 0,-7 0 0 15,-6 1 0-15,-4 1 0 0,-8 1 0 16,-4 2 0-16,-5 1 0 16,0 2 0-16,1 1 0 0,6 6 0 15,1 3 0-15,5 5 0 0,4 1 0 16,0 0-813-16,0 0-396 0,11 0-2064 0</inkml:trace>
  <inkml:trace contextRef="#ctx0" brushRef="#br0" timeOffset="79100.78">28936 9251 5250 0,'0'0'1012'15,"-17"-58"173"-15,5 25-693 0,-3 1-239 16,-1-1-253-16,-3-1 0 0,-2 5 0 16,-6 4 0-16,3 7 0 0,-1 7 0 15,0 7 0-15,2 4 0 16,5 10 0-16,-3 6 0 0,2 6 0 15,5 4 0-15,-1 3 0 0,7 2 0 16,2 1 0-16,6 0 0 0,2 3 0 16,8 4 0-16,3 3 0 15,5 4 0-15,5 5 0 0,0 0 0 16,0-2 0-16,-3-3 0 0,1-3 0 16,-7-4 0-16,-3-2 0 0,-5-5 0 15,-2-3 0-15,-4-5 0 0,-2-1 0 16,-6-6-365-16,2-6-715 0,-3-1-1790 0</inkml:trace>
  <inkml:trace contextRef="#ctx0" brushRef="#br0" timeOffset="79237.87">28638 9550 6895 0,'0'0'12'0,"0"0"880"16,52-31-499-16,-13 22-393 15,4-1 0-15,1 6 0 0,1-2 0 16,-4 1 0-16,1-2 0 0,1-2 0 15,1 0 0-15,-3-2 0 0,-8 3-1481 16,-6-4-2557-16</inkml:trace>
  <inkml:trace contextRef="#ctx0" brushRef="#br0" timeOffset="80233.2">25946 10049 5282 0,'0'0'144'0,"-31"14"4"0,23-8-72 16,14-1-76-16,21 0 36 0,39-5 0 15,38-4 268-15,38-10-176 0,30-10 68 16,22-3 33-16,19-5-193 0,21-1-12 16,14 2 44-16,8 5-48 15,9 5 96-15,1 8 44 0,11 7-144 16,-2 6 20-16,4 8 160 0,9 9 44 15,1 7-52-15,-6 6-96 0,-4 1-92 16,-74-6-368-16,-19-9-2249 0</inkml:trace>
  <inkml:trace contextRef="#ctx0" brushRef="#br0" timeOffset="101955.77">18389 2732 2357 0,'0'0'2797'0,"0"0"-1781"0,0 0-423 0,0 0-97 0,0 0 268 16,0 0-595-16,0 0-169 0,0 0 0 16,-2 1 0-16,4-3 0 0,-2-1 0 15,4 2 0-15,-4-2 0 0,4 0 0 16,-2 2 0-16,-2-3 0 0,7 2 0 16,-3 1 0-16,0 0 0 0,4-2 0 15,3 1 0-15,3-2 0 0,3 3 0 16,1 1 0-16,3 0 0 0,-3 0 0 15,3 0 0-15,4 0 0 16,-2 1 0-16,1 2 0 0,-1-1 0 16,-2 0 0-16,0 1 0 0,3-3 0 15,-7 0 0-15,8 0 0 16,-3 0 0-16,-1-1 0 0,6-4 0 16,0 1 0-16,0 1 0 0,2-2 0 15,0 1 0-15,-5 1 0 0,3 1 0 16,2 0 0-16,-6 2 0 15,4 2 0-15,0 0 0 0,0-1 0 16,1 3 0-16,-1-3 0 0,6-1 0 16,-2 0 0-16,5 0 0 0,-3-1 0 15,2-1 0-15,-2-1 0 0,2 3 0 16,-2 0 0-16,-2 0 0 0,2 0 0 16,-4 4 0-16,0-1 0 0,0 2 0 15,2-2 0-15,2 1 0 0,0-2 0 16,2-1 0-16,2 1 0 0,5-2 0 15,-5 0 0-15,4 1 0 16,-3 2 0-16,-1 1 0 0,2 1 0 16,0-2 0-16,3 4 0 0,-5 0 0 15,0-1 0-15,4 0 0 16,-3-1 0-16,-1-1 0 0,4-3 0 16,7 0 0-16,-3-1 0 0,5-2 0 15,2-1 0-15,-1 0 0 0,1-1 0 16,2 3 0-16,-1-1 0 15,-5 0 0-15,4 2 0 0,-1 0 0 16,1 0 0-16,-2 2 0 0,-3 0 0 16,1 2 0-16,-1 0 0 0,1 1 0 15,1 0 0-15,-1-2 0 0,-1 0 0 16,1-1 0-16,-1-2 0 0,-1 0 0 16,2 0 0-16,-3 0 0 0,0-1 0 15,-1-2 0-15,-3 1 0 0,3 0 0 16,1-2 0-16,-4 1 0 0,1-1 0 15,-3 2 0-15,0-3 0 16,1 1 0-16,-1-2 0 0,-2-1 0 16,2 3 0-16,-1-5 0 0,-1 2 0 15,-2-1 0-15,-2-2 0 16,0 1 0-16,-2-2 0 0,-2 2 0 16,2-3 0-16,-4 1 0 0,4-2 0 15,-4-1 0-15,4 0 0 0,0-4 0 16,-4-1 0-16,6 0 0 15,-2-1 0-15,2-1 0 0,-4-2 0 16,6 1 0-16,-4-2 0 0,0 0 0 16,2-1 0-16,0 0 0 0,2-1 0 15,2 1 0-15,1-3 0 0,-1-2 0 16,4 2 0-16,-2-4 0 0,1 0 0 16,3-2 0-16,-2-1 0 0,5 1 0 15,-1 0 0-15,1-1 0 0,-1-1 0 16,1 1 0-16,-1 0 0 0,1 2 0 15,1 0 0-15,-3 2 0 16,1 0 0-16,1 1 0 0,-1 1 0 16,-1 2 0-16,1 1 0 0,-2 0 0 15,-1 2 0-15,-1 0 0 0,1 4 0 16,-3 0 0-16,0 2 0 16,0 1 0-16,-1 4 0 0,-1 0 0 15,-4 2 0-15,4 0 0 0,-2 0 0 16,2-1 0-16,3 1 0 15,-1-1 0-15,0 2 0 0,1 1 0 16,-3 1 0-16,2 0 0 0,0 3 0 16,1 1 0-16,1-1 0 0,-2 4 0 15,2 0 0-15,1-2 0 0,1 1 0 16,3 0 0-16,3-3 0 0,5 0 0 16,0-1 0-16,4 1 0 0,2 0 0 15,0 0 0-15,6 0 0 0,-4 2 0 16,4 0 0-16,-2 0 0 0,0 1 0 15,2 0 0-15,0 1 0 16,3 0 0-16,-1 0 0 0,2 0 0 16,2-1 0-16,1 2 0 0,-3-1 0 15,4 1 0-15,-1 0 0 0,1-1 0 16,3 1 0-16,-1 0 0 16,3 0 0-16,-1 0 0 0,1 0 0 15,-3 0 0-15,1 2 0 0,-1-1 0 16,-3 1 0-16,-3-1 0 15,-2 1 0-15,-4-2 0 0,0 0 0 16,-4 0 0-16,-2 0 0 0,-4-5 0 16,-2 2 0-16,-5-1 0 0,-3 1 0 15,-3 0 0-15,-6 2 0 0,-6 1 0 16,-4 0 0-16,-9 2 0 0,-5 2 0 16,-5-2 0-16,-4 1-177 0,-2 0-1107 15,-4 0-441-15,-9-3-1249 0</inkml:trace>
  <inkml:trace contextRef="#ctx0" brushRef="#br0" timeOffset="103280.63">19970 659 2341 0,'0'0'3537'0,"0"0"-2596"16,0 0-241-16,0 0-27 0,0 0-673 15,0 0 0-15,0 0 0 0,0 0 0 16,0-19 0-16,0 35 0 0,9 16 0 15,1 19 0-15,5 18 0 16,-1 19 0-16,-6 0 0 0,-6-2 0 16,-2-10 0-16,-10-14 0 0,0-8 0 15,-1-10 0-15,3-9 0 0,0-10-205 16,2-11-2028-16,-1-7-316 0</inkml:trace>
  <inkml:trace contextRef="#ctx0" brushRef="#br0" timeOffset="103440.7">19718 1081 5882 0,'0'0'284'0,"35"-3"233"0,-4-5 603 16,5 1-808-16,5-2-235 0,0 1-77 16,7 5 0-16,-3 3 0 0,-3 5-361 15,-13 2-1068-15,-3 2-772 0</inkml:trace>
  <inkml:trace contextRef="#ctx0" brushRef="#br0" timeOffset="104031.68">20301 1139 6370 0,'-35'9'765'0,"12"5"-377"16,-4 3-76-16,7 4-20 0,-1 3-227 15,0 1-65-15,11 2 0 0,0-4 0 16,10-3 0-16,0-8 0 15,10-3 0-15,0-3 0 0,7-4 0 16,0-2 0-16,1-2 0 0,-1-5 0 16,-3-1 0-16,-1-2 0 0,-3 1 0 15,0-5 0-15,5 0 0 0,-3-1 0 16,-2 1 0-16,-1 1 0 0,-1 3 0 16,0 2 0-16,-2 1 0 0,-1 7 0 15,-3 0 0-15,2 13 0 0,-4 8 0 16,6 6 0-16,-4 3 0 0,0-1 0 15,4-6 0-15,3-3 0 16,1-5 0-16,2-4 0 0,3-6 0 16,1-5-225-16,1-5-43 0,3-8 64 15,-3-4-76-15,-5-4-40 0,-3-1-20 16,-3 1-457-16,-2 0 421 16,0 4 312-16,-2 5 64 0,-2 4 68 15,2 3 124-15,-2 4 612 0,0 0-311 16,0-1-85-16,0 0 92 0,2 0-348 15,3-1-44-15,-1 2 41 16,-2-1-149-16,2 1 0 0,0 1 0 16,-4-1 0-16,0 1 0 0,0 0 0 15,0 0 0-15,0-1 0 0,2-3 0 16,2-7 0-16,7-8 0 0,5-7 0 16,5 0 0-16,-1 6 0 0,-1 6 0 15,-5 11 0-15,-3 3 0 0,-3 6 0 16,2 9 0-16,1 7 0 0,-3 5 0 15,6 5 0-15,1 5 0 16,-3-2 0-16,5 1 0 0,-3-5 0 16,-1-4 0-16,1-6 0 0,-3-5 0 15,1-6 0-15,-4-5-729 0,-6-5-1296 0</inkml:trace>
  <inkml:trace contextRef="#ctx0" brushRef="#br0" timeOffset="105066.62">21109 658 5694 0,'0'0'1073'0,"0"0"-609"15,0 0-76-15,0 0 112 0,7 59-427 16,-7-19-73-16,4 2 0 15,0 0 0-15,0 4 0 0,2 3 0 16,-4 2 0-16,0 2 0 0,-2-2 0 16,0-1 0-16,-4-4 0 0,0-7 0 15,0-9 0-15,0-8 0 0,2-10 0 16,2-7 0-16,0-5 0 0,2-2 0 16,4-13 0-16,9-14 0 0,9-10 0 15,3-2 0-15,4 4 0 0,-6 11 0 16,-2 10 0-16,-3 8 0 0,-3 8 0 15,-3 9 0-15,-1 10 0 16,-3 12 0-16,-2 8 0 0,3 7 0 16,-1 1 0-16,2-1 0 0,5-6 0 15,4-4 0-15,1-5 0 0,3-6 0 16,0-6 0-16,-6-8 0 16,-5-5-2570-16</inkml:trace>
  <inkml:trace contextRef="#ctx0" brushRef="#br0" timeOffset="109342.35">21872 570 1940 0,'0'0'421'15,"0"0"2576"-15,4-34-2101 0,-8 31-107 0,4 1 360 16,0 1-1149-16,0 1 0 0,-2 0 0 15,-2 3 0-15,-2 5 0 16,-7 14 0-16,-3 12 0 0,-7 17 0 16,-2 20 0-16,1 10 0 0,1 8 0 15,6 5 0-15,3-1 0 0,5 0 0 16,5-3 0-16,4-5 0 16,9-11 0-16,5-11 0 0,3-10 0 15,3-13 0-15,5-12 0 0,2-10 0 16,4-11 0-16,0-9 0 15,0-10-237-15,-10 0-995 0,-1-7-2190 0</inkml:trace>
  <inkml:trace contextRef="#ctx0" brushRef="#br0" timeOffset="109572.26">21978 993 7127 0,'0'0'1065'15,"0"0"-1065"-15,0 41 0 16,8-16 0-16,4 4 0 0,7-2 0 16,0 3 0-16,7-1 0 0,3 0 0 15,0-1 0-15,0-2 0 0,0 0 0 16,-4-4 0-16,-2-2 0 16,-1-5 0-16,-1-6 0 0,-2-7 0 15,-9-2-1365-15,0-6-3097 0</inkml:trace>
  <inkml:trace contextRef="#ctx0" brushRef="#br0" timeOffset="109770.77">22261 1028 6490 0,'0'0'769'0,"-56"44"-253"0,21-11-99 16,-2 5-417-16,-3 4 0 0,-1 1 0 15,0-1 0-15,6-1 0 16,4-6 0-16,6-4 0 0,10-9 0 16,7-7 0-16,6-9-265 0,2-5-1039 15,8-12-3815-15</inkml:trace>
  <inkml:trace contextRef="#ctx0" brushRef="#br0" timeOffset="110019.65">22401 665 6715 0,'0'0'676'0,"0"0"-236"0,0 0-79 16,44 56-361-16,-32-17 0 0,-1 7 0 15,-3 8 0-15,-4 9 0 0,2 6 0 16,-6 5 0-16,-4 3 0 0,-6 2 0 15,-9-3 0-15,-10-4 0 16,2-8 0-16,-4-11 0 0,4-11 0 16,5-16-397-16,-3-10-4189 0</inkml:trace>
  <inkml:trace contextRef="#ctx0" brushRef="#br0" timeOffset="112015.49">26645 2209 6691 0,'0'0'412'0,"0"0"677"0,0 0-1089 0,0 0 0 0,-6 46 0 16,6-4 0-16,4 10 0 0,-2 6 0 15,0-1 0-15,0 2 0 0,0 3 0 16,-2 4 0-16,2 2 0 0,3 2 0 16,1-2 0-16,0-2 0 0,4-8 0 15,5-8 0-15,-1-11 0 0,7-11 0 16,0-7 0-16,5-9 0 0,3-8 0 15,2-5 0-15,0-10 0 16,3-7 0-16,-6-2 0 0,-3-7 0 16,-6 6-1273-16,-9-3-1541 0</inkml:trace>
  <inkml:trace contextRef="#ctx0" brushRef="#br0" timeOffset="112201.01">26498 2674 6603 0,'0'0'932'0,"0"0"-768"0,64-19 329 15,-14 8-493-15,2 3 0 0,-1 2 0 16,-1 2 0-16,0 4 0 0,1 0 0 16,-1 5 0-16,-13-1-889 0,-2 0-2693 0</inkml:trace>
  <inkml:trace contextRef="#ctx0" brushRef="#br0" timeOffset="112777.93">27088 2697 7979 0,'0'0'213'16,"-44"5"-213"-16,26 9 0 0,3 7 0 16,1 4 0-16,3 1 0 0,5 0 0 15,4-4 0-15,2-2 0 0,6-2 0 16,5-3 0-16,1-4 0 15,2-2 0-15,1-6 0 0,1-3 0 16,1-6 0-16,-1-5 0 0,-1-4 0 16,-1-3 0-16,1 0 0 0,-5-1 0 15,1 4 0-15,-5 5 0 0,-2 4 0 16,-2 3 0-16,-2 3 0 0,2 0 0 16,-2 3 0-16,2 8 0 0,-2 12 0 15,0 4 0-15,0 5 0 0,-2-2 0 16,2-4 0-16,0-5 0 0,2-1 0 15,2-4 0-15,2-6 0 16,1-1-61-16,-3-6-87 0,0 0 92 16,0-3 36-16,2-2 0 0,5-8 20 15,1-10 20-15,2-6-20 16,3-2 0-16,0 1 0 0,-3 4 4 16,0 2-4-16,-3 7 0 0,-7 6 16 15,-2 4-16-15,-2 4 200 0,0 0-135 16,2 5-65-16,0 4 0 15,0 5 0-15,2 3 0 0,0-1 0 16,1-2 0-16,-3-5 0 0,0-2 0 16,-2-2 0-16,2-5 0 0,0 1 0 15,2-2 0-15,0-9 0 0,4-11 0 16,1-3 0-16,-3-5 0 0,0 0 0 16,-2 6 0-16,0 3 0 0,-2 8 0 15,-2 5 0-15,2 7 0 0,-2 2 0 16,0 13 0-16,3 15 0 0,-1 9 0 15,-2 5 0-15,2-5 0 16,0-9 0-16,2-5 0 0,0-7 0 16,0-7 0-16,2-6 0 0,-2-2 0 15,3-7-3434-15</inkml:trace>
  <inkml:trace contextRef="#ctx0" brushRef="#br0" timeOffset="113118.61">27524 2355 5874 0,'0'0'1673'0,"-6"33"-1465"0,6 0 229 0,2 15-437 16,2 7 0-16,0 5 0 0,-4 5 0 16,0 2 0-16,0 3 0 0,0-1 0 15,-4-4 0-15,-2-5 0 0,-3-13 0 16,5-10 0-16,2-14 0 0,0-11 0 15,2-8 0-15,0-4 0 16,6-13 0-16,11-13 0 0,1-7 0 16,7-8 0-16,0 1 0 0,-2 8 0 15,-3 5 0-15,1 8 0 16,-4 9 0-16,-7 10 0 0,0 6 0 16,-4 10 0-16,-1 3 0 0,-1 3 0 15,-2 1 0-15,-2-3 0 0,2-1 0 16,0-5 0-16,2-3 0 15,4-3 0-15,7-6 0 0,-7-1-1081 16,6-3-1973-16</inkml:trace>
  <inkml:trace contextRef="#ctx0" brushRef="#br0" timeOffset="113564.95">28255 2184 4113 0,'0'0'785'0,"0"0"63"0,0 0 509 16,0 0-593-16,0 0-439 0,0 0-325 16,0 0 0-16,0 0 0 0,-37 39 0 15,15 11 0-15,-1 14 0 0,-2 13 0 16,4 7 0-16,3 11 0 0,1 8 0 15,3 4 0-15,-1-3 0 16,5-2 0-16,2-7 0 0,8-12 0 16,4-17 0-16,10-13 0 0,11-13 0 15,8-13 0-15,6-11 0 16,5-12 0-16,3-8 0 0,-1-12 0 16,-9 0-1289-16,-2-7-5258 0</inkml:trace>
  <inkml:trace contextRef="#ctx0" brushRef="#br0" timeOffset="114452.07">28512 2605 5478 0,'0'0'1541'0,"0"0"-705"0,0 0-499 0,0 0-337 16,-13 65 0-16,1-10 0 0,0 9 0 15,-1-2 0-15,7-7 0 0,4-4 0 16,2-1 0-16,4-7 0 0,2-5 0 16,3-5 0-16,5-9 0 0,0-9 0 15,-1-8-1397-15,-1-7-492 0</inkml:trace>
  <inkml:trace contextRef="#ctx0" brushRef="#br0" timeOffset="114777.06">28787 2603 7107 0,'0'0'1085'0,"0"0"-1085"16,0 0 0-16,-33-15 0 0,8 30 0 15,0 8 0-15,-2 11 0 0,2 3 0 16,5 6 0-16,3 6 0 0,7 4 0 15,6 4 0-15,4 0 0 16,2-1 0-16,10-6 0 0,5-8 0 16,5-4 0-16,7-12 0 0,4-8 0 15,5-10 0-15,-1-8 0 0,-2-9 0 16,-2-16 0-16,-2-11 0 0,-8-9 0 16,-7-3 0-16,-5-6 0 0,-9 0 0 15,-4-2 0-15,-11 3 0 0,-3 3 0 16,-3 7 0-16,3 10 0 0,1 14 0 15,7 7 0-15,6 11 0 16,2 1 0-16,2 6 0 0,8 9-89 16,7 8-1704-16,-3-2 141 0,3 0-821 0</inkml:trace>
  <inkml:trace contextRef="#ctx0" brushRef="#br0" timeOffset="115002.09">29142 2865 6571 0,'0'0'896'0,"0"0"-171"16,17 50-725-16,-1-26 0 0,5 0 0 15,2 1 0-15,4-4 0 0,2 1 0 16,-3-3 0-16,1-3 0 0,-4 0 0 15,-4-3 0-15,-7-2 0 16,-4-1 0-16,-1-3 0 0,-7-2 0 16,0-3-421-16,0 2-828 0,-5-3-611 0</inkml:trace>
  <inkml:trace contextRef="#ctx0" brushRef="#br0" timeOffset="115177.64">29347 2849 7411 0,'-37'2'548'0,"2"11"-315"16,-7 9-233-16,-1 7 0 0,1 6 0 15,5 0 0-15,6-3 0 0,13-3 0 16,9-6-81-16,9-6-507 0,5-5-1453 16,7-6-352-16</inkml:trace>
  <inkml:trace contextRef="#ctx0" brushRef="#br0" timeOffset="115503.7">29564 2473 3613 0,'0'0'3694'15,"0"0"-3170"-15,16 42-163 0,1-15-361 16,4 8 0-16,4 4 0 0,6 2 0 16,2 4 0-16,-4 5 0 0,-5 1 0 15,-9 2 0-15,-11 3 0 0,-8 1 0 16,-15 0 0-16,-10-1 0 0,-8-3 0 15,-8-2 0-15,-5-3 0 16,-2-5 0-16,-4-1 0 0,15-14-541 16,0-5-3265-16</inkml:trace>
  <inkml:trace contextRef="#ctx0" brushRef="#br0" timeOffset="116881">18451 2603 1496 0,'0'0'80'0,"0"0"16"0,0 0 765 15,0 0-545-15,0 0-188 0,0 0 268 16,0 0-56-16,0 0-32 0,0 0 313 15,-4 23-261-15,4-19 36 16,0-2 76-16,0 2-224 0,0-2 20 16,0 2 269-16,0-2-265 0,0-1 60 15,0 0 108-15,0 1-232 16,0-2-191-16,-2 0-17 0,2 1 0 16,0 0 0-16,0 1 0 0,0 2 0 15,0 0 0-15,2 0 0 0,2 1 0 16,0 0 0-16,-2 1 0 15,5-2 0-15,3 1 0 0,-6 1 0 16,6-2 0-16,-3-1 0 0,3 1 0 16,-2-1 0-16,-2 1 0 0,5 1 0 15,1 0 0-15,9 0 0 0,-1 2 0 16,7-1 0-16,4-2 0 0,2-3 0 16,0 0 0-16,3 0 0 0,-1-1 0 15,6 2 0-15,-2 0 0 0,1 1 0 16,1 0 0-16,2-2 0 0,-1 0 0 15,1-1 0-15,1 0 0 16,-3 0 0-16,0-1 0 0,-4 1 0 16,1 0 0-16,-1 0 0 0,-4 0 0 15,2 1 0-15,0 3 0 16,0-2 0-16,-2 1 0 0,5-2 0 16,3-1 0-16,-4 0 0 0,5-4 0 15,-1 0 0-15,2-2 0 0,-1 0 0 16,-1 0 0-16,-2-1 0 15,-2 1 0-15,-1 2 0 0,1-2 0 16,-6 1 0-16,6 1 0 0,0-3 0 16,0-2 0-16,1-1 0 0,-3-1 0 15,0 1 0-15,-2 1 0 0,-2 3 0 16,2-2 0-16,-2 1 0 0,0 0 0 16,4 2 0-16,-2-1 0 0,0 1 0 15,0-1 0-15,1 0 0 0,1-2 0 16,-2 2 0-16,-2-2 0 0,-2 3 0 15,-5-1 0-15,-1 4 0 16,-4 0 0-16,-3 2 0 0,-5 0 0 16,-5 0 0-16,0 0 0 0,-2 1 0 15,2 1 0-15,-1-1 0 0,1 1 0 16,-2 1 0-16,0-2 0 16,0 1 0-16,-2 1 0 0,-2-1 0 15,4-1 0-15,1 3 0 0,-3-2 0 16,-2 2 0-16,6-3 0 0,-2 1 0 15,0 2 0-15,-2-3 0 16,6-1 0-16,1-3 0 0,-5-2-1858 16,6-7-715-16</inkml:trace>
  <inkml:trace contextRef="#ctx0" brushRef="#br0" timeOffset="119660.87">19960 2765 6106 0,'0'0'256'0,"0"0"109"0,0 0-49 0,0 0 160 0,0 0 24 15,0 0-432-15,0 0 4 16,0 0-39-16,0 0-33 0,0 0 0 16,8-13 0-16,5 18 0 0,14-2 0 15,4 2 0-15,2-3 0 16,0 1 0-16,-4-3 0 0,2 0 0 16,0 0 0-16,-4-3 0 0,4 1 0 15,0 0 0-15,-2-1 0 0,0 0 0 16,2-2 0-16,-5 3 0 0,1-2 0 15,0 3 0-15,-6 1 0 16,4-1 0-16,-3 1 0 0,-1 0 0 16,0 1 0-16,-1 0 0 0,-3 1 0 15,-3 0 0-15,-1-2 0 0,1 0 0 16,-1 0 0-16,1 0 0 0,5-4 0 16,-3 2 0-16,1-2 0 0,-3 2 0 15,1 1 0-15,-3-1 0 0,1 2 0 16,-3 0 0-16,0 0 0 0,1 3 0 15,3-3 0-15,-4 1 0 16,3 1 0-16,1-2 0 0,1 1 0 16,1 1 0-16,-3-2 0 0,3 0 0 15,-1 0 0-15,-3 0 0 16,0 2 0-16,1-1 0 0,-3 2 0 16,-2-1 0-16,1-1 0 0,1 1 0 15,0 0 0-15,9-2 0 0,0 0 0 16,-1 0 0-16,3-2 0 0,0-1 0 15,1 3 0-15,1 0 0 16,2 0 0-16,0 0 0 0,-3 3 0 16,1 1 0-16,0-3 0 0,-2 4 0 15,-1-1 0-15,-1-2 0 0,1 0 0 16,-1-2 0-16,0 0 0 0,-1 0 0 16,1 0 0-16,-3 0 0 0,3 1 0 15,-4 2 0-15,-3-2 0 0,2 2 0 16,-1 0 0-16,1 1 0 0,3-1 0 15,-3 1 0-15,3-2 0 16,-1 1 0-16,3-1 0 0,-3-2 0 16,1 0 0-16,-5 0 0 0,1 0 0 15,-1-3 0-15,-4 1 0 16,1 1 0-16,-3 0 0 0,-2-2 0 16,0 3 0-16,2-1 0 0,1 1 0 15,1-2 0-15,-2-1 0 0,4 0 0 16,5-2 0-16,-3-2 0 15,7 1 0-15,-7-1 0 0,3 1 0 16,-5 0 0-16,-2 1 0 0,1-1 0 16,-3 3 0-16,2-1 0 0,-2 3 0 15,1-1 0-15,-1 0 0 0,0 0 0 16,2 1 0-16,-4 0 0 0,3-2 0 16,-1 2 0-16,0 0 0 0,-2 0 0 15,2 0 0-15,-2-2 0 0,5 1 0 16,-3 1 0-16,0-2 0 0,0 2 0 15,0-1 0-15,-1-2 0 16,1 3 0-16,-2-1 0 0,2-2 0 16,-2 4 0-16,0-1 0 0,1 1 0 15,-3 0 0-15,0 0 0 0,0 0 0 16,0 0 0-16,0 0 0 16,0 0 0-16,0 0 0 0,0 0 0 15,-2 0 0-15,2 0 0 0,-2 0 0 16,0 0 0-16,4 0 0 15,-2 0 0-15,0 0 0 0,1 0 0 16,-3 1 0-16,8 3 0 0,-2-2 0 16,0-1 0-16,2 2 0 0,1-1 0 15,-1 0 0-15,-2 1 0 0,0-2 0 16,5 0 0-16,-5 0 0 0,-2 0 0 16,4 1 0-16,-6-2 0 0,7 1 0 15,-5-1 0-15,0 0 0 0,0 0 0 16,0 0 0-16,0 1 0 0,0-1 0 15,5 0 0-15,1 0 0 16,2 0 0-16,3 0 0 0,-1 0 0 16,-1 0 0-16,-7 0 0 0,-2 0 0 15,2 0 0-15,-2 0 0 16,3 0 0-16,-3 0 0 0,2 0 0 16,-2 0 0-16,-2 0 0 0,2 0 0 15,-2 0 0-15,0 0 0 0,3 0 0 16,-3 0 0-16,6 0 0 0,-2 0 0 15,0 0 0-15,5 0 0 16,-1 0 0-16,-2 0 0 0,1 0 0 16,-1 0 0-16,-2 0 0 0,0 0 0 15,5 0 0-15,-1 0 0 0,4 1 0 16,-1 0 0-16,1-1 0 0,-1 2 0 16,-1-2 0-16,0 0 0 0,1 0 0 15,1 0 0-15,-3-2 0 0,-1 0 0 16,2 0 0-16,-3-1 0 0,-3 1 0 15,2 2 0-15,-6-1 0 16,6 0 0-16,-5-1 0 0,5 1 0 16,0 1 0-16,0 0 0 0,5 0 0 15,1 0 0-15,3 0 0 16,-3-1 0-16,3-1 0 0,-5-2 0 16,1-2 0-16,-1 1 0 0,2-2 0 15,-1-1 0-15,-3 1 0 0,1 1 0 16,-1 1 0-16,0 3 0 15,-4-1 0-15,-1 2 0 0,-3 1 0 16,4 0 0-16,-2 0 0 0,0 0 0 16,4 0 0-16,1 0 0 0,-5 0 0 15,6-2 0-15,-2-2 0 0,-1 2 0 16,-1-3 0-16,2 1 0 0,-2 0 0 16,2-1 0-16,-3 0 0 0,3 1 0 15,-2-1 0-15,-2 1 0 0,2 0 0 16,-1-1 0-16,1-1 0 0,0 0 0 15,-2-1 0-15,2-1 0 16,1-3 0-16,3-4 0 0,0 0 0 16,-4 1 0-16,1 5 0 0,-3 0 0 15,-2 1 0-15,2 1 0 0,-2 1 0 16,0-1 0-16,0 0 0 16,0-1 0-16,0-2 0 0,0-2 0 15,-2-1 0-15,2-6 0 0,-2 1 0 16,0-1 0-16,0 2 0 0,5 0 0 15,-5 1 0-15,2 0 0 16,0 2 0-16,-2 1 0 0,0 0 0 16,0 0 0-16,0 1 0 0,0-1 0 15,0-2 0-15,-2 0 0 0,0 0 0 16,-3-2 0-16,1-3 0 0,0 1 0 16,0-2 0-16,2 1 0 0,-2 0 0 15,2 3 0-15,0-2 0 0,2 1 0 16,-2 0 0-16,0 1 0 0,2 2 0 15,-3 1 0-15,3 0 0 16,-2 3 0-16,2 2 0 0,0 2 0 16,-2-2 0-16,2-3 0 0,0-2 0 15,0-3 0-15,2 0 0 0,0 1 0 16,1 0 0-16,1-1 0 16,-2 1 0-16,2 0 0 0,-2 2 0 15,2 1 0-15,-2 0 0 0,2-1 0 16,0 3 0-16,-4-1 0 0,7 0 0 15,-3 2 0-15,0-2 0 16,2 1 0-16,0-1 0 0,-2 3 0 16,3 1 0-16,-3 0 0 0,2 0 0 15,0-1 0-15,-2 0 0 0,2 3 0 16,-1 3 0-16,-1-2 0 0,2-1 0 16,0 1 0-16,0 0 0 0,-2 0 0 15,1 1 0-15,1-2 0 0,-2 3 0 16,0-1 0-16,0-1 0 0,2 0 0 15,-4 1 0-15,7-1 0 16,-3-1 0-16,0 2 0 0,9-2 0 16,-1 0 0-16,1-1 0 0,-1 0 0 15,-2 0 0-15,1 2 0 0,-3-1 0 16,-2-2 0-16,3 2 0 16,-3 1 0-16,-2 1 0 0,3-1 0 15,-5 1 0-15,6 0 0 0,2-2 0 16,5 1 0-16,4 1 0 0,-3 0 0 15,3 2 0-15,-3-1 0 16,1 0 0-16,0-1 0 0,-3 1 0 16,3-1 0-16,-1 1 0 0,-1-1 0 15,-3 0 0-15,5 2 0 0,-7-2 0 16,1 1 0-16,-1 1 0 0,-1-1 0 16,1 0 0-16,-2-1 0 0,1-1 0 15,3 1 0-15,-1 0 0 0,1 0 0 16,3 2 0-16,-1-1 0 0,5 3 0 15,-1 0 0-15,1 0 0 16,2 1 0-16,-3 1 0 0,-1-1 0 16,-2-1 0-16,1 0 0 0,-3 0 0 15,1-1 0-15,3-1 0 0,-1-1 0 16,3 2 0-16,2-1 0 16,-5-1 0-16,-1 2 0 0,-3 1 0 15,1 0 0-15,-3 0 0 0,-1 0 0 16,-1 0 0-16,0 0 0 0,5-1 0 15,1 1 0-15,7-1 0 16,2 1 0-16,4 0 0 0,0 1 0 16,0 1 0-16,-4 2 0 0,-7-3 0 15,-8 0 0-15,-3-1-465 0,-7 0-1220 16,0-4-116-16</inkml:trace>
  <inkml:trace contextRef="#ctx0" brushRef="#br0" timeOffset="120627.62">24121 1416 1064 0,'0'0'3037'0,"0"0"-2416"0,-37-18 95 0,27 9 384 0,3-2-627 15,3-1-97-15,4-2 72 0,0 1-300 16,4 2-32-16,3 3-23 0,-3 2-93 15,2 3 0-15,2 0 0 16,-4-2 0-16,5 4 0 0,-5 1 0 16,-2 0 0-16,0 1 0 0,-2 2 0 15,2 2 0-15,0-2 0 0,0-1 0 16,0 1 0-16,0-1 0 0,0-2 0 16,-2 1 0-16,0-1 0 0,0 0 0 15,-2-2 0-15,-6-2 0 0,-4-1-389 16,-5-1 9-16,3 1 96 0,-1 1-176 15,7 3 111-15,2 1 197 16,2 0 88-16,1 0 8 0,1 0 56 16,0 0 4-16,2 1 16 0,0 2 152 15,4-1 257-15,9 3-81 0,12 1 48 16,18 1 232-16,11-1-491 16,10-1-137-16,12-2 0 0,17-1 0 15,13-2 0-15,12 2 0 0,0-1 0 16,1 2 0-16,-3 3 0 15,0 2 0-15,-4 3 0 0,-3 2 0 16,-3 0 0-16,-5 1 0 0,-6-3 0 16,-2-5 0-16,-29-2 0 0,-6-4-3130 0</inkml:trace>
  <inkml:trace contextRef="#ctx0" brushRef="#br0" timeOffset="127627.18">31451 1804 1516 0,'0'0'1953'16,"-4"51"-1577"-16,0-17 128 0,4 4 437 16,0 6-413-16,6 3-124 0,2 9 85 15,-1 4-181-15,3 9 32 0,-2 6 308 16,3 5-463-16,-1 8-185 0,2 3 0 15,1 8 0-15,-3 4 0 16,0 7 0-16,-1 7 0 0,-3 2 0 16,0 4 0-16,0 4 0 0,-2 5 0 15,3 4 0-15,-1 5 0 16,-2 0 0-16,2 4 0 0,-2 2 0 16,-2-1 0-16,0-3 0 0,-2-3 0 15,0-5 0-15,0-8 0 0,0-4 0 16,0-9 0-16,-2-10 0 15,2-7 0-15,2-11 0 0,0-13 0 16,1-10-277-16,-1-12-179 0,-2-10-717 16,0-13-87-16,-2-10-493 0</inkml:trace>
  <inkml:trace contextRef="#ctx0" brushRef="#br0" timeOffset="128437.81">28764 4352 5218 0,'54'9'152'15,"16"1"8"-15,15 3 144 0,4-1-172 16,10 2 20-16,12-1 220 0,11 0-51 15,17-1-5-15,12-1 140 16,14-3-256-16,15-2-12 0,14-1 33 16,13-4-221-16,12 1 0 0,9 1 0 15,5-1 0-15,11 2 0 0,-6-2 0 16,4 1 0-16,-9 0 0 0,-16 3 0 16,-10-1 0-16,-21 0 0 15,-21-1-677-15,-47 1-824 0,-19-3-744 0</inkml:trace>
  <inkml:trace contextRef="#ctx0" brushRef="#br0" timeOffset="130152.19">29051 4366 1648 0,'0'0'1169'0,"0"0"227"15,0 0-563-15,0 0-237 0,0 0 28 16,0 0-356-16,35-5-55 0,-26 3-1 16,-1 2-132-16,6-2 0 15,-1 2 68-15,1 0-76 0,3 0-12 16,-3 4 44-16,-1 0-60 0,1 2 32 15,-1 0 36-15,1 1-100 0,1 0 28 16,-1-2 80-16,3 1-104 0,1-4 20 16,1 1 68-16,4-2-76 0,1-1 28 15,3 0-11-15,0-1-45 0,2-1 0 16,-2 2 0-16,0 1 0 16,-2 2 0-16,-1 0 0 0,-1 0 0 15,0 1 0-15,0 0 0 0,-1 0 0 16,3-3 0-16,-2 1 0 15,2-1 0-15,-1-1 0 0,3 0 0 16,-2 0 0-16,2 0 0 0,-4-1 0 16,-1-1 0-16,1 1 0 0,0-1 0 15,-2 0 0-15,1 0 0 0,-1 0 0 16,2-1 0-16,0 0 0 0,-1-1 0 16,-1-2 0-16,0 2 0 15,-3-2 0-15,1 1 0 0,-5 0 0 16,-1-1 0-16,-1 1 0 0,-4 0 0 15,1 1 0-15,-3-2 0 0,2 0 0 16,2-1 0-16,3-5 0 16,3-1 0-16,1-3 0 0,2 0 0 0,-1-1 0 15,3 1 0-15,-1-2 0 16,-1 0 0-16,2 2 0 0,1-1 0 16,1-2 0-16,0 3 0 0,0-2 0 15,1-1 0-15,-3-1 0 0,0 1 0 16,2-3 0-16,-3 2 0 15,-1 0 0-15,-3 0 0 0,-1-1 0 16,-3 2 0-16,1 1 0 0,-3-2 0 16,2 2 0-16,1 0 0 0,-3-1 0 15,0 1 0-15,5 1 0 0,-3-1 0 16,-1 0 0-16,1 0 0 0,-2 0 0 16,3-2 0-16,-3 2 0 0,0 0 0 15,-1 0 0-15,-3 2 0 0,2 0 0 16,0 1 0-16,1 0 0 15,-1-2 0-15,0 0 0 0,3-1 0 16,-1 0 0-16,0 0 0 0,1-1 0 16,1-1 0-16,-2 1 0 0,1 0 0 15,-1 2 0-15,2 0 0 16,-1 0 0-16,-1 2 0 0,3 0 0 16,-3-1 0-16,0 1 0 0,1 0 0 15,1-3 0-15,0 1 0 0,3-1 0 16,-3 0 0-16,3 2 0 15,-3-2 0-15,3 2 0 0,-1 0 0 16,3 2 0-16,-5-3 0 0,2 3 0 16,1 1 0-16,-3-1 0 0,1 1 0 15,-1 0 0-15,1-1 0 0,-3 2 0 16,0-1 0-16,-2 1 0 0,3 1 0 16,-3 0 0-16,2 1 0 0,3 0 0 15,-1 2 0-15,1 0 0 0,-3-2 0 16,0 3 0-16,1 0 0 0,-1 1 0 15,0 0 0-15,-1 1 0 16,-1 3 0-16,-4 0 0 0,2 2 0 16,-2-2 0-16,2 1 0 0,1 1 0 15,-1 0 0-15,0 0 0 16,-2 0 0-16,2-1 0 0,3 1 0 16,-1-3 0-16,2 0 0 0,5-2 0 15,1 1 0-15,-1 0 0 0,-1 2 0 16,-1-1 0-16,-1 2 0 0,3-1 0 15,-3-1 0-15,0 1 0 16,1 1 0-16,-3 1 0 0,-2-2 0 16,-4 0 0-16,-1 2-77 0,-3-1-975 15,0-1-781-15,-9-6-2317 0</inkml:trace>
  <inkml:trace contextRef="#ctx0" brushRef="#br0" timeOffset="131677.81">31379 2987 2593 0,'0'0'3193'0,"0"0"-2645"0,0 0-203 0,0 0 135 0,0 0-340 16,0 0-112-16,0 0 0 0,0 0-24 16,0 0 4-16,45-14-4 0,-28 10 4 15,2 1-8-15,-3 0 16 0,1 2-4 16,-3-1 0-16,1 0 80 0,-1 1-36 15,-2 1 24-15,1 0 52 16,-5 0-120-16,-2 0 16 0,-2 0 28 16,3 0-48-16,-1 2-4 0,0 1 16 15,2 1-12-15,1 0 4 0,-1 1 56 16,0 2-52-16,0-1 36 0,1 1 77 16,-1-2-129-16,0 2 0 0,-2-1 0 15,3 0 0-15,-3 1 0 0,2 1 0 16,-2 2 0-16,3 1 0 0,-1 3 0 15,-2 0 0-15,-2-2 0 16,2-1 0-16,1 0 0 0,-1 2 0 16,2-2 0-16,0-3 0 0,-4-1 0 15,5 3 0-15,-3-3 0 16,2 1 0-16,3 3 0 0,-1-1 0 16,0 1 0-16,1 1 0 0,-1 0 0 15,-2 0 0-15,0 0 0 16,-1 1 0-16,-1 0 0 0,0-1 0 15,0 1 0-15,-2-2 0 0,3 1 0 16,-3 0 0-16,2 1 0 0,0 0 0 16,0 1 0-16,0-1 0 0,1 2 0 15,1-2 0-15,-2 0 0 0,0 1 0 16,1-2 0-16,-3 1 0 0,0 0 0 16,2 1 0-16,-4-1 0 0,2-1 0 15,0 3 0-15,-2 0 0 0,3 0 0 16,-1-2 0-16,0 2 0 15,0-2 0-15,2 0 0 0,0 1 0 16,-2-3 0-16,3 1 0 0,-3 1 0 16,0 0 0-16,2 2 0 0,-2-1 0 15,0 0 0-15,1-1 0 16,-1 1 0-16,0-1 0 0,0-1 0 16,0-1 0-16,0-1 0 0,0 1 0 15,-2-4 0-15,3 2 0 0,-3 0 0 16,2 0 0-16,0 2 0 15,0 2 0-15,0 0 0 0,0-2 0 16,0-1 0-16,-1 0 0 0,1-2 0 16,-2 0 0-16,2-3 0 0,-2 0 0 15,0 2 0-15,0 0 0 0,2 2 0 16,0 0 0-16,-2-2 0 0,3 4 0 16,-1 0 0-16,2 4 0 0,0-1 0 15,0-1 0-15,-2-1 0 16,1 1 0-16,-1-1 0 0,0 1 0 15,0-2 0-15,2 3 0 0,-2-3 0 16,0 1 0-16,1-2 0 0,-1 2 0 16,2-2 0-16,-2-1 0 15,0-2 0-15,0 0 0 0,0-1 0 0,1 1 0 16,1 0 0-16,-2 0 0 16,0-1 0-16,2 4 0 0,2-2 0 15,-1 1 0-15,-1 0 0 0,0-2 0 16,2 0 0-16,1 0 0 15,-1 2 0-15,0 0 0 0,0-3 0 16,3 2 0-16,1 1 0 0,3 0 0 16,-1 1 0-16,1-1 0 0,-5-2 0 15,-2-1 0-15,0 0 0 0,3 0 0 16,-1 2 0-16,5 2 0 0,-5-3 0 16,-4-1 0-16,2-3 0 15,-1 2 0-15,1 1 0 0,4 1 0 16,3 2 0-16,3 0 0 0,1-2 0 15,-3-2 0-15,-1-1 0 0,-1 1 0 16,-1-1 0-16,1 0 0 16,-1 0 0-16,-1 2 0 0,3-1 0 0,-1-1 0 15,1 0 0-15,-1 2 0 16,5-1 0-16,-3-2 0 0,3 3 0 16,-3-2 0-16,3-1 0 0,2 0 0 15,-3-1 0-15,1-2 0 0,-1 1 0 16,3 1 0-16,0-2 0 15,1 2 0-15,1-1 0 0,2 1 0 16,-4 1 0-16,-1-1 0 0,-3 1 0 16,-3-1 0-16,-1 0 0 0,-5 0 0 15,-2 0 0-15,-4-1 0 0,0 1-141 16,-2 0-1331-16,0 4-493 0</inkml:trace>
  <inkml:trace contextRef="#ctx0" brushRef="#br0" timeOffset="132591.12">29913 4333 2261 0,'0'0'352'15,"0"0"-136"-15,0 0 1244 0,38 22-1063 16,-22-20 235-16,5 0-252 0,1-2-100 15,3-2 4-15,2-4-184 0,0 0-16 16,2-4 8-16,0 1-67 0,2 0-17 16,0-3 0-16,-2 0-4 15,0 2-4-15,-2 0 0 0,2-2-89 16,-3 0 17-16,-1-1-44 0,0 0-108 16,0-4-124-16,0 0-372 0,2-2 332 15,-5-1 87-15,-1 0-259 0,-4 4 36 16,-5 1-192-16</inkml:trace>
  <inkml:trace contextRef="#ctx0" brushRef="#br0" timeOffset="132837.99">30800 3743 2453 0,'0'0'400'0,"0"0"-128"15,27-37 44-15,-21 30-248 0,-4 3-44 16,0 0-24-16,0-2-4 0,0 1-88 16,3-1-336-16,-3-1-128 0,4-1-133 15,-2-3-315-15,4-1 832 0,-2-1 172 16,1 0 952-16,-3 1-348 16,2-1-151-16,0 1-9 0,2-2-372 15,1-2-72-15,1-1-400 0,-4 4-341 16,3 0-383-16</inkml:trace>
  <inkml:trace contextRef="#ctx0" brushRef="#br0" timeOffset="132963.48">31005 3406 900 0,'0'0'188'16,"0"0"52"-16,33-42 0 0,-27 31-180 15,-2 3-60-15,2-3 0 0,-4 2 0 16,3-1 212-16,-3-2 237 0,2 1 203 16,-2-1-416-16,4 0-104 0,0-3-132 15,2 3-44-15,-1 2-340 0,1-2-2061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18:18.10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13215 5240 2633 0,'0'0'3301'0,"0"0"-2084"0,0 0-645 0,0 0-224 15,0 0-227-15,0 0-121 16,8 46 0-16,-1-10 0 0,3 7 0 16,-4 1 0-16,-2-2 0 0,-2 3 0 15,2 0 0-15,-4-1 0 16,-4-7 0-16,2-6 0 0,-2-11 0 15,0-8 0-15,4-6 0 0,0-4 0 16,0-2 0-16,0-5 0 0,4-10 0 16,6-17 0-16,1-11 0 0,3-7 0 15,3-3 0-15,-7 1 0 0,3 1 0 16,1 6 0-16,0 9 0 0,-3 16 0 16,-5 8 0-16,0 10 0 0,-2 2 0 15,-2 5 0-15,9 9 0 0,-3 9 0 16,-2 5 0-16,0 2 0 0,3-1 0 15,-3-4 0-15,-2 1 0 16,2-4 0-16,0-1 0 0,1-3 0 16,-3-3 0-16,0-4 0 0,-2-3 0 15,2-6 0-15,0-2 0 16,-2-1 0-16,9-11 0 0,3-10 0 16,-2-7 0-16,7-3 0 0,-6 2 0 15,1 6 0-15,-4 6 0 0,-3 6 0 16,-3 6 0-16,-2 5 0 15,-2 1 0-15,8 1 0 0,-2 10 0 16,0 9 0-16,5 5 0 0,-1 3 0 16,0 1 0-16,1-3 0 0,3-1 0 15,-1 0 0-15,-3-1 0 0,4 3 0 16,3-1 0-16,-1 1 0 0,-1-2 0 16,-5-5-1225-16,1-5-1136 0</inkml:trace>
  <inkml:trace contextRef="#ctx0" brushRef="#br0" timeOffset="524.04">13976 5261 6386 0,'0'0'1473'0,"0"0"-1140"16,0 0-333-16,0 0 0 15,0 0 0-15,25 38 0 0,-3-8 0 16,5 2 0-16,4 0 0 0,4 0 0 16,-2 1 0-16,-2 2 0 0,3 0 0 15,-10-1 0-15,-1-3 0 0,-2-2 0 16,-7-6 0-16,1-7 0 0,-9-3 0 16,-2-6 0-16,-4-4 0 0,0-2-1894 15,0-1-131-15,-4-7-1344 0</inkml:trace>
  <inkml:trace contextRef="#ctx0" brushRef="#br0" timeOffset="742.21">14340 5251 7031 0,'0'0'800'0,"-33"23"-544"16,8 1-151-16,2 7-105 15,-2 7 0-15,-2 5 0 0,5 2 0 16,-3 2 0-16,-2 2 0 0,2-2 0 16,-2-2 0-16,4-2 0 0,3-9 0 15,5-7 0-15,5-12-197 0,4-9-2476 16,6-6-2169-16</inkml:trace>
  <inkml:trace contextRef="#ctx0" brushRef="#br0" timeOffset="1128.02">13945 4920 4125 0,'0'0'3838'0,"0"0"-3609"0,0 0-229 0,0 0 0 15,0 0 0-15,0 0 0 16,0 0 0-16,0 0 0 0,0 0 0 16,-17 19 0-16,21-5 0 0,3 2 0 15,-1-2 0-15,8-6 0 16,-8-2-1113-16,5-4-3017 0</inkml:trace>
  <inkml:trace contextRef="#ctx0" brushRef="#br0" timeOffset="1262.23">14261 4975 8192 0,'0'0'0'0,"0"0"0"0,0 0 0 16,0 0 0-16,0 0 0 0,0 0 0 16,0 0 0-16,0 0 0 0,0 0-933 15,-8 23-1184-15,14-24-2105 0</inkml:trace>
  <inkml:trace contextRef="#ctx0" brushRef="#br0" timeOffset="2417.73">14695 5513 5814 0,'0'0'913'16,"0"0"191"-16,0 0-743 0,0 0-361 15,0 0 0-15,54 3 0 16,-17-3 0-16,2-1 0 0,1-3 0 16,-3 1 0-16,-8-1 0 0,0 3 0 15,-9 0 0-15,-5 1 0 16,-1 0 0-16,-7 0 0 0,-1 0-153 15,-6 0-1043-15,0 0-413 0</inkml:trace>
  <inkml:trace contextRef="#ctx0" brushRef="#br0" timeOffset="2618.98">14863 5378 7143 0,'0'0'908'0,"-38"24"-767"15,20-1-141-15,7 5 0 0,1 5 0 16,4 2 0-16,2 3 0 0,4-2 0 16,10-1 0-16,9 1 0 0,1-4 0 15,3-6 0-15,2-8-1497 16,-4-7-1129-16</inkml:trace>
  <inkml:trace contextRef="#ctx0" brushRef="#br0" timeOffset="3048.23">15966 4931 2417 0,'0'0'2481'16,"0"0"-1617"-16,-37 5 373 15,19 9-573-15,-11 6-144 0,-6 8-511 16,-7 8-9-16,3 3 0 0,0 6 0 16,-1 11 0-16,5 4 0 0,8 7 0 15,7 4 0-15,9 0 0 0,11-1 0 16,7-5 0-16,17-4 0 0,9-7 0 16,9-9 0-16,5-8 0 0,5-8 0 15,-4-7 0-15,-1-7 0 0,1-9 0 16,-1-6 0-16,-1-5 0 15,-9-9 0-15,-10 1-641 0,-11-6-1016 0</inkml:trace>
  <inkml:trace contextRef="#ctx0" brushRef="#br0" timeOffset="3363.87">16283 5296 6158 0,'0'0'2034'16,"0"0"-2034"-16,0 0 0 0,10 52 0 16,11-23 0-16,6 1 0 0,8 2 0 15,8-3 0-15,5 1 0 0,3 3 0 16,-3 0 0-16,-7 1 0 15,-8 0 0-15,-8 2 0 0,-8-4 0 16,-11-5 0-16,-2-5 0 0,0-9 0 16,-4-7-429-16,-4-6-655 0,0 0-241 15,-2-11-2929-15</inkml:trace>
  <inkml:trace contextRef="#ctx0" brushRef="#br0" timeOffset="3548.26">16649 5375 6619 0,'0'0'1492'16,"0"0"-1411"-16,0 0-81 0,-46 13 0 15,13 12 0-15,-2 9 0 0,-6 7 0 16,7 0 0-16,-1 3 0 0,2-1 0 16,6-2 0-16,3-2 0 0,3-7 0 15,4-4 0-15,7-12 0 0,8-6-1978 16,0-9-1311-16</inkml:trace>
  <inkml:trace contextRef="#ctx0" brushRef="#br0" timeOffset="3952.8">16491 5007 6046 0,'0'0'1709'0,"0"0"-1272"0,0 0-437 16,0 0 0-16,0 0 0 0,0 0 0 15,0 0 0-15,38-23 0 16,-34 23 0-16,-2 0 0 0,4 4 0 16,-4 0 0-16,-2 6 0 0,-8 3 0 15,2 0 0-15,-5-2 0 0,1-4 0 16,4-4 0-16,2 0 0 15,0-2 0-15,4-1 0 0,0-5 0 16,0-1-1157-16,10-8-1268 0</inkml:trace>
  <inkml:trace contextRef="#ctx0" brushRef="#br0" timeOffset="4328.71">16990 5517 3285 0,'0'0'3133'0,"0"0"-2204"0,0 0-84 16,0 0-845-16,0 0 0 0,0 0 0 16,33 3 0-16,8-5 0 0,2-2 0 15,5 1 0-15,-2 1 0 0,-3 2 0 16,-6 0 0-16,-6 5 0 15,0 0 0-15,-14 1 0 0,-3-3 0 16,-8 1 0-16,1-3 0 0,-7-1-1730 0</inkml:trace>
  <inkml:trace contextRef="#ctx0" brushRef="#br0" timeOffset="4498.77">17201 5360 7859 0,'0'0'124'0,"-9"39"85"0,3-7-209 16,-6 8 0-16,-1 7 0 0,1-2 0 15,1 1 0-15,5-4 0 0,2-3 0 16,10-4 0-16,9-4 0 0,8-10 0 16,-5-8-1089-16,5-7-1552 0</inkml:trace>
  <inkml:trace contextRef="#ctx0" brushRef="#br0" timeOffset="4886.89">17874 4941 6046 0,'0'0'104'0,"0"0"669"0,0 0 259 15,0 0-795-15,0 0-237 16,0 0 0-16,0 0 0 0,-33 51 0 15,29 0 0-15,4 10 0 0,4 2 0 16,-4 3 0-16,0 5 0 0,-4 4 0 16,-6 1 0-16,0-3 0 0,3-1 0 15,-1-10 0-15,2-6 0 16,4-11 0-16,0-13-745 0,2-12-464 16,2-8-367-16</inkml:trace>
  <inkml:trace contextRef="#ctx0" brushRef="#br0" timeOffset="5274.09">17806 5492 5798 0,'0'0'965'15,"0"0"-49"-15,37-41-403 0,-12 26-513 16,2 2 0-16,4 2 0 0,-4 3 0 16,-6 4 0-16,3 4 0 0,-7 0 0 15,-5 0 0-15,-1 4 0 16,-5-1 0-16,-4 5 0 0,-2 2 0 16,-8 4 0-16,-3 5 0 0,-5 0 0 15,-5 1 0-15,-2 3 0 16,-3-2 0-16,-3 1 0 0,2 0 0 15,6-2 0-15,5-1 0 0,5-1 0 16,5 0 0-16,6-1 0 0,6 0 0 16,5 2 0-16,5 2 0 0,5-1 0 15,-1-1 0-15,7-1 0 0,0-2 0 16,0-3 0-16,4-4 0 0,4-2 0 16,-4-4-61-16,-8-3-1363 0,2-1-3123 15</inkml:trace>
  <inkml:trace contextRef="#ctx0" brushRef="#br0" timeOffset="5755.13">18335 5410 6106 0,'0'0'1129'0,"0"0"-377"0,0 0-547 0,0 0-205 15,0 0 0-15,33 22 0 0,-6-2 0 16,2 6 0-16,0 4 0 15,-4 0 0-15,6 2 0 0,-4 0 0 16,-2-2 0-16,-5-1 0 0,-1-4 0 16,0-4 0-16,-7-1 0 0,-2-3 0 15,1-4 0-15,-5-2 0 0,-2-7 0 16,0-2-61-16,-2-2-1307 0,-2-7-2602 0</inkml:trace>
  <inkml:trace contextRef="#ctx0" brushRef="#br0" timeOffset="6223.67">18687 5381 5906 0,'0'0'1185'0,"0"0"-301"0,0 0-667 0,-35 16-217 15,4 6 0-15,-7 10 0 0,3 9 0 16,-4 3 0-16,2 5 0 15,2 4 0-15,4-1 0 0,10-2 0 16,2-5 0-16,5-3 0 0,10-5 0 16,-2-5 0-16,1-7 0 0,5-8-2634 15,-6-8-2868-15</inkml:trace>
  <inkml:trace contextRef="#ctx0" brushRef="#br0" timeOffset="7533.82">18246 5942 2485 0,'0'0'2325'0,"0"0"-769"16,0 0-719-16,0 0-169 15,0 0-347-15,0 0-321 0,-8-38 0 16,-4 34 0-16,-9-1 0 0,5 3 0 16,-1 2 0-16,3 1 0 0,-1 3 0 15,3 2 0-15,-3 3 0 16,5 0 0-16,0 3 0 0,-1-1 0 16,5 0 0-16,6 1 0 0,0 2 0 15,4 2 0-15,9-1 0 16,1 3 0-16,7-3 0 0,1 0 0 15,7 1 0-15,-6-2 0 0,-2-1 0 16,-7-1 0-16,-5-3 0 0,-7-1 0 16,-4 1 0-16,-9 0 0 0,-7 2 0 15,-7 2 0-15,-2-2 0 0,0-3 0 16,2-3 0-16,9-5 0 0,1 0 0 16,9-9 0-16,6-7 0 0,0 3-1850 15,10-9-1679-15</inkml:trace>
  <inkml:trace contextRef="#ctx0" brushRef="#br0" timeOffset="8421.01">19199 5387 4370 0,'0'0'760'15,"0"0"669"-15,0 0-661 0,0 0-168 16,0 0-335-16,0 0-265 0,0 0 0 16,42-2 0-16,-7 2 0 0,4 0 0 15,3 0 0-15,-7 0 0 16,-2 0 0-16,-2 0 0 0,-6 0 0 16,-5-2 0-16,-1 0 0 0,-5 1 0 15,-5-1 0-15,-3 1 0 0,-4-1 0 16,-2 2-977-16,0 0-1064 15,0 0-20-15</inkml:trace>
  <inkml:trace contextRef="#ctx0" brushRef="#br0" timeOffset="8638.29">19208 5480 5846 0,'0'0'1361'16,"0"0"-573"-16,0 0-591 15,51 45-197-15,-24-34 0 0,2 0 0 16,0-2 0-16,4-3 0 0,-2-2 0 16,6 0 0-16,-1-2 0 0,-3 0 0 15,2 0 0-15,-4-1 0 16,-4-1 0-16,-5-3 0 0,-7 0-929 16,-3-4-1993-16</inkml:trace>
  <inkml:trace contextRef="#ctx0" brushRef="#br0" timeOffset="9952.04">20413 5184 4337 0,'0'0'1621'0,"0"0"-864"0,0 0-177 0,0 0 88 16,-6 50-439-16,6-13-229 15,4 7 0-15,-2 2 0 0,0-1 0 16,0-1 0-16,-2 0 0 0,4-2 0 16,-4-4 0-16,0-2 0 0,0-10 0 15,0-6 0-15,0-8 0 16,0-6 0-16,0-5 0 0,0-2 0 16,6-11 0-16,7-16 0 0,1-12 0 15,7-8 0-15,0-7 0 16,-5 2 0-16,5-4 0 0,-5 0 0 15,1 7 0-15,-3 9 0 0,-3 14 0 16,-3 13 0-16,-6 9 0 0,-2 5 0 16,0 7 0-16,0 11 0 0,0 13 0 15,0 6 0-15,0 6 0 0,0-5 0 16,0-6 0-16,6 0 0 0,-2-6 0 16,5-2 0-16,-3-6 0 0,4-4 0 15,-2-5 0-15,3-5 0 16,1-4 0-16,0-7 0 0,5-10 0 15,2-3 0-15,-1-6 0 0,3-4 0 16,0 1 0-16,-1 1 0 0,-3 5 0 16,-7 7 0-16,0 8 0 0,-5 6 0 15,-3 4 0-15,2 6 0 16,2 10 0-16,-2 6 0 0,4 3 0 16,-1 3 0-16,-1-4 0 0,0 0 0 15,0-1 0-15,-2-2 0 16,5 0 0-16,-7 1 0 0,4-2 0 15,-2 4 0-15,-4 1 0 0,0-5-849 16,0-7-1300-16,-2-4-2113 0</inkml:trace>
  <inkml:trace contextRef="#ctx0" brushRef="#br0" timeOffset="11073.25">21531 5463 1716 0,'0'0'1221'0,"0"0"564"15,15-38-709-15,-9 20-480 16,-2 3-159-16,-4-2 99 0,0 2-124 16,-4-2-92-16,-7 3-227 0,1 1-93 15,-2 1 0-15,-5 6 0 0,-1 6 0 16,-9 2 0-16,2 12 0 15,-4 7 0-15,-2 5 0 0,4 5 0 16,2 2 0-16,5-1 0 0,7-3 0 16,9-2 0-16,6-6 0 0,11-3 0 15,-1-6 0-15,11-4 0 0,-1-7 0 16,3-2 0-16,0-8 0 0,-4-6 0 16,6-2 0-16,-7-4 0 0,-1-1 0 15,-1-3 0-15,-3-2 0 0,-3 1 0 16,-1 1 0-16,-7 4 0 15,4 5 0-15,-6 6 0 0,-2 6 0 16,0 2 0-16,4 1 0 0,0 1 0 16,3 5 0-16,-1 10 0 0,4 12 0 15,-4 7 0-15,5 7 0 16,-5 7 0-16,-4 4 0 0,-2 8 0 16,-2 8 0-16,-6 5 0 0,-5 2 0 15,-3 4 0-15,-7-4 0 16,-4-1 0-16,-4-3 0 0,-4-4 0 15,-4-2 0-15,-3-4 0 0,-3-10 0 16,-3-6 0-16,1-13 0 0,-1-10 0 16,3-12 0-16,5-10 0 0,11-13 0 15,5-16 0-15,5-12 0 0,9-10 0 16,4-3 0-16,6-1 0 0,4 5 0 16,6 7 0-16,7 6 0 0,3 6 0 15,3 7 0-15,-2 5 0 16,6 5 0-16,-7 3 0 0,7 1 0 15,2-1 0-15,-2-3 0 0,-4 1-773 16,-5-1-3317-16</inkml:trace>
  <inkml:trace contextRef="#ctx0" brushRef="#br0" timeOffset="12485.75">21934 6206 4253 0,'0'0'1077'0,"0"0"-489"16,0 0 77-16,0 0-345 0,-10 33-120 15,6-26 288-15,2-1-204 0,0 0-8 16,2-2-235-16,0 0-41 0,4-3 0 16,4-1 0-16,-2 0 0 15,5-3 0-15,-1-7 0 0,2-5 0 16,-1-4 0-16,-1-5 0 0,0-5 0 16,3-2 0-16,-1-7 0 0,1-7 0 15,1-9 0-15,3-9 0 16,3-8 0-16,-3-7 0 0,8-3 0 15,-5-2 0-15,3 5 0 0,-2 8 0 16,-3 6 0-16,1 8 0 0,-5 11 0 16,-1 8 0-16,-5 14 0 0,-4 10 0 15,-4 7 0-15,2 3 0 0,-2 3 0 16,0 4 0-16,-6 12 0 0,-4 20 0 16,-5 10 0-16,-1 10 0 0,5 2 0 15,5-6 0-15,6-2 0 0,2-6 0 16,4-10 0-16,9-7 0 15,-1-11 0-15,7-10 0 0,2-7 0 16,-3-13 0-16,9-9 0 0,-4-8 0 16,-2-6 0-16,-5-2 0 0,-1-3 0 15,-7-1 0-15,-1-2 0 16,-3 0 0-16,0 6 0 0,-2 4 0 16,0 15 0-16,-4 9 0 0,2 8 0 15,-2 4 0-15,0 16 0 0,0 18 0 16,0 14 0-16,-4 11 0 15,2 8 0-15,2-5 0 0,2-3 0 16,9-5 0-16,3-7 0 0,7-7 0 16,1-8 0-16,1-11 0 0,-2-9 0 15,-9-8 0-15,-1-5-1225 0</inkml:trace>
  <inkml:trace contextRef="#ctx0" brushRef="#br0" timeOffset="13528.43">23286 4599 3241 0,'0'0'2253'0,"0"0"-1457"15,0 0 269-15,0 0-469 0,0 0-355 16,0 0-241-16,-37-5 0 16,16 37 0-16,-6 12 0 0,-2 8 0 15,0 6 0-15,-2 4 0 0,9 5 0 16,-5 8 0-16,6 9 0 15,1 11 0-15,5 7 0 0,5 1 0 16,8-1 0-16,2-6 0 0,6-5 0 16,4-3 0-16,7-10 0 0,-1-9 0 15,9-7 0-15,2-12 0 0,0-10 0 16,0-9 0-16,0-10 0 0,-3-10 0 16,-3-9 0-16,-9-2-1421 0,-1-9-3766 15</inkml:trace>
  <inkml:trace contextRef="#ctx0" brushRef="#br0" timeOffset="15080.85">23522 5138 3049 0,'0'0'2461'0,"0"0"-1605"15,0 0 321-15,0 0-645 16,0 0-415-16,0 0-117 0,0 0 0 16,0 0 0-16,0 0 0 0,0 0 0 15,-6 81 0-15,14-20 0 0,0 7 0 16,-2-4 0-16,1 1 0 15,-5 0 0-15,2-4 0 0,0-9 0 16,0-7 0-16,4-11 0 0,3-11 0 16,-1-8 0-16,2-10 0 0,3-7 0 15,3-16 0-15,5-8 0 0,0-12 0 16,2-6 0-16,-3-5 0 0,-3-4 0 16,0-3 0-16,-5 0 0 0,-4 2 0 15,1 8 0-15,-3 7 0 16,-4 8 0-16,2 6 0 0,-4 7 0 15,-2 6 0-15,0 5 0 0,0 4-681 16,0 2-2737-16</inkml:trace>
  <inkml:trace contextRef="#ctx0" brushRef="#br0" timeOffset="15766.05">23977 5439 6234 0,'0'0'909'0,"0"0"19"0,0 0-807 0,0 0-121 0,0 0 0 16,-40 58 0-16,28-17 0 0,-3 6 0 15,3 4 0-15,2 0 0 16,1 5 0-16,5-1 0 0,4 0 0 16,0-4 0-16,4-8 0 0,11-9 0 15,-1-10 0-15,5-9 0 16,2-8 0-16,3-7 0 0,3-11 0 15,-2-8 0-15,-4-6 0 0,-7-4 0 16,-3-1 0-16,-9-1 0 0,-7 2 0 16,-7 4 0-16,-7 4 0 0,-1 4 0 15,1 8 0-15,-1 3 0 0,3 6 0 16,3 0 0-16,-1 4 0 0,5 0 0 16,1-1 0-16,7 0-637 0,0 1-1476 15,0-1 68-15,2 1-884 0</inkml:trace>
  <inkml:trace contextRef="#ctx0" brushRef="#br0" timeOffset="16077.49">24084 5938 3629 0,'0'0'3490'0,"0"0"-2682"16,37-14-543-16,-18-1-265 0,2-5 0 15,-1-3 0-15,-1-2 0 16,6-5 0-16,-5 1 0 0,-1 0 0 15,-5 1 0-15,-5 3 0 0,-7 5 0 16,-2 4 0-16,-9 4 0 0,-3 8 0 16,-2 4 0-16,-5 7 0 0,-4 11 0 15,-4 9 0-15,-2 7 0 0,0 7 0 16,3 3 0-16,3-2 0 0,12 0 0 16,7-5 0-16,13-6 0 0,7-6 0 15,9-8 0-15,4-6 0 0,8-11 0 16,0-3 0-16,1-10 0 15,3-7 0-15,-4-6 0 0,-2-6-197 16,-10 6-1712-16,-6-3-760 0</inkml:trace>
  <inkml:trace contextRef="#ctx0" brushRef="#br0" timeOffset="16279.14">24473 5406 7559 0,'0'0'633'16,"0"0"-633"-16,0 0 0 15,-11 50 0-15,9-21 0 0,-6 7 0 16,4 5 0-16,-2 1 0 0,-5 9 0 16,1 3 0-16,0 4 0 0,3-2 0 15,1-1 0-15,2-6 0 0,8-5 0 16,2-7 0-16,5-8 0 0,1-13 0 16,7-11-93-16,-3-5-1383 0,-3-8-3999 15</inkml:trace>
  <inkml:trace contextRef="#ctx0" brushRef="#br0" timeOffset="16453.93">24640 5436 2869 0,'0'0'5323'16,"0"0"-5323"-16,0 0 0 0,0 0 0 16,0 0 0-16,-4 55 0 0,4-12 0 15,-4 11 0-15,-2 4 0 16,-3-2 0-16,3 2 0 0,2-1 0 15,0-2 0-15,2 0 0 0,0-3 0 16,0-6 0-16,-2-4 0 0,-1-7 0 16,1-9 0-16,-2-8-941 0,2-11-3073 0</inkml:trace>
  <inkml:trace contextRef="#ctx0" brushRef="#br0" timeOffset="16591.96">24537 5961 7223 0,'0'0'969'16,"37"-32"-969"-16,-4 14 0 15,2 0 0-15,0 0 0 0,5 0 0 16,-5 2 0-16,-4-3 0 0,-9 6 0 16,-3-1-2698-16</inkml:trace>
  <inkml:trace contextRef="#ctx0" brushRef="#br0" timeOffset="17038.25">25033 5563 6835 0,'0'0'1028'0,"0"0"-699"0,0 0-329 16,0 0 0-16,0 0 0 0,54-5 0 15,-15-1 0-15,8-1 0 0,-1 0 0 16,-5 3 0-16,-2 2 0 0,-3 2 0 16,-3 2 0-16,-2 2 0 0,-4-1 0 15,2 0 0-15,-3-3 0 0,-7 0-1073 16,-2-3-1456-16</inkml:trace>
  <inkml:trace contextRef="#ctx0" brushRef="#br0" timeOffset="17413.91">25707 5315 6530 0,'0'0'833'0,"0"0"-37"0,0 0-763 16,0 0-33-16,0 0 0 15,0 0 0-15,33 39 0 0,-8-6 0 16,4 6 0-16,-3 4 0 0,1-1 0 16,2 3 0-16,-2 1 0 0,-2 1 0 15,0-4 0-15,-7-3 0 16,-3-4 0-16,-3-7 0 0,-4-5 0 16,-1-5 0-16,-3-7 0 0,0-7 0 15,-2-3 0-15,2-5-753 16,-2-3-456-16,2-12-443 0</inkml:trace>
  <inkml:trace contextRef="#ctx0" brushRef="#br0" timeOffset="17613.71">26021 5346 6042 0,'0'0'1249'0,"0"0"-348"15,-39 50-901-15,14-17 0 16,-8 8 0-16,-4 3 0 0,-9 2 0 15,-1 4 0-15,1 0 0 0,3-4 0 16,10-3 0-16,6-9 0 0,12-4 0 16,7-11 0-16,8-8 0 0,14-11 0 15,11-12-1521-15,0-3-332 16,6-12-324-16</inkml:trace>
  <inkml:trace contextRef="#ctx0" brushRef="#br0" timeOffset="18048.11">25856 5090 2381 0,'0'0'2457'16,"0"0"-1457"-16,35-29 217 0,-23 21-517 15,0 0-263-15,1 2-437 0,-1 1 0 16,-3 1 0-16,-3 3 0 15,-2 1 0-15,0 2 0 0,-2 4 0 16,0 6 0-16,-2 7 0 0,-10 5 0 16,-5 0 0-16,-3-2 0 0,1-6 0 15,3-3 0-15,1-5 0 0,7-4 0 16,2-2 0-16,2-2 0 0,2 0 0 16,0-5 0-16,8-7 0 0,7-4 0 15,3-3 0-15,3-3-393 0,-5 8-1832 16,-5 1-824-16</inkml:trace>
  <inkml:trace contextRef="#ctx0" brushRef="#br0" timeOffset="18578.34">26339 4525 4762 0,'0'0'532'0,"0"0"608"0,0 0-539 15,0 0 19-15,0 0-83 16,0 0-537-16,0 0 0 0,58 63 0 16,-25-12 0-16,6 13 0 0,3 8 0 15,1 13 0-15,-6 7 0 0,-12 11 0 16,-8 5 0-16,-11 2 0 0,-10-4 0 16,-9-4 0-16,-7-8 0 0,-9-5 0 15,-6-2 0-15,-5-5 0 0,-3-8 0 16,2-9 0-16,-3-9 0 15,3-12 0-15,0-8 0 0,-3-11 0 16,11-10-593-16,-6-5-4317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19:43.828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15278 586 2917 0,'0'0'1945'0,"0"0"-1197"0,0 0 100 16,0 0-259-16,0 0-57 0,0 0-32 15,0 0-387-15,0 0-113 0,0 0 0 16,2-13 0-16,-4 12 0 0,2 1 0 15,0 0 0-15,0 0 0 0,0 0 0 16,0 5 0-16,2 1 0 0,-2 2 0 16,4 5 0-16,2 4 0 0,-1 2 0 15,-5 2 0-15,4-1 0 16,-4 0 0-16,0-2 0 0,0-2 0 16,-4 0 0-16,4-3 0 0,0 1 0 15,0 3 0-15,-5 1 0 16,5 0 0-16,0 3 0 0,5-1 0 15,-5 5 0-15,0-3 0 0,0 3 0 16,0 0 0-16,0 0 0 0,-5-2 0 16,-1-1 0-16,2-1 0 15,-2-1 0-15,2-1 0 0,2-1 0 16,-2 1 0-16,-3-2 0 0,7 2 0 16,0-2 0-16,0 2 0 0,0 0 0 15,0 0 0-15,0 1 0 0,0-1 0 16,0 1 0-16,0-2 0 0,0 1 0 15,5-1 0-15,-3 0 0 0,-2 1 0 16,4 0 0-16,-2 0 0 0,-2 1 0 16,2-3 0-16,-2-1 0 0,2 2 0 15,-2-1 0-15,4-2 0 16,-2 2 0-16,2-1 0 0,0 1 0 16,-2 1 0-16,3 2 0 0,-5 1 0 15,4 2 0-15,-2 2 0 16,-2 0 0-16,0 3 0 0,0-1 0 15,0 2 0-15,0 0 0 0,0 1 0 16,0 0 0-16,0 0 0 0,0 3 0 16,0 1 0-16,0-1 0 0,0-1 0 15,4 1 0-15,-4-1 0 16,0 3 0-16,4 0 0 0,-2 2 0 16,-2 0 0-16,4 2 0 0,-4 2 0 15,4 2 0-15,-2 1 0 0,3 2 0 16,-5 4 0-16,0 0 0 0,0 2 0 15,0 0 0-15,0 1 0 0,0 3 0 16,0 0 0-16,0 0 0 0,6 0 0 16,-6 1 0-16,4 0 0 0,-2-1 0 15,0-2 0-15,0 1 0 16,2-3 0-16,-2 3 0 0,-2-2 0 16,0-1 0-16,0 1 0 15,0-2 0-15,0-2 0 0,0-3 0 16,0-4 0-16,0-4 0 0,0-5 0 15,0-5 0-15,0-8 0 0,0-5 0 16,0-5 0-16,0-6 0 0,0-4 0 16,0-1 0-16,0-12-945 15,0 0-784-15,0-12-1100 0</inkml:trace>
  <inkml:trace contextRef="#ctx0" brushRef="#br0" timeOffset="1424.94">15311 3762 1424 0,'0'0'404'0,"0"0"-392"15,0 0 1373-15,0 0-501 0,0 0-295 16,0 0-85-16,0 0 308 0,0 0-340 16,0 0-79-16,0 0 243 15,0-12-304-15,0 12-40 0,0 0-239 16,0 0-53-16,0 0 0 0,0 0 0 16,0 0 0-16,0 0 0 0,0 0 0 15,0 0 0-15,0 0 0 0,8 1 0 16,3 2 0-16,7 0 0 0,7-3 0 15,2 2 0-15,10-2 0 0,0 1 0 16,5-1 0-16,5 2 0 16,1-1 0-16,10 2 0 0,0 1 0 15,2-1 0-15,4 1 0 0,0 0 0 16,10-1 0-16,3 2 0 0,3-2 0 16,9-1 0-16,0-1 0 15,12 0 0-15,5-1 0 0,3 0 0 16,5-1 0-16,4-1 0 0,6-2 0 15,2 0 0-15,4 1 0 0,2 1 0 16,1 2 0-16,-1 0 0 0,2 1 0 16,1 2 0-16,-1 2 0 15,3-2 0-15,-5 0 0 0,8-2 0 16,3-1 0-16,0 0 0 0,1-1 0 16,1-2 0-16,2-4 0 0,0-1 0 15,-1 2 0-15,1 0 0 0,-4 1 0 16,4 2 0-16,-7-1 0 0,-3 1 0 15,-5 3 0-15,0 0 0 0,-8 0 0 16,-2 2 0-16,-6 2 0 16,-11-2 0-16,-3 0 0 0,-11-1 0 15,-15 0 0-15,-8-1 0 0,-16 0 0 16,-7 0 0-16,-9 0 0 0,-16-2 0 16,-7-1-737-16,-11 0-1148 15,-8-6-1056-15</inkml:trace>
  <inkml:trace contextRef="#ctx0" brushRef="#br0" timeOffset="5514.84">18505 4157 6154 0,'0'0'461'16,"0"0"515"-16,37 34-408 0,-16-11-535 15,4 5-33-15,1 0 0 16,1 2 0-16,6 2 0 0,0 0 0 15,3 0 0-15,-1-1 0 0,6-3 0 16,-4-3 0-16,-2 0 0 16,-6-6 0-16,2-4 0 0,-10-2 0 15,-4-4 0-15,-3-5-529 0,-8-2-2068 16,-6-5-633-16</inkml:trace>
  <inkml:trace contextRef="#ctx0" brushRef="#br0" timeOffset="5686.06">18962 4286 6759 0,'0'0'396'15,"-60"53"256"-15,20-21-267 0,3-1-385 16,-6 2 0-16,-3 2 0 0,-3 0 0 16,-1-1 0-16,3-1 0 15,5-7 0-15,7-11-805 0,6-8-1152 16,6-7-2737-16</inkml:trace>
  <inkml:trace contextRef="#ctx0" brushRef="#br0" timeOffset="6395.97">13430 1435 6542 0,'0'0'821'0,"-47"-27"-445"0,20 10-168 0,0 2-52 0,2 0-156 15,-2 0 28-15,2 3-28 0,3 4 8 16,-3 3-16-16,2 6-4 0,6 8-60 16,3 4 44-16,0 7 24 15,7 4-36-15,1 4 40 0,6 5 0 16,6 5 4-16,5 1-4 0,5 5 0 16,5 2-4-16,0 2 4 0,-1 1 0 15,1 3-24-15,-5 3 0 0,-5 2 0 16,-1 3 4-16,-4-1 20 0,-2-3 28 15,1-1 56-15,-5-3 92 0,-9-2-155 16,-1-2-21-16,-2-4 0 0,-9-4 0 16,6-8 0-16,-5-9 0 0,3-7 0 15,1-11 0-15,1-4-949 16,-5-7-2929-16</inkml:trace>
  <inkml:trace contextRef="#ctx0" brushRef="#br0" timeOffset="6536.06">12967 2107 6526 0,'0'0'613'16,"72"-19"119"-16,-18 5-411 0,0-4-321 16,4 0 0-16,4-4 0 15,-4-3 0-15,-5-4 0 0,5-3 0 16,4-3 0-16,-4-4 0 0,0-3-445 16,-17 12-1156-16,-3-2-1088 0</inkml:trace>
  <inkml:trace contextRef="#ctx0" brushRef="#br0" timeOffset="6787.21">13719 1341 6867 0,'0'0'548'0,"0"0"-220"16,-33 37 121-16,19-10-449 0,-3 4 0 16,3 3 0-16,2 3 0 0,-5 7 0 15,3 7 0-15,-1 6 0 16,5 10 0-16,4 3 0 0,-5 1 0 15,9 2 0-15,2-7 0 0,0-3 0 16,6-6 0-16,7-7 0 0,1-7 0 16,3-9 0-16,3-7 0 15,1-8 0-15,6-8 0 0,4-9 0 16,4-8-113-16,-2-9-919 0,-8-1-1617 16,-2-6-1749-16</inkml:trace>
  <inkml:trace contextRef="#ctx0" brushRef="#br0" timeOffset="6975.07">13839 1661 7291 0,'0'0'568'0,"0"0"-235"15,0 0-333-15,5 34 0 16,7-15 0-16,2 1 0 0,7 0 0 16,0-3 0-16,6 1 0 0,-5 2 0 15,9 1 0-15,-4 0 0 16,-2-1 0-16,-4 3 0 0,1-2 0 15,-7-1 0-15,-5 0 0 0,1-5-881 16,-7-4-804-16</inkml:trace>
  <inkml:trace contextRef="#ctx0" brushRef="#br0" timeOffset="7145.29">14061 1666 7751 0,'0'0'441'0,"-34"18"-441"0,-1 10 0 15,-6 12 0-15,-7 9 0 0,1 1 0 16,3 1 0-16,-1 0 0 0,6-6 0 16,10-6 0-16,6-7 0 0,17-13-69 15,2-7-1355-15,4-10-717 0</inkml:trace>
  <inkml:trace contextRef="#ctx0" brushRef="#br0" timeOffset="7379.14">14127 1286 7935 0,'0'0'257'0,"-4"33"-257"16,14-8 0-16,2 4 0 0,13 6 0 16,6 0 0-16,6 8 0 0,11 6 0 15,6 9 0-15,-3 9 0 0,-9 9 0 16,-11 5 0-16,-19 4 0 0,-12-2 0 15,-16-2 0-15,-7-3 0 0,-12-6 0 16,-7-7 0-16,-1-5 0 0,2-14 0 16,10-14-1890-16,0-13-1955 0</inkml:trace>
  <inkml:trace contextRef="#ctx0" brushRef="#br1" timeOffset="14231.57">20551 3528 2465 0,'0'0'1596'0,"0"0"-1047"16,0 0 191-16,0 0-412 15,0 0-100-15,0 0 52 0,0 0-128 16,0 0 60-16,0 0 185 0,9 49-293 15,-9-26-28-15,0 0-24 0,-2-4-52 16,-3 1 0-16,-1-1-392 0,2-1-349 16,0-5-359-16,-2-3-2530 0</inkml:trace>
  <inkml:trace contextRef="#ctx0" brushRef="#br1" timeOffset="14403.03">20539 3896 3845 0,'0'0'821'0,"0"0"-357"16,0 0-28-16,0 0-344 0,0 0-44 15,4 39-44-15,2-32-4 0,-2 1-40 16,1 3-316-16,3 1-216 0,-4 3-177 16,2-2-623-16,-2-1-113 0</inkml:trace>
  <inkml:trace contextRef="#ctx0" brushRef="#br1" timeOffset="15255.29">20444 4314 4133 0,'0'0'1337'16,"0"0"108"-16,0 0-641 0,0 0-331 16,0 0-473-16,0 0 0 0,41 24 0 15,-20 1 0-15,-5 4 0 16,5 2 0-16,0 0 0 0,4-1 0 15,1-3 0-15,1-2 0 0,0-1 0 16,-2-4 0-16,-4-5 0 16,-9-2 0-16,5-6-749 0,-9-4-1812 15,-6-3-469-15</inkml:trace>
  <inkml:trace contextRef="#ctx0" brushRef="#br1" timeOffset="15426.45">20669 4391 5422 0,'0'0'1225'0,"-54"48"-933"0,23-21-56 15,5-1 132-15,1 1-216 0,4-3-84 16,9-4-68-16,5-2-8 0,7-5-80 16,7-5-664-16,5-4-229 15,3-3-391-15,1-5-2618 0</inkml:trace>
  <inkml:trace contextRef="#ctx0" brushRef="#br1" timeOffset="15624.33">20832 4431 6442 0,'0'0'1085'0,"0"0"-665"0,0 0-175 15,0 0-245-15,42 0 0 16,-17-3 0-16,-3-2 0 0,3 0 0 16,-6 2 0-16,-5 1 0 0,-3 0 0 15,-5 2-697-15,-4-1-552 0,0 1-515 0</inkml:trace>
  <inkml:trace contextRef="#ctx0" brushRef="#br1" timeOffset="15823.44">20816 4514 5898 0,'0'0'829'0,"0"0"-393"0,0 0 96 16,0 0-292-16,6 40 0 0,11-33-223 15,7 0-17-15,7-5 0 0,0-2 0 16,3-2 0-16,5-5 0 0,-4-1-1013 15,-4 0-88-15,-6-1-519 0</inkml:trace>
  <inkml:trace contextRef="#ctx0" brushRef="#br1" timeOffset="16275.46">21364 4342 5594 0,'0'0'796'0,"-38"-25"221"16,22 15-685-16,6 10-208 0,-7 6 48 15,1 6-140-15,-5 9-8 0,0 8 24 16,1 5-44-16,-1 1 45 16,11 1-49-16,3-3 0 0,7-5 0 15,15-7 0-15,3-6 0 0,3-6 0 16,10-9 0-16,0-5 0 0,-4-8 0 16,4-7 0-16,-6-3 0 15,-3 1 0-15,-7-2 0 0,-3 4 0 16,-5 5 0-16,-3 5 0 0,-4 4 0 15,4 5 0-15,0 1 0 16,-2 4 0-16,6 12 0 0,5 12 0 0,3 6 0 16,3 0 0-16,-1-2 0 15,3-6 0-15,0 0 0 0,2-1 0 16,-5 0 0-16,-3 1 0 0,-7-1-1457 16,-6-5-292-16,-2-1-640 0</inkml:trace>
  <inkml:trace contextRef="#ctx0" brushRef="#br1" timeOffset="30670.4">20212 2241 2128 0,'0'0'701'0,"0"0"-453"0,0 0 16 0,0 0 64 16,0 0-76-16,0 0-68 0,0 0 81 16,0 0-181-16,0 0 28 0,0 0 384 15,9-11-32-15,-9 9-24 16,0 2 237-16,-2-1-341 0,-1 1-68 16,-1 0 244-16,0 0-292 0,-2 0-72 15,4 1-83-15,-2-1-65 16,0 1 0-16,2-1 0 0,0 0 0 15,-1 0 0-15,3 0 0 0,-4-1 0 16,2 1 0-16,-2-2 0 0,0-1 0 16,-4 0 0-16,-5-3 0 15,-3-1 0-15,3 1 0 0,-5-1 0 16,-3 2 0-16,2 1 0 0,-1 3 0 16,1 1 0-16,3 0 0 0,5 0 0 15,3 0 0-15,0 0 0 0,4 0 0 16,-3 0 0-16,-3 0 0 0,0 0 0 15,-3 0 0-15,-3-4 0 0,-3 0 0 16,3-2 0-16,-3 0 0 0,0 3 0 16,1 0 0-16,-1 3 0 0,5-1 0 15,-1 1 0-15,3-1 0 16,4-2 0-16,1 0 0 0,7-7 0 16,7-10-13-16,1 1-1171 0,6-8-585 0</inkml:trace>
  <inkml:trace contextRef="#ctx0" brushRef="#br1" timeOffset="31745.84">19985 2268 1300 0,'0'0'224'0,"0"0"465"16,0 0-373-16,0 0 4 0,0 0 268 15,0 0 4-15,0 0 49 0,0 0 299 16,0 0-396-16,4-26-43 0,-4 25 247 16,-2 1-380-16,-4-2-88 0,6 1-139 15,-4-1-141-15,-3 1 0 16,1 0 0-16,-2-2 0 0,-2 0 0 16,-7-1 0-16,1 1 0 0,-5-2 0 15,-4-2 0-15,0 2 0 0,-6-1 0 16,2-1 0-16,-4 0 0 15,2-1 0-15,6-3 0 0,-1 3 0 16,3-2 0-16,6 2 0 0,-1 0 0 16,7 1 0-16,5 2 0 15,4 3-569-15,0 2-327 0,0 2-2250 0</inkml:trace>
  <inkml:trace contextRef="#ctx0" brushRef="#br0" timeOffset="49776.05">15353 3814 3549 0,'0'0'1941'0,"0"0"-1705"0,0 0-168 16,0 0-28-16,0 0 96 0,0 0 232 16,0 0-244-16,0 0 33 0,14-34 47 15,13-4-148-15,4-6 4 0,2-1 36 16,-2 2-92-16,6-3 48 0,4-2 32 15,3-1-76-15,6-3 4 0,3-3-12 16,5-2 8-16,6-1-8 0,4-1 0 16,7-2-8-16,1 0 0 0,5-1-12 15,4-2-20-15,4-1 4 16,6-2-36-16,2-2-20 0,2 2 32 16,-2 2 52-16,2 1-12 0,1 5 16 15,-1 3 0-15,0 5-28 0,-2 2 32 16,2 4 16-16,1 5-12 15,1 2 24-15,-2 6 28 0,5 5-52 0,-13 4-4 16,4 6 0-16,-7 6 8 16,-1 4-8-16,0 4 8 0,-4 4-8 15,2 8 0-15,-9 5 0 0,1 4-4 16,-9 1 4-16,0 1 0 16,-2 1-4-16,-2-2 4 0,-6 2 0 15,0 0 4-15,0-1-4 0,-7 0 120 16,-3-1 44-16,-5-1 36 0,3-4 40 15,-5-1-212-15,-1 0 16 0,1-3 72 16,2-3-96-16,-1-3 4 0,3-4-12 16,5-2-4-16,1-5-16 0,1-4-24 15,2-2-92-15,-2-1 28 16,5-2 24-16,1 0 4 0,0-1 40 16,4 3 24-16,-2 0-12 0,-2 3 16 15,-2 2 24-15,2-1-8 0,0-1 64 16,4-4 76-16,6-1-80 0,6-7-20 15,7-1-28-15,-1-3-20 16,3 0-8-16,-6-3 0 0,-3 2-32 16,-6-3 12-16,-10-1 4 0,0 0-40 15,-4-1-176-15,-11-4-945 0,-14 11-695 16,-8-5-1578-16</inkml:trace>
  <inkml:trace contextRef="#ctx0" brushRef="#br0" timeOffset="50477.48">20799 2011 4646 0,'0'0'272'0,"31"-35"-228"0,-8 12 128 16,0 0 160-16,6-4 128 0,6-2 225 15,4-4-377-15,9-4-52 16,10-5 192-16,14-4-176 0,7-4 8 16,11-3-263-16,4-3-17 0,5 0 0 15,0-3 0-15,-2 0 0 0,-2-4 0 16,-8 1 0-16,-6 1-773 0,-3 4-152 15,-5 5-927-15,-24 15 439 16,-8 3-328-16</inkml:trace>
  <inkml:trace contextRef="#ctx0" brushRef="#br1" timeOffset="54466.12">20690 2033 1920 0,'0'0'1401'0,"0"0"-136"15,0 0 199-15,0 0-675 0,0 0-245 16,0 0 112-16,35-27-503 0,-25 22-153 15,7-1 0-15,1 2 0 16,1 0 0-16,-4 4 0 0,-5 0 0 16,-2 3 0-16,-4-1 0 0,-2 4 0 15,0 2 0-15,-2 3 0 0,-8 3 0 16,0-2 0-16,-11 0 0 16,5-4 0-16,-3 1 0 0,1-3 0 15,-1-3 0-15,3-2 0 0,-1-1 0 16,3 0 0-16,1 0 0 0,7-1 0 15,-2 0 0-15,6-5 0 0,-4-4 0 16,2-2 0-16,-2-3 0 0,4-2 0 16,8 2 0-16,2 2 0 0,3 3 0 15,1 1 0-15,3 2 0 16,-1 4 0-16,1 3 0 0,-1 4 0 16,-3 7 0-16,-5 3 0 0,-4 1 0 15,0 4 0-15,-4-1 0 0,0-1 0 16,-4-2 0-16,0-2 0 15,-2-3 0-15,6-5-257 0,-2-3-1744 16,2-4-1400-16</inkml:trace>
  <inkml:trace contextRef="#ctx0" brushRef="#br1" timeOffset="56271.86">20076 1417 2048 0,'0'0'1937'15,"0"0"-804"-15,-4 44-381 0,2-28-172 16,-2 0-59-16,4 1-341 15,0 4 4-15,-3-1 76 0,-1 2-204 16,-2 3-32-16,0 1-12 0,-2 0-12 16,1 0-72-16,-1 0-612 0,2-3-209 15,2 3-175-15,2-8-1053 0,-2-3-276 16</inkml:trace>
  <inkml:trace contextRef="#ctx0" brushRef="#br1" timeOffset="56443.88">20018 1981 916 0,'0'0'0'0,"4"38"-32"0,0-19 32 16,-2-2 264-16,-2 1-140 0,4 2 1109 16,-1 0-629-16,-1 4-16 0,-2-3 357 15,0 1-493-15,0-1-68 16,-2-2-68-16,-1-2-220 0,-1-2-24 16,4 0-60-16,-4-2-12 0,-2-1-264 15,0 1-1016-15,2-4-29 0,-3 0-568 0</inkml:trace>
  <inkml:trace contextRef="#ctx0" brushRef="#br1" timeOffset="56583.87">20012 2502 3605 0,'0'40'1037'0,"-4"0"-33"0,-7 6-544 16,7-4-76-16,-8 1 145 16,8-4-269-16,-3-1 8 0,7-6 88 15,-2-5-260-15,2-2-76 0,2-5-20 16,5-3-100-16,-3-5-132 0,4-10-496 15,0-2-377-15,-1-5-1076 0</inkml:trace>
  <inkml:trace contextRef="#ctx0" brushRef="#br1" timeOffset="57340.9">21333 1115 1684 0,'0'0'977'16,"0"0"-645"-16,14 34-88 0,-6-16 184 15,-6 3-136-15,5 2-4 0,-5 5 181 16,-2 3-241-16,0 0-100 0,-4 1-40 15,-1-2-76-15,5-4-12 0,-2-2-296 16,0-7-877-16,0-3-1692 0</inkml:trace>
  <inkml:trace contextRef="#ctx0" brushRef="#br1" timeOffset="57746.46">21386 1684 2032 0,'0'0'1521'0,"-2"41"-861"15,0-20-75-15,2-2 159 0,0-2-528 0,2 1-60 16,2-4 180-16,1 1-116 16,1 0-71-16,-2-1-65 0,-2 2-76 15,-2 1-8-15,0 5 0 0,0 3-12 16,0 1-52-16,-2 3-153 0,-6-1 29 16,8-1 8-16,-4-5-292 15,4-1 64-15,0-5 52 0,2-3-237 16,0-4 101-16,2-5 140 0,2-2 272 15,-2 1 80-15,2-1 140 0,1 4-140 16,-5 6-504-16,-2 7-337 0,-2 7 841 16,-5 5 145-16,-3 2 611 0,4-3 336 15,-2 1-319-15,1-1-49 16,-1 0 589-16,0 1-549 0,6-2-231 16,-7 3-533-16,5 3 0 0,-2 2 0 15,-4-1 0-15,4 6 0 0,-5 2 0 16,-1-2 0-16,2 4 0 0,-3-5 0 15,5-2 0-15,0-7 0 16,6-9 0-16,2-10 0 0,2-13-209 16,4-4-771-16,4-17-2626 0</inkml:trace>
  <inkml:trace contextRef="#ctx0" brushRef="#br1" timeOffset="60036.51">19997 2471 2297 0,'0'0'1360'0,"0"0"-311"0,0 0-617 16,0 0-84-16,0 0 204 0,0 0-208 16,0 0-35-16,0 0 147 0,0 0-252 15,0 0-40-15,15-27 4 0,-15 27-136 16,2 0 0-16,2 0 32 0,0 0-60 16,-2 0 40-16,2 0 100 15,3-3-36-15,-3 1-27 0,2 0-81 16,-2-3 0-16,2 3 0 0,-2-2 0 15,0 0 0-15,-1 2 0 0,5-2 0 16,-6 1 0-16,6-1 0 0,-2 0 0 16,1-2 0-16,3 1 0 0,-4-2 0 15,2 2 0-15,-1-1 0 16,-1 1 0-16,0 2 0 0,2-1 0 16,-2 3 0-16,1 0 0 0,-3-1 0 15,4-1 0-15,-2 2 0 0,0 0 0 16,1-4 0-16,1 0 0 15,-2 1 0-15,0-2 0 0,3 0 0 16,-1 0 0-16,-4 1 0 0,6 0 0 16,-3 1 0-16,-1 0 0 0,2 2 0 15,-2-1 0-15,-2 2 0 0,3-2 0 16,1 1 0-16,-6 0 0 16,8-2 0-16,-4 0 0 0,1-1 0 15,-3-1 0-15,6 0 0 0,-4 0 0 16,-2 0 0-16,7 0 0 0,-5 1 0 15,-2-1 0-15,8 1 0 0,-7 0 0 16,3 0 0-16,-2 2 0 0,0 0 0 16,0 2 0-16,-1-1 0 0,3 0 0 15,-2 0 0-15,0 1 0 16,3-1 0-16,-3-1 0 0,0 0 0 16,0-2 0-16,4-3 0 0,5-2 0 15,-1 1 0-15,-1-2 0 0,-1 3 0 16,-3 2 0-16,-3 1 0 15,0 3 0-15,-2-2 0 0,4 3 0 16,-1-2 0-16,-1 0 0 0,0 1 0 16,2-1 0-16,0 1 0 0,-3-3 0 15,3 1 0-15,0 0 0 0,-4-2 0 16,9 0 0-16,-3-1 0 0,0 0 0 16,1 1 0-16,-7-1 0 15,6 2 0-15,-2-1 0 0,1-1 0 16,1 2 0-16,-2-1 0 0,1 1 0 15,-1 1 0-15,-2-1 0 0,2 0 0 16,-2 3 0-16,3-2 0 0,-5 1 0 16,2-1 0-16,2 1 0 0,-1-1 0 15,-1 0 0-15,2 1 0 16,-2-2 0-16,5 0 0 0,-1 1 0 16,2-3 0-16,-1 1 0 0,-1 1 0 15,-6 1 0-15,4 1 0 0,-6 0 0 16,9 0 0-16,-5-2 0 15,2 3 0-15,-2-2 0 0,5 2 0 16,-5-1 0-16,2 0 0 0,1 0 0 16,-1-1 0-16,0 1 0 0,0-1 0 15,5-3 0-15,-5 0 0 0,4-3 0 16,-1-2 0-16,1 1 0 0,1-1 0 16,1 1 0-16,-2 1 0 15,-1 1 0-15,1-2 0 0,-4 3 0 16,3 0 0-16,1 0 0 0,-1-1 0 15,1 0 0-15,-2 0 0 0,-1 1 0 16,5-2 0-16,-4 1 0 0,3-2 0 16,-3 2 0-16,0-3 0 0,5 1 0 15,-5 1 0-15,-4 2 0 16,5 2 0-16,-7 1 0 0,2 1 0 16,-2 0 0-16,2 1 0 0,5-3 0 15,-5 0 0-15,4 0 0 0,5-1 0 16,-3 1 0-16,-2 0 0 15,1 1 0-15,-1 0 0 0,0 0 0 16,1 0 0-16,-5 0 0 0,-2 3 0 16,0 0 0-16,-2-1 0 0,2 2 0 15,-4-2 0-15,0 3 0 0,0 0 0 16,-2 0-361-16,-2 0-2224 16,-4 1-1441-16</inkml:trace>
  <inkml:trace contextRef="#ctx0" brushRef="#br1" timeOffset="84885.77">26610 9702 688 0,'0'0'316'0,"0"0"-96"15,0 0 84-15,0 0-264 0,0 0 1145 16,0 0-101-16,0 0-375 0,0 0-69 15,37-21 212-15,-31 18-291 0,3 2-65 16,-3 0 376-16,2 1-647 16,-2 0-225-16,-1 0 0 0,1 0 0 0,-2 2 0 15,2 1 0-15,-2-1 0 16,0 0 0-16,-2 2 0 0,0-1 0 16,-2 5 0-16,0 2 0 0,-6 2 0 15,-4 1 0-15,-5 0 0 16,1-1 0-16,0-5 0 0,-1 0 0 15,1-4 0-15,3-2 0 0,5-1 0 16,2-1 0-16,0-5 0 0,-2-4 0 16,-1-5 0-16,1-6 0 0,2-1 0 15,2 1 0-15,2 2 0 0,4 2 0 16,6 3 0-16,1 2 0 0,-1 5 0 16,3 1 0-16,-3 4 0 15,2 1 0-15,1 1 0 0,1 3 0 16,-1 3 0-16,-1 1 0 0,-2 2 0 15,1 1 0-15,-3 3 0 0,-2-1 0 16,-2 1 0-16,0 0 0 0,-4 0 0 16,0 0 0-16,-4 0 0 15,-4 1 0-15,-2-2 0 0,-5 0 0 16,1-4 0-16,-3-1 0 0,1-2 0 16,-1 0 0-16,1-4 0 0,3-1 0 15,5-1 0-15,2-4 0 0,4-1 0 16,0 2 0-16,2-2 0 15,0-4 0-15,0 1 0 0,4-2 0 16,2 0 0-16,0 2 0 0,4-1 0 16,5 0 0-16,1-2 0 0,1 5 0 15,-3 3 0-15,-1 3 0 0,1 1 0 16,-3 1 0-16,-3 3 0 0,-4-1 0 16,0 2 0-16,0 2 0 15,0 0 0-15,1 0 0 0,-5-1 0 16,2 1 0-16,-2-2 0 0,-2 0 0 15,-7 0 0-15,-3 1 0 0,-9-2 0 16,1 0 0-16,1-4 0 16,7 0 0-16,7-11 0 0,5 1-1670 15,0-12-4052-15</inkml:trace>
  <inkml:trace contextRef="#ctx0" brushRef="#br2" timeOffset="94530.08">27615 8709 1828 0,'0'0'264'0,"0"0"2126"0,0 0-1990 16,0 0-88-16,0 0 8 0,0 0-208 16,0 0 124-16,0 33 300 0,2-33-163 15,2 0-21-15,0-2 400 0,4-3-435 16,-2-5-317-16,5-7 0 15,-1-4 0-15,0-5 0 0,3-5 0 16,3-4 0-16,3-6 0 0,2-5 0 16,1-2 0-16,1-5 0 0,2-3 0 15,2 0 0-15,-2-1 0 0,-1 2 0 16,-3 8 0-16,-4 5 0 0,-5 8 0 16,-2 6 0-16,-3 7 0 0,-5 9 0 15,0 6 0-15,-2 3 0 0,0 3 0 16,-2 5 0-16,-7 6 0 15,1 11 0-15,-4 7 0 0,1 7 0 16,3 3 0-16,2-2 0 0,2 1 0 16,6-3 0-16,6-4 0 15,2-5 0-15,5-5 0 0,4-6 0 16,-1-4 0-16,3-8 0 0,2-3 0 16,-3-3 0-16,1-7 0 0,0-2 0 15,-7-2 0-15,-4 0 0 0,1 1 0 16,-7 5 0-16,0 1 0 0,-2 2 0 15,-2 2 0-15,2 1 0 16,0 1 0-16,2 2 0 0,3 7 0 16,-1 7 0-16,2 0 0 0,0 6 0 15,-4-1 0-15,1-1 0 0,-3 4-141 16,-2 4-743-16,-5-5-221 0,-1 1-2861 0</inkml:trace>
  <inkml:trace contextRef="#ctx0" brushRef="#br2" timeOffset="96306.3">26691 9697 1604 0,'0'0'384'0,"0"0"2790"0,0 0-2514 0,0 0-52 16,0 0 105-16,0 0-337 0,0 0-40 15,0 0 1-15,10-7-337 16,-8 6 0-16,-2 1 0 0,0 0 0 16,0 0 0-16,0 0 0 0,-2 0 0 15,-6 0 0-15,-3 0 0 0,-1 0 0 16,-2 0 0-16,1-1 0 15,1-2 0-15,1 1 0 0,5 0 0 16,0-1 0-16,4 2 0 0,2-1 0 16,0-2 0-16,0 0 0 0,8-2 0 15,5-2 0-15,3 1 0 0,-1 0 0 16,1 1 0-16,-6 1 0 0,1 3 0 16,-3 1 0-16,-4 1 0 15,0 0 0-15,0 6 0 0,3 3 0 0,-3 4 0 16,2 3 0-16,-6-3 0 15,2-3 0-15,-2-3 0 0,0-2 0 16,0-1 0-16,-2-1 0 0,-2 2 0 16,-6 1 0-16,-5-2 0 0,-6-1 0 15,-1-1 0-15,1-2 0 16,0-2 0-16,9-4 0 0,2-1 0 16,1-5 0-16,9 0 0 0,0-1 0 15,7-1 0-15,3-1 0 0,2-2 0 16,1 2 0-16,3 3 0 15,3 2 0-15,-3 4 0 0,1 4 0 16,-5 2 0-16,-1 0 0 0,-5 8 0 16,0 6 0-16,-2 2 0 0,-2 5 0 15,-2-1 0-15,0-3 0 0,0-4 0 16,0-5 0-16,0-2 0 0,0-3 0 16,0-1 0-16,0-2 0 0,0 0-425 15,2-12-3033-15</inkml:trace>
  <inkml:trace contextRef="#ctx0" brushRef="#br2" timeOffset="100519.94">26575 8808 1740 0,'0'0'1545'16,"0"0"-164"-16,0 0-953 0,0 0-56 16,0 0 28-16,0 0-108 0,0 0 4 15,0 0 269-15,0 0-189 0,0 0 16 16,0 0 13-16,4-2-405 0,-2 4 0 16,-2 2 0-16,2 3 0 15,-2 4 0-15,2 3 0 0,0 3 0 16,0-1 0-16,0-1 0 0,1-3 0 15,-1 1 0-15,-2 0 0 16,2-1 0-16,2 0 0 0,-2-1 0 16,0 2 0-16,-2 1 0 0,2 1 0 15,-2 1 0-15,0 1 0 0,0 1 0 16,0 2 0-16,0-1 0 0,0 2 0 16,0-1 0-16,0-2 0 0,0 1 0 15,0-2 0-15,2 1 0 0,2-1 0 16,-2-1 0-16,2 0 0 0,1 0 0 15,-3 0 0-15,0 0 0 16,0 2 0-16,0-1 0 0,-2-1 0 16,2 2 0-16,-2-3 0 0,2 0 0 15,0 1 0-15,2-3 0 0,-2-1 0 16,4 1 0-16,-1-1 0 16,-1-1 0-16,0 1 0 0,0 0 0 15,0 0 0-15,-2 2 0 0,2-1 0 16,0 3 0-16,-2-3 0 15,3 2 0-15,-1 1 0 0,-2-3 0 16,2 0 0-16,-2-1 0 0,2 0 0 16,-2-1 0-16,2 0 0 0,-2-2 0 15,3 1 0-15,-3 0 0 0,0 0 0 16,0 2 0-16,0 1 0 0,2 1 0 16,-2 1 0-16,0 0 0 0,0 2 0 15,0-3 0-15,2 1 0 16,-2 0 0-16,0-1 0 0,1-1 0 15,-1 1 0-15,-2-3 0 0,2 1 0 16,0-3 0-16,0-2 0 0,0 1 0 16,-2-3 0-16,0 2 0 0,0 3 0 15,0 2 0-15,2 2 0 16,-2 0 0-16,0 0 0 0,0-1 0 16,0 0 0-16,0-1 0 0,0 0 0 15,0-4 0-15,0 2 0 0,0-4 0 16,0-2 0-16,0 4 0 15,0-1 0-15,0 0 0 0,2 1 0 16,-2-1 0-16,0 0 0 0,0 0 0 16,2 1 0-16,-2 0 0 0,2-1 0 15,-2 4 0-15,0-3 0 0,2-1 0 16,-2 2 0-16,0-3 0 0,2 2 0 16,-2-2 0-16,0 1 0 0,0-2 0 15,0 1 0-15,0 0 0 0,0-1 0 16,0 1 0-16,0-1 0 15,0-2 0-15,0 2 0 0,0-1 0 16,0-2 0-16,-2 2 0 0,2-1 0 16,0 1 0-16,-2-2 0 15,2 2 0-15,0-1 0 0,-2 1 0 16,2-1 0-16,0 1 0 0,0-2 0 16,0 2 0-16,0-2 0 0,0 1 0 15,0-1 0-15,0-1 0 16,0 0 0-16,0 1 0 0,0-1 0 15,0 0 0-15,0 0 0 0,0 2 0 16,0 0 0-16,0-1 0 0,0 3 0 16,-2-2 0-16,2 0 0 0,0-2 0 15,-2-1 0-15,0-1 0 0,-2-4-1393 16,-2-10-2065-16</inkml:trace>
  <inkml:trace contextRef="#ctx0" brushRef="#br2" timeOffset="101357.94">26556 8856 4245 0,'0'0'1229'0,"0"0"-197"0,0 0-743 0,0 0-169 0,0 0 72 16,0 0 60-16,0 0 44 0,11 42 84 15,-7-22-236-15,0 4-131 0,-2 2-13 16,2 2 0-16,0 3 0 0,0 4 0 16,3 2 0-16,-3 2 0 0,2 3 0 15,-2 3 0-15,2-1 0 0,-2 3 0 16,1 0 0-16,-3-2 0 15,2 0 0-15,0-4 0 0,-2-2 0 16,4-2 0-16,0 0 0 0,1-2 0 16,1 1 0-16,2-2 0 0,-2 1 0 15,3-2 0-15,-1 0 0 16,-2 1 0-16,3-4 0 0,-3 0 0 16,0-4 0-16,3-1 0 0,-3-1 0 15,0-2 0-15,0 0 0 0,1-1 0 16,-3 0 0-16,0-3 0 15,0-3 0-15,-2 2 0 0,-2-3 0 16,3-2 0-16,-3 1 0 0,0-3 0 16,0 2 0-16,0-2 0 0,0 4 0 15,2 1 0-15,0 0 0 0,0 1 0 16,0 0 0-16,1-2 0 0,-1-1 0 16,-2-1 0-16,2-2 0 0,-2-6 0 15,0 1 0-15,-2-4 0 16,2 2 0-16,-2-2 0 0,0-1 0 15,0-4 0-15,0-5 0 0,-4-9 0 16,0-3 0-16,0-2-109 0,-3 1-919 16,1 6-1553-16,0 1-721 0</inkml:trace>
  <inkml:trace contextRef="#ctx0" brushRef="#br2" timeOffset="102077.87">26604 9581 2160 0,'0'0'1849'0,"0"0"-128"16,0 0-1037-16,0 0-143 0,0 0 123 15,0 0-412-15,0 0-48 0,0 0-87 16,0 0-117-16,0 0 0 0,6 1 0 16,4-7 0-16,5-1 0 0,-1-2 0 15,3-1 0-15,-3 3 0 0,1 2 0 16,1 3 0-16,-1 1 0 15,-3 1 0-15,3 0 0 0,-5 1 0 16,-2 0 0-16,-2-1 0 0,-1 1 0 16,-1 3 0-16,0-3 0 0,0 5 0 15,-4 0 0-15,0 1 0 16,-6 5 0-16,-7 1 0 0,-1 3 0 16,-5 0 0-16,-1-1 0 0,1 0 0 15,-2-3 0-15,1-2 0 0,1-3 0 16,3-2 0-16,5-3 0 15,3-2 0-15,6 0 0 0,2 0 0 16,0-2 0-16,0-3 0 0,2-2 0 16,4-3 0-16,5-4 0 0,1 0 0 15,2 0 0-15,1 2 0 0,-1 4 0 16,1 0 0-16,1 3 0 0,-1 1 0 16,-3 3 0-16,-1-1 0 0,-5 2 0 15,-2 0 0-15,-4 1 0 0,0 1 0 16,0 3 0-16,-8 0 0 15,-1-2-777-15,-7-3-3465 0</inkml:trace>
  <inkml:trace contextRef="#ctx0" brushRef="#br2" timeOffset="105028.85">28470 8124 660 0,'0'0'148'0,"0"0"128"0,0 0-200 15,0 0 0-15,0 0 104 0,0 0-28 16,0 0 12-16,0 0 1653 16,0 0-1041-16,-2 14-223 0,2-13 243 15,-2 1-440-15,2 0 36 0,-2 0 313 16,2 0-345-16,0 0-44 0,0-2 73 16,0 0-389-16,0 0 0 0,4-6 0 15,5-2 0-15,1-6 0 0,2-3 0 16,5-1 0-16,-3 0 0 15,3 1 0-15,2-1 0 0,1 0 0 16,3 3 0-16,-2 4 0 0,-1 4 0 16,-1 6 0-16,-5 2 0 0,-1 6 0 15,-5 7 0-15,-2 3 0 0,-4 1 0 16,2-3 0-16,1 0 0 16,3-4 0-16,2-5 0 0,5-2 0 15,-1-4 0-15,3-3 0 0,-1-4 0 16,1-4 0-16,1 0 0 0,-1-1 0 15,-5 1 0-15,-3 4 0 0,-5 1 0 16,0 3 0-16,-2 0 0 16,2 2 0-16,0 0 0 0,0 1-121 15,2 0-559-15,-1 0 20 0,-3-2-1053 16,0-1-272-16</inkml:trace>
  <inkml:trace contextRef="#ctx0" brushRef="#br2" timeOffset="105573.55">28499 8305 4245 0,'0'0'1761'0,"0"0"-912"0,0 0-229 0,0 0 97 0,23-42-717 0,-10 24 0 16,1 1 0-16,-2 1 0 15,3 2 0-15,1 1 0 0,1 3 0 16,-3 3 0-16,1 4 0 0,-3 3 0 15,-1 1 0-15,-3 8 0 0,0 8 0 16,-4 1 0-16,0 5 0 16,1-2 0-16,-1 0 0 0,6-6 0 15,2-4 0-15,5-4 0 0,6-7 0 16,-1-1 0-16,1-6 0 0,2-5 0 16,-2-3 0-16,-3-1 0 0,-3-2 0 15,-3 2 0-15,-3-1 0 0,-5 5-1393 16,-6-1-3482-16</inkml:trace>
  <inkml:trace contextRef="#ctx0" brushRef="#br2" timeOffset="106705.04">29082 8825 4702 0,'0'0'2165'0,"0"0"-1425"0,0 0-155 0,0 0-585 16,0 0 0-16,0 0 0 16,25-54 0-16,-10 25 0 0,1-7 0 15,3-6 0-15,3-5 0 0,3-9 0 16,0-4 0-16,0-5 0 0,2-5 0 16,0-1 0-16,4 0 0 15,0 2 0-15,-7 12 0 0,-5 12 0 16,-7 9 0-16,-5 13 0 0,-5 5 0 15,-2 6 0-15,0 6 0 0,0 4 0 16,-2-1 0-16,0 2 0 16,-3 2 0-16,-3 10 0 0,0 14 0 15,-4 8 0-15,-1 7 0 0,3 2 0 16,4-1 0-16,4-5 0 0,2-5 0 16,8-7 0-16,6-8 0 0,3-6 0 15,-1-7 0-15,5-3 0 0,-4-8 0 16,-1-4 0-16,1-7 0 15,-1-5 0-15,-1-3 0 0,-1-2 0 16,1 0 0-16,-5 1 0 0,0 0 0 16,-4 7 0-16,-1 6 0 0,-1 5 0 15,-2 7 0-15,-2 3 0 0,0 0 0 16,0 8 0-16,0 12 0 0,0 15 0 16,-2 7 0-16,2 5 0 15,0-4 0-15,8-8 0 0,4-6 0 16,7-7 0-16,2-8 0 0,-5-6-1133 15,1-8-1008-15</inkml:trace>
  <inkml:trace contextRef="#ctx0" brushRef="#br2" timeOffset="107469.86">29905 8290 1608 0,'0'0'1701'0,"0"0"-845"0,0 0 417 16,0 0-533-16,0 0-187 0,0 0 395 15,0 0-472-15,-4-37-439 0,0 33-37 16,0 0 0-16,-1 2 0 0,1 0 0 16,0 2 0-16,-2 0 0 0,-2 6 0 15,-3 9 0-15,-3 10 0 0,2 6 0 16,3 2 0-16,5 2 0 15,6-6 0-15,6-1 0 0,9-4 0 16,2-5 0-16,1-6 0 0,5-6 0 16,2-7 0-16,0-7 0 0,0-6 0 15,-7-7 0-15,-1-6 0 0,-5-3 0 16,-5-1 0-16,-5-2 0 0,-4 3 0 16,-4-1 0-16,-9 4 0 15,-3 3 0-15,-9 7 0 0,-2 3 0 16,-4 5 0-16,6 4-1874 0,-4 2-4444 0</inkml:trace>
  <inkml:trace contextRef="#ctx0" brushRef="#br2" timeOffset="109156.31">30219 8170 2869 0,'0'0'2389'0,"0"0"-840"16,0 0-797-16,0 0-119 15,0 0-633-15,0 0 0 0,35-8 0 0,-14 12 0 16,2-2 0-16,6-2 0 16,2-1 0-16,2-4 0 0,2-2 0 15,2-2 0-15,-4-1 0 0,-2 2 0 16,-6-1 0-16,-6 3 0 0,-9 0-329 16,-4 3-1976-16,-4-2 56 0</inkml:trace>
  <inkml:trace contextRef="#ctx0" brushRef="#br2" timeOffset="109439.74">30321 8011 6246 0,'0'0'1377'0,"0"0"-808"0,0 0-569 15,20 42 0-15,-9-8 0 0,-1 8 0 16,-6 3 0-16,-2-1 0 0,-2-2 0 16,4-3 0-16,2-4 0 15,3-6 0-15,3-10 0 0,-2-7-1770 16,1-7-3280-16</inkml:trace>
  <inkml:trace contextRef="#ctx0" brushRef="#br2" timeOffset="111961.57">30877 9196 2156 0,'0'0'3102'15,"0"0"-1725"-15,0 0-481 0,0 0-480 16,0 0-184-16,0 0-219 0,0 0-13 15,0 0 0-15,-23-37 0 16,23 14 0-16,4-5 0 0,4-5 0 16,-2-6 0-16,-1-6 0 0,-1-10 0 15,0-9 0-15,-2-9 0 0,2-11 0 16,2-7 0-16,5-1 0 0,3 3 0 16,3 2 0-16,3 5 0 0,-1 4 0 15,-1 4 0-15,1 5 0 0,-2 9 0 16,-1 3 0-16,1 3 0 0,-3 8 0 15,1 2 0-15,-1 4 0 16,3 3 0-16,3 3 0 0,3 2 0 16,0 7 0-16,-5 7 0 0,-3 6 0 15,-7 10 0-15,-2 2 0 0,1 5 0 16,-1 8 0-16,2 5 0 0,0 4 0 16,-2 2 0-16,1-2 0 0,-3 0 0 15,-4-1 0-15,0-1 0 16,-6-1 0-16,-3-2 0 0,-3-2 0 15,-3-1 0-15,-1 1 0 0,-3-2 0 16,-1-4 0-16,1 1 0 16,0-3 0-16,5 0 0 0,-1-3 0 15,3 0 0-15,2-3 0 0,1 1 0 16,5-1 0-16,2-1 0 0,2 2 0 16,0-1 0-16,0 0 0 0,4 4 0 15,7 6 0-15,5 4 0 0,9 4 0 16,2 2 0-16,2 0 0 15,0-4 0-15,2 1 0 0,-4 0 0 0,2 0 0 16,-7 1 0-16,-1 1 0 16,-9 0 0-16,-5 0 0 0,-7 2 0 15,-11 1 0-15,-3 2 0 0,-7 1 0 16,-6-1 0-16,-6-1 0 0,-2-5 0 16,-4-3 0-16,-2-5 0 15,-1-6 0-15,7-5 0 0,6-4 0 16,6-5 0-16,11-8 0 0,6 4-1129 15,6-1-1304-15</inkml:trace>
  <inkml:trace contextRef="#ctx0" brushRef="#br2" timeOffset="113341.75">31654 7939 2629 0,'0'0'2029'0,"0"0"-1173"0,0 0 393 0,0 0-593 16,0 0-236-16,0 0-67 16,0 0-353-16,0 0 0 0,0 0 0 15,54 27 0-15,-32 0 0 0,-1 1 0 16,2 4 0-16,-3 0 0 0,3-1 0 16,0-1 0-16,0-1 0 0,1-4 0 15,-1-1 0-15,-2-4 0 0,-3-6 0 16,-3-1 0-16,-3-6 0 0,-6-2 0 15,-1-3 0-15,-3-2 0 16,2 0-1089-16,-4-2-824 0,0-6-992 0</inkml:trace>
  <inkml:trace contextRef="#ctx0" brushRef="#br2" timeOffset="116346.73">32200 7785 2489 0,'0'0'3789'0,"0"0"-3264"0,0 0-153 0,0 0 136 16,-38 44-276-16,24-21 8 0,-1 0-203 16,1 5-37-16,-3 2 0 0,1 6 0 15,-3 3 0-15,-1 4 0 0,-1-1 0 16,2-2 0-16,1-3 0 0,1-7 0 15,5-4 0-15,1-7 0 16,5-8 0-16,4-4-821 0,0-2-1180 0</inkml:trace>
  <inkml:trace contextRef="#ctx0" brushRef="#br2" timeOffset="117527.7">32359 8256 1352 0,'0'0'264'0,"0"0"1913"0,0 0-1480 0,-19 36 3 15,13-19-380-15,2 2-184 0,2 2-60 16,2 0-44-16,-2 0 28 15,2-1 148-15,0 2 52 0,0-3 141 16,0 0 379-16,-2-1-396 0,-1-4-39 16,-1-2-345-16,2-3 0 0,-2-5 0 15,0-2 0-15,0-1 0 0,-2-1 0 16,-3-7 0-16,-1-9 0 0,2-9 0 16,2-4 0-16,-1-2 0 15,3-2 0-15,2 1 0 0,2 0 0 16,8 2 0-16,3 5 0 0,1 3 0 15,5 5 0-15,-1 3 0 0,1 2 0 16,-1 1 0-16,5 4 0 16,-2 1 0-16,1 4 0 0,-3 2 0 15,-1 0 0-15,-3 2 0 0,-5 2 0 16,0-2 0-16,-1 4-329 0,-1 0-1212 16,-2 3-440-16</inkml:trace>
  <inkml:trace contextRef="#ctx0" brushRef="#br2" timeOffset="117843.79">32518 8468 6935 0,'0'0'652'0,"33"-23"-248"0,-12 0-203 16,-1-2-201-16,-1 0 0 15,-3-4 0-15,-1 0 0 0,-5-4 0 16,-4-1 0-16,-1 5 0 0,-1 3 0 15,-4 8 0-15,0 8 0 0,-6 6 0 16,-7 4 0-16,-6 5 0 16,-3 7 0-16,-3 5 0 0,2 8 0 15,3 3 0-15,-1 6 0 0,6 0 0 16,3 2 0-16,8-2 0 0,4-1 0 16,8-2 0-16,7-3 0 0,3-4 0 15,5-4 0-15,6-9 0 0,6-8 0 16,2-3 0-16,3-8 0 15,-7-6 0-15,-2-5-705 0,-11 4-400 16,-3-4-2232-16</inkml:trace>
  <inkml:trace contextRef="#ctx0" brushRef="#br2" timeOffset="118106.46">32925 7885 6603 0,'0'0'784'0,"0"0"21"16,0 0-805-16,0 65 0 0,-4-7 0 16,-2 17 0-16,-5 7 0 0,-1-1 0 15,4-1 0-15,-1-7 0 0,5-8 0 16,4-8 0-16,-2-8 0 0,2-8 0 15,2-7 0-15,0-11 0 16,3-6-2686-16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22:17.50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19224 3348 2497 0,'0'0'2413'0,"15"-33"-1721"16,-13 22-56-16,2 6 301 16,-4 2-437-16,0 3-136 0,-8 0-211 0,-7 3-153 15,-10 11 0-15,-10 4 0 16,4 6 0-16,-2 6 0 0,2 4 0 15,4 5 0-15,2 5 0 0,5 5 0 16,9 2 0-16,3 2 0 0,4-1 0 16,4 1 0-16,6-2 0 0,9-6 0 15,-1-6 0-15,7-9 0 0,6-8 0 16,6-7 0-16,8-9 0 16,3-5 0-16,5-3-545 0,-12-4-568 15,-4-6-2212-15</inkml:trace>
  <inkml:trace contextRef="#ctx0" brushRef="#br0" timeOffset="329.72">19514 3598 6074 0,'0'0'777'0,"4"-44"167"0,-8 27-547 16,-3 4-397-16,-1 4 0 0,-2 4 0 15,-3 4 0-15,1 4 0 16,-2 7 0-16,-5 7 0 0,2 7 0 15,-1 3 0-15,-1 7 0 0,5 3 0 16,1 0 0-16,3 0 0 0,10-4 0 16,0-2 0-16,14-8 0 0,7-4 0 15,2-7 0-15,4-6 0 0,4-6 0 16,-4 0 0-16,-3-9 0 16,-7-1 0-16,-7-5 0 0,-1-2 0 15,-7-3 0-15,-2-6 0 0,0-4 0 16,-2-4 0-16,-3-3 0 0,1-4 0 15,4 3 0-15,0 6 0 16,9 3-349-16,5 10-1352 0,0 6 465 0,1 5 844 16,-9 7-3274-16</inkml:trace>
  <inkml:trace contextRef="#ctx0" brushRef="#br0" timeOffset="721.21">19590 3660 5138 0,'-12'39'1216'16,"3"-5"-679"-16,1 3-57 0,4-10 4 15,4-6-228-15,0-8-175 0,4-5-81 16,4-6 0-16,3-5 0 0,1-10 0 16,5-7 0-16,-1-8 0 0,-3-3 0 15,-1-3 0-15,5-1 0 0,-7 0 0 16,4 5 0-16,-1 3 0 0,-3 11 0 16,-6 6 0-16,0 7 0 15,-4 3 0-15,0 4 0 0,0 11 0 16,-4 10 0-16,-2 4 0 0,-2 4 0 15,2-2 0-15,-1-6 0 16,7-1 0-16,0-6 0 0,5-4 0 16,3-6 0-16,6-4 0 0,1-4 0 15,1-4 0-15,5-8 0 0,0-2 0 16,-1-5 0-16,-1-2 0 16,-1 1 0-16,1 1 0 0,-7 3 0 0,-3 5 0 15,-5 3 0-15,0 5 0 16,-2 3 0-16,0 0 0 0,-2 7 0 15,2 12 0-15,-2 12 0 0,0 4 0 16,-4 2 0-16,-2-3 0 0,6-9 0 16,0-4 0-16,4-3 0 0,8-6 0 15,7-4 0-15,4-5 0 0,-3-1-2026 16,-3-5-2004-16</inkml:trace>
  <inkml:trace contextRef="#ctx0" brushRef="#br0" timeOffset="1105.16">20047 3820 6915 0,'0'0'200'0,"2"40"432"0,2-5-187 0,-4 6-445 16,-4 7 0-16,-2 3 0 0,2 3 0 16,0-1 0-16,1-2 0 0,-1-2 0 15,4-6 0-15,0-8 0 0,4-5 0 16,1-9 0-16,1-8 0 16,-2-8-897-16,-2-4-316 0,-2-8-2252 0</inkml:trace>
  <inkml:trace contextRef="#ctx0" brushRef="#br0" timeOffset="1387.16">20024 3834 4862 0,'0'0'1168'0,"19"-34"-451"16,-9 11 419-16,-2-1-827 0,1-5-309 15,1-5 0-15,2-3 0 0,3 0 0 16,6 1 0-16,1 6 0 0,7 6 0 15,2 7 0-15,2 6 0 16,-6 6 0-16,-2 7 0 0,-8 9 0 16,-7 6 0-16,-6 3 0 0,-4 3 0 15,-2 0 0-15,-6 1 0 0,-7-2 0 16,3 2 0-16,-11-2 0 16,2 0 0-16,-3-4 0 0,1-2 0 0,0-4 0 15,2-4 0-15,9-5 0 16,-2-3-505-16,7-3-800 0,1-5-2929 0</inkml:trace>
  <inkml:trace contextRef="#ctx0" brushRef="#br0" timeOffset="1618.93">20580 3123 2613 0,'0'0'4466'0,"-27"53"-3858"0,17-17-103 15,0 3-505-15,4 5 0 16,-5 5 0-16,-3 5 0 0,5 4 0 16,-1 3 0-16,2 1 0 0,-3 0 0 15,5-4 0-15,2-8 0 0,4-7 0 16,0-10 0-16,10-10-1333 0,-1-11 124 16,-1-8-276-16</inkml:trace>
  <inkml:trace contextRef="#ctx0" brushRef="#br0" timeOffset="1746.78">20702 3557 7175 0,'0'0'892'0,"0"0"-767"0,0 0-125 15,0 0 0-15,-33 53 0 0,27-26 0 16,0 2 0-16,2 0 0 0,-1-1 0 16,5-2 0-16,0-2 0 15,5-5 0-15,-1-6-1377 0,-2-4-652 0</inkml:trace>
  <inkml:trace contextRef="#ctx0" brushRef="#br0" timeOffset="1897.73">20828 3298 8192 0,'0'0'0'0,"0"0"0"16,0 0 0-16,0 0 0 15,0 0 0-15,0 0-861 0,15 34-1800 16,-5-18-405-16</inkml:trace>
  <inkml:trace contextRef="#ctx0" brushRef="#br0" timeOffset="2128.78">21000 3546 5638 0,'0'0'945'0,"0"0"-229"0,-37-14-128 16,16 23-283-16,0 8-305 0,5 6 0 15,-1 7 0-15,3 4 0 16,-3 4 0-16,7 0 0 0,2-2 0 16,6-2 0-16,2-6 0 0,0-3 0 15,6-6 0-15,4-4 0 0,0-6 0 16,7-4 0-16,2-5 0 0,-1 0 0 16,1-8-525-16,-7-1-1992 0,5-2-1373 15</inkml:trace>
  <inkml:trace contextRef="#ctx0" brushRef="#br0" timeOffset="2434.09">21240 3626 6879 0,'0'0'660'0,"-2"-36"-232"0,-5 22-203 16,7 5-225-16,-4 2 0 0,-2 5 0 16,4 2 0-16,-10 2 0 15,-3 9 0-15,-3 6 0 0,-3 5 0 16,0 5 0-16,3 1 0 0,-1 2 0 15,9-2 0-15,-1-2 0 16,11-5 0-16,0-8 0 0,6 0 0 16,7-6 0-16,-1-5 0 0,11-2 0 15,-4-5 0-15,3-6 0 0,1-4 0 16,-4-2 0-16,-1-3 0 16,-5 1 0-16,-1 5 0 0,-4 4 0 0,-6 4 0 15,-2 6 0-15,3 0 0 16,-3 0 0-16,2 10 0 0,2 6 0 15,-2 5 0-15,2 4 0 0,0-3 0 16,2-1 0-16,-2-3 0 0,1-4-1209 16,-3-5-616-16,2-4-868 0</inkml:trace>
  <inkml:trace contextRef="#ctx0" brushRef="#br0" timeOffset="2655.17">21539 3155 4538 0,'0'0'2613'0,"21"-46"-2177"16,-15 36-56-16,-2 3-155 16,-2 10-225-16,-2 7 0 0,0 15 0 15,-6 7 0-15,-2 12 0 0,-4 6 0 16,1 3 0-16,-3 6 0 0,6 4 0 16,-1 2 0-16,-1-3 0 0,0-4 0 15,3-7 0-15,-1-8 0 16,0-8-229-16,0-12-1047 0,1-9-2594 0</inkml:trace>
  <inkml:trace contextRef="#ctx0" brushRef="#br0" timeOffset="2811.1">21380 3598 6971 0,'0'0'556'0,"0"0"109"16,40-10-665-16,-24 6 0 15,1 0 0-15,-1-1 0 0,-1 0 0 16,1-1 0-16,-1 4 0 0,-1-1 0 15,-2 3 0-15,5 4 0 0,-7 3-13 16,-1 5-2116-16,-5-4-60 16</inkml:trace>
  <inkml:trace contextRef="#ctx0" brushRef="#br0" timeOffset="3041.77">21632 3687 1308 0,'0'0'4502'15,"0"0"-3661"-15,52-18-93 0,-29 8 45 16,-5-1-793-16,3-2 0 0,0-1 0 15,-7 0 0-15,-1-3 0 0,-7-1 0 16,2 0 0-16,-4 1 0 0,-4 5 0 16,0 5 0-16,0 2 0 0,-8 5 0 15,-2 2 0-15,-11 11 0 0,-6 10 0 16,-4 7 0-16,4 5 0 0,0 1 0 16,7 0 0-16,-1-1 0 15,11-5 0-15,10-6 0 0,4-4 0 16,10-5 0-16,5-7-125 0,8-4-395 15,0-4-817-15,-5-4-87 0,1-4-369 16</inkml:trace>
  <inkml:trace contextRef="#ctx0" brushRef="#br0" timeOffset="3276.98">22033 3610 3153 0,'0'0'3313'0,"0"0"-2020"15,0 0-860-15,-41-14-433 0,27 13 0 16,-5 4 0-16,0 8 0 0,3 7 0 16,-3 7 0-16,3 3 0 0,3 4 0 15,5-1 0-15,8-3 0 0,2-1 0 16,8-6 0-16,7-5 0 16,2-8 0-16,1-5 0 0,1-3 0 15,0-11-217-15,-1-4-659 0,1 1-237 16,-4-2-2180-16</inkml:trace>
  <inkml:trace contextRef="#ctx0" brushRef="#br0" timeOffset="3431.87">22201 3189 5790 0,'0'0'1101'0,"0"0"167"16,0 0-1235-16,0 0-33 0,-33 47 0 15,16-4 0-15,-3 12 0 0,-1 8 0 16,0 3 0-16,-1 7 0 0,1 0 0 15,4-4 0-15,5-9 0 0,8-9 0 16,4-16-565-16,2-7-1424 0</inkml:trace>
  <inkml:trace contextRef="#ctx0" brushRef="#br0" timeOffset="4010.28">23081 3337 2797 0,'0'0'3189'0,"-2"-46"-2428"0,-6 22-525 16,0 1 24-16,-7 0 184 0,1-3-212 15,-1 1-8-15,-3-2-175 0,-1 3-49 16,-3 5 0-16,-1 4 0 0,-4 6 0 16,-4 3 0-16,-4 6 0 0,2 3 0 15,2 7 0-15,4 3 0 16,6 0 0-16,5 2 0 0,3 3 0 15,3 1 0-15,4 5 0 0,4 3 0 16,2 5 0-16,8 6 0 0,4 7 0 16,1 3 0-16,3 7 0 0,1 1 0 15,-1 0 0-15,1 0 0 0,-1-4 0 16,-3-3 0-16,-3-6 0 0,-4-4 0 16,-6-5 0-16,-2-3 0 15,-4-5 0-15,-4-3 0 0,-3-6-137 16,3-6-2080-16,0-10-1076 0</inkml:trace>
  <inkml:trace contextRef="#ctx0" brushRef="#br0" timeOffset="4178.83">22716 3742 7063 0,'0'0'852'0,"0"0"-575"0,0 0-277 15,49 0 0-15,-28 2 0 0,2-1 0 16,1-1 0-16,3 0 0 0,4-4 0 15,7-3 0-15,-3-2-305 0,-2-1-799 16,-2-2-105-16,-15 2-400 0</inkml:trace>
  <inkml:trace contextRef="#ctx0" brushRef="#br0" timeOffset="4411.72">23094 3608 2625 0,'0'0'2097'16,"0"0"-1345"-16,0 0-132 0,0 0-23 16,0 0-125-16,-39 56 96 15,28-21-107-15,9-1-461 0,2-4 0 16,2-2 0-16,4-3 0 0,5-3 0 15,3-1 0-15,3-5 0 16,3-3 0-16,1-3 0 0,6-2 0 16,-6-2 0-16,1-2 0 0,-3-3 0 15,-2-1 0-15,-3-5 0 0,-2-3 0 16,-3-5 0-16,-3-7 0 16,-2-5 0-16,-2-6 0 0,0-3 0 15,-2-2 0-15,0 0 0 0,0 0 0 16,0 5-125-16,2 6-919 0,-2 10-977 15,4 5 156-15</inkml:trace>
  <inkml:trace contextRef="#ctx0" brushRef="#br0" timeOffset="4635.03">23315 3749 3885 0,'0'0'1625'0,"-2"35"-264"16,2-16-717-16,0-4-168 15,0-5-275-15,0-1-201 0,2-6 0 16,-2-1 0-16,2-2 0 0,2-1 0 15,7-12 0-15,-1-7 0 0,4-7 0 16,1-3 0-16,-1-1 0 16,-3 4 0-16,1 3 0 0,0 7 0 15,-1 7 0-15,-3 5 0 0,-4 4 0 16,7 4 0-16,-3 10 0 0,2 3 0 16,0 3 0-16,3 1 0 15,1-2 0-15,5-2 0 0,2-2-1205 16,-3-4-304-16,1-2-204 0</inkml:trace>
  <inkml:trace contextRef="#ctx0" brushRef="#br0" timeOffset="4862.79">23759 3664 2637 0,'0'0'3601'16,"-12"-51"-2940"-16,8 33 27 0,2 9-83 16,-4 9-605-16,-3 10 0 15,-5 13 0-15,-5 9 0 0,1 8 0 16,1 2 0-16,7 4 0 0,0-1 0 15,10 1 0-15,0-2 0 16,8-5 0-16,4-3 0 0,3-7 0 16,1-5 0-16,7-10 0 0,4-7 0 15,4-9 0-15,2-13 0 0,2-8-797 16,-2-11-156-16,-10 4-1628 0,-5-8-1128 16</inkml:trace>
  <inkml:trace contextRef="#ctx0" brushRef="#br0" timeOffset="5031.32">24109 3149 4125 0,'0'0'2105'0,"0"0"-1268"0,0 0 223 16,0 0-995-16,-17 40-65 0,5-8 0 15,-5 5 0-15,1 5 0 0,-3 6 0 16,1 6 0-16,-3 7 0 0,4 7 0 16,1 4 0-16,1 2 0 15,3-5 0-15,2-3 0 0,6-8 0 16,1-10 0-16,3-14-865 15,0-11-1080-15</inkml:trace>
  <inkml:trace contextRef="#ctx0" brushRef="#br0" timeOffset="5187.75">23846 3713 5310 0,'0'0'2849'0,"33"-39"-2816"0,-8 21-33 0,2 7 0 15,2 0 0-15,-4 2 0 16,0 2 0-16,-3 1 0 0,-3 0 0 15,2 0 0-15,-3-2 0 0,1 2 0 16,-3 0 0-16,1 1-249 0,-7 0-1928 16,1 2-172-16</inkml:trace>
  <inkml:trace contextRef="#ctx0" brushRef="#br0" timeOffset="5328.25">24220 3623 5930 0,'0'0'1201'0,"-2"61"-489"15,-4-25-363-15,0-2-349 0,-2 1 0 16,-1-3 0-16,5-4 0 0,0-4 0 15,4-5 0-15,0-6 0 16,4-6 0-16,3-5-293 0,-5-2-1019 16,4-9-405-16</inkml:trace>
  <inkml:trace contextRef="#ctx0" brushRef="#br0" timeOffset="5467.69">24425 3364 6975 0,'0'0'1217'0,"0"0"-1217"15,0 0 0-15,0 0 0 0,0 0 0 16,8 42 0-16,-8-20 0 0,2 3 0 16,1 0-621-16,-1 3-171 0,0 3-873 15,0-8 240-15,0-1 17 0</inkml:trace>
  <inkml:trace contextRef="#ctx0" brushRef="#br0" timeOffset="5959.15">24504 3698 5474 0,'0'0'628'0,"0"0"-11"15,0 0 331-15,-7-36-548 16,7 30-275-16,0 2-125 0,-2 0 0 16,0 1 0-16,-4 0 0 0,-4 7 0 15,-5 11 0-15,-1 9 0 0,-3 8 0 16,5 6 0-16,1-1 0 0,3-1 0 16,4 2 0-16,6-5 0 0,6-5 0 15,2-6-173-15,0-9-87 16,1-7 164-16,-1-7 96 0,4-11 0 15,5-7 4-15,-3-7 4 0,1-5-8 16,-1-2-52-16,-3-5-104 0,1-2-96 16,-2 0 88-16,-1 6 52 0,-1 7-176 15,-4 12-189-15,0 8 161 0,-4 4-44 16,2 3 52-16,0 10 68 0,0 6-148 16,3 5 163-16,-3 3-175 15,-2-1-416-15,0-4 264 0,0-3 552 16,-2 0 288-16,0-1 888 0,-1-3-147 15,-1-1 568-15,2-1-737 16,-2-2-224-16,2-3-599 0,2-2-37 16,0-3 0-16,0 0 0 0,6-3 0 15,7-10 0-15,7-9 0 0,5-7 0 16,0-5 0-16,2 1 0 16,-2 3 0-16,-5 4 0 0,1 2 0 0,-4 8 0 15,-7 5 0-15,-4 6 0 16,-2 5 0-16,0 3 0 0,-2 13 0 15,3 19 0-15,-5 7 0 0,0 7 0 16,-5-2 0-16,5-7 0 0,0-4 0 16,0-4 0-16,9-4 0 0,5-8-961 15,-4-7-928-15,7-5-724 0</inkml:trace>
  <inkml:trace contextRef="#ctx0" brushRef="#br0" timeOffset="6675.62">25268 4573 5198 0,'0'0'1180'0,"0"0"-499"0,36-30 207 16,-18 4-643-16,3-7-245 0,2-10 0 15,-1-7 0-15,1-9 0 0,-2-9 0 16,2-9 0-16,-5-7 0 0,1-3 0 15,-1-3 0-15,3 5 0 0,2 6 0 16,2 10 0-16,-3 13 0 0,-1 14 0 16,-7 13 0-16,-5 10 0 0,-5 11 0 15,-4 4 0-15,2 3 0 0,-2 1 0 16,-2 8 0-16,-9 14 0 0,-3 17 0 16,-7 13 0-16,-1 5 0 15,5-2 0-15,9-8 0 0,6-5 0 16,6-7 0-16,8-5 0 15,7-8 0-15,6-6 0 0,4-9 0 16,2-7 0-16,4-13 0 0,0-7 0 16,-2-8 0-16,-2-4 0 0,-8 0 0 15,-5 1 0-15,-7 5 0 0,-3 8 0 16,-4 7 0-16,-2 6 0 0,-2 4 0 16,0 1 0-16,0 0 0 15,0 8 0-15,2 12 0 0,-2 13 0 16,2 9 0-16,2 3 0 0,3-5 0 15,1-8 0-15,8-4 0 0,5-9 0 16,-4-6-737-16,3-6-1976 0</inkml:trace>
  <inkml:trace contextRef="#ctx0" brushRef="#br0" timeOffset="9688.62">13655 4466 4125 0,'0'0'3022'0,"0"0"-2278"16,0 0-443-16,0 0-301 0,0 0 0 16,5 37 0-16,-10 2 0 15,1 10 0-15,2 3 0 0,-2 4 0 16,4 5 0-16,0 2 0 0,0 0 0 15,6-2 0-15,-2-4 0 0,3-5 0 16,3-8 0-16,0-6 0 0,7-14 0 16,-7-9 0-16,0-8-1221 0,1-7-1909 15</inkml:trace>
  <inkml:trace contextRef="#ctx0" brushRef="#br0" timeOffset="9856.28">13850 4881 7175 0,'0'0'900'0,"0"0"-783"0,-6 52-117 16,1-28 0-16,1 3 0 0,4-2 0 15,0 1 0-15,0-1 0 0,9-1 0 16,-3-4 0-16,0-2 0 16,4-8 0-16,-6-4-1189 0,1-6-2441 0</inkml:trace>
  <inkml:trace contextRef="#ctx0" brushRef="#br0" timeOffset="9996.81">13891 4481 4866 0,'0'0'700'0,"0"0"-700"16,-16 36-536-16,11-21-573 0,1-1-1336 0</inkml:trace>
  <inkml:trace contextRef="#ctx0" brushRef="#br0" timeOffset="10243.87">13918 5104 6226 0,'0'0'1669'0,"0"0"-1372"16,0 0-297-16,0 0 0 16,0 0 0-16,0 0 0 0,23-43 0 15,-3 8 0-15,-5-6 0 0,1 5 0 16,-5 7 0-16,-1 4 0 0,0 11 0 15,-3 7 0-15,-7 4 0 0,0 5 0 16,4 7 0-16,-4 12 0 0,4 15 0 16,-2 8 0-16,2 1 0 15,0-4 0-15,2-6 0 0,5-3 0 16,5-7 0-16,5-7 0 0,-5-8 0 16,-1-5-3394-16</inkml:trace>
  <inkml:trace contextRef="#ctx0" brushRef="#br0" timeOffset="10924.7">14249 4972 2529 0,'0'0'2317'0,"0"0"-1549"0,0 0-172 15,0 0-155-15,0 0-5 16,0 0 320-16,43 22-407 0,-24-21-349 16,-1-1 0-16,3-10 0 0,4-3 0 15,-3-2 0-15,-1-4 0 16,0-1 0-16,-5-2 0 0,-5 2 0 15,-1 1 0-15,-6 4 0 0,-4 0 0 16,-4 2 0-16,-6 3 0 0,-7 2 0 16,-6 4 0-16,-1 4 0 0,-7 6 0 15,0 7 0-15,-2 8 0 0,2 10 0 16,4 5 0-16,2 4 0 0,8 2 0 16,7-1 0-16,4 0 0 15,10-1 0-15,8-5 0 0,9-6 0 16,6-7 0-16,10-8 0 0,4-7 0 15,7-7 0-15,0-4 0 0,-1-9-1205 16,-12 2-464-16,-8-1-944 0</inkml:trace>
  <inkml:trace contextRef="#ctx0" brushRef="#br0" timeOffset="11223.54">14637 5136 3669 0,'0'0'1481'0,"0"0"-1089"16,0 0-104-16,-25 35 136 0,19-18-107 15,2-4-33-15,2-4 244 0,2-3-220 16,-4-3-120-16,4-1 36 0,0-2-156 16,0 0-47-16,0-2-21 15,6-10 0-15,-2-8 0 0,2-8 0 16,-1-2 0-16,1-3 0 0,-2 2 0 15,2 1 0-15,-2 5 0 0,2 3 0 16,1 3 0-16,1 7 0 0,-6 3 0 16,2 5 0-16,0 1 0 15,-2 1 0-15,2-1 0 0,1 1-241 0,-3 0-2572 16</inkml:trace>
  <inkml:trace contextRef="#ctx0" brushRef="#br0" timeOffset="11905.66">14722 4889 2325 0,'0'0'1640'0,"0"0"-759"0,0-46 235 0,0 35-367 16,-4 5-181-16,4 4 244 15,-2 2-711-15,-6 0-101 0,1 6 0 16,-9 10 0-16,1 7 0 0,-1 8 0 15,-1 3 0-15,7 3 0 0,-5 5 0 16,9 1 0-16,0 4 0 0,2-2 0 16,4-5 0-16,4-7 0 15,6-8 0-15,3-8 0 0,1-8 0 16,9-9 0-16,-4-9 0 0,-3-12 0 16,1-8 0-16,-1-4 0 0,-7-4 0 15,-3 0 0-15,-2-2 0 16,-4 3 0-16,0 2 0 0,0 5 0 0,0 11 0 15,-4 8 0-15,4 8 0 16,-4 2 0-16,4 3 0 0,0 13 0 16,-2 11 0-16,2 6 0 0,2 4 0 15,8-3 0-15,0-5 0 0,5-4 0 16,1-4 0-16,1-5 0 16,3-5 0-16,5-4 0 0,-4-4 0 15,-5-3-257-15,1 0-539 0,-7-5-853 16,-3 0 444-16,-3-3-347 0</inkml:trace>
  <inkml:trace contextRef="#ctx0" brushRef="#br0" timeOffset="12154.63">14960 5138 4498 0,'0'0'872'0,"0"0"-376"16,0 0 381-16,0 0-505 0,10 38-16 15,-6-30 80-15,-4 1-192 0,0-2-203 16,0-1-41-16,0-1 0 0,-4 0 0 15,4-1 0-15,-2-4 0 16,-2 0 0-16,0-4 0 0,-5-7 0 16,-1-8 0-16,2-8 0 0,8-3 0 15,0-5 0-15,8 1 0 0,5 1 0 16,3-3 0-16,5 2 0 0,4 3 0 16,-3 4 0-16,-1 3 0 15,-2 5 0-15,-1 5 0 0,-3 1 0 16,-1 2-293-16,-1 4-507 0,-9 3-1373 15,2 0-172-15</inkml:trace>
  <inkml:trace contextRef="#ctx0" brushRef="#br0" timeOffset="12294.85">15146 4956 6891 0,'-4'34'668'0,"4"4"-100"16,0 8-503-16,4-6-65 0,-2 0 0 15,4-6 0-15,4-6 0 16,1-6 0-16,3-8 0 0,-3-10 0 0,1-4-1121 15,-2-10-2269-15</inkml:trace>
  <inkml:trace contextRef="#ctx0" brushRef="#br0" timeOffset="12414.95">15301 4582 4333 0,'0'0'3859'15,"0"0"-3859"-15,0 0 0 0,0 0 0 16,0 0 0-16,0 0 0 0,0 0 0 15,0 0 0-15,0 0 0 0,41 6-349 16,-35 6-883-16,3 5-421 0</inkml:trace>
  <inkml:trace contextRef="#ctx0" brushRef="#br0" timeOffset="12759.86">15400 4901 6907 0,'0'0'1244'0,"0"0"-1203"0,0 0-41 16,0 0 0-16,37-13 0 0,-10-1 0 15,4-2 0-15,4 2 0 0,-4 2 0 16,-2 4 0-16,-4 2 0 0,-4 6 0 16,-7 0 0-16,-6 7 0 15,-3 7 0-15,-5 4 0 0,-11 9 0 16,-1 2 0-16,-7 4 0 0,-1 5 0 15,-7 1 0-15,4 2 0 0,-4 0 0 16,2-3 0-16,9-4 0 0,1-4 0 16,13-5 0-16,4-5 0 0,9-5 0 15,9-3 0-15,7-6 0 16,4-6 0-16,6-1 0 0,-2-10 0 16,-1-3 0-16,-3-4 0 0,-5-2 0 15,-5 1 0-15,-6-1 0 0,-5 1-821 16,-8 5-1396-16,-2 1 8 0</inkml:trace>
  <inkml:trace contextRef="#ctx0" brushRef="#br0" timeOffset="12922.22">15400 5071 7603 0,'0'0'400'0,"0"0"-252"0,41 9-107 15,-8-8-41-15,3-1 0 0,1-6 0 16,4-3 0-16,-4-3 0 0,1 4 0 15,-7-2 0-15,-5 2 0 0,-1 1 0 16,-8 2-833-16,-1 3-336 0,-7-1-2588 0</inkml:trace>
  <inkml:trace contextRef="#ctx0" brushRef="#br0" timeOffset="13181.69">15809 5110 5286 0,'0'0'800'16,"0"0"-203"-16,0 0 747 0,35-5-1179 0,-16-9-165 15,6-6 0-15,0-3 0 16,-7-3 0-16,1 1 0 0,-3-1 0 16,-5-2 0-16,-5-3 0 0,-6 0 0 15,0 5 0-15,-4 5 0 0,-2 8 0 16,-7 9 0-16,-5 5 0 0,-3 11 0 16,0 9 0-16,-6 8 0 15,1 5 0-15,3 4 0 0,2 1 0 16,7 1 0-16,14-3 0 0,4-5 0 15,12-3 0-15,5-8 0 0,6-6 0 16,8-6 0-16,4-8 0 0,7-5-581 16,-13-4-315-16,4-6-593 0</inkml:trace>
  <inkml:trace contextRef="#ctx0" brushRef="#br0" timeOffset="14182.17">16969 4907 4842 0,'0'0'828'0,"0"0"197"16,-10-40-405-16,-1 29-204 0,-3-2-16 16,4 4-339-16,-3 1-61 0,3 6 0 15,-5 3 0-15,5 10 0 16,-2 5 0-16,-1 7 0 0,-3 5 0 16,3 4 0-16,-1 0 0 0,3 0 0 15,7-2 0-15,-2-3 0 0,6-2 0 16,0-8 0-16,0-5 0 15,0-6 0-15,6-4 0 0,5 0 0 16,7-5 0-16,5-10 0 0,2-6 0 16,2-5 0-16,-5-1 0 0,-3 3 0 15,-2 2 0-15,-7 5 0 0,-4 7 0 16,0 3 0-16,-6 4 0 16,0 1 0-16,2 4 0 0,-2 9 0 15,0 8 0-15,-2 8 0 0,0 0 0 16,2 0 0-16,0-7 0 0,6-3 0 15,5-1 0-15,5-7 0 0,3-4 0 16,-1-4 0-16,3-3-45 0,-2-12-919 16,-7 4-245-16,3-6-832 0</inkml:trace>
  <inkml:trace contextRef="#ctx0" brushRef="#br0" timeOffset="14509.96">17242 4479 4037 0,'0'0'3030'0,"0"0"-2454"16,0 0-52-16,0 0-499 0,0 0-25 15,0 0 0-15,-19 42 0 0,3 4 0 16,-5 10 0-16,-2 12 0 16,-2 4 0-16,3 5 0 0,1 1 0 15,2-6 0-15,9-8 0 0,8-11 0 16,4-9 0-16,8-11 0 0,11-11 0 15,0-10 0-15,6-10 0 0,4-11 0 16,-6-9 0-16,-3-8 0 0,-3-3 0 16,-7-2 0-16,-8 4 0 15,-8 1 0-15,-6 4 0 0,-2 3 0 16,-7 4 0-16,-2 8 0 0,5 6 0 16,-1 1 0-16,3 2 0 0,3 2 0 15,5-2 0-15,6 1-221 16,4-1-811-16,-2 0-1349 0,13 0 632 0</inkml:trace>
  <inkml:trace contextRef="#ctx0" brushRef="#br0" timeOffset="14839.97">17444 4873 6054 0,'0'0'945'0,"0"0"75"15,0 0-847-15,0 0-173 0,-43 2 0 16,26 13 0-16,-1 4 0 0,-1 4 0 15,5-2 0-15,3 3 0 0,5 1 0 16,2 1 0-16,2 0 0 0,2-1 0 16,2-3 0-16,8-1 0 0,1-5 0 15,3-4 0-15,-1-5 0 16,7-1 0-16,-3-6 0 0,1-3 0 16,1-8 0-16,0-5 0 0,-7-4 0 15,-2-2 0-15,1-3 0 16,-5-2 0-16,-4-2 0 0,-2 4 0 0,0 2 0 15,-4 2 0-15,-4 4 0 16,-1 4 0-16,1 4 0 0,6 3 0 16,-2 5 0-16,4 1-333 0,4 0-1060 15,-2 0-323-15</inkml:trace>
  <inkml:trace contextRef="#ctx0" brushRef="#br0" timeOffset="15105.42">17537 4908 5502 0,'0'0'1405'0,"0"0"-821"0,0 0 117 16,0 0-701-16,-14 49 0 0,4-22 0 16,1 5 0-16,1 0 0 0,8 0 0 15,0 0 0-15,4 1 0 0,9-3 0 16,1-5 0-16,9-3 0 16,2-5 0-16,2-6 0 0,-1-5 0 15,5-6 0-15,-2-3 0 0,-6-9 0 16,2-4 0-16,-7-3 0 0,-3-5 0 15,-9-2 0-15,2-3 0 16,-5-1 0-16,-3-2 0 0,0 0 0 16,-3 1 0-16,-1 2 0 0,0 8 0 15,4 5-85-15,-2 7-1107 0,-2 3 51 16,0 4-328-16</inkml:trace>
  <inkml:trace contextRef="#ctx0" brushRef="#br0" timeOffset="15490.71">17827 4484 2773 0,'0'0'2165'0,"0"0"-1265"0,0 0 269 16,0 0-417-16,0 0-319 0,27 45-433 15,-17-19 0-15,0 1 0 0,-1 9 0 16,-3 3 0-16,-4 8 0 0,2 9 0 15,-4 1 0-15,0 1 0 0,0 0 0 16,-4-6 0-16,2-3 0 0,-2-6 0 16,2-8 0-16,0-5 0 0,2-10 0 15,0-8 0-15,0-6 0 16,2-6 0-16,0-3-73 0,2 0-1023 16,-2-15-2682-16</inkml:trace>
  <inkml:trace contextRef="#ctx0" brushRef="#br0" timeOffset="15629.86">17653 4943 7751 0,'0'0'441'0,"0"0"-441"0,0 0 0 15,64 9 0-15,-12-9 0 0,12-6 0 16,4-4 0-16,-6-2 0 16,2-1 0-16,-6-2 0 0,-6-2 0 15,-11 2-1898-15,-4-4-1887 0</inkml:trace>
  <inkml:trace contextRef="#ctx0" brushRef="#br0" timeOffset="16218.07">18836 4786 1836 0,'0'0'2121'0,"0"0"-384"0,0 0-708 0,10-32-125 16,-10 32-339-16,0 0-565 0,0 0 0 15,0 6 0-15,0 13 0 0,0 12 0 16,4 9 0-16,-2 6 0 16,6 1 0-16,1-5 0 0,-1 0 0 15,2-3 0-15,1-5 0 16,1-3 0-16,2-7 0 0,1-9 0 16,-3-8 0-16,5-7 0 0,-1-8 0 15,-1-12 0-15,4-11 0 0,-3-5 0 16,-4-4 0-16,5-4 0 0,-3-3 0 15,3-4 0-15,0 1 0 0,1 0 0 16,-1 9 0-16,-1 6 0 0,-5 14 0 16,-3 7 0-16,-6 9 0 0,-2 5 0 15,0 0 0-15,0 0-653 16,-10 4-3177-16</inkml:trace>
  <inkml:trace contextRef="#ctx0" brushRef="#br0" timeOffset="16806.75">19297 4928 4934 0,'0'0'1560'0,"0"0"-855"0,0 0-65 0,0 0-287 16,-25 37-353-16,12-4 0 0,-1 10 0 15,4 3 0-15,-1 3 0 0,7 3 0 16,2 4 0-16,2 0 0 0,4-2 0 15,4-6 0-15,3-6 0 0,5-11 0 16,5-9 0-16,-2-8 0 0,1-11 0 16,-1-4 0-16,-1-13 0 0,-1-8 0 15,-3-6 0-15,-5-4 0 16,-5-2 0-16,-4 3 0 0,-6 3 0 16,-9 5 0-16,-8 6 0 0,-5 8 0 15,-1 8 0-15,-2 5 0 16,4 7 0-16,2 3 0 0,10 1 0 0,3-1 0 15,8-3-149-15,2-1-963 16,2-3-241-16,2-3-2357 0</inkml:trace>
  <inkml:trace contextRef="#ctx0" brushRef="#br0" timeOffset="17146.16">19431 5464 7855 0,'0'0'337'0,"0"0"-337"0,50-27 0 16,-34 14 0-16,1-4 0 15,1-2 0-15,-5-1 0 0,3-2 0 16,-6-1 0-16,1-2 0 0,-1 1 0 16,-2 1 0-16,-5 0 0 0,-3 0 0 15,0 0 0-15,-11 0 0 0,1 5 0 16,-5 6 0-16,-1 6 0 0,-5 7 0 15,0 12 0-15,1 7 0 16,-3 11 0-16,2 6 0 0,5 3 0 16,3 4 0-16,9-1 0 0,4-1 0 15,11-4 0-15,7-7 0 0,5-6 0 16,6-9 0-16,2-6 0 16,2-4 0-16,2-6 0 0,-2-5 0 15,-2-7 0-15,-2-7-813 0,-8 4-1340 16,-5-8-528-16</inkml:trace>
  <inkml:trace contextRef="#ctx0" brushRef="#br0" timeOffset="17352.68">19851 4893 7775 0,'0'0'417'0,"0"0"-417"0,0 0 0 15,0 0 0-15,0 0 0 0,0 0 0 16,-13 63 0-16,7-20 0 15,-2 11 0-15,4 6 0 0,-3 10 0 16,1 6 0-16,-4 0 0 0,6-4 0 16,-3-5 0-16,7-12 0 0,0-6 0 15,5-12 0-15,1-12 0 0,8-12 0 16,-1-13 0-16,5-15-913 16,-5-2-720-16,1-10-860 0</inkml:trace>
  <inkml:trace contextRef="#ctx0" brushRef="#br0" timeOffset="17609.02">19968 4978 4173 0,'0'0'713'0,"0"0"-313"16,0 0 352-16,0 0-252 0,0 0 9 16,33-8 523-16,-28 8-919 0,-3 5-113 15,-2 11 0-15,0 15 0 0,-2 13 0 16,-7 12 0-16,3 4 0 15,0 3 0-15,2-2 0 0,4 1 0 16,4-4 0-16,2-4 0 0,-2-6 0 16,2-8 0-16,1-4 0 0,-1-8 0 15,-2-4 0-15,0-8 0 0,-2-9 0 16,-2-7 0-16,-6-4-2954 16,-4-10-2112-16</inkml:trace>
  <inkml:trace contextRef="#ctx0" brushRef="#br0" timeOffset="17734.77">19890 5361 7011 0,'0'0'776'0,"58"-16"-371"16,-19 9-405-16,6 2 0 0,-1 0 0 15,8-1 0-15,-9 1 0 16,-8-2 0-16,-4-1 0 0,-12 1 0 16,-5-3-4007-16</inkml:trace>
  <inkml:trace contextRef="#ctx0" brushRef="#br0" timeOffset="64482.15">13806 7757 1960 0,'0'0'1705'15,"0"0"-1205"-15,0 0-75 0,0 0 223 16,0 0-384-16,0 0-64 0,0 0 76 15,0 0-164-15,0 0-16 0,0 0 160 16,-14 25-51-16,20-15-21 0,4 2 64 16,5 2-156-16,-3-1 48 15,-1 1 108-15,3-4-168 0,-4 3-12 16,1-1-32-16,1 0-28 0,3-1-8 16,-1-1 8-16,3 1 0 15,-1 0-8-15,9-1 0 0,8-1 4 16,8 0-4-16,13-4 296 0,8-2-248 15,6 0-32-15,7-3-4 0,9 0 0 16,10-5-12-16,7-1 16 16,8-1-8-16,7 0-8 0,0 0 0 15,8-1 4-15,-6 2-4 0,6 1 0 16,-6 1 0-16,1 4 0 0,-3 0 9 16,-6 7-9-16,-5 5 0 0,-6 2 0 15,-10 4 0-15,-14 7 0 0,-11 0 0 16,-8 2 0-16,-9 3 0 0,-3-3 0 15,-9 4 0-15,-4-4 0 0,-9-1 0 16,-1-1 0-16,-4-3 0 0,-3-3 0 16,-4-2 0-16,-3-3 0 15,-1-4 0-15,-2-3 0 0,-4-2-33 16,4-3-7-16,-2 0-36 0,-2 1 40 16,4-2-4-16,-4-1-12 15,7-2 44-15,1-7 4 0,0-3-40 16,2-1 24-16,5-1 4 0,-5 0-28 15,1 2 44-15,1-2 0 0,-2-1-12 16,5-1-12-16,5 1-56 16,1-2 12-16,2 4 12 0,2 2 0 15,-1 5-12-15,-1 5 52 0,4 2 12 16,4 9-24-16,0 2 28 0,2 6 20 16,13 0-16-16,1 3 52 0,7-1 80 15,14-4-76-15,7 0 8 0,7-6-20 16,7-5-36-16,10-5-12 0,3-6 8 15,1-8 0-15,4-5-8 0,1-6 12 16,-1-1-4-16,3-1 0 0,0 2 136 16,-9 4-112-16,-8 4-16 15,-15 5-16-15,-13 4-16 0,-22 2-384 16,-18 2-2061-16,-15-2-2261 0</inkml:trace>
  <inkml:trace contextRef="#ctx0" brushRef="#br0" timeOffset="65901.62">14958 8615 5518 0,'0'0'1057'0,"0"0"-485"0,0 0 368 15,0 0-835-15,0 0-105 0,0 0 0 16,0 0 0-16,-42-32 0 16,20 28 0-16,-3 1 0 0,0 2 0 15,-2 1 0-15,4 3 0 0,-1 4 0 16,7 0 0-16,3 3 0 16,3-1 0-16,5 3 0 0,6 1 0 0,0 1 0 15,4 2 0-15,7-1 0 16,1 0 0-16,9 0 0 0,-1-2 0 15,7-1 0-15,0 2 0 0,4-3 0 16,0 2 0-16,-4-2 0 0,-6 3 0 16,-5 0 0-16,-8 1 0 15,-6 1 0-15,-2 2 0 0,-2 0 0 16,-6 2 0-16,-8-2 0 0,-1 2 0 16,0-3 0-16,-3-1 0 0,-5-2 0 15,4-5 0-15,1-4 0 0,1-5 0 16,5-6-9-16,3-6-723 0,7-8-1009 15,2 4-208-15,2-6-1228 0</inkml:trace>
  <inkml:trace contextRef="#ctx0" brushRef="#br0" timeOffset="66134.78">15257 8228 5078 0,'0'0'1104'16,"0"0"-431"-16,0 0 235 0,0 0-656 16,-14 48-75-16,2-6-177 15,-5 8 0-15,3 5 0 0,-1 0 0 16,9 4 0-16,2 5 0 0,2 2 0 16,2-1 0-16,0-1 0 0,2-7 0 15,2-6 0-15,2-6 0 0,4-12-101 16,-5-9-1311-16,-5-9-297 0</inkml:trace>
  <inkml:trace contextRef="#ctx0" brushRef="#br0" timeOffset="66303.28">15063 8695 6002 0,'0'0'881'15,"48"-8"-213"-15,-21 6-27 0,-1 2-641 16,-1 0 0-16,2 1 0 0,0 2 0 15,-2 3 0-15,2-1-557 0,-11-1-808 16,5-1-455-16</inkml:trace>
  <inkml:trace contextRef="#ctx0" brushRef="#br0" timeOffset="66598.82">15427 8728 3465 0,'0'0'3294'16,"-37"-11"-2794"-16,20 11 72 0,3 5-211 15,-3 9-361-15,1 5 0 0,-1 4 0 16,3 1 0-16,7-1 0 16,-1-2 0-16,8-3 0 0,4-2 0 15,7-2 0-15,-1-4 0 0,4-3 0 16,-1-3 0-16,3-4 0 0,-1-1 0 16,6-7 0-16,-5-3 0 15,1-2 0-15,1 0 0 0,-5 1 0 16,-3 2 0-16,0 3 0 0,-6 4 0 15,-2 0 0-15,3 2 0 0,-5 1 0 16,6 5 0-16,-2 4 0 16,2 7 0-16,-2 2 0 0,2 1 0 15,-1-2 0-15,1-4-145 0,-2 0-1620 16,-2-5-312-16,-2-1-2012 0</inkml:trace>
  <inkml:trace contextRef="#ctx0" brushRef="#br0" timeOffset="66848.39">15731 8245 6350 0,'0'0'245'0,"0"0"-85"16,0 0 800-16,0 0-483 0,0 0-477 15,0 0 0-15,0 0 0 16,0 0 0-16,-21 72 0 0,11-23 0 15,4 4 0-15,-1 4 0 0,-1 5 0 16,2 7 0-16,-4 1 0 0,-1 1 0 16,1-4 0-16,-3-7 0 15,3-6 0-15,0-9 0 0,2-10-521 16,1-12-1476-16,-3-11-524 0</inkml:trace>
  <inkml:trace contextRef="#ctx0" brushRef="#br0" timeOffset="67004.73">15468 8778 6843 0,'0'0'888'0,"48"-27"-524"16,-13 11-267-16,-2 0-97 0,2 0 0 15,-4 1 0-15,-2 2 0 0,0 4 0 16,-6 1 0-16,-3 3 0 0,-3 2 0 16,2 2-601-16,-7 1-1068 15,-6 0-568-15</inkml:trace>
  <inkml:trace contextRef="#ctx0" brushRef="#br0" timeOffset="67128.05">15813 8756 5562 0,'0'0'980'0,"-8"55"-59"0,2-26-309 16,2 0-495-16,-4-1-117 0,-1-1 0 15,5-1 0-15,-2-2 0 16,6-4 0-16,0-3 0 0,4-6-333 16,0-5-755-16,-2-6-497 0</inkml:trace>
  <inkml:trace contextRef="#ctx0" brushRef="#br0" timeOffset="67231.91">15969 8539 3973 0,'0'0'3018'15,"0"0"-2058"-15,0 0-728 0,0 0-223 16,0 0-9-16,0 0-221 16,0 0-591-16,0 0-1461 0,0 0-1377 0</inkml:trace>
  <inkml:trace contextRef="#ctx0" brushRef="#br0" timeOffset="67454.78">16051 8802 5446 0,'0'0'708'0,"0"0"-263"0,-41 12 247 16,20 4-340-16,3 7-56 0,-1-1-43 15,9 2-253-15,-1 0 0 0,11-3 0 16,0-2 0-16,15 0 0 0,8-2 0 15,1-3 0-15,7-2 0 16,2-4 0-16,-2-1 0 0,0-5 0 16,-4-1-513-16,-6-2-1828 0</inkml:trace>
  <inkml:trace contextRef="#ctx0" brushRef="#br0" timeOffset="68091.75">16990 8831 1772 0,'0'0'2545'0,"0"0"-628"0,-2-40-980 0,-5 25-161 16,-3 0-531-16,0-1-245 16,-3 2 0-16,-1 4 0 0,-1 4 0 15,3 5 0-15,-2 5 0 0,3 8 0 16,-5 8 0-16,3 6 0 0,-1 6 0 15,-1 3 0-15,5-1 0 0,4-1 0 16,6-4 0-16,0-5 0 0,10-5 0 16,0-6 0-16,11-5 0 15,2-5 0-15,2-5 0 0,10-9 0 16,-2-7-497-16,-2 3-748 0,-8-5-2460 0</inkml:trace>
  <inkml:trace contextRef="#ctx0" brushRef="#br0" timeOffset="68303.89">17085 8416 6074 0,'0'0'1021'15,"0"0"-197"-15,0 0-551 0,-9 40-273 16,-1-3 0-16,0 8 0 0,-3 2 0 16,-1-2 0-16,2 6 0 15,1 3 0-15,-3 3 0 0,8-2 0 16,-1-3 0-16,7-5 0 0,2-6 0 15,13-6 0-15,1-7 0 0,-5-10-1337 16,5-9-644-16</inkml:trace>
  <inkml:trace contextRef="#ctx0" brushRef="#br0" timeOffset="68510.94">17258 8772 6903 0,'0'0'1289'0,"0"0"-1289"0,0 0 0 15,0 0 0-15,-45 57 0 0,33-21 0 16,-3 0 0-16,11-4 0 0,2-4 0 16,4-1 0-16,2-4 0 15,2-2 0-15,5-5 0 0,3-6 0 16,-8-4-589-16,5-6-2280 0</inkml:trace>
  <inkml:trace contextRef="#ctx0" brushRef="#br0" timeOffset="68656.95">17370 8538 8192 0,'0'0'0'0,"0"0"0"0,0 0 0 15,0 0 0-15,0 0 0 0,0 0 0 16,0 0 0-16,-21 37 0 0,19-21-1822 15,2-5-1279-15</inkml:trace>
  <inkml:trace contextRef="#ctx0" brushRef="#br0" timeOffset="69230.03">17564 8768 4546 0,'0'0'1604'0,"0"0"-963"0,0 0-121 16,0 0 152-16,11-35-463 15,-24 33-209-15,-7 0 0 0,-9 2 0 0,0 7 0 16,0 3 0-16,2 2 0 15,6 1 0-15,1 2 0 0,7 0 0 16,-1-1 0-16,10-1 0 0,1 0 0 16,3 0 0-16,7-1 0 15,7-1 0-15,3 1 0 0,5-2 0 16,1 1 0-16,0-3 0 0,2 2 0 16,-3-1 0-16,-1-1 0 0,-4-3 0 15,-7 0 0-15,-4-1 0 0,-4 0 0 16,-2 2 0-16,-8 6 0 0,-6 0 0 15,-9 2 0-15,0-2 0 16,-2-4 0-16,0-3 0 0,7-5 0 16,3 0 0-16,1-5 0 0,8-4-85 15,6-3-1099-15,6-3-33 0,-2 5-160 16,8-3-2152-16</inkml:trace>
  <inkml:trace contextRef="#ctx0" brushRef="#br0" timeOffset="69834.23">17711 9125 3709 0,'0'0'1157'0,"0"0"-485"0,6 35 116 0,-6-7-295 16,0 5 71-16,0 1 245 0,0 3-809 16,0 3 0-16,-2 4 0 15,-2-2 0-15,4 0 0 0,-4-3 0 16,-2-3 0-16,0-3 0 0,-5-8 0 16,1-7 0-16,-5-9 0 0,5-9 0 15,-2-12 0-15,-3-8 0 0,5-11 0 16,6-8 0-16,-2-10 0 0,6-11 0 15,0-10 0-15,6-9 0 16,2-6 0-16,4 0 0 0,3 5 0 16,12 10 0-16,0 10 0 0,8 14 0 15,2 11 0-15,-4 8 0 0,-2 8 0 16,-10 6 0-16,-7 5 0 16,-8 5 0-16,-1 3 0 0,-3 0 0 15,0 4 0-15,0 8 0 0,-2 10 0 16,-4 6 0-16,-5 8 0 0,-1 5 0 15,0-2 0-15,-1 2 0 16,1-3 0-16,0-3 0 0,1-2 0 0,1-5 0 16,0-6 0-16,-2-10-1329 15,3-6-380-15,3-7-1164 0</inkml:trace>
  <inkml:trace contextRef="#ctx0" brushRef="#br0" timeOffset="70026.58">18172 8422 6863 0,'0'0'808'0,"-25"39"-572"0,15-10 49 15,4 3-285-15,-3 5 0 0,1 4 0 16,0 5 0-16,2 3 0 0,2 3 0 16,-3 1 0-16,3-2 0 15,-2-1 0-15,2-5 0 0,-2-4 0 16,4-6 0-16,2-6 0 0,0-9-377 15,0-8-755-15,2-6-2082 0</inkml:trace>
  <inkml:trace contextRef="#ctx0" brushRef="#br0" timeOffset="70374.14">18294 8808 4430 0,'0'0'1076'0,"-17"-41"345"15,9 25-701-15,6 9-268 0,-2 2-359 16,-2 5-93-16,-5 6 0 16,-9 14 0-16,-1 9 0 0,-2 6 0 15,5 2 0-15,5-3 0 0,5-3 0 16,8-1 0-16,0-4 0 16,10-6 0-16,1-6 0 0,7-5 0 15,5-7 0-15,-2-6 0 0,6-8 0 16,-3-4 0-16,-3-1 0 0,-2 0 0 15,-5 3 0-15,-3 5 0 0,-5 4 0 16,-2 4 0-16,-4 1 0 0,4 7 0 16,-2 7 0-16,8 6 0 15,-1 2 0-15,3-3 0 0,-2-5 0 16,5-4 0-16,-3-4-561 0,-1-3-1896 16,-1-3-721-16</inkml:trace>
  <inkml:trace contextRef="#ctx0" brushRef="#br0" timeOffset="70810.33">18662 8719 6434 0,'0'0'1385'0,"0"0"-1012"0,-12-33-373 15,-3 33 0-15,-4 7 0 0,1 6 0 16,-3 8 0-16,1 6 0 0,-1 2 0 16,8 3 0-16,-1 3 0 0,4-3 0 15,1-3 0-15,7-2 0 16,2-4 0-16,4-3 0 0,9-4 0 15,3-3 0-15,5-5 0 0,6-4 0 16,4-4 0-16,0-4 0 16,0-5-605-16,-4 0-720 0,-6 0-2761 0</inkml:trace>
  <inkml:trace contextRef="#ctx0" brushRef="#br0" timeOffset="71118.5">18784 8984 5250 0,'0'0'1092'0,"0"0"-351"16,41-24 368-16,-20 8-1109 0,0-1 0 16,-9 0 0-16,0 0 0 0,-5-4 0 15,-1-1 0-15,-6-3 0 0,0 0 0 16,0-2 0-16,0 1 0 0,-4 4 0 16,-3 7 0-16,3 5 0 15,-2 7 0-15,2 3 0 0,-8 11 0 16,-5 14 0-16,-4 12 0 0,1 7 0 15,5 2 0-15,5-4 0 0,4-2 0 16,6-6 0-16,10-4 0 0,5-6 0 16,7-8 0-16,5-5 0 15,4-7 0-15,4-4 0 0,-2-7 0 16,0-4-945-16,-4-7-20 0,-12 5-1632 16,-1-5 232-16</inkml:trace>
  <inkml:trace contextRef="#ctx0" brushRef="#br0" timeOffset="71521.67">19119 8879 2913 0,'0'0'1288'0,"0"0"-331"0,0 0 403 15,0 0-763-15,0 0-301 0,0 0-12 16,-4 54-152-16,0-27 8 16,-3-3-32-16,1-4-96 0,4-2 20 15,0-2-8-15,0-6-20 0,2-4-4 16,0-3 16-16,0-3-4 0,4 0 5 16,4-11-17-16,7-9 0 15,1-6 0-15,5-7 0 0,2 0 0 16,-3 0 0-16,-1 4 0 0,0 5 0 15,-7 7 0-15,-6 10 0 0,-2 4 0 16,-4 4 0-16,0 10 0 0,-4 9 0 16,0 5 0-16,-2 3 0 15,-2-3 0-15,1-5 0 0,5-3 0 16,-2 0 0-16,4-8 0 0,0-2 0 16,0-2 0-16,0-4 0 0,0-1 0 15,6 0 0-15,9-6 0 0,1-10 0 16,5-5 0-16,4-4 0 0,-2-2 0 15,-3 3 0-15,-3 1 0 0,-7 7 0 16,-2 6 0-16,-5 5 0 16,-3 5 0-16,0 3 0 0,0 9 0 15,0 11 0-15,0 6 0 0,-3 5 0 16,3-4 0-16,3-5 0 16,3-3 0-16,2-2 0 0,-2-2 0 15,5-3 0-15,-5-2-449 0,0-5-1132 16,-2-3-576-16</inkml:trace>
  <inkml:trace contextRef="#ctx0" brushRef="#br0" timeOffset="72047.02">19474 9020 6118 0,'0'0'1093'0,"33"-37"-112"16,-6 12-981-16,-4 0 0 0,-2-1 0 16,-3-5 0-16,-1-2 0 0,-7-2 0 15,-4 3 0-15,-1 7 0 0,-5 9 0 16,0 6 0-16,-5 7 0 0,-1 3 0 15,-8 7 0-15,-5 12 0 0,-10 9 0 16,0 9 0-16,-2 3 0 16,6-1 0-16,9-3 0 0,8-3 0 15,8-7 0-15,8-3 0 0,8-4 0 16,1-5 0-16,10-6 0 16,-2-8 0-16,1-4 0 0,-1-8 0 15,-2-6 0-15,-2-4 0 0,-3-2 0 16,-5-2 0-16,-1 0 0 0,1 2 0 15,-7 4 0-15,0 4 0 0,-2 7 0 16,-2 5 0-16,-2 2 0 0,2 1 0 16,0 1 0-16,-2 3 0 15,9 8 0-15,-7 8 0 0,4 2 0 16,-6 1 0-16,4-2 0 0,-4-6 0 16,2-3 0-16,-2-3 0 0,2-3 0 15,0-1 0-15,-2-3 0 0,4 0 0 16,0-1 0-16,5-7 0 0,5-8 0 15,7-7 0-15,2-6 0 16,1-1 0-16,-1 4 0 0,-4 2 0 16,-5 10 0-16,-6 5 0 0,-3 5 0 15,-5 3 0-15,0 0 0 0,0 5 0 16,0 8 0-16,0 12 0 0,-5 3 0 16,-1 2 0-16,2-2 0 15,-2-6 0-15,6-2 0 0,0-4 0 16,0-3 0-16,6-4 0 0,-2-6 0 15,-4-2 0-15,4-1-2050 0,3-10-359 16</inkml:trace>
  <inkml:trace contextRef="#ctx0" brushRef="#br0" timeOffset="72230.16">20227 8192 6587 0,'0'0'872'0,"0"0"-139"0,0 0-733 0,0 0 0 0,-8 59 0 15,-1-9 0-15,-1 11 0 0,-5 7 0 16,5 1 0-16,0 7 0 16,-1 4 0-16,1 0 0 0,-2-2 0 15,-3-5 0-15,-5-4 0 0,3-8 0 16,-2-8 0-16,1-7 0 16,1-9 0-16,5-13-1870 0,2-13-387 0</inkml:trace>
  <inkml:trace contextRef="#ctx0" brushRef="#br0" timeOffset="72387.7">20006 8756 7447 0,'0'0'680'16,"33"-34"-615"-16,-11 24-65 0,3 5 0 15,4 4 0-15,-2 1 0 16,2 0 0-16,0 1 0 0,-2 1 0 16,0 2 0-16,0 0 0 0,-1 2 0 15,-7 0-1690-15,0-2-1599 0</inkml:trace>
  <inkml:trace contextRef="#ctx0" brushRef="#br0" timeOffset="79175.28">8486 7977 2573 0,'0'0'1152'15,"0"0"705"-15,0 0-969 0,0 0-119 16,0 0 184-16,0 0-953 0,0 0 0 16,0 0 0-16,-5-15 0 15,1 17 0-15,4 5 0 0,0 8 0 16,0 6 0-16,4 6 0 0,1 4 0 15,-5 5 0-15,2 5 0 0,2 8 0 16,-4 5 0-16,0 8 0 0,0 3 0 16,0 0 0-16,0-1 0 15,0 0 0-15,4-5 0 0,2-5 0 16,4-4 0-16,-3-7 0 0,3-6 0 16,0-5 0-16,-4-8 0 0,3-8 0 15,-7-5 0-15,2-6 0 0,-4-4 0 16,0-1 0-16,-6-11 0 0,-3-13-473 15,3 0-1008-15,0-9-408 0</inkml:trace>
  <inkml:trace contextRef="#ctx0" brushRef="#br0" timeOffset="79593.05">8492 7913 3581 0,'0'0'893'0,"0"0"-365"0,0 0 632 0,0 0-539 0,4-35-129 16,-4 27 425-16,0 3-917 0,-4 0 0 16,-2 2 0-16,1 2 0 15,-5 2 0-15,-2 10 0 0,-7 14 0 16,-2 4 0-16,-1 6 0 0,1 1 0 15,4-4 0-15,-1-2 0 0,5 0 0 16,3-5 0-16,0-7 0 0,10-6 0 16,0-6 0-16,0-4-25 15,4-2-955-15,6-8 39 0,3-1-1176 16,3-11-1608-16</inkml:trace>
  <inkml:trace contextRef="#ctx0" brushRef="#br0" timeOffset="79747.42">8438 7911 5878 0,'0'0'668'16,"0"0"625"-16,0 0-940 0,68 18-353 15,-20-11 0-15,5 1 0 0,-7 1 0 16,-9 2 0-16,0 6 0 0,-10 0 0 16,-10 4 0-16,-7-5-1706 0,-6 1-2764 15</inkml:trace>
  <inkml:trace contextRef="#ctx0" brushRef="#br0" timeOffset="82164.44">5674 8733 5450 0,'0'0'1004'15,"0"0"-239"-15,0 0 208 16,0 0-973-16,0 0 0 0,0 0 0 16,-20 48 0-16,11-8 0 0,3 6 0 15,2 4 0-15,4-4 0 0,-2 4 0 16,2 1 0-16,0 3 0 0,0-2 0 16,-4-2 0-16,0-4 0 0,2-6 0 15,2-6 0-15,-5-5 0 0,5-11 0 16,5-8-609-16,-1-5-788 0,2-5-2709 0</inkml:trace>
  <inkml:trace contextRef="#ctx0" brushRef="#br0" timeOffset="84156.75">5414 9060 5098 0,'0'0'1192'16,"0"0"177"-16,0 0-836 0,0 0-533 15,0 0 0-15,-50-25 0 0,30 23 0 16,-1 2 0-16,4 0 0 16,3 3 0-16,3 2 0 0,-3 1 0 15,2 4 0-15,-3 4 0 0,1 5 0 16,1 0 0-16,-1 0 0 0,6-1 0 15,3-4 0-15,7 0 0 16,7-2 0-16,11-1 0 0,1-1 0 0,8-1 0 16,6-1 0-16,-4 1 0 15,0 0 0-15,-4 1 0 0,-4 1 0 16,-9 1 0-16,-8 0 0 0,-1 1 0 16,-10 0 0-16,-7 0 0 0,-2 3 0 15,-11-1 0-15,-2-1 0 0,-4-2 0 16,2-2 0-16,-2-4 0 0,4-6-741 15,13 0-884-15,-3-5-816 0</inkml:trace>
  <inkml:trace contextRef="#ctx0" brushRef="#br0" timeOffset="84659.69">5856 9172 3109 0,'0'0'1953'16,"0"0"-769"-16,0 0-375 0,0 0-157 15,0 0-167-15,-35-32-485 0,31 25 0 16,0-1 0-16,0 0 0 0,2 3 0 16,-7 1 0-16,3 4 0 15,-6 8 0-15,-9 16 0 0,0 8 0 16,5 7 0-16,1 3 0 0,11-3 0 15,8-4 0-15,7-4 0 0,5-6 0 16,5-10 0-16,10-5 0 0,-4-9 0 16,4-4 0-16,0-8 0 15,-4-6 0-15,-7-3 0 0,-7-4 0 16,-5 0 0-16,-6-3 0 0,-2 1 0 16,-6 0 0-16,-4-1 0 0,-1 1 0 15,1-2 0-15,-1 3-489 0,5 5-852 16,2 6 1-16,2 5-357 0</inkml:trace>
  <inkml:trace contextRef="#ctx0" brushRef="#br0" timeOffset="85075.36">6017 9519 4830 0,'-10'43'1020'0,"4"-1"-508"16,2 3 57-16,2-11-273 15,2-3-184-15,0-6-36 0,2-10 20 16,-2-4-60-16,0-8 4 0,0-3 16 16,0-6-16-16,0-9 100 0,-2-15 36 15,-2-5-160-15,-1-8 52 0,-1-2 41 16,2-3-109-16,-2-8 0 15,6-3 0-15,0 0 0 0,10 5 0 16,3 7 0-16,5 5 0 0,3 2 0 16,6 3 0-16,0 0 0 0,4 7 0 15,-5 5 0-15,-1 9 0 0,-8 5 0 16,-7 7 0-16,-4 3 0 0,1 1 0 16,1 5 0-16,-2 9 0 15,4 9 0-15,-3 9 0 0,-3 4 0 16,-4 1 0-16,-11-1 0 0,-5-1 0 15,-5 0 0-15,0-2 0 0,1-3 0 16,-7-3 0-16,0-7 0 0,6-3 0 16,1-8 0-16,3-5-45 15,3-6-991-15,8-3-277 0,6-6-2589 0</inkml:trace>
  <inkml:trace contextRef="#ctx0" brushRef="#br0" timeOffset="85375.87">6385 9196 6150 0,'0'0'1061'16,"0"0"-80"-16,0 0-981 0,0 0 0 15,0 0 0-15,44-11 0 0,-26 0 0 16,-1-2 0-16,-7 1 0 0,1 1 0 16,-7-1 0-16,-4 1 0 15,-4 3 0-15,-7 0 0 0,-9 4 0 16,-1 4 0-16,-6 2 0 0,4 11 0 15,-2 6 0-15,5 5 0 0,3 3 0 16,1 1 0-16,7 2 0 0,7-2 0 16,2-1 0-16,11-3 0 15,5-3 0-15,11-6 0 0,0-4 0 16,14-7 0-16,1-4 0 0,5-11 0 16,-10 0-1149-16,1-4-1512 0</inkml:trace>
  <inkml:trace contextRef="#ctx0" brushRef="#br0" timeOffset="85859.89">7067 9268 4826 0,'0'0'980'0,"7"-34"-131"0,-3 18 207 15,-4 1-648-15,0 1-335 0,0 1-73 16,0 1 0-16,-8 1 0 0,-1-2 0 15,-1 4 0-15,-5-1 0 16,-1 4 0-16,-1 4 0 0,3 2 0 16,-3 7 0-16,-1 6 0 0,5 7 0 15,-1 3 0-15,4 5 0 0,8 0 0 16,2-1 0-16,6 0 0 0,8-5 0 16,5-2 0-16,6-5 0 15,-5-5 0-15,7-2 0 0,-2-5 0 16,-2-3 0-16,-3-3 0 0,-5-1 0 15,-5-6 0-15,-8 1 0 0,2-5 0 16,-4-4 0-16,0-1 0 0,-6-3 0 16,-2 0 0-16,6-5 0 15,-2 0 0-15,-3-2 0 0,3 1 0 16,4 1 0-16,-6 3 0 0,0 1-825 16,2 4-128-16,-4 4-191 0,-1 2-1213 0</inkml:trace>
  <inkml:trace contextRef="#ctx0" brushRef="#br0" timeOffset="86251.79">7487 8740 6330 0,'0'0'72'0,"-29"-40"833"0,19 21-20 0,4 3-885 15,-5 3 0-15,1 1 0 16,-7 4 0-16,1 4 0 0,-1 4 0 16,3 2 0-16,-1 7 0 0,3 5 0 15,-2 5 0-15,-3 6 0 0,0 3 0 16,-3 2 0-16,3-1 0 0,3 1 0 15,3 2 0-15,11-2 0 0,0 4 0 16,7-1 0-16,7 5 0 16,3 0 0-16,3 3 0 0,1 1 0 15,0 0 0-15,-7-1 0 0,-1-2 0 16,-3-3 0-16,-6-2 0 0,-2-4 0 16,-4-3 0-16,-2-2 0 15,-6-6 0-15,-1-5-1818 0,1-8-459 0</inkml:trace>
  <inkml:trace contextRef="#ctx0" brushRef="#br0" timeOffset="86398.16">7183 9275 4622 0,'0'0'2361'0,"0"0"-1213"16,0 0-1087-16,0 0-61 0,52-21 0 16,-13 15 0-16,0 0 0 0,5 0 0 15,-7 2 0-15,4 1 0 0,-10-1-809 16,0-1-1712-16</inkml:trace>
  <inkml:trace contextRef="#ctx0" brushRef="#br0" timeOffset="86988.27">8097 8933 6106 0,'0'0'805'0,"-21"-61"-49"0,11 29-231 0,-7 2-525 16,3 1 0-16,-7 3 0 0,-2 2 0 16,-3 3 0-16,-3 4 0 0,6 5 0 15,-2 4 0-15,9 7 0 16,-5 4 0-16,0 10 0 0,1 6 0 16,-1 3 0-16,2 2 0 0,1 1 0 15,5 2 0-15,9 0 0 0,-2 4 0 16,8 3 0-16,6 1 0 0,9 4 0 15,-1 3 0-15,5 3 0 16,0 3 0-16,-7 0 0 0,3 0 0 16,-7-4 0-16,0-2 0 0,-3-8 0 15,-1-4 0-15,2-4 0 0,-6-4 0 16,2-7 0-16,0-5-193 0,-4-6-1027 16,0-4-2290-16</inkml:trace>
  <inkml:trace contextRef="#ctx0" brushRef="#br0" timeOffset="87144.42">7789 9296 5294 0,'0'0'524'16,"0"0"24"-16,50-37 289 15,-22 28-469-15,1 2-60 0,4 6 5 16,-8 1-313-16,-2 1 0 0,-2 4 0 16,-5 1-421-16,-1 1-307 0,-3 0-1021 15,-4 0 384-15,3-1-31 0</inkml:trace>
  <inkml:trace contextRef="#ctx0" brushRef="#br0" timeOffset="87310.96">8097 9421 1052 0,'0'0'372'16,"0"0"577"-16,0 0-429 0,10 32-128 15,-10-31 320-15,0-1 173 0,-4 0 243 16,-2-7-31-16,-11-6-625 0,3-6-100 16,-3-5-131-16,7-2-241 15,0 0 0-15,3 0 0 0,7 1 0 16,7 0 0-16,5 4 0 0,3 0 0 15,1 4 0-15,5 1 0 0,-1 2 0 16,1 1 0-16,2 4-217 0,2-2-915 16,-11 4-321-16,-1 0-3453 0</inkml:trace>
  <inkml:trace contextRef="#ctx0" brushRef="#br0" timeOffset="87456.04">8233 9178 5358 0,'0'0'572'0,"-16"42"-40"0,12-16 221 16,0 0-513-16,1 2-124 0,3-2 32 15,3-2-120-15,5-3-12 0,4-5-16 16,3-2-160-16,1-6-324 16,-5-4-1145-16,-1-5-704 0</inkml:trace>
  <inkml:trace contextRef="#ctx0" brushRef="#br0" timeOffset="87550.35">8393 8955 5326 0,'0'0'540'15,"0"0"-540"-15,0 0-384 0,0 0-676 16,0 0-377-16</inkml:trace>
  <inkml:trace contextRef="#ctx0" brushRef="#br0" timeOffset="87763.94">8517 9232 3805 0,'0'0'3414'16,"0"0"-2734"-16,-52 11-387 0,31 1-293 15,1 7 0-15,-3 6 0 16,4 2 0-16,7 1 0 0,8-4 0 16,4-4 0-16,10-4 0 0,7-8 0 15,3-3 0-15,11-5 0 0,-4-7 0 16,4-7 0-16,0-3 0 0,0-1 0 16,-4-2 0-16,-6 0-33 0,-5 4-1355 15,-6 0-4075-15</inkml:trace>
  <inkml:trace contextRef="#ctx0" brushRef="#br0" timeOffset="87952.09">8661 8828 6042 0,'0'0'1417'0,"0"0"-684"15,0 0-733-15,0 0 0 0,0 0 0 16,-18 64 0-16,18-23 0 0,6 7 0 15,4 1 0-15,1 4 0 16,-5 4 0-16,0 2 0 0,-2-1 0 16,-4-2 0-16,0-4 0 0,-6-7 0 15,-2-9 0-15,1-13-1297 0,1-9-1000 0</inkml:trace>
  <inkml:trace contextRef="#ctx0" brushRef="#br0" timeOffset="88077.76">8628 9270 5958 0,'0'0'1209'0,"42"-27"-437"16,-22 16-519-16,1 3-253 0,-5 2 0 16,1 0 0-16,-1 1 0 15,3 2-625-15,-7 0-243 0,-5 1-2318 0</inkml:trace>
  <inkml:trace contextRef="#ctx0" brushRef="#br0" timeOffset="88230.15">8853 9232 5482 0,'0'0'1000'16,"0"0"97"-16,7 36-484 0,-7-15-613 16,-4 4 0-16,1-1 0 0,-3-1 0 15,2-3 0-15,0-5 0 0,4-3 0 16,0-5 0-16,4-4 0 16,2-3-581-16,-2 0-1588 0,3-9-756 0</inkml:trace>
  <inkml:trace contextRef="#ctx0" brushRef="#br0" timeOffset="88351.79">9000 9025 6438 0,'0'0'697'15,"0"0"-637"-15,0 0-60 0,0 0-540 16,0 0-845-16,0 0-1120 0</inkml:trace>
  <inkml:trace contextRef="#ctx0" brushRef="#br0" timeOffset="88543.27">9064 9239 5506 0,'0'0'2037'0,"0"0"-1485"0,0 0-455 15,-43-6-97-15,28 8 0 0,-1 6 0 16,6 5 0-16,5 2 0 0,3-1 0 16,4 0 0-16,9-2 0 15,-1-2 0-15,7 0 0 0,1-7 0 0,-1-1 0 16,-1-2 0-16,-1-4 0 15,1-4-245-15,1-2-635 0,-7-2 15 16,1 4-195-16,-7-2-1053 0</inkml:trace>
  <inkml:trace contextRef="#ctx0" brushRef="#br0" timeOffset="88826.24">9159 9321 4329 0,'0'0'1597'0,"0"0"-981"0,-20 43 9 16,20-37 139-16,0-4-503 0,0-2-261 15,8 0 0-15,2-8 0 0,7-12 0 16,-1-5 0-16,-1-4 0 0,-5 1 0 16,1 5 0-16,-5 2 0 15,0 3 0-15,-2 7 0 0,-4 4 0 16,0 4 0-16,2 3 0 0,2 13 0 15,0 10 0-15,3 8 0 0,-3 6 0 16,6-1 0-16,-4-3 0 0,5 0 0 16,-1-3 0-16,-4-7-2098 15,0-7-1227-15</inkml:trace>
  <inkml:trace contextRef="#ctx0" brushRef="#br0" timeOffset="89343.01">9742 8865 5958 0,'0'0'580'0,"-31"41"609"0,15-12-724 16,5 3-465-16,-1 4 0 0,2 3 0 15,6 2 0-15,-3 2 0 0,7-1 0 16,0 3 0-16,2-1 0 0,3-1 0 16,1-4 0-16,2-4 0 15,-2-6 0-15,5-6 0 0,-1-7 0 16,2-10-381-16,-1-4-984 0,3-5-2716 0</inkml:trace>
  <inkml:trace contextRef="#ctx0" brushRef="#br0" timeOffset="89635.25">9933 9163 7183 0,'0'0'752'0,"-40"-29"-495"15,22 22-257-15,5 7 0 0,-3 6 0 16,5 9 0-16,-3 9 0 0,4 5 0 16,-1 4 0-16,1 1 0 0,8-2 0 15,2-1 0-15,6-6 0 16,4-4 0-16,7-8 0 0,4-5 0 15,3-6 0-15,-1-6 0 0,2-8 0 16,2-4 0-16,-7-6 0 0,-3 1 0 16,-3-4 0-16,-11 1 0 15,1 0 0-15,-4 1 0 0,-11-2 0 16,1 3 0-16,-4 1 0 0,-3 4 0 16,7 4 0-16,3 4 0 0,3 6 0 15,4 0 0-15,11 3-401 0,3 0-1296 16,3 2 457-16,-1 1-209 0</inkml:trace>
  <inkml:trace contextRef="#ctx0" brushRef="#br0" timeOffset="89939.42">10168 9174 6074 0,'0'0'913'16,"0"0"292"-16,0 0-1205 15,0 0 0-15,-47-13 0 0,26 13 0 16,0 7 0-16,1 7 0 0,7 2 0 15,-3 5 0-15,5 0 0 0,3 2 0 16,6 0 0-16,2-2 0 0,0 0 0 16,6-4 0-16,9-4 0 15,1-2 0-15,5-6 0 0,2-5 0 16,-3 0 0-16,5-8 0 0,-4-2 0 16,-5-3 0-16,1-3 0 0,-7-1 0 15,-4-1 0-15,-1 0 0 0,-5 0 0 16,-5 2 0-16,-1 1 0 0,0 3 0 15,-4 0 0-15,-1 0 0 0,5 1-25 16,-2 0-1223-16,6 2-389 0</inkml:trace>
  <inkml:trace contextRef="#ctx0" brushRef="#br0" timeOffset="90279.18">10371 9121 6955 0,'0'0'744'0,"0"0"-251"0,0 0-493 0,0 0 0 16,0 0 0-16,-29-38 0 15,8 31 0-15,-6 7 0 0,0 2 0 16,5 6 0-16,1 2 0 0,2 2 0 16,7 1 0-16,4 0 0 0,6 0 0 15,8-2 0-15,4-1 0 0,15 0 0 16,8-3 0-16,2 1 0 0,2 0 0 15,1 1 0-15,-7-1 0 16,-5 4 0-16,-3 0 0 0,-4 0 0 16,-13 2 0-16,-2-1 0 0,-4 1 0 15,-8 1 0-15,-5 2 0 0,-1 1 0 16,-7 0 0-16,-1-2 0 16,1-1 0-16,-4-2 0 0,2-3 0 0,7-3 0 15,1-2 0-15,9-3 0 16,-2-2-577-16,8 0-1940 0,0-4-316 0</inkml:trace>
  <inkml:trace contextRef="#ctx0" brushRef="#br0" timeOffset="90729.04">10261 8750 3001 0,'0'0'2497'0,"0"0"-952"0,0 0-709 0,0 0-523 0,0 0-313 16,0 0 0-16,-25 33 0 0,15 5 0 15,8 10 0-15,-2 8 0 0,8 4 0 16,2-2 0-16,5 2 0 0,-1 3 0 15,-4 0 0-15,-2-3 0 16,-2-3 0-16,-2-6 0 0,4-6 0 16,-4-8 0-16,0-8 0 0,-4-6 0 15,4-11 0-15,-2-5 0 0,2-6-1045 16,0-5-1869-16</inkml:trace>
  <inkml:trace contextRef="#ctx0" brushRef="#br0" timeOffset="91066.91">10257 9157 3141 0,'0'0'2693'0,"0"0"-1724"15,35-28-309-15,-12 20-172 0,-2 2-247 16,5 5-241-16,-1 1 0 0,-8 1 0 15,-3 2 0-15,-3 0 0 16,-9 5 0-16,-2 2 0 0,0 4 0 16,-17 5 0-16,1 1 0 0,-9-1 0 15,-2 4 0-15,-4 1 0 0,0 2 0 16,0 0 0-16,8-1 0 0,3-2 0 16,9-3 0-16,11-1 0 0,6-1 0 15,15-1 0-15,6-3 0 16,8-2 0-16,6-3 0 0,-3-5 0 15,3-2 0-15,-4-2 0 0,-6-4 0 16,2-4 0-16,-12-4-1874 0,-5 3-303 16,-5-5-1964-16</inkml:trace>
  <inkml:trace contextRef="#ctx0" brushRef="#br0" timeOffset="91386.01">10666 9233 7243 0,'0'0'949'0,"0"0"-949"15,-43-21 0-15,18 12 0 0,0 2 0 16,3 3 0-16,-3 3 0 16,2 1 0-16,2 2 0 0,5 4 0 15,5 3 0-15,7 1 0 0,8 2 0 16,7 1 0-16,5 0 0 0,11 3 0 15,4-2 0-15,6 1 0 0,-6 0 0 16,3 0 0-16,-6-2 0 0,-1 0 0 16,-6 0 0-16,-11 0 0 15,-8 0 0-15,-2 1 0 0,-12 1 0 16,-9 1 0-16,-10 1 0 0,-6-2 0 16,-4-2 0-16,-3-2 0 0,5-6 0 15,6-2 0-15,6-3 0 0,13-3 0 16,7-1-237-16,7-8-1476 0</inkml:trace>
  <inkml:trace contextRef="#ctx0" brushRef="#br0" timeOffset="91995.66">11181 8907 4357 0,'0'0'2338'0,"0"0"-994"0,0 0-1191 0,0 0-153 0,0 0 0 15,0 0 0-15,0 0 0 0,-35 62 0 16,29-12 0-16,0 2 0 16,6-2 0-16,0 3 0 0,0-3 0 15,0 0 0-15,0-5 0 0,0-6 0 16,0-3 0-16,6-5 0 0,-2-8 0 16,6-4 0-16,1-8 0 15,-1-8 0-15,0-3-1890 0,-4-2-599 0</inkml:trace>
  <inkml:trace contextRef="#ctx0" brushRef="#br0" timeOffset="92163.72">11297 9319 5894 0,'0'0'1289'0,"0"0"-453"0,0 0-663 16,0 0-173-16,20 56 0 0,-20-23 0 16,0 1 0-16,0-3 0 0,0-5 0 15,0-4 0-15,0-6 0 0,0-5 0 16,0-5 0-16,0-5 0 0,5-1-1838 15,-3-14-1323-15</inkml:trace>
  <inkml:trace contextRef="#ctx0" brushRef="#br0" timeOffset="92277.18">11470 8761 6410 0,'0'0'1061'0,"0"0"-1001"0,0 0 180 16,0 0-64-16,-37-6-176 0,31 21-236 15,-4-2-512-15,6 0-1785 0</inkml:trace>
  <inkml:trace contextRef="#ctx0" brushRef="#br0" timeOffset="92564.85">11512 8853 4249 0,'0'0'861'0,"6"35"-73"15,-2-11 789-15,-4 6-860 0,0 8-717 16,0 3 0-16,-4 6 0 16,4 1 0-16,0 1 0 0,0 0 0 0,0-1 0 15,-6-3 0-15,2-2 0 16,-3-4 0-16,1-6 0 0,-2-6 0 15,6-4 0-15,-2-9 0 0,0-5 0 16,4-6 0-16,0-6-825 0,0-2-1328 16,4-13-1929-16</inkml:trace>
  <inkml:trace contextRef="#ctx0" brushRef="#br0" timeOffset="92890.66">11501 9300 6747 0,'0'0'860'0,"0"0"-275"15,0 0-585-15,0 0 0 0,38-19 0 16,-11 6 0-16,-3 0 0 0,-3 1 0 16,-4 5 0-16,-7 2 0 15,-4 2 0-15,-2 2 0 0,-4 1 0 16,0 0 0-16,0 6 0 0,-4 10 0 15,-8 11 0-15,-7 8 0 0,7 4 0 16,-3-2 0-16,5-3 0 0,4-6 0 16,2-1 0-16,4-6 0 15,0-4 0-15,4-6 0 0,6-4 0 16,7-2 0-16,-1-5 0 0,9-4 0 16,-4-5 0-16,-1-5-425 0,-3 1-2448 15,-3-1-1673-15</inkml:trace>
  <inkml:trace contextRef="#ctx0" brushRef="#br0" timeOffset="93109.29">11781 9403 7091 0,'0'0'672'0,"24"-38"-243"16,-11 12-429-16,-9 1 0 0,2-1 0 16,-6 2 0-16,-2 9 0 0,-6 4 0 15,2 7 0-15,-9 5 0 16,3 8 0-16,-9 9 0 0,0 10 0 15,5 7 0-15,1 1 0 0,9 0 0 16,6-3 0-16,6-4 0 0,11-7 0 16,8-3 0-16,6-6 0 15,12-8 0-15,9-5 0 0,10-8 0 16,-15-3-193-16,1-2-1484 0</inkml:trace>
  <inkml:trace contextRef="#ctx0" brushRef="#br0" timeOffset="93538.96">12411 9250 4810 0,'0'0'1769'0,"0"0"-957"15,-21-36-88-15,5 26-647 0,-1 2-77 0,3 1 0 16,-3 3 0-16,3 4 0 0,1 1 0 16,3 11 0-16,0 8 0 0,-1 11 0 15,1 7 0-15,0 3 0 0,3 0 0 16,3-4 0-16,4-5 0 0,11-6 0 16,-1-9 0-16,11-8 0 0,1-9 0 15,9-11 0-15,5-14 0 16,-3-8 0-16,-6 2-2462 0,-7-2-1063 0</inkml:trace>
  <inkml:trace contextRef="#ctx0" brushRef="#br0" timeOffset="93709.85">12452 8885 5246 0,'0'0'2005'16,"0"0"-1477"-16,0 0-160 0,-14 43-323 15,12-6-45-15,-6 7 0 0,1 4 0 16,-3 0 0-16,4 0 0 0,2 1 0 15,2-3 0-15,2-6 0 16,0-4 0-16,6-9 0 0,6-7 0 16,9-8 0-16,0-11-1013 0,-1-1-152 15,1-8-1988-15</inkml:trace>
  <inkml:trace contextRef="#ctx0" brushRef="#br0" timeOffset="94486.9">12622 9217 6751 0,'0'0'1060'0,"-33"-28"-679"16,18 13-381-16,3 6 0 0,2 1 0 16,1 5 0-16,7 3 0 15,-4 3 0-15,-4 12 0 0,-5 12 0 16,-1 7 0-16,1 5 0 0,5-3 0 16,8-5 0-16,2-5 0 0,0-6 0 15,10-6 0-15,3-7 0 0,7-7 0 16,5-8 0-16,2-7 0 0,-4-4 0 15,-3-5 0-15,-3 2 0 16,-3-3 0-16,-3 3 0 0,-5 2 0 16,-6 4 0-16,0 5 0 0,0 1 0 15,0 7 0-15,0 3 0 0,0 0 0 16,0 14 0-16,0 10 0 0,0 5 0 16,-2 3 0-16,2-2 0 15,0-5 0-15,0-5 0 0,2-2 0 16,2-6 0-16,6-6-365 0,3-5-283 15,1-3 176-15,3-8-341 0,1-6 409 16,-1-2 84-16,-1-3-16 0,5-1 184 16,-9 2 120-16,-1 0-16 15,-1 5-16-15,-6 5 64 0,-4 5 4 16,0 5 180-16,-4 0 276 0,2 5 236 16,-8 7-432-16,-1 2-88 0,1 3 20 15,4-1-159-15,2-1-21 0,0-5-8 16,4-1 0-16,-2-5-8 0,2 0 0 15,0-2 0-15,0 1 0 0,0-2 12 16,2-1-4-16,-2-3 16 16,4-5 136-16,6-9-80 0,0-2-4 15,3-2 28-15,1-1-44 0,3 4 0 16,-9 2 28-16,-2 7-48 0,0 2 56 16,-6 3 164-16,5 1-48 15,-5 1-20-15,2 2-59 0,-2 2-133 16,0 6 0-16,0 5 0 0,0 0 0 15,0 0 0-15,0-2 0 0,0-4 0 16,0-3 0-16,0-1 0 0,0-1 0 16,0 0 0-16,0-2 0 15,0 0 0-15,4-3 0 0,2-4 0 16,2-3 0-16,3-5 0 0,-1-1 0 16,-4 0 0-16,5 3 0 0,-1 1 0 15,2 1 0-15,3 0 0 0,1 2 0 16,-1 6 0-16,-5 3 0 0,0 6 0 15,-8 7 0-15,-2 6 0 16,0 4 0-16,0 1 0 0,-6 1 0 16,2-3 0-16,2 0 0 0,-2-3 0 15,4-1 0-15,0-3-653 0,0-3-456 16,4-5-1740-16</inkml:trace>
  <inkml:trace contextRef="#ctx0" brushRef="#br0" timeOffset="94922.01">13089 9629 4814 0,'-10'36'1648'0,"3"0"-1115"0,-3-1-49 15,4-10 76-15,0-5-407 0,-3-7-153 16,7-6 0-16,-2-3 0 0,4-4 0 16,-4-5 0-16,4-8 0 0,0-9 0 15,0-10 0-15,8-9 0 0,-1-5 0 16,-1-6 0-16,0-7 0 0,4-9 0 16,-1-3 0-16,1-3 0 15,2 4 0-15,9 11 0 0,0 12 0 16,3 14 0-16,-7 13 0 0,-7 9 0 15,-3 5 0-15,-3 6 0 0,-2 0 0 16,2 7 0-16,2 12 0 0,-2 7 0 16,0 3 0-16,-2 5 0 15,-2-3 0-15,5-2 0 0,-5 1 0 16,0-1 0-16,-5-1 0 0,-5-3 0 16,0-5 0-16,-3-3 0 0,-3-4 0 15,-3-5 0-15,7-6-37 0,-3-2-675 16,5-8 204-16,10-7-109 0,0 1-1059 15,0-4-169-15</inkml:trace>
  <inkml:trace contextRef="#ctx0" brushRef="#br0" timeOffset="95060.33">13339 9155 6711 0,'0'0'852'15,"-14"38"-452"-15,7-7-171 0,-3 5-229 16,4 2 0-16,-2 2 0 0,1-6 0 15,7-3 0-15,0-8 0 0,5-7 0 16,1-5-617-16,-2-6-1584 0,-2-5-488 16</inkml:trace>
  <inkml:trace contextRef="#ctx0" brushRef="#br0" timeOffset="95761.91">13389 9501 4702 0,'0'0'820'15,"0"0"-328"-15,0 0 553 0,0 0-673 16,29-41-136-16,-17 7-56 0,3-2-148 15,-3 3 116-15,-2 5-8 0,5 5-140 16,1 5 25-16,-5 6-25 0,-1 7 0 16,-6 5 0-16,-2 1 0 15,2 8 0-15,0 5 0 0,-1 4-213 16,-3 0-39-16,4-4-88 0,0-7-324 16,2-1 87-16,11 0 41 0,-1-5-100 15,9-1 352-15,-4-1 84 0,-1-5 192 16,1-2 16-16,-9-2 4 0,3-1 220 15,-13 1-48-15,-2-1 120 16,0-1 608-16,-13-1-139 0,3-1-109 16,-4 3-43-16,3 3-621 0,1 4 0 15,4 2 0-15,0 2 0 0,-1 4 0 16,-3 4 0-16,-4 8 0 0,3 2 0 16,1 0 0-16,0 1 0 0,3-4 0 15,7-4 0-15,0 0 0 16,0-5 0-16,7-2 0 0,3-2 0 15,6-2 0-15,-1-2 0 0,-1-2 0 16,-1 0 0-16,1 3 0 0,-1 2 0 16,5 9 0-16,1 4 0 15,-1 11 0-15,3 6 0 0,-4 3 0 16,-1 3 0-16,-1-3 0 0,-3 1 0 16,-4-1 0-16,-6 0 0 0,-2-1 0 15,-10-3 0-15,-2 0 0 0,-17-4 0 16,0-3 0-16,-11-4 0 15,1-6 0-15,-2-5 0 0,6-7 0 16,2-3 0-16,6-8 0 0,2-8 0 16,8-4 0-16,7-4 0 0,4-3 0 15,8 2 0-15,8 2 0 0,5 3 0 16,12 1 0-16,4 1 0 0,6 1 0 16,4 4 0-16,-4-4 0 0,-10 7-337 15,-6-1-3148-15</inkml:trace>
  <inkml:trace contextRef="#ctx0" brushRef="#br0" timeOffset="109010.54">28547 11857 1460 0,'0'0'240'16,"0"0"2361"-16,0 0-1812 0,0 0-141 16,0 0 457-16,0 0-497 0,0 0-56 15,0 0-363-15,14-30-189 16,-14 30 0-16,0 0 0 0,0 0 0 16,0 2 0-16,2-1 0 0,1 2 0 15,-1-1 0-15,0 2 0 0,-2-2 0 16,0 3 0-16,0 0 0 0,-2 1 0 15,-5 1 0-15,-3 1 0 16,-4 0 0-16,-1 1 0 0,1-7 0 16,3 0 0-16,3-2 0 0,4 0 0 15,0-2 0-15,0-4 0 0,0-3 0 16,1-6 0-16,1-2 0 0,2-1 0 16,7 4 0-16,-3 4 0 0,4 2 0 15,4 1 0-15,1 2 0 0,1 1 0 16,1 2 0-16,-5 2 0 15,2 0 0-15,1 0 0 0,-3 3 0 16,-2 0 0-16,-1 0 0 0,-3 0 0 16,-2 3 0-16,0 2 0 0,-2 5 0 15,0 4 0-15,-6 2 0 16,-3-4 0-16,3-3 0 0,2-4 0 16,0-4 0-16,2-3 0 0,-2 1 0 15,2-2 0-15,0 0 0 0,2-9 0 16,-2 2-29-16,2-11-2972 0</inkml:trace>
  <inkml:trace contextRef="#ctx0" brushRef="#br0" timeOffset="110185.07">28603 10792 3005 0,'0'0'1565'0,"0"0"-525"0,0 0 85 16,0 0-741-16,0 0-132 0,0 0 12 15,4 41-120-15,-2-19 12 0,2 3 76 16,0 3-207-16,0 1-25 16,0 3 0-16,1 4 0 0,-1 2 0 15,0 1 0-15,0 0 0 0,0 2 0 16,0 1 0-16,2 0 0 16,-1 2 0-16,1 0 0 0,-2 0 0 15,4 0 0-15,-2 0 0 0,5 1 0 16,-1-1 0-16,5 2 0 0,-5-1 0 15,2 2 0-15,3 3 0 16,-5 0 0-16,3 0 0 0,-3 2 0 16,2 1 0-16,1 2 0 0,-1-1 0 15,0 0 0-15,3 0 0 0,-3-2 0 16,3-1 0-16,-3-2 0 0,1-6 0 16,-3-2 0-16,-2-2 0 0,0-2 0 15,-1-2 0-15,-3-3 0 16,0-4 0-16,-4-7 0 0,0-7 0 15,-2-9 0-15,2-6 0 0,0-7-29 16,-4-13-4217-16</inkml:trace>
  <inkml:trace contextRef="#ctx0" brushRef="#br0" timeOffset="111027.41">29225 12002 1948 0,'0'0'2622'0,"0"0"-1902"0,0 0 308 15,0 0-471-15,0 0-273 0,0 0 128 16,-17-56-176-16,17 20 16 0,0-5-119 16,0-3-133-16,-2-9 0 0,-2-7 0 15,0-4 0-15,0-4 0 0,4-1 0 16,0 1 0-16,6 4 0 0,7 4 0 15,-1 5 0-15,2 3 0 16,1 7 0-16,-3 3 0 0,1 6 0 16,-1 5 0-16,-2 6 0 0,3 5 0 15,1 7 0-15,-3 5 0 0,-3 4 0 16,0 4 0-16,0 6 0 16,-1 2 0-16,1 4 0 0,-6 1 0 15,0 0 0-15,-2 0 0 0,0-1 0 16,-2 1 0-16,-2-2 0 0,-2 1 0 15,-3-2 0-15,-1 2 0 16,-2 1 0-16,-1-3 0 0,1 2 0 16,-1-1 0-16,1-1 0 0,2-2 0 15,3-2 0-15,3-2 0 0,2 0 0 16,2 2 0-16,0 1 0 0,6 2 0 16,9 1 0-16,4-1 0 0,3 0 0 15,5-2 0-15,-4 0 0 0,-2 1 0 16,-1-1 0-16,1 2 0 0,-2-2 0 15,-3 2 0-15,-4 2 0 16,-5 1 0-16,-5 4 0 0,-4 1 0 16,-9 4 0-16,-3 0 0 0,-7 1 0 15,-6 2 0-15,0-1 0 0,1-2 0 16,-1-6 0-16,0-4 0 16,6-4 0-16,7-7 0 0,3 0 0 15,3-7 0-15,4-8 0 0,2-7 0 16,2-4 0-16,12-1-25 0,5 2-1099 15,-1 7-285-15,3-1-2413 0</inkml:trace>
  <inkml:trace contextRef="#ctx0" brushRef="#br0" timeOffset="111723.42">30008 10996 2545 0,'0'0'2781'15,"0"0"-1857"-15,0 0 217 0,0 0-340 16,0 0-801-16,-29 47 0 0,11-34 0 15,-1-2 0-15,1 0 0 16,1-4 0-16,-2 0 0 0,1 1 0 16,-3 0 0-16,-2 1 0 0,-1 2 0 15,-1 0 0-15,0-1 0 0,6-1 0 16,5-2 0-16,8-1 0 0,2-3 0 16,2 0 0-16,2 0 0 0,2 1 0 15,8 1 0-15,9 0 0 0,7 2 0 16,5 0 0-16,7-1 0 0,-3 1 0 15,2 0 0-15,0 0 0 16,0 0 0-16,-3-2 0 0,-3 0 0 16,-5-2 0-16,-7 0 0 0,-5-2 0 15,-3-1-965-15,-7 0-768 0,2-5-1092 0</inkml:trace>
  <inkml:trace contextRef="#ctx0" brushRef="#br0" timeOffset="112093.83">30391 10944 7199 0,'0'0'708'0,"0"0"-423"0,-31-37-285 16,18 33 0-16,-3 4 0 16,-3 8 0-16,1 10 0 0,-5 6 0 15,2 9 0-15,1 7 0 0,3 6 0 16,7 5 0-16,8 1 0 16,4-2 0-16,10-4 0 0,7-7 0 15,8-6 0-15,10-9 0 0,8-8 0 16,7-11 0-16,6-8 0 0,-2-13 0 15,-3-9 0-15,-5-8 0 16,-9-3 0-16,-14-3 0 0,-15-2 0 16,-10-1 0-16,-6 0 0 0,-12 1 0 15,-9 4 0-15,-8 7 0 0,-5 9 0 16,-1 9 0-16,8 6 0 0,-4 6-4043 0</inkml:trace>
  <inkml:trace contextRef="#ctx0" brushRef="#br0" timeOffset="113922.03">25653 15259 1564 0,'0'0'96'0,"0"0"1409"16,0 0 988-16,0 0-1268 0,0 0-245 15,0 0-651-15,0 0-329 0,0 0 0 16,0 0 0-16,14-34 0 16,-9 30 0-16,-1 1 0 0,2 1 0 15,-2 2 0-15,2 0 0 0,-2 9 0 16,-4 0 0-16,0 5 0 0,-6 3 0 16,-6-2 0-16,-1-2 0 15,-3-4 0-15,-1-3 0 0,1-5 0 16,-3-1 0-16,3-1 0 0,3-4 0 15,1-3 0-15,4-2 0 0,3-2 0 16,1-3 0-16,4 2 0 0,9-3 0 16,1 2 0-16,8 0 0 0,3 2 0 15,6 0 0-15,0 4 0 0,-2 2 0 16,0 6 0-16,-5 6 0 0,-5 7 0 16,-5 2 0-16,-6 4 0 15,-2 1 0-15,-2-3 0 0,-2-1 0 16,-2-6 0-16,2-3 0 0,0-3 0 15,0-4 0-15,2 0-573 0,0-6-1988 0</inkml:trace>
  <inkml:trace contextRef="#ctx0" brushRef="#br0" timeOffset="114973.95">24996 14976 2381 0,'0'0'2241'0,"0"0"-1177"15,0 0-472-15,0 0 465 16,0 0-681-16,0 0-108 0,-15-35-55 15,13 16-213-15,2-2 0 0,0-7 0 16,0-4 0-16,4-4 0 0,0-7 0 16,3-4 0-16,-1-10 0 0,2-6 0 15,4-2 0-15,7-4 0 0,2 5 0 16,6 1 0-16,6 9 0 0,-2 8 0 16,0 9 0-16,-4 6 0 15,-3 13 0-15,-9 6 0 0,-5 5 0 16,-6 6 0-16,-2 1 0 0,0 0 0 15,0 2 0-15,5 8 0 0,-5 2 0 16,6 4 0-16,-4 3 0 0,-4-1 0 16,0 1 0-16,-8 0 0 0,-5 0 0 15,-1 1 0-15,-5-1 0 16,-1 0 0-16,-3-2 0 0,0-3 0 16,5-2 0-16,-1-5 0 0,7-3 0 15,1-1 0-15,5-3 0 0,2 0 0 16,2 0 0-16,2 0 0 15,-2 0 0-15,2 0 0 0,0 2 0 16,2 0 0-16,8 2 0 0,5 2 0 16,5 1 0-16,5 1 0 0,2 0 0 15,0-3 0-15,2 0 0 0,-4 4 0 16,-3-1 0-16,-7 5 0 0,-3 4 0 16,-6 2 0-16,-6 3 0 0,-2 2 0 15,-6-1 0-15,-6 1 0 16,-7 1 0-16,-6-2 0 0,0-3 0 15,-4-5 0-15,2-3 0 0,0-6 0 16,5-5 0-16,1-2 0 0,8-6 0 16,7-6 0-16,6-6 0 15,4-6 0-15,8-4-773 0,1 7-1044 16,3-5-840-16</inkml:trace>
  <inkml:trace contextRef="#ctx0" brushRef="#br0" timeOffset="115591.85">25554 14304 5842 0,'0'0'997'0,"0"0"-161"0,0 0-319 0,0 0-517 15,0 0 0-15,35-2 0 0,-2-6 0 16,2-2 0-16,2-1 0 15,-4 0 0-15,-4 4 0 0,-4 2 0 16,-6 4 0-16,-9 0 0 0,-2 1 0 16,-6 0 0-16,0 1 0 0,-2 0-9 15,0 1-1463-15,0 2-405 0</inkml:trace>
  <inkml:trace contextRef="#ctx0" brushRef="#br0" timeOffset="115825.58">25558 14410 4418 0,'0'0'1384'0,"0"0"-640"15,0 0-127-15,56 33 171 0,-23-33-547 16,4-5-241-16,2-3 0 15,1 0 0-15,-3 0 0 0,-4 0 0 16,-2 2 0-16,-4 1 0 0,-7 0-105 16,-7 1-1936-16,-5 0-1316 0</inkml:trace>
  <inkml:trace contextRef="#ctx0" brushRef="#br0" timeOffset="116230.16">26265 14071 5422 0,'0'0'700'16,"0"0"-59"-16,0 0 631 15,0 0-1115-15,0 0-157 0,-52-25 0 16,25 33 0-16,-2 9 0 0,-2 9 0 16,2 7 0-16,-2 10 0 0,2 7 0 15,5 3 0-15,7 5 0 0,11-1 0 16,8-1 0-16,15-10 0 0,9-8 0 16,12-11 0-16,9-10 0 15,5-13 0-15,4-9 0 0,-3-14 0 16,-3-11 0-16,-9-6 0 0,-6-7 0 15,-14-5 0-15,-8-2 0 0,-11 0 0 16,-11 2 0-16,-11 1 0 0,-9 4 0 16,-11 5 0-16,-1 6 0 0,2 7 0 15,6 4 0-15,12 3-2254 16,5 2-2472-16</inkml:trace>
  <inkml:trace contextRef="#ctx0" brushRef="#br0" timeOffset="117759.11">28262 14157 1360 0,'0'0'68'0,"0"0"76"0,0 0 1957 0,0 0-744 15,0 0 87-15,0 0-667 16,0 0-217-16,0 0-179 0,0 0-381 16,-9-12 0-16,7 14 0 0,2-2 0 15,0 0 0-15,0 1 0 0,2 0 0 16,0 1 0-16,1 1 0 15,-1 0 0-15,-2 2 0 0,-9 5 0 16,-5 2 0-16,-3-1 0 0,1-1 0 16,-1-3 0-16,9-2 0 0,2-4 0 15,4-1 0-15,2-1 0 0,0-6 0 16,6-6 0-16,2-4 0 0,5-1 0 16,1 1 0-16,1 2 0 15,1 1 0-15,-4 2 0 0,3 3 0 16,-3 1 0-16,1 4 0 0,-3 4 0 15,0 1 0-15,-1 6 0 0,-5 6 0 16,-2 2 0-16,-2 1 0 0,-6 3 0 16,-1 0 0-16,-3-1 0 0,4-4 0 15,-2-5 0-15,1-2 0 16,3-4 0-16,0-3 0 0,-2-6 0 16,0-5 0-16,2-6-613 0,2 0-1296 15,2-1-1300-15</inkml:trace>
  <inkml:trace contextRef="#ctx0" brushRef="#br0" timeOffset="120889.48">28594 13427 2313 0,'0'0'1628'0,"0"0"-475"15,0 0 372-15,0 0-765 0,0 0-204 16,0 0-299-16,0 0-257 0,0 0 0 16,0 0 0-16,0 0 0 0,-8-3 0 15,6 11 0-15,0 1 0 16,0 5 0-16,0 2 0 0,0 2 0 16,0 0 0-16,2-2 0 0,-2 2 0 15,0 1 0-15,2 1 0 16,-2 2 0-16,2-1 0 0,-2 2 0 15,-1 0 0-15,-1 4 0 0,0 1 0 16,0 2 0-16,0-1 0 0,0 3 0 16,0-3 0-16,0 2 0 0,1 1 0 15,1 1 0-15,-2 0 0 0,2 0 0 16,0 0 0-16,-2-2 0 0,2-1 0 16,-2-1 0-16,0 1 0 15,0-2 0-15,-1 2 0 0,3-1 0 16,2 1 0-16,-2 0 0 0,0-2 0 15,2 2 0-15,-2-3 0 0,2 2 0 16,0-1 0-16,0-1 0 0,0 2 0 16,0 1 0-16,-2 0 0 0,0 1 0 15,0-1 0-15,0-1 0 16,0 0 0-16,2-2 0 0,-2-1 0 16,0 2 0-16,0-2 0 0,-3 2 0 15,3-1 0-15,-2 3 0 16,2 1 0-16,-2 1 0 0,0-1 0 15,-2 1 0-15,0 1 0 0,-1-4 0 16,-1 2 0-16,0 0 0 0,0-2 0 16,1-1 0-16,1-4 0 0,2-2 0 15,0-1 0-15,0-2 0 0,2-1 0 16,-3-2 0-16,5-5 0 0,0-3 0 16,-2-6 0-16,2-1 0 15,0-1 0-15,0-1-113 0,2-12-1688 0</inkml:trace>
  <inkml:trace contextRef="#ctx0" brushRef="#br0" timeOffset="121839.6">28909 15445 2269 0,'0'0'1204'0,"0"0"-420"0,0 0-359 0,0 0-49 0,0 0 280 16,0 0-64-16,0 0-19 15,0 0 299-15,0 0-431 0,0 0-441 16,12-9 0-16,-12-4 0 0,0-9 0 15,-2-7 0-15,-6-8 0 0,-1-7 0 16,-1-6 0-16,0-8 0 16,-1-8 0-16,5-8 0 0,0 0 0 15,6-2 0-15,10 2 0 0,7 9 0 16,8 3 0-16,4 8 0 0,-2 3 0 16,-3 2 0-16,-3 8 0 0,-2 4 0 15,-5 4 0-15,-1 4 0 0,-3 3 0 16,0 4 0-16,1 4 0 15,-1 1 0-15,0 6 0 0,3 4 0 16,-3 5 0-16,-2 2 0 0,0 9 0 16,-1 7 0-16,-5 3 0 0,-2 8 0 15,-2 2 0-15,-5 0 0 0,-1 1 0 16,-2-1 0-16,-3-3 0 0,1-4 0 16,-2-2 0-16,-3-3 0 0,3-4 0 15,-1-5 0-15,3-1 0 16,-1-2 0-16,7-4 0 0,2 0 0 15,2-1 0-15,0 0 0 0,0 0 0 16,2 0 0-16,0 0 0 0,2 2 0 16,4 1 0-16,4 4 0 0,7 3 0 15,4 0 0-15,-1 1 0 16,5 1 0-16,-2-1 0 0,-3 0 0 16,1 2 0-16,-4 2 0 0,-5 0 0 15,-6 3 0-15,-4 2 0 16,-4-1 0-16,-6 5 0 0,-4-3 0 15,-5-1 0-15,1 1 0 0,-3-4 0 16,-4-3 0-16,3-4 0 0,-1-5 0 16,2-4 0-16,1-1 0 0,3-4 0 15,-1-3 0-15,3-2 0 0,3-1-509 16,6 3-836-16,2-1-652 0</inkml:trace>
  <inkml:trace contextRef="#ctx0" brushRef="#br0" timeOffset="122574.48">29487 14415 1420 0,'0'0'3446'0,"0"0"-2550"0,0 0-148 0,0 0 517 16,0 0-848-16,0 0-417 0,0 0 0 16,0 0 0-16,0 0 0 0,21 32 0 15,-2-6 0-15,3 0 0 0,3 1 0 16,0-3 0-16,0 1 0 0,-2-5 0 16,-3 0 0-16,-3-2 0 0,-5-1 0 15,-1-8 0-15,-7 0 0 16,0-5 0-16,0 0 0 0,-4-1 0 15,2 2 0-15,-2-3 0 0,0 1 0 16,0-3 0-16,-4 1 0 0,-2-1 0 16,2 1 0-16,-5 1 0 15,1 2 0-15,-2 2 0 0,-3 1 0 16,-3 2 0-16,-7 2 0 0,-6 3 0 16,-4 1 0-16,-4 1 0 0,0 2 0 15,-1 1 0-15,3 1 0 16,6-2 0-16,11-5 0 0,7-6 0 15,9-2 0-15,9-5 0 0,11-6 0 16,9-5 0-16,14-4 0 0,5-5 0 16,-7 5-665-16,-2 0-1380 0</inkml:trace>
  <inkml:trace contextRef="#ctx0" brushRef="#br0" timeOffset="123086.88">30112 14581 6903 0,'0'0'892'0,"0"0"-495"0,0 0-397 15,0 0 0-15,-13-33 0 0,-1 33 0 16,-7 2 0-16,-2 6 0 0,3 7 0 16,-5 5 0-16,2 6 0 15,1 6 0-15,-3 6 0 0,4 3 0 16,2 7 0-16,5 3 0 0,6 0 0 15,6 0 0-15,4-5 0 0,12-3 0 16,9-8 0-16,6-6 0 0,8-10 0 16,6-11 0-16,5-8 0 15,4-8 0-15,-5-13 0 0,-3-7 0 16,-7-8 0-16,-10-5 0 0,-9 1 0 16,-7-2 0-16,-11-2 0 0,0 0 0 15,-9-3 0-15,-3-2 0 16,0 2 0-16,-3-3 0 0,1 8 0 15,3 10 0-15,1 14 0 0,2 10 0 16,-7 6 0-16,-16 3 0 0,-14 10 0 16,-17 8 0-16,-13 9 0 0,15-4-817 15,-2 3-2681-15</inkml:trace>
  <inkml:trace contextRef="#ctx0" brushRef="#br0" timeOffset="141912.31">24150 5785 1660 0,'0'0'60'16,"0"0"-8"-16,0 0 1053 0,0 0-817 16,39-27 84-16,-34 26 336 15,-1 0-231-15,-2-1 75 0,2 1 444 16,-4 1-307-16,0-2-17 0,0 1-111 15,-4-2-561-15,2 0 0 0,-4-3 0 16,-5 0 0-16,-1 1 0 0,-1 1 0 16,-1 1 0-16,-3 3 0 0,-1 5 0 15,-7 6 0-15,-4 6 0 0,-8 6 0 16,2 3 0-16,-5 7 0 16,-5 3 0-16,-3 6 0 0,-5 5 0 15,1 5 0-15,2 3 0 0,7 4 0 16,10 1 0-16,8 3 0 0,13 1 0 15,12-1 0-15,10-3 0 16,17-5 0-16,16-8 0 0,13-8 0 16,14-8 0-16,11-11 0 0,10-5 0 15,2-6 0-15,2-9 0 0,-8-4 0 16,-11-9 0-16,-14-3 0 0,-14-2 0 16,-15-1 0-16,-10 4 0 15,-11 5 0-15,-6 4 0 0,-4 0 0 16,-2 2 0-16,-2-1 0 0,0 1-1914 15,-8-4-2728-15</inkml:trace>
  <inkml:trace contextRef="#ctx0" brushRef="#br0" timeOffset="142449.92">24640 6247 4638 0,'0'0'840'0,"0"0"397"0,0 0-797 15,0 0-28-15,43-2 213 16,-1-4-625-16,12-3 0 0,6-3 0 15,-5 0 0-15,-1 2 0 0,-11 5 0 16,-9 1 0-16,-8 4 0 0,-9 0 0 16,-5 2 0-16,-5 0 0 0,-3 0 0 15,-2-2-693-15,-2 0-892 0</inkml:trace>
  <inkml:trace contextRef="#ctx0" brushRef="#br0" timeOffset="142658.94">24911 6039 7783 0,'0'0'409'0,"0"0"-409"16,0 0 0-16,-29 64 0 0,21-19 0 16,1 7 0-16,3 2 0 15,4-4 0-15,7 0 0 0,3 0 0 16,4-4 0-16,1-3 0 0,3-4 0 15,-1-2 0-15,-5-13-1393 0,1-6-4006 0</inkml:trace>
  <inkml:trace contextRef="#ctx0" brushRef="#br0" timeOffset="143381.96">25297 7230 3221 0,'0'0'872'0,"11"-48"329"16,-3 18-317-16,2-5-251 0,-1-5 275 15,3-6-435-15,3-9-473 16,-1-7 0-16,3-9 0 0,-1-8 0 16,1-6 0-16,-1-5 0 0,5-7 0 15,-1-1 0-15,7 4 0 0,0 6 0 16,4 12 0-16,0 11 0 0,2 9 0 15,0 12 0-15,0 8 0 16,-2 9 0-16,-8 10 0 0,-4 7 0 0,-9 6 0 16,-6 2 0-16,2 2 0 15,-3 0 0-15,1 2 0 0,0 3 0 16,0 6 0-16,-4 7 0 16,0 5 0-16,-4 2 0 0,-2 2 0 0,-3-2 0 15,1 3 0-15,-2 0 0 16,-1 1 0-16,1-1 0 0,0-3 0 15,-1 0 0-15,5-6 0 0,-2-3 0 16,6-1 0-16,0-4 0 0,2 0 0 16,4 0 0-16,4-2 0 0,3 1 0 15,3-1 0-15,7 1 0 0,1-1 0 16,1 2 0-16,4 0 0 16,2 1 0-16,-2 0 0 0,-2 3 0 15,-3-2 0-15,-1 1 0 0,-9 1 0 16,-9 0 0-16,-3-1 0 15,-13 2 0-15,-10-2 0 0,-6 1 0 16,-8-2 0-16,-12 0 0 0,-9-1 0 16,-6-4 0-16,0 0 0 0,4-4 0 15,8-1 0-15,15-3 0 0,12 0 0 16,13-1 0-16,12-2 0 0,20 1 0 16,13 1 0-16,13 1-649 0,-5 0-984 15,-4 0-1368-15</inkml:trace>
  <inkml:trace contextRef="#ctx0" brushRef="#br0" timeOffset="144574.04">26819 6128 3973 0,'0'0'1185'0,"0"0"-237"0,0 0 121 16,0 0-453-16,0 0-264 0,0 0-303 15,0 0-49-15,0 0 0 0,0 0 0 16,0 0 0-16,-58 15 0 16,23-1 0-16,-2 3 0 0,-1-3 0 15,1 1 0-15,0 0 0 0,0 0 0 16,6-1 0-16,2-3 0 0,6 1 0 15,7-6 0-15,5-1 0 16,5-2 0-16,4-2-589 0,0 0-203 16,2-1-125-16,0 0-1808 0</inkml:trace>
  <inkml:trace contextRef="#ctx0" brushRef="#br0" timeOffset="144883.1">26401 6304 5254 0,'0'0'1985'0,"0"0"-1245"16,0 0-527-16,0 0-213 0,44 1 0 16,-5 5 0-16,8 4 0 0,5 0 0 15,0 1 0-15,-5 3 0 0,-1 0 0 16,-5 1 0-16,-6-1 0 0,-4 2 0 16,-6-4 0-16,-8-5-2050 15,-5-5-3204-15</inkml:trace>
  <inkml:trace contextRef="#ctx0" brushRef="#br0" timeOffset="145382.72">27381 6139 6767 0,'0'0'904'0,"0"0"-383"0,-29-45-521 16,13 35 0-16,-1 3 0 0,-6 1 0 16,1 5 0-16,-7 1 0 0,-9 11 0 15,-1 7 0-15,-8 12 0 0,1 13 0 16,-1 10 0-16,7 6 0 16,11 6 0-16,15 0 0 0,14-4 0 15,16-4 0-15,18-7 0 0,11-7 0 16,13-9 0-16,8-10 0 15,6-8 0-15,3-13 0 0,-3-9 0 16,0-13 0-16,-7-9 0 0,-10-7 0 16,-11-8 0-16,-15-6 0 0,-15-5 0 15,-12-3 0-15,-12-2 0 0,-13 1 0 16,-12 3 0-16,-10 10 0 16,-7 10 0-16,-4 15 0 0,-4 9 0 15,17 6-1045-15,-5 3-2541 0</inkml:trace>
  <inkml:trace contextRef="#ctx0" brushRef="#br0" timeOffset="147780.29">22800 7616 1732 0,'0'0'68'0,"0"0"1529"0,0 0-360 16,0 0-629-16,0 0-56 0,0 0 425 16,38-9-349-16,-5 8-68 0,8-1-327 15,2 2-233-15,-1 0 0 16,3 0 0-16,1-1 0 0,-3-2 0 16,-2 2 0-16,-1-2 0 0,-7 2 0 15,-4-1 0-15,-4 1 0 0,-1-1 0 16,1-2-405-16,-4-1-699 0,-5 2-249 15,-5-3-3737-15</inkml:trace>
  <inkml:trace contextRef="#ctx0" brushRef="#br0" timeOffset="148014.93">22877 7792 2613 0,'0'0'2697'16,"39"3"-1452"-16,-8-3-349 0,6 0-380 15,-2 0-291-15,-4 1-225 0,-2-1 0 16,2 0 0-16,2 0 0 0,3 0 0 16,-3-4 0-16,4 1-593 0,-10-1-480 15,-2-3-2436-15</inkml:trace>
  <inkml:trace contextRef="#ctx0" brushRef="#br0" timeOffset="148292.07">23420 7435 5882 0,'0'0'1045'0,"0"0"27"16,0 0-879-16,0 0-193 0,0 0 0 15,0 0 0-15,0 0 0 0,52 48 0 16,-23-26 0-16,0 1 0 0,0-1 0 16,4 0 0-16,2-1 0 0,-2 3 0 15,0-3 0-15,-10 3 0 16,-11 1 0-16,-7 3 0 0,-14 3 0 16,-15 3 0-16,-10 3 0 0,-11 0 0 15,-7 1 0-15,3-3 0 0,-3-2 0 16,13-5 0-16,10-8-181 0,14-7-755 15,9-4-1798-15</inkml:trace>
  <inkml:trace contextRef="#ctx0" brushRef="#br0" timeOffset="149146.39">24225 7536 1400 0,'0'0'881'0,"0"0"1147"16,0 0-1271-16,0 0-105 0,-11 54 329 15,11-22-413-15,0 3-52 0,4 3-107 16,-4-4-409-16,0 2 0 0,0-4 0 16,-2-1 0-16,-2-3 0 15,0-4 0-15,0-5 0 0,0-6 0 16,2-7 0-16,2-4 0 0,0-2 0 16,0-3 0-16,6-14 0 0,6-11 0 15,5-9 0-15,-1-8 0 0,3-5 0 16,-2 0 0-16,-1 2 0 0,1 3 0 15,-1 12 0-15,-1 11 0 16,-7 12 0-16,-2 7 0 0,-4 4 0 16,2 11 0-16,2 11 0 0,-3 8 0 15,-1 8 0-15,-2 3 0 0,0-1 0 16,0-2 0-16,0-4 0 16,2-3 0-16,4-3 0 0,0-7 0 15,6-1 0-15,-1-6 0 0,-5-5-2078 16,4-6-795-16</inkml:trace>
  <inkml:trace contextRef="#ctx0" brushRef="#br0" timeOffset="149421.19">24572 7816 2641 0,'0'0'5018'0,"25"-39"-4485"0,-9 14-533 15,-3-1 0-15,-5-1 0 0,-6-3 0 16,2-1 0-16,-4 2 0 0,0-2 0 15,-6 5 0-15,0 3 0 16,-3 9 0-16,-1 9 0 0,-2 5 0 16,-7 11 0-16,3 9 0 0,-3 7 0 15,-4 8 0-15,7 0 0 0,3 4 0 16,3-1 0-16,10-1 0 16,4-6 0-16,13-3 0 0,9-7 0 15,8-5 0-15,9-9 0 0,4-6 0 16,5-2 0-16,-2-7 0 0,-3-4-873 15,-14 2-464-15,-4-1-324 0</inkml:trace>
  <inkml:trace contextRef="#ctx0" brushRef="#br0" timeOffset="150161.15">24950 7585 5266 0,'0'0'1369'0,"-25"-39"-721"0,11 25-172 15,-3 9-43-15,1 5-433 0,-5 8 0 16,-6 10 0-16,5 3 0 0,-5 8 0 15,0 3 0-15,0 3 0 16,4 3 0-16,9-1 0 0,5-5 0 16,9-5 0-16,15-4 0 0,3-8 0 15,11-4 0-15,5-8 0 0,3-3 0 16,0-7 0-16,0-3 0 16,-6-5 0-16,-2-1 0 0,-10-1 0 15,-5 3 0-15,-6 2 0 0,-3 4 0 16,-3 4 0-16,-2 4 0 0,0 0 0 15,2 8 0-15,-2 10 0 0,2 7 0 16,-2 7 0-16,0 2 0 0,-2 1 0 16,0 3 0-16,-5 1 0 15,-1 1 0-15,-6 4 0 0,-5 1 0 16,-10 0 0-16,-4 0 0 0,-6-2 0 16,-5-5 0-16,1-7 0 0,-3-9 0 15,7-10 0-15,0-6 0 0,14-8 0 16,9-14 0-16,7-13 0 15,9-12 0-15,13-12 0 0,5-6 0 16,11 0 0-16,11 6 0 0,9 10 0 16,11 6 0-16,0 7 0 0,-6 2-337 15,-7 3-191-15,-5 7-609 0,-7 1 465 16,-6 3-100-16,-4 2-1361 16,-3 2 2105-16,-1-1-44 0,-7 0 144 15,1-1 4-15,-3-1 512 0,-1-2 737 16,-1-3-289-16,-2-2-252 0,-4-1 189 15,1-1-433-15,-5 0-255 0,0-1-285 16,-9 1 0-16,-1 3 0 0,-2 2 0 16,-5 3 0-16,0 8 0 0,1 6 0 15,-3 12 0-15,-1 12 0 16,-1 9 0-16,0 5 0 0,3 3 0 16,3-3 0-16,7-4 0 0,8-4 0 15,8-7 0-15,9-7 0 0,6-4 0 16,3-7 0-16,3-5 0 0,4-5 0 15,0-6 0-15,-2-2 0 16,-6 0 0-16,-4 3 0 0,-7-1 0 16,-5 5 0-16,-7 2 0 0,4 2 0 15,-4 2 0-15,-2 0 0 0,2 5 0 16,-2 11 0-16,0 9 0 16,2 5 0-16,2-3 0 0,5-5 0 15,3-9 0-15,2-5 0 0,3-7-1377 16,-3 0-536-16,1-3-961 0</inkml:trace>
  <inkml:trace contextRef="#ctx0" brushRef="#br0" timeOffset="150358">25510 7247 6639 0,'0'0'1356'0,"15"-44"-1159"0,-11 32-197 15,-4 10 0-15,0 2 0 0,-4 8 0 16,-7 16 0-16,1 5 0 0,-2 12 0 15,1 6 0-15,5 3 0 16,0 5 0-16,0 4 0 0,2 3 0 16,-3-1 0-16,3-4 0 0,-2-5 0 15,0-3 0-15,0-7 0 0,-3-4-269 16,-1-8-1067-16,4-11-2030 16,-2-9 145-16</inkml:trace>
  <inkml:trace contextRef="#ctx0" brushRef="#br0" timeOffset="150468.03">25324 7765 6234 0,'0'0'1165'0,"27"-51"-372"16,2 32-793-16,4 5 0 0,-2 0 0 16,0 2 0-16,-6 0 0 15,-4 4 0-15,-3-2 0 0,-1 2 0 16,-5-2 0-16,-1 3-753 0,-3 0-936 0</inkml:trace>
  <inkml:trace contextRef="#ctx0" brushRef="#br0" timeOffset="150625.1">25649 7565 7003 0,'0'0'320'16,"2"48"228"-16,-2-15-227 0,0 2-321 15,-2 0 0-15,0 1 0 0,0-6 0 16,0-4 0-16,2-6 0 16,2-6 0-16,0-5 0 0,2-5 0 15,0-3-129-15,0 0-1251 0,2-5-2874 0</inkml:trace>
  <inkml:trace contextRef="#ctx0" brushRef="#br0" timeOffset="150735.01">25748 7279 7191 0,'0'0'388'0,"0"0"-312"0,0 0 140 16,0 0-216-16,0 0-948 0,0 0-529 0</inkml:trace>
  <inkml:trace contextRef="#ctx0" brushRef="#br0" timeOffset="150996.56">25775 7669 7395 0,'0'0'508'0,"21"58"-219"16,-11-25-289-16,0-2 0 0,-1-5 0 15,-1-5 0-15,0-4 0 0,0-6 0 16,3-3 0-16,1-7 0 0,0-1 0 15,7-6 0-15,-2-5 0 0,-1-5 0 16,5-4 0-16,-5 0 0 0,1-4 0 16,-3-1 0-16,-1 1 0 15,-3 2 0-15,-2 4 0 0,1 5 0 16,-7 6 0-16,0 3 0 0,-2 4 0 16,0 0 0-16,2 5 0 0,-2 5-649 15,0 0-1684-15,-2 7-260 0</inkml:trace>
  <inkml:trace contextRef="#ctx0" brushRef="#br0" timeOffset="151258.1">26058 7832 4838 0,'0'0'1500'0,"0"0"-783"15,0 0 27-15,37-17-351 0,-14-2-393 16,4-5 0-16,2-2 0 0,-4 0 0 16,-1 0 0-16,-7 3 0 15,-7 8 0-15,-6 3 0 0,-6 6 0 16,-6 3 0-16,-6 3 0 0,-5 8 0 15,-4 7 0-15,-1 7 0 0,3 4 0 16,2 0 0-16,7 0 0 0,6 1 0 16,6-2 0-16,4 1 0 0,14-2 0 15,5-3 0-15,12-3 0 16,9-4 0-16,7-3 0 0,9-3 0 16,0-4 0-16,-14-2-745 0,-1-3-2244 15</inkml:trace>
  <inkml:trace contextRef="#ctx0" brushRef="#br0" timeOffset="151980.39">26984 7207 6643 0,'0'0'928'0,"0"0"-307"16,0 0-621-16,0 0 0 0,0 0 0 15,-27 45 0-15,11-3 0 0,1 10 0 16,7 3 0-16,6-3 0 0,2 3 0 16,4 1 0-16,2-2 0 0,1-2 0 15,-1-4 0-15,2-6 0 16,-2-3 0-16,-4-6 0 0,-2-5 0 16,-2-9-2174-16,-6-6-459 0</inkml:trace>
  <inkml:trace contextRef="#ctx0" brushRef="#br0" timeOffset="152141.89">26775 7715 6482 0,'40'-18'513'15,"5"4"-57"-15,7 2 112 0,-5 3-464 16,-5 1-35-16,-5 0-69 0,-2 1-129 16,-2 3-499-16,-8 0-1713 15,-2-2-1485-15</inkml:trace>
  <inkml:trace contextRef="#ctx0" brushRef="#br0" timeOffset="152387.03">27290 7567 7371 0,'-35'-2'821'0,"6"2"-821"16,-6 9 0-16,4 9 0 0,-2 5 0 16,4 6 0-16,2 3 0 0,4 2 0 15,9-2 0-15,12-3 0 0,4-3 0 16,14-6 0-16,9-2 0 0,10-7 0 15,11-8 0-15,1-3 0 16,7-12 0-16,-2-5 0 0,-7-5 0 16,-6-3 0-16,-12-2 0 0,-8 1 0 15,-13-4 0-15,-6 3 0 0,-8 0 0 16,-9 1 0-16,-3 1 0 0,-5 3 0 16,2 5 0-16,5 0-573 15,5 8-1396-15,5-7-1108 0</inkml:trace>
  <inkml:trace contextRef="#ctx0" brushRef="#br0" timeOffset="152819.29">27664 7097 2973 0,'0'0'3602'0,"0"0"-2714"0,0 0-488 16,0 0-71-16,25 42-329 0,-25 4 0 16,-4 14 0-16,-2 4 0 0,0 7 0 15,-1 2 0-15,-1 3 0 0,-2-2 0 16,-3-8 0-16,3-7 0 0,0-5 0 15,-1-9 0-15,3-7 0 16,0-9 0-16,2-10 0 0,1-7-729 16,3-7-852-16,2-8-3781 0</inkml:trace>
  <inkml:trace contextRef="#ctx0" brushRef="#br0" timeOffset="153202.29">27629 7688 6230 0,'0'0'1197'0,"0"0"-553"0,46-21-523 15,-32 16-121-15,-2 1 0 0,1 0 0 16,3 0 0-16,1-1 0 0,2-1 0 16,-1 2 0-16,5-2 0 0,0 2-265 15,-1-1-311-15,1 2-44 16,-2-1-521-16,-3 2 509 0,-5-3 368 16,-5 2 264-16,-4-1 124 0,-4 1 144 15,-2-1 660-15,-6-2-412 0,-9 4-35 16,-7 2 71-16,-3 3-284 0,0 11-72 15,0 8-52-15,0 5-132 16,2 4-3-16,5 0-9 0,5-2 0 16,9-5 0-16,8-3 0 0,8-4 0 15,7-6 0-15,1-4 0 0,3-5 0 16,2-3 0-16,-2-6 0 16,-1-4 0-16,-3-2 0 0,-3-1 0 15,-1 0 0-15,-1-2 0 0,-6 4 0 16,0 5 0-16,-4 3 0 0,3 4 0 15,-3 4 0-15,0 9 0 0,0 5 0 16,0 5 0-16,0-2 0 16,2-3 0-16,0-5 0 0,0-4 0 0,5-3-369 15,-3-4-936-15,6-2-495 0</inkml:trace>
  <inkml:trace contextRef="#ctx0" brushRef="#br0" timeOffset="153392.14">28169 7245 7707 0,'0'0'485'0,"0"0"-485"0,0 0 0 15,-19 73 0-15,5-17 0 0,-3 9 0 16,3 0 0-16,3-8 0 16,3 0 0-16,6-5 0 0,2-7 0 15,6-3 0-15,2-10 0 0,9-4 0 16,4-5 0-16,-5-8-1325 0,7-4-4678 0</inkml:trace>
  <inkml:trace contextRef="#ctx0" brushRef="#br0" timeOffset="153845.01">29165 7631 2909 0,'0'0'2433'16,"0"0"-1413"-16,-14-36-331 0,5 16 235 16,1 1-707-16,0-3-217 0,-1-2 0 15,-1 2 0-15,4 4 0 16,0 6 0-16,2 7 0 0,-1 5 0 16,-1 11 0-16,-2 16 0 0,-4 24 0 15,-3 16 0-15,5 6 0 0,6-3 0 16,4-17 0-16,8-5 0 0,2-9 0 15,9-13 0-15,2-9 0 16,1-13 0-16,3-8 0 0,4-14 0 16,-2-12 0-16,0-8 0 0,-5-7-261 15,-1-3-803-15,-6 10-1466 0,-3-4-491 16</inkml:trace>
  <inkml:trace contextRef="#ctx0" brushRef="#br0" timeOffset="154031.29">29382 7152 6154 0,'0'0'729'0,"-8"44"391"16,-5-11-931-16,-3 6-189 0,-5 8 0 16,-2 3 0-16,1 4 0 15,3-1 0-15,3 1 0 0,5-2 0 16,7-3 0-16,2-2 0 0,2-5 0 16,6-5 0-16,5-5 0 0,3-7 0 15,5-11-629-15,1-5-640 0,-3-7-235 16,1-5-2954-16</inkml:trace>
  <inkml:trace contextRef="#ctx0" brushRef="#br0" timeOffset="154358.07">29523 7541 3977 0,'0'0'1701'0,"-27"-40"-72"16,14 27-885-16,-1 9-603 0,1 9-141 15,-1 5 0-15,0 7 0 0,-3 3 0 16,3 5 0-16,-3 0 0 0,3 2 0 15,1 1 0-15,5-1 0 0,4-1 0 16,2-5 0-16,4-2 0 0,8-3 0 16,5-8 0-16,3-6 0 0,3-3 0 15,2-8 0-15,-1-8 0 16,1-3 0-16,-4-4 0 0,-3-1 0 16,-3-1 0-16,-5 5 0 0,0 4 0 15,-4 7 0-15,-2 6 0 0,-2 3 0 16,0 1 0-16,0 5 0 0,-2 8 0 15,2 7 0-15,-2 5 0 16,0 0 0-16,0-2 0 0,2-4 0 16,0-1 0-16,0-3 0 0,4-2-505 15,0-3 37-15,-2-5-297 0,2-3 157 16,1-2 52-16,3 0-288 16,4-8 279-16,1-2-55 0,1-4-1993 0</inkml:trace>
  <inkml:trace contextRef="#ctx0" brushRef="#br0" timeOffset="154818.49">29719 7622 5258 0,'0'0'2097'16,"0"0"-1501"-16,0 0-355 0,-14 53-241 16,3-20 0-16,1 2 0 15,2-6 0-15,1-2 0 0,3-3 0 16,4-4 0-16,0-2 0 0,2-5 0 16,2-6 0-16,3-2 0 0,1-5 0 15,2-2 0-15,7-14 0 0,3-7 0 16,3-7 0-16,-2-5 0 0,-3 1 0 15,-1-4 0-15,0 0 0 16,-3 5 0-16,0 8 0 0,-3 8 0 16,-5 8 0-16,-2 7 0 0,-2 2 0 15,-2 7 0-15,-2 9 0 0,-6 7 0 16,-2 3 0-16,1-1 0 16,1-4 0-16,2-2 0 0,4-1 0 15,-2-3 0-15,4-4 0 0,0-5 0 16,2-3 0-16,0-2 0 0,6-1 0 15,0-3 0-15,5-8 0 0,1-4 0 16,1-3 0-16,-1-2 0 0,1 1 0 16,1-1 0-16,1 1 0 0,-3 6 0 15,-4 5 0-15,-3 4 0 16,-5 4 0-16,0 0 0 0,-2 6 0 16,2 6 0-16,-4 13 0 0,-2 9 0 15,-5 7 0-15,3-1 0 0,6-5 0 16,0-2 0-16,8-4 0 0,5-2 0 15,5-2 0-15,1-2-593 16,-2-8-504-16,-5-2-1704 0</inkml:trace>
  <inkml:trace contextRef="#ctx0" brushRef="#br0" timeOffset="155158.42">30033 8343 5554 0,'0'0'676'0,"0"0"1"15,-6 36-165-15,4-32-304 0,2-4 184 16,0-4-219-16,2-5-173 0,0-14 0 16,2-9 0-16,0-11 0 15,3-9 0-15,1-6 0 0,2-10 0 16,5-11 0-16,3-5 0 0,7-5 0 16,4 3 0-16,6 12 0 0,4 20 0 15,-3 18 0-15,-3 15 0 0,-7 6 0 16,-7 5 0-16,-7 5 0 0,-3 3 0 15,-5 2 0-15,-2 4 0 16,0 9 0-16,-2 6 0 0,-8 6 0 16,-3 1 0-16,-1 2 0 0,-5-5 0 15,3 2 0-15,-3-3 0 0,3-2 0 16,2-5 0-16,3-2 0 16,3-5 0-16,2-2 0 0,2-2 0 15,0-3-281-15,2 0-491 0,0-2-657 16,0-4 229-16,0-8-521 0</inkml:trace>
  <inkml:trace contextRef="#ctx0" brushRef="#br0" timeOffset="155313.97">30490 7471 6150 0,'0'0'869'16,"0"0"-97"-16,4 64-380 0,-6-21-383 15,-2 2-9-15,-4-4 0 0,1-3 0 16,1-7 0-16,2-4 0 0,4-5 0 15,0-8 0-15,0-6-305 16,2-2-591-16,-2-6-1978 0</inkml:trace>
  <inkml:trace contextRef="#ctx0" brushRef="#br0" timeOffset="155465.95">30631 7215 7835 0,'0'0'284'0,"0"0"-211"15,0 0-73-15,33-12 0 0,-27 19 0 16,4 10 0-16,-2 9-309 0,-1 9-911 16,-5 8 31-16,-2-10-104 15,-6-1-2392-15</inkml:trace>
  <inkml:trace contextRef="#ctx0" brushRef="#br0" timeOffset="156066.93">30595 7677 3477 0,'0'0'1177'0,"-12"51"-181"15,10-31 313-15,0-9-681 0,2-5-128 16,2-2-395-16,2-2-105 0,2-2 0 15,3-2 0-15,5-11 0 16,7-10 0-16,4-4 0 0,1-5 0 16,3 0 0-16,-4 5 0 0,0 3 0 15,-4 7 0-15,-9 8 0 0,-6 5 0 16,-6 4 0-16,0 5 0 16,-6 9 0-16,-6 10 0 0,-5 3 0 15,1 4 0-15,-1-3 0 0,9-4 0 16,2 0 0-16,6-4 0 0,6-5 0 15,6-3 0-15,7-6 0 0,6-5 0 16,-1-1 0-16,3-7 0 0,0-5 0 16,-2-3 0-16,-4-8 0 0,-9 0 0 15,-2-6 0-15,-6 2 0 16,-6 0 0-16,-4 5 0 0,-4 8 0 16,-3 7 0-16,1 7 0 0,2 2 0 15,-1 6 0-15,3 2 0 0,2-2 0 16,4 0 0-16,2-5 0 0,0 3 0 15,6-1 0-15,2 0 0 16,5-2 0-16,-1-2 0 0,1-1 0 16,-1 0 0-16,-2 0 0 0,-1 0 0 15,-3 0 0-15,0 3 0 0,-2 3 0 16,0 7 0-16,-2 15 0 16,-2 8 0-16,0 10 0 0,-2 7 0 15,2 4 0-15,0 2 0 0,0 2 0 16,0-3 0-16,0-2 0 0,-4-6 0 15,-6-6 0-15,-9-7 0 0,-10-7 0 16,-8-8 0-16,-6-9 0 0,-7-9 0 16,-2-5 0-16,-1-10 0 15,3-3 0-15,7-3 0 0,5-4 0 16,9-4 0-16,9-3 0 0,7-2 0 16,13-1 0-16,9 1 0 0,13 4 0 15,13 0 0-15,13 0 0 0,12 2 0 16,8-2 0-16,7 1 0 15,1 1 0-15,5 1 0 0,-3 1 0 16,-18 5-645-16,-4 2-3201 0</inkml:trace>
  <inkml:trace contextRef="#ctx0" brushRef="#br0" timeOffset="156604.35">23917 8772 6102 0,'0'0'673'0,"0"0"-25"0,0 0 121 0,72 21-769 0,-12-14 0 16,14-4 0-16,11-3 0 15,8-1 0-15,4-4 0 0,2-1 0 16,-3 0 0-16,-14 1 0 0,-9 0 0 16,-18 1 0-16,-15 1 0 0,-16 0-161 15,-13 3-855-15,-9 0-1389 16,-10 0 28-16</inkml:trace>
  <inkml:trace contextRef="#ctx0" brushRef="#br0" timeOffset="156792.93">23931 8922 6442 0,'0'0'557'0,"0"0"-141"0,0 0 116 0,33 17-287 15,15-13-245-15,14 2 0 16,16-5 0-16,-1-1 0 0,3 0 0 16,-1-3 0-16,-5-1 0 0,-3 0 0 15,-9-1 0-15,-7-1 0 0,-7-2 0 16,-13-2-649-16,-8-2-516 15,-10 2-127-15,-7-5-2542 0</inkml:trace>
  <inkml:trace contextRef="#ctx0" brushRef="#br0" timeOffset="157022.1">24791 8538 7907 0,'0'0'285'0,"0"0"-285"0,0 0 0 16,0 0 0-16,0 0 0 0,50 0 0 15,-7 7 0-15,2 6 0 0,-1 5 0 16,-5 5 0-16,-2 6 0 0,-4 4 0 16,-8 4 0-16,-12 3 0 0,-13 0 0 15,-17 4 0-15,-14-1 0 16,-6-2 0-16,-9-5 0 0,3-4 0 16,4-6 0-16,2-5 0 0,3-4 0 15,8-7-405-15,5-4-1296 0,4-6-812 16</inkml:trace>
  <inkml:trace contextRef="#ctx0" brushRef="#br0" timeOffset="157582.18">25587 8928 7071 0,'0'0'1004'0,"0"0"-887"0,0 0-117 0,0 0 0 16,0 0 0-16,0 0 0 0,43-31 0 15,-10 4 0-15,-2-3 0 0,-2 0 0 16,-10 1 0-16,-3-1 0 0,-3-1 0 16,-7 1 0-16,-6 1 0 0,-8 5 0 15,-7 8 0-15,-5 9 0 16,-5 10 0-16,-6 10 0 0,-2 11 0 16,-2 7 0-16,-1 7 0 0,3 4 0 15,4 6 0-15,7-2 0 0,9 0 0 16,13-3 0-16,9-4 0 15,11-6 0-15,13-4 0 0,4-8 0 16,9-8 0-16,4-7 0 0,1-6 0 16,3-6 0-16,-6-7-829 15,-15 1-956-15,-4-4-624 0</inkml:trace>
  <inkml:trace contextRef="#ctx0" brushRef="#br0" timeOffset="157766.25">25949 8725 5754 0,'0'0'1785'15,"0"0"-1132"-15,0 0-653 0,0 0 0 16,0 0 0-16,10 59 0 0,-6-27 0 16,2 0 0-16,3 0 0 0,1 1 0 15,6-2 0-15,3-3 0 16,6-5 0-16,2-4 0 0,2-5 0 16,0-4 0-16,-3-6 0 0,-5-4 0 15,-2-6-625-15,-9-2-1188 0,-4-6-772 16</inkml:trace>
  <inkml:trace contextRef="#ctx0" brushRef="#br0" timeOffset="157893.01">26073 8826 5874 0,'-46'21'500'0,"1"3"793"16,-7 5-768-16,4 0-525 0,5 0 0 16,8-2 0-16,4-6 0 0,12-6 0 15,9-4 0-15,8-7 0 0,6-2 0 16,19-4-1193-16,-1-2-168 0,22-12-4229 0</inkml:trace>
  <inkml:trace contextRef="#ctx0" brushRef="#br0" timeOffset="158586.2">26327 9018 5858 0,'0'0'660'0,"8"58"821"0,-6-20-1288 0,0 5-193 0,-2 6 0 0,-4 2 0 16,0 5 0-16,-4-5 0 15,-1-1 0-15,-1-7 0 0,2-8 0 16,0-8 0-16,3-9 0 0,1-7 0 16,2-8 0-16,0-4 0 0,0-11 0 15,2-14 0-15,0-10 0 0,2-10 0 16,4-6 0-16,1-2 0 0,3-8 0 15,2-8 0-15,3-4 0 0,3-2 0 16,3-1 0-16,4 6 0 0,6 10 0 16,8 18 0-16,2 11 0 0,1 14 0 15,-9 7 0-15,-12 6 0 16,-11 6 0-16,-6 7 0 0,-6 8 0 16,-6 5 0-16,-11 2 0 0,-6 5 0 15,-6 1 0-15,-2-1 0 0,-2 2 0 16,-2-3 0-16,2-2 0 15,4-4 0-15,6-2 0 0,8-2 0 16,9-1 0-16,6 2 0 0,6-2 0 16,11 0 0-16,3-2-1822 15,-1-4-255-15,1-3-1308 0</inkml:trace>
  <inkml:trace contextRef="#ctx0" brushRef="#br0" timeOffset="158864.44">26821 8899 6783 0,'0'0'1092'0,"-21"-43"-775"0,9 19-317 16,-3 5 0-16,1 2 0 0,-3 5 0 15,-1 6 0-15,-3 6 0 16,2 10 0-16,3 7 0 0,-1 5 0 16,5 4 0-16,4 2 0 0,6 1 0 15,4-3 0-15,8-1 0 0,7-4 0 16,5-6 0-16,3-5 0 15,4-5 0-15,0-6 0 0,-2-9 0 16,-4-4 0-16,-3-5 0 0,-5-2 0 16,-5-5 0-16,-4 0 0 15,-2-2 0-15,-4 1 0 0,-2 1 0 16,-2 2 0-16,0 4-577 0,0 5-1600 16,0-2-336-16</inkml:trace>
  <inkml:trace contextRef="#ctx0" brushRef="#br0" timeOffset="159126.44">26895 8849 6703 0,'-25'41'984'0,"7"-2"-479"0,1 3-505 15,7-9 0-15,4-8 0 16,4-8 0-16,2-8 0 0,8-7 0 16,9-12 0-16,9-12 0 0,8-9 0 15,-1-8 0-15,-2-1 0 0,-5-1 0 16,-3 1 0-16,-4 5 0 15,-3 6 0-15,-5 10 0 0,-7 10 0 16,-2 6 0-16,-2 3 0 0,0 7 0 16,0 8 0-16,-6 11 0 0,-1 6 0 15,1 3 0-15,2-1 0 16,4-8 0-16,0 0 0 0,6-5 0 16,5-1 0-16,-1-5 0 0,0-2 0 15,-1-3-477-15,-3-5-1028 0,-2-1-3041 0</inkml:trace>
  <inkml:trace contextRef="#ctx0" brushRef="#br0" timeOffset="160179.23">27238 8877 5602 0,'0'0'1065'0,"0"0"-333"0,0 0 61 15,0 0-793-15,0 0 0 0,0 0 0 16,50-45 0-16,-21 21 0 16,2-2 0-16,-4 1 0 0,-4-1 0 15,-3 1 0-15,-7-2 0 0,-5 3 0 16,-6 3 0-16,-6 5 0 15,-9 9 0-15,-7 7 0 0,-5 6 0 16,-6 12 0-16,-2 7 0 0,-2 5 0 16,2 5 0-16,4 1 0 0,8 1 0 15,7-3 0-15,12-2 0 16,8-4 0-16,10-5 0 0,11-5 0 16,4-4 0-16,2-6 0 0,4-5 0 15,3-3 0-15,-1-8 0 0,2-4 0 16,-1-5 0-16,-7-3-29 0,-4-1-527 15,-5 1 204-15,-7 0 76 0,-7 4-48 16,-1 5 135-16,-7 6 65 0,0 3 124 16,0 1 72-16,-2 1 193 0,2 0 79 15,-2 6-208-15,0 7 128 0,0 6 252 16,-2 3-263-16,-2 2-253 16,-5-5 0-16,1-4 0 0,-2-2 0 15,2-6 0-15,1-1 0 0,1-3 0 16,4-2 0-16,0-1 0 15,0-3 0-15,4-5 0 0,10-10 0 16,5-5 0-16,6-4 0 0,-3-3 0 16,1 3 0-16,-2 0 0 0,-5 7 0 15,-2 6 0-15,-7 7 0 16,-3 6 0-16,-2 3 0 0,-4 8 0 16,-5 10 0-16,-1 7 0 0,-2 4 0 15,1 0 0-15,3-3 0 0,2-2 0 16,2-1 0-16,4-5 0 0,2-3 0 15,6-5 0-15,6-5 0 0,-1-3-1698 16,-1-5-971-16</inkml:trace>
  <inkml:trace contextRef="#ctx0" brushRef="#br0" timeOffset="160377.35">28001 8325 7587 0,'0'0'605'0,"0"0"-605"15,0 0 0-15,0 0 0 0,0 0 0 16,-29 48 0-16,13-5 0 0,-1 7 0 16,3 4 0-16,1 2 0 0,1 4 0 15,2 1 0-15,1-1 0 16,3-3 0-16,0-7 0 0,4-6 0 16,-2-8 0-16,0-6 0 0,-1-11-1217 15,-1-8-1244-15</inkml:trace>
  <inkml:trace contextRef="#ctx0" brushRef="#br0" timeOffset="160627.45">27797 8864 6458 0,'0'0'865'0,"41"-50"-309"0,-4 31-243 15,2 6-313-15,3 1 0 0,-1 0 0 16,-4 3 0-16,-4-1 0 16,-2 0 0-16,-6 2 0 0,-6 1-113 15,-5 2-1355-15,-8 2 99 0,-3 3-100 16,-3 0-119-16,0 4 1588 15,-9 8 904-15,-5 8 725 0,-1 6-593 16,1 6-171-16,1 1 183 0,3 1-588 16,2 3-395-16,2-5-65 15,-1-1 0-15,7-5 0 0,0-4 0 16,2-4 0-16,3-6 0 0,-1-7-1129 16,0-4-96-16,2-7-636 0</inkml:trace>
  <inkml:trace contextRef="#ctx0" brushRef="#br0" timeOffset="160730.69">28295 8345 7171 0,'0'0'312'15,"0"0"-140"-15,8-38-64 0,-10 38-96 16,-10 8-12-16,-7 15-188 16,2-1-1133-16,1 2-944 0</inkml:trace>
  <inkml:trace contextRef="#ctx0" brushRef="#br0" timeOffset="161135.51">28353 8844 5918 0,'4'-40'1353'16,"-2"6"-805"-16,-2-1-175 0,-6 10-373 15,-1 9 0-15,-5 10 0 0,-2 10 0 16,-5 10 0-16,-2 9 0 0,1 5 0 16,1 5 0-16,0-1 0 0,5 0 0 15,2-1 0-15,5-6 0 0,7-5 0 16,4-4 0-16,7-6 0 16,3-6 0-16,7-4 0 0,4-7 0 15,0-4 0-15,-1-2 0 0,-3-1 0 16,-2 1 0-16,-1 1 0 15,-5 1 0-15,-3 4 0 0,-4 4 0 16,-2 5 0-16,-2 15 0 0,-2 7 0 16,0 10 0-16,-2 3 0 15,-2-2 0-15,4-3 0 0,0-5 0 16,8-5 0-16,5-7 0 0,3-9 0 16,3-6 0-16,4-10-685 0,-1-11-1344 15,-5 0-24-15,0-4-876 0</inkml:trace>
  <inkml:trace contextRef="#ctx0" brushRef="#br0" timeOffset="161306.59">28648 8457 4866 0,'4'-35'900'0,"-2"16"37"0,3 8 363 15,-5 11-1111-15,0 10-189 0,-7 12 0 16,-5 20 0-16,-5 14 0 16,-3 13 0-16,-1 4 0 0,2-5 0 15,7-1 0-15,2-7 0 0,4-8 0 16,3-5 0-16,3-6 0 15,11-5 0-15,3-7 0 0,11-5-913 16,-4-11-540-16,8-6-2325 0</inkml:trace>
  <inkml:trace contextRef="#ctx0" brushRef="#br0" timeOffset="161933.63">29547 8847 5438 0,'0'0'1157'0,"-14"-44"-481"15,2 17-108-15,-7 1-215 16,-4 1-353-16,-4 3 0 0,-4 6 0 16,0 7 0-16,0 9 0 0,0 9 0 15,4 10 0-15,3 5 0 0,7 6 0 16,5 1 0-16,8-1 0 0,6-1 0 15,10-4 0-15,7-5 0 0,5-7 0 16,5-5 0-16,4-7 0 0,3-5 0 16,-3-7 0-16,-4-3 0 0,-5-6 0 15,-3 2 0-15,-6-2 0 0,-5 0 0 16,-4 3 0-16,0 4 0 16,-4 4 0-16,0 6 0 0,-2 3 0 15,0 0 0-15,0 8 0 0,2 11 0 16,-2 7 0-16,3 9 0 15,1 2 0-15,0 3 0 0,2 2 0 16,-2 4 0-16,-4 3 0 0,-2 2 0 16,-8 0 0-16,-7-2 0 0,-3 0 0 15,-7-1 0-15,-2-5 0 16,-4-3 0-16,0-7 0 0,4-7 0 16,6-8 0-16,0-10 0 0,5-7 0 15,3-4 0-15,5-13 0 0,6-9 0 16,4-9 0-16,4-12 0 0,6-11 0 15,7-6 0-15,3-5 0 0,5 1 0 16,4 5-17-16,2 4-523 0,0 9-1041 16,-8 12-108-16,0 4-1156 0</inkml:trace>
  <inkml:trace contextRef="#ctx0" brushRef="#br0" timeOffset="162191.35">29723 8947 5258 0,'0'0'816'0,"0"0"313"0,-33 34-413 16,25-30-443-16,2-2-273 15,-1-2 0-15,3 0 0 0,-2-5 0 16,0-6 0-16,2-7 0 0,2-9 0 16,6-5 0-16,6-2 0 0,5 5 0 15,1 5 0-15,5 6 0 0,-1 3 0 16,1 3 0-16,0 3 0 0,-1 2 0 15,3 0 0-15,4 3 0 0,-2 1 0 16,0 3-309-16,0-2-675 0,-7 2-1337 16,-1 0-133-16</inkml:trace>
  <inkml:trace contextRef="#ctx0" brushRef="#br0" timeOffset="162889.32">30112 8751 5202 0,'0'0'988'0,"0"0"-267"15,0 0 251-15,20-33-663 0,-20 19-309 16,-12 3 0-16,-9 3 0 15,-1 6 0-15,-7 5 0 0,-4 9 0 16,2 5 0-16,-2 7 0 0,4 4 0 16,6 3 0-16,6-1 0 0,11 1 0 15,6-5 0-15,15-4 0 16,7-5 0-16,7-3 0 0,6-7 0 16,3-4 0-16,-1-3 0 0,-4-8 0 15,-4-5 0-15,-9-2 0 0,-7-3 0 16,-5-3 0-16,-4-1 0 0,-4-1 0 15,-4 3 0-15,-6 0 0 0,-3 2 0 16,3 2 0-16,2 2 0 0,4 6 0 16,4 1 0-16,2 3 0 0,6 2-329 15,6 0-459-15,13-1 263 0,4 3-407 16,2 0 252-16,-4 1-69 16,-2 2-459-16,-6-1 580 0,-2 3 564 15,-7-4 64-15,-4 3 680 0,-4-2 72 16,-4 2 569-16,-6 4-333 15,-8 5-131-15,-3 5 339 0,-1 3-1087 16,1 2-109-16,7-1 0 0,3-1 0 16,5-2 0-16,2-3 0 0,5-6 0 15,-1-3 0-15,2-3 0 16,0 1 0-16,2-2 0 0,1 0 0 16,1-3 0-16,-2 0 0 0,-2 0 0 15,3-4 0-15,-5 1 0 0,0 0 0 16,0 1 0-16,-2 1 0 0,-2-1 0 15,0 2 0-15,2 0 0 0,4 0 0 16,7 0 0-16,5 0 0 0,1 0 0 16,4-2 0-16,-5-2 0 0,1 0 0 15,-5-1 0-15,1 1 0 16,-5 1 0-16,-2 0 0 0,-3 2 0 16,-3 1 0-16,0 0 0 0,0 0 0 15,0 3 0-15,0 1 0 0,0 2 0 16,2 1 0-16,0-1 0 15,0 1 0-15,3 0 0 0,1 1 0 16,4-1 0-16,5-1 0 0,1-4 0 16,-1-3 0-16,-3-7 0 15,-5-5 0-15,-5-6 0 0,-2-3 0 16,-2-7 0-16,-2-6 0 0,-4-2 0 16,-3-1 0-16,3 3 0 0,2 6-717 15,2 9-884-15,2 4-376 0</inkml:trace>
  <inkml:trace contextRef="#ctx0" brushRef="#br0" timeOffset="163183.14">30970 8311 6635 0,'0'0'684'0,"0"0"-228"0,0 0-39 0,-5 59-417 15,-7-27 0-15,-4 3 0 16,-1 4 0-16,-2 6 0 0,1 4 0 16,-3 3 0-16,3 3 0 0,1 1 0 15,2 0 0-15,3-5 0 0,4-6 0 16,2-9 0-16,1-7 0 0,5-8 0 15,0-7 0-15,0-6 0 0,3-7-205 16,-3-1-1476-16,0-9-1068 0</inkml:trace>
  <inkml:trace contextRef="#ctx0" brushRef="#br0" timeOffset="163604.42">30742 8777 7867 0,'0'0'325'0,"0"0"-325"0,58-28 0 16,-29 21 0-16,2-2 0 15,0 1 0-15,-2-4 0 0,2-1 0 16,-2-5 0-16,0-1 0 0,0-1 0 16,-2-1 0-16,-5-1 0 0,1 0-889 15,-2 0-72-15,-7 1-887 16,-1 2 411-16,-5 2-100 0,-4 6 1537 16,-2 4 1849-16,-2 2-364 0,0 5 352 15,-4 6-1165-15,-2 13-232 0,-4 17-51 16,-3 12-389-16,-1 7 0 0,-5 5 0 15,2-3 0-15,3-2 0 0,2-4 0 16,5-7 0-16,3-5 0 0,4-10 0 16,-2-4 0-16,2-11 0 0,0-6 0 15,2-5 0-15,2-3 0 16,7-6 0-16,7-10 0 0,9-6 0 16,4-5 0-16,2 0 0 0,0 5 0 15,0 6 0-15,1 6 0 0,-3 7 0 16,-3 6 0-16,-5 7 0 15,-4 4 0-15,-7 2 0 0,-6 5 0 16,-6 2 0-16,-2 4 0 0,-4 0 0 16,-2 2 0-16,0-3 0 15,1 2 0-15,5-2 0 0,-2-3-433 16,4-6-1320-16,-4-4-788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25:31.96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15264 6246 3093 0,'0'0'2581'0,"0"0"-1264"0,0 0-689 0,0 0-55 16,0 0-573-16,0 0 0 0,0 0 0 16,0 0 0-16,0 0 0 15,0 18 0-15,4 10 0 0,2 8 0 16,0 6 0-16,-2 6 0 0,0 8 0 16,-4 5 0-16,0 8 0 15,-4 1 0-15,0 2 0 0,2-4 0 16,-2-3 0-16,4-3 0 0,4-7 0 15,-2-6 0-15,6-6 0 0,-6-9 0 16,3-4 0-16,-1-5 0 0,-4-9 0 16,0-5 0-16,0-6 0 0,0-4 0 15,-4 0-2010-15,-1-5-3028 0</inkml:trace>
  <inkml:trace contextRef="#ctx0" brushRef="#br0" timeOffset="2215.48">14381 7630 2417 0,'0'0'2765'0,"0"0"-1613"15,0 0-595-15,0 0-9 0,0 0 140 16,0 0-623-16,0 0-65 0,-10-37 0 16,8 32 0-16,-9-1 0 0,-7 1 0 15,-9 1 0-15,0 4 0 0,-4 2 0 16,4 8 0-16,2 2 0 0,-2 4 0 16,7 0 0-16,-1-1 0 15,9 2 0-15,5-3 0 0,3 0 0 16,4-3 0-16,0-3 0 0,4 2 0 15,9-1 0-15,3 3 0 0,5 1 0 16,4-4 0-16,2 1 0 16,0-2 0-16,4 3 0 0,-5-3 0 15,-5 3 0-15,-4 0 0 0,-7 1 0 16,-6 2 0-16,-4 1 0 16,0-1 0-16,-6 4 0 0,-9-1 0 15,3-1 0-15,-7 3 0 0,-1-3 0 16,-3-2 0-16,-2-1 0 0,5-6 0 15,-3-5 0-15,2-2 0 0,7-8-461 16,3 0-756-16,1-8-479 0</inkml:trace>
  <inkml:trace contextRef="#ctx0" brushRef="#br0" timeOffset="2444.21">14466 7358 5674 0,'0'0'404'0,"-2"44"393"0,2-13-161 16,2 6-196-16,6 3-199 0,-6 8-241 15,6 5 0-15,-6 4 0 0,-2 0 0 16,0 1 0-16,0-4 0 16,-2-4 0-16,-2-5 0 0,4-7 0 15,0-7 0-15,0-10 0 0,4-8-405 16,-2-5-936-16,7-8-563 0</inkml:trace>
  <inkml:trace contextRef="#ctx0" brushRef="#br0" timeOffset="2767.92">14685 7790 5338 0,'0'0'1393'16,"0"0"-161"-16,0 0-1003 0,0 0-229 15,0 0 0-15,-37-11 0 16,22 11 0-16,9 0 0 0,-4 7 0 16,-1 11 0-16,5 6 0 0,2 6 0 15,0 4 0-15,8-2 0 0,2-1 0 16,4-4 0-16,5-7 0 16,1-3 0-16,1-6 0 0,4-7 0 15,-7-3 0-15,3-1 0 0,-3-6 0 16,-3-4 0-16,-5-5 0 0,0-1 0 15,-2-6 0-15,-4 1 0 0,0 0 0 16,-6 1 0-16,-2 2 0 0,-3 2 0 16,5 2 0-16,-4 6 0 0,6 2 0 15,4 5-921-15,0 1-264 0,0 1-2092 16</inkml:trace>
  <inkml:trace contextRef="#ctx0" brushRef="#br0" timeOffset="3298.26">14774 8604 6278 0,'0'0'1137'0,"0"0"-360"0,0 0-777 0,0 0 0 15,0-41 0-15,0 10 0 0,0-7 0 16,-4-8 0-16,4-6 0 15,-7-12 0-15,7-11 0 0,-4-8 0 16,2-6 0-16,2 1 0 0,0 8 0 16,0 11 0-16,2 18 0 0,7 13 0 15,-1 11 0-15,6 5 0 0,1 0 0 16,-3 2 0-16,9 6 0 16,-1 3 0-16,1 5 0 0,0 4 0 15,-1 0 0-15,1 2 0 0,-2 5 0 16,-1 2 0-16,-5 4 0 0,-3 3 0 15,-2 2 0-15,-8 1 0 0,0 2 0 16,-8 3 0-16,-4-2 0 0,-7 1 0 16,3 1 0-16,-7 0 0 0,-2-2 0 15,-2-1 0-15,2-1 0 0,3-5 0 16,1-2 0-16,6-3-393 16,9-2-1012-16,2-3-155 0,4 1-269 0</inkml:trace>
  <inkml:trace contextRef="#ctx0" brushRef="#br0" timeOffset="3555.34">15042 7848 4918 0,'0'0'1204'15,"0"0"-263"-15,0 0 188 0,44 2-1129 16,-34-3 0-16,1-6 0 16,-1-2 0-16,0 0 0 0,-6-3 0 15,3-1 0-15,-7-1 0 0,0-1 0 16,0-1 0-16,-7 1 0 0,-3 3 0 15,-4 5 0-15,3 2 0 0,1 6 0 16,-7 8 0-16,5 6 0 0,-7 4 0 16,7 5 0-16,-9 3 0 0,11 2 0 15,6-1 0-15,2-2 0 0,4-1 0 16,8 0 0-16,5-4 0 16,5-2 0-16,1-3 0 0,2-3 0 15,1-3 0-15,7 3 0 0,-2-1 0 16,-8 0-1405-16,-2 4-4034 0</inkml:trace>
  <inkml:trace contextRef="#ctx0" brushRef="#br0" timeOffset="7505.45">22780 8471 1288 0,'0'0'516'0,"0"0"93"15,0 0-109-15,0 0 160 0,0 0-280 16,0 0-112-16,0 0-43 0,0 0-85 16,0 0 40-16,0 0 264 0,18-23-36 15,-14 18-52-15,1 3 277 16,-3-2-201-16,-2 2-44 0,2-1 160 16,-2 0-331-16,0-2-217 0,-2 1 0 15,0-3 0-15,2-2 0 0,-5-3 0 16,5-1 0-16,0 1 0 0,-2-1 0 15,-2 0 0-15,0-1 0 0,-4-2 0 16,-5-2 0-16,-3-1 0 0,-5-2 0 16,1 0 0-16,-7-1 0 0,0 0 0 15,-4 1 0-15,2 1 0 0,0 3 0 16,-2 2 0-16,4 3 0 16,0 5 0-16,0 2 0 0,-2 4 0 15,-2 1 0-15,-2 6 0 0,-2 2 0 16,0 2 0-16,0 4 0 0,4 0 0 15,-2 5 0-15,-2 3 0 16,-3 2 0-16,7 5 0 0,2 1 0 16,1 1 0-16,7 3 0 0,-6 2 0 15,4 1 0-15,-2 6 0 16,1 3 0-16,1 3 0 0,-2 2 0 16,4 1 0-16,1 2 0 0,1 1 0 15,1 1 0-15,-1 0 0 0,-2 2 0 16,3 1 0-16,-1 1 0 0,5 3 0 15,1 1 0-15,5 2 0 0,4 2 0 16,2 2 0-16,2 0 0 0,6-1 0 16,4 0 0-16,5 1 0 15,-3 1 0-15,7 5 0 0,1-2 0 16,3-1 0-16,4-1 0 0,8-2 0 16,-2-6 0-16,13-3 0 15,-1-5 0-15,9-8 0 0,4-6 0 16,4-8 0-16,4-8 0 0,4-7 0 15,3-11 0-15,-1-8 0 0,2-13 0 16,-5-9 0-16,-1-13 0 0,2-5 0 16,-4-11 0-16,-6-8 0 0,0-5 0 15,-6-5 0-15,-7-6 0 16,-5-3 0-16,-7-2 0 0,-6-1 0 16,-9 3 0-16,1 1 0 0,-6 3 0 15,-3-1 0-15,-8 0 0 0,-4 1 0 16,-4-1 0-16,-13 3 0 0,-5 1 0 15,-5 3 0-15,-6 4 0 0,-2 5 0 16,-5 2 0-16,5 6 0 0,-2 5 0 16,4 5 0-16,4 11-505 0,10 10-1408 15,9 8-348-15</inkml:trace>
  <inkml:trace contextRef="#ctx0" brushRef="#br0" timeOffset="8451.04">23993 8578 3441 0,'2'-46'0'0,"-2"2"-116"0,-4-6-28 16,0 10 144-16,-6 2 24 0,-1 5 124 16,-3 2 92-16,-3 6 244 0,-3 1-143 15,-5 5 27-15,-4 3 168 0,-11 4-304 16,-3 4-84-16,-7 8 84 16,-5 1-128-16,-7 11-16 0,-4 8 20 15,-5 6-60-15,-1 11 20 0,0 8 84 16,-1 9-51-16,1 9 27 0,-1 11 116 15,3 10-148-15,2 8-36 0,4 8-8 16,6 7-40-16,8 4 52 0,11 3 88 16,10 3-84-16,11-1 80 0,9 0 72 15,13-1-140-15,13-1-20 16,16-5-12-16,8-2-44 0,17-9 16 16,6-12 8-16,9-11-28 15,9-13 0-15,5-12 105 0,6-12-105 16,4-12 0-16,1-15 0 0,-3-11 0 15,-2-15 0-15,-4-15 0 0,-9-12 0 16,-3-15 0-16,-7-10 0 0,-12-13 0 16,-11-13 0-16,-5-13 0 0,-15-4 0 15,-9-3 0-15,-7 5 0 16,-11 4 0-16,-7 4 0 0,-11 6 0 16,-5 5 0-16,-4 7 0 0,-2 6 0 15,-2 6 0-15,-2 3 0 0,-2 9 0 16,-6 4 0-16,-5 8 0 0,-4 10-357 15,3 7-559-15,6 11 23 0,1 5-1600 0</inkml:trace>
  <inkml:trace contextRef="#ctx0" brushRef="#br0" timeOffset="9866.94">24644 8002 4029 0,'0'0'701'0,"0"0"-177"0,0 0 720 15,0 0-643-15,-8-34-101 0,12 11 93 16,0-5-593-16,-2-1 0 0,-2-2 0 15,0-5 0-15,0-7 0 0,0-8 0 16,0-6 0-16,4-6 0 0,3-2 0 16,1 0 0-16,6 1 0 0,5 1 0 15,8 6 0-15,2 5 0 0,6 7 0 16,0 5 0-16,0 7 0 0,0 7 0 16,-2 8 0-16,-4 6 0 0,0 6 0 15,-4 5 0-15,-2 4 0 16,-7 9 0-16,-3 2 0 0,-5 4 0 15,-6 7 0-15,-2 2 0 0,-6 3 0 16,-4 3 0-16,-3-1 0 16,-1 2 0-16,-3-2 0 0,-1-1 0 15,-3-2 0-15,2-6 0 0,1-1 0 16,1-8 0-16,5-3 0 16,3-3 0-16,5-6 0 0,2 2 0 15,0-3 0-15,2-1 0 0,0 0 0 16,0-1 0-16,8-5 0 0,3-2 0 15,3 1 0-15,5 2 0 0,-5 2 0 16,5 3 0-16,-3 1 0 0,1 4 0 16,0 1 0-16,5 5 0 0,-3-2 0 15,-3 2 0-15,-3 1 0 0,-3 2 0 16,-6 2 0-16,-4-1 0 0,-6 4 0 16,-8 1 0-16,-9 3 0 15,-8 2 0-15,-8 2 0 0,-9-1 0 16,-4-2 0-16,1-5 0 0,1-6 0 15,7-9 0-15,8-4 0 0,12-10 0 16,17-9-613-16,10-5-223 16,8 5-565-16,9-3-2757 0</inkml:trace>
  <inkml:trace contextRef="#ctx0" brushRef="#br0" timeOffset="10436.28">25740 7202 4698 0,'0'0'1080'0,"0"0"-308"0,0 0 369 16,0 0-721-16,0 0-339 0,0 0-81 15,0 0 0-15,0 0 0 0,0 0 0 16,0 0 0-16,-48 33 0 0,11-12 0 16,-4 2 0-16,-1-1 0 15,7-1 0-15,-2-3 0 0,4-1 0 16,4 1 0-16,4-4 0 0,7 0 0 15,7-2 0-15,7 0 0 16,4-3 0-16,4 0 0 0,9-2 0 16,3-1 0-16,7-1 0 0,6-3 0 15,4 0 0-15,6 1 0 0,3-1 0 16,-3 1 0-16,-2 0 0 16,-8 3 0-16,-4-1 0 0,-5 1 0 15,-5-1 0-15,-5-1-413 0,-4-1-2344 16,-1-2-1409-16</inkml:trace>
  <inkml:trace contextRef="#ctx0" brushRef="#br0" timeOffset="10838.33">26267 7177 6659 0,'0'0'816'0,"0"0"-136"0,0 0-643 0,-31-37-37 16,10 35 0-16,-4 2 0 15,3 5 0-15,-5 8 0 0,-2 8 0 16,2 5 0-16,0 6 0 0,4 8 0 15,9 7 0-15,4 1 0 0,10 2 0 16,8-2 0-16,10-6 0 0,9-10 0 16,6-6 0-16,5-8 0 0,5-8 0 15,2-7 0-15,-1-9 0 0,3-8 0 16,-3-9 0-16,-3-6 0 0,-8-7 0 16,-6 1 0-16,-8-6 0 15,-13 1 0-15,-6-4 0 0,-8-1 0 16,-11-2 0-16,-2-2 0 0,-1 0 0 15,-3 7 0-15,8 11 0 0,-1 8-1377 16</inkml:trace>
  <inkml:trace contextRef="#ctx0" brushRef="#br0" timeOffset="22204.72">22955 11794 1512 0,'0'0'132'16,"0"0"-132"-16,0 0-20 0,0 0-56 15,0 0 68-15,0 0 8 0,0 0 32 16,0 0-32-16,0 0-72 0,23-7-988 0</inkml:trace>
  <inkml:trace contextRef="#ctx0" brushRef="#br0" timeOffset="22699.53">22672 11717 3245 0,'0'0'328'0,"0"0"24"15,0 0-96-15,0 0-63 0,0 0 231 16,0 0-52-16,0 0 132 0,0 0 649 16,0 0-305-16,0 0-331 0,-6 10-517 15,6-10 0-15,0 0 0 16,0 0 0-16,0 0 0 0,0 0 0 16,0 0 0-16,0 1 0 0,4 1 0 15,13 2 0-15,14-1 0 16,10 0 0-16,13-3 0 0,4 0 0 15,4-3 0-15,-2 1 0 0,-5-2 0 16,-5 3 0-16,-11 0 0 0,-10 1 0 16,-6 0 0-16,-11 0 0 15,-5 0 0-15,-3 0 0 0,-2 0 0 16,-2 0 0-16,2 1 0 0,0 1 0 16,0 0 0-16,0 0 0 0,0-1 0 15,0 1 0-15,0-1 0 0,0-1 0 16,0 0-17-16,3 0-851 0,-3-6-1781 0</inkml:trace>
  <inkml:trace contextRef="#ctx0" brushRef="#br0" timeOffset="27812.65">22939 2727 4606 0,'0'0'896'0,"0"0"-152"0,0 0 253 15,0 0-625-15,0 0-160 0,0 0 120 16,0 0-299-16,0 0-33 0,0 0 0 15,33-31 0-15,-25 31 0 16,-2 0 0-16,5 3 0 0,-5-1 0 16,-2 3 0-16,0 1 0 0,-4-2 0 15,0 1 0-15,-6 2 0 0,-4 0 0 16,-7 0 0-16,1-2 0 0,-1-1 0 16,5-3 0-16,1-1 0 0,7 0 0 15,-2-1 0-15,4-2 0 16,2 2 0-16,-2-1 0 0,2-2 0 15,2 1 0-15,2-1 0 0,0 1 0 16,7-1 0-16,-5 1 0 0,-2-1 0 16,4 3 0-16,0 0 0 15,-1 1 0-15,1 1 0 0,-4 2 0 16,0 6 0-16,0 1 0 0,-2 1 0 16,-2-3 0-16,0 2 0 0,0-6 0 15,2 0-261-15,-2 0-967 0,0-7-4127 0</inkml:trace>
  <inkml:trace contextRef="#ctx0" brushRef="#br0" timeOffset="32445.73">8701 3353 2965 0,'0'0'1425'0,"0"0"-901"0,0 0 76 15,0 0-272-15,6 44-120 0,0-21 64 16,4 3-104-16,1 3-11 0,-1 1 95 16,0 3-80-16,5 3 12 0,-5 4 84 15,7 2-168-15,-7 4 12 0,0 1 132 16,1 0-108-16,-5 3-59 0,4-2-77 15,-4 1 0-15,5-4 0 16,-1-2 0-16,0-3 0 0,1-3 0 16,3-1 0-16,-1-2 0 0,-3-2 0 15,-4 0 0-15,2-3 0 0,-1-2 0 16,-3-1 0-16,-4-2 0 0,2-2 0 16,-2-1 0-16,0-3 0 15,0-2 0-15,0-5 0 0,0-3 0 16,0-3 0-16,0-2 0 0,0 0 0 15,-2-1 0-15,-2-2 0 16,-3-2 0-16,-7-6 0 0,-3-5 0 16,1-5 0-16,-5-2 0 0,3-4 0 15,-1-1 0-15,-2-2 0 0,1 0 0 16,3 2 0-16,-2 2 0 0,13 8 0 16,0 6 0-16,2 5 0 0,4 1 0 15,0 2 0-15,0 0 0 0,0 1 0 16,0 0 0-16,0 2 0 0,0 5 0 15,6 7 0-15,9 6 0 16,-1 6 0-16,5 4 0 0,-1-3 0 16,3 1 0-16,-2-2 0 0,-1 0 0 15,3-4 0-15,-5-4 0 0,-3-7 0 16,1-6 0-16,3-5 0 16,-3-3 0-16,-1-9 0 0,1-7 0 15,-4-6 0-15,-3-5 0 0,1-2 0 16,-2 2 0-16,-6 0 0 0,4 4 0 15,-4 7-277-15,0 2-3140 0</inkml:trace>
  <inkml:trace contextRef="#ctx0" brushRef="#br0" timeOffset="37071.87">24828 11065 5090 0,'0'0'888'16,"0"0"-115"-16,6-37 487 0,-6 31-1079 16,0 5-181-16,-4 1 0 0,0 5 0 15,-4 9 0-15,-2 13 0 16,1 7 0-16,1 9 0 0,4 3 0 16,0 0 0-16,-2 5 0 0,-3 2 0 15,-1 4 0-15,0 1 0 0,1 0 0 16,3-3 0-16,2-2 0 0,4-9 0 15,4-8 0-15,6-8 0 0,11-10 0 16,2-9 0-16,4-9 0 0,6-9 0 16,0-14 0-16,0-6 0 15,-6-6 0-15,-11-3 0 0,-7 6 0 16,-14 3 0-16,-11 4 0 0,-13 7 0 16,-8 7 0-16,-7 6 0 0,-1 7 0 15,-1 7 0-15,7 3 0 16,6-5 0-16,12-2 0 0,7-3-1025 15,12-5-1388-15</inkml:trace>
  <inkml:trace contextRef="#ctx0" brushRef="#br0" timeOffset="37740.25">25064 11706 1584 0,'0'0'248'15,"0"0"3414"-15,0 0-2866 0,0 0-95 0,0 0 179 0,-33 4-559 0,27-12-321 0,-1-7 0 16,1-7 0-16,4-7 0 0,2 0 0 16,4-2 0-16,4 3 0 0,3 3 0 15,-1 3 0-15,1 8 0 0,-1 6 0 16,2 4 0-16,1 2 0 0,1 2 0 15,5 2 0-15,-1 1 0 0,5 1 0 16,-2 2 0-16,-3 3-325 0,-5 0-2592 16,-5-1-2005-16</inkml:trace>
  <inkml:trace contextRef="#ctx0" brushRef="#br0" timeOffset="38065.28">25235 11682 7207 0,'0'0'832'0,"0"0"-679"0,0 0-153 16,0 0 0-16,0 0 0 0,9-35 0 15,-3 17 0-15,-2-1 0 0,0-1 0 16,-2 1 0-16,-2 1 0 0,-2 3 0 15,-2 4 0-15,-4 5 0 0,-3 6 0 16,-3 1 0-16,-3 9 0 0,1 8 0 16,-1 4 0-16,5 3 0 0,4 3 0 15,8-2 0-15,4-2 0 16,10-2 0-16,7-6 0 0,4-2 0 16,4-5 0-16,2-6 0 0,4-3 0 15,0-3-153-15,2-8-775 16,-10 3-185-16,0-5-1724 0</inkml:trace>
  <inkml:trace contextRef="#ctx0" brushRef="#br0" timeOffset="38409.61">25539 11519 5122 0,'0'0'720'0,"0"0"-192"0,-43-14 257 15,26 9-633-15,1 2 24 0,-1 3 176 16,3 3-216-16,-1 4 12 0,3 8-75 16,2 5-73-16,-1 6 0 0,3 3 0 15,2 2 0-15,2-4 0 16,4-3 0-16,8-6 0 0,4-7 0 16,7-8 0-16,2-3 0 0,3-11 0 15,1-3 0-15,-2-4 0 16,-4-1 0-16,-3 0 0 0,-6 3 0 15,-1 4 0-15,-5 2 0 0,-2 4 0 16,0 3 0-16,0 0 0 0,0 3 0 16,-2 7 0-16,0 15 0 15,0 4 0-15,0 7 0 0,2-1 0 16,2-3-297-16,5-3-87 0,1-6-777 16,0-6-403-16,1-4-1102 0</inkml:trace>
  <inkml:trace contextRef="#ctx0" brushRef="#br0" timeOffset="38853.5">25707 11028 5738 0,'0'0'1729'0,"0"0"-1004"0,0 0-725 0,0 0 0 16,-6 65 0-16,10-15 0 0,0 10 0 15,0 1 0-15,0-3 0 16,0 2 0-16,0 0 0 0,0-1 0 15,-1-1 0-15,-3-3 0 0,0-5 0 16,0-7 0-16,0-7 0 0,0-7-217 16,-3-10-935-16,1-9-2046 0</inkml:trace>
  <inkml:trace contextRef="#ctx0" brushRef="#br0" timeOffset="39187.58">25742 11512 6474 0,'0'0'993'0,"0"0"-268"15,27-49-725-15,-7 34 0 16,1 0 0-16,2 4 0 0,-3 3 0 16,1 2 0-16,-6 3 0 0,-3 3 0 15,-2 0 0-15,-6 3 0 16,-1 0 0-16,-3 1 0 0,0 2 0 15,-11 6 0-15,-5 8 0 0,-5 3 0 16,-8 7 0-16,2-1 0 0,2 0 0 16,3 0 0-16,7 0 0 15,5-3 0-15,10-3 0 0,6-5 0 16,9-2 0-16,5-6 0 0,7-4 0 16,2-5 0-16,2-1 0 0,0-4 0 15,-2-2 0-15,-2-1 0 0,-2 0-753 16,-9 1-1588-16</inkml:trace>
  <inkml:trace contextRef="#ctx0" brushRef="#br0" timeOffset="39684.26">26087 11474 5986 0,'0'0'933'0,"0"0"-273"0,-31-37-47 0,21 30-613 0,-3 5 0 0,3 4 0 16,0 8 0-16,-3 10 0 0,-1 3 0 15,1 6 0-15,-1 3 0 16,4 2 0-16,5-1 0 0,5-2 0 16,9-5 0-16,3-5 0 0,5-7 0 15,3-7 0-15,1-7 0 16,2-6 0-16,-1-11 0 0,-3-1 0 15,-2-4 0-15,-5-2 0 0,-2 2 0 16,-1 0 0-16,-3 7 0 0,-2 3 0 16,-2 6 0-16,-2 6 0 15,0 0 0-15,0 5 0 0,-4 7 0 16,0 6 0-16,0 5 0 0,-1 1 0 16,3-5 0-16,2-3-469 0,0-6-1044 15,0-4-199-15,5-5-694 0</inkml:trace>
  <inkml:trace contextRef="#ctx0" brushRef="#br0" timeOffset="40086.48">26265 11501 6214 0,'0'0'1473'15,"0"0"-968"-15,0 0-505 16,0 0 0-16,0 0 0 0,0 0 0 16,0 0 0-16,-6 56 0 0,4-34 0 15,-1 0 0-15,3-2 0 16,5-3 0-16,3-2 0 0,4-4 0 15,5-3 0-15,-1-7 0 0,5-1 0 16,0-5 0-16,-3-8 0 0,3-2 0 16,-7-3 0-16,1-2 0 15,-5-1 0-15,-1 3 0 0,-3 3 0 16,-2 6 0-16,-4 3 0 0,0 5 0 16,-2 2 0-16,-2 8 0 0,-5 8 0 15,3 4 0-15,2 3 0 0,4 0 0 16,2-9 0-16,8-1 0 0,3-4 0 15,1-5 0-15,3-4 0 0,1-1 0 16,-1-5 0-16,-5-3 0 0,1-6 0 16,-7-2 0-16,-2 1 0 15,-4-4 0-15,0-1 0 0,-8-1 0 16,0-1 0-16,-3 1 0 0,1 2 0 16,4 6 0-16,6 5 0 0,0 5 0 15,12 3 0-15,3 0 0 16,-1 0-405-16,5 4-844 0,-3-2-167 15,-1 2-253-15</inkml:trace>
  <inkml:trace contextRef="#ctx0" brushRef="#br0" timeOffset="40862.97">26699 11483 4922 0,'0'0'2021'16,"0"0"-1117"-16,0 0-559 0,0 0-345 16,0 0 0-16,-35-17 0 0,24 22 0 15,-3 10 0-15,0 9 0 0,-3 5 0 16,5 3 0-16,3 0 0 0,3 0 0 15,4-5 0-15,4-3 0 0,6-5 0 16,5-6 0-16,3-6 0 0,3-7 0 16,2-2 0-16,-3-10 0 0,-1-3 0 15,-3-7 0-15,-3 0 0 16,-3-5 0-16,-2 0 0 0,-2 1 0 16,-2 5 0-16,-2 2 0 0,0 8 0 15,0 7 0-15,-2 4 0 16,-2 2 0-16,0 11 0 0,0 9 0 15,2 4 0-15,0 4 0 0,0-3 0 16,2-3 0-16,0-6 0 0,6-5 0 16,6-6-425-16,5-6-771 15,3-1 311-15,-3-8 185 0,-3-4-37 16,-1-1 165-16,-5-3 372 0,-2 0 200 16,-4 0 20-16,0 5-4 0,-2 0 24 15,0 7 24-15,0 1 224 0,0 3 309 16,0 0-297-16,-2 0-64 0,2 2-36 15,-2 6-40-15,0 2 68 0,2 3 164 16,-2 3-188-16,2-1-36 0,0-2 41 16,4-1-137-16,0-4-20 0,3-2 20 15,1-1-20-15,2-5 60 16,3 0 52-16,1-5-124 0,-2-3 28 16,3-5 100-16,-1-5-20 0,1-1-16 15,-1-1 152-15,1-2-164 16,-3-1-32-16,-1-3-67 0,-1-2-21 15,-2 0 0-15,2 3 0 0,-1 5 0 16,-1 7 0-16,-4 6 0 0,0 4 0 16,-2 3 0-16,2 3 0 15,1 9 0-15,-3 8 0 0,2 7 0 16,-2 8 0-16,0 3 0 0,0 3 0 16,0 7 0-16,2 5 0 0,-2 3 0 15,-2 4 0-15,-2 2 0 0,-8 4 0 16,-5 1 0-16,-7 0 0 0,-7-2 0 15,-4-2 0-15,-5-5 0 0,1-9 0 16,2-8 0-16,0-9 0 0,0-8 0 16,-2-10 0-16,-1-7 0 15,1-7 0-15,2-7 0 0,0-7 0 16,6-10 0-16,2-5 0 0,6-7 0 16,7-1 0-16,10 8 0 0,6 9 0 15,14 3 0-15,11 3 0 16,6-2 0-16,7-6 0 0,3-1 0 15,5-2 0-15,-3-2 0 0,5-4 0 16,-3-3 0-16,-10 6-1441 16,-1-3-3210-16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26:37.09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19439 1064 2237 0,'0'0'2593'0,"0"0"-1941"0,-8-40-104 15,0 29 461-15,-3 0-553 0,-3 1-148 16,-3 1 28-16,-3 0-283 0,-1 3-53 16,-4 2 0-16,2 2 0 15,3 2 0-15,-3 5 0 0,-2 5 0 0,5 5 0 16,-1 2 0-16,0 5 0 15,5 0 0-15,5 2 0 0,1 1 0 16,4 0 0-16,6 0 0 0,2 1 0 16,12 0-9-16,11 0 5 15,4 0-12-15,6 1 16 0,7 0 0 16,1 0 8-16,5-3-8 0,-3-1 0 16,-2-1-44-16,-5-1-128 0,-9-2-180 15,-9-1 236-15,-12-1 108 0,-8 0 0 16,-6 0 8-16,-10 1 20 0,-13 3 284 15,-10-1-104-15,-7-2-3 0,-4-2-197 16,3-6 0-16,1-4 0 0,3-6 0 16,4-5 0-16,4-8 0 15,12-5-953-15,10 4-328 0,9-2-336 0</inkml:trace>
  <inkml:trace contextRef="#ctx0" brushRef="#br0" timeOffset="345.59">19708 1074 5790 0,'0'0'628'0,"0"0"-223"16,-6 43 315-16,8-12-376 15,2 3-68-15,0 1-247 0,0 2-29 16,-2 2 0-16,-2 2 0 0,4 1 0 15,-4-1 0-15,0-2 0 0,2-3 0 16,3-5 0-16,-1-8 0 0,2-6-781 16,-2-7-516-16,4-4-1904 0</inkml:trace>
  <inkml:trace contextRef="#ctx0" brushRef="#br0" timeOffset="679.08">19919 1339 6282 0,'0'0'437'16,"0"0"447"-16,-48 2-356 0,42 3-467 15,-4-2-61-15,6 4 0 0,-3 6 0 16,1 5 0-16,-2 7 0 0,2 2 0 16,6 3 0-16,4 0 0 0,2-1 0 15,4-2 0-15,5-5 0 16,1-4 0-16,1-5 0 0,-1-7 0 15,5-6 0-15,-2 0 0 0,-1-9 0 16,-3-4 0-16,1-5 0 0,-5-3 0 16,-5-1 0-16,-4-2 0 0,-2 1 0 15,-4 1 0-15,-7 0 0 16,-1 1 0-16,0 3 0 0,1 4 0 16,5 5 0-16,4 4-521 0,2 1-1260 15,0 1 52-15,2-3-1036 0</inkml:trace>
  <inkml:trace contextRef="#ctx0" brushRef="#br0" timeOffset="1052.52">20028 1440 5682 0,'0'0'780'16,"-6"34"25"-16,2-17-289 0,4-3-208 16,0-2-207-16,6-1-101 15,-2-2 0-15,7-2 0 0,-1-2 0 16,4-4 0-16,5-1 0 0,-4-6 0 15,7 0 0-15,-7-4 0 0,-1 1 0 16,-1 0 0-16,-3-2 0 0,-2 1 0 16,1 2 0-16,-5 1 0 0,0 4 0 15,-2 1 0-15,0 2 0 16,0 0 0-16,2 0 0 0,2 5 0 16,-2 6 0-16,-1 5 0 0,1 2 0 15,-4 1 0-15,0-2 0 0,6-2 0 16,-2-2 0-16,6-3 0 0,1-1 0 15,3-2 0-15,5-2 0 16,-1-5 0-16,3 0 0 0,0-2 0 0,-1-7 0 16,-1-4 0-16,-3-1 0 15,-5-4 0-15,-7-2 0 0,2 2 0 16,-6-1 0-16,-2-2 0 0,-2 0 0 16,-2-3 0-16,0 5 0 15,3-2 0-15,3 4 0 0,0 4-825 16,5-3-2000-16</inkml:trace>
  <inkml:trace contextRef="#ctx0" brushRef="#br0" timeOffset="1863.04">21395 1306 5194 0,'0'0'1100'0,"0"0"-395"15,0 0 27-15,-38-22-271 16,18 19-461-16,-7 2 0 0,0 1 0 16,2 1 0-16,-2 2 0 0,5 1 0 15,1 0 0-15,7 1 0 0,1 0 0 16,5 4 0-16,6 0 0 0,2 2 0 15,0 1 0-15,2-1 0 16,8 0 0-16,1 0 0 0,7 1 0 16,1 1 0-16,6 1 0 0,1 0 0 15,1-1 0-15,2 0 0 0,-2-4 0 16,-4 1 0-16,-3-1-57 0,-7-1-179 16,-9-1 84-16,2-1 128 15,-4-1 24-15,-2 2 64 0,-8 3 124 16,-4 5 29-16,-9 1-217 0,-4 0 0 15,-2-2 0-15,-4-4 0 0,4 1 0 16,1-5 0-16,-3 1 0 16,2-4 0-16,4-2 0 0,4-1-1009 15,9-9-44-15,6 1-223 0,4-8-2578 0</inkml:trace>
  <inkml:trace contextRef="#ctx0" brushRef="#br0" timeOffset="2103.69">21572 896 5702 0,'0'0'768'0,"0"0"-359"15,0 0 215-15,0 0-468 0,-12 46 24 16,10 0 173-16,-4 11-353 0,6 6 0 16,-4 2 0-16,2-3 0 15,-3 2 0-15,5 0 0 0,-2-4 0 16,0-6 0-16,-4-5 0 0,6-5 0 15,0-6 0-15,0-9 0 0,0-5 0 16,4-7 0-16,0-8-677 0,-4-4-880 16,2-5-508-16</inkml:trace>
  <inkml:trace contextRef="#ctx0" brushRef="#br0" timeOffset="2258.23">21368 1320 6719 0,'0'0'924'0,"0"0"-444"0,0 0-411 15,0 0-69-15,58-4 0 16,-25 3 0-16,2 1 0 0,2 0 0 0,-6 2 0 16,0 2 0-16,0 2 0 15,2 1 0-15,2 2-805 0,-6-3-384 16,-4 1-2260-16</inkml:trace>
  <inkml:trace contextRef="#ctx0" brushRef="#br0" timeOffset="2709.28">21841 1385 6070 0,'0'0'577'16,"0"0"35"-16,-29-43 108 0,17 32-507 16,-1 3-213-16,-1 6 0 0,0 2 0 15,-1 10 0-15,-4 7 0 16,7 7 0-16,0 5 0 0,-1 1 0 16,7 2 0-16,0-2 0 0,6 1 0 15,0 0 0-15,2-3 0 0,8-1 0 16,1-6 0-16,1-4 0 0,2-5 0 15,3-5 0-15,2-3 0 16,-3-4 0-16,1-4 0 0,3-5 0 16,-5-8-53-16,-3 0-239 0,3-2 36 15,-5 0-156-15,-4 3 292 0,2 5 48 16,-1 5-88-16,-3 4 0 0,2 2 92 16,2 9 19-16,3 5 9 15,1 6 40-15,0 2 0 0,1 0-16 0,-3-4 16 16,-2-3 0-16,-1-2-8 15,1-3 8-15,-6-2 60 0,-2-4 137 16,0-2 83-16,0-2 284 0,0 0-164 16,0-2-195-16,0-5-205 0,-2-7 0 15,-6-9 0-15,1-5 0 16,3-3 0-16,2 2 0 0,4 6 0 16,7 0 0-16,3 1 0 0,2 2 0 15,5-3 0-15,2 2 0 0,1-1 0 16,-1-4 0-16,-2-1 0 0,1-3-1221 15,-1 7-1012-15</inkml:trace>
  <inkml:trace contextRef="#ctx0" brushRef="#br0" timeOffset="2896.98">22292 966 7363 0,'0'0'144'0,"0"0"541"0,0 0-685 16,0 0 0-16,0 0 0 0,0 0 0 15,0 0 0-15,-13 53 0 0,18-9 0 16,9 13 0-16,3 5 0 0,-1 2 0 16,-1 0 0-16,-9-3 0 0,-6-1 0 15,-6 0 0-15,-3-5 0 16,-5-3 0-16,-1-9-61 0,5-14-2756 16,0-7-461-16</inkml:trace>
  <inkml:trace contextRef="#ctx0" brushRef="#br0" timeOffset="3033.63">22193 1402 6631 0,'0'0'396'16,"37"-32"668"-16,-17 18-963 0,-1 7-101 15,-2 3 0-15,-5 2 0 0,5 0 0 16,-3 1 0-16,1 0 0 0,1-1 0 16,1-1 0-16,5 0 0 0,1-1-125 15,-6 1-2128-15,1-2-368 0</inkml:trace>
  <inkml:trace contextRef="#ctx0" brushRef="#br0" timeOffset="3501.57">22635 1427 5066 0,'0'0'524'16,"0"0"136"-16,0 0 341 0,0 0-669 16,0 0-236-16,0 0 4 0,-2 35 72 15,14-7 40-15,3 5-183 16,-1-1-29-16,-1-4 0 0,1-3 0 16,-1-5 0-16,-3-3 0 0,0-6 0 15,1-4 0-15,-7-5 0 0,2-3 0 16,4-10 0-16,1-5 0 0,-1-7 0 15,-4-7 0-15,4 1 0 16,-5-2 0-16,-1 0 0 0,-4 1 0 16,0 2 0-16,-2 3 0 0,0 4 0 15,-3 6-101-15,5 6-999 0,0 5-105 16,0 3-1292-16,7 1-764 0</inkml:trace>
  <inkml:trace contextRef="#ctx0" brushRef="#br0" timeOffset="3889.33">22902 2164 5326 0,'0'0'724'0,"0"0"1"0,0 0 363 15,0 0-759-15,-38-54-329 16,34 11 0-16,4-13 0 0,0-10 0 16,9-12 0-16,-3-8 0 0,4 0 0 15,2 1 0-15,3 8 0 0,6 13 0 16,1 18 0-16,5 14 0 0,-2 11 0 16,2 10 0-16,-8 3 0 0,-3 6 0 15,-1 4 0-15,-1 6 0 16,0 3 0-16,5 6 0 0,-4 3 0 15,-7 2 0-15,-6 1 0 0,-6 1 0 16,-11 1 0-16,-5 0 0 0,-5 1 0 16,-2-4 0-16,-2-4 0 0,4-4 0 15,0-8 0-15,7-4-1401 16,1-3-1045-16</inkml:trace>
  <inkml:trace contextRef="#ctx0" brushRef="#br0" timeOffset="4292.13">23402 1698 5630 0,'0'0'732'0,"37"6"373"15,-14 7-380-15,-3 3-725 16,-3 4 0-16,-7 1 0 0,-1 2 0 16,-9 0 0-16,0 3 0 0,-13 2 0 15,-7 2 0-15,-7 0 0 0,-2-3 0 16,2-4 0-16,0-8 0 0,15-7 0 16,1-5-217-16,7-3-1928 15,-2-12-1613-15</inkml:trace>
  <inkml:trace contextRef="#ctx0" brushRef="#br0" timeOffset="4802.63">24063 885 4478 0,'0'0'280'0,"0"0"896"0,0 0-503 15,0 0-177-15,0 0 28 0,0 0-328 16,0 0 68-16,-10 63-159 0,16-7-105 16,-2 20 0-16,3 8 0 0,-5 3 0 15,-4-5 0-15,-9-11 0 16,-1-4 0-16,-1-7 0 0,1-8 0 16,0-7 0-16,3-10 0 0,5-11 0 15,2-8 0-15,2-10 0 0,0-5 0 16,2-3 0-16,13-14 0 0,5-16 0 15,7-10 0-15,2-7 0 0,0 2 0 16,-4 8 0-16,0 8 0 16,-5 12 0-16,-7 7 0 0,-1 10 0 15,-8 6 0-15,-2 12 0 0,0 12 0 16,-2 6 0-16,0 3 0 0,0-1 0 16,0-4 0-16,7-3 0 0,1-1 0 15,2-6 0-15,3-3-61 16,1-7-967-16,-4-5-1405 0,3-7-761 0</inkml:trace>
  <inkml:trace contextRef="#ctx0" brushRef="#br0" timeOffset="4961.13">24460 1446 7067 0,'0'0'1125'16,"0"0"-1125"-16,-16 42 0 0,3-9 0 15,-1 4 0-15,3-6 0 0,5-1 0 16,4-4 0-16,2-5 0 0,6-7 0 15,3-3 0-15,-1-5 0 16,2-6-285-16,-3-2-995 0,-3-8-493 0</inkml:trace>
  <inkml:trace contextRef="#ctx0" brushRef="#br0" timeOffset="5064.35">24549 1127 6550 0,'0'0'273'0,"0"0"-229"16,0 0 76-16,0 0-120 0,0 0-252 15,0 0-549-15,0 0-1772 0</inkml:trace>
  <inkml:trace contextRef="#ctx0" brushRef="#br0" timeOffset="5486.12">24772 1552 7355 0,'-35'-14'628'0,"6"2"-419"15,-4 2-209-15,4 3 0 16,11 7 0-16,-1 6 0 0,5 9 0 16,5 7 0-16,1 0 0 0,8 3 0 15,0-3 0-15,12-5 0 0,5-2 0 16,2-9 0-16,1-2 0 0,1-4 0 16,-2-8 0-16,-1-3 0 0,-1-3 0 15,-3-2 0-15,-1 0 0 16,-3 1 0-16,-2 2 0 0,-2 6 0 15,1 3 0-15,-1 5 0 0,2 9 0 16,0 14 0-16,3 9 0 0,-1 9 0 16,-6 2 0-16,-2 1 0 0,-2 2 0 15,-6 0 0-15,-4 2 0 16,-5-2 0-16,-3-1 0 0,-3-3 0 16,-2-4 0-16,2-5 0 0,-3-6 0 15,1-8 0-15,2-7 0 0,7-9 0 16,3-9 0-16,5-14 0 0,6-12 0 15,2-14 0-15,9-12 0 16,5-12-269-16,7-11-783 0,-2 14-321 0,-1-6-2817 16</inkml:trace>
  <inkml:trace contextRef="#ctx0" brushRef="#br0" timeOffset="5766.16">24996 1090 6915 0,'0'0'712'16,"0"0"-260"-16,-21 40-339 0,11-2-113 15,1 11 0-15,3 3 0 0,4 4 0 16,2 2 0-16,4-5 0 16,4-2 0-16,1-6 0 0,1-7 0 0,-2-5 0 15,-1-8 0-15,-1-9 0 16,-2-8 0-16,-2-7 0 0,2-1 0 16,4-13 0-16,7-8 0 0,1-6 0 15,3-2 0-15,-5 7 0 0,1 8 0 16,-5 7 0-16,-6 6 0 0,-2 1 0 15,3 9 0-15,-1 9 0 16,2 10 0-16,-2 4 0 0,0-3 0 0,4-4 0 16,-1-9 0-16,9-5 0 15,3-6 0-15,4-5 0 0,-5-4-853 16,1-6-5338-16</inkml:trace>
  <inkml:trace contextRef="#ctx0" brushRef="#br0" timeOffset="6308.1">26068 1482 1412 0,'0'0'3354'0,"0"0"-2130"0,0 0-355 0,-10-43 287 16,4 23-979-16,-4-3-177 0,-3 3 0 15,-1 3 0-15,-3 4 0 16,1 8 0-16,1 8 0 0,-1 13 0 16,-1 15 0-16,-2 9 0 0,1 10 0 15,3 2 0-15,7-2 0 0,6-5 0 16,4-4 0-16,6-7 0 0,7-10 0 16,6-6 0-16,-1-9 0 15,7-9 0-15,2-8 0 0,-6-3-1041 16,0-8-464-16</inkml:trace>
  <inkml:trace contextRef="#ctx0" brushRef="#br0" timeOffset="6494.5">26149 1069 6378 0,'0'0'837'0,"0"0"119"16,0 0-935-16,0 0-21 0,-8 44 0 15,2 1 0-15,1 10 0 0,-1 5 0 16,-2 0 0-16,4-5 0 0,-2-1 0 15,4-3 0-15,2-3 0 16,0-3 0-16,6-4 0 0,2-7 0 0,4-6 0 16,5-6-889-16,-3-9-328 15,1-7-1816-15</inkml:trace>
  <inkml:trace contextRef="#ctx0" brushRef="#br0" timeOffset="6851.47">26362 1333 6294 0,'0'0'1101'0,"0"0"-304"0,-33-35-797 16,18 39 0-16,1 13 0 0,-5 5 0 16,3 8 0-16,1 2 0 15,3 3 0-15,2-1 0 0,1-2 0 16,7-2 0-16,2-1 0 0,0-3 0 16,6-3 0-16,3-7 0 0,1-7 0 15,5-5 0-15,-1-5 0 0,3-9 0 16,3-7 0-16,-3-7 0 0,1-2 0 15,-5-4 0-15,-3 3 0 16,-2 3 0-16,1 5 0 0,-7 8 0 16,2 4 0-16,-4 5 0 0,0 2 0 15,2 4 0-15,0 8 0 0,-2 6 0 16,2 4 0-16,-2 4 0 0,0 0 0 16,0-4 0-16,0 0 0 15,0-3 0-15,2-1-309 0,0-4-223 16,0-7-104-16,9-5-729 0,3-6 429 15,3-10 347-15,5-7 417 0,-3-5-164 16,-3 0-424-16,-1 6-645 0,-5 2 253 16</inkml:trace>
  <inkml:trace contextRef="#ctx0" brushRef="#br0" timeOffset="7248.47">26550 1481 3009 0,'0'0'1373'0,"0"0"-173"16,0 0-732-16,0 0-140 0,4 34 113 16,-4-10-141-16,-2 3-44 0,0-4 56 15,0-2-220-15,2-3-12 0,0-4 0 16,0-4-76-16,0-5 4 0,0-3-8 15,2-1-4-15,0-1 4 16,2-4 76-16,2-10-52 0,3-8 8 0,-1-6-8 16,0-1-24-16,1 0 0 15,-3 5 0-15,0 1-28 0,0 7 28 16,-4 7-4-16,0 5-28 0,0 4 0 16,0 0-40-16,1 6 56 0,1 6 16 15,0 5 40-15,0 3-32 16,-2 2 0-16,0-1 12 0,0-3-4 15,0-1-16-15,0 0 12 0,0-3-4 16,0-1-8-16,-2-3 8 0,2-4 4 16,-2-4-12-16,3-1 20 0,-3-1-8 15,6-1 0-15,2-7 85 16,6-11-97-16,5-5 0 0,2-5 0 16,1 1 0-16,-5 7 0 0,2 4 0 15,-9 6 0-15,-2 7 0 0,-4 3 0 16,-4 2 0-16,0 8 0 0,0 9 0 15,-2 7 0-15,-2 2 0 16,2 3 0-16,0-5 0 0,2 0 0 16,2 0 0-16,2 1 0 0,4-1-289 15,-1-4-1988-15,-3-2-484 0</inkml:trace>
  <inkml:trace contextRef="#ctx0" brushRef="#br0" timeOffset="7571.29">26821 2356 5310 0,'0'0'632'0,"0"0"-296"0,0 0 273 0,0 0-409 15,-13-57-96-15,11 17 188 16,-2-9 48-16,0-8-4 0,0-10-303 16,0-14-33-16,2-9 0 0,2-2 0 15,4 2 0-15,10 10 0 0,7 14 0 16,2 13 0-16,4 13 0 0,2 10 0 15,-5 5 0-15,-3 7 0 16,-11 8 0-16,-3 5 0 0,-3 3 0 16,-4 2 0-16,0 4 0 0,2 5 0 15,0 7 0-15,0 6 0 0,-2 3 0 16,0 5 0-16,-4-1 0 0,0 5 0 16,-2-1 0-16,1-2 0 15,-1-2 0-15,0-4-93 0,2-6-643 16,0-6-189-16,0-5-1836 0</inkml:trace>
  <inkml:trace contextRef="#ctx0" brushRef="#br0" timeOffset="7722.84">27133 1471 6587 0,'0'0'772'0,"-6"47"61"16,0-15-833-16,1 1 0 0,3-5 0 15,0-2 0-15,0-2 0 16,2-5 0-16,2-3 0 0,0-7 0 16,0-5 0-16,1-3-1413 0,1-3-792 0</inkml:trace>
  <inkml:trace contextRef="#ctx0" brushRef="#br0" timeOffset="7860.44">27197 1058 6947 0,'0'0'0'16,"0"0"-364"-16,0 0 211 0,19 40 77 16,-13-10-360-16,0 7-672 0,0-6 283 15,1 5-363-15</inkml:trace>
  <inkml:trace contextRef="#ctx0" brushRef="#br0" timeOffset="8453.83">27212 1692 5214 0,'0'0'1421'16,"0"0"-773"-16,0 0-96 0,0 0-195 15,0 0-357-15,0 0 0 16,31-34 0-16,-7-8 0 0,5-3 0 0,0 6 0 16,-2 8 0-16,0 6 0 15,-6 8 0-15,-7 6 0 0,-6 7 0 16,-8 6 0-16,0 8 0 0,-2 8 0 16,-8 7 0-16,2 3 0 15,2 1 0-15,1-3 0 0,5-2 0 16,2-3 0-16,7-2-73 0,3-4-599 15,3-3-32-15,-1-4-581 0,3-4 249 16,1-4 79-16,-3-6 25 0,-3-3 904 16,-6-4 28-16,-2-5 544 0,-4-2 140 15,0-6 1-15,-4 0 407 16,-2 0-460-16,-2 4-167 0,2 8 275 16,-1 5-304-16,3 4-144 0,0 2-175 15,0 2-117-15,0 0 0 0,0 1 0 16,0 4 0-16,-1 4 0 0,3 2 0 15,0 1 0-15,2-4-21 16,7 1-107-16,3-1 72 0,4-1 56 16,1-1 12-16,1-2 8 0,-1 0-4 15,-5 2 141-15,3 2-157 0,-3 5 0 16,0 8 0-16,-1 5 0 0,-1 11 0 16,2 6 0-16,-4 4 0 15,1 3 0-15,-3 1 0 0,-4-2 0 16,0 0 0-16,-11-3 0 0,-1-1 0 15,-11-1 0-15,-8-1 0 0,-4-2 0 16,-8-4 0-16,-1-5 0 0,-1-10 0 16,8-9 0-16,3-7 0 0,6-8 0 15,5-11 0-15,2-9 0 16,3-9 0-16,5-4 0 0,9 2 0 16,6 5 0-16,10 4 0 0,11 5 0 15,4-2 0-15,4 0 0 0,4-1 0 16,0 1 0-16,0 2 0 0,-8 3-1481 15,0 2-1193-15</inkml:trace>
  <inkml:trace contextRef="#ctx0" brushRef="#br0" timeOffset="65191.39">20822 8879 2429 0,'0'0'2069'0,"0"0"-1505"0,19 50 132 0,-13-34-324 16,0 0-68-16,4 1 65 0,-1-2-257 16,-1-1-40-16,0-1 12 0,-2-1-64 15,-1-3 12-15,-3-2 108 16,2-3 40-16,-4 0 44 0,0-2 168 15,0 1-259-15,-4-3-133 0,-3-2 0 16,-7-10 0-16,-3-6 0 0,-3-8 0 16,3-6 0-16,1-3 0 0,1-2 0 15,5-1 0-15,8 2 0 0,4 5 0 16,4 4 0-16,4 5 0 0,3 5 0 16,-5 5 0-16,7 3 0 0,-9 3 0 15,8 4 0-15,-1 1 0 16,1 1 0-16,1 0 0 0,5 0 0 15,1 0-189-15,-5 0-1304 0,3 0-812 0</inkml:trace>
  <inkml:trace contextRef="#ctx0" brushRef="#br0" timeOffset="65600.09">21254 8732 4710 0,'0'0'976'0,"-33"-37"-320"0,12 17 129 16,5 8-529-16,-5 5-4 0,7 6 132 15,1 1-211-15,1 8-173 0,4 9 0 16,4 4 0-16,1 8 0 0,3 2 0 16,0 1 0-16,5 0 0 0,-3 0 0 15,6-3 0-15,0-4 0 16,3-7 0-16,-1-5 0 0,4-11 0 15,1-3 0-15,1-6 0 0,1-9 0 16,-3-1 0-16,-1-4 0 0,-5 0 0 16,-2 2 0-16,-4 1 0 15,0 2 0-15,-2 4 0 0,0 3 0 16,0 4 0-16,-2 4 0 0,2 0 0 16,0 0 0-16,0 2 0 0,2 8 0 15,7 6-149-15,-1 3 77 16,2 2 28-16,-2-4 40 0,-3-3-168 15,5-2-160-15,-4-1-24 0,0-4-633 16,-4-2-231-16,0-2-529 0</inkml:trace>
  <inkml:trace contextRef="#ctx0" brushRef="#br0" timeOffset="66050.1">21376 8695 5806 0,'0'0'869'0,"-2"36"-433"15,2-15-36-15,4 0-308 0,2 1 24 16,1-4 12-16,1-3-128 0,2-2 32 16,1-3-32-16,1-2-20 15,-4-3 12-15,0-2-68 0,-3-2 20 16,-1-1 56-16,-4-2 4 0,4-6 0 16,-4-7 64-16,0-10 48 0,0-4-76 15,-4-3 36-15,0 3 52 16,4 5-91-16,-2 2-37 0,-3 8 0 15,5 4 0-15,-2 6 0 0,2 2 0 16,0 2 0-16,0 1 0 0,4 10 0 16,1 7 0-16,3 6 0 0,0-1 0 15,-4 0 0-15,7-4 0 0,-5-3-33 16,2-4-151-16,-2-5 60 0,0-4 12 16,-1-2 44-16,1-1 68 0,0-3 0 15,-2-9 8-15,4-7 84 16,-6-4 40-16,-2-4-88 0,0 2 40 15,0-1 44-15,0 2-95 0,5 1-33 16,1 3 0-16,0 3 0 0,-2 5 0 16,2 6 0-16,-2 3 0 15,1 2 0-15,1 1 0 0,0 6 0 16,4 7 0-16,1 9 0 0,3 3 0 16,-1 0 0-16,-3-4 0 0,0-2 0 15,5-1 0-15,-1 2 0 16,-4 3-33-16,-1-5-1103 0,-3 3-2914 0</inkml:trace>
  <inkml:trace contextRef="#ctx0" brushRef="#br0" timeOffset="66410.12">21827 9219 3041 0,'0'0'3373'0,"0"0"-2704"0,-9-40-33 0,3 7-163 0,-4-9-473 15,-2-4 0-15,-9-8 0 0,-6-8 0 16,-2-10 0-16,2-1 0 0,6 2 0 16,9 8 0-16,6 15 0 0,2 12 0 15,4 13 0-15,0 9 0 16,0 7 0-16,0 4 0 0,2 2 0 15,4 1 0-15,4 2 0 0,7 5 0 16,1 0 0-16,-1 5 0 0,-5 1 0 16,3 0 0-16,-9 6 0 0,2 1 0 15,-6 5 0-15,-2 0 0 0,-2 2 0 16,-6 1 0-16,2 0 0 0,-4-4 0 16,1-4 0-16,1-7 0 0,4-6 0 15,2-6-921-15,2-4-856 0</inkml:trace>
  <inkml:trace contextRef="#ctx0" brushRef="#br0" timeOffset="66912">22114 8124 6687 0,'0'0'740'0,"0"0"-148"0,0 0-419 0,0 0-173 16,17 44 0-16,-3-12 0 0,3 1 0 16,3-3 0-16,3-7 0 0,-2-6 0 15,3-6 0-15,-1-10 0 0,2-1 0 16,-2-11 0-16,-5-5 0 15,-1-4 0-15,-7-5 0 0,-6 0 0 16,-4-4 0-16,-4-1 0 0,-6-2 0 16,0-3 0-16,-3 3 0 0,-3 0 0 15,-3 4 0-15,2 5 0 0,5 9 0 16,6 6 0-16,2 4 0 0,4 3 0 16,0 0-509-16,0 1-660 0,4 0-2040 15</inkml:trace>
  <inkml:trace contextRef="#ctx0" brushRef="#br0" timeOffset="67282">22406 8008 6623 0,'0'0'676'0,"16"41"-144"0,-4-11-171 0,3 2-361 0,1 6 0 15,5 3 0-15,0 5 0 0,-1 1 0 16,1 2 0-16,2 1 0 0,-5 0 0 16,1-2 0-16,-2-3 0 15,-3-6 0-15,-1-8 0 0,-1-6 0 16,-4-12 0-16,-4-5-2118 0,0-7-683 0</inkml:trace>
  <inkml:trace contextRef="#ctx0" brushRef="#br0" timeOffset="67805.02">22453 8079 6462 0,'0'0'1229'0,"0"0"-728"0,-19-51-501 0,15 26 0 15,4 1 0-15,0-1 0 0,2 2 0 16,5 3 0-16,-1 5 0 15,8 4 0-15,3 0 0 0,-1 6 0 16,7 5 0-16,-4 5 0 0,-3 7 0 16,-5 2 0-16,1 2 0 0,-8 3 0 15,-4 4 0-15,-6 7 0 16,-4 2 0-16,-11 5 0 0,2 1 0 16,-1-2 0-16,1-6 0 0,5-5 0 15,3-11 0-15,7-8-385 0,2-5-1360 16,2-10-1332-16</inkml:trace>
  <inkml:trace contextRef="#ctx0" brushRef="#br0" timeOffset="68317.19">22856 7170 4754 0,'0'0'744'0,"0"0"244"0,0 0-427 0,0 0-193 0,0 0 172 16,4 41-303-16,7 1-237 0,-1 11 0 15,0 11 0-15,1 4 0 0,-1 4 0 16,4 1 0-16,3-1 0 0,2-9 0 16,1-9 0-16,3-9 0 0,0-13 0 15,-1-9 0-15,1-10 0 0,0-12 0 16,0-6 0-16,-3-12 0 15,-3-8 0-15,-5-5 0 0,-8-3 0 16,-4-1 0-16,-6 2 0 0,-8 4 0 16,-7 7 0-16,-2 10 0 0,-1 9 0 15,-1 9 0-15,6 9 0 0,3 6 0 16,3 1 0-16,3 0 0 16,6-4 0-16,4-4 0 0,0-4 0 15,10-4-833-15,2-6-1060 0,-1-1 28 16,1-2-788-16</inkml:trace>
  <inkml:trace contextRef="#ctx0" brushRef="#br0" timeOffset="68579.53">23220 7683 6222 0,'0'0'913'0,"0"0"-37"0,29-45-695 16,-19 26-181-16,-6-1 0 0,1-2 0 15,-5 0 0-15,0 1 0 0,-9 1 0 16,5 1 0-16,-6 2 0 0,-5 4 0 15,1 6 0-15,1 6 0 16,1 1 0-16,0 8 0 0,3 4 0 16,1 8 0-16,4 6 0 0,2 11 0 15,2 2 0-15,8 5 0 0,0-1 0 16,7-5 0-16,-1-9 0 16,7-9 0-16,2-10 0 0,2-9 0 15,-1-7 0-15,5-9 0 0,0-11 0 16,-2-6 0-16,-4-9 0 15,-7 8-1057-15,-3-3-1076 0</inkml:trace>
  <inkml:trace contextRef="#ctx0" brushRef="#br0" timeOffset="68781.37">23299 7031 6687 0,'0'0'1060'0,"0"0"-615"0,0 56-445 15,0-23 0-15,0 6 0 0,6-2 0 16,4 1 0-16,2 0 0 0,5 1 0 15,0 2 0-15,1 3 0 16,5 0 0-16,-2 2 0 0,-3-3 0 16,3-1 0-16,-3-8 0 0,1-8 0 15,-7-8 0-15,7-11 0 0,-9-7-257 16,-5-2-2032-16,-3-13-620 0</inkml:trace>
  <inkml:trace contextRef="#ctx0" brushRef="#br0" timeOffset="68983.74">23462 7041 5730 0,'0'0'1329'0,"0"0"-461"0,0 0-603 16,0 0-265-16,0 40 0 0,10-6 0 15,3 10 0-15,3 0 0 0,7-1 0 16,0-1 0-16,-1 1 0 0,3 0 0 15,-2 1 0-15,-2 1 0 16,-7-1 0-16,-2-4 0 0,-5-6-49 16,-5-9-2752-16,-4-9-805 0</inkml:trace>
  <inkml:trace contextRef="#ctx0" brushRef="#br0" timeOffset="69106.71">23497 7469 6579 0,'0'0'540'16,"27"-37"8"-16,-2 17-23 15,-1 1-525-15,5 0 0 0,4-2 0 16,5-3 0-16,5-4 0 0,-10 6-389 16,0-3-2800-16</inkml:trace>
  <inkml:trace contextRef="#ctx0" brushRef="#br0" timeOffset="69603.64">24198 6890 5114 0,'0'0'1004'15,"0"0"-495"-15,0 0 107 0,0 0 12 16,-37-6-324-16,16 15-287 0,0 2-17 16,3 2 0-16,1-1 0 0,7 4 0 15,-1 0 0-15,1 7 0 0,2-1 0 16,4 1 0-16,2-4 0 0,2-4 0 15,6-1 0-15,4-3 0 16,5-4 0-16,-1-2 0 0,7-3 0 16,1-2 0-16,3 0 0 0,2 0 0 15,2 0 0-15,0 0 0 0,0 0 0 16,-8 4 0-16,-5 3 0 16,-6 3 0-16,-7 3 0 0,-3 1 0 15,-3 1 0-15,-5 2 0 0,-2-2 0 16,-5-1 0-16,1 2 0 15,-3-4 0-15,1-4 0 0,1 0 0 16,1-3 0-16,2-5-405 0,1 0-1484 16,3-2-412-16</inkml:trace>
  <inkml:trace contextRef="#ctx0" brushRef="#br0" timeOffset="69990.39">24466 7662 5046 0,'0'0'896'0,"0"0"161"0,0 0-525 16,0 0-268-16,0 0 133 0,0-55-397 15,-4 9 0-15,-6-10 0 0,2-3 0 16,-7-8 0-16,-5-7 0 15,-5-4 0-15,0-4 0 0,4 5 0 16,7 5 0-16,8 11 0 0,6 15 0 16,8 9 0-16,0 11 0 0,2 10 0 15,3 6 0-15,-1 6 0 0,3 4 0 16,-1 3 0-16,3 5 0 0,-7 3 0 16,0 4 0-16,-5 4 0 0,-5 3 0 15,-5 3 0-15,-3 3 0 0,-4 1 0 16,-3 1 0-16,-1 0 0 0,3-4 0 15,1-4 0-15,4-4 0 16,4-7 0-16,-1-4 0 0,5-5-29 16,2-2-1443-16,1 0-161 0,5-2-336 0</inkml:trace>
  <inkml:trace contextRef="#ctx0" brushRef="#br0" timeOffset="70235.37">24537 6959 5846 0,'0'0'1021'15,"25"-36"-277"-15,-15 16-163 16,-4-1-581-16,2 0 0 0,-6 2 0 16,0-1 0-16,-2 3 0 0,-4 0 0 15,-4 3 0-15,-4 2 0 0,-3 6 0 16,3 4 0-16,-3 5 0 0,5 12 0 16,-2 10 0-16,1 7 0 0,5 6 0 15,0 3 0-15,4-2 0 16,2-1 0-16,4-6-301 0,4-7-135 15,7-10-404-15,1-8 223 0,7-7 101 16,2-9-609-16,-7-2-167 0,3-3-1037 0</inkml:trace>
  <inkml:trace contextRef="#ctx0" brushRef="#br0" timeOffset="70543.1">24688 6945 5958 0,'0'0'1181'16,"0"0"-297"-16,0 0-715 0,37-44-169 16,-29 29 0-16,-2 1 0 0,3-1 0 15,-3-2 0-15,-2-1 0 0,4-1 0 16,-2-1 0-16,-1 2 0 0,-5 2 0 16,0 1 0-16,-5 2 0 0,-3 2 0 15,-2 1 0-15,-5 5 0 0,1 5 0 16,-3 1 0-16,1 8 0 15,-3 8 0-15,3 8 0 0,-1 6 0 16,5 9 0-16,1 2 0 0,7 1 0 16,6-5 0-16,9-6 0 0,5-8 0 15,9-9 0-15,6-7 0 0,2-8 0 16,2-5 0-16,0-6 0 16,0-6-405-16,-4-2-1132 0,-10 5 73 15,-2-1-353-15</inkml:trace>
  <inkml:trace contextRef="#ctx0" brushRef="#br0" timeOffset="70759.45">24991 6702 5022 0,'0'0'860'0,"0"0"-59"16,-28-41-241-16,13 37-80 0,1 4-11 15,1 3-469-15,1 9 0 0,1 11 0 16,3 6 0-16,4 6 0 0,2 5 0 15,4 0 0-15,4-3 0 0,7-4 0 16,3-7 0-16,3-7 0 16,4-11 0-16,-1-5 0 0,3-7 0 15,-2-10 0-15,-2-8-697 0,-7 3-368 16,-4-4-1840-16</inkml:trace>
  <inkml:trace contextRef="#ctx0" brushRef="#br0" timeOffset="70927.37">24940 6263 7151 0,'0'0'444'0,"0"0"153"15,-17 62-597-15,13-21 0 0,0 10 0 16,4 1 0-16,6 6 0 0,7-1 0 16,3 1 0-16,7-1 0 0,2 0 0 15,2-4 0-15,4-1 0 0,-5-3-197 16,-1-13-1828-16,-6-4-1676 0</inkml:trace>
  <inkml:trace contextRef="#ctx0" brushRef="#br1" timeOffset="76960.32">19346 10412 4081 0,'0'0'1533'0,"0"0"-36"0,0 0-693 16,-12-36-527-16,1 25-277 0,-3 0 0 15,-3 6 0-15,-3 3 0 0,3 2 0 16,-3 3 0-16,-1 7 0 0,8 3 0 16,-1 1 0-16,0 5 0 15,7 3 0-15,-3 1 0 0,6 1 0 16,-2-5 0-16,6-1 0 0,6-5 0 15,-2-3 0-15,10-2 0 0,3-4 0 16,6 0 0-16,4-2 0 0,6-1 0 16,0 3 0-16,0 1 0 0,-4 3 0 15,-6 0 0-15,-7 5 0 0,-4 0 0 16,-3 0 0-16,-5-1 0 16,-4 2 0-16,-4 2 0 0,-7 0 0 15,-5 2 0-15,-5 1 0 0,-6 0 0 16,5-1 0-16,-3-6 0 0,0-5 0 15,6-6 0-15,1-2 0 16,5-10-57-16,3 0-1872 0,2-4-568 0</inkml:trace>
  <inkml:trace contextRef="#ctx0" brushRef="#br1" timeOffset="77232.55">19456 9867 4386 0,'0'0'804'0,"0"0"552"16,0 0-687-16,0 0-161 0,0 0-39 15,0 0-469-15,0 0 0 0,10 57 0 16,0-12 0-16,3 7 0 0,-3 5 0 16,3-2 0-16,-1 6 0 15,-2 3 0-15,7 4 0 0,-3-2 0 16,-1-6 0-16,-1-5 0 0,1-12 0 15,1-9 0-15,-2-9 0 16,3-12 0-16,-9-11-1313 0,2-2-728 16,-8-13-1417-16</inkml:trace>
  <inkml:trace contextRef="#ctx0" brushRef="#br1" timeOffset="77369.72">19431 10321 6899 0,'0'0'1188'0,"0"0"-1083"0,0 0-105 15,0 0 0-15,0 0 0 0,52-42 0 16,-32 27 0-16,1 2 0 0,0 2 0 16,-1 1 0-16,1 1 0 0,2-3 0 15,-3 3 0-15,-3 1-933 0,-3-1-3229 0</inkml:trace>
  <inkml:trace contextRef="#ctx0" brushRef="#br1" timeOffset="77527.63">19772 10176 6743 0,'0'0'1112'16,"-6"44"-775"-16,6-18-337 0,0 1 0 0,0 1 0 16,4-3 0-16,2-2 0 15,2-3 0-15,1-3 0 0,1-3 0 16,-2 0 0-16,-2-3 0 16,-3-6-425-16,-1-3-1144 0</inkml:trace>
  <inkml:trace contextRef="#ctx0" brushRef="#br1" timeOffset="77682.14">19851 9869 7475 0,'0'0'717'15,"0"0"-717"-15,0 0 0 0,0 0 0 16,0 0 0-16,0 0 0 0,0 0 0 16,0 0 0-16,0 0-309 15,0 0-1960-15,4 45-264 0</inkml:trace>
  <inkml:trace contextRef="#ctx0" brushRef="#br1" timeOffset="77915.32">20008 10063 6186 0,'0'0'1141'0,"0"0"-276"0,-29-37-865 15,20 34 0-15,-1 3 0 16,0 8 0-16,-3 9 0 0,-1 6 0 15,2 7 0-15,3 6 0 0,5-2 0 16,2 1 0-16,2-3 0 0,2-5 0 16,8-6 0-16,5-8 0 0,10-5 0 15,-3-6 0-15,5-3 0 0,4-9 0 16,-4-2 0-16,0-1 0 16,-2-3 0-16,-2-2 0 0,-9 4-405 15,-4-3-3465-15</inkml:trace>
  <inkml:trace contextRef="#ctx0" brushRef="#br1" timeOffset="78128.52">20055 9694 2613 0,'0'0'4346'0,"0"0"-3154"16,0 0-1151-16,4 54-41 0,3-22 0 15,7 6 0-15,-2 2 0 0,3 2 0 16,1-2 0-16,3 3 0 0,-2-3 0 16,-3-1 0-16,-6-3 0 0,3-7 0 15,-3-5 0-15,-2-7-229 0,-6-9-1904 16,0-3 292-16,0-6-1296 0</inkml:trace>
  <inkml:trace contextRef="#ctx0" brushRef="#br1" timeOffset="78659.42">20239 9964 4025 0,'0'0'609'15,"0"0"-517"-15,0 0-88 0,0 0 4 16,-33 8 16-16,27-7 28 0,2 1 148 15,0-1 456-15,2-1-180 0,2 0-51 16,0 0 203-16,0 0-212 16,0 0-64-16,0 0-127 0,0 0-225 15,2-4 0-15,8-2 0 0,9-2 0 16,1 0 0-16,3-2 0 0,0 3 0 16,-5 0 0-16,1 0 0 15,-5 0 0-15,-3 3 0 0,-5 3 0 16,-2 1 0-16,-4 0 0 0,0 7 0 15,-4 8 0-15,-8 15 0 0,-3 8 0 16,1 7 0-16,-1 2 0 0,7-5 0 16,2-4 0-16,6-7 0 0,6-10 0 15,17-9 0-15,1-12 0 0,14-7 0 16,3-13 0-16,-8 1 0 16,0-6-5379-16</inkml:trace>
  <inkml:trace contextRef="#ctx0" brushRef="#br1" timeOffset="81096.78">19524 13119 1288 0,'0'0'2473'0,"0"0"-1644"0,21-52 347 15,-17 31-524-15,-4-2-127 0,0 9 303 16,-4 2-407-16,4 3-421 0,-5 3 0 16,-3-1 0-16,-2 0 0 0,-9 2 0 15,3 1 0-15,-5 3 0 16,-2 1 0-16,-1 6 0 0,3 0 0 16,-2 3 0-16,2 1 0 0,3 1 0 15,1 1 0-15,3-1 0 0,1 3 0 16,7-2 0-16,2 0 0 15,4 0 0-15,6 2 0 0,3 1 0 16,7-2 0-16,1 2 0 0,7-2 0 16,3-1 0-16,0 1 0 0,-2-2 0 15,-4-2 0-15,-9 0 0 16,-2 0 0-16,-5 1 0 0,-5 2 0 16,-5-1 0-16,-7 0 0 0,-2 1 0 15,-11 1 0-15,-2-1 0 0,-4-2 0 16,0-3 0-16,0-2 0 0,2-5 0 15,4-1 0-15,4-6 0 0,5-4 0 16,6-3 0-16,10-7-553 0,4-4-1248 16,2 3-8-16,8 0-968 0</inkml:trace>
  <inkml:trace contextRef="#ctx0" brushRef="#br1" timeOffset="81341.24">19658 12671 5998 0,'0'0'913'0,"0"0"-369"0,0 57 193 16,-4-20-737-16,-2 5 0 0,-4 4 0 16,1 2 0-16,-1 6 0 0,4-1 0 15,-4 1 0-15,5-1 0 0,-1-3 0 16,6-3 0-16,-2-4 0 0,2-8 0 15,0-9 0-15,2-10 0 0,2-9-1289 16,0-7-1469-16</inkml:trace>
  <inkml:trace contextRef="#ctx0" brushRef="#br1" timeOffset="81505.39">19753 13054 7547 0,'0'0'645'0,"-18"37"-645"0,7-14 0 16,1 2 0-16,2 2 0 0,-2 1 0 16,1 2 0-16,5-4 0 0,4-3 0 15,2-3 0-15,4-6 0 16,-1-4 0-16,-3-5-1089 0,2-5-3045 0</inkml:trace>
  <inkml:trace contextRef="#ctx0" brushRef="#br1" timeOffset="81613.53">19820 12785 8087 0,'0'0'105'0,"0"0"-105"0,-50 7 0 15,40-1-253-15,1 0-1428 0</inkml:trace>
  <inkml:trace contextRef="#ctx0" brushRef="#br1" timeOffset="82038.73">19817 13454 6891 0,'3'40'700'16,"-3"-1"-99"-16,0 7-601 0,0-3 0 16,0 0 0-16,0-1 0 15,-3-1 0-15,-1-3 0 0,4-3 0 16,-6-4 0-16,0-5 0 0,0-7 0 16,-5-8 0-16,3-7 0 0,-2-9-421 15,4-11-683-15,1 0-381 0,-1-7-2529 0</inkml:trace>
  <inkml:trace contextRef="#ctx0" brushRef="#br1" timeOffset="82329.37">19877 13141 5834 0,'0'0'1377'0,"0"0"-589"0,0 0-595 15,-10-33-193-15,14 28 0 0,7-2 0 16,9-3 0-16,11 3 0 15,6 1 0-15,-1 4 0 0,-3 3 0 16,-2 7 0-16,-9 3 0 0,-7 3 0 16,-5 2 0-16,-10 2 0 0,-10 1 0 15,-5 3 0-15,-11 2 0 16,-3 1 0-16,-11 1 0 0,3-2 0 16,4-2 0-16,4-2 0 0,8-8 0 15,9-3 0-15,6-4 0 0,8-3 0 16,12-2-1049-16,13-3-192 0,-2-4-964 15,8-5-684-15</inkml:trace>
  <inkml:trace contextRef="#ctx0" brushRef="#br1" timeOffset="82672.47">20367 13118 6042 0,'0'0'1005'15,"0"0"-337"-15,0 0-191 0,-18-34-477 16,-3 31 0-16,0 3 0 0,-5 5 0 16,1 7 0-16,-2 2 0 0,6 3 0 15,3-3 0-15,3-2 0 16,11-5 0-16,2 0 0 0,2-1 0 16,10 1 0-16,7 1 0 0,8 0 0 15,1-2 0-15,3 0 0 0,-4 0 0 16,2 4 0-16,-6 1 0 0,1 2 0 15,-7 0 0-15,-7 2 0 0,-6 3 0 16,-6 2 0-16,-8 3 0 0,-9 2 0 16,-4-2 0-16,-2 2 0 15,-4-2 0-15,0-4 0 0,2-4 0 16,5-7 0-16,5-2 0 0,9-5 0 16,1-1 0-16,9-4-285 0,0-2-1220 15,0-4-3977-15</inkml:trace>
  <inkml:trace contextRef="#ctx0" brushRef="#br1" timeOffset="84362.26">22895 11069 4574 0,'0'0'908'0,"0"0"-88"0,0 0 401 15,0 0-597-15,0 0-579 16,-14-34-45-16,-3 31 0 0,-3 2 0 16,-5 2 0-16,-2 7 0 0,4 3 0 15,-4 3 0-15,-1 3 0 0,1 0 0 16,2 2 0-16,2 0 0 15,2 0 0-15,9-1 0 0,2-5 0 16,6-2 0-16,4-4 0 0,4-2 0 16,8-2 0-16,13-1 0 0,8 2 0 15,4-4 0-15,2 3 0 16,1 1 0-16,-1 3 0 0,-8 4 0 0,-8 0 0 16,-9 3 0-16,-6 1 0 15,-5 2 0-15,-3-1 0 0,-5-1 0 16,-3-1 0-16,-2 0 0 0,-7-2 0 15,3 1 0-15,-5 0 0 0,-6-1 0 16,3-3 0-16,-3-1 0 0,4-6 0 16,5-2 0-16,3-4-109 0,3-7-1748 15,6 1-184-15,0-3-1288 0</inkml:trace>
  <inkml:trace contextRef="#ctx0" brushRef="#br1" timeOffset="84628.74">23084 10598 4069 0,'0'0'1657'0,"33"-35"-1205"16,-19 23-11-16,-6 8 147 16,-4 4-260-16,-4 5-60 0,3 10 121 15,-3 14-389-15,-3 9 0 0,-3 9 0 16,-2 3 0-16,0 1 0 0,-1 3 0 15,3 3 0-15,0 3 0 0,0 1 0 16,0 2 0-16,2-4 0 0,-3-2 0 16,5-6 0-16,2-8 0 0,0-7 0 15,0-6 0-15,2-11 0 0,-2-9-1293 16,0-5-752-16,-8-7-877 0</inkml:trace>
  <inkml:trace contextRef="#ctx0" brushRef="#br1" timeOffset="84774.35">22947 11129 5922 0,'0'0'552'16,"0"0"501"-16,50-21-469 16,-28 17-503-16,3 2-81 0,2 2 0 15,4-1 0-15,-2 1 0 0,4 3 0 16,0-2-321-16,-8 2-1912 0,2 0-892 16</inkml:trace>
  <inkml:trace contextRef="#ctx0" brushRef="#br1" timeOffset="85054.37">23365 11179 6951 0,'0'0'784'0,"0"0"-327"0,-44-29-457 15,38 29 0-15,-4 5 0 0,-1 15 0 16,-1 5 0-16,-2 5 0 16,5 0 0-16,7-5 0 0,2-4 0 15,8-4 0-15,5-3 0 0,1-7 0 16,7-6 0-16,0-4 0 0,1-10 0 15,1-6 0-15,2-4 0 16,-4-2 0-16,-3 1 0 0,-1 0 0 16,-5 6 0-16,-6 5 0 0,-2 6 0 15,-4 5 0-15,0 2 0 0,0 5 0 16,0 8 0-16,5 7 0 0,-1 4 0 16,4-1 0-16,2-3 0 15,3-6 0-15,-1-2 0 0,1-5-1041 16,-5-3-356-16,-4-3-704 0</inkml:trace>
  <inkml:trace contextRef="#ctx0" brushRef="#br1" timeOffset="85271.49">23650 10649 7195 0,'0'0'920'16,"0"0"-843"-16,0 0-77 0,0 0 0 15,-23 48 0-15,21-8 0 16,-2 8 0-16,0 8 0 0,4 2 0 16,-2 7 0-16,-2 6 0 0,2 2 0 15,0-1 0-15,-3-6 0 0,3-5 0 16,0-8 0-16,2-9 0 0,2-11 0 16,-2-10-265-16,2-12-3008 0</inkml:trace>
  <inkml:trace contextRef="#ctx0" brushRef="#br1" timeOffset="85413.68">23588 11185 6875 0,'0'0'824'0,"0"0"-331"0,0 0-493 15,33-29 0-15,-19 21 0 16,3 2 0-16,0-1 0 0,-1 0 0 16,5 0 0-16,-1 1 0 0,1 2 0 15,2 0-1121-15,-9 1-584 0,-3 2-624 0</inkml:trace>
  <inkml:trace contextRef="#ctx0" brushRef="#br1" timeOffset="85552.41">23865 11128 6502 0,'0'0'925'0,"6"49"-160"0,-6-20-765 16,0 2 0-16,-6 0 0 0,2-2 0 16,-2-1 0-16,4-6 0 15,2-5 0-15,2-8 0 0,2-4 0 16,0-4 0-16,0-1-637 0,0-6-3413 0</inkml:trace>
  <inkml:trace contextRef="#ctx0" brushRef="#br1" timeOffset="85706.4">24045 10803 7995 0,'0'0'197'15,"0"0"-197"-15,0 0 0 0,0 0 0 16,0 0 0-16,0 0 0 0,0 0-9 15,0 0-1724-15,29 43 153 16,-23-27-385-16</inkml:trace>
  <inkml:trace contextRef="#ctx0" brushRef="#br1" timeOffset="85939.74">24175 11072 4293 0,'0'0'1045'0,"0"0"-273"0,0 0 453 16,-37 4-661-16,10 9-271 0,-10 9-293 16,6 7 0-16,0 4 0 0,6 0 0 15,6 1 0-15,15-3 0 0,8-2 0 16,13-2 0-16,14-4 0 16,8-4 0-16,9-3 0 0,5-7 0 15,7-6 0-15,2-3 0 0,0-6 0 16,-4-9 0-16,-16 3 0 0,-9-10-3947 15</inkml:trace>
  <inkml:trace contextRef="#ctx0" brushRef="#br1" timeOffset="168315.2">21293 12125 2625 0,'0'0'1985'0,"0"0"-1309"0,0 0-168 0,0 0 184 16,0 0-451-16,-14-38-37 15,10 31 164-15,-2 1-136 0,-3 1-44 16,1 5 204-16,-2 0-311 0,-3 11-81 15,-5 7 0-15,1 9 0 16,-3 5 0-16,-1 3 0 0,4 2 0 16,-3 1 0-16,9-1 0 0,5-4 0 15,2-4 0-15,8-6 0 16,6-6 0-16,9-5 0 0,10-6 0 16,4-5 0-16,6-4 0 0,1-4 0 15,-1 0-109-15,-4 1-719 0,-10 3-1713 16,2 0-501-16</inkml:trace>
  <inkml:trace contextRef="#ctx0" brushRef="#br1" timeOffset="169989.23">20717 12230 2541 0,'0'0'560'0,"0"0"-100"0,0 0-152 16,-7 37-96-16,3-22 233 16,4-3-61-16,0-2 24 0,0-7 352 15,0 1-312-15,0-1-107 0,0-1 131 16,0 0-188-16,0-2-28 0,4-6 57 15,3-5-313-15,1-6 0 0,2-5 0 16,3 1 0-16,-1 3 0 0,-2 5 0 16,3 1 0-16,-1 5 0 0,-1 3 0 15,-1 2 0-15,-4 2 0 0,-2 0 0 16,2 5 0-16,-1 1 0 0,1 0 0 16,2 2 0-16,0-2 0 15,1 0 0-15,3 0 0 0,-2-4 0 16,1 2 0-16,5-3 0 0,-1 0 0 15,-1-1 0-15,3 0-65 16,-3 0-307-16,-1-6-981 0,-1 4-575 16,0-4-1454-16</inkml:trace>
  <inkml:trace contextRef="#ctx0" brushRef="#br1" timeOffset="170639.02">21436 12339 1804 0,'0'0'1317'0,"0"0"-125"0,0 34-499 16,0-30-121-16,0-1 260 0,0-1-403 15,0-1-141-15,0 2 204 16,0-3-264-16,-2-4 0 0,0-7-111 16,0-5-117-16,-2-4 0 0,4-4 0 15,-2 0 0-15,0 1 0 0,2 0 0 16,4 3 0-16,4 2 0 0,2 2 0 15,3 2 0-15,-3 3 0 0,5 2 0 16,-3 3 0-16,0 3 0 0,1 3 0 16,-3 0 0-16,-2 2 0 0,1 3-261 15,-5-2-907-15,2 2-441 0</inkml:trace>
  <inkml:trace contextRef="#ctx0" brushRef="#br1" timeOffset="170811.28">21657 12235 5434 0,'0'0'1709'0,"0"0"-1025"15,-16 50-319-15,9-30-365 0,1 4 0 16,2-3 0-16,0-2 0 16,4 0 0-16,4-2 0 0,2-4 0 15,-2-4 0-15,5-3 0 0,-1-6-1081 16,-2 0-552-16,5-7-988 0</inkml:trace>
  <inkml:trace contextRef="#ctx0" brushRef="#br1" timeOffset="170943.77">21814 11899 7303 0,'0'0'496'0,"0"0"-103"16,0 0-393-16,0 0 0 15,0 0 0-15,0 0 0 0,0 0 0 16,0 0 0-16,0 0-153 0,-14 17-799 15,14-11-1413-15,4 1-729 0</inkml:trace>
  <inkml:trace contextRef="#ctx0" brushRef="#br1" timeOffset="171214.7">21959 11800 3825 0,'0'0'1741'0,"0"0"-921"0,-21 39 293 15,9-11-541-15,0 6-451 0,3 1-121 16,1 5 0-16,2 2 0 0,0 2 0 16,1 5 0-16,1 0 0 15,0 1 0-15,4 1 0 0,-2-5 0 16,2-3 0-16,0-5 0 0,0-7 0 15,0-10-1105-15,0-8-744 16,0-5-956-16</inkml:trace>
  <inkml:trace contextRef="#ctx0" brushRef="#br1" timeOffset="171370.2">21790 12217 6703 0,'0'0'1252'16,"0"0"-1015"-16,35 0-237 0,-19 0 0 15,5 2 0-15,0 1 0 0,1-2 0 16,3 1 0-16,2 1 0 0,4-3-1469 16,-6 0-925-16</inkml:trace>
  <inkml:trace contextRef="#ctx0" brushRef="#br1" timeOffset="171709.71">22124 12187 3301 0,'0'0'2773'0,"0"0"-1844"0,-10 38 175 16,4-19-1019-16,0 5-85 0,-3 1 0 16,3 1 0-16,2-1 0 15,2-1 0-15,2-4 0 0,2-2 0 16,2-4 0-16,2-3-253 0,-1-5-719 15,-1-3-2214-15</inkml:trace>
  <inkml:trace contextRef="#ctx0" brushRef="#br1" timeOffset="171822.71">22248 12002 6390 0,'0'0'581'0,"0"0"-9"16,0 0-404-16,0 0-168 0,-8 34-136 15,8-13-656-15,4-2-377 0,2-2-2208 0</inkml:trace>
  <inkml:trace contextRef="#ctx0" brushRef="#br1" timeOffset="172052.57">22356 12290 2313 0,'0'0'3257'0,"0"0"-2709"0,0 0-3 15,-35-35 31-15,29 35-192 16,-3 4-36-16,-1 11-127 0,0 8-221 16,-3 5 0-16,1 4 0 0,1 0 0 15,7 1 0-15,2-2 0 0,4-4 0 16,7-3 0-16,7-7 0 0,1-7-165 16,12-5-251-16,-5-5-636 0,-5-2-585 15,2-6-1637-15</inkml:trace>
  <inkml:trace contextRef="#ctx0" brushRef="#br1" timeOffset="172344.47">22569 12259 3041 0,'0'0'2569'0,"0"0"-1028"16,0 0-773-16,0 0-495 15,-46-23-273-15,30 41 0 0,-1 7 0 16,-3 6 0-16,3 2 0 0,3 0 0 15,5-2 0-15,7-5 0 16,4-2 0-16,9-8 0 0,3-3 0 16,3-7 0-16,3-5 0 0,3-3 0 15,-4-9 0-15,-3-4 0 0,3-4 0 16,-7 0 0-16,-1-1 0 0,-3 1 0 16,-4 2 0-16,-2 4 0 15,-2 6 0-15,0 6 0 0,-2 1 0 16,-2 6 0-16,-2 7 0 0,1 6 0 15,1 1-45-15,2-2-179 0,2-7-428 16,2-7-261-16,5-1-511 0</inkml:trace>
  <inkml:trace contextRef="#ctx0" brushRef="#br1" timeOffset="172559.21">22831 11899 6310 0,'0'0'929'0,"0"0"-137"0,-18 35-631 0,7-8-161 16,1 10 0-16,2 1 0 15,-5 5 0-15,3 4 0 0,0 3 0 16,-1-1 0-16,5-1 0 16,2-4 0-16,2-5 0 0,4-7 0 15,2-6 0-15,7-8-265 0,-1-7-2588 16,0-8-741-16</inkml:trace>
  <inkml:trace contextRef="#ctx0" brushRef="#br1" timeOffset="172729.32">22974 11974 4938 0,'0'0'1500'16,"0"0"-767"-16,0 0-21 0,0 0-403 16,0 0-309-16,0 0 0 15,-27 62 0-15,9-17 0 0,3 3 0 16,3 2 0-16,1 1 0 0,1 4 0 15,8-8 0-15,2-1 0 16,0-6 0-16,2-7-161 0,4-6-1119 16,0-10-253-16</inkml:trace>
  <inkml:trace contextRef="#ctx0" brushRef="#br1" timeOffset="173146.33">23030 12364 4870 0,'0'0'800'0,"0"0"97"16,0 0-449-16,0 0-244 0,0 0 120 16,-11 37-192-16,9-26-40 0,0-2 8 15,2-3-96-15,0 0 4 0,2-1-8 16,5-2-8-16,-3 2 8 16,4-5-4-16,-2 0 4 0,5-6 0 15,1-7 20-15,2-2 0 0,1-5 4 16,-3 1 184-16,-1 2-155 0,-5 4-53 15,2 5 0-15,-6 3 0 16,2 4 0-16,0 1 0 0,1 3 0 16,1 9 0-16,-2 12 0 0,4 3 0 15,-4 6 0-15,2 3 0 0,1 1 0 16,-1 3 0-16,-2 5 0 0,0 4 0 16,-4 2 0-16,-8 3 0 15,-7 2 0-15,-7-1 0 0,-7-1 0 16,-2-2 0-16,0-6 0 0,0-6 0 15,4-4 0-15,0-10 0 0,2-9 0 16,2-9 0-16,3-8 0 0,5-15 0 16,3-12 0-16,4-12 0 0,6-10 0 15,2-9 0-15,2-3 0 16,8 8-129-16,15 3-107 0,4 9-168 16,2 5-673-16,-11 6-607 0,1 3-2330 0</inkml:trace>
  <inkml:trace contextRef="#ctx0" brushRef="#br1" timeOffset="173628.49">23753 12445 2381 0,'0'0'916'0,"0"0"1893"0,0 0-1932 16,0 0-205-16,-14-38-135 16,3 30-537-16,3 3 0 0,-2 1 0 0,2 7 0 15,-1 12 0-15,1 14 0 16,0 7 0-16,2 7 0 0,4 0 0 15,-3-9 0-15,5-2 0 0,2-7 0 16,5-8 0-16,3-8 0 0,2-9 0 16,9-5-809-16,2-12-152 0,-9-1-1288 15,5-6-852-15</inkml:trace>
  <inkml:trace contextRef="#ctx0" brushRef="#br1" timeOffset="173796.45">23890 12061 4914 0,'0'0'776'16,"0"0"-140"-16,0 0 77 0,-11 39-349 0,3-1-92 16,0 8 136-16,-2 5-332 15,1-1-43-15,-1 1-33 0,2-1 0 16,-1-2 0-16,3-4 0 0,2-5-9 16,4-6-147-16,4-8-860 0,4-7-257 15,1-7-348-15</inkml:trace>
  <inkml:trace contextRef="#ctx0" brushRef="#br1" timeOffset="174124.47">24053 12406 3197 0,'0'0'2541'0,"0"0"-1749"16,-39-30 245-16,24 25-613 0,5 3-223 15,4 2-201-15,-3 4 0 0,-3 12 0 16,-2 8 0-16,3 4 0 0,-1 4 0 15,6-4 0-15,-1-2 0 16,7-3 0-16,0-4 0 0,5-2 0 16,3-6 0-16,4-5 0 0,-1-5 0 15,5-4 0-15,1-5 0 0,-3-4 0 16,1-1 0-16,-3-5-181 16,0 4 9-16,-3-1 92 0,-3 1 68 0,0 3 0 15,-4 4 12-15,0 3 16 16,-2 4 4-16,0 1 0 0,2 11 56 15,-2 8-64-15,0 5 16 0,0 1 0 16,2-3-16-16,2-7-20 0,3-2 8 16,3-4-164-16,4-6-404 0,-3-2-1305 15,-1-2-260-15</inkml:trace>
  <inkml:trace contextRef="#ctx0" brushRef="#br1" timeOffset="174575.61">24229 12537 5450 0,'0'0'1361'0,"-19"50"-897"16,9-23-72-16,6 0-288 0,-3 0-92 15,3-1-12-15,2-3 0 0,2-4 0 16,2-2-12-16,5-6-200 16,1-7-132-16,4-4 32 0,3-6-41 15,-1-7 269-15,1-7 84 0,-3-2 12 16,-2-5 0-16,1-2-12 0,-5 3 56 15,-2 0 29-15,2 3 75 0,-2 7 12 16,0 4-160-16,1 4 4 0,-3 4 0 16,2 3-4-16,-2 1-12 0,2 7 28 15,-2 10-28-15,0 0 20 0,-2 4 8 16,0 0-20-16,-2-3-8 16,-4 0 0-16,4-3 0 0,-2-4-8 15,2-4-8-15,0-4-40 0,2 0 48 16,0-2 8-16,4-1-48 0,6-7 16 15,9-9 8-15,-1-3-8 16,5-3 32-16,-4 1-4 0,-3 3 8 0,-3 1-4 16,-5 6 152-16,-4 4-28 15,-2 4 56-15,-2 0 316 0,0 1-196 16,0 2-239-16,0 0-61 16,0 12 0-16,0 6 0 0,-2 4 0 0,2 5 0 15,0 2 0-15,0-3-169 16,2 0-355-16,2 0-188 0,0-6-1421 15,-4-2-837-15</inkml:trace>
  <inkml:trace contextRef="#ctx0" brushRef="#br1" timeOffset="174896.56">24444 13150 2905 0,'0'0'2673'0,"0"0"-1961"0,0 0-147 0,-4-60-249 16,4 25-160-16,2-5 132 0,0-7-12 16,4-8 25-16,4 1-301 0,3-2 0 15,5 0 0-15,7 6 0 0,-2 2 0 16,4 4 0-16,-5 8 0 0,-1 8 0 16,-2 9 0-16,-7 7 0 0,-6 3 0 15,3 6 0-15,-7 3 0 16,0 0 0-16,2 10 0 0,0 5 0 15,0 4 0-15,-2 4 0 0,0-1 0 16,-2 0 0-16,2 0 0 0,-2 2 0 16,-8-2 0-16,-4 2 0 0,-5-3 0 15,-6 1 0-15,3-5 0 0,-1-1 0 16,2-6-61-16,5-1-363 16,6-6-584-16,4 1-189 0,-1-4-488 0</inkml:trace>
  <inkml:trace contextRef="#ctx0" brushRef="#br1" timeOffset="175406.32">24714 12701 2505 0,'0'0'4722'0,"0"0"-3878"16,0 0-723-16,0 0-121 0,0 0 0 16,40-24 0-16,-17 11 0 15,-1-5 0-15,1 2 0 0,-4-1 0 16,-3 2 0-16,-1-1 0 0,-9 3 0 15,-4 3 0-15,-2-1 0 0,-10 5 0 16,-5 4 0-16,-4 2 0 0,-1 7 0 16,-1 8 0-16,-2 5 0 0,3 7 0 15,-1 2 0-15,4 2 0 0,7-1 0 16,8-7 0-16,4 0 0 16,15-9 0-16,1-1 0 0,7-7-85 15,4-5-371-15,-4-1 92 0,-2-1 68 16,1-7-197-16,1-3 169 0,-2-1 296 15,2-5 12-15,-7 0 16 16,3-2-36-16,-2 1-900 0,-7 3-53 16,-2-2-135-16,1 5-821 0,-5 1 1945 15,0 1 640-15,-2-3 1249 0,-2 2-728 16,0-3-337-16,-2 2 261 0,0-3-509 16,-4 3-16-16,2 3-203 15,-4 4-357-15,-6 5 0 0,1 7 0 16,-5 8 0-16,-1 11 0 0,-1 5 0 15,1 6 0-15,3 2 0 0,1 1 0 16,7-3 0-16,4-4 0 0,4-5 0 16,8-8 0-16,7-5 0 0,6-10 0 15,-1-5 0-15,3-9 0 0,-2-6-861 16,-2-4-248-16,-5 3-287 16,-4-3-2022-16</inkml:trace>
  <inkml:trace contextRef="#ctx0" brushRef="#br1" timeOffset="175574.47">25178 12191 4321 0,'0'0'533'0,"0"0"907"0,0 0-411 15,0 0-305-15,0 0-579 0,-27 42-145 16,10 0 0-16,-4 8 0 0,1 5 0 16,3-1 0-16,1 4 0 0,3 6 0 15,3 1 0-15,4-3 0 16,4-2 0-16,2-7 0 0,6-9 0 15,-2-15-665-15,2-3-1608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30:34.26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18501 1316 4902 0,'0'0'600'0,"0"0"384"15,0 0-531-15,0 0 123 0,0 0 80 16,0 0-635-16,0 0-21 0,0 0 0 16,-13 25 0-16,7 5 0 0,2 8 0 15,4 3 0-15,-4 8 0 0,-6 4 0 16,1 4 0-16,-9 4 0 0,1-1 0 16,-4-3 0-16,5-2 0 0,1-7 0 15,3-4 0-15,-2-5 0 16,7-6 0-16,3-4 0 0,4-8 0 15,4-3 0-15,9-4 0 0,3-2 0 16,5-5 0-16,8-4 0 16,8-3 0-16,2-6 0 0,7-4 0 15,1-3 0-15,-1-1 0 0,-7 1 0 16,-2 2 0-16,-10 5 0 0,-12 1 0 16,-1 4-469-16,-10 1-828 15,-2 2-79-15,3 3-297 0</inkml:trace>
  <inkml:trace contextRef="#ctx0" brushRef="#br0" timeOffset="309.69">18904 1822 7399 0,'0'0'164'0,"0"0"152"15,-48-5-3-15,34 14-313 16,-3 4 0-16,7 5 0 0,0 3 0 15,3 8 0-15,1 1 0 0,6 3 0 16,0-3 0-16,6-3 0 16,5-5 0-16,-1-8 0 0,5-3 0 15,-3-4 0-15,4-7 0 0,-1 0 0 16,-1-5 0-16,-3-6 0 0,-3-2 0 16,0-4 0-16,-6-5 0 15,-2-2 0-15,0-5 0 0,0-3 0 16,0 0 0-16,-6-2 0 0,2-1 0 15,-2 5 0-15,2 5 0 0,4 8 0 16,4 4-685-16,6 6-159 0,0 5-1081 16,-3 2 1436-16,-3 0-3360 0</inkml:trace>
  <inkml:trace contextRef="#ctx0" brushRef="#br0" timeOffset="754.51">19024 1793 6847 0,'0'0'852'15,"-17"43"-359"-15,9-19-493 0,2-2 0 16,2-5 0-16,4-1 0 0,0 0 0 16,4-2 0-16,2 1 0 15,8-2 0-15,-1-1 0 0,1-3 0 16,3-4 0-16,3-2 0 0,-1-3 0 16,0-8 0-16,1-6 0 0,-1-5 0 15,-3-3 0-15,-3-5 0 16,1-2 0-16,-7-1 0 0,1 4 0 15,-2 7 0-15,-4 10 0 0,-2 5 0 16,0 4 0-16,0 0 0 0,-6 6 0 16,4 7 0-16,-6 6 0 0,5 3 0 15,1-1 0-15,2-1 0 0,2-2 0 16,5 1 0-16,-3 0 0 0,2-2 0 16,0 1 0-16,7-2 0 0,-3-6 0 15,2-4 0-15,1-6 0 16,7-3 0-16,-3-9 0 0,0-6 0 15,-3-5 0-15,0-1 0 0,-5-3 0 16,-5 1 0-16,0 2 0 16,-4 0 0-16,0 2 0 0,0 4 0 15,-4 4 0-15,2 6 0 0,0 3 0 16,2 3 0-16,-2 0 0 0,2-1 0 16,0 2 0-16,0 1-293 15,0 0-1124-15,0 3-295 0</inkml:trace>
  <inkml:trace contextRef="#ctx0" brushRef="#br0" timeOffset="1176.76">19414 1913 5394 0,'0'0'1156'0,"0"0"-419"0,46 3 168 0,-32-3-905 0,1-6 0 0,-1-2 0 16,5-4 0-16,-3-4 0 0,1-2 0 15,-5-3 0-15,-1 0 0 16,-3 2 0-16,-8 4 0 0,-4 2 0 15,-2 4 0-15,-9 3 0 0,-1 6 0 16,-5 0 0-16,0 11 0 16,1 6 0-16,-1 4 0 0,0 5 0 15,-1 5 0-15,9-1 0 0,1-1 0 16,6-1 0-16,6-6 0 0,10-2 0 16,0-4 0-16,13-6 0 15,2-4 0-15,0-2 0 0,1-4 0 16,-1-4 0-16,-2-4 0 0,-7 0 0 15,5 0 0-15,-6 1-281 0,-3 4-267 16,3 3 200-16,-5 0 84 0,2 1 116 16,-3 4 148-16,-3-2 40 0,0 1 280 15,-2-2-108-15,-2 1 132 0,0-1 329 16,0-2-673-16,-2 0 0 0,0-6 0 16,-2-8 0-16,-6-11 0 0,2-1 0 15,4-3 0-15,2 6 0 16,0 4 0-16,2 0 0 0,8-2 0 15,0-1 0-15,7-1 0 0,4-2 0 16,5-2 0-16,12 0 0 16,3-2 0-16,-4 9-1461 0,-6-2-2157 0</inkml:trace>
  <inkml:trace contextRef="#ctx0" brushRef="#br0" timeOffset="1670.58">20549 1805 6951 0,'0'0'636'0,"-18"-35"-31"0,-1 16-605 16,-2 1 0-16,1 2 0 0,-1 7 0 16,2 7 0-16,3 6 0 0,1 14 0 15,1 9 0-15,4 9 0 0,5 6 0 16,3 2 0-16,2 0 0 0,5-5 0 16,3-7 0-16,4-8 0 0,1-10 0 15,7-7 0-15,1-7 0 16,2-7 0-16,-1-11 0 0,-3-7 0 15,2-7-413-15,-3 5-1068 0,-5-3-1000 0</inkml:trace>
  <inkml:trace contextRef="#ctx0" brushRef="#br0" timeOffset="1833.41">20648 1330 7479 0,'0'0'560'0,"0"0"-407"0,0 0-153 16,-16 48 0-16,4-9 0 0,-3 6 0 15,1 3 0-15,3-3 0 0,1 5 0 16,6 4 0-16,-2 4 0 0,-1 2 0 16,7-2 0-16,0-7 0 0,11-10 0 15,5-8 0-15,5-9-265 0,6-12-1884 16,-7-5 296-16,1-7 441 0</inkml:trace>
  <inkml:trace contextRef="#ctx0" brushRef="#br0" timeOffset="2161.76">20841 1718 3385 0,'0'0'2301'0,"0"-35"-1400"16,-4 22-205-16,-1 9 213 0,1 3-909 15,-4 2 0-15,-6 13 0 0,-7 11 0 16,4 10 0-16,-1 5 0 0,-1-1 0 16,5 0 0-16,1-2 0 15,5-6 0-15,6-4 0 0,2-6 0 16,6-3 0-16,7-5 0 0,1-8 0 15,3-5 0-15,3-5 0 0,1-8 0 16,0-7 0-16,1-5 0 0,-7-3 0 16,1-2 0-16,-1 1 0 0,-9 4 0 15,2 6 0-15,-6 8 0 0,2 6 0 16,-4 4 0-16,0 2 0 0,-4 5 0 16,2 8 0-16,-2 8 0 0,-2 3 0 15,-2 1 0-15,1-3 0 16,7-5 0-16,0-4 0 0,7-1 0 15,3-3-653-15,0-3-179 0,7-5 19 16,-7-2-720-16,3-2-411 0</inkml:trace>
  <inkml:trace contextRef="#ctx0" brushRef="#br0" timeOffset="2597.48">21047 1813 3609 0,'0'0'1337'15,"0"0"-697"-15,0 0 40 0,0 0 85 16,-4 45-377-16,-2-20-128 0,-4 1 0 15,4-2-212-15,1-2-28 0,-1 1-20 16,4-3 0-16,2-4 0 0,0-3-64 16,0-4-52-16,0-5 20 0,2-2 20 15,0-2-12-15,7-4 80 0,1-10-8 16,6-11 32-16,-1-7-4 0,1-3 0 16,-3-1 0-16,-3 4-12 0,5 3 8 15,-5 4 0-15,2 6-8 16,-3 6 0-16,-3 6 8 0,-2 5 4 15,-2 3 112-15,0 11-112 0,-2 12-4 16,0 4 24-16,-4 5-20 16,-2 0-12-16,2-5 4 0,-3-1-4 15,3-2 0-15,0-5-12 0,2-3-92 16,0-5 48-16,0-6 0 0,2-4 8 16,2-2 32-16,4-7-16 0,7-13 28 15,3-8 4-15,5-7 8 16,-5 0 8-16,5 5-16 0,-11 6 132 15,1 6-56-15,-1 7 4 0,-8 6 60 16,2 4-52-16,-2 2-16 0,2 10 13 16,1 9-85-16,-1 7 0 0,-2 5 0 15,-2 3 0-15,0-2 0 0,0-3 0 16,2-1 0-16,0-3 0 0,2-4-113 16,0-5-1039-16,-2-2-781 0</inkml:trace>
  <inkml:trace contextRef="#ctx0" brushRef="#br0" timeOffset="3176.27">21424 2465 2929 0,'0'37'1621'0,"0"-5"-977"16,2 1-24-16,-2-12 325 0,4-5-629 15,-2-8-44-15,-2-4 112 0,0-3-172 16,0-2 4-16,0-10-183 0,-2-14-33 16,-2-8 0-16,2-10 0 15,0-4 0-15,-5-3 0 0,7-9 0 16,-4-8 0-16,4-3 0 0,2 5 0 15,11 7 0-15,1 8 0 0,7 10 0 16,-3 6 0-16,1 9 0 0,-4 6 0 16,-1 8 0-16,-2 7 0 0,-1 4 0 15,-1 2 0-15,0 4 0 0,-1 3 0 16,-1 4 0-16,0 4 0 0,-4-2 0 16,0 6 0-16,-4-1 0 0,-4 2 0 15,-6-2 0-15,-4 0 0 16,-5 1 0-16,-2-4 0 0,1 0 0 15,5-7 0-15,3-1 0 0,3-7 0 16,3-2-97-16,6 0-451 16,-2-6-296-16,0 0-1073 0,2-5-100 0</inkml:trace>
  <inkml:trace contextRef="#ctx0" brushRef="#br0" timeOffset="3360.21">21767 1895 6502 0,'0'0'909'0,"-27"46"-128"16,12-15-781-16,1 1 0 0,2 0 0 16,1-4 0-16,7-1 0 0,-2-4 0 15,6-3 0-15,4-3 0 0,2-7 0 16,2-4 0-16,3-6-665 0,-5-2-1592 16,2-6-360-16</inkml:trace>
  <inkml:trace contextRef="#ctx0" brushRef="#br0" timeOffset="3483.59">21800 1628 5138 0,'0'0'60'0,"0"0"764"0,0 0-712 15,0 0-84-15,0 0-28 0,0 0-328 16,0 0-220-16,23 56-769 0,-21-31-167 16</inkml:trace>
  <inkml:trace contextRef="#ctx0" brushRef="#br0" timeOffset="3698.98">21860 2055 4618 0,'0'0'864'0,"-8"46"-68"16,8-28-207-16,-3-10-13 0,3-4 52 16,0-4-507-16,3 0-121 0,3-10 0 15,6-8 0-15,3-5 0 0,3-8 0 16,-1-1 0-16,-3 2 0 0,1 3 0 16,-5 5 0-16,-4 4 0 0,0 6 0 15,-1 3 0-15,-3 2 0 16,-2 4 0-16,0 3 0 0,0 0 0 15,0 12 0-15,0 10 0 0,0 7 0 16,0 3 0-16,4-3 0 16,2-4-261-16,2-1-447 0,0-8-89 15,1-3-527-15</inkml:trace>
  <inkml:trace contextRef="#ctx0" brushRef="#br0" timeOffset="4114">22207 1969 5826 0,'0'0'885'0,"-25"-35"-13"16,11 22-304-16,-1 9-527 0,-1 6-41 16,1 7 0-16,-3 7 0 0,3 3 0 15,3 3 0-15,2 0 0 0,5-1 0 16,5-3 0-16,2-5 0 0,7-3 0 16,1-1 0-16,0-5-25 0,7 0-43 15,-7-4 4-15,1-5 64 16,-3 0 24-16,0-4-12 0,2-2 4 15,1 0 52-15,-3 2-60 0,-2 4 8 16,-2 4-16-16,3 2 13 16,3 10-13-16,4 14 0 0,3 9 0 15,-1 11 0-15,-1 7 0 0,-1-1 0 16,-1 5 0-16,-7-1 0 0,-6-1 0 16,-2 1 0-16,-15-2 0 0,-3-2 0 15,-9-6 0-15,0-5 0 16,-2-4 0-16,-2-10 0 0,4-9 0 15,0-12 0-15,0-8 0 0,2-16 0 16,2-9 0-16,0-12 0 0,5-9 0 16,5-5 0-16,7 6 0 0,8 6 0 15,10 10 0-15,5 6 0 0,8 5 0 16,3-3 0-16,1 4 0 0,2 2 0 16,-4 1 0-16,-2 2 0 0,-7-2-481 15,-1 3-1428-15,-5 1-1460 0</inkml:trace>
  <inkml:trace contextRef="#ctx0" brushRef="#br0" timeOffset="4710.76">22687 2130 5210 0,'0'0'1048'0,"0"0"-399"0,33-9 339 0,-15 14-691 0,-1 9-297 15,4 10 0-15,-7 7 0 0,-8 8 0 16,-10 3 0-16,-2 3 0 16,-13 1 0-16,-3-4 0 0,-5-2 0 15,-4-5 0-15,6-9 0 0,0-10 0 16,6-15 0-16,9-4-1409 0,4-18-3742 0</inkml:trace>
  <inkml:trace contextRef="#ctx0" brushRef="#br0" timeOffset="5668.07">23648 1440 4562 0,'0'0'1680'0,"-21"-49"-951"16,11 23 39-16,-7 5-315 0,1 2-453 15,-5 2 0-15,0 1 0 16,1 3 0-16,-1 4 0 0,7 3 0 15,3 3 0-15,5 3 0 0,2 1 0 16,0 8 0-16,0 11 0 0,0 16 0 16,4 9 0-16,0 6 0 0,4 5 0 15,0-2 0-15,0 2 0 0,2 6 0 16,-2 1 0-16,2-1 0 0,3-2 0 16,-3-4 0-16,-2-4 0 0,2-6 0 15,-4-6 0-15,-2-6 0 16,-2-4 0-16,-4-6 0 0,0-5-77 15,0-9-1291-15,-1-2 3 0,-3-7-576 0</inkml:trace>
  <inkml:trace contextRef="#ctx0" brushRef="#br0" timeOffset="6057.83">23323 1940 6402 0,'0'0'733'0,"0"0"-389"0,46-7 369 16,-17 4-713-16,2 0 0 0,2-1 0 15,0 1 0-15,4-2 0 0,0-1 0 16,5 0 0-16,-3-1 0 0,0 0 0 16,-8 3-425-16,-4 1-547 0,-10-1-633 15,-5 2 973-15,-6-1 632 0,-4-1 272 16,0-3 272-16,-2-4 120 0,-8-2 341 16,-6-1-485-16,3 6-192 0,-7 8-27 15,3 4-301-15,-1 12 0 16,-3 6 0-16,3 5 0 0,-5 4 0 15,6 1 0-15,5 0 0 0,4-6 0 16,6-4 0-16,0-7 0 16,6-4 0-16,6-6 0 0,3-4 0 15,4-4 0-15,1-9 0 0,1-4 0 16,-3-4 0-16,-1-1 0 0,-3 3 0 16,-3 1 0-16,-3 5 0 0,-2 4 0 15,-4 4 0-15,0 4 0 16,-2 12 0-16,-4 11 0 0,0 6 0 15,-2 4 0-15,2-4 0 0,4-8 0 16,4-3 0-16,4-5 0 0,7-4 0 16,-3-4-1045-16,0-3-520 0</inkml:trace>
  <inkml:trace contextRef="#ctx0" brushRef="#br0" timeOffset="6646.04">24158 1844 3689 0,'0'0'1393'0,"0"0"-233"0,0 0-567 0,0 0-109 15,0 0 100-15,0 0-360 0,0 0-159 16,0 0-65-16,0 0 0 16,-45 1 0-16,24 2 0 0,-1 0 0 15,-3-2 0-15,4 2 0 0,0 1 0 16,5 1 0-16,3 2 0 0,5 2 0 16,2 1 0-16,2 3 0 15,4 4 0-15,4 2 0 0,6-1 0 16,7 1 0-16,6-3 0 0,3-2 0 15,1-2 0-15,4-2 0 0,-6-2 0 16,-4-2 0-16,-9 0 0 0,-8-3 0 16,-2 2 0-16,-6 1 0 0,-8 2 0 15,-9 4 0-15,-8 1 0 0,-4-1 0 16,2-5 0-16,2 0 0 0,7-4 0 16,1-2 0-16,2-1 0 0,11-4-373 15,4-4-731-15,4 1-149 16,0-5-1608-16</inkml:trace>
  <inkml:trace contextRef="#ctx0" brushRef="#br0" timeOffset="6893.79">24340 1382 6342 0,'0'0'641'0,"0"0"-201"0,0 0 329 16,-6 37-769-16,4-8 0 0,-4 10 0 16,4 7 0-16,-2 3 0 0,0 4 0 15,-3 6 0-15,-1 2 0 0,-2 0 0 16,-1 0 0-16,-1-3 0 0,2-6 0 16,-1-5 0-16,1-11 0 0,4-7-589 15,0-12-728-15,-1-6-127 0</inkml:trace>
  <inkml:trace contextRef="#ctx0" brushRef="#br0" timeOffset="7035.63">24140 1935 6190 0,'0'0'977'0,"0"0"-393"16,56-29-160-16,-25 22-407 0,0 2-17 16,4 0 0-16,-4 3 0 0,0 2 0 15,-2 0 0-15,-2 2 0 16,-5 3 0-16,-3 0-593 0,-9-1-1516 15,-6 2-340-15</inkml:trace>
  <inkml:trace contextRef="#ctx0" brushRef="#br0" timeOffset="7423.64">24475 2037 5122 0,'0'0'996'0,"35"-16"-323"0,-12 1 691 15,-1-3-1327-15,-1 1-37 16,-4 0 0-16,-3-1 0 0,-4 1 0 15,1-3 0-15,-7 1 0 0,-4 1 0 16,-4 0 0-16,-5 1 0 16,-3 6 0-16,-7 7 0 0,3 4 0 15,-5 7 0-15,1 12 0 0,-3 4 0 16,0 6 0-16,0 3 0 0,9 1 0 16,1 0 0-16,11-5 0 15,7-2-37-15,7-6-147 0,9-1-76 16,3-3 112-16,1-4 144 0,8-1-16 15,-2-3 4-15,-2-1-36 0,-2-2-240 16,-2 0 16-16,-4-4 28 0,-5-1-85 16,-8 0 221-16,-4 0 112 0,-4 0 124 15,0-4 285-15,0-5 139 0,0-7 240 16,-2-6-675-16,2-4-113 0,0 0 0 16,2 0 0-16,7 3 0 0,-1 2 0 15,2 1 0-15,3 1 0 16,-1 2 0-16,5 2 0 0,1-3 0 15,5-1-1125-15,-4 5-1116 0,5-3-813 0</inkml:trace>
  <inkml:trace contextRef="#ctx0" brushRef="#br0" timeOffset="8005.6">25703 1863 5070 0,'0'0'676'0,"0"0"-80"0,0 0 577 15,0 0-801-15,0 0-220 0,-48-38 1 16,34 34-153-16,-1 4 0 0,5 1 0 15,-3 3 0-15,1 1 0 0,0 2 0 16,1 1 0-16,1 2 0 0,0-1 0 16,3 2 0-16,1-4 0 0,2 0 0 15,2-2 0-15,2 0 0 0,0 0 0 16,0 4 0-16,8 1 0 0,7 4 0 16,7 0 0-16,3 0 0 0,4-1 0 15,-2-1 0-15,-4 0-113 16,-3-1-391-16,-3 1 204 0,-5-1 232 15,-3 0 64-15,-7-2-8 0,-2 3 12 16,-4-1 120-16,-7-2 68 16,-1 2 52-16,-5-2 52 0,-1 1-200 15,-5-2-23-15,-2-2-69 0,2 0 0 16,1-6 0-16,1 0 0 0,2-1 0 16,3-5 0-16,3 1-129 0,7 1-131 15,2 0-60-15,2 1-336 16,2 1-89-16,0 1-275 0,4-2-1453 0</inkml:trace>
  <inkml:trace contextRef="#ctx0" brushRef="#br0" timeOffset="9683.74">25858 2126 2989 0,'0'0'1777'0,"0"0"-605"15,16 55-555-15,-12-19-33 16,-4 4 268-16,-4 0-651 0,-4-1-201 15,0-2 0-15,-1-3 0 0,-1-3 0 16,2-5 0-16,-1-1 0 16,-1-5 0-16,4-7 0 0,2-5 0 15,0-4 0-15,2-4 0 0,-3-6 0 16,1-11 0-16,-2-15 0 0,6-9 0 16,0-8-105-16,0-3 41 15,0 0 32-15,4-5 32 0,-2-1 20 16,2-3-12-16,1 3 36 0,3 5 85 15,4 6-129-15,3 9 0 0,3 10 0 16,1 8 0-16,-3 8 0 0,3 4 0 16,-2 3 0-16,-1 3 0 0,-1 2 0 15,-1 1 0-15,1 6 0 0,-3 5 0 16,0 3 0-16,-3 4 0 0,-5 3 0 16,-4 3 0-16,-6 1 0 0,-7 1 0 15,1-3 0-15,-7-2 0 16,3-3 0-16,-1-2 0 0,1-5 0 15,-1-4 0-15,3-6-37 0,1-2-207 16,3-1-544-16,2-6-29 16,3 0-207-16,3-4-1261 0</inkml:trace>
  <inkml:trace contextRef="#ctx0" brushRef="#br0" timeOffset="9978.35">26029 2049 4846 0,'0'0'1600'15,"0"0"-779"-15,50 3-109 0,-32-9-499 16,1-3-213-16,0-5 0 0,-3-4 0 16,1 0 0-16,-5-3 0 0,-2-1 0 15,-1 0 0-15,-5 3 0 0,-2 3 0 16,-2-1 0-16,0 5 0 0,-6 2 0 16,-3 3 0-16,-1 5 0 0,-2 2 0 15,-5 7 0-15,1 5 0 16,-5 4 0-16,4 2 0 0,3 0 0 15,4 3 0-15,1 0 0 0,7 0 0 16,2-1 0-16,6-1 0 16,3-3 0-16,5-5-401 0,3-2-7 15,5-5 72-15,-1-2-757 0,2-2 449 16,-7-3-156-16,-3 0-3242 0</inkml:trace>
  <inkml:trace contextRef="#ctx0" brushRef="#br0" timeOffset="10259.64">26269 2061 6222 0,'0'0'913'0,"0"0"55"16,50-24-879-16,-32 13-89 0,3-3 0 15,-7 2 0-15,3-1 0 0,-5-1 0 16,-1-1 0-16,-1-2 0 0,-2 1 0 16,-4 0 0-16,-2 1 0 0,-2 1 0 15,-4 2 0-15,-6 3 0 16,-2 5 0-16,-5 4 0 0,-2 3 0 15,-1 9 0-15,-3 6 0 0,0 6 0 16,5 4 0-16,1 2 0 16,7 1 0-16,8-2 0 0,2-6 0 15,12-2 0-15,7-7 0 0,8-2 0 16,6-6 0-16,6-5 0 0,0-1 0 16,3-6 0-16,-1-3-269 15,-2 0-455-15,-4 0-129 0,-10 0-1492 16,-2 1-668-16</inkml:trace>
  <inkml:trace contextRef="#ctx0" brushRef="#br0" timeOffset="10460.14">26707 1976 4710 0,'0'0'1368'15,"0"0"-699"-15,-27-47 103 0,15 33-99 16,-3 4-673-16,1 5 0 0,0 5 0 16,-1 8 0-16,-1 5 0 0,-3 8 0 15,0 5 0-15,3 4 0 16,5 1 0-16,5-4 0 0,4 0 0 15,6-3 0-15,7-4 0 0,5-3 0 16,3-8 0-16,4-3 0 16,-1-6 0-16,5-3 0 0,0-9 0 15,-4-6-393-15,-3-3-1276 0,-7 4-264 16,-3-3-1784-16</inkml:trace>
  <inkml:trace contextRef="#ctx0" brushRef="#br0" timeOffset="10631">26753 1570 6819 0,'0'0'1012'0,"0"0"-651"16,0 0-361-16,0 0 0 0,-19 44 0 15,9-6 0-15,-1 7 0 0,1 6 0 16,8 1 0-16,0 4 0 0,2 4 0 16,0 2 0-16,4-5 0 0,2-5 0 15,5-8 0-15,1-10 0 16,-2-3 0-16,-1-11-609 0,-1-7-1256 0</inkml:trace>
  <inkml:trace contextRef="#ctx0" brushRef="#br1" timeOffset="89293.2">11865 10796 1556 0,'0'0'368'0,"0"0"-300"0,0 0-12 0,0 0 101 16,0 0 31-16,0 0 760 0,0 0-576 15,0 0-4-15,0 0 177 16,0 0-201-16,11-28 72 0,-11 28 332 16,4-1-303-16,-4 1-33 0,0 0 288 15,0 0-360-15,0 0-179 0,0 0-161 16,0 0 0-16,0 0 0 0,0 0 0 16,0 0 0-16,0 0 0 0,0 1 0 15,0 0 0-15,0 3 0 0,0 2 0 16,0 3 0-16,-4 4 0 0,4 0 0 15,0 1 0-15,0 0 0 0,0-2 0 16,0 1 0-16,0 0 0 16,0 3 0-16,-2-1 0 0,-3 0 0 15,5 2 0-15,-4 0 0 0,2-3 0 16,-2 2 0-16,4-2 0 0,-4-1 0 16,4 2 0-16,0-3 0 15,0 1 0-15,0 1 0 0,4 0 0 16,-4-1 0-16,0 0 0 0,0 2 0 15,0-1 0-15,0 1 0 16,0-1 0-16,4 3 0 0,-4-2 0 16,0 1 0-16,0-1 0 0,2-1 0 15,-2 1 0-15,4-1 0 0,1 0 0 16,-3-1 0-16,-2 0 0 0,4 1 0 16,0-1 0-16,-2 0 0 0,2 1 0 15,0 0 0-15,-2 0 0 0,2 0 0 16,1-1 0-16,-3 0 0 0,2 0 0 15,-4-1 0-15,6 2 0 16,-6-1 0-16,4-1 0 0,-4 1 0 16,2-1 0-16,2 1 0 0,-4 1 0 15,0-1 0-15,0-1 0 0,0 0 0 16,0-1 0-16,4 0 0 16,-4-1 0-16,0 0 0 0,2 0 0 15,-2 0 0-15,0-2 0 0,0-1 0 16,0-1 0-16,0 1 0 0,0 3 0 15,0 0 0-15,0 2 0 16,0 3 0-16,0-2 0 0,0 1 0 16,0-3 0-16,0 0 0 0,0 1 0 15,-2 0 0-15,2-4 0 0,-4 0 0 16,4 1 0-16,-4 0 0 0,4 4 0 16,-2 0 0-16,2-2 0 0,0 1 0 15,0 0 0-15,0-2 0 0,-4 1 0 16,4 1 0-16,0-1 0 15,-4 0 0-15,4 1 0 0,0 1 0 16,0 2 0-16,-2 0 0 0,2-1 0 16,0 2 0-16,-4-1 0 0,4-1 0 15,-2 2 0-15,-3-2 0 16,5 0 0-16,-4-1 0 0,4 1 0 16,-6-2 0-16,6-1 0 0,0 0 0 15,0 0 0-15,0 1 0 0,-4 0 0 16,4 0 0-16,0 1 0 15,-2 0 0-15,-2 0 0 0,4 1 0 16,-4 0 0-16,2 0 0 0,-3 0 0 16,5 0 0-16,-4 0 0 0,4-1 0 15,-2 1 0-15,2-2 0 0,0 0 0 16,-4 0 0-16,4 0 0 0,0 1 0 16,0-1 0-16,-4 0 0 0,4 0 0 15,0 1 0-15,0-1 0 0,0 2 0 16,-2 0 0-16,2 1 0 15,0 2 0-15,-4 0 0 0,4-2 0 16,0 2 0-16,0-2 0 0,0 2 0 16,0-2 0-16,0-1 0 15,0-1 0-15,-4 0 0 0,4 0 0 16,0-1 0-16,0 1 0 0,0 1 0 16,0 1 0-16,-2 0 0 0,2 3 0 15,-5 1 0-15,5-1 0 16,-2 1 0-16,-2-1 0 0,0 0 0 15,4 2 0-15,-2-1 0 0,-2 0 0 16,4-2 0-16,0 0 0 0,-4-1 0 16,4 1 0-16,0 1 0 0,-6 0 0 15,6-1 0-15,-7 1 0 0,7 0 0 16,-4 0 0-16,4-1 0 0,0 1 0 16,-4 0 0-16,4 0 0 0,0-1 0 15,-2 1 0-15,2-2 0 16,0-1 0-16,0-1 0 0,0 2 0 15,2-1 0-15,-2-2 0 0,4 1 0 16,-4-1 0-16,4 0 0 0,-4-1 0 16,0 3 0-16,2-2 0 15,3 0 0-15,-5 2 0 0,0-1 0 16,0 1 0-16,0 0 0 0,0 3 0 16,0-2 0-16,0 2 0 0,-5 0 0 15,3 1 0-15,2 2 0 16,0 0 0-16,-4 1 0 0,4-1 0 15,0 0 0-15,0-2 0 0,0 0 0 16,0 2 0-16,0-1 0 0,0 2 0 16,0 1 0-16,0 0 0 0,0 2 0 15,0 0 0-15,-4 1 0 0,2 1 0 16,-2-1 0-16,4 1 0 0,0-3 0 16,0-1 0-16,0-4 0 15,0-2 0-15,0-6 0 0,0-4 0 16,0-3 0-16,0-4 0 0,0 0 0 15,0-6 0-15,4-14 0 0,-4 1 0 16,0-18-2238-16</inkml:trace>
  <inkml:trace contextRef="#ctx0" brushRef="#br1" timeOffset="90520.62">12384 10599 2909 0,'0'0'2621'0,"0"0"-1705"0,0 0-291 16,0 0 487-16,0 0-1103 15,0 0-9-15,0 0 0 0,0 0 0 16,0 0 0-16,0 0 0 0,0 0 0 15,-16 55 0-15,18-24 0 16,2-1 0-16,-4 0 0 0,0-1 0 16,0-2 0-16,0-4 0 0,0-7 0 15,0-5 0-15,0-7 0 0,0-3 0 16,0-1 0-16,0-2 0 0,6-12 0 16,4-12 0-16,5-9 0 0,1-6 0 15,1 0 0-15,-3 1 0 0,3 4 0 16,4 2 0-16,-5 7 0 0,-1 8 0 15,-1 8 0-15,-8 3 0 0,0 6 0 16,-1 2 0-16,1 0 0 16,0 5 0-16,4 5 0 0,1 9 0 15,-1 5 0-15,-6 2 0 0,2 0 0 16,-6-2 0-16,4-3 0 0,-4-2 0 16,7-2 0-16,-7-4 0 15,4-7 0-15,-2-3 0 0,2-1 0 16,6-2 0-16,5-9 0 0,-3-5 0 15,3-5 0-15,1-3 0 16,-5 2 0-16,-1 1 0 0,0 4 0 16,-4 6 0-16,-6 3 0 0,0 2 0 15,5 1 0-15,-5 0 0 0,0 1 0 16,2 2 0-16,2 7 0 0,0 8 0 16,2 6 0-16,0 5 0 0,-2 0 0 15,3-1 0-15,-3-2 0 0,2 0 0 16,4-4 0-16,1-2 0 0,5-5 0 15,-6-5-637-15,1-3-948 0</inkml:trace>
  <inkml:trace contextRef="#ctx0" brushRef="#br1" timeOffset="90901.47">12984 10555 2108 0,'0'0'5099'0,"0"0"-4387"0,0 0-439 0,0 0-273 15,-31-33 0-15,24 33 0 0,3 0 0 16,-8 6 0-16,2 10 0 16,-1 5 0-16,1 4 0 0,4 1 0 15,-3-3 0-15,7-1 0 0,-2-7 0 16,4-4 0-16,0-4 0 0,4-2 0 16,2-2 0-16,9-3 0 0,2 0 0 15,-5-6 0-15,2-3 0 0,-3 0 0 16,-5-1 0-16,4 0 0 0,-1 1 0 15,-3-4 0-15,-4 5 0 0,6 2 0 16,-8 2 0-16,2 4 0 16,2 0 0-16,0 0 0 0,-2 5 0 15,3 5 0-15,1 6 0 0,4 4 0 16,-6 3 0-16,7-2 0 0,-5-4 0 16,4 0 0-16,5-1 0 15,1-4 0-15,1-3 0 0,-1-1-301 16,5-7-647-16,-7-1-1241 0,-3-1-493 15</inkml:trace>
  <inkml:trace contextRef="#ctx0" brushRef="#br1" timeOffset="91291.74">13157 10535 1508 0,'0'0'2529'0,"0"0"-1360"0,0 0 276 0,0 0-749 16,0 0-204-16,0 0-139 16,0 0-353-16,0 0 0 0,0 0 0 15,37 17 0-15,-22 5 0 0,-1 4 0 16,-3-2 0-16,1 1 0 0,-2-1 0 16,5-1 0-16,-3-1 0 0,-1-2 0 15,3 0 0-15,-4-3 0 0,1-2 0 16,-1-2 0-16,-4-7 0 15,-2 0-1954-15,-1-6-887 0</inkml:trace>
  <inkml:trace contextRef="#ctx0" brushRef="#br1" timeOffset="91475.59">13314 10513 5962 0,'0'0'1809'0,"0"0"-1388"15,0 0-421-15,0 0 0 0,-33 55 0 16,23-26 0-16,0 3 0 16,-1 0 0-16,1-2 0 0,6-2 0 15,4-2 0-15,0-2 0 0,4-3 0 16,-2-4-917-16,-2-6-1208 0</inkml:trace>
  <inkml:trace contextRef="#ctx0" brushRef="#br1" timeOffset="92045.89">14027 10462 2989 0,'0'0'2749'16,"0"0"-1176"-16,-45-18-841 0,28 12-583 15,-3 3-149-15,-1 0 0 0,0 2 0 16,-1 1 0-16,5 1 0 0,3 5 0 16,3 0 0-16,1 5 0 15,6 2 0-15,-2 2 0 0,6 2 0 16,0 0 0-16,6-1 0 0,4-3 0 15,5-1 0-15,10-4 0 0,-3-2 0 16,9-4 0-16,2-2 0 16,-2-1 0-16,0-1 0 0,-4 1 0 15,-8 1 0-15,-11 2 0 0,0 7 0 16,-6 2 0-16,-2 2 0 0,-10 4 0 16,2 1 0-16,-7-1 0 0,1 1 0 15,-3 1 0-15,1-3 0 0,5-3 0 16,-3-5 0-16,8-5 0 15,0-3 0-15,1-6 0 0,5-13-801 16,0 0-1440-16,0-9-320 0</inkml:trace>
  <inkml:trace contextRef="#ctx0" brushRef="#br1" timeOffset="92255.24">14170 10047 5366 0,'0'0'1389'0,"0"0"-301"0,0 0-739 16,0 0-349-16,0 0 0 0,0 0 0 16,4 46 0-16,-2-2 0 15,-2 8 0-15,4 6 0 0,-4-1 0 16,5 5 0-16,-3-2 0 0,2-2 0 16,-4-2 0-16,4-6 0 0,-2-6 0 15,-2-5 0-15,4-9 0 0,-2-9-633 16,-2-10-940-16,0-7-380 0</inkml:trace>
  <inkml:trace contextRef="#ctx0" brushRef="#br1" timeOffset="92418.74">14156 10411 3893 0,'0'0'2469'0,"0"0"-1604"0,41-37-125 16,-24 34-515-16,-7 3-225 15,-2 1 0-15,-2 3 0 0,1 5 0 16,3-1 0-16,6 2 0 0,-1-1-453 15,6-2-271-15,-1-2-853 0,-3-4-172 16,-3 0-1080-16</inkml:trace>
  <inkml:trace contextRef="#ctx0" brushRef="#br1" timeOffset="92589.87">14439 10432 4265 0,'0'0'1617'0,"0"0"-388"15,-10 39-533-15,10-15-311 0,-7 2-385 16,7-1 0-16,-4 1 0 15,4 0 0-15,0-2 0 0,4-5 0 16,3-4 0-16,-3 0 0 0,2-5 0 16,-2-4 0-16,2-1 0 0,-6-4-1265 15,4-4-2533-15</inkml:trace>
  <inkml:trace contextRef="#ctx0" brushRef="#br1" timeOffset="92696.54">14497 10081 7943 0,'0'0'249'0,"0"0"-249"16,0 0 0-16,0 0 0 16,-17 44 0-16,17-25 0 0,0-2-1537 15,4-9-1081-15</inkml:trace>
  <inkml:trace contextRef="#ctx0" brushRef="#br1" timeOffset="93205.81">14708 10449 2297 0,'0'0'3061'0,"0"0"-2229"0,0 0-35 15,0 0 323-15,0 0-1035 0,-38-32-85 16,26 39 0-16,-5 8 0 0,3 8 0 16,4 4 0-16,-1 4 0 15,1 1 0-15,6 0 0 0,-2-2 0 16,6-4 0-16,0-4 0 0,10-4 0 15,0-2 0-15,7-8 0 16,3-5 0-16,7-3 0 0,4-13 0 16,5-6 0-16,-3-7 0 0,-2-7-985 15,-5 6-960-15,-5-3-1197 0</inkml:trace>
  <inkml:trace contextRef="#ctx0" brushRef="#br1" timeOffset="93439.83">14885 10139 6130 0,'-2'35'1101'0,"-2"-2"-697"0,4 8 100 16,0 1-451-16,0 4-53 0,6 1 0 16,3 3 0-16,-7 3 0 15,4 1 0-15,-2-4 0 0,-4-2 0 16,0-6 0-16,0-8 0 0,0-9 0 15,0-9 0-15,0-9 0 16,4-7-33-16,-4-13-895 0,2-1-1709 16,-2-8-1553-16</inkml:trace>
  <inkml:trace contextRef="#ctx0" brushRef="#br1" timeOffset="93764.66">14931 10443 6522 0,'0'0'1017'0,"0"0"-433"15,0 0-515-15,0 0-69 0,0 0 0 16,43-24 0-16,-18 17 0 16,-2 3 0-16,4 2 0 0,-3 2 0 15,-1 0 0-15,-8 4 0 0,-5 3 0 16,-10 1 0-16,0 6 0 0,-10 4 0 15,-5 3 0-15,-8 1 0 0,3 3 0 16,-5 4 0-16,-2 4 0 16,4 1 0-16,-1-1 0 0,11-5 0 15,5-5 0-15,8-5 0 0,8-7 0 16,9-2 0-16,5-7 0 0,7-2 0 16,9-7 0-16,-1-5 0 0,-10 3-1373 15,0-4-1541-15</inkml:trace>
  <inkml:trace contextRef="#ctx0" brushRef="#br1" timeOffset="94582.94">15526 10378 2297 0,'0'0'12'0,"0"0"2405"0,0 0-444 0,0 0-989 16,0 0-475-16,0 0-509 16,-4 41 0-16,-2-3 0 0,6 7 0 15,-2 0 0-15,2-3 0 0,2-3 0 16,6-3 0-16,0-4 0 0,3-5 0 16,-1-6 0-16,4-7 0 0,3-8 0 15,-3-4 0-15,-1-6 0 0,1-11 0 16,1-7 0-16,-3-7 0 15,-1-6 0-15,-1-4 0 0,-4-2 0 16,2 0 0-16,-1 3 0 0,-3 6 0 16,2 5 0-16,0 4 0 0,4 7 0 15,-3 5 0-15,3 3-841 0,0 3-64 16,-6 3-1500-16,3 2-1136 0</inkml:trace>
  <inkml:trace contextRef="#ctx0" brushRef="#br1" timeOffset="94883.83">15778 10562 4734 0,'0'0'1120'0,"0"0"-428"0,0 0 493 15,42-22-724-15,-26 8-461 0,-5-4 0 16,-1-1 0-16,-4 1 0 0,2-3 0 16,-6 0 0-16,3-2 0 0,-5 0 0 15,0 0 0-15,-7-1 0 0,-1 8 0 16,2 4 0-16,-4 5 0 0,3 8 0 15,-7 11 0-15,-3 8 0 0,3 13 0 16,-3 8 0-16,7 8 0 0,4 6 0 16,2-1 0-16,4-3 0 15,4-6 0-15,10-10 0 0,5-13 0 16,6-9 0-16,8-9 0 0,2-11 0 16,6-13 0-16,-1-9-325 15,-5-13-335-15,-8 8-1165 0,-7-8-824 0</inkml:trace>
  <inkml:trace contextRef="#ctx0" brushRef="#br1" timeOffset="95070.9">16113 9933 6823 0,'0'0'1080'0,"-14"37"-791"0,8-6-289 16,-5 4 0-16,1 8 0 0,6 2 0 15,-2 2 0-15,1 3 0 0,5 0 0 16,0 0 0-16,5-3 0 0,5 2 0 15,0-5 0-15,5-4 0 16,1-5 0-16,1-6-421 0,-3-11-607 16,-1-9-1910-16</inkml:trace>
  <inkml:trace contextRef="#ctx0" brushRef="#br1" timeOffset="95378.84">16310 10419 6847 0,'0'0'1152'15,"0"0"-959"-15,-27-40-193 0,21 35 0 16,-5 5 0-16,-3 1 0 16,1 10 0-16,-1 7 0 0,-3 7 0 15,7 3 0-15,0 4 0 0,3 4 0 16,3-3 0-16,4-4 0 0,6-3 0 16,9-4 0-16,1-6 0 0,5-5 0 15,0-5 0-15,6-6 0 0,0-4 0 16,-3-9 0-16,1-5 0 15,-8-5 0-15,-5-4 0 0,-2-3 0 16,-10-2 0-16,0-1 0 0,-6 0 0 0,-4 4 0 16,4 7 0-16,-3 6 0 15,7 8 0-15,2 2 0 0,0 5 0 16,2-3-161-16,7 3-655 0,3 1 59 16,3 0-819-16,-5 0 39 15,0 0-380-15</inkml:trace>
  <inkml:trace contextRef="#ctx0" brushRef="#br1" timeOffset="95628.42">16541 10437 5514 0,'0'0'1020'0,"0"0"-363"0,-12-34 263 15,1 30-839-15,5 3-81 0,-8 2 0 16,3 12 0-16,-3 5 0 0,-3 9 0 15,5 3 0-15,4-1 0 16,6 2 0-16,2 0 0 0,2-2 0 0,6-2 0 16,4-4 0-16,5-5 0 15,1-6 0-15,3-5 0 0,0-5 0 16,2-5 0-16,3-9 0 16,-1-4 0-16,-4-7 0 0,-5-2-649 15,-3 5-540-15,-5-3-1768 0</inkml:trace>
  <inkml:trace contextRef="#ctx0" brushRef="#br1" timeOffset="95755.81">16686 10396 6078 0,'0'0'1353'0,"0"0"-592"15,0 0-761-15,-6 43 0 0,4-11 0 16,-5 5 0-16,5-1 0 0,0-3 0 16,2-5 0-16,0-1 0 0,4-6 0 15,0-7 0-15,3-6 0 0,-3-5-809 16,-2-2-1252-16,-2-5-1189 0</inkml:trace>
  <inkml:trace contextRef="#ctx0" brushRef="#br1" timeOffset="95922.85">16719 10017 7183 0,'0'0'1009'0,"0"0"-1009"0,0 0 0 15,0 0 0-15,0 0 0 16,0 0 0-16,0 0 0 0,0 0 0 15,0 0-285-15,0 0-1264 0,27-28 229 16,-13 28-497-16</inkml:trace>
  <inkml:trace contextRef="#ctx0" brushRef="#br1" timeOffset="96143.09">16876 9894 7299 0,'0'0'560'0,"0"0"-227"0,0 0-333 15,0 0 0-15,0 0 0 16,31 50 0-16,-25-11 0 0,-6 7 0 16,4 6 0-16,-2 6 0 0,-2 7 0 15,0 4 0-15,-2 1 0 0,-4-1 0 16,2-6 0-16,-2-6 0 0,2-10 0 16,0-8 0-16,4-7 0 15,0-11 0-15,0-11 0 0,0-4-577 16,0-7-996-16</inkml:trace>
  <inkml:trace contextRef="#ctx0" brushRef="#br1" timeOffset="96702.86">16804 10321 6290 0,'0'0'1425'0,"0"0"-948"0,0 0-477 16,0-35 0-16,4 32 0 0,0 2 0 16,-2-2 0-16,6 3 0 0,-6 0 0 15,9 3 0-15,-1 1 0 0,4 4 0 16,3 2 0-16,4-3 0 15,3 0 0-15,-1-4 0 0,8-3 0 0,0-4 0 16,0-5 0-16,-2-1 0 16,-4-2 0-16,-9 2 0 0,1 0-65 15,-9 4-327-15,-6 3 216 0,-2 2 172 16,0 1 4-16,0 2 56 0,-2 7 92 16,-6 4 136-16,6 3-144 15,-2-2-131-15,2-1-9 0,2-1 0 16,-2-1 0-16,2-2 0 0,0-3 0 15,2-1 0-15,0-3 0 0,-2-2 0 16,6 1 0-16,-2-1 0 16,0-1 0-16,2-2 0 0,1-3 0 15,1 1 0-15,-2 1 0 0,0 3 0 16,1 2 0-16,3 11 0 0,4 13 0 16,3 9 0-16,-1 7 0 0,-1 4 0 15,1-5 0-15,-5 3 0 0,-1-3 0 16,-4 3 0-16,-6-1 0 15,-12 4 0-15,-5 2 0 0,-7 1 0 16,-9 0 0-16,2-1 0 0,-7-2 0 16,3-6 0-16,2-3 0 0,-4-10 0 15,2-5 0-15,2-8 0 0,4-7 0 16,2-7 0-16,4-8 0 16,2-7 0-16,7-6 0 0,4-1 0 15,10 0 0-15,0-1 0 0,10-1 0 16,9-2 0-16,3-3 0 0,9 0 0 15,2 1 0-15,7 0 0 16,-1 2 0-16,-2 0 0 0,-2 1 0 16,-2 1 0-16,-2 2 0 0,-10 4-1449 15,-4 0-2045-15</inkml:trace>
  <inkml:trace contextRef="#ctx0" brushRef="#br1" timeOffset="102732.75">16456 14016 2132 0,'0'0'2542'0,"0"0"-1590"0,0 0 193 16,0 0-393-16,0 0-184 15,0 0-467-15,0 0-101 0,0 0 0 0,-12 7 0 16,12-22 0-16,2-6 0 15,2-9 0-15,2-4 0 0,-2-5 0 16,3-5 0-16,-7-9 0 0,6-8 0 16,-6-9 0-16,2-7 0 0,0-6 0 15,6-4 0-15,1-1 0 16,5-1 0-16,7 8 0 0,-1 13 0 16,3 10 0-16,4 15 0 0,-6 6 0 15,3 9 0-15,-7 9 0 0,0 3 0 16,-7 9 0-16,4 3 0 0,-3 2 0 15,5 2 0-15,-1 3 0 16,-3 3 0-16,3 3 0 0,-5 4 0 16,0 2 0-16,-6 4 0 0,-2 3 0 15,5 3 0-15,-5 1 0 0,0 0 0 16,2 0 0-16,-2-1 0 0,2-1 0 16,-4-2 0-16,4-2 0 0,-4-6 0 15,0-4 0-15,0-5 0 16,0-2 0-16,0 1 0 0,0-3 0 15,0 0 0-15,2-1 0 0,-2 0 0 16,0 0 0-16,0 0 0 0,0 0 0 16,0 0 0-16,4 0 0 0,3 3 0 15,3 3 0-15,0 2 0 16,7 2 0-16,-3 1 0 0,1 0 0 16,-5 0 0-16,0 0 0 0,1 3 0 15,-5 0 0-15,-6 2 0 0,0 2 0 16,-10 1 0-16,-5 3 0 15,-1 1 0-15,-9 2 0 0,-2 0 0 16,-4-1 0-16,0-3 0 0,-2-3 0 16,0-4 0-16,4-6 0 0,6-2 0 15,2-1 0-15,11-4 0 0,6 0 0 16,4-1 0-16,10-8 0 0,1 1-1013 16,-1-6-2065-16</inkml:trace>
  <inkml:trace contextRef="#ctx0" brushRef="#br1" timeOffset="103870.35">17176 13280 1052 0,'0'0'540'15,"0"0"1801"-15,0 0-1476 0,0 0 291 16,0 0-411-16,0 0-173 15,0 0 128-15,0 0-479 0,0 0-221 16,-11-16 0-16,26 10 0 0,8 0 0 16,8 0 0-16,0 0 0 0,4 3 0 15,-6 2 0-15,-2-1 0 16,-3 0 0-16,-3 1 0 0,0-1 0 16,-9 1 0-16,-4-1-345 0,-6 0-835 15,3-2-489-15</inkml:trace>
  <inkml:trace contextRef="#ctx0" brushRef="#br1" timeOffset="104040.78">17285 13098 6635 0,'0'0'1016'0,"-20"45"-475"0,13-15-541 15,3 2 0-15,2 5 0 16,2-1 0-16,2 1 0 0,4-6 0 15,9-4 0-15,1-4 0 0,5-7 0 16,0-5-445-16,-1-5-1848 0,-7-5-2497 0</inkml:trace>
  <inkml:trace contextRef="#ctx0" brushRef="#br1" timeOffset="104507.17">17928 12933 2673 0,'0'0'1640'16,"0"0"-431"-16,-6-38 328 0,-4 25-681 15,-1 4-579-15,-1 4-277 0,-5 5 0 16,-1 1 0-16,-3 10 0 15,0 6 0-15,-5 7 0 0,-1 10 0 16,0 7 0-16,-4 6 0 0,8 8 0 16,2 4 0-16,3 3 0 0,9-2 0 15,9-3 0-15,9-6 0 0,18-11 0 16,8-6 0-16,12-14 0 0,9-12 0 16,4-8 0-16,8-6 0 0,-2-9 0 15,-6-4 0-15,-6-2 0 0,-15 0 0 16,-12 5 0-16,-14-1-601 0</inkml:trace>
  <inkml:trace contextRef="#ctx0" brushRef="#br1" timeOffset="107055.93">16818 13183 440 0,'0'0'1244'16,"0"0"425"-16,0 0-312 0,0 0-233 15,0 0-656-15,0 0-31 0,0 0 223 16,0 0-240-16,0 0-68 0,-6 2-331 16,2-2-21-16,0 0 0 0,-3 0 0 15,-7 4 0-15,-9 8 0 16,-8 5 0-16,0 4 0 0,2-2 0 15,4 0 0-15,11-7-629 0,4-5-444 16,10-5-2496-16</inkml:trace>
  <inkml:trace contextRef="#ctx0" brushRef="#br1" timeOffset="110005.7">18794 13008 2249 0,'0'0'1068'16,"0"0"389"-16,0 0-433 0,0 0-468 16,0 0-103-16,0 0 99 0,0 0-312 15,0 0-104-15,-2 35 4 0,-6-21-104 16,-4 2 4-16,-7 2 0 0,2-2-32 15,-3-2-4-15,1-1 12 16,-4 1-8-16,1-3-8 0,-5 1 4 16,0-1 8-16,0-3-12 0,2 0 16 15,0-2-16-15,-1-3 0 0,5 1 0 16,4-2-32-16,3 0 4 0,6 0-40 16,3-1-12-16,1 1-28 0,4-2-200 15,4 0-136-15,3 1-29 16,9 0-431-16,-1-1-280 0,-5 1-617 0</inkml:trace>
  <inkml:trace contextRef="#ctx0" brushRef="#br1" timeOffset="110257.63">18484 13282 5742 0,'0'0'1149'16,"0"0"-589"-16,0 0 64 0,0 0-507 15,0 0-117-15,0 0 0 0,56 12 0 16,-25-3 0-16,2 2 0 0,4 0 0 16,5 0 0-16,1 0 0 0,-2-3 0 15,-3 1 0-15,-1-1 0 16,-8-3-365-16,-9-2-1268 0,-7-3-107 0</inkml:trace>
  <inkml:trace contextRef="#ctx0" brushRef="#br1" timeOffset="110696.35">19224 12994 6106 0,'0'0'905'0,"0"0"-409"0,0 0 189 15,-41-12-685-15,14 14 0 16,0 10 0-16,-4 9 0 0,0 7 0 15,0 7 0-15,0 8 0 0,4 6 0 16,9 5 0-16,3 2 0 0,9 0 0 16,8-3 0-16,8-5 0 15,11-8 0-15,12-14 0 0,6-10 0 16,5-12 0-16,12-11 0 0,-3-15 0 16,1-10 0-16,0-11 0 0,-9-6 0 15,-10-3 0-15,-14 0 0 0,-11 0 0 16,-10 5 0-16,-12 7 0 0,-11 2 0 15,-8 2 0-15,-10 5 0 16,0 5 0-16,-5 6 0 0,1 10 0 16,12 6-1217-16,0 4-1236 0</inkml:trace>
  <inkml:trace contextRef="#ctx0" brushRef="#br1" timeOffset="116240.62">16386 14282 1376 0,'0'0'0'0,"0"0"-12"0,0 0-748 16</inkml:trace>
  <inkml:trace contextRef="#ctx0" brushRef="#br1" timeOffset="116722.18">16624 14284 2140 0,'0'0'2065'0,"-54"12"-1668"0,29-7 179 15,11-1-68-15,1-1-52 0,3 0-11 16,6-1-265-16,-2-1-12 0,2 0 180 16,-3 2-80-16,7-2-28 0,-2-1 128 15,4 0-335-15,9 0-33 0,16-6 0 16,8-3 0-16,8 0 0 0,3-1 0 16,-3 1 0-16,-6 1 0 15,0-1 0-15,-10 4 0 0,-8 1 0 16,-9 3 0-16,-8 1 0 0,-2 0 0 15,-6 2 0-15,-8 8 0 0,-13 7 0 16,-6 4 0-16,-13 2 0 0,7 0 0 16,-2 0 0-16,-5 0 0 15,9 2 0-15,6-4 0 0,10-3 0 16,5-6 0-16,9-5 0 0,7-3 0 16,17-4 0-16,8-3 0 0,8-6 0 15,12-7 0-15,3-2 0 0,2-3 0 16,-3 1 0-16,-8 5 0 15,-12 4 0-15,-12 4 0 0,-9 6 0 16,-6 1 0-16,-6 6 0 0,-9 7 0 16,-10 2 0-16,-1 5 0 0,-5 2 0 15,0-3 0-15,8-4-377 0,-4-1-2812 0</inkml:trace>
  <inkml:trace contextRef="#ctx0" brushRef="#br1" timeOffset="122164.51">8614 11287 2605 0,'0'0'2789'16,"0"0"-1941"-16,0 0-151 0,0 0-373 15,0 0-180-15,0 0-92 16,0 0-48-16,0 0-4 0,0 0 52 16,-11-26-48-16,15 19 44 0,-4 1 204 15,5 0-80-15,-3 0 20 0,2 2-183 16,0-2-9-16,2 5 0 0,-2-1 0 16,7 2 0-16,-1 5 0 0,2 3 0 15,-1 2 0-15,-1 1 0 0,0 1 0 16,-5-4 0-16,-5-2 0 0,0-2 0 15,0-1 0-15,0 2 0 0,-5-3 0 16,-1 4 0-16,-4 0 0 16,-5 1 0-16,-5 0 0 0,3-1 0 15,1-1 0-15,1-3 0 0,5-2 0 16,4 0 0-16,1-2 0 16,-1-4 0-16,0-6 0 0,2-7 0 15,-2-2 0-15,6 0 0 0,0 2 0 16,6 6 0-16,0 1 0 0,2 2 0 15,3 2 0-15,1 2 0 16,-2 1 0-16,5 2 0 0,-5 3 0 16,1 0 0-16,-1 2 0 0,2 4 0 15,-1 1 0-15,-1 3 0 0,0 0 0 16,-3 1 0-16,-3-1 0 0,0-1 0 16,-4 1 0-16,0-3 0 0,0 0 0 15,0 1 0-15,-10-2 0 0,-5-1 0 16,-6 1 0-16,5-3 0 0,-1-3 0 15,-3-2 0-15,5-2 0 0,3-2 0 16,-3-2 0-16,5-1 0 16,4-4 0-16,2 1 0 0,4-2 0 15,0 3 0-15,0 1 0 0,4 4 0 16,2 1 0-16,4-1 0 0,1-2 0 16,1 2 0-16,-2 2 0 15,-1 1 0-15,-3 3 0 0,-2 0 0 16,6 0 0-16,-4 5 0 0,5-1 0 15,-7 0 0-15,2 1 0 16,-6-2 0-16,0 0-1141 0,-4-3-3838 0</inkml:trace>
  <inkml:trace contextRef="#ctx0" brushRef="#br1" timeOffset="123529.54">8723 11294 268 0,'0'0'0'0</inkml:trace>
  <inkml:trace contextRef="#ctx0" brushRef="#br1" timeOffset="125789.95">8723 11294 2148 0,'15'-3'305'15,"-15"3"1147"-15,0 0-799 16,0 0-605-16,0 0-28 0,0 0-20 16,0 0-16-16,0 0-56 0,-4-1-249 15,4 0 49-15,-7-4-44 0,3 1-140 16,4-1 144-16,-6 0 32 0,6 2-8 16,-4 0 288-16,4 3 152 0,0 0 580 15,0 0-104-15,0 0-63 0,0 1 211 16,0 1-332-16,0-1 24 0,0 0 349 15,0 1-381-15,4 0-52 0,2 1 113 16,-2-1-497-16,-2 1 0 16,7-1 0-16,-7 0 0 0,2-1 0 15,6 0 0-15,-4 1 0 0,5-2 0 16,5 2 0-16,3 1 0 0,2 0 0 16,-5 1 0-16,1 0 0 15,-1 1 0-15,-1 0 0 0,1 1 0 16,-1-2 0-16,-3-1 0 0,3 1 0 15,-5-2 0-15,0 1 0 0,-4 0 0 16,1-3 0-16,-3 2 0 16,6 0 0-16,0 1 0 0,5 3 0 15,1-2 0-15,-3 1 0 0,-3-1 0 16,1-1 0-16,-1 0 0 0,4 0 0 16,-1 1 0-16,-5-3 0 0,-2 1 0 15,-2-1 0-15,3 1 0 0,-3-1 0 16,2 1 0-16,0 2 0 0,2-2 0 15,-1 2 0-15,3 2 0 16,6 1 0-16,-5-1 0 0,-1-2 0 16,0-2 0-16,-3 0 0 0,-3 1 0 15,6-1 0-15,-8-2 0 0,6 0 0 16,-1 2 0-16,-3-1 0 16,2 1 0-16,-2-1 0 0,2 0 0 15,-2 2 0-15,7-1 0 0,-5 0 0 16,0 0 0-16,5 0 0 15,-1-1 0-15,0 1 0 0,1 0 0 16,-5-1 0-16,4 0 0 0,-6-1 0 16,7 1 0-16,-5 0 0 0,4 2 0 15,0-1 0-15,5 1 0 0,-3 1 0 16,3-1 0-16,-5 0 0 0,0-2 0 16,3 1 0-16,-3 0 0 0,0-1 0 15,1 0 0-15,-5-1 0 0,2 0 0 16,-2 0 0-16,-1 1 0 0,1-1 0 15,0 1 0-15,4 0 0 16,-3-1 0-16,1 1 0 0,2 0 0 16,-4-1 0-16,5 0 0 0,-1 0 0 15,0 1 0-15,7 0 0 0,-7-1 0 16,1 1 0-16,-1 0 0 16,-4-1 0-16,4 1 0 0,-5 0 0 15,1 0 0-15,0 0 0 0,2 1 0 16,-2 0 0-16,-1-1 0 15,5 0 0-15,-4 2 0 0,0 0 0 0,1-2 0 16,1 1 0-16,-2 0 0 16,0 0 0-16,2 0 0 0,-1-1 0 15,-1 1 0-15,4-1 0 0,-6 1 0 16,3 1 0-16,-1-2 0 0,-2 2 0 16,2 0 0-16,2 1 0 0,-1-1 0 15,-1 1 0-15,2-1 0 0,2 1 0 16,-3 0 0-16,3 0 0 0,-4-1 0 15,0 0 0-15,3 0 0 16,1 1 0-16,-4-3 0 0,0 3 0 16,1-2 0-16,3 3 0 0,-2-3 0 15,2 2 0-15,-3-1 0 0,3 1 0 16,7 0 0-16,-7-1 0 16,0 0 0-16,1 0 0 0,-7-2 0 15,2 0 0-15,-2 0 0 0,6 1 0 16,-3-1 0-16,-1 1 0 0,4-1 0 15,-4 2 0-15,3-2 0 16,-3-1 0-16,0 1 0 0,4 3 0 16,1-2 0-16,3 1 0 0,-4 0 0 15,3-2 0-15,-5 1 0 0,-2 0 0 16,1-2 0-16,-3 1 0 0,2 0 0 16,-2 1 0-16,2 0 0 0,5 0 0 15,-5 0 0-15,2 1 0 0,-2-2 0 16,5 0 0-16,-5 1 0 0,4 0 0 15,-4-1 0-15,5 0 0 16,3 2 0-16,-4-1 0 0,1-1 0 16,-1 0 0-16,-4 1 0 0,5 1 0 15,-1-2 0-15,4 3 0 0,-7-3 0 16,3 0 0-16,-4 2 0 16,4 0 0-16,-3-2 0 0,3 1 0 15,-2 0 0-15,3-1 0 0,-5 0 0 16,0 1 0-16,4 0 0 0,-6-1 0 15,7 1 0-15,-5 0 0 16,4 0 0-16,-3-1 0 0,3 0 0 16,-6 1 0-16,6 0 0 0,-3-1 0 15,-1 0 0-15,2 1 0 0,-2 1 0 16,5-2 0-16,-5 2 0 0,-2-1 0 16,2 0 0-16,0 1 0 0,3-1 0 15,-3-1 0-15,0 1 0 0,2 0 0 16,3 0 0-16,-1 0 0 0,-2 1 0 15,0-2 0-15,3 2 0 16,-5-1 0-16,0 0 0 0,2 1 0 16,3-1 0-16,-1 1 0 0,-4 0 0 15,5 0 0-15,-5 0 0 0,0-1 0 16,2 1 0-16,3-1 0 16,-5 0 0-16,0 0 0 0,-2 0 0 15,2-1 0-15,1 0 0 0,1 1 0 16,-2-1 0-16,0 2 0 15,3 0 0-15,-3 0 0 0,4 0 0 0,-4 0 0 16,1-2 0-16,1 2 0 16,2-1 0-16,-4-1 0 0,5 0 0 15,-1 2 0-15,4-1 0 0,-1-1 0 16,1 2 0-16,-3-1 0 0,1 0 0 16,-2-1 0-16,-5 0 0 0,1 2 0 15,0-2 0-15,2 1 0 0,-2 1 0 16,1-2 0-16,1 0 0 0,-2 1 0 15,0 0 0-15,5-1 0 16,-7 0 0-16,6 0 0 0,0 2 0 16,1-1 0-16,1 1 0 0,-2 0 0 15,-5-2 0-15,1 1 0 0,0 0 0 16,2 0 0-16,3 1 0 16,-5 0 0-16,0-3 0 0,4 3 0 15,-5-2 0-15,5 1 0 0,0-1 0 16,3 1 0-16,1 0 0 0,3 0 0 15,-3 0 0-15,-2 2 0 16,3-1 0-16,-1 0 0 0,-1 0 0 16,-3 1 0-16,5-2 0 0,-5 1 0 15,2-2 0-15,-1 1 0 0,-1 0 0 16,0-1 0-16,1 1 0 0,-1-1 0 16,0 2 0-16,1-2 0 0,-1 1 0 15,2 2 0-15,-1-3 0 0,3 2 0 16,-3 0 0-16,-1-1 0 15,2 2 0-15,3-2 0 0,-5 2 0 16,0-1 0-16,5 1 0 0,-3-3 0 16,3 3 0-16,-5-2 0 0,11-1 0 15,-9 4 0-15,5-3 0 16,1 2 0-16,-1-1 0 0,-5 1 0 16,7 1 0-16,-7-3 0 0,3 3 0 15,1-3 0-15,-1 2 0 0,1 1 0 16,1-3 0-16,-1 4 0 0,3-4 0 15,-2 2 0-15,-1-1 0 16,1 1 0-16,-3-2 0 0,3 1 0 16,-3 0 0-16,3 1 0 0,-1-2 0 15,-1 2 0-15,1-2 0 0,-6 1 0 16,5 0 0-16,-5-1 0 0,3 1 0 16,-5-1 0-16,-2-2 0 0,-2 1 0 15,-2-1 0-15,-2 2 0 0,0-1 0 16,0 0 0-16,-10 0 0 15,-13 0 0-15,5-1 0 0,-5 0-1670 0</inkml:trace>
  <inkml:trace contextRef="#ctx0" brushRef="#br1" timeOffset="128628.3">9447 11546 5066 0,'0'0'940'0,"0"0"-243"0,0 0 503 15,0 0-911-15,0 0-289 16,0 0 0-16,0 0 0 0,0 0 0 16,2 18 0-16,-2 1 0 0,0 8 0 15,0 3 0-15,0 1 0 0,0-2 0 16,0 0 0-16,0-1 0 16,0-1 0-16,0-1 0 0,0-3 0 15,-2 2 0-15,2-5 0 0,-4 0 0 16,4-3 0-16,-7-2 0 0,3-4 0 15,4-2 0-15,-4-5 0 0,2 0 0 16,2-1 0-16,0-1 0 16,0 0 0-16,0-2 0 0,0 0 0 15,0 0 0-15,0-4 0 0,0 3 0 16,0-4 0-16,2 3 0 0,2-2 0 16,0 2 0-16,-2 1 0 0,7-3 0 15,1 3 0-15,7 0 0 0,3 1 0 16,3 0 0-16,8 0 0 15,0 1 0-15,17 1 0 0,5-2 0 16,20-1 0-16,5-3 0 0,15-3 0 16,2 1 0-16,5 0 0 0,-5 1 0 15,-4 1 0-15,-13 4 0 16,-10 0 0-16,-10 2 0 0,-16 3 0 16,-16 1 0-16,-9-1 0 0,-9-1 0 15,-8-2 0-15,-4-5-2654 0</inkml:trace>
  <inkml:trace contextRef="#ctx0" brushRef="#br1" timeOffset="129914.58">9033 13028 2281 0,'0'0'3437'0,"0"0"-2396"0,0 0-233 16,0 0-480-16,4-33-160 0,3 9-39 15,-3-4-129-15,6-3 0 0,-4-1 0 16,5-6 0-16,-1-5 0 15,-4-3 0-15,5-6 0 0,-1-4 0 16,-4 0 0-16,4 2 0 0,5 5 0 16,-5 9 0-16,7 12 0 15,-3 6 0-15,7 7 0 0,-5 4 0 0,1 4 0 16,-3 2 0-16,3 5 0 16,-7 0 0-16,5 5 0 0,-3 2 0 15,-1 4 0-15,-1 3 0 0,-4 3 0 16,2 0 0-16,-1 1 0 15,-3 1 0-15,-2-1 0 0,-2-1 0 0,0-2 0 16,-2-1 0-16,-7 2 0 16,3-7 0-16,0 1 0 0,2-6 0 15,-2 0 0-15,-3 1 0 0,3-2 0 16,-4 2 0-16,0-4 0 0,3-1 0 16,1 0 0-16,2 0 0 0,0 0 0 15,4 0 0-15,0 0 0 0,0 0 0 16,4 0 0-16,10 0 0 15,3 0 0-15,4 1 0 0,1 4 0 16,3 1 0-16,-8 2 0 0,3 3 0 16,-5 1 0-16,-7 2 0 0,0 0 0 15,-8 3 0-15,-4 1 0 16,-6 2 0-16,-11 0 0 0,1 0 0 16,-1-2 0-16,-2-3 0 0,3-3 0 15,-1-2 0-15,0-5 0 0,5-3 0 16,-1-1 0-16,3-1 0 0,1 0 0 15,5-3 0-15,2-3 0 0,6-3-1089 16,0 0-440-16,0-3-3037 0</inkml:trace>
  <inkml:trace contextRef="#ctx0" brushRef="#br1" timeOffset="130631.03">9552 12826 4333 0,'0'0'1181'0,"0"0"-409"0,0 0 349 15,0 0-625-15,0 0-207 0,0 0-289 16,0 0 0-16,0 0 0 0,0 0 0 16,0 0 0-16,37-26 0 0,-22 16 0 15,-3-2 0-15,-1 0 0 0,-1 1 0 16,-6 1 0-16,2-2 0 0,-2 0 0 16,-2 0 0-16,3 0 0 0,-5-1 0 15,0 3 0-15,-7-2 0 0,-3 2 0 16,0 2 0-16,-1 3 0 15,-3 5 0-15,2 2 0 0,1 10 0 16,-3 5 0-16,-1 6 0 0,3 5 0 16,1 2 0-16,5 2 0 0,2 1 0 15,4-2 0-15,4-3 0 16,2-3 0-16,5-6 0 0,-1 1 0 16,0-8 0-16,3-1 0 0,1-5 0 15,7-6 0-15,0-3-265 0,1-8-663 16,-1 1-265-16,0-8-2136 0</inkml:trace>
  <inkml:trace contextRef="#ctx0" brushRef="#br1" timeOffset="131159.17">10036 12555 2345 0,'0'0'968'0,"0"0"469"0,0 0-597 15,16-44-128-15,-16 30 285 16,0 0-385-16,-6-3-331 0,-4 1-281 16,0-2 0-16,-5 0 0 0,3 2 0 15,1 1 0-15,1 7 0 0,0 1 0 16,3 2 0-16,-3 4 0 0,0 1 0 16,-1 1 0-16,1 7 0 0,0 3 0 15,-1 3 0-15,1 3 0 0,0 1 0 16,-1 2 0-16,5 1 0 15,0 1 0-15,2 2 0 0,4 2 0 16,0 4 0-16,6 1 0 0,-2 1 0 16,2 0 0-16,-1 0 0 0,-3-3 0 15,2-1 0-15,-4-2 0 0,0-2 0 16,4-3 0-16,-4-2 0 16,0-5 0-16,0-2 0 0,0-5 0 15,0-2 0-15,0-4 0 0,2-1 0 16,2 0-617-16,-4 0-1508 0,0-9-652 15</inkml:trace>
  <inkml:trace contextRef="#ctx0" brushRef="#br1" timeOffset="131669.13">10257 12510 5034 0,'0'0'984'0,"0"0"-395"0,0 0 195 15,-6-43-552-15,2 34-60 0,-2-3 152 16,-5 3-251-16,5 0-73 0,-4 3 0 16,1 0 0-16,-3 2 0 0,-2-2 0 15,-3 1 0-15,2 4 0 0,3 1 0 16,2 3 0-16,-1 8 0 15,1 3 0-15,0 4 0 0,4 5 0 16,-5 2 0-16,7 4 0 0,0 3 0 16,4 2 0-16,4 3 0 15,0 4 0-15,7 0 0 0,-1-1 0 0,2-1 0 16,-1-1 0-16,-1-2 0 16,-4-6 0-16,2-5 0 0,-6-4 0 15,3-7 0-15,-5-7 0 0,0-1 0 16,0-2 0-16,0-3 0 0,0 1 0 15,-5-2-173-15,3-2-1884 16,-6-8-480-16</inkml:trace>
  <inkml:trace contextRef="#ctx0" brushRef="#br1" timeOffset="131872.54">9662 12677 5346 0,'0'0'1457'0,"0"0"-581"16,0 0-363-16,0 0-513 0,58 30 0 15,-15-16 0-15,9-1 0 16,1-1 0-16,-7-4 0 0,-3 2 0 16,1-5 0-16,-3-4 0 0,-10-1 0 15,-6-10-1233-15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33:29.62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16436 1401 1844 0,'0'0'2385'0,"0"0"-1548"15,0 0 311-15,0 0-367 0,0 0-177 16,0 0-11-16,0 0-593 16,0 0 0-16,0 0 0 0,0-49 0 15,0 16 0-15,0-9 0 0,0-5 0 16,4-5 0-16,0-6 0 0,-2-5 0 15,2-2 0-15,0-1 0 16,2 3 0-16,1 7 0 0,1 9 0 16,-2 10 0-16,0 10 0 0,1 10 0 15,-3 6 0-15,-4 7 0 0,0 2 0 16,4 2 0-16,-2 1 0 0,2 7 0 16,2 8 0-16,5 13 0 0,-1 11 0 15,-2 6 0-15,-2 1 0 0,1-3 0 16,-1-7 0-16,-2-7 0 0,6-7 0 15,1-7 0-15,1-8 0 16,-2-6 0-16,1-4 0 0,-1-9 0 16,4-8 0-16,-1-7 0 0,-1-4 0 15,1-6 0-15,-3-3 0 0,0 1 0 16,1-2 0-16,-1 3 0 16,-4 8 0-16,0 8 0 0,-1 9 0 15,-1 6 0-15,-4 6 0 0,2 3 0 16,2 11 0-16,2 14 0 0,2 22 0 15,-1 13 0-15,-1 12 0 0,0 2 0 16,-2-5 0-16,4 0 0 16,-1-6 0-16,3-8 0 0,2-11 0 15,7-11 0-15,4-12 0 0,4-13-45 16,-1-7-1736-16,-1-8-912 0</inkml:trace>
  <inkml:trace contextRef="#ctx0" brushRef="#br0" timeOffset="561.95">17248 1096 4594 0,'0'0'784'0,"0"0"-160"0,-14-34 529 0,9 20-553 0,-3-2-163 15,-2-1-437-15,2 2 0 0,-5 2 0 16,-1 6 0-16,3 4 0 16,-5 6 0-16,-5 11 0 0,0 7 0 15,5 8 0-15,-1 5 0 0,3 3 0 16,4 0 0-16,10 0 0 0,4-2 0 15,6-4 0-15,7-4 0 16,3-6 0-16,7-4 0 0,4-9 0 16,0-5 0-16,0-5 0 0,-4-6 0 15,-4-5 0-15,-3 0 0 0,-5-3 0 16,-9-3 0-16,-2 0 0 0,-4-3 0 16,-4-3 0-16,-2 0 0 0,-2-2 0 15,-3 1 0-15,-5 2 0 0,3 2 0 16,-1 5 0-16,-1 6 0 0,3 3 0 15,6 5-433-15,2 2-331 16,4 1-685-16,0 0-136 0,4 1-620 0</inkml:trace>
  <inkml:trace contextRef="#ctx0" brushRef="#br0" timeOffset="778.53">17391 1389 5330 0,'0'0'1809'16,"0"0"-1089"-16,0 0-387 0,0 0-333 16,-15-55 0-16,9 20 0 0,4-8 0 15,2-1 0-15,0 0 0 0,12 3 0 16,5 4 0-16,1 9 0 0,-1 6 0 16,0 6 0-16,-7 5 0 0,-4 5 0 15,4 4 0-15,-1 1 0 0,-1 1-789 16,-4 0-688-16,2 8-844 0</inkml:trace>
  <inkml:trace contextRef="#ctx0" brushRef="#br0" timeOffset="1087.05">17585 1292 3533 0,'0'0'2577'0,"0"0"-1404"0,41-18-425 16,-24-1-587-16,-3-4-161 0,-5-1 0 15,-5-3 0-15,-4-5 0 0,-6 0 0 16,-9-2 0-16,5 6 0 16,-3 6 0-16,-1 8 0 0,4 8 0 15,-3 6 0-15,-5 9 0 0,-1 10 0 16,0 9 0-16,-3 7 0 0,1 6 0 16,4 1 0-16,3-1 0 0,10-5 0 15,8-4 0-15,10-4 0 0,13-6 0 16,6-9 0-16,9-8 0 0,13-8 0 15,10-10 0-15,5-5 0 16,2-9-425-16,-20 8-1688 0,0-7-2225 0</inkml:trace>
  <inkml:trace contextRef="#ctx0" brushRef="#br0" timeOffset="1489.94">18641 1249 5330 0,'0'0'684'0,"6"-51"-320"16,-12 22 449-16,-4 5-305 0,-5 2-124 15,-1 1-275-15,4 4-109 0,-5 4 0 16,5 5 0-16,1 6 0 16,-1 2 0-16,-1 11 0 0,1 8 0 15,-4 10 0-15,-1 8 0 0,7 2 0 16,-1 3 0-16,9 2 0 0,2-2 0 15,0-4 0-15,6-7 0 0,5-8 0 16,1-7 0-16,9-8 0 16,0-7 0-16,3-8 0 0,3-11 0 15,0-8 0-15,4-10 0 0,-4-6-665 16,-10 6-460-16,1-3-579 0</inkml:trace>
  <inkml:trace contextRef="#ctx0" brushRef="#br0" timeOffset="1676.75">18689 708 6186 0,'0'0'869'0,"-27"52"-365"16,17-13 129-16,3 3-633 0,1 7 0 15,2 3 0-15,0 5 0 0,0 3 0 16,2 4 0-16,2 2 0 16,0 0 0-16,4-4 0 0,2-5 0 15,4-10 0-15,7-10 0 0,4-11-961 16,-5-12-396-16,1-9-2048 0</inkml:trace>
  <inkml:trace contextRef="#ctx0" brushRef="#br0" timeOffset="1985.07">18891 1153 7523 0,'0'0'669'0,"0"0"-669"0,-45-30 0 15,39 30 0-15,-5 3 0 0,3 10 0 16,-2 6 0-16,-1 7 0 0,-1 6 0 15,8-3 0-15,-2 2 0 16,6-2 0-16,0-4 0 0,6-4 0 16,-2-6 0-16,8-5 0 0,1-6 0 15,3-4 0-15,1-5 0 0,-1-8 0 16,-1-7 0-16,1-3 0 16,-5-2 0-16,-1-2 0 0,3 1 0 15,-9 2 0-15,4 6 0 0,-6 4 0 16,-2 7 0-16,0 5 0 0,0 2 0 15,0 1 0-15,0 10 0 16,-2 10 0-16,-2 12 0 0,4 2 0 16,0 0 0-16,10-10 0 0,5-12-13 15,3-7-831-15,7-6-29 0,-2-11-879 16,-9 1 11-16,3-4-712 0</inkml:trace>
  <inkml:trace contextRef="#ctx0" brushRef="#br0" timeOffset="2433.8">19102 1174 3853 0,'0'0'1109'0,"0"0"-365"16,-6 35-96-16,2-5-219 0,0 2-1 16,4-4 96-16,0 0-344 0,0-3-60 15,0-3-4-15,0-5-116 0,4-5 20 16,-2-3-20-16,2-5 0 16,-4-3 0-16,4-1 4 0,2-4 13 15,1-10-17-15,3-9 0 0,0-7 0 16,1-1 0-16,-3 0 0 0,-2 5 0 15,0 3 0-15,-2 7 0 0,-1 6-25 16,-3 5-23-16,0 5 32 16,0 0 32-16,0 6 12 0,0 11-28 15,-7 9-8-15,3 6 8 0,2 1 0 16,-2-4 0-16,4-6-4 0,4-4-4 16,2-4-200-16,1-5 0 0,1-4-184 15,0-5 204-15,0-5 140 0,3-9 40 16,-5-4 16-16,4-7 8 0,-4-1 104 15,1-2-80-15,1-1 24 16,-2 2 160-16,0 4-96 0,-2 6 28 16,3 6 168-16,-7 5-287 0,2 4-37 15,-2 1 0-15,2 6 0 0,-2 8 0 16,6 6 0-16,-2 8 0 16,0 2 0-16,-2 2 0 0,-2-3 0 15,4 0 0-15,1 0 0 0,-3 0 0 16,4 0 0-16,-6 1-645 0,2-9-836 15,-2 0-744-15</inkml:trace>
  <inkml:trace contextRef="#ctx0" brushRef="#br0" timeOffset="2975.55">19375 2068 3253 0,'0'0'3554'0,"0"0"-2606"0,0-45-511 15,2 9-437-15,-2-5 0 0,0-9 0 16,0-8 0-16,0-12 0 0,0-9 0 15,4-5 0-15,3-3 0 16,13 2 0-16,5 7 0 0,4 12 0 16,0 16 0-16,-6 13 0 0,-3 12 0 15,-9 8 0-15,-5 7 0 0,0 5 0 16,-4 3 0-16,-2 1 0 16,2 1 0-16,-2 0 0 0,0 4 0 15,0 8 0-15,-6 7 0 0,-6 10 0 16,-3 7 0-16,-1 2 0 0,1-4 0 15,7-8 0-15,2-5 0 16,-1-4 0-16,7-2 0 0,0-5 0 16,0-3-21-16,0-3-683 0,0-3-1245 15,7-1-416-15</inkml:trace>
  <inkml:trace contextRef="#ctx0" brushRef="#br0" timeOffset="3670.94">19646 1210 6843 0,'0'0'984'0,"4"54"-619"16,-10-16-365-16,-4 1 0 0,3-2 0 15,3-2 0-15,4-7 0 0,0-6 0 16,0-6 0-16,2-8 0 0,2-8-57 15,3 0-1187-15,1-9-2530 0</inkml:trace>
  <inkml:trace contextRef="#ctx0" brushRef="#br0" timeOffset="3796.93">19671 851 6571 0,'0'0'320'0,"0"0"-112"0,0 0 88 16,0 0-296-16,0 34-44 0,4-6-841 15,-2-3-343-15,4-1-569 0</inkml:trace>
  <inkml:trace contextRef="#ctx0" brushRef="#br0" timeOffset="4464.99">19741 1561 5642 0,'0'0'1117'0,"0"0"-297"0,0 0-216 16,0 0-595-16,0 0-9 0,35-65 0 15,-14 22 0-15,-1-1 0 0,-3 2 0 16,-3 6 0-16,-1 8 0 16,-3 8 0-16,-4 10 0 0,-1 6 0 15,-5 4 0-15,4 8 0 0,-4 13 0 16,0 7 0-16,-4 5 0 0,4-1 0 16,-3-3 0-16,3-1 0 0,0-2 0 15,3-5 0-15,7-3 0 0,4-6-33 16,3-6-355-16,6-5 48 0,1-4-32 15,3-7 132-15,-2-6 60 16,-2-6-165-16,-5-2 149 0,-5-4 8 16,-5-4-16-16,-6-2 136 0,-2-2 68 15,-2 4 60-15,-6 10 112 0,-2 8 108 16,-1 11 100-16,3 4-47 16,-7 10-49-16,1 6 96 0,-3 6-264 15,3 1-24-15,-3 3 8 0,7-3-84 16,0 1-16-16,6-3 0 0,4-3-16 15,4-2-12-15,6-8-232 16,7-6-12-16,1-3 52 0,3-6-112 16,0-3 63-16,-3-1 1 0,-3-1 20 15,-1 0 248-15,-4 3 16 0,1 3 448 16,-1 5-207-16,-2 5-41 0,3 8 184 16,-5 6-72-16,2 6-28 0,-2 7-27 15,3 3-273-15,-1 6 0 0,0 2 0 16,3 2 0-16,-5 0 0 0,-4 4 0 15,-2 5 0-15,-8 2 0 16,-7 3 0-16,-6-3 0 0,-3-2 0 16,-9-2 0-16,-1-7 0 0,-3-3 0 15,-4-11 0-15,4-10 0 0,-3-10 0 16,3-11 0-16,10-11 0 16,0-13 0-16,7-11 0 0,7-7 0 15,5-4 0-15,8-1 0 0,19 4 0 16,8 3 0-16,10 5 0 0,6 3 0 15,3 6 0-15,1 1 0 0,1-1 0 16,-5 3 0-16,3-3 0 16,-15 7-1593-16,-4-2-1757 0</inkml:trace>
  <inkml:trace contextRef="#ctx0" brushRef="#br0" timeOffset="12673.21">20785 1456 2845 0,'0'0'4282'15,"0"0"-3758"-15,0 0-148 16,0 0-211-16,0 0-165 0,41 50 0 16,-18-21 0-16,2 4 0 0,-5 1 0 15,-3-2 0-15,-7 0 0 0,-3 0 0 16,-7 0 0-16,-9 1 0 16,-9 0 0-16,-7-1 0 0,-8 1 0 15,2-5 0-15,-2-3 0 0,0-8 0 16,4-9 0-16,4-10-261 0,8-5-1528 15,5-10-1108-15</inkml:trace>
  <inkml:trace contextRef="#ctx0" brushRef="#br0" timeOffset="14970.23">21678 1078 5802 0,'0'0'516'0,"0"0"189"15,0 0-141-15,0 0-100 0,8 37-323 16,-6-3-141-16,2 5 0 16,-4 3 0-16,0-3 0 0,0-5 0 15,0-2 0-15,0-1 0 0,0-5 0 16,0-2 0-16,0-9 0 0,0-4 0 15,0-6 0-15,2-5 0 0,3-1 0 16,1-12 0-16,4-13 0 0,7-10 0 16,-3-8 0-16,-1-1 0 15,-5 1 0-15,-2 1 0 0,4 6 0 16,-1 7 0-16,-3 11 0 0,-2 9 0 16,-4 7 0-16,2 3 0 0,-2 4 0 15,0 7 0-15,6 11 0 0,-2 9 0 16,3 3 0-16,-3-1 0 0,0-4 0 15,2-5 0-15,-2-3 0 16,-2-6 0-16,4-3 0 0,-4-6 0 16,1-3 0-16,3-1 0 0,-2-2 0 15,6-8 0-15,5-8 0 0,-3-9 0 16,7-4 0-16,-7 0 0 16,7 4 0-16,-7 5 0 0,-2 7 0 15,-3 6 0-15,-7 5 0 0,6 2 0 16,-2 1 0-16,4 7 0 0,5 8 0 15,3 10 0-15,3 2 0 0,-3 0 0 16,1-2 0-16,-1-5 0 16,-1-2 0-16,1-1 0 0,1-2 0 0,-1-4 0 15,-1-3-861-15,-5-5-1944 0</inkml:trace>
  <inkml:trace contextRef="#ctx0" brushRef="#br0" timeOffset="15303.68">22389 1185 5766 0,'0'0'849'16,"-6"-32"195"-16,-5 21-511 0,-1 6-533 16,-4 5 0-16,-1 0 0 0,-4 4 0 15,3 2 0-15,1 3 0 0,1 3 0 16,1 3 0-16,5 3 0 16,-3 2 0-16,1 4 0 0,2 2 0 15,1-1 0-15,5 0 0 0,4-6 0 16,0-6 0-16,13-4 0 0,1-6 0 15,5-4 0-15,3-10 0 16,3-7 0-16,-2-5 0 0,6-5 0 16,-6-1 0-16,-7 4 0 0,1 5 0 15,-9 9 0-15,-4 8 0 0,-4 3 0 16,0 6 0-16,0 11 0 0,0 9 0 16,0 7 0-16,2 1 0 0,2-7 0 15,3-8 0-15,5-7 0 0,2-8 0 16,1-4 0-16,1-8-665 0,-5-2-1888 15,-1-7-621-15</inkml:trace>
  <inkml:trace contextRef="#ctx0" brushRef="#br0" timeOffset="15486.2">22561 645 6298 0,'0'0'236'0,"0"0"785"0,0 0-589 16,-15 61-227-16,7-12-205 0,4 4 0 15,2 5 0-15,4 2 0 16,4 6 0-16,2 4 0 0,-2 2 0 16,1 2 0-16,-7-2 0 0,0-4 0 15,0-6 0-15,0-9 0 0,0-10-281 16,0-14-791-16,0-11-209 0,0-8-2649 0</inkml:trace>
  <inkml:trace contextRef="#ctx0" brushRef="#br0" timeOffset="16083.91">22579 1285 6691 0,'0'0'736'0,"-2"-37"-364"15,2 15 21-15,4 1-393 0,7 0 0 16,-1 1 0-16,2 3 0 16,3 3 0-16,-1 2 0 0,3 4 0 15,-1 4 0-15,3 3 0 0,-5 1 0 16,-1 3 0-16,-3 2 0 0,-2 5 0 15,-3 0 0-15,-1 3 0 16,-4 5 0-16,-4 0 0 0,-7 3 0 16,-5 3 0-16,-3 2 0 0,-4 3 0 15,1 0 0-15,3-5 0 0,2-6 0 16,11-3 0-16,2-6 0 0,4-4 0 16,0-1 0-16,0-2 0 0,8-1 0 15,3 0 0-15,5-1 0 0,7 0 0 16,-2-4 0-16,-1-1 0 0,1-1 0 15,-4-1 0-15,-1-1 0 16,-1-2 0-16,-5 4-497 0,-4 1-83 16,-2 2-1-16,-2 1 581 0,-2 0 0 15,2 2 353-15,-2 0-29 0,0 0 60 16,2 3 108-16,3 0-387 16,1 1-105-16,6-3 0 0,7-3 0 15,8-9 0-15,4-6 0 0,-4-6 0 16,4-1 0-16,-11 0 0 0,-3 2 0 15,-3 0 0-15,-8 0 0 16,-4-1 0-16,-2 3 0 0,-4 4 0 0,-6 4 0 16,-4 6 0-16,-5 6 0 15,-4 6 0-15,0 10 0 0,-1 10 0 16,-3 8 0-16,0 5 0 0,2 3 0 16,4 1 0-16,9-3 0 0,8-4 0 15,8-4 0-15,8-8 0 0,9-5 0 16,2-7 0-16,8-6 0 0,4-6 0 15,2-4 0-15,0-8 0 16,-10 0-437-16,0-3-1984 0</inkml:trace>
  <inkml:trace contextRef="#ctx0" brushRef="#br0" timeOffset="16686.05">23795 946 6815 0,'0'0'1232'0,"0"0"-1087"0,0 0-145 0,0 0 0 16,0 0 0-16,0 0 0 0,0 0 0 15,4 37 0-15,8-1 0 0,7 13 0 16,-1 3 0-16,1-1 0 0,-2-6 0 15,-1-7 0-15,-1-4 0 16,-1-6 0-16,-6-7 0 0,7-8 0 16,-5-7 0-16,0-4 0 0,3-8 0 15,-1-11 0-15,5-7 0 0,-1-9 0 16,1-7 0-16,-1-6 0 16,1-3 0-16,-1-3 0 0,1 2 0 15,-3 7 0-15,1 9 0 0,-5 11 0 16,-4 8 0-16,-3 8 0 0,-3 5 0 15,0 2 0-15,-5 0 0 16,-1 6 0-16,-2 1-1153 0,-2 4-3061 0</inkml:trace>
  <inkml:trace contextRef="#ctx0" brushRef="#br0" timeOffset="17138.14">24264 1246 1668 0,'0'0'80'0,"0"0"3210"0,0 0-2158 16,0 0-467-16,0 0 399 0,0 0-771 15,-10-33-293-15,7 29 0 0,1 1 0 16,0 3 0-16,-4 9 0 0,-4 13 0 16,-3 19 0-16,-5 19 0 15,7 5 0-15,1 1 0 0,8-9 0 16,2-9 0-16,10-5 0 0,3-5 0 16,3-8 0-16,7-6 0 0,2-11 0 15,2-9 0-15,0-6 0 0,-3-12 0 16,-1-10 0-16,-6-6 0 0,-5-5 0 15,-12 0 0-15,0 0 0 16,-10 3 0-16,-9 5 0 0,-4 7 0 16,-1 9 0-16,1 9 0 0,-4 6 0 15,4 10 0-15,3 2 0 0,1 1 0 16,7-1 0-16,5-1 0 16,5-5-421-16,2-4-1872 0,4-4-424 0</inkml:trace>
  <inkml:trace contextRef="#ctx0" brushRef="#br0" timeOffset="17465.16">24448 1606 3293 0,'0'0'4118'16,"0"0"-3337"-16,0 0-781 0,0 0 0 15,0 0 0-15,54-8 0 0,-23-5 0 16,0-2 0-16,-5 0 0 0,-3-2 0 15,-6 3 0-15,-5-2 0 16,-8 1 0-16,-4 0 0 0,0-1 0 16,-10 0 0-16,-5 0 0 0,-1 2 0 15,-3 6 0-15,1 5 0 0,1 6 0 16,1 12 0-16,-3 4 0 16,5 7 0-16,-1 5 0 0,3 3 0 15,3 6 0-15,7 1 0 0,2 0 0 16,11-5 0-16,5-8 0 0,9-7 0 15,4-9 0-15,4-9 0 0,0-3 0 16,2-13 0-16,-6-9-1157 16,-8 3 20-16,-5-6-520 0</inkml:trace>
  <inkml:trace contextRef="#ctx0" brushRef="#br0" timeOffset="17636.24">24739 1167 7563 0,'0'0'629'0,"-10"36"-629"0,2-1 0 15,-3 9 0-15,5 2 0 16,2 3 0-16,4-1 0 0,2 1 0 16,0 0 0-16,8-5 0 0,1-3 0 15,-1-3 0-15,1-5 0 0,1-4 0 16,-2-10 0-16,-6-9 0 16,5-7-1581-16</inkml:trace>
  <inkml:trace contextRef="#ctx0" brushRef="#br0" timeOffset="18108.41">24919 1118 3333 0,'0'0'3802'0,"0"0"-3146"0,0 0-255 0,0 0-401 15,0 0 0-15,0 0 0 0,0 0 0 16,31 59 0-16,-25-6 0 0,5 16 0 15,-7 1 0-15,-2-4 0 16,-2-7 0-16,-4-8 0 0,0-1 0 16,-5-5 0-16,3-2 0 0,2-8 0 15,0-10 0-15,2-9 0 0,2-12 0 16,-2-4-1513-16,-2-8-1569 0</inkml:trace>
  <inkml:trace contextRef="#ctx0" brushRef="#br0" timeOffset="18240.45">24812 1570 3729 0,'0'0'4463'0,"0"0"-4463"16,58 4 0-16,-11-11 0 16,11-2 0-16,-2-2 0 0,4-1 0 15,0 1 0-15,-7-3 0 0,-15 3-2018 16,-9-1-1347-16</inkml:trace>
  <inkml:trace contextRef="#ctx0" brushRef="#br0" timeOffset="18703.5">26106 1028 2597 0,'0'0'3945'0,"0"0"-2992"0,-52-13-361 15,29 26-487-15,-2 5-105 0,3 8 0 16,-1 4 0-16,0 3 0 16,9 3 0-16,1-1 0 0,7 0 0 15,4 0 0-15,2-3 0 0,8-3 0 16,7-5 0-16,5-6 0 0,5-6 0 15,4-6 0-15,4-6 0 16,5-4 0-16,-3-6 0 0,-6-1-1529 16,-5-2-1285-16</inkml:trace>
  <inkml:trace contextRef="#ctx0" brushRef="#br0" timeOffset="19014.91">26383 1133 7527 0,'0'0'636'0,"-23"-36"-607"0,6 27-29 15,1 6 0-15,-1 6 0 16,-1 9 0-16,-1 5 0 0,0 8 0 16,3 6 0-16,1 1 0 0,3 1 0 15,4 0 0-15,6-2 0 0,4-3 0 16,10-5 0-16,3-3 0 16,7-6 0-16,3-6 0 0,4-4 0 15,2-4 0-15,-2-8 0 0,-4-5 0 16,-4-5 0-16,-9-4 0 0,-4-4 0 15,-4-3 0-15,-4-3 0 0,0 1 0 16,-4 2 0-16,-2 4 0 0,-2 1-137 16,0 8-119-16,1 4 68 15,5 6 144-15,2 6 32 0,2 0-200 16,5 2-128-16,3 8 80 0,2 9-513 16,1-2-199-16,-5 5-457 0</inkml:trace>
  <inkml:trace contextRef="#ctx0" brushRef="#br0" timeOffset="19218.3">26476 1428 5394 0,'0'0'1593'0,"0"0"-829"0,0 0-323 16,10-33-441-16,0 0 0 0,3-9 0 15,1 0 0-15,1 6 0 0,-3 4 0 16,-2 11 0-16,-3 9 0 16,-3 7 0-16,-2 5 0 0,0 2 0 15,4 9 0-15,0 15 0 0,1 14 0 16,-3 8 0-16,0-1 0 0,-2-6 0 15,2-10 0-15,4-7 0 0,7-5 0 16,7-9 0-16,12-7-237 16,-8-3-1428-16,7-9-804 0</inkml:trace>
  <inkml:trace contextRef="#ctx0" brushRef="#br0" timeOffset="19680.3">26995 1082 3689 0,'0'0'2269'0,"-34"-22"-1256"15,12 15-565-15,3 3-44 0,-4 0-35 16,1 0-369-16,-3 2 0 0,2 1 0 16,2 1 0-16,3 0 0 0,1 6 0 15,1 3 0-15,3 5 0 0,5 4 0 16,8 1 0-16,4 4 0 0,9-1 0 15,5 3 0-15,3-1 0 16,6 2 0-16,-2-2 0 0,3-1 0 16,-1-2 0-16,2 0 0 0,-6-3 0 15,-4-1 0-15,-5-1 0 0,-4-2 0 16,-7 0 0-16,-3 1 0 16,-9-2 0-16,-5-2 0 0,-3 0 0 15,-5-5 0-15,-3 1 0 0,-4-1 0 16,2-2 0-16,0-2-961 0,4-2-148 15,9-1-271-15</inkml:trace>
  <inkml:trace contextRef="#ctx0" brushRef="#br0" timeOffset="19899.25">27158 732 2321 0,'0'0'5038'0,"0"0"-4205"0,0 0-833 15,-25 49 0-15,15-4 0 16,-3 14 0-16,3 9 0 0,6-2 0 16,0 3 0-16,2-1 0 0,2-1 0 15,0-5 0-15,4-3 0 0,0-6 0 16,0-8 0-16,2-7 0 16,-4-9 0-16,2-12 0 0,-2-5-881 15,-2-11-848-15</inkml:trace>
  <inkml:trace contextRef="#ctx0" brushRef="#br0" timeOffset="20613.22">27050 1226 4101 0,'0'0'1765'15,"56"-15"-1016"-15,-19 9-105 0,1 1 108 16,-1 1-571-16,0 1-181 0,-6 1 0 16,-4-1 0-16,-6 0 0 0,-5 1 0 15,-6-1 0-15,-5 2-13 0,-3 0-147 16,0 0 112-16,-2-2 48 0,-7 1 92 15,-7-1-80-15,-7 3 60 16,-8 5-27-16,0 8-45 0,7 6 0 16,5 6 0-16,9 3 0 0,4 4 0 15,4 2 0-15,8 0 0 0,4-2 0 16,5-6 0-16,2-5 0 16,-1-6 0-16,1-7 0 0,-3-4 0 15,-3-4 0-15,-1-7 0 0,-2-7 0 16,1-5 0-16,-1-3 0 0,-4-2 0 15,1-1 0-15,-1 2 0 16,-2 0 0-16,0 7 0 0,0 6 0 16,-2 6 0-16,0 4 0 0,0 8 0 15,2 8 0-15,1 6 0 0,-1 3 0 16,-4 0 0-16,2-3 0 0,-2-1 0 16,0-1 0-16,0-2 0 0,-2-4 0 15,0-2 0-15,0-2 0 0,0-5 0 16,2-2 0-16,0-3 0 0,0 0-81 15,4 0-3-15,4-8 84 16,4-6-12-16,3-4 24 0,3-5-12 16,-1-3 36-16,0 0-24 0,1-4 105 15,1 3-117-15,-1 1 0 0,-5 8 0 16,-5 6 0-16,-4 6 0 16,-4 5 0-16,2 1 0 0,0 5 0 15,0 8 0-15,0 7 0 0,-2 6 0 16,0 2 0-16,0 0 0 0,0-4 0 15,0-3 0-15,0-6 0 0,2-4 0 16,1-5 0-16,-1-4 0 16,0 1 0-16,0-3 0 0,4 0 0 15,4-11 0-15,1-11 0 0,3-7 0 16,-2-4 0-16,-1-4 0 0,-1 3 0 16,3 1 0-16,1 4 0 0,-2 6 0 15,-1 6 0-15,-5 7 0 0,-2 4 0 16,-2 3 0-16,0 3 0 0,0 5 0 15,2 9 0-15,3 18 0 16,-1 16 0-16,0 7 0 0,-2 0 0 16,0-8 0-16,0-11 0 0,3-5 0 15,-3-7 0-15,2-6 0 0,-2-6-217 16,0-8-2964-16</inkml:trace>
  <inkml:trace contextRef="#ctx0" brushRef="#br0" timeOffset="20814.99">27919 748 8055 0,'0'0'137'0,"0"0"-137"0,0 0 0 0,0 0 0 16,0 0 0-16,-5 72 0 0,5-19 0 16,5 10 0-16,1 1 0 0,4-1 0 15,-2 1 0-15,-1 0 0 0,-5-1 0 16,-2-1 0-16,-7-3 0 0,-1-10 0 15,-4-6 0-15,3-14-1001 16,1-10-1837-16</inkml:trace>
  <inkml:trace contextRef="#ctx0" brushRef="#br0" timeOffset="20953.55">27801 1320 8192 0,'0'0'0'15,"0"0"0"-15,37-36 0 0,-2 21 0 16,6-2 0-16,5 3 0 0,1 1 0 15,5-1 0-15,0 3 0 0,2 1 0 16,-3-1 0-16,-12 3-2438 16,-1-3-3180-16</inkml:trace>
  <inkml:trace contextRef="#ctx0" brushRef="#br0" timeOffset="21663.47">28938 1179 3625 0,'0'0'3186'0,"-19"-33"-2262"15,2 21-467-15,-1 8-457 0,1 4 0 16,1 9 0-16,-5 8 0 0,0 8 0 16,3 4 0-16,1 2 0 15,9-2 0-15,6-3 0 0,2 0 0 16,6-4 0-16,5-3 0 0,3-4 0 16,3-5 0-16,3-6 0 0,3-4 0 15,-2-1 0-15,1-8 0 0,-1-6 0 16,0-1 0-16,-1-4 0 0,-3 1 0 15,-1-1 0-15,-3 4 0 16,-3 6 0-16,-4 3 0 0,-1 5 0 16,-3 2 0-16,2 11 0 0,-2 9 0 15,0 6 0-15,0 5 0 0,0-3 0 16,0-4 0-16,4-4 0 16,0-6 0-16,5-3 0 0,-1-5 0 15,3-4 0-15,1-2 0 0,-4-6 0 16,3-5 0-16,-3-5 0 0,-2-3 0 15,5-1 0-15,-5 1 0 16,4-1 0-16,1 2 0 0,-3 5 0 0,-4 4 0 16,1 5 0-16,-5 4 0 15,2 6 0-15,-4 12 0 0,0 6 0 16,-2 4 0-16,-2 0 0 0,1-4 0 16,3-5 0-16,0-5 0 0,0-6 0 15,3-3 0-15,-1-4 0 0,2-1 0 16,4-3 0-16,4-9 0 0,1-9 0 15,1-3 0-15,-3-1 0 16,-3 5 0-16,0 2 0 0,-4 6 0 16,0 4 0-16,-1 5 0 0,-3 3 0 15,2 1 0-15,0 12 0 0,2 12 0 16,2 5 0-16,-2 4 0 16,2-6 0-16,3-9 0 0,1-4 0 15,6-5 0-15,5-3-409 0,-6-7-1040 16,1 0-387-16</inkml:trace>
  <inkml:trace contextRef="#ctx0" brushRef="#br0" timeOffset="21908.36">29558 1350 3045 0,'0'0'2129'0,"0"0"-1453"16,0 0-512-16,-17-39 40 0,15 26-92 15,2-1-112-15,-2 0 8 0,0 4 281 16,2 2 47-16,-4 2 120 0,2 3 317 15,-2-1-773-15,-3 3 0 16,-5 4 0-16,-4 15 0 0,-3 10 0 16,0 9 0-16,5 5 0 0,6-2 0 15,6-3 0-15,2-3 0 0,8-5 0 16,4-9 0-16,5-2 0 16,1-9 0-16,3-5 0 0,2-4 0 15,-3-7 0-15,-1-8 0 0,-2-4 0 16,-1-4-513-16,-6 6-1560 0,-3-4-452 0</inkml:trace>
  <inkml:trace contextRef="#ctx0" brushRef="#br0" timeOffset="22096.47">29595 926 7735 0,'0'0'457'0,"-25"54"-457"0,17-17 0 16,0 6 0-16,-1 6 0 0,3 6 0 15,2 2 0-15,4 2 0 16,0-1 0-16,8-3 0 0,7-6 0 16,-1-4 0-16,5-8 0 0,-1-8 0 15,1-8-541-15,-7-10-1772 0,1-7-1873 0</inkml:trace>
  <inkml:trace contextRef="#ctx0" brushRef="#br0" timeOffset="22720.23">30473 1252 7335 0,'0'0'400'0,"-47"-1"57"0,16-1-457 0,0 2 0 0,-4 2 0 0,4 2 0 15,4-2 0-15,2 1 0 16,11 1 0-16,5-1 0 0,5-1 0 16,4 0 0-16,2 4 0 0,9 3 0 15,13 6 0-15,12 4 0 0,5 2 0 16,0 0 0-16,-8-1 0 16,-4 0 0-16,-6-1 0 0,-9 2 0 15,-7-3 0-15,-5 0 0 0,-2 0 0 16,-11 0 0-16,-1-1 0 0,0-1 0 15,-7-3 0-15,0-3 0 0,1-4 0 16,-5-5 0-16,2-1 0 0,1-3 0 16,1-5 0-16,3-4 0 15,3-3-785-15,5 3-476 0,-2-2-2180 0</inkml:trace>
  <inkml:trace contextRef="#ctx0" brushRef="#br0" timeOffset="23186.04">30567 1403 3965 0,'0'0'2922'15,"-13"47"-1862"-15,9-20-815 0,2-1-245 16,0 1 0-16,2-2 0 16,0-2 0-16,0-3 0 0,0-6 0 15,2-7 0-15,0-4 0 0,0-3 0 16,0-1 0-16,6-12 0 0,5-12 0 15,3-7 0-15,1-7 0 0,-1-4 0 16,-1 4 0-16,-1 4 0 16,1 5 0-16,-5 9 0 0,-2 9 0 15,-3 7 0-15,-3 5 0 0,2 4 0 16,0 10 0-16,2 10 0 0,0 5 0 16,0 2 0-16,-1-4 0 0,1-4 0 15,2-3 0-15,0-1 0 0,1-6 0 16,-3-3 0-16,-2-3 0 0,0-4 0 15,2-2 0-15,3 0 0 16,-1-2 0-16,4-10 0 0,1-5 0 16,-1-3 0-16,-2 1 0 0,-1 6 0 15,-7 5 0-15,0 4 0 0,-2 1 0 16,0 2 0-16,0 5 0 16,2 10 0-16,-2 13 0 0,0 4 0 15,0 2 0-15,0-4 0 0,2-8 0 16,6-4 0-16,0-6 0 0,9-3 0 15,0-5 0-15,3-4-489 16,1-7-716-16,-3-1-187 0,-3-6-1930 0</inkml:trace>
  <inkml:trace contextRef="#ctx0" brushRef="#br0" timeOffset="23523.33">31048 1491 5734 0,'-2'-34'1909'0,"-4"1"-1360"0,2-3-549 0,-2 8 0 15,3 6 0-15,1 10 0 0,-2 4 0 16,2 4 0-16,-6 4 0 0,-4 4 0 15,-7 11 0-15,-4 10 0 16,3 4 0-16,3 2 0 0,9-4 0 16,4-3 0-16,4-2 0 0,4-3 0 15,6-3 0-15,5-4 0 0,-1-5 0 16,3-4 0-16,-3-3 0 16,0-6 0-16,1-5 0 0,-3-1 0 15,1-3 0-15,-5 3 0 0,-4 3 0 16,0 3 0-16,-4 3 0 0,2-1 0 15,-2 3 0-15,2 1 0 16,0 12 0-16,3 11 0 0,-1 5 0 0,0 4 0 16,0-5 0-16,0-4 0 15,2-6 0-15,1-4 0 0,-3-4 0 16,2-5-221-16,-2-3-503 0,2-2-829 16,0-3 204-16,5-9-295 0</inkml:trace>
  <inkml:trace contextRef="#ctx0" brushRef="#br0" timeOffset="23707.57">31315 952 6751 0,'0'0'868'0,"0"0"-392"0,0 0-379 16,2 46-97-16,-2-5 0 16,0 14 0-16,-6 7 0 0,-1 4 0 15,1 2 0-15,0 2 0 0,2-5 0 16,-2-6 0-16,4-9 0 0,2-7 0 15,4-9 0-15,2-14 0 0,4-10-297 16,1-10-659-16,3-14-865 0,-1 0 320 16,-3-10-72-16</inkml:trace>
  <inkml:trace contextRef="#ctx0" brushRef="#br0" timeOffset="23892.13">31528 983 6086 0,'0'0'501'0,"31"-44"59"0,-23 40 485 16,-8 8-1045-16,2 15 0 0,-2 21 0 15,-2 13 0-15,-4 11 0 16,-2 8 0-16,-3-5 0 0,3-1 0 16,2-4 0-16,0-6 0 0,1-5 0 15,-1-5 0-15,-2-4 0 0,0-1 0 16,-3-6 0-16,-1-8 0 16,4-6-233-16,-5-11-3913 0</inkml:trace>
  <inkml:trace contextRef="#ctx0" brushRef="#br0" timeOffset="31557.42">7855 2645 1824 0,'0'0'132'15,"0"0"2402"-15,0 0-1506 16,0 0-556-16,0 0-104 0,0 0 25 0,0 0-237 16,0 0-32-16,0 0 84 15,0 0-84-15,-21-12 0 0,21 11-4 16,0 1-120-16,0 0 0 0,2 0-8 16,3 0 8-16,-1 1 4 0,2 2 48 15,-2-1-52-15,2 1 20 0,0 0 0 16,3 2-20-16,3 0 0 0,3 0 4 15,1 1 4-15,1-1-8 16,1-1 0-16,-1-3 4 0,-1 0-4 16,5-1 0-16,0 0 8 0,-1-2-8 15,1-3 0-15,6-1 0 0,-4 0 0 16,1 1 0-16,7 2 0 16,0 2 0-16,-2-1 4 0,2 2-4 15,0 2 0-15,0 0 0 0,0 3 12 16,-4 0-12-16,4-1 24 0,0 1-24 15,2-3 28-15,3 1 56 16,1-2-60-16,-4-1 20 0,8 2 4 0,-8 1-40 16,2-1-8-16,3 0 8 15,-1 2-4-15,4 2-4 0,-6 0 4 16,2-1 0-16,1 2-4 0,-1 0 44 16,4-1 12-16,-1 0 21 0,5-2-77 15,-4 2 0-15,1-1 0 0,-3 1 0 16,-4 2 0-16,2 1 0 0,-4 0 0 15,3 3 0-15,-5 0 0 16,0 0 0-16,2 1 0 0,-2-1 0 16,2 0 0-16,-2-1 0 0,4 0 0 15,-4 0 0-15,-2-1 0 0,2 2 0 16,0-1 0-16,0 0 0 16,-4 0 0-16,-3 2 0 0,3 3 0 15,-6 0 0-15,2 2 0 0,-3 1 0 16,5 1 0-16,-4 2 0 0,2-3 0 15,-3 1 0-15,1-1 0 0,0-3 0 16,1 2 0-16,-1 0 0 0,0-2 0 16,-1 0 0-16,1 2 0 15,2 0 0-15,-5 0 0 0,3 3 0 16,-2-1 0-16,1 1 0 0,5 1 0 16,-4-1 0-16,0 0 0 0,-1-1 0 15,1 0 0-15,-5 0 0 0,5 1 0 16,-4-3 0-16,3 2 0 15,1-1 0-15,-5 1 0 0,5 1 0 16,0-1 0-16,-5 0 0 0,7-1 0 16,-2 0 0-16,4 1 0 0,-5-2 0 15,3 0 0-15,2-2 0 0,-2 0 0 16,1-2 0-16,3-1 0 16,0 0 0-16,4-2 0 0,-4 0 0 15,8-3 0-15,-2-1 0 0,2-1 0 16,3-3 0-16,-7 1 0 0,2-3 0 15,2-1 0-15,-4 0 0 0,-2 0 0 16,2-1 0-16,0-3 0 16,-4 1 0-16,2-2 0 0,-7-1 0 15,5-1 0-15,-2-3 0 0,-4 0 0 16,1-2 0-16,3-2 0 0,-4 0 0 16,-1-2 0-16,3 1 0 0,-6-2 0 15,3 1 0-15,-5 0 0 0,1-4 0 16,1 2 0-16,-3-1 0 15,3-2 0-15,-3-2 0 0,-1-3 0 16,1 0 0-16,3-3 0 0,-7-3 0 16,5 0 0-16,1-4 0 0,1 1 0 15,-3-1 0-15,-1 1 0 0,1-1 0 16,3-1 0-16,-7-2 0 16,4 0 0-16,-1 0 0 0,1-3 0 15,-3 2 0-15,3-1 0 0,-6-1 0 16,3-2 0-16,-1 0 0 0,5-2 0 15,-5 0 0-15,4-2 0 16,-1 1 0-16,1-4 0 0,3 0 0 16,-1-3 0-16,-1-1 0 0,1 2 0 15,1-2 0-15,-7 4 0 0,7-2 0 16,-3 2 0-16,1 1 0 0,-3 1 0 16,3 1 0-16,-3-1 0 0,2 1 0 15,1-2 0-15,-3 0 0 0,5 0 0 16,-3-2 0-16,3 2 0 0,-3 2 0 15,3 2 0-15,-3 1 0 16,3 3 0-16,-1 0 0 0,-1 5 0 16,-3 0 0-16,3 2 0 0,1 2 0 15,-1 4 0-15,-3 0 0 0,3 4 0 16,1 1 0-16,-6 3 0 16,5 0 0-16,-3 5 0 0,3-1 0 15,-5 0 0-15,7 3 0 0,-3 1 0 16,-4 0 0-16,7 3 0 0,-7 2 0 15,5 4 0-15,-3 1 0 16,-1 2 0-16,-1 1 0 0,0 1 0 0,1 2 0 16,-1 4 0-16,0 3 0 15,1 2 0-15,1 3 0 0,-2 2 0 16,1 1 0-16,-1-1 0 0,4 2 0 16,-1 2 0-16,1-1 0 0,3 3 0 15,-3 0 0-15,3 3 0 0,-1 0 0 16,3 1 0-16,-2 2 0 0,-1 0 0 15,1 1 0-15,1-1 0 16,-1 0 0-16,-1-1 0 0,5-1 0 16,0 2 0-16,-1 0 0 0,1 0 0 15,0 1 0-15,-3 1 0 0,3 1 0 16,0 0 0-16,-1 0 0 16,-3 1 0-16,3 1 0 0,1 0 0 15,-4 1 0-15,3 1 0 0,1-2 0 16,-4 1 0-16,3 0 0 0,1-2 0 15,0 0 0-15,-1 2 0 16,1-2 0-16,2 1 0 0,-5 1 0 16,3-1 0-16,-2-1 0 0,1 2 0 15,1-1 0-15,0-1 0 0,-1 1 0 16,1-3 0-16,0-1 0 0,-1-1 0 16,1-2 0-16,2-2 0 0,-3-3 0 15,5 0 0-15,-2-2 0 0,-2 0 0 16,5 0 0-16,-1-1 0 0,2-2 0 15,0-1 0-15,4 0 0 16,0-2 0-16,0 0 0 0,-2-2 0 16,2 0 0-16,0-2 0 0,0 1 0 15,2-1 0-15,-2-1 0 0,6-3 0 16,-2 0 0-16,3-1 0 0,-1-3 0 16,8 1 0-16,-1-2 0 0,-1 0 0 15,7 0 0-15,-1-1 0 16,-1 0 0-16,4 0 0 0,-1 1 0 15,7 1 0-15,-4 0 0 16,4 0 0-16,0-1 0 0,4 2 0 0,2-1 0 16,-2 0 0-16,0 1 0 0,-2-1 0 15,2 1 0-15,2 0 0 16,-6-2 0-16,4 3 0 0,-9-2 0 16,5 1 0-16,-6 0 0 0,-5-2 0 15,-5 3 0-15,-5-1 0 0,-6 1 0 16,-6-3-757-16,-9-1-528 0,-9 0-3953 0</inkml:trace>
  <inkml:trace contextRef="#ctx0" brushRef="#br0" timeOffset="33915.16">13052 1734 1492 0,'0'0'3462'16,"0"0"-1837"-16,0 0-865 0,0 0-180 16,0 0-307-16,41-18-273 0,-26 18 0 15,-3 1 0-15,-2 2 0 0,-3 0 0 16,-3 0 0-16,2 2 0 0,-6 4 0 16,4 3 0-16,-4 3 0 15,-4 1 0-15,-6 2 0 0,-3-2 0 16,-1-1 0-16,-3-1 0 0,3-1 0 15,-3-3 0-15,1-3 0 0,1-1 0 16,3-4 0-16,-3-2 0 0,1-1 0 16,6-8 0-16,-7-1 0 15,9-2 0-15,2-2 0 0,0-1 0 16,4 0 0-16,4 1 0 0,6-2 0 16,-4 2 0-16,9 1 0 0,-5 1 0 15,7 0 0-15,-1 3 0 0,-1 2 0 16,1 2 0-16,1 3 0 0,-3 2 0 15,1 1 0-15,-3 4 0 16,2 3 0-16,-3 2 0 0,-5 2 0 16,0 0 0-16,-2 4 0 0,-4 0 0 15,0 1 0-15,-4 1 0 0,-2-1 0 16,-4-1 0-16,-1-1 0 0,1-4 0 16,-7 0 0-16,3-4 0 15,-3-1 0-15,1-4 0 0,-5-2 0 16,7 0 0-16,-9-5 0 0,9-5 0 15,-3-2 0-15,3-2 0 0,3-1 0 16,5-1 0-16,0 1 0 0,6 1 0 16,0 1 0-16,6 0 0 0,4 1 0 15,5 1 0-15,-3 0 0 16,5 1 0-16,8 3 0 0,-5 3 0 16,1 1 0-16,0 3 0 0,-1 0 0 15,-3 5 0-15,-1 1 0 0,-1 3 0 16,-5 0 0-16,-4 1 0 0,1 2 0 15,-3 3 0-15,0 1 0 16,-8 1 0-16,-7 2 0 0,1 1 0 16,-11 0 0-16,1 0 0 0,-3-2 0 15,-2 0 0-15,4-4 0 0,5-2 0 16,1-4 0-16,-1-2 0 0,6-6 0 16,3 0 0-16,3-3 0 15,-2-7 0-15,2-4 0 0,4-3 0 16,0-2 0-16,8 4 0 0,-2-3 0 15,1 2 0-15,3 0 0 0,0 1 0 16,1 4 0-16,-5 2 0 0,-2 5 0 16,6-1 0-16,1 3 0 0,1 0 0 15,2 2 0-15,3 2 0 16,2 3 0-16,-7 3 0 0,5-1 0 16,-7 4 0-16,0 0 0 0,-6 2 0 15,3 1 0-15,-7 2 0 0,-3 2 0 16,-7-1 0-16,-4 1 0 0,-3-2 0 15,3-1 0-15,-7-1 0 0,4-5 0 16,3-5 0-16,2-2 0 16,1-2 0-16,-3-5 0 0,3-6 0 15,5-4 0-15,-4-2 0 0,4-1 0 16,6-1 0-16,0 0 0 0,2 2 0 16,6 0 0-16,4 3 0 15,-1 0 0-15,-1 1 0 0,0 2-1029 16,-1 1-2221-16</inkml:trace>
  <inkml:trace contextRef="#ctx0" brushRef="#br1" timeOffset="37920.01">13046 864 2152 0,'0'0'433'0,"0"0"1364"15,0 0-885-15,0 0-468 0,0 0-116 16,0 0 64-16,0 0-227 0,0 0 7 16,0 0 264-16,-11-6-136 15,11 7-20-15,0 1 101 0,4 2-381 16,-2 2 0-16,7 6 0 0,-3 3 0 15,0 6 0-15,9 4 0 0,-5 0 0 16,2 0 0-16,-1-3 0 0,-1-1 0 16,0-2 0-16,7 1 0 0,-7 0 0 15,1 0 0-15,3 3 0 16,-2 0 0-16,3 3 0 0,-5 1 0 16,5 0 0-16,-3 1 0 0,3 0 0 15,-5 1 0-15,2-4 0 0,-1 1 0 16,3-1 0-16,-1-1 0 0,1-2 0 15,0 0 0-15,-1 1 0 0,1-1 0 16,3 1 0-16,-3 1 0 16,3-1 0-16,-1 0 0 0,1 1 0 15,-3-1 0-15,3 0 0 0,-3 1 0 16,-1-3 0-16,1 3 0 0,3-4 0 16,-7 1 0-16,5 0 0 0,-5-2 0 15,2 0 0-15,-3 0 0 16,-3-3 0-16,4 1 0 0,1-1 0 15,-5 0 0-15,4-1 0 0,-4-2 0 16,3-2 0-16,-3-1 0 0,-2-3 0 16,-2-2 0-16,2 0 0 15,0 0 0-15,-2-1 0 0,2 1 0 16,-4 0 0-16,2-3 0 0,3 2 0 16,-5-1 0-16,0 1 0 0,4-1 0 15,-4 1 0-15,2 0 0 0,-2-1 0 16,0 1 0-16,4-3 0 0,-4 1 0 15,0-2 0-15,0 0 0 16,0 0 0-16,0 0 0 0,0 0 0 16,0 0 0-16,0 0 0 0,0 0 0 15,0 0 0-15,0 0 0 0,0 0 0 16,0 0 0-16,0 0 0 0,0 0 0 16,0 0 0-16,0 0 0 0,0 0 0 15,0 0 0-15,0 0 0 0,0 0 0 16,0 0 0-16,-4-3 0 15,4-2-485-15,-6-6-3365 0</inkml:trace>
  <inkml:trace contextRef="#ctx0" brushRef="#br1" timeOffset="58455.69">21248 3838 4710 0,'0'0'1580'0,"0"0"-907"16,0 0 71-16,0 0-259 0,0 0-485 15,-27-40 0-15,15 28 0 0,-3 0 0 16,-1-1 0-16,-1 2 0 16,3 3 0-16,-7 3 0 0,0 5 0 15,1 2 0-15,-1 8 0 0,-6 4 0 16,6 1 0-16,-1 2 0 0,1 0 0 16,7-2 0-16,3-1 0 0,11-2 0 15,0 0 0-15,8 0 0 0,9 0 0 16,6 2 0-16,6 0 0 15,4 1 0-15,8 0 0 0,0 1 0 0,1 2 0 16,-7 1 0-16,-6-1 0 16,-11 3 0-16,-3-2 0 0,-9 0 0 15,-6 0 0-15,-2-1 0 0,-8 2 0 16,-3-1 0-16,-5 0 0 0,-3-2 0 16,0-2 0-16,-5-1 0 15,3-2 0-15,-4-5 0 0,4-1 0 16,2-3 0-16,-1-3 0 0,1-1 0 15,5-8 0-15,1-2-721 0,5 0-364 16,4-3-371-16</inkml:trace>
  <inkml:trace contextRef="#ctx0" brushRef="#br1" timeOffset="58670.32">21494 3481 6855 0,'0'0'264'0,"0"0"404"0,0 0-280 0,-10 51-371 15,10-13-17-15,0 8 0 0,0 6 0 16,0 3 0-16,0 4 0 0,0 6 0 16,-5 0 0-16,-1 3 0 15,2-4 0-15,-2-6 0 0,0-8 0 16,2-10 0-16,4-9 0 0,-2-12-621 15,-1-10-784-15,3-8-1952 0</inkml:trace>
  <inkml:trace contextRef="#ctx0" brushRef="#br1" timeOffset="58812.29">21333 3907 6739 0,'0'0'900'0,"0"0"-492"0,45-28-263 15,-18 21-145-15,2 3 0 0,-4 2 0 16,-2 1 0-16,-3 0 0 0,-1 0 0 15,-1-1 0-15,3 0 0 16,-2-1-281-16,-5 0-1043 0,1 1-461 0</inkml:trace>
  <inkml:trace contextRef="#ctx0" brushRef="#br1" timeOffset="58953.89">21639 3899 5898 0,'0'0'1633'0,"-9"38"-972"15,7-17-661-15,0 1 0 0,2-1 0 16,0 2 0-16,0-2 0 0,4 1 0 15,0-2 0-15,1-3 0 0,-3 0 0 16,0-3 0-16,0-3 0 16,0-5-653-16,-2-5-1180 0</inkml:trace>
  <inkml:trace contextRef="#ctx0" brushRef="#br1" timeOffset="59093.39">21814 3619 8192 0,'0'0'0'15,"0"0"0"-15,0 0 0 16,0 0 0-16,0 0 0 0,0 0 0 16,-10 52 0-16,10-27-269 0,10 1-583 15,1-6-949-15,-5 1-248 0</inkml:trace>
  <inkml:trace contextRef="#ctx0" brushRef="#br1" timeOffset="59295.97">21903 3968 5786 0,'0'0'1001'0,"0"0"-65"0,-23-34-532 16,11 30-339-16,2 4-65 16,-3 7 0-16,3 6 0 0,-2 7 0 15,3 5 0-15,-1 5 0 0,8 2 0 16,2 2 0-16,2 2 0 0,6-1 0 16,5 0 0-16,3-2 0 0,1-7 0 15,1-2 0-15,3-9 0 0,0-8 0 16,-1-3 0-16,1-8 0 0,2-11 0 15,-7 1-813-15,-1-9-856 0</inkml:trace>
  <inkml:trace contextRef="#ctx0" brushRef="#br1" timeOffset="59527.78">22079 3610 6290 0,'0'0'885'0,"0"0"99"0,0 0-951 15,0 0-33-15,-8 43 0 0,4-9 0 16,4 6 0-16,0 6 0 16,2 1 0-16,6 5 0 0,-2 4 0 15,0 4 0-15,-2 2 0 0,1-2 0 16,-5-2 0-16,-5-7 0 0,1-6 0 16,0-9 0-16,0-11-309 0,2-9-2216 15,0-12 48-15</inkml:trace>
  <inkml:trace contextRef="#ctx0" brushRef="#br1" timeOffset="59796.02">22104 4045 6266 0,'0'0'825'16,"0"0"187"-16,0 0-923 15,14-35-89-15,3 18 0 0,8-1 0 16,1 2 0-16,1 0 0 0,0 3 0 15,-4 1 0-15,-5 4 0 0,-7 5 0 16,-5 3 0-16,-6 0 0 16,0 3 0-16,-6 7 0 0,-11 9 0 15,-3 7 0-15,-5 6 0 0,0 2 0 16,6-2 0-16,5 0 0 0,10-2 0 16,4-1 0-16,4 0 0 0,6-6 0 15,5-2 0-15,5-6 0 0,9-7 0 16,2-2 0-16,4-6 0 15,3-1 0-15,-11-5-609 0,2-6-1280 0</inkml:trace>
  <inkml:trace contextRef="#ctx0" brushRef="#br1" timeOffset="60170.82">22513 4084 6775 0,'0'0'236'0,"0"0"888"0,0 0-1067 0,0 0-57 16,0 0 0-16,54 9 0 15,-23-9 0-15,0-4 0 0,4-3 0 16,2-5 0-16,2-3 0 0,-1-2 0 15,-9 4 0-15,-3-2-2954 0</inkml:trace>
  <inkml:trace contextRef="#ctx0" brushRef="#br1" timeOffset="60644.9">23077 3953 6306 0,'0'0'825'0,"2"-43"-53"0,-2 22-483 16,0 5-289-16,-4 3 0 0,0 6 0 15,-2 2 0-15,0 5 0 0,-5 0 0 16,-5 9 0-16,-3 6 0 16,1 4 0-16,3 0 0 0,5-3 0 15,6 0 0-15,4-3 0 0,4-2 0 16,4 3 0-16,9-3 0 0,1 1 0 16,3-3 0-16,0-1 0 0,3-1 0 15,-3-1 0-15,-4-1 0 0,-1-1 0 16,-6-1 0-16,-3 1 0 15,-5-2 0-15,-2 4 0 0,-6 1 0 16,-11 9 0-16,-4 0 0 0,-3 2 0 16,-5-3 0-16,2-3 0 0,2-3 0 15,2-3 0-15,5-5 0 0,5-1 0 16,7-9 0-16,2-5-869 0,4-2-204 16,0-3-1844-16</inkml:trace>
  <inkml:trace contextRef="#ctx0" brushRef="#br1" timeOffset="60874.95">23247 3449 4762 0,'0'0'3430'15,"0"0"-3430"-15,-25 60 0 0,17-22 0 16,4 6 0-16,2 2 0 0,2 2 0 15,6 2 0-15,2 4 0 16,-2 5 0-16,0 5 0 0,-3 2 0 16,-1-1 0-16,-2-5 0 0,6-6 0 15,-2-12 0-15,0-11 0 0,2-12-293 16,-6-11-2836-16</inkml:trace>
  <inkml:trace contextRef="#ctx0" brushRef="#br1" timeOffset="61109.01">23383 4023 3637 0,'0'0'4555'0,"-2"40"-4555"0,-4-12 0 15,6 4 0-15,-2 2 0 16,0 0 0-16,2-5 0 0,2-5 0 16,6-6 0-16,0-5 0 0,5-6 0 15,-3-6 0-15,-2-1-1009 0,-3-9-852 0</inkml:trace>
  <inkml:trace contextRef="#ctx0" brushRef="#br1" timeOffset="61231.38">23398 3667 7579 0,'0'0'613'16,"0"0"-613"-16,0 0 0 0,0 0 0 16,0 0 0-16,0 0 0 15,0 0-753-15,-19 46-988 0</inkml:trace>
  <inkml:trace contextRef="#ctx0" brushRef="#br1" timeOffset="61850.06">23567 4128 2989 0,'0'0'2653'0,"-8"67"-2185"0,8-19 93 16,0 4 231-16,0 0-368 0,4 1-119 15,2-1-305-15,-2 0 0 0,1-4 0 16,-5-3 0-16,0-5 0 0,-9-6 0 16,5-10 0-16,-4-8 0 15,2-7 0-15,-3-8 0 0,1-6 0 16,0-15 0-16,0-12 0 0,1-13 0 15,5-11 0-15,2-9 0 16,2-6 0-16,3-12 0 0,3-6 0 16,2 0 0-16,3 3 0 0,9 16 0 15,9 20 0-15,2 14 0 0,5 16 0 16,-5 5 0-16,-4 4 0 0,-9 5 0 16,-9 4 0-16,1 2 0 0,-2 4 0 15,3 6 0-15,-1 4 0 0,-6 1 0 16,-6 4 0-16,-8 2 0 0,-11 4 0 15,-7 2 0-15,-10 0 0 0,-3 2 0 16,0-3 0-16,4-7 0 16,6-7 0-16,2-6 0 0,15-5-949 15,3-4-2681-15</inkml:trace>
  <inkml:trace contextRef="#ctx0" brushRef="#br1" timeOffset="62688.35">24907 3832 2072 0,'0'0'2790'0,"0"0"-1073"16,0 0-861-16,-4-35-160 0,-3 28-635 16,-1 0-61-16,-4 1 0 0,-3 2 0 15,-5 1 0-15,3 4 0 0,5 12 0 16,-3 8 0-16,3 5 0 0,-1 9 0 15,5 6 0-15,0 5 0 16,4 4 0-16,2 2 0 0,2 1 0 16,8-6 0-16,6-5 0 0,7-10 0 15,6-12 0-15,6-8 0 0,6-9 0 16,5-7 0-16,1-8 0 0,-1-9 0 16,-7-5 0-16,-8-3 0 15,-7-3 0-15,-5 0 0 0,-9 1 0 16,-4 4 0-16,-4 5-829 0,-6 7-412 15,0 5-455-15</inkml:trace>
  <inkml:trace contextRef="#ctx0" brushRef="#br1" timeOffset="63233.12">25306 3923 6014 0,'0'0'1065'0,"0"0"-297"0,0 0-423 15,0 0-345-15,0 0 0 0,-29-38 0 16,16 30 0-16,1 2 0 0,0 6 0 15,-1 3 0-15,1 12 0 16,-1 8 0-16,-1 9 0 0,-1 6 0 16,3 5 0-16,2-2 0 0,8-1 0 15,2-6 0-15,6-5 0 0,6-7 0 16,3-8 0-16,3-5 0 0,3-6 0 16,0-6 0-16,-1-7 0 15,-5-6 0-15,1-4 0 0,-7-3 0 16,-5-3 0-16,0-1 0 0,-4-1 0 15,0-1 0-15,-2-1 0 0,-4-1 0 16,-1 5 0-16,-1 2 0 16,-2 5 0-16,4 5 0 0,1 3-869 15,3 5-332-15,2-1-503 0</inkml:trace>
  <inkml:trace contextRef="#ctx0" brushRef="#br1" timeOffset="63502.01">25351 3970 3693 0,'-6'34'2970'0,"2"-5"-2038"0,0 2-335 16,2-2-597-16,0-6 0 0,2-3 0 16,2-6 0-16,-2-5 0 15,2-5 0-15,0-2 0 0,2-2 0 16,0-2 0-16,4-10 0 0,3-12 0 16,-3-8 0-16,2-6 0 15,1 0 0-15,-5 6 0 0,4-2 0 16,-2 6 0-16,3 7 0 0,-3 8 0 15,-2 7 0-15,0 5 0 0,-1 1 0 16,1 3 0-16,2 10 0 16,4 16 0-16,-1 9 0 0,-1 7 0 15,-4 2 0-15,0-6 0 0,1-4 0 16,1-4 0-16,2-6 0 0,1-7 0 16,-1-7-13-16,-2-8-1800 0</inkml:trace>
  <inkml:trace contextRef="#ctx0" brushRef="#br1" timeOffset="63761.82">25676 3488 2365 0,'0'0'2785'0,"0"0"-2157"0,0 0-32 15,0 0 197-15,0 0-397 16,0 0 104-16,0 0-371 0,0 0-129 15,2 68 0-15,2-19 0 0,-2 11 0 16,-2 5 0-16,0-2 0 16,0-2 0-16,4-3 0 0,2-4 0 15,1-4 0-15,-3-7 0 0,-2-3 0 16,-2-7 0-16,-6-6 0 0,-5-8-457 16,1-6-1656-16,-5-9-1228 0</inkml:trace>
  <inkml:trace contextRef="#ctx0" brushRef="#br1" timeOffset="63888.76">25521 3945 6943 0,'0'0'748'16,"0"0"-247"-16,39-46-501 0,-10 36 0 15,4 1 0-15,0 1 0 0,-4 0 0 16,0 1 0-16,-4 1 0 0,-3 0 0 16,-1 0 0-16,0-1 0 15,-9 2-1109-15,-1-3-4046 0</inkml:trace>
  <inkml:trace contextRef="#ctx0" brushRef="#br1" timeOffset="64058.78">25897 3846 3005 0,'0'0'5187'0,"-8"62"-5187"16,1-21 0-16,3 4 0 0,0 0 0 16,0-2 0-16,2-7 0 0,2-4 0 15,4-6 0-15,2-6 0 0,0-7 0 16,-1-5 0-16,-1-6 0 0,-2-2-1265 15,0-9-1637-15</inkml:trace>
  <inkml:trace contextRef="#ctx0" brushRef="#br1" timeOffset="64171.88">25942 3604 4333 0,'0'0'3859'0,"0"0"-3859"15,0 0 0-15,0 0 0 0,0 0 0 16,0 0 0-16,0 0 0 0,0 0-469 15,19 57-455-15,-11-39-1730 0</inkml:trace>
  <inkml:trace contextRef="#ctx0" brushRef="#br1" timeOffset="64842.07">26006 4125 6927 0,'0'0'1200'0,"0"0"-1135"0,0 0-65 15,0 0 0-15,0 0 0 0,42-41 0 16,-17 3 0-16,4-7 0 0,-1-1 0 15,-3 3 0-15,0 3 0 0,0 5 0 16,-2 4 0-16,-3 7 0 16,-7 12 0-16,-3 4 0 0,-6 6 0 15,-2 4 0-15,0 7 0 0,0 12 0 16,-2 7 0-16,0 6 0 0,-6 5 0 16,2 1 0-16,-2 1 0 15,4 2 0-15,0-2 0 0,2-3 0 16,4-3 0-16,4-9 0 0,2-5 0 15,5-7 0-15,1-7 0 0,1-7 0 16,0-6 0-16,-1-8 0 16,1-6 0-16,-5-5 0 0,0-1 0 15,-5 1 0-15,1 1 0 0,-6 2-273 16,2 1 61-16,-2 0 164 0,0 5 32 16,-2 2 8-16,0 4 8 0,0 1 28 15,0 4 4-15,0 1 40 0,0 2-20 16,0 1-44-16,2 1 8 0,0 5 16 15,0 5 48-15,3 4 84 0,-1 1-91 16,2-1-73-16,-2-3 0 16,2-4 0-16,0 0 0 0,1-1 0 15,1 0 0-15,0 0 0 0,-2-2 0 16,3 1 0-16,-3 0 0 0,2-2 0 16,-2-1 0-16,3-2 0 15,1-2 0-15,8-7 0 0,5-6 0 16,4-4 0-16,0-3 0 0,-4 1 0 15,-3-2 0-15,-1 1 0 0,-5 0 0 16,-7 1 0-16,-3 2 0 16,-4 1 0-16,0 0 0 0,-4 3 0 15,-5 4 0-15,-1 5 0 0,-2 5 0 16,-5 2 0-16,1 10 0 0,-5 7 0 16,-2 7 0-16,3 6 0 0,3 6 0 15,2 3 0-15,7 1 0 0,6-2 0 16,4-5 0-16,9-4 0 0,1-6 0 15,7-8 0-15,1-6 0 0,7-8 0 16,-2-3 0-16,4-9 0 16,-2-5 0-16,0 0 0 0,-7-4-801 15,-7 6-1468-15,-3-1-500 0</inkml:trace>
  <inkml:trace contextRef="#ctx0" brushRef="#br1" timeOffset="65585.39">26961 3834 1824 0,'0'0'3154'0,"0"0"-2266"15,52-22 313-15,-27 13-473 0,-4 2-331 16,-9 4-397-16,-2 1 0 0,-8 1 0 16,-2 1 0-16,0 0 0 15,0 0 0-15,-6 2 0 0,-10 3 0 16,-11 5 0-16,-4 4 0 0,0 0 0 15,0 1 0-15,12-5 0 0,7-1 0 16,4-3 0-16,8 1 0 16,2 3 0-16,12 7 0 0,11 2 0 15,8 2 0-15,4-2 0 0,-4-2 0 16,0-2 0-16,-2-1 0 0,-12-3 0 16,-5-1 0-16,-7-1 0 0,-12 4 0 15,-13 1 0-15,-11 4 0 0,-10-4 0 16,-5-2 0-16,-3-4 0 15,3-4 0-15,7-4 0 0,10-3 0 0,15-8 0 16,10-5 0-16,4 2-849 16,10-5-3453-16</inkml:trace>
  <inkml:trace contextRef="#ctx0" brushRef="#br1" timeOffset="66110.05">27933 3511 2277 0,'0'0'2397'0,"-23"-41"-1737"0,9 20-44 15,-5 4 361-15,-1 2-577 16,-1 0-160-16,-4 1 176 0,2 2-207 15,-4 0-209-15,3 1 0 0,-3 3 0 16,-2 2 0-16,2 3 0 0,4 3 0 16,0 3 0-16,7 6 0 15,-3 6 0-15,3 4 0 0,3 5 0 16,3 5 0-16,6 3 0 0,4 5 0 16,8 2 0-16,13 6 0 0,6 3 0 15,2 1 0-15,6 1 0 0,-2 3 0 16,-4 0 0-16,0 0 0 0,-7-1 0 15,-3-3 0-15,-9-1 0 0,-7-4 0 16,-8-3 0-16,-7-6 0 16,-7-7 0-16,3-9 0 0,3-9 0 15,-1-10-721-15,6-4-672 0,-1-9-448 16</inkml:trace>
  <inkml:trace contextRef="#ctx0" brushRef="#br1" timeOffset="66248.25">27582 3956 5794 0,'0'0'913'15,"0"0"-377"-15,0 0 152 0,47-18-427 16,-14 16-261-16,2 2 0 16,0 0 0-16,-4 0 0 0,1 0 0 15,1 0 0-15,0 1 0 0,0-1-1533 16,-6 2-380-16,-5-2-661 0</inkml:trace>
  <inkml:trace contextRef="#ctx0" brushRef="#br1" timeOffset="66571.16">28090 3952 5830 0,'0'0'769'16,"0"0"171"-16,0 0-460 0,0 0-307 15,0 0-173-15,0 0 0 0,0 0 0 16,0 0 0-16,0 0 0 0,0 0 0 16,-25-6 0-16,5 22 0 15,-5 9 0-15,-2 6 0 0,2 6 0 16,7 1 0-16,3 2 0 0,7-3 0 15,8-3 0-15,8-6 0 16,7-4 0-16,9-5 0 0,5-6 0 16,4-8 0-16,5-5 0 0,-3-10 0 15,-8-6 0-15,-5-6 0 0,-9-6 0 16,-7-2 0-16,-6-3 0 0,0 0 0 16,-8-3 0-16,-5 1 0 0,-1-2 0 15,-1 2 0-15,1 3 0 0,4 6 0 16,3 9 0-16,3 6 0 0,4 8-13 15,4 3-787-15,5 8-173 16,-1-1-931-16,6 6 99 0</inkml:trace>
  <inkml:trace contextRef="#ctx0" brushRef="#br1" timeOffset="66755.03">28224 4238 4241 0,'0'0'1101'0,"0"0"348"0,0 0-565 16,0 0-367-16,0 0-517 0,-35-9 0 15,33-17 0-15,2-4 0 0,6-3 0 16,3 3 0-16,1 4 0 16,0 6 0-16,3 4 0 0,1 3 0 15,-3 3 0-15,1 2 0 0,-2 1 0 16,1 2 0-16,1-1 0 0,3-1 0 16,-1-1-109-16,-4 0-1464 0,3 0-4569 0</inkml:trace>
  <inkml:trace contextRef="#ctx0" brushRef="#br1" timeOffset="67234.81">28524 4056 3201 0,'0'0'2537'0,"0"0"-1476"15,0 0-493-15,0 0 40 0,0 0-391 16,0 0-217-16,0 0 0 0,35-37 0 15,-16 25 0-15,-3-2 0 0,-5-1 0 16,-1-1 0-16,-4-3 0 16,-4 2 0-16,-2-1 0 0,-6 1 0 15,-2 4 0-15,-2 1 0 0,-3 7 0 16,-3 5 0-16,-1 7 0 0,-1 12 0 16,-3 10 0-16,-4 8 0 15,4 8 0-15,3 5 0 0,7 0 0 16,7 0 0-16,6-6 0 0,11-6 0 15,7-7 0-15,7-10 0 0,6-4 0 16,0-8 0-16,3-5 0 16,-3-4 0-16,0-11 0 0,-6-5-645 15,-9 1-852-15,-3-2-460 0</inkml:trace>
  <inkml:trace contextRef="#ctx0" brushRef="#br1" timeOffset="67498.49">28739 4017 4462 0,'0'0'960'0,"-2"-36"128"16,2 26-443-16,0 9-69 0,2 1-164 15,4 4-363-15,1 7-49 16,1 11 0-16,-4 9 0 0,-2 4 0 16,-2 2 0-16,0-1 0 0,0-2 0 15,2-4 0-15,4-2 0 0,3-5 0 16,1-4 0-16,2-10 0 0,-1-4 0 16,1-7 0-16,3-10 0 15,-1-9 0-15,0-6 0 0,-3-2 0 16,-3-3 0-16,-6-3 0 0,0 1 0 15,-2 0 0-15,0 5 0 0,0 6 0 16,0 7 0-16,-2 8 0 16,0 3 0-16,2 3 0 0,0 2 0 15,0 4 0-15,0 9-245 0,4 6-1312 16,0 0 1-16,3-1-605 0</inkml:trace>
  <inkml:trace contextRef="#ctx0" brushRef="#br1" timeOffset="67853.87">28996 4142 5854 0,'0'0'1113'0,"0"0"-193"15,0 0-615-15,0 0-305 0,28-34 0 0,-25 11 0 16,-3 1 0-16,-3 4 0 16,1 8 0-16,0 4 0 0,0 3 0 15,-2 2 0-15,0 1 0 0,-4 4 0 16,-3 8 0-16,1 5 0 0,-2 5 0 16,3 1 0-16,7 1 0 15,2 1 0-15,11 1 0 0,3-1 0 16,7 0 0-16,-1-3 0 0,1-2 0 15,2-3 0-15,-5-4 0 0,1-3 0 16,-2-4 0-16,-3-2 0 16,-6-4 0-16,-1 0 0 0,-1 0 0 15,-2-2 0-15,6-2 0 0,1-3 0 16,1 0 0-16,0-2 0 0,-1-4 0 16,-1 0 0-16,-2-3 0 0,-2-2 0 15,-1-5 0-15,-1-5 0 0,2-5 0 16,0-1 0-16,2 2 0 0,5 3 0 15,1 6 0-15,5 3 0 0,2 4 0 16,5 3 0-16,1 2 0 16,2 3 0-16,-4-3 0 0,-6 4 0 15,-5-5-1393-15</inkml:trace>
  <inkml:trace contextRef="#ctx0" brushRef="#br1" timeOffset="73024.97">22980 13955 848 0,'0'0'488'16,"0"0"-192"-16,0 0 2029 0,0 0-1456 15,0 0-285-15,0 0 176 0,0 0-500 16,0 0-71-16,0 0 103 0,-6 11-144 15,4-9 4-15,2 1 160 16,0 1-172-16,-2-1 16 0,2 3 152 16,0 1-243-16,0 3-65 0,-2 6 0 15,0 3 0-15,-2 2 0 0,-1-1 0 16,1-1 0-16,0 1 0 0,0 0 0 16,-2 1 0-16,4 1 0 0,0-2 0 15,0 3 0-15,-2-1 0 0,4 3 0 16,0 1 0-16,-3 2 0 0,1-1 0 15,0 0 0-15,-2 2 0 16,4-2 0-16,-2 0 0 0,2-1 0 16,-2-3 0-16,0 0 0 0,2 2 0 15,-2-1 0-15,0-1 0 16,2 0 0-16,-2-2 0 0,2 1 0 16,0-1 0-16,0 0 0 0,0 2 0 15,2 0 0-15,0-1 0 16,-2 2 0-16,2-3 0 0,-2 1 0 15,0-1 0-15,0-2 0 0,0-4 0 16,0 2 0-16,-2-3 0 0,0-3 0 16,2-3 0-16,-2-3 0 0,2-3 0 15,-2 2 0-15,2-2 0 0,0-2 0 16,4-7 0-16,4-11 0 0,0 2-1337 16,3-7-1313-16</inkml:trace>
  <inkml:trace contextRef="#ctx0" brushRef="#br1" timeOffset="74382.78">23005 14487 1956 0,'0'0'1045'0,"0"0"63"0,0 0-167 15,0 0-409-15,0 0-36 0,0 0 109 16,0 0-277-16,0 0-52 0,0 0 160 16,0 0-284-16,-2 0-32 0,2 0 8 15,2 0-96-15,0 3 5 0,8 1-37 16,1 2 0-16,5 4 0 0,1-2 0 15,-1 0 0-15,3 2 0 16,-3-3 0-16,3-1 0 0,2 0 0 16,-1 0 0-16,-1-2 0 0,6 0 0 15,-4 1 0-15,1-3 0 16,1 2 0-16,0-2 0 0,-1-2 0 16,5 0 0-16,-2 0 0 0,4 0 0 15,2 0 0-15,2 0 0 0,-4 0 0 16,4 0 0-16,-8 0 0 15,6 0 0-15,-8 0 0 0,2 0 0 16,-3 0 0-16,3 0 0 0,4-1 0 16,0-1 0-16,0-1 0 0,0 0 0 15,-2 0 0-15,0 2 0 0,-3 0 0 16,3 1 0-16,-2 0 0 0,0 0 0 16,2 0 0-16,-5 0 0 0,7 0 0 15,-2 0 0-15,-4 0 0 0,-2 0 0 16,-3-1 0-16,-1 0 0 0,-1-2 0 15,3 1 0-15,0-2 0 16,3-2 0-16,1 0 0 0,2 0 0 16,2 0 0-16,0 0 0 0,-1 2 0 15,-1-1 0-15,0 1 0 16,0 2 0-16,0 0 0 0,-3-1 0 16,1 1 0-16,-2-2 0 0,4 2 0 15,-3-2 0-15,3 2 0 0,2-4 0 16,0 2 0-16,0 0 0 15,0-1 0-15,-5 3 0 0,-1-2 0 16,-2 3 0-16,-1 0 0 0,-1 1 0 16,1 0 0-16,-1 0 0 0,2 0 0 15,1 0 0-15,-1 0 0 0,-1 0 0 16,7 0 0-16,0 0 0 0,4-1 0 16,0-2 0-16,2 1 0 0,2-3 0 15,0 2 0-15,0-1 0 0,-4-1 0 16,0 3 0-16,-6-3 0 0,-7 3 0 15,-1 1 0-15,-7-2 0 16,-2 3 0-16,-4-1 0 0,0 1 0 16,0-2 0-16,1 1 0 0,-3-2 0 15,0 2-109-15,0 1-1407 16,-7-3-778-16</inkml:trace>
  <inkml:trace contextRef="#ctx0" brushRef="#br1" timeOffset="74787.88">25304 14096 6270 0,'0'0'1177'0,"0"0"-432"0,0 0-745 0,0 0 0 15,0 0 0-15,-27 53 0 0,16-16 0 16,-1 4 0-16,2 6 0 15,1 2 0-15,3 8 0 0,0 5 0 16,0 4 0-16,-2-4 0 0,8-3 0 16,-5-5 0-16,3-7 0 0,0-4 0 15,2-4 0-15,0-6 0 0,-2-5 0 16,2-6 0-16,-2-9 0 0,0-3 0 16,2-8 0-16,-2-2 0 0,0 0-2318 15,-6-8-2136-15</inkml:trace>
  <inkml:trace contextRef="#ctx0" brushRef="#br1" timeOffset="77041.61">23172 16200 2120 0,'0'0'4306'15,"0"0"-3741"-15,0 0-53 0,0 0-4 16,0 0-336-16,0 0-163 0,0 0-9 16,0 0 0-16,0 0 0 0,0 0 0 15,13-45 0-15,-7 24 0 0,4-2 0 16,1-3 0-16,-3-4 0 0,0-4 0 16,-2-3 0-16,-1-3 0 15,-1-3 0-15,-2 3 0 0,0 1 0 16,0 7 0-16,-2 4 0 0,4 5 0 15,-2 7 0-15,-2 6 0 0,2 4 0 16,-2 4 0-16,2-1 0 0,-2 3 0 16,6 0 0-16,3 10 0 15,3 9 0-15,1 8 0 0,-1 3 0 16,2 4 0-16,1-2 0 0,-1 2 0 16,3 1 0-16,-3-1 0 15,5-2 0-15,-3-3 0 0,1-2 0 16,0-2 0-16,-3-2 0 0,-2-3 0 15,-3-3 0-15,-3-4 0 0,-2-4 0 16,-2-3 0-16,-2-2 0 0,0 0 0 16,-10-1 0-16,-5 2 0 0,-7-2 0 15,-7-1 0-15,-4 2 0 0,-3 3 0 16,-3 3 0-16,2 1 0 0,0 0 0 16,6-1 0-16,6-3 0 15,10-3 0-15,9-2 0 0,6-4 0 16,13-9-917-16,-1 1-1268 0,9-8-1649 0</inkml:trace>
  <inkml:trace contextRef="#ctx0" brushRef="#br1" timeOffset="78068.96">23809 15523 5114 0,'0'0'964'16,"0"0"-395"-16,0 0 483 0,8-33-656 16,-8 32-299-16,0 1-97 0,0 6 0 15,0 12 0-15,0 16 0 16,-6 13 0-16,-2 9 0 0,-2 1 0 15,-3-2 0-15,1-1 0 0,-3-3 0 16,5 1 0-16,0-3 0 0,1-5 0 16,5-3 0-16,2-6 0 0,2-6 0 15,4-3 0-15,5-7 0 0,5-4 0 16,5-4 0-16,10-5 0 0,-1-6 0 16,10-3 0-16,-7-7 0 15,2-3 0-15,-10-2 0 0,-5-2 0 16,-8-2 0-16,-1-1 0 0,-5-3 0 15,-4 6-2138-15,0-2-727 0</inkml:trace>
  <inkml:trace contextRef="#ctx0" brushRef="#br1" timeOffset="78242.43">23611 15796 5334 0,'0'0'1156'0,"0"0"373"0,0 0-1356 15,0 0-173-15,37 17 0 16,-6-13 0-16,4-1 0 0,-2-3 0 16,-4 0 0-16,0-1 0 0,-2-3 0 15,2-2 0-15,-4-1 0 0,-3-2 0 16,-5 0 0-16,-5-2-1633 0</inkml:trace>
  <inkml:trace contextRef="#ctx0" brushRef="#br1" timeOffset="79134.83">24245 15740 5286 0,'0'0'1232'0,"0"0"-15"15,0 0-760-15,0 0-457 16,46-7 0-16,-15 0 0 0,2 0 0 15,-4-1 0-15,-2 1 0 0,-5 0 0 16,-3 0 0-16,2 0 0 0,-7 3 0 16,-4 0 0-16,-1 3 0 15,-5 0 0-15,0 0-769 0,-2 1-560 16,0-1-303-16</inkml:trace>
  <inkml:trace contextRef="#ctx0" brushRef="#br1" timeOffset="79348.55">24231 15862 5202 0,'0'0'1048'0,"0"0"-367"15,0 0 535-15,54-2-1171 0,-28-4-45 16,3 1 0-16,-2 0 0 0,0 1 0 15,0-2 0-15,-2 2 0 0,-2-1 0 16,-3-1 0-16,-5 1-525 16,-3-1-1528-16</inkml:trace>
  <inkml:trace contextRef="#ctx0" brushRef="#br1" timeOffset="81084.65">25333 15260 2941 0,'0'0'3569'16,"0"0"-2432"-16,0 0-592 0,0 0-545 15,0 0 0-15,0 0 0 0,-3 38 0 16,3-13 0-16,0 4 0 0,5 0 0 16,-1-2 0-16,2 3 0 0,0 1 0 15,-2 1 0-15,-2 0 0 16,0 1 0-16,-2 0 0 0,-4 2 0 15,0-1-669-15,0-5-396 0,0-8-191 16,-2-5-2682-16</inkml:trace>
  <inkml:trace contextRef="#ctx0" brushRef="#br1" timeOffset="81372.73">25004 15858 5642 0,'0'0'816'15,"0"0"685"-15,0 0-1268 0,0 0-233 16,58 6 0-16,-13-5 0 0,9-1 0 15,0 2 0-15,-5 1 0 0,1 0 0 16,0 2 0-16,-1-2 0 0,1 1 0 16,-3-1 0-16,1-1 0 15,-5-1 0-15,-8-1 0 0,-8-1-657 16,-10-2-580-16,-7-2-3437 0</inkml:trace>
  <inkml:trace contextRef="#ctx0" brushRef="#br1" timeOffset="82042.96">25492 16165 2421 0,'0'0'3157'0,"0"0"-2581"0,0 0 9 0,0 0-129 16,0 0-332-16,-15-42 84 15,11 23 128-15,-2-4-136 0,-4-1-71 16,-1 1-129-16,-5-5 0 0,-3 1 0 15,-2 3 0-15,-1 0 0 0,-1 6 0 16,2 5 0-16,1 3 0 16,3 3 0-16,3 4 0 0,5 2 0 15,1 1 0-15,4 0 0 0,-2 4 0 16,0 6 0-16,1 6 0 0,1 5 0 16,2 4 0-16,2 3 0 15,2 1 0-15,2 4 0 0,3 6 0 16,-1 4 0-16,4 5 0 0,0 3 0 15,3 0 0-15,-1 0 0 0,1-4 0 16,1-2 0-16,-1-3 0 0,-1-4 0 16,-4-3 0-16,3-3 0 0,-7-4 0 15,-2-2 0-15,0-5 0 0,-2-4 0 16,-6-6 0-16,-5-4-337 0,-1-5-763 16,-7-3-181-16,5-5-236 15,-1-4-1768-15</inkml:trace>
  <inkml:trace contextRef="#ctx0" brushRef="#br1" timeOffset="82184.62">25171 16468 1960 0,'0'0'2241'15,"0"0"-1276"-15,0 0 480 0,0 0-649 16,0 0-196-16,0 0-415 0,48-12-185 16,-9 8 0-16,7 1 0 0,-1 1 0 15,-6 0 0-15,-1 1 0 16,-1 1 0-16,-2 0 0 0,-4 0 0 15,-6-4 0-15,-9-2-229 0,-5-4-7614 0</inkml:trace>
  <inkml:trace contextRef="#ctx0" brushRef="#br1" timeOffset="83042.41">25630 16729 1600 0,'0'0'348'16,"0"0"2254"-16,0 0-2026 0,0 0-100 15,0 0 400-15,4-46-399 0,-2 33-9 16,-2 1 260-16,0 1-687 16,-4 0-41-16,0 4 0 0,0 0 0 15,0 2 0-15,-2 3 0 0,-1 0 0 16,1 2 0-16,-4 2 0 0,-2 8 0 16,-1 10 0-16,-1 5 0 15,3 4 0-15,7-1 0 0,4-1 0 16,2-3 0-16,11-1 0 0,3-5 0 15,3-3 0-15,1-4 0 0,1-4 0 16,0-7 0-16,-3 0 0 0,1-10 0 16,0-5 0-16,-7-3 0 0,0-3 0 15,-3-3 0-15,-5 1 0 0,-4 1 0 16,-2 2 0-16,-4 1 0 0,-7 3 0 16,-3 0 0-16,-5 2 0 15,7 3-1073-15,-3 0-4038 0</inkml:trace>
  <inkml:trace contextRef="#ctx0" brushRef="#br1" timeOffset="103683.33">9837 15718 3269 0,'0'0'2661'0,"0"0"-1616"0,0 0-317 15,0 0-239-15,0 0-489 0,0 0 0 16,0 0 0-16,0 0 0 0,0 0 0 16,-37 45 0-16,25-5 0 0,-3 7 0 15,5 4 0-15,0 0 0 0,3 2 0 16,1-3 0-16,2-3 0 16,0-6 0-16,4-7 0 0,4-7 0 15,0-8 0-15,2-8 0 0,5-5 0 16,1-6 0-16,7-7 0 0,-3-10 0 15,5-8 0-15,0-10 0 16,1-3 0-16,-1-4 0 0,0 4 0 16,-5 5 0-16,-5 8 0 0,-7 9 0 15,2 7 0-15,-2 5 0 0,-4 1 0 16,6 2 0-16,-2 1 0 0,7 3 0 16,-1 10 0-16,0 11 0 0,-3 8 0 15,-1 6 0-15,0 0 0 0,2-3 0 16,-1-7 0-16,3-4 0 15,6-8 0-15,1-8 0 0,4-8 0 16,3-6 0-16,-3-11 0 0,2-11 0 16,-2-7 0-16,-7-4 0 0,-2-4 0 15,-3 0 0-15,-3 2 0 0,-6 3 0 16,0 3 0-16,-6 6 0 16,6 3 0-16,-4 5 0 0,4 9 0 15,0 3 0-15,4 6 0 0,-4 3 0 16,0 0 0-16,0 0 0 0,2 1 0 15,-2 1-945-15,4 2-3173 0</inkml:trace>
  <inkml:trace contextRef="#ctx0" brushRef="#br1" timeOffset="104133.61">10602 16182 3073 0,'0'0'2889'0,"0"0"-1872"0,-37-41 196 0,23 34-1213 0,-3 6 0 0,7 1 0 15,-5 7 0-15,5 6 0 0,-2 8 0 16,1 5 0-16,1 7 0 15,2 9 0-15,5 2 0 0,3 1 0 16,0-4 0-16,7-3 0 0,7-7 0 16,-1-8 0-16,7-9 0 0,5-11 0 15,6-5 0-15,-2-13 0 16,2-8 0-16,-6-8 0 0,-9-6-801 16,-5 9-440-16,-5-6-2933 0</inkml:trace>
  <inkml:trace contextRef="#ctx0" brushRef="#br1" timeOffset="104318.2">10598 15847 7115 0,'-6'35'1077'16,"2"6"-1077"-16,0 8 0 0,4 1 0 16,8 4 0-16,2 0 0 0,7-2 0 15,-1-1 0-15,1-3 0 0,1-4 0 16,5-5 0-16,-6-7 0 15,-3-10-1870-15,-3-9-3048 0</inkml:trace>
  <inkml:trace contextRef="#ctx0" brushRef="#br1" timeOffset="105467.29">11222 15939 5218 0,'0'0'1120'16,"0"0"-655"-16,0 0 775 0,54 5-1091 16,-33-5-149-16,-1-1 0 0,3-4 0 15,6-3 0-15,-2 0 0 0,0-2 0 16,0-1 0-16,-2 0 0 0,-3 0 0 15,-3 1 0-15,-7 2 0 16,-5 5 0-16,-3 1-937 0,-4 2-1416 16,0 2-929-16</inkml:trace>
  <inkml:trace contextRef="#ctx0" brushRef="#br1" timeOffset="105622.68">11224 16095 6106 0,'0'0'573'16,"0"0"835"-16,0 0-1303 0,0 0-105 16,46 28 0-16,-13-22 0 0,8-5 0 15,7-4 0-15,-1-8 0 0,5-7 0 16,-11 3-101-16,-3-2-2504 0</inkml:trace>
  <inkml:trace contextRef="#ctx0" brushRef="#br1" timeOffset="108477.18">12595 15214 2929 0,'0'0'2901'0,"0"0"-1796"16,0 44-369-16,-6-16-215 0,2 8-521 15,-3 4 0-15,1 5 0 0,2 5 0 16,0 4 0-16,4 1 0 15,0 0 0-15,0-3 0 0,0-3 0 16,0-6 0-16,4-8 0 0,-4-9 0 16,6-8-325-16,-2-8-475 0,-4-6-1337 15,5-4 20-15</inkml:trace>
  <inkml:trace contextRef="#ctx0" brushRef="#br1" timeOffset="108790.39">12578 15598 4806 0,'0'0'1604'0,"34"-32"-943"15,-10 17-33-15,-3 5-135 0,0 3-493 0,1 6 0 16,-1 0 0-16,0 1 0 16,-1 0 0-16,-5 2 0 0,-5 0 0 15,-4 1 0-15,-4-1 0 0,-2 4 0 16,0 3 0-16,-8 7 0 0,-10 3 0 15,-5 6 0-15,-8 2 0 16,4 2 0-16,0 0 0 0,2-4 0 16,9-6 0-16,8-6 0 0,5-4 0 15,6-1 0-15,7 0 0 0,11-1 0 16,-1 1 0-16,7-3 0 0,-6 0 0 16,-3 2 0-16,-1 0 0 0,-1 2 0 15,-5 3 0-15,-1-1 0 0,0 1-745 16,-8-5-1392-16,3 1-1773 0</inkml:trace>
  <inkml:trace contextRef="#ctx0" brushRef="#br1" timeOffset="109034.52">12405 16279 6254 0,'0'0'429'0,"54"-30"579"0,-23 17-507 16,-5 4-501-16,-1 4 0 0,2-2 0 15,0 3 0-15,-2-1 0 0,-2 0 0 16,3-1 0-16,-1 1 0 0,-4-1 0 16,0 0-209-16,-9 1-811 0,2 0-1942 15</inkml:trace>
  <inkml:trace contextRef="#ctx0" brushRef="#br1" timeOffset="109559.39">12494 16553 5134 0,'0'0'1765'15,"27"-56"-761"-15,-17 29-715 0,-4 11-289 16,-2 5 0-16,-2 5 0 0,2 5 0 16,-4-1 0-16,0 1 0 0,5 1 0 15,1 4 0-15,4 6 0 0,5 12 0 16,-3 7 0-16,2 6 0 15,-11 6 0-15,-3 0 0 0,0 2 0 16,-7-4 0-16,5-7 0 0,-2-11 0 16,4-9 0-16,0-8 0 0,0-4 0 15,0-4 0-15,6-15 0 16,5-14 0-16,5-11 0 0,-1-5 0 16,1 3 0-16,-5 9 0 0,3 7 0 15,-8 6 0-15,0 10 0 0,-6 4 0 16,5 9 0-16,1 2 0 15,2 11 0-15,2 7 0 0,7 7 0 16,-5 1 0-16,3 0 0 0,-1-8 0 16,3-1 0-16,-1-3 0 0,1-2 0 15,-3 1 0-15,-1 0 0 0,-3 3 0 16,0 4 0-16,-1 4 0 0,-9 3 0 16,0-2 0-16,-5-1 0 15,1-7 0-15,4-5 0 0,0-6 0 0,0-6 0 16,-2-1 0-16,2-10 0 15,0-14 0-15,0-1-513 0,0-4-1424 0</inkml:trace>
  <inkml:trace contextRef="#ctx0" brushRef="#br1" timeOffset="110514.83">11911 16440 2417 0,'0'0'1668'0,"0"0"-835"0,0 0-17 16,0 0 85-16,0 0-513 16,0 0 40-16,16 54 313 0,5-28-741 15,2 4 0-15,6 0 0 0,-9-1 0 16,3 0 0-16,-2 3 0 15,-1-1 0-15,1-1 0 0,-9 0 0 16,3-3 0-16,-1-2 0 0,-3-5 0 16,-5-1 0-16,0-9 0 0,-6-4 0 15,4-3-285-15,-4-3-159 0,0-5-697 16,0 0-323-16,-4-12-861 0</inkml:trace>
  <inkml:trace contextRef="#ctx0" brushRef="#br1" timeOffset="110969.34">12179 14973 5422 0,'0'0'696'0,"0"0"709"0,0 0-833 0,0 0-475 16,-6 63-97-16,6-13 0 0,0 12 0 15,0 6 0-15,2 7 0 16,2 7 0-16,1 10 0 0,-3 9 0 16,-2 8 0-16,8 4 0 0,-6-1 0 15,8-2 0-15,-1-3 0 0,-3-2 0 16,6-11 0-16,3-10 0 15,-1-10 0-15,-1-12 0 0,-3-11 0 16,0-9 0-16,1-12 0 0,-1-13 0 16,-4-8-973-16,-6-8-132 0,0-8-2452 0</inkml:trace>
  <inkml:trace contextRef="#ctx0" brushRef="#br1" timeOffset="111273.28">12169 15048 5898 0,'0'0'1133'0,"0"0"28"16,0 0-1161-16,0 0 0 0,41 4 0 16,1-4 0-16,12-2 0 0,14-7 0 15,4-5 0-15,7 0 0 0,-5 4 0 16,-6 5 0-16,-14 5 0 0,-8 0 0 16,-20-2-2094-16,5-3-3964 0</inkml:trace>
  <inkml:trace contextRef="#ctx0" brushRef="#br1" timeOffset="111758.43">13730 15068 6206 0,'0'0'913'15,"0"0"-225"-15,0 0-303 0,0 0-385 0,0 0 0 16,0 0 0-16,0 0 0 0,-48 70 0 16,28-14 0-16,-1 13 0 15,-2 11 0-15,3 9 0 0,-1 11 0 16,4 5 0-16,11 1 0 0,2-4 0 15,4-3 0-15,10-3 0 16,7 0 0-16,4-2 0 0,5-9 0 16,1-10 0-16,4-13 0 0,0-13 0 15,4-6 0-15,-2-10 0 0,-2-11 0 16,3-6 0-16,-3-12 0 0,-7-10 0 16,-7-5-2062-16,-3-11-2848 0</inkml:trace>
  <inkml:trace contextRef="#ctx0" brushRef="#br1" timeOffset="112199.93">14180 15355 7651 0,'0'0'541'0,"-14"63"-541"0,8-15 0 0,2 8 0 16,4 6 0-16,-2 6 0 0,2-1 0 16,0-2 0-16,2-1 0 0,2-3 0 15,2-4 0-15,2-3 0 0,-2-5 0 16,1-6 0-16,1-8 0 0,0-7 0 15,3-15 0-15,-3-6-1157 16,-2-8-1432-16</inkml:trace>
  <inkml:trace contextRef="#ctx0" brushRef="#br1" timeOffset="112573.3">14534 15754 7279 0,'0'0'913'0,"0"0"-913"0,0 0 0 16,0 0 0-16,62 15 0 0,-21-14 0 16,3 0 0-16,3-1 0 0,-7-2 0 15,-3-1 0-15,-4 1 0 0,-6 1 0 16,-7 0 0-16,-9-1 0 0,-5-3-4299 15</inkml:trace>
  <inkml:trace contextRef="#ctx0" brushRef="#br1" timeOffset="113525.12">15280 15358 2785 0,'0'0'2109'15,"0"0"-1285"-15,0 0 417 0,0 0-673 16,0 0-152-16,0 0-167 0,0 0-249 16,0 0 0-16,4 55 0 0,2-12 0 15,5 3 0-15,3 2 0 0,3-8 0 16,4-6 0-16,5-3 0 0,5-7 0 15,7-5 0-15,-3-10 0 16,-2-4 0-16,2-5 0 0,-8-6 0 16,-4-6 0-16,-5-7 0 0,-5-2 0 15,-3-7 0-15,-2-1 0 0,-6-2 0 16,2 0 0-16,-2 4 0 0,-2-1 0 16,-6 3 0-16,4 6 0 0,-6 2 0 15,-2 3 0-15,-3 5 0 16,-1 4 0-16,-3 1 0 0,-4 3 0 15,5 1 0-15,-5 1 0 0,-4 3 0 16,3 5 0-16,-3 7 0 0,2 5 0 16,-2 7 0-16,5 5 0 15,3 5 0-15,3 2 0 0,8-1 0 16,6 0 0-16,4-6 0 0,6-1 0 16,7-2 0-16,5-7 0 0,3 0 0 15,6-3 0-15,-4 0 0 0,6-1 0 16,-8 2 0-16,-5 1 0 0,-5 0 0 15,-7 4 0-15,-4 0 0 16,-4 4 0-16,-4 0 0 0,-8 1 0 16,-3 0 0-16,-1-1 0 0,-5-5 0 15,0-4 0-15,-1-4 0 0,-3-9 0 16,-2-6 0-16,6-5 0 0,1-13 0 16,3-6 0-16,3-6 0 15,3-8 0-15,5 8-957 0,2-3-896 0</inkml:trace>
  <inkml:trace contextRef="#ctx0" brushRef="#br1" timeOffset="114233.73">15741 15213 2689 0,'0'0'1356'0,"0"0"-603"16,0 0-29-16,17-33 216 0,-13 21-363 15,-4 1-49-15,6 2 97 0,-6 0-625 16,4 2 0-16,0 1 0 16,-2-1 0-16,9-1 0 0,5 0 0 15,5 2 0-15,0 3 0 0,-1 6 0 16,1 5 0-16,-7 5 0 0,-1 5 0 16,-3 3 0-16,-4 2 0 0,-2 1 0 15,-4 3 0-15,0-1 0 0,0 0 0 16,-4-2 0-16,-2-1 0 15,0-3 0-15,-2-1 0 0,-1-1 0 16,-1-3 0-16,0-2 0 0,-5-3 0 16,5-4 0-16,0-4 0 0,3-2 0 15,-3 0 0-15,6-1 0 16,2-5 0-16,-6-2 0 0,5-8 0 16,-1-1 0-16,4-2 0 0,0 2 0 15,11 5 0-15,-1 6 0 0,0 4 0 16,1 2 0-16,-1 7 0 0,2 1 0 15,-1 7 0-15,-1 2 0 16,0 4 0-16,1 1 0 0,-1-2 0 16,0-1 0-16,1-4 0 0,5-5 0 15,1-5 0-15,-7-3-105 0,1-2-3012 0</inkml:trace>
  <inkml:trace contextRef="#ctx0" brushRef="#br1" timeOffset="114774.81">16161 14881 5186 0,'0'0'744'0,"0"0"121"0,0 0 151 0,0 0-635 16,0 0-381-16,0 0 0 0,4 35 0 0,14 7 0 16,7 12 0-16,8 9 0 15,9 5 0-15,-1 4 0 0,2 10 0 16,-1 3 0-16,-7 9 0 0,-12 3 0 15,-9 4 0-15,-14-2 0 16,-4-3 0-16,-13-3 0 0,-3-3 0 16,-11-4 0-16,0-8 0 0,-6-10 0 15,-1-11 0-15,-3-13 0 0,2-16 0 16,-1-11 0-16,-3-16 0 0,12-1-1329 16,0-13-2025-16</inkml:trace>
  <inkml:trace contextRef="#ctx0" brushRef="#br1" timeOffset="118774.68">15563 16674 4878 0,'0'0'1116'0,"0"0"-367"0,0 0 227 16,0 0-612-16,0 0-255 0,0 0-109 16,0 0 0-16,0 0 0 0,9 31 0 15,-7-12 0-15,2 8 0 0,-4 4 0 16,4 3 0-16,-4 5 0 0,0 3 0 16,0 2 0-16,-4 1 0 0,4 0 0 15,-4 0 0-15,-3-1 0 16,7-5 0-16,0-4 0 0,0-6 0 15,0-5 0-15,0-3 0 0,0-3 0 16,0-7 0-16,-4-3 0 0,4-6 0 16,0 0 0-16,-2 0 0 0,-2-2 0 15,4 1 0-15,-4-1 0 0,-2 0 0 16,2 1 0-16,2-1 0 16,-3 0 0-16,1 1 0 0,4 2 0 15,9-1 0-15,1 4 0 0,13 0 0 16,8 5 0-16,16-2 0 15,5-1 0-15,6-3 0 0,0-2 0 16,0-1 0-16,-5 0 0 0,-1 3 0 16,-4 2 0-16,-7 0 0 0,-8 3 0 15,-2-1 0-15,-10 1 0 0,-11-2 0 16,0-2 0-16,-6-2 0 0,-2-2 0 16,-2 0 0-16,0 1 0 0,-6-3 0 15,0 0-1437-15,-8-7-1201 0</inkml:trace>
  <inkml:trace contextRef="#ctx0" brushRef="#br1" timeOffset="119254.17">15594 16572 4810 0,'0'0'1108'15,"0"0"-415"-15,0 0 475 0,0 0-755 0,0 0-413 16,0 0 0-16,0 0 0 16,0 0 0-16,0 0 0 0,-37 52 0 15,21-18 0-15,-5 6 0 0,0 0 0 16,5-3 0-16,-1-4 0 15,3-5 0-15,8-6 0 0,1-8 0 16,1-6 0-16,4-4 0 0,0-4 0 16,0-5 0-16,9-9 0 0,1-14-317 15,2-10-559-15,3-10-189 0,-5 10-1480 16,0 4-304-16</inkml:trace>
  <inkml:trace contextRef="#ctx0" brushRef="#br1" timeOffset="119392.91">15572 16539 1440 0,'0'0'2889'16,"0"0"-563"-16,0 0-1238 0,0 0-639 15,53 33-449-15,-22-18 0 0,-4-2 0 16,4-2 0-16,-4-3 0 0,-6-2 0 16,4-1 0-16,-3 1 0 0,-5 0 0 15,-1 3 0-15,-5 3 0 0,-1 5 0 16,-6 4 0-16,-4-4-1189 16,0 1-1132-16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36:37.8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5381 7234 4402 0,'0'0'2144'16,"-52"14"-1619"-16,31-8-185 0,7-2 76 16,1-1-224-16,3 2-19 0,4-4-173 15,6-1 0-15,0 0 0 0,0 0 0 16,0 1 0-16,16 0 0 0,15-1 0 15,19-2 0-15,22-9 0 16,21-4 0-16,19-4 0 0,14-3 0 16,21-1 0-16,16-3 0 0,15 0 0 15,6 0 0-15,6 1 0 0,-8 1 0 16,-8 2 0-16,-15 0 0 16,-8 4 0-16,-23 2 0 0,-12 1 0 15,-19 4 0-15,-27 0 0 0,-14 1 0 16,-23 2 0-16,-16 4 0 0,-9 0 0 15,-8 1 0-15,-10-5 0 16,-1 1-1265-16,-9-4-900 0</inkml:trace>
  <inkml:trace contextRef="#ctx0" brushRef="#br0" timeOffset="1009.82">5036 4034 6454 0,'0'0'525'0,"0"0"-13"15,55 0-160-15,3-6-24 0,27-6-307 16,16-6-21-16,19-5 0 0,17-3 0 16,9-2 0-16,1-1 0 0,2-1 0 15,2 0 0-15,-4 0 0 16,-1-2 0-16,-3 0 0 0,-5 1 0 15,-9 1 0-15,-14 1 0 0,-20 2 0 16,-14 1 0-16,-19 2 0 0,-21 0-89 16,-20 7-1339-16,-11-4-3971 0</inkml:trace>
  <inkml:trace contextRef="#ctx0" brushRef="#br0" timeOffset="1768.03">5693 2887 1136 0,'0'0'588'16,"0"0"-560"-16,0 0-8 0,0 0 397 16,0 0-85-16,0 0 156 0,0 0 808 15,0 0-339-15,8-34 47 0,-8 29 189 16,0-1-565-16,0-1-523 0,-4-6-105 15,-6-5 0-15,-5-2 0 0,-3 1 0 16,-3 2 0-16,4 7 0 0,3 3 0 16,-3 5 0-16,1 7 0 0,-3 14 0 15,-1 10 0-15,-1 12 0 16,0 5 0-16,3 4 0 0,3 1 0 16,9-7 0-16,2-1 0 0,8-9 0 15,6-8 0-15,7-6 0 0,-1-8 0 16,9-8 0-16,8-7 0 15,2-12 0-15,5-11 0 0,1-9-33 16,-10 5-1399-16,-6-7-3703 0</inkml:trace>
  <inkml:trace contextRef="#ctx0" brushRef="#br0" timeOffset="1967.68">5848 2279 4277 0,'0'0'3318'0,"0"0"-2742"0,0 0-555 15,-10 39-21-15,-1-9 0 0,3 6 0 16,0 6 0-16,-1 1 0 0,3 5 0 16,2 6 0-16,2 2 0 0,-2 3 0 15,4 0 0-15,0-4 0 16,4-5 0-16,6-6 0 0,3-7 0 16,3-8 0-16,3-7-57 0,-3-9-859 15,-1-7-1009-15,-3-5-52 0</inkml:trace>
  <inkml:trace contextRef="#ctx0" brushRef="#br0" timeOffset="2463.33">5895 2915 4349 0,'0'0'1177'0,"0"0"36"0,34 6-397 15,-16-6-304-15,5-2-387 0,-2-5-125 16,-5-5 0-16,5-2 0 16,-5-5 0-16,3-2 0 0,-3-3 0 15,-5 0 0-15,-1-1 0 0,-8 0 0 16,-2 1 0-16,-2 0 0 0,-8-1 0 15,-7 5 0-15,3 2 0 0,-7 7 0 16,7 8 0-16,-5 8 0 0,0 16 0 16,-7 10 0-16,1 12 0 0,2 7 0 15,2 1 0-15,9 0 0 16,8-5 0-16,6-5 0 0,12-9 0 16,11-11 0-16,4-4 0 0,10-9 0 15,9-8 0-15,6-1 0 0,3-11-345 16,-9 1-2108-16,-2-4-1213 0</inkml:trace>
  <inkml:trace contextRef="#ctx0" brushRef="#br0" timeOffset="2869.04">6509 2671 5994 0,'0'0'933'0,"0"0"-197"0,-29-34-207 0,17 29-529 16,-5 4 0-16,3 3 0 0,-3 10 0 15,3 7 0-15,-7 11 0 0,7 4 0 16,-3 7 0-16,5 1 0 16,4 3 0-16,1-2 0 0,5-3 0 15,2-4 0-15,7-5 0 0,3-9 0 16,6-4 0-16,7-9 0 0,6-7 0 15,2-4 0-15,6-9 0 0,-6-6-321 16,-4 2-1204-16,-6-2-584 0</inkml:trace>
  <inkml:trace contextRef="#ctx0" brushRef="#br0" timeOffset="3381.43">6658 2707 5926 0,'0'0'753'0,"0"0"-221"0,0 0 440 15,0 0-963-15,0 0-9 0,0 0 0 16,-20 52 0-16,17-22 0 0,1-2 0 15,0-2 0-15,2-2 0 0,7-4 0 16,-1-4 0-16,4-3 0 0,5-5 0 16,-1-3 0-16,5-5 0 0,1-5 0 15,1-7 0-15,-2-5 0 16,-3-3 0-16,1 0 0 0,-11-3 0 16,2 1 0-16,-6 3 0 0,2 1 0 15,-4 8 0-15,0 4 0 0,0 2 0 16,-4 1 0-16,2 1 0 15,-2 2 0-15,-2 4 0 0,-3 10 0 16,3 10 0-16,-4 2 0 0,6 0 0 16,2-1 0-16,2-4 0 0,6-2 0 15,-2-1 0-15,6-4 0 0,7-3 0 16,-1-4 0-16,5-4 0 16,-4-3 0-16,1-3 0 0,-1-4-17 15,-7-4-167-15,1-2-92 0,-5-1-428 16,-2 0 203-16,-4-2 89 0,0 1 4 15,-4 3 180-15,0 2 56 0,2 1-156 16,-3 3-329-16,-1 0-523 0</inkml:trace>
  <inkml:trace contextRef="#ctx0" brushRef="#br0" timeOffset="3957.65">6801 2777 2080 0,'0'0'4214'0,"0"0"-3505"0,0 0-145 16,-13-46 61-16,5 28-625 0,-4 2 0 16,1 3 0-16,-3 4 0 0,2 4 0 15,1 5 0-15,-3 12 0 0,-3 9 0 16,1 13 0-16,-3 7 0 15,0 8 0-15,5 2 0 0,4-2 0 16,3-2 0-16,7-8 0 0,0-6 0 16,7-6 0-16,7-9 0 0,5-7 0 15,6-9 0-15,1-8 0 0,5-9 0 16,2-11 0-16,-4-8 0 16,-2-2 0-16,-4-6 0 0,-8 2 0 15,-5 2 0-15,-6 6 0 0,-4 10 0 16,0 7 0-16,-4 8 0 0,4 5 0 15,0 2 0-15,-6 11 0 0,2 12 0 16,-3 9 0-16,3 5 0 0,0 1 0 16,4-9 0-16,0-3 0 0,8-7 0 15,3-6 0-15,5-5 0 16,5-6 0-16,0-4 0 0,1-8 0 16,3-3-505-16,-4-2-55 0,-5-5-205 15,-5 5-1280-15,-1 1 241 0</inkml:trace>
  <inkml:trace contextRef="#ctx0" brushRef="#br0" timeOffset="4392.54">7036 2825 4698 0,'0'0'936'15,"0"0"-272"-15,0 0 333 16,0 0-501-16,0 0-124 0,0 0-343 16,0 0-29-16,-37 3 0 0,31 25 0 15,-4 7 0-15,6-2 0 0,4-5 0 16,10-6 0-16,0-5 0 0,7-4 0 15,3-5 0-15,-3-6 0 0,4-3 0 16,-1-6 0-16,-5-5 0 0,1-5 0 16,-3-3 0-16,-3 0 0 0,-2-1 0 15,-1 4 0-15,-3 2 0 16,2 5 0-16,-6 4 0 0,0 5 0 16,4 3 0-16,-2 12 0 0,6 12 0 15,1 9 0-15,3 9 0 0,0 3 0 16,-1 0 0-16,3 1 0 15,-3 2 0-15,-5 1 0 0,-6-1 0 16,-6-1 0-16,-9-1 0 0,-12-1 0 16,-4-1 0-16,-10-5 0 0,-3-8 0 15,-3-7 0-15,-5-13 0 16,1-10 0-16,3-10 0 0,1-17 0 16,3-14 0-16,9-13 0 0,18-5 0 15,17 0 0-15,17 6 0 0,18 7 0 16,13 6 0-16,12 3 0 0,16 4 0 15,5 3 0-15,12-1 0 0,-4 0 0 16,-23 4 0-16,-4 0-1061 0</inkml:trace>
  <inkml:trace contextRef="#ctx0" brushRef="#br0" timeOffset="6407.14">10172 5367 1088 0,'0'0'1064'15,"0"0"1854"-15,0 0-2302 0,0 0-124 16,0 0 145-16,0 0-465 0,0 0 36 16,0 0 280-16,38-21-328 15,-3 13-68-15,2 2-4 0,0 1-88 0,6 2 20 16,3 2-20-16,8 0 8 15,8 1-8-15,16 1 0 0,7 0 8 16,14 3-8-16,13-3 0 0,8-1-8 16,8 0 8-16,17 0-20 15,3 0-28-15,14 0 48 0,7-2 0 16,5 0-12-16,10 0 12 0,4 2 12 16,-4-2 0-16,6 2-12 0,4 0 48 15,-1 0-44-15,-3 0 24 0,0 0-16 16,2 0 0-16,-6 0-12 0,-4 1 0 15,-4 0-4-15,-9 0-8 0,-9 0-12 16,-5 1-288-16,-19-1-316 0,-39-1-1325 16,-10-3-268-16</inkml:trace>
  <inkml:trace contextRef="#ctx0" brushRef="#br0" timeOffset="9186.27">6363 6372 2281 0,'0'0'2325'0,"0"0"-1033"16,12-37-583-16,-8 26-117 0,-4 0 308 16,-4-2-807-16,-2 1-93 0,0-2 0 15,-9-2 0-15,5 2 0 0,-7 2 0 16,-1 5 0-16,-1 6 0 0,-6 6 0 15,3 11 0-15,-7 12 0 0,2 7 0 16,0 3 0-16,0 4 0 16,10-2 0-16,7-3 0 0,6-7 0 15,8-3 0-15,6-9 0 0,3-4 0 16,12-9 0-16,-3-5 0 0,3-5 0 16,6-8 0-16,-4-3 0 15,0-3 0-15,-2-5 0 0,-3 0 0 16,-1-2 0-16,-6 0 0 0,-5 5 0 15,-2 2 0-15,0 6 0 0,-5 6 0 16,1 3 0-16,-4 3 0 0,4 1 0 16,2 4 0-16,0 8 0 15,2 11 0-15,1 9 0 0,-1 5 0 16,-4 5 0-16,-2-1 0 0,-2 1 0 16,0-2 0-16,-6-1 0 0,-4-2 0 15,-7 0 0-15,-4-2 0 0,1-2 0 16,-5-4 0-16,2-3 0 0,-4-8 0 15,-2-5 0-15,7-9 0 0,1-7 0 16,0-13 0-16,9-10 0 16,4-11 0-16,4-9 0 0,6-3-305 15,14 0-555-15,5 4 247 0,10 7-179 16,2 4-517-16,-8 10 217 0,-3 4-993 0</inkml:trace>
  <inkml:trace contextRef="#ctx0" brushRef="#br0" timeOffset="9418.09">6569 6449 3725 0,'0'0'1173'0,"7"39"-597"0,-5-17-268 0,-2-4-120 15,0 0-124-15,-5-1 92 0,5-6 441 16,-4-2-201-16,2-5-40 0,0-2 132 16,2-2-323-16,-2 0-165 0,-2-3 0 15,-2-6 0-15,0-11 0 0,1-5 0 16,-1-7 0-16,6-2 0 0,0 2 0 15,11 2 0-15,5 3 0 0,5 4 0 16,6 3 0-16,-5 1 0 16,7 3 0-16,-2 2 0 0,0 2 0 15,-6 3-2018-15,-7 2-551 0</inkml:trace>
  <inkml:trace contextRef="#ctx0" brushRef="#br0" timeOffset="9727.09">6884 6315 6230 0,'0'0'833'0,"0"0"-49"16,0 0-548-16,0 0-127 0,-42-17-109 15,17 17 0-15,3 7 0 0,-5 10 0 16,6 6 0-16,-6 4 0 0,7 1 0 16,3 0 0-16,3-6 0 0,14 0 0 15,0-6 0-15,4-4 0 0,12-5 0 16,1-3 0-16,8-4 0 0,1-7 0 15,-3-4 0-15,2-1 0 0,-4-4 0 16,-1-2 0-16,-3 1 0 16,-7 1 0-16,-4 1 0 0,-6 1 0 15,5 1 0-15,-5 4 0 0,-5 0 0 16,3 4 0-16,0 1 0 0,2 0 0 16,0-1 0-16,0-2 0 15,9-1-37-15,1 0-1644 0,0 1 77 16,3 1-489-16</inkml:trace>
  <inkml:trace contextRef="#ctx0" brushRef="#br0" timeOffset="10146.07">6962 6290 6458 0,'0'0'1017'0,"0"0"-300"16,0 0-717-16,-16 42 0 0,11-13 0 15,-1 3 0-15,2 0 0 0,4-4 0 16,4 0 0-16,2-5 0 16,7-2 0-16,1-4 0 0,7-5 0 15,0-7 0-15,-1-5 0 0,7-6 0 16,-4-8 0-16,2-4 0 0,-9-3 0 16,1-1 0-16,-3-3 0 15,-3 1 0-15,-5 1 0 0,-2 3 0 16,0 6 0-16,-2 6 0 0,-2 4 0 15,0 3 0-15,-2 3 0 0,-2 10 0 16,-2 10 0-16,-3 4 0 16,3 3 0-16,0 2 0 0,6-5 0 15,0-2 0-15,6-4 0 0,9-6-301 16,5-2 109-16,1-7 184 0,6-5 8 16,2-2 76-16,2-8 112 0,-4-4 49 15,2-4-237-15,-9-3 0 0,-3-3 0 16,-7 0 0-16,-4-2 0 0,-6 0 0 15,0 0 0-15,-10 2 0 0,0 4 0 16,-1 7 0-16,-1 5 0 16,-2 3-109-16,1 0-2744 0</inkml:trace>
  <inkml:trace contextRef="#ctx0" brushRef="#br0" timeOffset="29433.91">14065 12561 2737 0,'0'0'2693'0,"0"0"-2117"0,0 0 57 15,0 0-249-15,0 0-116 0,0 0 116 16,20-45-140-16,-13 15 29 16,7-3-273-16,-8-4 0 0,9-8 0 15,-3-8 0-15,5-9 0 0,-3-7 0 16,3-7 0-16,-1-3 0 0,-1 1 0 15,5 8 0-15,-3 6 0 0,4 6 0 16,-5 11 0-16,-1 7 0 16,-5 11 0-16,-4 11 0 0,-6 7 0 15,4 6 0-15,-4 3 0 0,0 0 0 16,0 2 0-16,-4 2 0 0,2 11 0 16,-6 16 0-16,-3 8 0 15,1 9 0-15,4 4 0 0,0-2 0 16,6 1 0-16,2-6 0 0,8-8 0 15,5-10 0-15,5-8 0 0,1-9 0 16,2-8 0-16,-3-5 0 0,-3-14 0 16,4-7 0-16,-1-6 0 0,-3-7 0 15,1-3 0-15,-5-1 0 0,1 1 0 16,-8 1 0-16,-1 5 0 0,-3 6 0 16,-2 10 0-16,4 11 0 0,-4 6 0 15,0 5 0-15,0 8 0 16,0 14 0-16,0 8 0 0,0 9 0 15,0 7 0-15,0 3 0 0,0 4 0 16,0 3 0-16,0-4 0 16,0-4 0-16,10-13 0 0,7-13 0 15,3-12 0-15,7-13 0 0,-6-6-2130 16,4-12-3008-16</inkml:trace>
  <inkml:trace contextRef="#ctx0" brushRef="#br0" timeOffset="30444.51">15063 11993 3509 0,'0'0'1361'0,"0"0"-641"16,0 0 285-16,0 0-509 16,0 0-76-16,0 0 124 0,0 0-407 15,0 0-137-15,0 0 0 0,25 2 0 16,-23 0 0-16,2-1 0 16,-2 1 0-16,-2 2 0 0,0-2 0 15,-2 4 0-15,-4 5 0 0,-9 2 0 16,1 1 0-16,-3-2 0 0,1-2 0 15,-5-1 0-15,5-2 0 0,-9 1 0 16,2 1 0-16,-2 0 0 0,3-1 0 16,1 1 0-16,2-3 0 0,13-3 0 15,2 1 0-15,2-1 0 0,2 3 0 16,6 5 0-16,9 1 0 0,5 2 0 16,7-2 0-16,0-3 0 15,4 1 0-15,-4-2 0 0,0 0 0 16,-7 3 0-16,-5 1 0 0,-9 1 0 15,-6 0 0-15,0 4 0 0,-10-2 0 16,-5-1 0-16,-3 0 0 16,-3 0 0-16,-4-5 0 0,5-2 0 15,-7-2 0-15,10-5 0 16,-4-6 0-16,7-4 0 0,4 0-2082 16,-1-6-619-16</inkml:trace>
  <inkml:trace contextRef="#ctx0" brushRef="#br0" timeOffset="31291.3">15561 11667 4934 0,'0'0'1452'0,"0"0"-471"15,0 0-405-15,0 0-327 16,0 0-249-16,0 0 0 0,0 0 0 15,0 0 0-15,0 0 0 0,40 51 0 16,-16-26 0-16,-1-4 0 16,2 0 0-16,0-1 0 0,4-2 0 15,-5-2 0-15,-1-3 0 0,-2-1 0 16,0-3 0-16,-7 2 0 16,-4-4 0-16,-3-1-109 0,-7-1-135 15,4-3 216-15,-4 3 28 0,-4 0 112 16,-7 2 4-16,-9 2 37 0,-3 3-153 15,-8 0 0-15,-4 0 0 0,2-2 0 16,6-1 0-16,-4-1 0 0,6-1 0 16,8 0 0-16,7-1 0 0,0 0 0 15,8 0 0-15,-3 1 0 0,5-2-1109 16,0 0-916-16,11-7-1593 0</inkml:trace>
  <inkml:trace contextRef="#ctx0" brushRef="#br0" timeOffset="32072.62">16095 12632 4386 0,'0'0'1376'0,"0"0"-523"0,18-40 371 0,-12 14-871 0,5-5-353 0,-1-8 0 16,7-6 0-16,3-8 0 0,1-12 0 16,6-9 0-16,0-9 0 0,4-6 0 15,0-3 0-15,4 3 0 0,-2 6 0 16,4 9 0-16,-10 11 0 0,0 16 0 16,-13 12 0-16,-7 14 0 0,-3 11 0 15,-4 6 0-15,0 4 0 16,-4 3 0-16,-3 12 0 0,-7 15 0 15,-3 14 0-15,-3 11 0 0,-1 5 0 16,2 2 0-16,1-1 0 16,5-1 0-16,7-8 0 0,4-6 0 15,4-9 0-15,6-11 0 0,7-7 0 16,1-8 0-16,9-11 0 16,-2-7 0-16,4-10 0 0,-6-8 0 15,3-1 0-15,-7-5 0 0,-1 0 0 16,3 3 0-16,-9 1 0 0,-3 5 0 15,-1 7 0-15,0 5 0 0,-4 7 0 16,0 4 0-16,-2 8 0 0,4 12 0 16,-2 4 0-16,2 4 0 0,-4 3 0 15,7-2 0-15,-3 1 0 0,0-3 0 16,2-1 0-16,4-4-305 0,-3-9-2180 16,-1-3-1261-16</inkml:trace>
  <inkml:trace contextRef="#ctx0" brushRef="#br0" timeOffset="32399.44">16909 12150 5606 0,'0'0'1021'0,"0"0"-61"0,0 0-355 16,-33-45-605-16,12 29 0 0,5 5 0 15,-5 3 0-15,7 7 0 0,3 6 0 16,1 10 0-16,2 10 0 0,-1 8 0 16,3 4 0-16,6 2 0 15,0-2 0-15,6-5 0 0,9-6 0 16,1-7 0-16,5-8 0 0,0-9 0 15,10-9 0-15,-4-12 0 0,4-11 0 16,-4-7-461-16,-5 7-1200 16,-7-7-1116-16</inkml:trace>
  <inkml:trace contextRef="#ctx0" brushRef="#br0" timeOffset="32525.44">16986 11680 3861 0,'0'0'3594'0,"-9"39"-2857"0,3-5-737 15,0 6 0-15,0 10 0 0,-3 8 0 16,3 2 0-16,6 2 0 0,4-3 0 16,7-4 0-16,7-6 0 0,3-6 0 15,-2-12 0-15,-3-7-2238 0</inkml:trace>
  <inkml:trace contextRef="#ctx0" brushRef="#br0" timeOffset="80794.5">21730 1538 4526 0,'0'0'2593'0,"0"0"-1949"0,0 0-215 16,0 0-429-16,0 0 0 0,0 0 0 15,0 0 0-15,-9 42 0 16,11-4 0-16,0 7 0 0,-2 2 0 15,7 6 0-15,-7 8 0 0,0 5 0 16,0 2 0-16,-7-4 0 0,3-5 0 16,-2-12 0-16,6-10 0 15,0-8 0-15,0-14-1465 0,4-8 172 16,2-7-360-16</inkml:trace>
  <inkml:trace contextRef="#ctx0" brushRef="#br0" timeOffset="81317.77">21730 1517 6010 0,'0'0'997'16,"-5"-47"-321"-16,10 22-188 0,5 6-467 15,6 2-21-15,7 1 0 16,2 6 0-16,4 1 0 0,0 4 0 15,4 3 0-15,-2 2 0 0,2 4 0 16,-4 7 0-16,-6 4 0 0,-5 5 0 16,-11 2 0-16,-1 2 0 15,-8 0 0-15,-7 1 0 0,-1-3 0 16,-7 1 0-16,-1-2 0 0,-7 1 0 16,2-1 0-16,-1-4 0 15,1-1 0-15,0-4 0 0,2-4 0 16,7-4 0-16,2-2 0 0,5-2 0 15,3 0 0-15,2 0 0 0,-2 0 0 16,4 0 0-16,0 2 0 0,4 2 0 16,2 6 0-16,5 3 0 0,3 2 0 15,3 4 0-15,3 0 0 0,7-1 0 16,0 0 0-16,4 0 0 0,-4 4 0 16,-6 0 0-16,-7 4 0 0,-4 3 0 15,-7 1 0-15,-3 3 0 16,-7 0 0-16,-3 2 0 0,-11 0 0 15,1-3 0-15,-5 0 0 0,-2-3 0 16,0-7 0-16,0-2 0 0,0-12 0 16,5-6 0-16,-1-7 0 15,0-12 0-15,2-5 0 0,5-7-493 16,1-1-507-16,5 5-997 0,10 4-108 0</inkml:trace>
  <inkml:trace contextRef="#ctx0" brushRef="#br0" timeOffset="82291.53">22219 2152 2593 0,'0'0'2161'0,"-8"54"-701"16,4-32-831-16,0-8-69 0,4-4-20 16,0-6-300-16,0-1-231 0,-2-3-9 15,2-3 0-15,0-9 0 0,-2-11 0 16,2-8 0-16,0-4 0 0,0-6 0 16,-4-1 0-16,2-5 0 15,2 1 0-15,0 4 0 0,8 6 0 16,4 7 0-16,1 8 0 0,1 3 0 15,1 7 0-15,-1 3 0 0,5 4 0 16,-1 4 0-16,5 2 0 0,0 5 0 16,2 1 0-16,-5 3 0 15,-3-3-713-15,-9 1-2429 0</inkml:trace>
  <inkml:trace contextRef="#ctx0" brushRef="#br0" timeOffset="82610.45">22567 1922 6518 0,'0'0'805'0,"-33"-33"-397"0,12 16 53 15,0 9-461-15,1 7 0 0,1 7 0 16,-4 9 0-16,1 10 0 0,-1 7 0 16,4 4 0-16,3 3 0 15,7-1 0-15,5-4 0 0,4-3 0 16,7-7 0-16,5-8 0 0,9-4 0 15,5-12 0-15,1-2 0 0,0-12 0 16,-2-8 0-16,4-4 0 16,-8-1 0-16,-3-4 0 0,-3 4 0 15,-5 3 0-15,-4 5 0 0,0 7 0 16,-4 6 0-16,-2 6 0 0,0 2 0 16,0 9 0-16,3 13 0 15,-1 8 0-15,4 8 0 0,-2 2 0 16,0-2 0-16,4-2 0 0,1-3 0 15,3-7-41-15,-2-10-1219 0,3-7-2814 0</inkml:trace>
  <inkml:trace contextRef="#ctx0" brushRef="#br0" timeOffset="83050.24">22720 1391 5686 0,'0'0'688'0,"0"0"-63"0,-6 50 231 16,6-24-519-16,4 6-337 15,2 7 0-15,0 7 0 0,-2 11 0 16,2 7 0-16,-4 5 0 0,-2 6 0 15,0-2 0-15,-2-3 0 0,-4-7 0 16,4-11 0-16,2-8 0 0,0-11 0 16,2-10-29-16,2-8-715 15,0-9-84-15,-1-5-1534 0,1-3-1251 0</inkml:trace>
  <inkml:trace contextRef="#ctx0" brushRef="#br0" timeOffset="83409.61">22745 1940 4866 0,'0'0'1697'0,"0"0"-893"0,0 0-108 16,0 0-567-16,0 0-129 0,37-45 0 15,-17 28 0-15,7 5 0 0,-4 4 0 16,-6 6 0-16,-1 2 0 0,-6 2 0 16,1 4 0-16,-5 4 0 15,-4 5 0-15,-2 4 0 0,-4 1 0 16,-9 5 0-16,-3 2 0 0,-5 2 0 16,5-1 0-16,-3 2 0 0,3-3 0 15,-1-3 0-15,9-3 0 16,4-4 0-16,2-4 0 0,2-6 0 15,0-2 0-15,6-2 0 0,2 2 0 16,2-4 0-16,9-1 0 0,-5-2 0 16,3-4-297-16,-3-5-595 0,-1 3-1325 15,-1-3-232-15</inkml:trace>
  <inkml:trace contextRef="#ctx0" brushRef="#br0" timeOffset="83674.33">23011 2151 5530 0,'0'0'796'15,"33"-12"17"-15,-6-6-85 0,0-1-403 16,-2-2-325-16,2-1 0 0,-7 0 0 16,-9 1 0-16,-5 0 0 15,-6 0 0-15,-10 5 0 0,-9-1 0 16,-6 4 0-16,-4 6 0 0,-2 6 0 16,2 3 0-16,0 14 0 15,0 5 0-15,7 9 0 0,-3 4 0 16,10 0 0-16,3 3 0 0,12-4 0 15,6-2 0-15,19-4 0 0,6-3 0 16,12-5 0-16,5-6 0 0,16-6 0 16,2-7 0-16,9-3 0 0,3-7 0 15,-18 0-1982-15,0-3-1111 0</inkml:trace>
  <inkml:trace contextRef="#ctx0" brushRef="#br0" timeOffset="84168.1">24268 1925 2805 0,'0'0'1897'0,"21"-47"-1381"0,-19 27 728 16,-2 1-563-16,-9 2-229 0,-5 1 64 16,-9 1-435-16,-2 4-81 0,-3 3 0 15,-1 7 0-15,2 1 0 16,0 9 0-16,2 2 0 0,2 4 0 15,9 2 0-15,3 2 0 0,5-2 0 16,8 2 0-16,9 0 0 0,3 0 0 16,9 0 0-16,4-2 0 15,4-3 0-15,0 0 0 0,0-2 0 16,0 1 0-16,-4-1 0 0,-7 1 0 16,-5-5 0-16,-9 0 0 15,-6 2 0-15,-10 4 0 0,-11 4 0 16,-4 2 0-16,-6 0 0 0,-6-3 0 15,0-1 0-15,0-2 0 0,-1-7 0 16,11-4 0-16,5-3 0 0,7-3 0 16,11-6 0-16,6-3 0 0,15-3-1397 15,-3 3 104-15,5-1-360 0</inkml:trace>
  <inkml:trace contextRef="#ctx0" brushRef="#br0" timeOffset="84841.25">24520 1896 5546 0,'0'0'1117'0,"0"0"63"0,-4-51-831 0,-2 34-349 0,4 3 0 0,-2 1 0 16,2 5 0-16,-3 2 0 0,1 3 0 16,0 3 0-16,-6 10 0 15,-11 15 0-15,-4 10 0 0,-2 10 0 16,5 2 0-16,3-3 0 0,7-4 0 15,6-4 0-15,1-6 0 0,10-6 0 16,5-6 0-16,4-6 0 0,7-9 0 16,2-4 0-16,4-7 0 0,-3-10 0 15,3-5 0-15,-2-3 0 0,-4-5 0 16,-5-1 0-16,-1 0 0 0,-7 1 0 16,2 1 0-16,-5 9 0 0,-5 7 0 15,0 5 0-15,0 8 0 16,-3 1 0-16,1 1 0 0,-4 13 0 15,-6 15 0-15,-5 8 0 0,-5 9 0 16,-1 6 0-16,-2 0 0 0,-2 8 0 16,-2 5 0-16,0 4 0 15,2 0 0-15,5-5 0 0,7-8 0 16,7-10 0-16,8-10 0 0,10-10 0 16,7-11 0-16,5-10 0 15,3-10 0-15,8-14 0 0,3-10 0 16,-1-13 0-16,-6 9-353 0,-3-6-3449 0</inkml:trace>
  <inkml:trace contextRef="#ctx0" brushRef="#br0" timeOffset="85177.17">24673 1889 7051 0,'0'0'808'0,"0"0"-475"15,0 0-333-15,0 0 0 0,0 0 0 16,0 0 0-16,0 0 0 0,-12 42 0 15,1-4 0-15,3 7 0 0,0 1 0 16,2-4 0-16,4-1 0 0,2-4 0 16,8-7 0-16,4-4 0 15,5-7 0-15,3-7 0 0,5-8 0 16,-2-8 0-16,2-11 0 0,2-9 0 16,-7-6 0-16,1-5 0 15,-4-2 0-15,-5-5 0 0,-4-4 0 16,-6-2 0-16,-2-1 0 0,2 2 0 15,5 7 0-15,1 11 0 0,0 10 0 16,-2 7 0-16,-2 6 0 0,-4 5 0 16,5 0 0-16,-1 2 0 0,2 6 0 15,0 8-257-15,-4-1-1059 0,0 2-2506 16</inkml:trace>
  <inkml:trace contextRef="#ctx0" brushRef="#br0" timeOffset="85748.08">24940 2137 3577 0,'0'0'3010'16,"0"0"-1405"-16,0 0-1605 0,43-18 0 16,-30 1 0-16,-3-4 0 15,0-6 0-15,3-6 0 0,1-4 0 16,-1-6 0-16,-1 0 0 0,-2 4 0 16,-1 9 0-16,-3 11 0 15,-6 9 0-15,-4 8 0 0,-9 5 0 16,-5 9 0-16,-5 6 0 0,0 9 0 15,-2 4 0-15,5 4 0 0,-3 3 0 16,4-1 0-16,9-2 0 0,6-7 0 16,6-1 0-16,10-3 0 0,7-5 0 15,8-4 0-15,6-5-197 0,2-8-519 16,2-2 124-16,0-6 47 0,1-3-143 16,-5-7 488-16,-4-2 124 15,-7-3-68-15,-5-1 144 0,-7-1 96 16,-6 0 368-16,-4 0-172 0,0-1 120 15,-8-2 321-15,2 1-113 0,-2 3-172 16,1 5-355-16,1 9-93 0,0 3 0 16,0 5 0-16,-4 6 0 15,-7 9 0-15,-2 8 0 0,-3 6 0 16,3 5 0-16,5-3 0 0,3-2 0 16,7-1 0-16,6-6 0 15,9-5 0-15,3-3 0 0,3-5 0 16,3-4 0-16,-1-3 0 0,1-3 0 15,1-6 0-15,-2-6 0 0,-1-3 0 16,1-2 0-16,-5-5 0 0,-1 3 0 16,-1-1 0-16,-6 4 0 0,-1 6 0 15,-3 5 0-15,0 4 0 0,-2 2 0 16,0 5 0-16,4 8 0 0,0 9 0 16,-2 9 0-16,2 6 0 0,-2 1 0 15,0-6 0-15,0-1 0 16,5-4 0-16,1-5 0 0,2-6 0 15,3-4-221-15,-5-7-1208 0,0-5-331 0</inkml:trace>
  <inkml:trace contextRef="#ctx0" brushRef="#br0" timeOffset="86027.3">25579 1198 6022 0,'0'0'665'0,"0"0"519"0,0 0-863 0,-5 35-321 0,-3-1 0 16,-2 7 0-16,-3 5 0 0,1 3 0 16,4 7 0-16,2 5 0 0,1 6 0 15,5 2 0-15,2 1 0 0,5-2 0 16,3-4 0-16,0-3 0 0,5-7 0 16,-3-5 0-16,3-8 0 0,-3-4 0 15,-2-7 0-15,1-7 0 16,-5-5 0-16,-2-7 0 0,-2-5 0 15,-2-3 0-15,0 1 0 0,0-1 0 16,-2 1 0-16,0-3-353 0,-8-1-1396 0</inkml:trace>
  <inkml:trace contextRef="#ctx0" brushRef="#br0" timeOffset="138845.67">21721 3558 5018 0,'0'0'1508'0,"0"0"-839"0,0 0-161 15,0 0-152-15,-2 46-223 0,-2-4-133 16,0 8 0-16,2 2 0 0,2-4 0 16,0 2 0-16,2 2 0 15,0 0 0-15,-2 4 0 0,-2-5 0 16,0 0 0-16,-2-7 0 16,0-5 0-16,2-7 0 0,-1-9 0 0,1-8 0 15,2-3 0-15,0-8-481 16,0-3-447-16,0 1-121 0,5-8-1712 0</inkml:trace>
  <inkml:trace contextRef="#ctx0" brushRef="#br0" timeOffset="140075.26">21721 3600 4245 0,'0'0'1969'0,"0"0"-1444"0,0 0-157 15,0 0 220-15,46-37-332 0,-19 25-15 16,8-2-241-16,-2 0 0 0,4 1 0 16,-2 1 0-16,-4 4 0 15,-2 3 0-15,-6 1 0 0,-4 4 0 16,-1 0-25-16,-8 2-1676 0,-5 2-215 16,-5 3-670-16</inkml:trace>
  <inkml:trace contextRef="#ctx0" brushRef="#br0" timeOffset="140258.63">21715 3849 6278 0,'0'0'1197'16,"0"0"-545"-16,0 0-587 16,0 0-65-16,58-15 0 0,-29 2 0 15,0 2 0-15,-8 3 0 0,5-1 0 16,-1 1 0-16,2 0 0 0,0 1 0 15,2 1 0-15,-8 3-1177 0,-3-1-832 16</inkml:trace>
  <inkml:trace contextRef="#ctx0" brushRef="#br0" timeOffset="140398.1">22131 3846 6579 0,'0'0'1000'15,"-13"54"-492"-15,7-20-403 16,-2-2-105-16,4 1 0 0,-3-4 0 15,7-5 0-15,0-3 0 0,5-7 0 16,-1-6 0-16,-2-3 0 0,4-3-1497 16,-2-2-468-16,0-7-961 0</inkml:trace>
  <inkml:trace contextRef="#ctx0" brushRef="#br0" timeOffset="140555.22">22168 3460 6430 0,'0'0'809'0,"0"0"-621"0,0 0 48 16,2 34-72-16,-2-11-164 0,0 3 0 16,0 3-88-16,2 1-356 15,4 2-56-15,2 5-777 0,-1-9-104 16,-3 4-672-16</inkml:trace>
  <inkml:trace contextRef="#ctx0" brushRef="#br0" timeOffset="140757.04">22176 4125 5042 0,'0'0'860'0,"0"0"117"15,0 0-489-15,0 0-188 0,0 0 176 16,0 0-427-16,39-33-49 0,-14-14 0 16,2-5 0-16,-2 2 0 0,-9 13 0 15,5 9 0-15,-11 9 0 0,-3 10 0 16,-3 7 0-16,-4 4 0 16,0 12 0-16,0 13 0 0,0 6 0 15,0 6 0-15,0 0 0 0,0-6 0 16,4-3 0-16,2 0 0 0,4-9 0 15,5-1-529-15,3-4-399 16,-7-7-265-16,9-4-2585 0</inkml:trace>
  <inkml:trace contextRef="#ctx0" brushRef="#br0" timeOffset="141580.47">22625 3926 2645 0,'0'0'2029'0,"0"0"-725"15,-36-39-928-15,26 30 85 0,-2 6-9 16,-5 3-312-16,1 7-8 0,-3 9 16 16,-4 7-120-16,-1 5 24 0,3 7 16 15,2-3-64-15,5 1 4 0,8-5-8 16,6-4-4-16,0-9 4 16,12-4 0-16,2-7-40 0,9-5 40 15,2-8 32-15,4-8-32 0,-4-3 16 16,0-1-16-16,-7-1-12 0,-3 1-44 15,-5 5 36-15,-6 5 4 0,0 5 16 16,-2 6 0-16,0-2 4 0,0 4-4 16,3 10 64-16,-1 13-40 15,2 8 16-15,0 7-4 0,0 4-20 16,3-2-16-16,-3 3 28 0,0 1-24 16,-2-1-4-16,-4 1 12 0,-4 0-8 15,-4 2-4-15,-11-2 28 16,-4-2-16-16,-6-4 24 0,-4-8 44 15,-2-8-56-15,-2-10 9 0,0-10-33 16,-2-10 0-16,-1-16 0 0,5-11 0 16,2-7 0-16,10-4 0 0,17 2 0 15,10 4 0-15,17 2 0 0,12 3 0 16,6-2 0-16,9 1 0 16,-1 2 0-16,3 1 0 0,-5 4 0 15,-1 4-17-15,-7 2-247 0,-4 3 56 16,-2 0 64-16,-2-2 128 0,-4 1 16 15,-2-1 196-15,-3 3 40 16,-1-2-19-16,-5 0-217 0,-1 0 0 0,-5-3 0 16,-2 2 0-16,-4-1 0 15,-2-3 0-15,0 2 0 0,0-1 0 16,-6 2 0-16,-4 4 0 0,-1 5 0 16,-5 7 0-16,-1 7 0 0,-3 10 0 15,-5 10 0-15,2 8 0 0,-2 6 0 16,1 2 0-16,3 4 0 15,6 0 0-15,7-2 0 0,8-6 0 16,10-6 0-16,7-8 0 0,12-6 0 16,4-6 0-16,2-8 0 0,2 0 0 15,3-8 0-15,-9-3 0 0,6 0 0 16,-10 3 0-16,-5 2 0 16,-3 2-301-16,-9 1 201 0,1 3 92 15,-5 0-16-15,-4 0-16 0,-2 1 40 16,0 2 112-16,0 0 12 0,0-2 44 15,0-1-99-15,-2-1-69 0,-4-8 0 16,0-12 0-16,-5-3 0 0,5-6 0 16,4 0 0-16,2 5 0 15,8-1 0-15,3 1 0 0,3-1 0 16,0 4 0-16,5 0 0 0,-2 4 0 16,7-1-49-16,-5 4-2548 0,0-1-2005 15</inkml:trace>
  <inkml:trace contextRef="#ctx0" brushRef="#br0" timeOffset="142064.9">23226 3774 5846 0,'0'0'741'0,"-8"42"-273"0,6-12 576 0,0 1-951 16,0 0-93-16,0-1 0 15,-3-2 0-15,3-1 0 0,-2-4 0 16,-4 0 0-16,4-1 0 0,-2-3 0 16,-1-7 0-16,3-5 0 0,2-4 0 15,2-3 0-15,0-7 0 0,6-11 0 16,5-14 0-16,5-10 0 16,7-3 0-16,0 4 0 0,0 9 0 15,-3 9 0-15,-7 9 0 0,-1 9 0 16,-6 5 0-16,0 4 0 0,5 10 0 15,-1 10 0-15,-2 6 0 0,1 4 0 16,-1-1 0-16,-2-4 0 16,0-1 0-16,1-2 0 0,-1 0 0 15,2-3 0-15,2-3 0 0,3-4-325 16,1-5-579-16,-1-2-1513 0,1-8-701 16</inkml:trace>
  <inkml:trace contextRef="#ctx0" brushRef="#br0" timeOffset="142343.32">23644 3975 5370 0,'0'0'1949'16,"-27"-33"-1205"-16,14 14-615 0,-1 6-129 16,0 3 0-16,1 7 0 0,3 3 0 15,-3 1 0-15,3 3 0 0,0 4 0 16,-1 5 0-16,1 1 0 16,0 6 0-16,3 3 0 0,3-3 0 15,4-2 0-15,2-2 0 0,9-6 0 16,-1-5 0-16,9-5 0 0,-1-4 0 15,3-8 0-15,-2-4 0 0,1-1 0 16,-5-1 0-16,-3 2 0 16,-2 6 0-16,-7 3 0 0,3 3 0 15,-6 3 0-15,0 1 0 0,0 4 0 16,0 8 0-16,2 7 0 0,0 3 0 16,4 0 0-16,0-3 0 0,7-9 0 15,-1-2 0-15,7-5 0 16,1-3-221-16,-3-1-815 0,-5-6-1726 0</inkml:trace>
  <inkml:trace contextRef="#ctx0" brushRef="#br0" timeOffset="142543.1">23834 3385 7467 0,'0'0'680'15,"0"0"-635"-15,0 0-45 0,-2 34 0 16,-2 7 0-16,-3 12 0 0,5 8 0 15,2 1 0-15,0-2 0 0,2 1 0 16,5 3 0-16,-3-3 0 0,2 0 0 16,2-4 0-16,1-3 0 15,-1-5 0-15,2-6 0 0,-4-7-325 16,3-12-923-16,-3-7-1990 0</inkml:trace>
  <inkml:trace contextRef="#ctx0" brushRef="#br0" timeOffset="143245.24">23768 3820 6971 0,'0'0'136'0,"6"43"748"0,-6-8-683 16,0 4-201-16,-4 3 0 16,-2-3 0-16,6-2 0 0,0-5 0 15,6-9 0-15,0-1 0 0,2-8 0 16,3-6 0-16,1-7 0 0,-4-1-777 15,-2-9-2048-15</inkml:trace>
  <inkml:trace contextRef="#ctx0" brushRef="#br0" timeOffset="143385.26">23695 3584 8192 0,'0'0'0'0,"0"0"0"0,0 0 0 16,0 0 0-16,-24 35 0 0,24-34 0 15,10 0 0-15,13-1-617 0,-3 2-1740 16,5-2-568-16</inkml:trace>
  <inkml:trace contextRef="#ctx0" brushRef="#br0" timeOffset="143731.09">24074 3863 2761 0,'0'0'2517'0,"0"0"-1357"0,0 0-627 16,0 0 51-16,0 0 44 0,0 0-619 16,-46 10-9-16,23 6 0 0,3-2 0 15,5-2 0-15,7-2 0 16,2-1 0-16,4-4 0 0,2-1 0 15,2 3 0-15,8 2 0 0,11 2 0 16,6 0 0-16,2-2 0 0,-2-2 0 16,-5-2 0-16,-3-1 0 0,-5 1 0 15,-1 2 0-15,-9 4 0 0,-4 2 0 16,-2 5 0-16,-11 3 0 16,-5 0 0-16,-5 2 0 0,-6-2 0 15,0-5 0-15,2-4 0 0,5-4 0 16,9-6 0-16,5-2 0 0,6-2 0 15,2 0-1950-15,10-8-959 0</inkml:trace>
  <inkml:trace contextRef="#ctx0" brushRef="#br0" timeOffset="144177.72">24797 3898 7391 0,'0'0'801'16,"-45"-3"-801"-16,18 3 0 0,4 8 0 15,4 6 0-15,5 4 0 0,4 5 0 16,3 3 0-16,7 2 0 0,5 1 0 16,7-1 0-16,9-2 0 0,1-6 0 15,5-4 0-15,6-9 0 16,0-6 0-16,1-5 0 0,-3-6 0 15,-5-6 0-15,-5-4 0 0,-6-5 0 16,-3-2 0-16,-8-4 0 0,0-1 0 16,-4-2 0-16,0 1-229 0,0 2-711 15,0 6 119-15,0 8-127 0,0 4-1293 0</inkml:trace>
  <inkml:trace contextRef="#ctx0" brushRef="#br0" timeOffset="144388.74">25016 4004 3725 0,'0'0'2737'16,"-10"58"-1756"-16,2-31-232 0,1-7-749 0,3-6 0 16,2-9 0-16,2-3 0 15,0-2 0-15,9-8 0 0,3-11 0 16,11-13 0-16,2-1 0 0,-1-3 0 16,-3 9 0-16,-9 12 0 0,-1 7 0 15,-5 4 0-15,0 4 0 16,2 7 0-16,5 10 0 0,1 7 0 15,-1 4 0-15,5-1 0 0,3-7 0 16,6-4 0-16,8-5 0 0,10-6 0 16,-7-3-1730-16,7-4-803 0</inkml:trace>
  <inkml:trace contextRef="#ctx0" brushRef="#br0" timeOffset="144737.62">26112 3785 5158 0,'0'0'820'0,"0"0"229"0,0 0 116 16,0 0-1165-16,-56-28 0 0,23 41 0 16,0 10 0-16,6 8 0 0,2 5 0 15,11 3 0-15,8 2 0 0,6-1 0 16,10-2 0-16,6-1 0 16,9-6 0-16,6-8 0 0,6-7 0 15,5-10 0-15,-1-6 0 0,0-6 0 16,-3-10 0-16,-3-6 0 0,-12 2-473 15,-5-6-4213-15</inkml:trace>
  <inkml:trace contextRef="#ctx0" brushRef="#br0" timeOffset="145046.94">26374 3432 7095 0,'-20'34'324'16,"3"-5"76"-16,1 10-27 0,1 4-373 15,3 7 0-15,1 5 0 0,1 5 0 16,4 0 0-16,2-2 0 0,2 0 0 16,2-2 0-16,6-5 0 0,6-11 0 15,7-9 0-15,4-13 0 0,6-14 0 16,0-10 0-16,4-15 0 16,-7-12 0-16,1-2 0 0,-4-3 0 15,-6 5 0-15,-5 5 0 0,-6 9 0 16,-2 9 0-16,-4 6 0 0,2 4 0 15,-2 6 0-15,0 11 0 16,0 15 0-16,-2 6 0 0,2 2 0 16,0-5 0-16,4-7 0 0,5-5 0 15,5-3 0-15,5-5 0 0,-5-5-1537 16,1-5-949-16</inkml:trace>
  <inkml:trace contextRef="#ctx0" brushRef="#br0" timeOffset="145542.41">26844 3930 4245 0,'0'0'1093'0,"0"0"-173"0,-7-50 357 0,-3 35-620 15,-4 1-657-15,-1 3 0 16,-1 6 0-16,-1 5 0 0,1 6 0 15,-1 9 0-15,0 7 0 0,3 7 0 16,2 2 0-16,3 1 0 0,9-2 0 16,0-3 0-16,13-5 0 0,3-5 0 15,3-5 0-15,4-6 0 0,1-6 0 16,3-6 0-16,0-5 0 16,0-3 0-16,-6-1 0 0,-3 2 0 15,-7 2 0-15,-1 4 0 0,-6 6 0 16,0 1 0-16,-2 7 0 0,-2 12 0 15,0 4 0-15,-4 4 0 16,2-6 0-16,2-8 0 0,10-6 0 0,7-7 0 16,4-13 0-16,-3 2-969 15,-1-8-844-15</inkml:trace>
  <inkml:trace contextRef="#ctx0" brushRef="#br0" timeOffset="145724.9">27075 3430 6546 0,'0'0'805'0,"-12"36"-437"0,1-2 105 16,1 11-473-16,4 6 0 0,2 2 0 15,4 1 0-15,0 2 0 0,2-1 0 16,4 1 0-16,0-5 0 16,2-1 0-16,3-5 0 0,-1-3 0 15,0-5 0-15,1-5 0 0,-3-10-457 16,-2-8-3109-16</inkml:trace>
  <inkml:trace contextRef="#ctx0" brushRef="#br0" timeOffset="146206.66">27309 3549 2413 0,'-11'32'2481'0,"7"-4"-1257"15,2 5-659-15,2 3 59 0,0 3 156 16,2 2-675-16,0 3-105 0,2 1 0 16,-4 0 0-16,3 1 0 0,-3-4 0 15,0-3 0-15,0-3 0 0,2-7 0 16,0-5 0-16,0-5-657 16,0-8-1572-16,-2-6-372 0</inkml:trace>
  <inkml:trace contextRef="#ctx0" brushRef="#br0" timeOffset="146451.29">27381 3891 5390 0,'0'0'1084'0,"0"0"-439"16,48-16-33-16,-32 11-151 0,1 1-461 16,-1-1 0-16,-3 3 0 0,-1-1 0 15,-4 2 0-15,-1 1 0 16,-3 0 0-16,-2 0 0 0,-2 4 0 15,-2 3 0-15,-9 5 0 0,-7 9 0 16,-7 4 0-16,-2 3 0 0,2 2 0 16,5-1 0-16,1-2 0 0,7-2 0 15,5-1 0-15,7-5 0 0,2-2 0 16,9-2 0-16,3-5 0 16,9-4 0-16,2-5 0 0,4-3 0 15,2-10 0-15,-9 3-629 0,1-5-1260 0</inkml:trace>
  <inkml:trace contextRef="#ctx0" brushRef="#br0" timeOffset="146954.19">27809 3470 5142 0,'0'0'1320'0,"0"0"-643"0,0 0-49 16,-37 10-203-16,14 13-425 0,0 12 0 16,3 9 0-16,3 5 0 15,3 7 0-15,1 1 0 0,5 1 0 16,4 0 0-16,4-1 0 0,0 0 0 16,6-6 0-16,4-8 0 0,5-7 0 15,1-7 0-15,7-12 0 16,2-7 0-16,0-10 0 0,-3-5 0 15,-3-7 0-15,-4-4 0 0,-9-5 0 16,-6-1 0-16,-11 1 0 0,-5-1 0 16,-9 0 0-16,-8 2 0 0,-2 2 0 15,4 5 0-15,2 5 0 0,10 3 0 16,9 3-9-16,4 1-875 16,6 1-1305-16,6-3-396 0</inkml:trace>
  <inkml:trace contextRef="#ctx0" brushRef="#br0" timeOffset="147357.82">28080 3953 2313 0,'0'0'2145'0,"0"0"-449"16,0 0-759-16,0 0-193 0,0 0-387 15,-35-39-357-15,22 23 0 0,-1 1 0 16,-1 7 0-16,3 6 0 16,-3 6 0-16,-1 8 0 0,-1 6 0 15,3 9 0-15,-1 3 0 0,7 5 0 16,2-1 0-16,8-2 0 0,8-1 0 15,11-6 0-15,6-6 0 16,6-8 0-16,6-9 0 0,5-2 0 0,-3-11 0 16,-4-4 0-16,-8-6 0 15,-8-1 0-15,-11-1 0 0,-8 0 0 16,-2-1 0-16,-8 1 0 0,-2-2 0 16,-5 3 0-16,1 4 0 0,-3 6 0 15,5 5 0-15,1 6 0 0,3 1 0 16,4 4-353-16,0-1-1748 15,4 4-296-15</inkml:trace>
  <inkml:trace contextRef="#ctx0" brushRef="#br0" timeOffset="147774.56">28330 3963 6154 0,'0'0'1521'15,"0"0"-1004"-15,-46-22-517 0,32 12 0 16,-1 3 0-16,1 6 0 0,-3 1 0 15,5 7 0-15,-2 5 0 16,3 5 0-16,5 4 0 0,2 2 0 0,4 1 0 16,4 1 0-16,8-3 0 15,5-6 0-15,4-4 0 0,-1-7 0 16,3-4 0-16,-2-3 0 0,-1-5 0 16,1-3 0-16,-4-3 0 0,-1 0 0 15,-3 2 0-15,-1 4 0 16,-2 1 0-16,1 4 0 0,-3 2 0 15,4 6 0-15,1 6 0 0,-1 2-221 16,5 1 21-16,-1-1 88 0,3-2 28 16,-5-1 28-16,1-5 56 0,-7-1 0 15,-4-3 16-15,-2-2 44 0,-2 0 504 16,0-4-531-16,-6-5-33 16,0-9 0-16,-2-3 0 0,5-4 0 15,3 3 0-15,0 0 0 0,5 3 0 16,3 3 0-16,4 1 0 0,3 5 0 15,1 2 0-15,3 4 0 0,4 1 0 16,-3 3-589-16,3 0-540 16,-6 1-23-16,-5 2-2526 0</inkml:trace>
  <inkml:trace contextRef="#ctx0" brushRef="#br0" timeOffset="148018.9">28812 3952 5022 0,'0'0'1841'15,"0"0"-1117"-15,0 0-119 0,-21-42-605 16,17 32 0-16,-2 4 0 0,-1 3 0 16,-3 3 0-16,-4 9 0 0,-7 9 0 15,0 12 0-15,-2 3 0 0,9 3 0 16,6-1 0-16,8-1 0 16,6-5 0-16,8-2 0 0,5-6 0 15,2-6 0-15,1-5 0 0,1-6 0 16,0-4 0-16,0-5 0 0,-1-4 0 15,-3-6 0-15,0-3-233 16,-9 2-895-16,0-3-1982 0</inkml:trace>
  <inkml:trace contextRef="#ctx0" brushRef="#br0" timeOffset="148185.39">28913 3609 6126 0,'0'0'1289'0,"0"0"-533"0,-11 44-735 16,3-8-21-16,2 7 0 0,-2 4 0 16,2 5 0-16,-5 5 0 0,3 4 0 15,0-1 0-15,-1-4 0 0,5-5 0 16,4-6 0-16,2-7 0 16,5-7 0-16,-1-11-2446 0,0-6-2768 0</inkml:trace>
  <inkml:trace contextRef="#ctx0" brushRef="#br0" timeOffset="163083.32">21589 5713 2317 0,'0'0'2645'15,"-10"-38"-1805"-15,6 24-144 0,1 6 317 16,3 2-489-16,0 2-367 0,-2 3-157 15,2 1 0-15,0 0 0 0,0 4 0 16,2 11 0-16,5 17 0 0,1 11 0 16,2 10 0-16,1 3 0 0,-1-2 0 15,2 5 0-15,-1 1 0 16,1 3 0-16,0-2 0 0,1-1 0 16,-3-5 0-16,1-6 0 0,-1-10 0 15,0-10 0-15,-4-11 0 0,1-8 0 16,-3-8 0-16,4-7 0 0,0-15 0 15,5-21 0-15,3-15 0 16,-3-11 0-16,5-3 0 0,-5 1 0 16,-3-1 0-16,0 7 0 0,-3 5 0 15,3 14 0-15,-6 10 0 0,-2 9 0 16,0 11 0-16,-2 6 0 16,0 4 0-16,-4 4-361 0,0-1-2444 15,0 2-1337-15</inkml:trace>
  <inkml:trace contextRef="#ctx0" brushRef="#br0" timeOffset="163269.95">22017 6124 6775 0,'0'0'916'0,"-19"65"-720"0,17-25 72 15,0-3-231-15,2-3-37 0,4-3 0 16,7-6 0-16,-1-4 0 0,2-9 0 15,3-7-373-15,3-8-379 16,-5-5-249-16,-3-9-2208 0</inkml:trace>
  <inkml:trace contextRef="#ctx0" brushRef="#br0" timeOffset="163361.95">22112 5727 7463 0,'0'0'380'16,"0"0"-200"-16,0 0-180 0,0 0-36 15,-10 52-556-15,10-33-393 0,2-3-1832 0</inkml:trace>
  <inkml:trace contextRef="#ctx0" brushRef="#br0" timeOffset="163841.79">22315 6138 4666 0,'0'0'1252'0,"0"0"5"15,0 0-517-15,0 0-463 0,-27-36-277 16,16 26 0-16,-5 2 0 0,-1 3 0 16,3 3 0-16,-1 2 0 0,3 5 0 15,0 5 0-15,1 5 0 16,1 6 0-16,2 7 0 0,3 7 0 16,5 2 0-16,3 1 0 0,9-2 0 15,7-7 0-15,3-6 0 0,5-6 0 16,4-10 0-16,-4-4 0 0,4-5 0 15,-8-7 0-15,-5-5 0 16,-3-4 0-16,-9-2 0 0,-4-4 0 16,-4 0 0-16,-4-3 0 0,-2-1 0 15,-3 0 0-15,-1 1 0 0,2 2 0 16,-1-1 0-16,3 2 0 16,4-2 0-16,4-1 0 0,10-1-917 15,0 6-396-15,5 0-211 0</inkml:trace>
  <inkml:trace contextRef="#ctx0" brushRef="#br0" timeOffset="164027.35">22532 5692 6410 0,'0'0'1697'0,"0"0"-1612"0,-21 64-85 16,11-18 0-16,-3 8 0 0,5-3 0 15,4 2 0-15,4 0 0 16,0 2 0-16,4 0 0 0,4 0 0 0,-4-2 0 15,7-4 0-15,1-4 0 16,-2-5 0-16,3-10 0 0,-1-8-821 16,-1-10-408-16,-1-12-2008 0</inkml:trace>
  <inkml:trace contextRef="#ctx0" brushRef="#br0" timeOffset="164172.48">22693 6089 5678 0,'0'0'1525'15,"0"0"-825"-15,0 0-411 0,4 45-289 16,-4-23 0-16,0 3 0 0,-2 0 0 16,0-1 0-16,0-2 0 0,2 0 0 15,0-6 0-15,2-4 0 16,0-7-585-16,0-4-1448 0,-2-6-1112 0</inkml:trace>
  <inkml:trace contextRef="#ctx0" brushRef="#br0" timeOffset="164537.17">22714 5866 2709 0,'0'33'180'0,"4"-2"-144"0,4 7 4 16,0 0-40-16,3 1-68 16,-1 4 68-16,2-2 276 0,-1 1 876 15,-3-1-407-15,-2-2 43 0,0-5 441 16,-2-6-549-16,-4-10-255 0,5-8-425 15,-5-6 0-15,0-4 0 0,0-3 0 16,2-12 0-16,2-13 0 0,8-8 0 16,1-2 0-16,1-1 0 0,3 10 0 15,-5 6 0-15,2 5 0 0,-5 9 0 16,-3 5 0-16,-4 4 0 16,2 0 0-16,-2 6 0 0,4 4 0 15,-1 6 0-15,1 3 0 0,-4 2 0 16,-2 1 0-16,0-1 0 0,0 3 0 15,-2 0 0-15,-4 1 0 16,6 0 0-16,-5-1 0 0,-1-5 0 16,6-7-609-16,-2-4-2889 0</inkml:trace>
  <inkml:trace contextRef="#ctx0" brushRef="#br0" timeOffset="165075.46">23671 5595 5602 0,'0'0'804'0,"0"0"-203"0,0 0 475 15,0 0-967-15,0 0-109 0,-36 54 0 16,16-5 0-16,1 5 0 0,5 3 0 16,1 2 0-16,9 5 0 15,-2 1 0-15,4 0 0 0,0-3 0 16,2-7 0-16,4-7 0 0,4-9 0 16,5-12 0-16,3-6 0 0,3-9 0 15,1-9 0-15,1-4 0 0,0-11 0 16,-7-5 0-16,-1-3 0 0,-7-2 0 15,-6 3 0-15,-2 0 0 16,-11 3 0-16,-1 3 0 0,-9 2 0 16,0 4 0-16,-1 3 0 0,5 3 0 15,7 1 0-15,5 0 0 0,3 0 0 16,4 0-717-16,4-1-1796 16,11-1 76-16</inkml:trace>
  <inkml:trace contextRef="#ctx0" brushRef="#br0" timeOffset="165356.23">23983 6088 8067 0,'0'0'125'0,"-40"-21"-125"16,20 11 0-16,-1 3 0 0,-2 2 0 16,5 5 0-16,-1 7 0 0,-2 8 0 15,3 8 0-15,1 7 0 0,5 2 0 16,2 4 0-16,8-1 0 0,4-2 0 15,10-3 0-15,9-7 0 16,3-5 0-16,12-10 0 0,1-5 0 16,0-7 0-16,-2-6 0 0,-4-6 0 15,-4-3 0-15,-10-2 0 0,-7-2 0 16,-6 0 0-16,-4-1 0 16,-4 3 0-16,-6-1 0 0,-5 4 0 15,1 3 0-15,-1 2 0 0,5 4 0 16,6 3 0-16,2 2 0 0,4-1-1489 15,4 2-104-15,6-4-144 0</inkml:trace>
  <inkml:trace contextRef="#ctx0" brushRef="#br0" timeOffset="165721">24115 6078 5610 0,'0'0'1281'0,"-21"39"-517"16,11-14-227-16,0 0-537 0,3 1 0 15,3-1 0-15,4-2 0 0,4-6 0 16,7-2 0-16,5-6 0 0,-1-2 0 15,3-7 0-15,1 0 0 16,0-8 0-16,-3-2 0 0,-1-2 0 16,-3-2 0-16,-4 0 0 0,1-2 0 15,-5 1 0-15,0 0 0 0,0 4 0 16,-2 3 0-16,-2 3 0 16,0 4 0-16,0 1 0 0,0 4 0 15,0 11 0-15,0 7 0 0,-2 6 0 16,2 0 0-16,4-3 0 0,4-5 0 15,1-5 0-15,7-5 0 0,3-3 0 16,-3-4 0-16,1-3 0 0,4-3 0 16,-7-4 0-16,-2-4 0 0,-1-5 0 15,-3 0 0-15,-6-1 0 16,-2-4 0-16,0 1 0 0,0-2 0 16,-6 1 0-16,2 2 0 0,-2 2 0 15,1 4 0-15,3 2-241 0,2 1-2164 16</inkml:trace>
  <inkml:trace contextRef="#ctx0" brushRef="#br0" timeOffset="166170.13">25171 6114 6294 0,'0'0'461'0,"0"0"875"0,-41-30-1235 0,14 25-101 15,0 3 0-15,2 2 0 16,-1 2 0-16,3 7 0 0,4 3 0 16,3 5 0-16,5 7 0 0,7 2 0 15,4 4 0-15,4 1 0 0,9-2 0 16,5-4 0-16,7-5 0 16,4-5 0-16,0-8 0 0,4-7 0 15,0-6 0-15,-2-6 0 0,-6-5 0 16,-8 0 0-16,-3-4 0 0,-8-1 0 15,-6-1 0-15,0-3 0 0,-6 1 0 16,-2 0 0-16,-1 2 0 0,-3 2 0 16,2 2 0-16,-1 4 0 0,5 4 0 15,2 2 0-15,4 5-501 0,0 1-752 16,2 0-363-16,6 1-277 0</inkml:trace>
  <inkml:trace contextRef="#ctx0" brushRef="#br0" timeOffset="166387.1">25330 6254 4442 0,'0'0'1744'16,"-14"59"-635"-16,8-34-212 0,2-10-897 16,4-7 0-16,0-3 0 0,0-5 0 15,2-3 0-15,6-14 0 0,6-13 0 16,7-9 0-16,2-3 0 16,-2 1 0-16,-3 11 0 0,-1 7 0 15,-5 9 0-15,-2 7 0 0,-5 7 0 16,-1 2 0-16,2 12 0 0,0 12 0 15,0 7 0-15,-2 1 0 0,5-3 0 16,3-9 0-16,7-7 0 0,6-6-93 16,-5-5-2396-16,3-4-3069 0</inkml:trace>
  <inkml:trace contextRef="#ctx0" brushRef="#br0" timeOffset="166944.47">26540 6114 5582 0,'0'0'872'16,"0"0"493"-16,-33-35-992 0,16 28-373 16,-4 1 0-16,-3 3 0 0,-3 2 0 15,0 1 0-15,0 4 0 0,2 5 0 16,0 1 0-16,1 1 0 0,3 4 0 15,4 2 0-15,3 1 0 16,2-1 0-16,3 0 0 0,7-2 0 16,4 0 0-16,9 0 0 0,5-1 0 15,11 1 0-15,8-1 0 0,4-1 0 16,3-2 0-16,-1-1 0 16,0-2 0-16,-5 1 0 0,-10-1 0 15,-5-1 0-15,-11 1 0 0,-7-2 0 16,-3 3 0-16,-11 4 0 0,-9 2 0 15,-9 2 0-15,-9 1 0 0,-1-2 0 16,-4 0 0-16,1-1 0 0,7-4 0 16,6-7 0-16,13-2 0 0,7-4 0 15,9-9-321-15,7-13-275 0,11-10-601 16,1 1 149-16,4-4-241 0</inkml:trace>
  <inkml:trace contextRef="#ctx0" brushRef="#br0" timeOffset="167110.89">26689 5704 5834 0,'0'0'773'0,"-9"45"-225"0,3-10-68 16,0 9-216-16,0 6 29 16,0 4-293-16,1 3 0 0,3 1 0 15,2 2 0-15,0-2 0 0,0-1 0 16,2-3 0-16,0-8 0 0,3-7 0 15,-1-12-265-15,0-11-1196 0,0-8-4641 0</inkml:trace>
  <inkml:trace contextRef="#ctx0" brushRef="#br0" timeOffset="167277.87">26558 6182 6935 0,'0'0'896'16,"21"-36"-535"-16,4 19-361 0,-2 4 0 15,1 1 0-15,-1 3 0 16,0 2 0-16,0 3 0 0,-5 2 0 16,-3 2 0-16,-1 3-101 0,-1 4-947 15,-3-3-133-15,-2 4-1912 0</inkml:trace>
  <inkml:trace contextRef="#ctx0" brushRef="#br0" timeOffset="167487.96">26889 6399 5390 0,'0'0'1112'0,"0"0"-51"16,-37 4-432-16,33-7-629 0,4-5 0 15,0-7 0-15,0-10 0 0,8-6 0 16,6-3 0-16,3 2 0 16,4 5 0-16,-3 3 0 0,-3 5 0 15,-3 6 0-15,-4 2 0 0,3 2 0 16,-3 0-965-16,0 4-352 15,-1 0-456-15</inkml:trace>
  <inkml:trace contextRef="#ctx0" brushRef="#br0" timeOffset="167610.95">27042 6215 4089 0,'0'0'1677'16,"-4"60"-1093"-16,2-28 57 16,0-2-421-16,0 0-4 0,-2-2 72 15,-1-2-248-15,5-5-12 0,0-5-28 16,0-7-156-16,0-6-448 0,3-3-1669 15,1-7-1009-15</inkml:trace>
  <inkml:trace contextRef="#ctx0" brushRef="#br0" timeOffset="167735.91">27201 5979 3241 0,'0'0'1881'0,"0"0"-1525"15,0 0-352-15,0 0-4 0,-6 33-824 16,4-13-2022-16</inkml:trace>
  <inkml:trace contextRef="#ctx0" brushRef="#br0" timeOffset="168354.64">27199 6388 4842 0,'0'0'1132'0,"0"0"-199"0,0 0-421 16,0 0-292-16,0 0-68 16,0 0-40-16,0 0 56 0,46-25-47 15,-32-6-121-15,3-2 0 0,-1 2 0 16,-3 2 0-16,-3 8 0 0,-4 9 0 15,-4 6 0-15,-2 5 0 0,-4 1 0 16,-2 4 0-16,-2 6 0 0,-3 9 0 16,1 5 0-16,2 1 0 0,4 1-53 15,4-2-139-15,0-2 32 0,8 0-92 16,2-2 8-16,5-5 84 16,1-7-172-16,3-3 100 0,-3-5 159 15,1-8 65-15,-3-4 16 0,-1-5-4 16,-5 1 77-16,-2-1 27 0,-2-1-20 15,-2 3-52-15,-2 3-28 16,0 4 0-16,0 4 20 0,0 3-20 16,-2 1 84-16,0 3 0 0,0 2-72 15,0 1 60-15,2 2 40 0,0-1-104 16,2-3 0-16,4 0-12 16,-2-1 0-16,5 0-4 0,-3-2 0 15,0-1 4-15,0 0-4 0,1 0 24 16,-1 0-8-16,-2-1 176 0,-2-2 256 15,2 2-247-15,-2 1-201 0,0 0 0 16,0 0 0-16,0 5 0 0,5 8 0 16,-1 10 0-16,2 7 0 0,0 7 0 15,-1 3 0-15,3 3 0 0,-2 2 0 16,-2 2 0-16,-4 4 0 16,-8 2 0-16,-10 7 0 0,-11 4 0 15,-8 2 0-15,-7 2 0 0,-1-2 0 16,-3-4 0-16,-1-4 0 15,-1-6 0-15,1-11 0 0,3-11 0 16,3-12 0-16,10-13 0 0,6-9 0 16,9-13 0-16,3-15 0 15,9-15 0-15,4-9 0 0,10-4 0 16,11 1 0-16,16 6 0 0,13 5 0 16,10 8 0-16,8 4 0 0,2 9 0 15,-8 6 0-15,-6 4 0 0,-14-1 0 16,-13 5-969-16,-13-1-2445 0</inkml:trace>
  <inkml:trace contextRef="#ctx0" brushRef="#br1" timeOffset="-11621.54">23964 8113 1112 0,'0'0'2633'0,"0"0"-1860"0,0 0-393 16,0 0 468-16,0 0-288 0,0 0-55 16,0 0 195-16,0 0-364 0,0 0-12 15,0 0-303-15,-6 43-21 16,8-28 0-16,4 0 0 0,-4 1 0 16,4 2 0-16,-3 0 0 0,-1 2 0 15,2 4 0-15,-4 1 0 0,2 3 0 16,0 4 0-16,-2 0 0 15,0 5 0-15,0 2 0 0,0 2 0 16,-2 3 0-16,0 2 0 0,-2 1 0 16,4 1 0-16,-2 2 0 0,-1 2 0 15,1-1 0-15,0 2 0 0,0 0 0 16,0 0 0-16,0 4 0 0,-2 1 0 16,2 0 0-16,-2 3 0 0,-2-1 0 15,4 4 0-15,-3-2 0 16,1 0 0-16,4 1 0 0,0-1 0 15,0 2 0-15,0 1 0 0,0 1 0 16,0 1 0-16,0 2 0 16,0-2 0-16,0 1 0 0,0-1 0 15,0 1 0-15,0 0 0 0,0 2 0 16,0 0 0-16,0-2 0 16,0 2 0-16,0-4 0 0,0 1 0 15,-2-2 0-15,2 0 0 0,-2 1 0 16,0-1 0-16,2 2 0 0,-2-1 0 15,2 0 0-15,-2-1 0 0,2-3 0 16,-2 1 0-16,0 1 0 0,0 0 0 16,-2 0 0-16,-3 1 0 0,1 0 0 15,-2-3 0-15,0-2 0 16,-1 0 0-16,3-2 0 0,0 1 0 16,2 0 0-16,2-1 0 0,0 0 0 15,2-1 0-15,0 1 0 16,0-1 0-16,2-2 0 0,-2-1 0 0,0 1 0 15,0-1 0-15,0 0 0 16,0 0 0-16,2-1 0 0,-2 0 0 16,2-3 0-16,2-1 0 0,-2-4 0 15,2-2 0-15,-2-7 0 16,0-2 0-16,-2-3 0 0,5-5 0 16,-3-3 0-16,-2-5 0 0,0-4 0 15,2-3 0-15,-2-5 0 0,0-4 0 16,0 0 0-16,0-2-217 0,0 0-1712 15,0-7-924-15</inkml:trace>
  <inkml:trace contextRef="#ctx0" brushRef="#br1" timeOffset="-10538.14">23952 13059 1948 0,'0'0'1653'0,"0"0"-1061"16,0 0 221-16,0 0-333 0,0 0-132 16,-33 1 272-16,29-1-363 0,-1 0 43 15,5 0 220-15,0 0-280 16,0 0-52-16,0 0 45 0,2 0-233 15,5-1 0-15,-1 0 0 0,4-1 0 16,3 0 0-16,3 2 0 0,3 0 0 16,1 0 0-16,5 0 0 0,0 4 0 15,4-2 0-15,4 3 0 16,2-3 0-16,4 2 0 0,5-2 0 16,5-2 0-16,5 2 0 0,2-2 0 15,4 0 0-15,2 0 0 0,2-2 0 16,8 1 0-16,-1 0 0 0,3-1 0 15,1 2 0-15,-1 0 0 0,4 0 0 16,1 2 0-16,4 0 0 16,1 2 0-16,5-2 0 0,2 0 0 15,0 0 0-15,6 0 0 0,3-1 0 16,1-1 0-16,2 3 0 0,5-1 0 16,-1 1 0-16,3 1 0 0,-1 2 0 15,3-1 0-15,-2 2 0 0,1-1 0 16,7 0 0-16,0-1 0 15,2 0 0-15,2 0 0 0,2 0 0 16,4-1 0-16,2 0 0 0,4-1 0 16,5 0 0-16,2-1 0 0,3-1 0 15,3 1 0-15,2 2 0 16,0 0 0-16,2 1 0 0,2 0 0 16,2-1 0-16,-2 1 0 0,4-1 0 15,0-1 0-15,2 1 0 0,2-2 0 16,2 1 0-16,3-1 0 0,-1 0 0 15,5-1 0-15,-1 1 0 0,-1-1 0 16,-3 1 0-16,-4-1 0 16,-6 1 0-16,-8 0 0 0,-6-1 0 15,-11-1 0-15,-12 0 0 0,-13 0 0 16,-12 0 0-16,-12 0 0 0,-13 0 0 16,-21 0 0-16,-16-1-489 0,-18-6-1492 15</inkml:trace>
  <inkml:trace contextRef="#ctx0" brushRef="#br1" timeOffset="-9301.21">28907 14243 1456 0,'0'0'1421'15,"0"0"-97"-15,0 0-647 0,29-37 283 16,-23 29-536-16,0-4-164 0,0-2 205 15,2-3-129-15,-3 3 72 0,-3 1 53 16,0-3-461-16,-2 1 0 16,-2-3 0-16,-7-3 0 0,1-3 0 15,-6-3 0-15,-1 0 0 0,-3-1 0 16,-1 3 0-16,-4 3 0 0,-2 3 0 16,-6 3 0-16,0 3 0 0,-4 4 0 15,0 4 0-15,0 2 0 0,0 2 0 16,4 1 0-16,2 1 0 15,4 3 0-15,4 4 0 0,7 1 0 16,4 2 0-16,1 4 0 0,5 2 0 16,2 2 0-16,4 5 0 0,4 4 0 15,7 4 0-15,-1 6 0 16,-1 4 0-16,-1 4 0 0,-4 4 0 16,0 4 0-16,-4 3 0 0,0 1 0 15,0-1 0-15,-2 0 0 0,0-4 0 16,0 0 0-16,-2-5 0 0,-2-2 0 15,4-3 0-15,-2-4 0 0,2-3 0 16,-4-5 0-16,0-3 0 0,2-7 0 16,-4-3 0-16,2-5 0 15,-1-3 0-15,1-6 0 0,2-1 0 16,-2-2-1025-16,0-1-136 0,-2-6-604 16</inkml:trace>
  <inkml:trace contextRef="#ctx0" brushRef="#br1" timeOffset="-9120.8">28301 14603 6466 0,'0'0'893'0,"45"11"-60"0,-3-6-833 16,7-4 0-16,7-1 0 0,4 1 0 16,0 0 0-16,2 2 0 0,-4-2 0 15,-4 0 0-15,-9-1 0 0,-8 1 0 16,-12 1 0-16,-8-2 0 0,-9 0 0 15,-4 0 0-15,-4 0 0 0,0 0-513 16,-2-2-1236-16,-8-6-1176 0</inkml:trace>
  <inkml:trace contextRef="#ctx0" brushRef="#br1" timeOffset="-1541.96">22021 10235 5510 0,'0'0'1489'15,"0"0"-841"-15,0 0-192 0,0 0-367 0,33 40-89 16,-6-14 0-16,6 6 0 15,2 2 0-15,-2 3 0 0,11 3 0 16,-3 5 0-16,0 2 0 0,1 1 0 16,-9-3 0-16,-4-3 0 0,-7-4 0 15,-5-4 0-15,-3-6 0 0,-7-2 0 16,-1-5 0-16,-4-4 0 16,-2-6 0-16,0-7 0 0,-8-4 0 15,-1-10-1317-15,-1-2-536 0,-4-4-596 0</inkml:trace>
  <inkml:trace contextRef="#ctx0" brushRef="#br1" timeOffset="379.14">22455 10171 2409 0,'0'0'2361'16,"0"0"-1641"-16,0 0 88 0,0 0-255 16,0 0-157-16,0 0 180 0,0 0-364 15,0 0-76-15,0 0-115 0,0 0-21 16,-41 69 0-16,18-19 0 16,-6 7 0-16,-4 6 0 0,-2 4 0 15,-4 5 0-15,-1-2 0 0,5-7 0 16,6-8 0-16,9-12 0 0,9-9 0 15,5-14 0-15,6-10 0 0,4-7-789 16,2-11-2108-16</inkml:trace>
  <inkml:trace contextRef="#ctx0" brushRef="#br1" timeOffset="1578.32">22773 10028 1924 0,'0'0'261'0,"0"0"2304"0,0 0-1425 15,0 0-500-15,0 0-179 0,0 0 11 16,0 0-244-16,-45 22-12 0,31 7 69 16,-3 3-285-16,3 6 0 15,1 2 0-15,1 4 0 0,-1 5 0 16,3 5 0-16,0 3 0 0,3 7 0 15,3 0 0-15,4 0 0 16,4-2 0-16,7-2 0 0,5-4 0 16,3-4 0-16,0-7 0 0,3-3 0 15,5-9 0-15,2-10 0 0,0-6 0 16,0-6 0-16,0-10-65 16,-2-4-955-16,-9-3-477 0</inkml:trace>
  <inkml:trace contextRef="#ctx0" brushRef="#br1" timeOffset="1989.92">23077 10272 2849 0,'0'0'1857'0,"0"0"-1093"0,-33-22-392 15,23 16-68-15,0-2 44 0,-1 2-107 16,-1-2-13-16,2 1 136 16,-1 0-96-16,3 2-36 0,2 2 108 15,0 1-315-15,1 1-25 0,-1 1 0 16,-4 4 0-16,0 1 0 0,3 0 0 15,-3 3 0-15,2 1 0 0,-1 3 0 16,3 5 0-16,4 1 0 0,2-1 0 16,4 2 0-16,2 3 0 0,3 2 0 15,1 6 0-15,-2 3 0 0,3 4 0 16,-1 2 0-16,2 2 0 0,-1 0 0 16,1-2 0-16,1-1 0 15,-5-5 0-15,-2-2 0 0,-2-1 0 16,-4-4 0-16,-4-4-281 0,0-2-455 15,-2-7-1041-15,0-3-212 16</inkml:trace>
  <inkml:trace contextRef="#ctx0" brushRef="#br1" timeOffset="2159.39">22813 10719 2617 0,'0'0'4602'0,"0"0"-3629"16,0 0-973-16,43-7 0 0,-12-6 0 15,6-4 0-15,-1 1 0 0,-10 1 0 16,3 0 0-16,-4 3 0 0,0-1 0 16,-2 1 0-16,-1-2 0 0,-3-2-753 15,-5 4-980-15,-1-4-1148 0</inkml:trace>
  <inkml:trace contextRef="#ctx0" brushRef="#br1" timeOffset="2427.37">23160 10001 5558 0,'0'0'780'16,"0"0"-271"-16,0 0 279 15,0 0-396-15,35 30-227 0,-18 1-165 16,1 11 0-16,1 5 0 0,-3 4 0 15,1 7 0-15,-5 7 0 0,-5 4 0 16,-7 7 0-16,-5 0 0 0,-9-3 0 16,-9-4 0-16,-4-6 0 0,-2-5 0 15,-4-7 0-15,-4-8 0 0,6-10 0 16,4-13-429-16,-4-9-1216 0</inkml:trace>
  <inkml:trace contextRef="#ctx0" brushRef="#br1" timeOffset="2909.39">21746 9939 4233 0,'0'0'1489'0,"0"0"-56"0,0 0-737 16,10 39-355-16,-3-2-341 0,-1 10 0 16,-2 9 0-16,4 6 0 15,-2 7 0-15,1 10 0 0,3 6 0 16,-2 10 0-16,-2 1 0 0,1 4 0 15,-3-4 0-15,-2-5 0 0,2-7 0 16,0-9 0-16,2-12 0 0,1-16 0 16,3-15 0-16,4-17 0 0,-5-11-1918 15,1-15-3872-15</inkml:trace>
  <inkml:trace contextRef="#ctx0" brushRef="#br1" timeOffset="3438.46">23396 9867 5922 0,'0'0'993'0,"-4"47"284"0,4-4-1277 16,0 11 0-16,2 14 0 15,4 5 0-15,2 10 0 0,2 10 0 16,1 5 0-16,3 6 0 0,1 1 0 15,1-1 0-15,1-3 0 0,-3-5 0 16,-3-8 0-16,-3-11 0 0,-4-17 0 16,0-15 0-16,0-19 0 0,-2-15 0 15,0-14 0-15,-2-6 0 16,-2-22-3843-16</inkml:trace>
  <inkml:trace contextRef="#ctx0" brushRef="#br1" timeOffset="7552.66">26081 9268 2461 0,'0'0'128'0,"0"0"1989"0,0 0-1017 16,0 0-720-16,0 0-108 0,0 0-35 16,0 0-117-16,-17 40 12 0,17-16 52 15,0 2-80-15,0 1 88 16,2 2 176-16,-2 0-156 0,0 4-27 15,0 2-185-15,-4 0 0 0,-2 5 0 16,0 0 0-16,0 3 0 16,-1 2 0-16,1 1 0 0,2 4 0 15,0 1 0-15,4 0 0 0,0 1 0 16,0-2 0-16,6-2 0 16,2 1 0-16,1-3 0 0,-1 3 0 15,0-1 0-15,-2 2 0 0,-1 1 0 16,-3 0 0-16,0 0 0 0,-2-1 0 15,0-2 0-15,2 1 0 0,-2-4 0 16,0-1 0-16,-2-1 0 0,0 0 0 16,0 0 0-16,0 0 0 0,-3-2 0 15,3 2 0-15,-2-4 0 0,0 4 0 16,0-2 0-16,-4 1 0 16,-1 2 0-16,1 1 0 0,0 0 0 15,-2 3 0-15,1 0 0 0,-1 3 0 16,0 0 0-16,1-1 0 15,3-1 0-15,-2-4 0 0,2 0 0 16,1-2 0-16,1-3 0 0,2-1 0 16,2-3 0-16,0-3 0 0,0-1 0 15,0-1 0-15,2-2 0 0,0 0 0 16,0 0 0-16,-2 1 0 16,0 1 0-16,-2 1 0 0,0 1 0 15,0-2 0-15,2 1 0 0,-2-2 0 16,2-1 0-16,0 1 0 0,0 2 0 15,0-1 0-15,2 0 0 0,-2-1 0 16,2 0 0-16,-2 1 0 0,0 1 0 16,0-2 0-16,0 0 0 15,-2 0 0-15,2 1 0 0,0 0 0 16,-2-3 0-16,2 3 0 0,0 1 0 16,0 0 0-16,-2 0 0 0,2 1 0 15,0 0 0-15,0 1 0 0,0 0 0 16,0-3 0-16,0-3 0 15,0-3 0-15,0-5 0 0,0-3 0 16,0-7 0-16,-2-6 0 0,-2-5 0 16,-2-17 0-16,-9-10 0 0,3-1-1778 15,-7-11-1347-15</inkml:trace>
  <inkml:trace contextRef="#ctx0" brushRef="#br1" timeOffset="8219.3">26071 9203 5966 0,'0'0'737'0,"0"0"575"0,10-35-1135 0,-10 32-177 15,0 3 0-15,0 0 0 0,2 0 0 16,-2 0 0-16,4 7 0 0,0 3 0 16,-4 7 0-16,-4 6 0 15,-8 3 0-15,-5 0 0 0,-1-6 0 16,-3-1 0-16,6-6 0 0,3-5 0 16,2-3 0-16,6-5 0 0,-1 0 0 15,1-8 0-15,4-8 0 16,0-4 0-16,0-3 0 0,6 0 0 15,3 0 0-15,-3 1 0 0,0 3 0 16,2 4 0-16,-1 4 0 0,-1 5 0 16,2 3 0-16,2 3 0 0,5 4 0 15,1 5 0-15,1 3 0 0,2 1 0 16,1 1 0-16,1 1 0 0,0 1 0 16,-1-3 0-16,-5-3 0 0,-3-3-3334 15</inkml:trace>
  <inkml:trace contextRef="#ctx0" brushRef="#br1" timeOffset="9476.22">26004 13509 2241 0,'0'0'3081'16,"0"0"-2237"-16,-14-40 209 0,12 22-429 15,0-3-292-15,-2-1-315 0,0-1-17 16,-3 0 0-16,-3-1 0 0,-2 2 0 16,-1 2 0-16,-1 4 0 0,1 5 0 15,1 1 0-15,-1 8 0 16,1 2 0-16,-2 1 0 0,1 6 0 16,3 2 0-16,-3 2 0 0,5 4 0 15,4 2 0-15,2 4 0 0,2 3 0 16,6 2 0-16,2 3 0 0,3 2 0 15,-1 4 0-15,3 2 0 0,-3 5 0 16,0 3 0-16,-4 2 0 16,-4-1 0-16,1-2 0 0,-3-1 0 15,-3-5 0-15,1-4 0 0,-2-5 0 16,2-6 0-16,-2-4 0 0,2-6 0 16,0-6 0-16,0-4-525 0,2-2-700 15,-4-3-1888-15</inkml:trace>
  <inkml:trace contextRef="#ctx0" brushRef="#br1" timeOffset="9630.83">25715 13812 5850 0,'0'0'933'0,"0"0"-401"0,0 0 345 16,0 0-877-16,48-8 0 0,-15 3 0 16,4 0 0-16,0 0 0 0,-2 3 0 15,0 2 0-15,0 5 0 0,-4 3 0 16,-4 2 0-16,-6 1-725 0,-9-3-2040 15,-3 0-1421-15</inkml:trace>
  <inkml:trace contextRef="#ctx0" brushRef="#br1" timeOffset="9925.41">26186 13892 1260 0,'0'0'5835'0,"0"0"-5199"15,0 0-175-15,-43-38-461 0,30 32 0 16,-1 5 0-16,0 1 0 0,1 6 0 16,-1 6 0-16,1 6 0 0,-1 7 0 15,-1 7 0-15,5 3 0 16,2 2 0-16,6-1 0 0,2-1 0 16,10-8 0-16,2-3 0 0,9-7 0 15,2-7 0-15,4-6 0 0,2-7 0 16,-3-8 0-16,1-7 0 0,-6-6 0 15,-2-3 0-15,-9-3 0 0,-4-1 0 16,-4 3 0-16,-2-4 0 16,-8 1 0-16,-2 1 0 0,-3-1 0 15,1 2 0-15,4 5 0 0,1 1-1886 0</inkml:trace>
  <inkml:trace contextRef="#ctx0" brushRef="#br1" timeOffset="12018.49">27540 9899 1836 0,'0'0'397'16,"0"0"2180"-16,0 0-1641 0,0 0 141 15,0 0-629-15,0 0-52 0,0 0 129 16,0 0-525-16,0 0 0 0,2 16 0 16,-2-3 0-16,0 9 0 15,0 1 0-15,0 6 0 0,0 0 0 16,-2 0 0-16,2 2 0 0,-2 2 0 15,0 0 0-15,2 3 0 16,-2 0 0-16,-2 2 0 0,2 0 0 16,0 3 0-16,2-1 0 0,0 2 0 15,0 0 0-15,2 0 0 0,2 1 0 16,-2 1 0-16,0-1 0 16,0 1 0-16,-2 1 0 0,0 1 0 15,0 1 0-15,0 0 0 0,0 1 0 16,-2 1 0-16,2-2 0 0,0 0 0 15,0-2 0-15,0-2 0 0,0-4 0 16,0-2 0-16,2-3 0 0,-2-1 0 16,0 0 0-16,0 0 0 0,-2 0 0 15,-2-1 0-15,0 1 0 16,0-1 0-16,0 4 0 0,-1-1 0 16,3 1 0-16,-2 3 0 0,2-1 0 15,0 1 0-15,0 1 0 0,0-2 0 16,0 0 0-16,0 0 0 15,2 0 0-15,-2 2 0 0,0-3 0 16,2 1 0-16,-2 1 0 0,0 2 0 16,2-1 0-16,0 3 0 0,-2-1 0 15,2 1 0-15,-3 1 0 0,1-3 0 16,2 2 0-16,-4-3 0 16,0 1 0-16,2-1 0 0,-2 0 0 15,-2-2 0-15,4-1 0 0,-3-1 0 16,3-2 0-16,0-1 0 0,2 4 0 15,-2-4 0-15,2 3 0 0,0-3 0 16,0 1 0-16,0-1 0 0,0-3 0 16,0-3 0-16,0-3 0 15,0-2 0-15,0-3 0 0,0-1 0 16,0-2 0-16,0-2 0 0,2 0 0 16,0-1 0-16,0-1 0 0,-2-1 0 15,3-2 0-15,-1-3 0 16,-2-3 0-16,0-3 0 0,0-3 0 15,0-15 0-15,-7-17 0 0,1 0-2370 16,-2-9-3184-16</inkml:trace>
  <inkml:trace contextRef="#ctx0" brushRef="#br1" timeOffset="12993.21">27362 9658 2108 0,'0'0'293'15,"50"-7"279"-15,-25 3-428 0,-4 4 56 16,-1 0 496-16,-1 0-159 16,-3 5 27-16,-1 0 376 0,-7 0-411 15,0-1 7-15,-1 2 428 0,-3 7-855 16,0 3-109-16,0 4 0 0,-4 0 0 16,-6 1 0-16,-5 2 0 0,-3 2 0 15,-3-2 0-15,-1 1 0 0,-3-2 0 16,3-4 0-16,1-4 0 15,0-4 0-15,3-5 0 0,2-5 0 16,-1 0 0-16,3-5 0 0,2-6 0 16,1 0 0-16,3-5 0 0,2 0 0 15,2-1 0-15,0 3 0 0,4 1 0 16,3 2 0-16,3 5 0 0,2-1 0 16,5 2 0-16,1 3 0 15,-1 2 0-15,2 1 0 0,-5 3 0 16,-2 0 0-16,-3 0 0 0,-7-2 0 15,-2-2-3855-15</inkml:trace>
  <inkml:trace contextRef="#ctx0" brushRef="#br1" timeOffset="14103.84">29198 10583 2421 0,'0'0'2069'0,"0"0"-1389"15,0 0 400-15,0 0-495 0,0 0-197 16,0 0 196-16,0 0-356 0,0 0-71 15,0 0-157-15,10 39 0 16,-5-8 0-16,-3 3 0 0,0 3 0 16,-2 3 0-16,0 5 0 0,0 2 0 15,0 3 0-15,0 2 0 0,0 1 0 16,0-1 0-16,4 2 0 0,-2-3 0 16,2 0 0-16,0 0 0 15,-2-3 0-15,0 1 0 0,-2 1 0 16,0 0 0-16,0 1 0 0,0-1 0 15,0 1 0-15,0-2 0 0,0 1 0 16,0 0 0-16,0-1 0 0,0 1 0 16,0 1 0-16,-2 0 0 0,2 1 0 15,0-2 0-15,2-2 0 16,2-2 0-16,-2 0 0 0,1 1 0 16,-1-2 0-16,-2-2 0 0,2 0 0 15,0 1 0-15,-2 1 0 0,0 4 0 16,0 2 0-16,0 3 0 0,0 3 0 15,0 1 0-15,0-2 0 16,0-3 0-16,-4-2 0 0,2-5 0 16,-5-3 0-16,3-5 0 0,0-3 0 15,-2-6 0-15,2-4 0 16,0-7 0-16,2-7 0 0,-1-5 0 16,1-5 0-16,-2-4 0 0,0-14 0 15,-4-21 0-15,-2-16 0 0,1 5-1726 16,-3-11-1995-16</inkml:trace>
  <inkml:trace contextRef="#ctx0" brushRef="#br1" timeOffset="14616.18">29179 10509 2741 0,'0'0'1925'0,"0"0"-1285"0,0 0 484 0,34 13-555 0,-30-13-69 0,2 3 80 16,0 0-467-16,-4 2-113 15,-4 8 0-15,-12 11 0 0,-7 4 0 16,-8 3 0-16,0 0 0 0,2-9 0 15,7-4 0-15,1-5 0 0,7-5 0 16,3-4 0-16,5-4 0 0,2-2 0 16,0-8 0-16,2-6 0 15,0-6 0-15,8-2 0 0,3-2 0 16,-3 3 0-16,4-1 0 0,5 4 0 16,-3 4 0-16,1 8 0 0,-1 5 0 15,-1 3 0-15,-1 7 0 0,2 4 0 16,-3 4 0-16,-1 1 0 15,0 1 0-15,-5-4-569 0,1-6-3513 0</inkml:trace>
  <inkml:trace contextRef="#ctx0" brushRef="#br1" timeOffset="16178.09">30810 11292 2389 0,'0'0'2553'0,"0"0"-1797"16,0 0-60-16,0 0 161 0,0 0-409 15,0 0-72-15,0 0-259 16,0 0-117-16,0 0 0 0,0 0 0 15,21 18 0-15,-19 6 0 0,-2 3 0 16,0 4 0-16,0-2 0 0,0 4 0 16,0 2 0-16,0 2 0 0,0 2 0 15,0 4 0-15,-2 1 0 0,-4 2 0 16,2 4 0-16,-5 2 0 16,-1-1 0-16,0 1 0 0,-1 2 0 15,-1 2 0-15,0 3 0 0,-1 2 0 16,1-2 0-16,-1 2 0 0,5-3 0 15,-2-1 0-15,4-3 0 16,-1 2 0-16,3-4 0 0,0 3 0 16,0-3 0-16,-2 0 0 0,2-2 0 15,-2 0 0-15,-1-2 0 0,3-1 0 16,0-2 0-16,2-4 0 16,2-2 0-16,0-3 0 0,0-2 0 15,2-2 0-15,0-2 0 0,0-3 0 16,-2-3 0-16,0-4 0 0,-2-3 0 15,0-2 0-15,0-3 0 0,-2-3 0 16,2-2 0-16,0-3 0 0,2-1 0 16,-2 0 0-16,0-2 0 0,-3-1 0 15,1-7 0-15,-4-12 0 16,-4-16 0-16,1 1-1241 0,1-8-1040 0</inkml:trace>
  <inkml:trace contextRef="#ctx0" brushRef="#br1" timeOffset="16659.96">30885 11231 2457 0,'0'0'2313'0,"0"0"-1769"16,0 0 96-16,0 0-248 0,0 0-151 15,0 0 99-15,0 0 80 0,0 0 48 16,0 0-91-16,-46 43-377 0,19-30 0 16,3-4 0-16,1-4 0 15,6-4 0-15,1-1 0 0,3-5 0 16,5-2 0-16,4-4 0 0,4-1 0 16,0-4 0-16,10 0 0 0,5-2 0 15,6 1 0-15,1 2 0 16,3 3 0-16,2 5 0 0,0 7 0 15,-2 2 0-15,-7 9 0 0,-3 2 0 16,-3 3 0-16,-6 2 0 0,-4 2 0 16,-4 2 0-16,-4-1 0 0,-6-3 0 15,1-4 0-15,1-7-1461 0</inkml:trace>
  <inkml:trace contextRef="#ctx0" brushRef="#br1" timeOffset="17711.02">32278 11827 2865 0,'0'0'2677'0,"0"0"-1656"16,0 0 195-16,0 0-803 0,0 0-413 15,0 0 0-15,0 0 0 0,0 0 0 16,0 0 0-16,0 0 0 16,-10 63 0-16,16-21 0 0,0 5 0 15,0 9 0-15,-2 7 0 0,-4 9 0 16,0 6 0-16,0 4 0 16,-6 1 0-16,-2-3 0 0,-2 0 0 15,-1-1 0-15,1-5 0 0,2-6 0 16,-1-7 0-16,1-9 0 0,2-4 0 15,2-8 0-15,2-5 0 0,-2-7 0 16,2-6 0-16,2-6 0 0,0-8 0 16,-2-5 0-16,2-1 0 0,0-2 0 15,0 0 0-15,0-4 0 16,0-5 0-16,-3-10 0 0,1-8 0 16,0-8-137-16,2 7-1556 0,-2-5-740 0</inkml:trace>
  <inkml:trace contextRef="#ctx0" brushRef="#br1" timeOffset="18268.88">32282 11687 3965 0,'0'0'969'0,"0"0"339"0,0 0-671 16,0 0-125-16,0 0 224 0,33 4-671 16,-22 7-65-16,-3 5 0 0,-2 2 0 15,-2 1 0-15,-4-3 0 16,-2-1 0-16,-8-1 0 0,-3-1 0 15,-5-1 0-15,1-2 0 0,-3-2 0 16,-1-3 0-16,0-2 0 0,3-3 0 16,-1-2 0-16,5-4 0 0,3-4 0 15,3-1 0-15,4-1 0 0,4-3 0 16,4 1 0-16,4-1 0 16,5 3 0-16,1 1 0 0,3-1 0 15,5 5 0-15,-3 2 0 0,2 5 0 16,-3 4 0-16,-1 7 0 0,-3 5 0 15,-5 3 0-15,-3 2 0 0,-6-1 0 16,-6-4 0-16,-7-1 0 16,3-5-869-16,2-4-6410 0</inkml:trace>
  <inkml:trace contextRef="#ctx0" brushRef="#br1" timeOffset="68069.57">27110 13506 2281 0,'0'0'2445'0,"0"0"-1485"0,0 0 141 16,0 0-541-16,0 0-148 0,0 0 21 15,0 0-433-15,-12-39 0 16,16 25 0-16,2 0 0 0,5 0 0 16,-1 1 0-16,2 1 0 0,3 2 0 15,-1-1 0-15,3 3 0 0,1-1 0 16,3 1 0-16,0 1 0 0,-3 1 0 15,3 1 0-15,0 3 0 16,-3 1 0-16,-1 1 0 0,-3 5 0 16,-1 2 0-16,-1 4 0 0,-4 4 0 15,1 4 0-15,-3 3 0 16,-2 5 0-16,-2 2 0 0,-2 3 0 16,0 1 0-16,-6 0 0 0,0 2 0 15,-3-3 0-15,-3-1 0 0,-3-2 0 16,-5 0 0-16,-1-4 0 0,-4-2 0 15,3-1 0-15,-3-6 0 0,4-3 0 16,3-7 0-16,3-4 0 0,5-2 0 16,-1-8 0-16,3-6 0 0,-2-9 0 15,1-4 0-15,1-7 0 16,2 2 0-16,4 6 0 0,2 8 0 16,0 8 0-16,0 6 0 0,0 4 0 15,0 1 0-15,4 11 0 0,4 8 0 16,5 5 0-16,3 4 0 0,5-1 0 15,4-5 0-15,6-1 0 16,2-4 0-16,2-2 0 0,0-3 0 16,-4-3 0-16,-2-6 0 0,-2-2 0 15,-6-4 0-15,-3-5-253 16,-9-3-1332-16,-3-4-820 0</inkml:trace>
  <inkml:trace contextRef="#ctx0" brushRef="#br1" timeOffset="68547.5">27797 13412 5922 0,'0'0'1029'0,"0"0"-393"0,0 0-31 16,0 0-605-16,0 0 0 0,0 0 0 0,6-33 0 16,-8 19 0-16,-4-9 0 15,-1-3 0-15,-3-1 0 0,-2-2 0 16,-3 5 0-16,1 2 0 0,-3 4 0 15,3 4 0-15,-1 4 0 0,5 5 0 16,-1 4 0-16,5 1 0 0,-2 7 0 16,0 3 0-16,-1 1 0 0,1 6 0 15,2 0 0-15,2 0 0 0,4 4 0 16,0 4 0-16,0 6 0 16,4 2 0-16,2 6 0 0,-2 4 0 15,0 0 0-15,1 2 0 0,-3-1 0 16,-2-2 0-16,0 0 0 15,-2-4 0-15,-3-3 0 0,1-3 0 16,0-6 0-16,0-3 0 0,2-5 0 16,0-9 0-16,2-2-1818 0,-2-7-1383 15</inkml:trace>
  <inkml:trace contextRef="#ctx0" brushRef="#br1" timeOffset="68677.93">27447 13719 6318 0,'0'0'793'0,"0"0"95"16,46-10-695-16,-13 1-193 0,2 0 0 16,-2 4 0-16,-6 2 0 0,2 3 0 15,-4 1 0-15,1 3 0 16,-1 3-1273-16,-4-1 312 0,-5-1-547 0</inkml:trace>
  <inkml:trace contextRef="#ctx0" brushRef="#br1" timeOffset="68983.21">27877 13769 5926 0,'0'0'1085'0,"0"0"-113"0,0 0-763 16,0 0-209-16,-43-10 0 15,26 13 0-15,1 5 0 0,3 1 0 16,1 5 0-16,2 2 0 0,1 3 0 15,3 4 0-15,4 0 0 0,2 2 0 16,0-1 0-16,8-1 0 0,1-4 0 16,5-5 0-16,5-4 0 0,3-6 0 15,5-6 0-15,0-7 0 16,0-5 0-16,-4-4 0 0,-5-4 0 16,-3-2 0-16,-5-1 0 0,-4-3 0 15,-4-2 0-15,-2-4 0 0,-4 8 0 16,-2-3-3810-16</inkml:trace>
  <inkml:trace contextRef="#ctx0" brushRef="#br1" timeOffset="69846.58">28967 13360 5434 0,'0'0'1429'0,"0"0"-693"0,0 0-143 15,0 0-593-15,0 0 0 16,0 0 0-16,49-26 0 0,-28 26 0 16,2 0 0-16,-3 5 0 0,3 1 0 15,2 1 0-15,-5 1 0 0,-1 3 0 16,-4-1 0-16,-9 2 0 16,-6 0 0-16,-4 2 0 0,-9-1 0 15,-5 1 0-15,-3 1 0 0,-4-1 0 16,0-2 0-16,3-1 0 0,-1-1 0 15,2-2 0-15,7-3 0 0,3-2 0 16,5-2 0-16,4-1 0 0,2 0 0 16,0 0 0-16,6 0 0 0,5 0 0 15,5 0 0-15,3 1 0 16,-3 6 0-16,1 4 0 0,-1 2 0 16,1 3 0-16,-1 1 0 0,3 1 0 15,2 1 0-15,-5-1 0 0,1 0 0 16,-5-1 0-16,-8 0 0 15,-2-1 0-15,-6 0 0 0,-6 0 0 16,-7-1 0-16,-3 1 0 0,-9 1 0 16,0-3 0-16,-6 0 0 0,2-4 0 15,4-1 0-15,4-6 0 16,8-2 0-16,9-1 0 0,4-7 0 16,8-5 0-16,11-5 0 0,9-4-1041 15,3 4-212-15,2 1-247 0</inkml:trace>
  <inkml:trace contextRef="#ctx0" brushRef="#br1" timeOffset="70270.54">29597 13481 5322 0,'0'0'1000'0,"-8"-36"-103"16,6 12-533-16,0-3-188 0,-3-1 104 15,1-2-136-15,-4 2-135 0,2 3-9 16,-4 6 0-16,1 6 0 0,-1 3 0 15,0 5 0-15,-3 2 0 0,1 3 0 16,-1 0 0-16,3 6 0 0,2 2 0 16,2 2 0-16,1 2 0 0,5 1 0 15,0 2 0-15,5 6 0 0,3 3 0 16,4 6 0-16,1 4 0 16,-1 4 0-16,3 4 0 0,-3 2 0 15,-2 1 0-15,-4 0 0 0,-3 1 0 16,-3-3 0-16,0 0 0 15,-5-3 0-15,-1-5 0 0,0-3 0 16,-2-5 0-16,2-9 0 0,-1-6-241 16,3-7-843-16,0-5-1810 0</inkml:trace>
  <inkml:trace contextRef="#ctx0" brushRef="#br1" timeOffset="70422.84">29397 13732 5910 0,'0'0'1421'16,"0"0"-833"-16,0 0-315 0,31-15-273 15,0 10 0-15,6 0 0 0,-4 4 0 16,-6 1 0-16,-3 1 0 0,1 4 0 16,-2 2 0-16,-2 2-17 0,-5-2-1792 15,-5 0-876-15</inkml:trace>
  <inkml:trace contextRef="#ctx0" brushRef="#br1" timeOffset="70677.48">29725 13847 5714 0,'0'0'1837'0,"0"0"-1297"16,0 0-439-16,0 0-101 0,0 0 0 15,-41-7 0-15,22 14 0 16,1 4 0-16,-1 3 0 0,7 2 0 0,-1 3 0 16,5 3 0-16,2 3 0 15,6 1 0-15,2-1 0 0,8-3 0 16,5 0 0-16,5-7 0 0,1-6 0 15,4-4 0-15,2-5 0 0,0-4 0 16,-3-8 0-16,1-5 0 0,-6-8 0 16,-5 0 0-16,-6-2 0 0,-5 1 0 15,-6-2 0-15,-5 0 0 16,-6 1 0-16,3 7-929 0,-1-1-1632 0</inkml:trace>
  <inkml:trace contextRef="#ctx0" brushRef="#br1" timeOffset="71211.67">30513 13407 3677 0,'0'0'2525'0,"0"0"-1448"0,0 0-164 0,0 0-913 16,0 0 0-16,-13 36 0 0,7-11 0 16,0 3 0-16,0-1 0 15,0-3 0-15,-1 2 0 0,-3-1 0 16,0 0 0-16,-1-2 0 0,-1-1 0 15,4-3 0-15,1-5 0 0,5-3 0 16,2-4 0-16,0-4 0 0,2 2 0 16,9 0 0-16,9-2 0 0,7-3 0 15,4 0 0-15,2-5 0 16,-4 1 0-16,0 0 0 0,0 1 0 16,-6 0 0-16,-4 0 0 0,-9 1 0 15,-4 0 0-15,-4 1-733 0,-2-6-1064 0</inkml:trace>
  <inkml:trace contextRef="#ctx0" brushRef="#br1" timeOffset="71413.88">30674 13565 6815 0,'0'0'1124'0,"-14"36"-871"0,5-9-253 15,1 3 0-15,0 5 0 0,2 4 0 16,-1 1 0-16,3 1 0 0,2-1 0 15,2-2 0-15,0-2 0 0,4-1 0 16,7-3 0-16,1-4 0 0,0-5 0 16,-1-7-745-16,-1-7-964 0</inkml:trace>
  <inkml:trace contextRef="#ctx0" brushRef="#br1" timeOffset="71860.62">31048 13610 3033 0,'0'0'2741'0,"-4"-45"-1464"16,2 19-717-16,-2-1-172 0,-2-2-195 16,-1-3-193-16,1 0 0 0,0 3 0 15,2 7 0-15,2 3 0 0,0 9 0 16,0 3 0-16,-2 3 0 16,-3 2 0-16,-1 2 0 0,-6 2 0 15,-3 7 0-15,1 5 0 0,1 4 0 16,7 3 0-16,2 3 0 0,4 4 0 15,2 4 0-15,6 3 0 16,2 2 0-16,6 3 0 0,1 5 0 16,-1 3 0-16,1-1 0 0,-5 0 0 15,-2-2 0-15,-3-4 0 16,-3-2 0-16,-4-4 0 0,-5-3 0 0,-3-3 0 16,-4-4 0-16,1-5 0 15,-1-7 0-15,1-8 0 0,-1-7-1129 16,6-5-332-16,-3-5-772 0</inkml:trace>
  <inkml:trace contextRef="#ctx0" brushRef="#br1" timeOffset="71984.48">30819 13850 6122 0,'0'0'1137'15,"0"0"-613"-15,0 0-115 16,56-6-409-16,-25 8 0 0,4 2 0 16,-4 2 0-16,-4-1 0 0,1 0 0 15,1 2 0-15,-4 0-929 0,-6 0-408 16,-5-1-2068-16</inkml:trace>
  <inkml:trace contextRef="#ctx0" brushRef="#br1" timeOffset="72301.79">31170 14040 4762 0,'0'0'864'0,"0"0"-520"0,0 0 337 15,0 0-517-15,0 0-44 0,0 0 272 16,0 0 4-16,0 0-92 0,-29-35-139 16,21 34-165-16,0 2 0 0,-7 8 0 15,3 8 0-15,-1 2 0 16,3 4 0-16,2 1 0 0,2 1 0 16,3 4 0-16,3-1 0 0,9-3 0 15,5-2 0-15,5-5 0 0,6-4 0 16,2-5 0-16,-1-8 0 15,1-5 0-15,-2-10 0 0,-4-4 0 16,-5-5 0-16,-5-3 0 0,-9-1 0 16,-2 1 0-16,-13-3 0 0,-3 4 0 15,-3 0 0-15,-4 7 0 0,1 3 0 16,5 7-1037-16,1-1-5838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47:10.14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14507 4213 1660 0,'0'0'156'16,"0"0"1225"-16,0 0-605 0,0 0-500 15,0 0 65-15,0 0 271 0,0 0-180 16,0 0-40-16,0 0 225 0,48-3-317 16,-11-4-76-16,4-1 140 0,5 1-212 15,7 1-16-15,9-2 88 0,9 4-88 16,7 0-123-16,11-1-13 15,10 3 0-15,13-2 0 0,14 1 0 16,10 0 0-16,11 1 0 0,6 1 0 16,-2 1 0-16,-2-2 0 0,-4-1 0 15,-13 1 0-15,-10-2 0 0,-17 2 0 16,-12 1 0-16,-18 1 0 0,-13 0-25 16,-21 2-639-16,-18-1-321 15,-9 0-2308-15</inkml:trace>
  <inkml:trace contextRef="#ctx0" brushRef="#br0" timeOffset="760.95">1226 5424 6987 0,'62'8'64'0,"12"-9"-104"0,17-6 60 16,6-2-20-16,3 0 0 0,3 1 0 15,4 1 0-15,11 0 0 16,15 0 8-16,11-2 16 0,9 2 228 15,10-1-60-15,3 0-8 0,-3 0 48 16,-4 2-84-16,-12 2-27 0,-17 0-121 16,-8 1 0-16,-22 1 0 0,-22 1 0 15,-10 0 0-15,-14-1 0 0,-19-3-661 16,-8-2-171-16,-10 1-289 16,-13-6-3413-16</inkml:trace>
  <inkml:trace contextRef="#ctx0" brushRef="#br0" timeOffset="1942.9">10021 5298 7583 0,'0'0'392'15,"52"6"-200"-15,0-3-167 0,18 1-25 16,13 1 0-16,1-4 0 0,12 0 0 16,17-1 0-16,13-2 0 15,13-5 0-15,18 0 0 0,10-3 0 16,5 0 0-16,4-1 0 0,-3-3 0 15,1 0 0-15,-9 2 0 0,-16 1 0 16,-19 2 0-16,-24 4 0 0,-26-2-1317 16,-28-1-684-16,-21-1-2501 0</inkml:trace>
  <inkml:trace contextRef="#ctx0" brushRef="#br0" timeOffset="10735.24">2685 6727 1548 0,'0'0'1349'15,"0"0"168"-15,0 0-501 16,0 0-496-16,0 0-80 0,0 0 61 16,0 0-233-16,0 0 56 0,0 0 68 15,0 4-268-15,-4 11-40 0,-8 7 25 16,-3 7-109-16,-3 2 0 0,1 0 0 15,1-5 0-15,-1 3 0 0,2-3 0 16,1-3 0-16,4-1 0 0,3-7 0 16,5-4-233-16,2-5-375 0,0-4-1009 15,0 1-112-15,0-3-968 0</inkml:trace>
  <inkml:trace contextRef="#ctx0" brushRef="#br0" timeOffset="11193.55">2853 6806 3685 0,'0'0'1525'0,"0"0"-565"0,-21 45-355 0,9-24-185 0,-1 7 104 16,-3 0-292-16,-5 5-76 0,0 1-71 15,-1-1-85-15,3-2 0 0,2-2 0 16,1-4 0-16,6-5 0 0,-1-7-981 16,7-7-924-16,2-6-2365 0</inkml:trace>
  <inkml:trace contextRef="#ctx0" brushRef="#br0" timeOffset="11844.59">3312 7050 3037 0,'0'0'2977'0,"0"0"-2008"0,0 0 39 15,0 0-807-15,0 0-201 0,0 0 0 16,0 0 0-16,-15 38 0 16,3-4 0-16,-3 9 0 0,-5 7 0 15,-3 2 0-15,-2 1 0 0,-2 4 0 16,-4 2 0-16,0 1 0 15,0-2 0-15,2-5 0 0,4-5 0 16,9-10 0-16,-1-10 0 0,11-8 0 16,2-8 0-16,4-8-533 0,2-4-1092 15,4-10-764-15</inkml:trace>
  <inkml:trace contextRef="#ctx0" brushRef="#br0" timeOffset="12085.99">3343 7006 4370 0,'0'0'1104'0,"0"0"81"15,0 0-421-15,0 0-216 16,0 0-327-16,0 0-221 0,22 52 0 16,-24-6 0-16,2 6 0 0,-4 2 0 15,4 9 0-15,0 4 0 0,0 7 0 16,4 1 0-16,-4-3 0 15,0-3 0-15,4-10 0 0,3-7 0 16,-1-10 0-16,0-10 0 0,0-10 0 16,2-9 0-16,-6-8 0 15,-2-7 0-15,0-5-133 0,-2-12-3316 0</inkml:trace>
  <inkml:trace contextRef="#ctx0" brushRef="#br0" timeOffset="12240.26">3123 7592 6883 0,'0'0'896'0,"0"0"-496"0,52-10-387 15,-21 2-13-15,0-1 0 16,-4 0 0-16,-2 1 0 0,2 1 0 16,-7 1-657-16,-1-1-1856 0</inkml:trace>
  <inkml:trace contextRef="#ctx0" brushRef="#br0" timeOffset="12870.54">3537 7624 2869 0,'0'0'3253'0,"0"0"-2408"0,0 0 11 16,0 0-487-16,33-6-369 0,-6-6 0 15,2-3 0-15,0-4 0 0,0-1 0 16,-3-3 0-16,1-2 0 0,-6-1 0 15,0 1 0-15,-7 0 0 0,-6 4 0 16,-5 2 0-16,-6 3 0 0,-7 1 0 16,-6 3 0-16,-5 4 0 0,-2 6 0 15,-8 3 0-15,-2 10 0 16,2 10 0-16,2 6 0 0,0 6 0 16,4 6 0-16,5 3 0 0,3 2 0 15,7-1 0-15,4-1 0 0,6-4 0 16,10-5 0-16,7-3 0 15,3-4 0-15,7-8 0 0,6-5 0 16,4-7 0-16,9-6 0 0,-3-10 0 16,3-4 0-16,-5-4 0 0,-4-1 0 15,-8-2 0-15,-8-3-541 16,-9 5-776-16,-6 0-519 0</inkml:trace>
  <inkml:trace contextRef="#ctx0" brushRef="#br0" timeOffset="13602.89">4031 7632 4410 0,'0'0'844'0,"-8"56"461"16,6-30-537-16,2-7-276 0,0-5-119 16,0-3-373-16,0-6 0 0,0-3 0 15,0-2 0-15,0 0 0 16,-5-8 0-16,3-11 0 0,0-7 0 16,0-8 0-16,2-2 0 0,0-1 0 15,0-3 0-15,2 2 0 0,9 1 0 16,3 5 0-16,1 6 0 15,1 3 0-15,-1 6 0 0,1 2 0 16,5 3 0-16,-3 3 0 0,3 5 0 16,0 3 0-16,-7 2-1573 0,-3 3-584 15,-7 3-2089-15</inkml:trace>
  <inkml:trace contextRef="#ctx0" brushRef="#br0" timeOffset="13944.88">4258 7609 5854 0,'0'0'1245'16,"0"0"-441"-16,0 0-515 0,0 0-289 15,46-10 0-15,-30-2 0 0,5-1 0 16,0-2 0-16,-7-3 0 15,3-1 0-15,-5-2 0 0,-2 1 0 16,-1-2 0-16,-7 2 0 0,-2 3 0 16,-6 3 0-16,-13 6 0 0,0 4 0 15,-1 7 0-15,-9 10 0 16,0 7 0-16,-2 6 0 0,-2 6 0 16,4 4 0-16,6-1 0 0,2 1 0 15,11-2 0-15,6-3 0 0,10-5 0 16,13-6 0-16,8-2 0 0,14-9 0 15,8-3 0-15,13-6 0 0,11-7 0 16,-1-2 0-16,3-2 0 0,-22 3-3062 16,-1-3-1072-16</inkml:trace>
  <inkml:trace contextRef="#ctx0" brushRef="#br0" timeOffset="14836.23">4521 7447 5298 0,'0'0'840'0,"0"0"-83"0,0 0-125 15,0 0-252-15,-11-38-95 16,1 29-285-16,-2 0 0 0,-9 3 0 16,-4 3 0-16,5 3 0 0,7 7 0 15,-1 6 0-15,7 6 0 0,-3 5 0 16,4 3 0-16,0 4 0 0,4 2 0 15,2 3 0-15,8-1 0 0,4 0 0 16,5-3 0-16,2-6 0 0,1-7 0 16,7-5 0-16,-6-2 0 0,6-10 0 15,-7-2 0-15,3-7 0 16,2-8 0-16,-9-8 0 0,1-8 0 16,-5-2 0-16,-6 0 0 0,-6-1 0 15,-6-2 0-15,-8 1 0 0,-7 0 0 16,-6 9 0-16,-4 8 0 15,4 10 0-15,7 8 0 0,-1 5 0 16,11 4 0-16,-1 2 0 0,5-2 0 16,6 1-709-16,0-4-1920 0,6-5-1305 0</inkml:trace>
  <inkml:trace contextRef="#ctx0" brushRef="#br0" timeOffset="15443.79">4750 7660 6210 0,'0'0'797'0,"0"0"-153"0,0 0-103 0,0 0-541 0,0 0 0 15,37-27 0-15,-16 8 0 0,0-3 0 16,2-3 0-16,-3-1 0 15,-3 0 0-15,-3-1 0 0,-8-2 0 16,-1 1 0-16,-5-2 0 0,-7 3 0 16,-3 2 0-16,-4 7 0 0,-3 9 0 15,0 7 0-15,-1 9 0 16,-3 11 0-16,-2 12 0 0,-3 8 0 16,5 7 0-16,0 7 0 0,7 4 0 15,3-3 0-15,11-2 0 0,9-11 0 16,7-8 0-16,7-10 0 0,8-11 0 15,10-9 0-15,7-7 0 0,4-10 0 16,-5-7 0-16,-4-4-89 0,-3-5-1580 16,-17 7-516-16,-3-4-2064 0</inkml:trace>
  <inkml:trace contextRef="#ctx0" brushRef="#br0" timeOffset="15676.72">5170 6877 5410 0,'0'0'1084'0,"0"0"-463"16,-35 65 43-16,18-21-251 0,-3 5-413 15,5 1 0-15,3 5 0 16,3 7 0-16,7 1 0 0,2 3 0 16,0 2 0-16,0 0 0 0,4-5 0 15,3-5 0-15,3-7 0 0,0-9 0 16,3-9 0-16,1-12 0 0,-3-10-821 15,-1-10-1000-15,-4-5-652 0</inkml:trace>
  <inkml:trace contextRef="#ctx0" brushRef="#br0" timeOffset="15986.92">5397 7467 5346 0,'0'0'888'0,"-35"-47"145"0,17 24-437 15,3 9-328-15,-2 9-207 0,7 5-61 16,-6 10 0-16,1 8 0 0,5 4 0 16,-5 6 0-16,5 0 0 0,8 2 0 15,-2-4 0-15,4-2 0 16,4-4 0-16,8-7 0 0,3-4 0 16,1-8 0-16,3-3 0 0,-3-10 0 15,5-1 0-15,-4-5 0 0,-5 3 0 16,-2 3 0-16,-1 5 0 0,-9 2 0 15,2 4 0-15,2 1 0 0,-4 6 0 16,0 9 0-16,0 11 0 0,0 2 0 16,4-1 0-16,6-9 0 0,7-8 0 15,-3-2-357-15,-1-5-883 16,3-2-1874-16</inkml:trace>
  <inkml:trace contextRef="#ctx0" brushRef="#br0" timeOffset="16413.97">5895 7372 3185 0,'0'0'3249'0,"0"0"-2504"0,0 0 119 0,0 0-715 15,-51-30-149-15,16 26 0 16,2 3 0-16,-3 1 0 0,3 0 0 16,6 0 0-16,1 3 0 0,11 0 0 15,5 3 0-15,8 1 0 0,2 7 0 16,6 4 0-16,4 2 0 15,7 4 0-15,3-4 0 0,1 1 0 16,6 2 0-16,0-2 0 0,-2 1 0 16,2-3 0-16,-11-2 0 0,1 0 0 15,-9-2 0-15,-6 0 0 16,-2-1 0-16,-6 0 0 0,-11-1 0 16,1 1 0-16,-3-2 0 0,-2 0 0 15,3-5 0-15,3-5 0 0,-1-4 0 16,5-6 0-16,1-10 0 0,6-7-421 15,4 3-795-15,0-8-377 0</inkml:trace>
  <inkml:trace contextRef="#ctx0" brushRef="#br0" timeOffset="16654.99">6086 6853 6458 0,'0'0'1233'0,"0"0"-732"0,0 0-501 15,-15 40 0-15,13-2 0 16,-2 10 0-16,4 8 0 0,0-2 0 16,4 7 0-16,-4 3 0 0,0 3 0 15,0 2 0-15,-10-1 0 16,-1-3 0-16,-3-5 0 0,2-7 0 16,-5-7 0-16,3-11 0 0,3-11-1249 15,1-11-764-15,0-13-564 0</inkml:trace>
  <inkml:trace contextRef="#ctx0" brushRef="#br0" timeOffset="16779.13">5879 7397 6526 0,'0'0'437'0,"0"0"671"15,58-36-987-15,-31 29-121 16,0 2 0-16,-7-1 0 0,7 3 0 16,-6-1 0-16,-1-3 0 0,3 1 0 15,-2-1-145-15,-7 1-1139 0,-1 1-565 0</inkml:trace>
  <inkml:trace contextRef="#ctx0" brushRef="#br0" timeOffset="16919.48">6205 7386 5082 0,'-4'35'692'0,"2"0"501"16,-2 4-441-16,-4-1-279 0,-2 0-473 16,-3 0 0-16,3-4 0 0,-1-2 0 15,1-5 0-15,8-7 0 0,2-7 0 16,0-5 0-16,8-9-221 0,1-4-2356 15,1-17-1389-15</inkml:trace>
  <inkml:trace contextRef="#ctx0" brushRef="#br0" timeOffset="17059.33">6410 7101 7463 0,'0'0'428'0,"0"0"-416"0,0 0 212 15,0 0-216-15,0 0-8 0,0 0-144 16,-14 56-552-16,14-29 20 0,6 0-237 15,2-7-1072-15,-6-2-140 0</inkml:trace>
  <inkml:trace contextRef="#ctx0" brushRef="#br0" timeOffset="17261.23">6470 7396 4478 0,'0'0'1200'0,"0"0"117"15,-43 21-537-15,22-4-363 0,-6 7-417 16,0 2 0-16,7 1 0 0,-1 1 0 15,11-2 0-15,3-4 0 0,7 0 0 16,7-6 0-16,3-2 0 0,6-2 0 16,9-5 0-16,-2-3 0 0,2-4 0 15,2-1 0-15,-5-4 0 16,3-3 0-16,-4-5 0 0,-7 3-317 16,3-5-2664-16</inkml:trace>
  <inkml:trace contextRef="#ctx0" brushRef="#br0" timeOffset="17415.91">6658 7383 7715 0,'0'0'477'15,"-20"54"-477"-15,9-20 0 16,5 0 0-16,-4 3 0 0,3-2 0 16,3-2 0-16,4-5 0 0,4-2 0 15,7-4 0-15,-1-5 0 0,-2-5-1625 16,1-7-1121-16</inkml:trace>
  <inkml:trace contextRef="#ctx0" brushRef="#br0" timeOffset="17556.81">6799 6974 8192 0,'0'0'0'0,"0"0"0"15,0 0 0-15,0 0 0 0,-37-4 0 16,32 15 0-16,5 2 0 0,7-2-617 15,3-3-1924-15,0-1-2493 0</inkml:trace>
  <inkml:trace contextRef="#ctx0" brushRef="#br0" timeOffset="17901.29">6993 6935 5306 0,'0'0'448'0,"0"0"577"0,0 0-501 16,0 38 156-16,-10 2-471 0,-5 12-209 15,-1 10 0-15,-1 0 0 16,3 2 0-16,-3 1 0 0,7-1 0 16,0 0 0-16,3-1 0 0,3-4 0 15,-2-3 0-15,2-9 0 0,0-6 0 16,-2-8 0-16,6-13-1181 0,-11-7-3461 0</inkml:trace>
  <inkml:trace contextRef="#ctx0" brushRef="#br0" timeOffset="18438.55">6749 7413 5934 0,'0'0'689'0,"46"-17"-125"0,-24 11 112 15,-3 5-347-15,-2 1-329 0,-3 4 0 16,-4 0 0-16,3 1 0 15,1 1 0-15,3-1 0 0,3 0 0 16,-3-3 0-16,8-2 0 0,-3 0 0 16,3-1 0-16,-4-6-233 0,0-3 17 15,-5 0 80-15,-6-1-76 16,-3 2 28-16,-3 2 56 0,-4 5-20 16,-4 1 148-16,-7 2 8 0,-1 12 92 15,-7 7-52-15,7 8 92 0,8-1 176 16,4-3-140-16,4-3-40 0,8-6 20 15,7-2-108-15,4-5 0 0,-3-6 33 16,7-2-81-16,-2-6 0 0,-4-5 0 16,-5-2 0-16,1-1 0 0,-11 1 0 15,-2 0 0-15,0 1 0 16,-4 4 0-16,0 2 0 0,0 1 0 16,0 5 0-16,0 0 0 0,0 5 0 15,0 14 0-15,6 14 0 0,1 13 0 16,3 8 0-16,0-1 0 15,1-1 0-15,-1-1 0 0,-6 2 0 16,-4 2 0-16,-4 2 0 0,-13 3 0 16,-3 1 0-16,-15-1 0 15,-5 1 0-15,-1-4 0 0,-7-4 0 16,-3-10 0-16,3-9 0 0,-5-14 0 16,1-9 0-16,4-11 0 0,7-15 0 15,10-13 0-15,6-12 0 0,13-17 0 16,1-14 0-16,11-11 0 0,17-8-97 15,14-6-723-15,0 24-65 0,10-2-1804 0</inkml:trace>
  <inkml:trace contextRef="#ctx0" brushRef="#br0" timeOffset="18728.41">7458 6706 5330 0,'0'0'1609'0,"0"0"-665"0,0 0-635 0,0 0-309 16,0 0 0-16,0 0 0 0,0 0 0 15,0 0 0-15,46 44 0 0,-24-20 0 16,3-1 0-16,-8-4 0 0,3-3 0 16,1-3 0-16,-11-4 0 0,1-2 0 15,-5-4 0-15,-2-2-1013 0,-4-2-3929 16</inkml:trace>
  <inkml:trace contextRef="#ctx0" brushRef="#br0" timeOffset="18868.39">7663 6676 6150 0,'0'0'721'16,"0"0"23"-16,0 0-167 0,0 0-577 15,14 48 0-15,-3-22 0 16,-1 5 0-16,2 1 0 0,7-1 0 16,2-5 0-16,-5-9 0 0,1-3-3602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47:56.33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765 9780 6611 0,'0'0'128'0,"87"-13"-128"0,14 0 8 0,-2-6-8 15,-2 0 8-15,11 9-8 0,14 1 44 16,8 0-36-16,8 0 12 0,9 1-4 16,6 2-8-16,2 3-8 0,-2 3 16 15,-2 2-12-15,-8 2-8 0,-11 0 0 16,-12 1-124-16,-15-3-12 0,-18 1-185 15,-14-1-91-15,-28-1-264 0,-16 0-1577 16</inkml:trace>
  <inkml:trace contextRef="#ctx0" brushRef="#br0" timeOffset="308.33">996 10168 6703 0,'42'0'104'0,"16"0"12"0,16-4 124 16,7-1-36-16,3 2-80 0,3-2 48 15,10 4-116-15,5 0 40 0,7 1-24 16,7-1-56-16,6-1-16 0,2 2 4 16,-2-1 8-16,-2 1-24 15,-15 1-268-15,-6 2-324 0,-10-1-113 16,-12-2-855-16,-26 0 235 0,-9-2-908 16</inkml:trace>
  <inkml:trace contextRef="#ctx0" brushRef="#br0" timeOffset="656.04">2634 9249 6967 0,'0'0'40'0,"0"0"20"0,0 0-60 15,24 47 0-15,9-22 0 16,15 0 0-16,14 0-16 0,6-3 16 16,13 0 0-16,4 1-16 0,1 0 8 15,3 3-80-15,0 4-36 16,-4 2 60-16,-9 2 44 0,-7 3 12 15,-14 1 8-15,-17 5 36 0,-14 1-20 16,-15 3 20-16,-16 4 52 0,-15 6-76 16,-20 3 40-16,-15 1 128 15,-18-3-56-15,-3-4 28 0,-7-4-132 16,2-6-20-16,19-14-632 0,2-8-5123 0</inkml:trace>
  <inkml:trace contextRef="#ctx0" brushRef="#br0" timeOffset="2500.9">1178 8004 3381 0,'0'0'2981'0,"0"0"-2228"0,0 0-89 0,0 0-251 0,0 0-413 15,0 0 0-15,-16 34 0 0,14 6 0 16,0 15 0-16,4 12 0 0,6 3 0 16,4-9 0-16,3-7 0 15,-1-9 0-15,-5-1 0 0,1-4 0 16,-2-5 0-16,-6-3 0 0,0-5 0 15,-2-6-257-15,-2-4-487 0,0-8-621 16,-4-5 113-16,-4-6-249 0</inkml:trace>
  <inkml:trace contextRef="#ctx0" brushRef="#br0" timeOffset="2655.27">1120 7969 6923 0,'0'0'532'0,"0"0"-96"0,0 0-135 15,0 0-301-15,0 0 0 16,0 0 0-16,0 0 0 0,50 12 0 16,-17-14 0-16,13-9 0 0,1-4 0 15,-1 1 0-15,-5 4 0 16,-14 3-457-16,-7 3-960 0,-7 2-4001 0</inkml:trace>
  <inkml:trace contextRef="#ctx0" brushRef="#br0" timeOffset="2830.15">1209 8333 936 0,'0'0'5062'16,"0"0"-4389"-16,37 18 163 0,-12-16-151 16,2-2-685-16,0-3 0 0,2-5 0 15,2-1 0-15,2-4 0 0,0-7-197 16,-10 3-2668-16,2-4-1713 0</inkml:trace>
  <inkml:trace contextRef="#ctx0" brushRef="#br0" timeOffset="2998.66">1625 7999 4093 0,'-25'46'2486'15,"8"3"-2282"-15,-3 11 296 0,5-1-40 16,3 1-316-16,2-1 52 0,5-2-87 15,3-3-109-15,4-4 0 0,5-5 0 16,3-8 0-16,2-8-269 0,5-12-959 16,-7-7-517-16,3-9-1105 0</inkml:trace>
  <inkml:trace contextRef="#ctx0" brushRef="#br0" timeOffset="3310.12">1850 8307 5510 0,'0'0'760'0,"0"0"237"0,0 0-209 16,0 0-651-16,-35-32-137 16,29 32 0-16,-5 1 0 0,-5 12 0 15,1 6 0-15,3 6 0 0,4 6 0 16,4 0 0-16,4 2 0 0,0-1 0 15,4-4 0-15,6-5 0 0,5-7 0 16,-3-4 0-16,2-7 0 0,7-5 0 16,0-6 0-16,-5-7 0 15,5-4 0-15,-9-5 0 0,-1-2 0 16,-3-2 0-16,-6-1 0 0,-2-1 0 16,-2 0 0-16,-4 0 0 0,2 0-749 15,-1 8-1768-15,3 1-1493 0</inkml:trace>
  <inkml:trace contextRef="#ctx0" brushRef="#br0" timeOffset="3712.31">1993 8153 6583 0,'0'0'1120'16,"0"0"-728"-16,-21 60-295 0,11-24-97 15,-1 4 0-15,5-1 0 0,2-2 0 16,4-3 0-16,6-5 0 0,9-6 0 15,3-3 0-15,5-9 0 0,0-7 0 16,2-4 0-16,1-10 0 0,-1-8 0 16,-2-6 0-16,-2-5 0 15,-5 0 0-15,-1 0 0 0,-5 1 0 16,-4 3 0-16,-2 7 0 0,-2 7 0 16,-2 6 0-16,0 5 0 0,-2 0 0 15,2 11 0-15,-6 7 0 0,4 8 0 16,0 1 0-16,2 2 0 15,0-6 0-15,6-4 0 0,2-3 0 16,9-6 0-16,2-7 0 0,10-3 0 16,-7-10 0-16,5-6 0 0,2-6 0 15,-10-4 0-15,-1-5 0 16,-7 1 0-16,-7-1 0 0,-4 1 0 16,-4 4 0-16,-7 0 0 0,1 7 0 15,-4 5 0-15,1 7 0 0,-8 7 0 16,7 1 0-16,-3 4-1758 0</inkml:trace>
  <inkml:trace contextRef="#ctx0" brushRef="#br0" timeOffset="30751.21">10819 12764 2973 0,'15'-39'1409'0,"1"5"-329"0,5 5-364 16,-7 11 9-16,-5 7 447 0,1 7-1055 15,-2 0-117-15,-1 0 0 0,3 1 0 16,6-2 0-16,1 1 0 15,4 0 0-15,-1 3 0 0,5 1 0 16,-4 0 0-16,1 5 0 0,-7 4 0 16,-5 0 0-16,1 6 0 0,-11 4 0 15,-4 3 0-15,-7 4 0 0,-5 4 0 16,-9-1 0-16,-2 1 0 0,0-3 0 16,-8-2 0-16,6-6 0 0,-6-2 0 15,4-8 0-15,0-4 0 0,4-7 0 16,-4-10 0-16,8-12 0 15,3-4 0-15,3-6 0 0,13 0 0 16,4 2 0-16,10 4 0 0,7 5 0 16,3 7 0-16,1 6 0 0,4 4 0 15,-2 6 0-15,1 0 0 16,-1 6 0-16,4 1 0 0,-2 1 0 16,-4 2 0-16,-1-1 0 0,1 2 0 15,-9 2 0-15,-1-1 0 0,-5 1 0 16,-2 2 0-16,-4 2 0 15,-4 1 0-15,-4 0 0 0,-11 0 0 16,2-1 0-16,-7-5 0 0,1-2 0 16,-2-7 0-16,2-3 0 0,3-5 0 15,3-7 0-15,-1-5 0 0,9-3 0 16,1-3 0-16,8 3 0 0,0 1 0 16,10 2 0-16,1 5 0 0,3 4 0 15,3 1 0-15,3 5 0 0,1 1 0 16,0 1 0-16,1 2 0 15,-1 0 0-15,0 4 0 0,-5-1 0 16,-5 0 0-16,-1 2 0 0,0 1 0 16,-4 3 0-16,-1 2 0 0,-5 0 0 15,0 1 0-15,-7 3 0 16,-7-2 0-16,-3 2 0 0,-3-2 0 16,-7-1 0-16,2-3 0 0,2-5 0 15,-1-6 0-15,7-6 0 0,0-8 0 16,3-5 0-16,4-7 0 15,10-4 0-15,0-1 0 0,14-1 0 16,3-2 0-16,7 1 0 0,3 2 0 16,0 5 0-16,0 2 0 0,0 10 0 15,-2 3 0-15,-9 6 0 0,-1 5 0 16,-5 5 0-16,-4 5 0 0,0 4 0 16,-1 4 0-16,-5 1 0 0,0 2 0 15,0 1 0-15,-5 1 0 0,-1 0 0 16,-4 0 0-16,-5 2 0 15,3-3 0-15,-2-4 0 0,3-7-333 16,-1-4-4193-16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49:17.98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26153 1073 1836 0,'0'0'3410'0,"0"0"-2498"16,0 0-267-16,0 0 431 16,0 0-763-16,0 0-313 0,0 0 0 15,0 0 0-15,0 0 0 0,0 0 0 16,0 0 0-16,13 44 0 0,-7 11 0 16,0 7 0-16,-2 4 0 0,0-1 0 15,-2-6 0-15,0-3 0 0,0-3 0 16,1-4 0-16,-3-5 0 0,2-7 0 15,-2-6 0-15,0-8 0 0,0-5 0 16,0-7 0-16,0-4 0 16,0-5 0-16,2-4-973 0,-2-3-428 15,2-15-3757-15</inkml:trace>
  <inkml:trace contextRef="#ctx0" brushRef="#br0" timeOffset="384.6">26120 966 5970 0,'0'0'797'0,"0"0"-237"16,0 0 305-16,0 0-865 15,0 0 0-15,0 0 0 0,70-6 0 16,-8 6 0-16,9 3 0 0,3 0 0 15,3-3 0-15,-3-2 0 0,7-4 0 16,-1 1 0-16,-5-3 0 16,-13 2 0-16,-15 1 0 0,-14 1 0 15,-10 3 0-15,-13 1 0 0,-5 3-769 16,-12 7-444-16,1-1 41 0,-8 2-1249 0</inkml:trace>
  <inkml:trace contextRef="#ctx0" brushRef="#br0" timeOffset="658.1">26910 968 5926 0,'0'0'1025'0,"0"0"-753"15,0 0 244-15,-2 51-63 0,2-26-453 16,0 1 0-16,0 8 0 0,6 8 0 15,0 10 0-15,4 9 0 0,1 7 0 16,-3 1 0-16,-2 0 0 16,-4-4 0-16,2-6 0 0,1-6 0 15,-1-6 0-15,0-9 0 0,0-8 0 16,-4-7 0-16,0-9 0 0,-2-7-1642 16,-6-7-1239-16</inkml:trace>
  <inkml:trace contextRef="#ctx0" brushRef="#br0" timeOffset="961.06">26174 1841 2957 0,'0'0'3249'16,"0"0"-2528"-16,0 0 135 0,47 10-447 16,-5-6-409-16,12-1 0 0,10-3 0 15,-4-3 0-15,6-2 0 0,4-1 0 16,2-1 0-16,3 1 0 0,-3-1 0 15,-2 2 0-15,-6 0 0 0,-6 1 0 16,-14 2 0-16,-11 0-1157 0</inkml:trace>
  <inkml:trace contextRef="#ctx0" brushRef="#br0" timeOffset="1497.1">26569 1904 5186 0,'0'0'1232'0,"0"0"-655"0,0 0 227 16,14 49-411-16,-14-21-393 0,0-1 0 16,-2 2 0-16,0 1 0 0,0-1 0 15,2 2 0-15,0 0 0 0,0 0 0 16,0 0 0-16,0-3 0 0,2-3 0 15,0-4 0-15,0-2 0 16,0-5 0-16,2-3 0 0,-2-4 0 16,1-2-1045-16,-1-4-584 0,-2-1-548 0</inkml:trace>
  <inkml:trace contextRef="#ctx0" brushRef="#br0" timeOffset="2088.9">26604 2348 5778 0,'0'0'1577'15,"0"0"-873"-15,0 0-571 0,0 0-133 16,-37-21 0-16,20 20 0 0,-4 1 0 16,1 5 0-16,1 2 0 0,-2 4 0 15,3 0 0-15,1-1 0 0,5 2 0 16,2 0 0-16,5-1 0 0,5-3 0 15,0-1 0-15,9-1 0 0,7-1 0 16,7-2 0-16,6 0 0 16,2-3 0-16,-2 1 0 0,0 0 0 15,-2 3 0-15,-5-1 0 0,-3 3 0 16,-9-1 0-16,-3-2 0 0,-3 1 0 16,-4 2 0-16,0 0 0 15,-4 2 0-15,-7 3 0 0,-7 1 0 16,-5-2 0-16,-6 1 0 0,0 1 0 15,-2-2 0-15,2 2 0 0,0 3 0 16,2-1 0-16,7 0 0 16,3-3 0-16,7-1 0 0,8-1 0 15,4-1 0-15,10-2 0 0,9-4 0 16,8-1 0-16,4-1 0 0,6 0 0 16,2-2 0-16,1 2 0 0,-5-1 0 15,-4 1 0-15,-6 0 0 0,-11 0 0 16,-5 0 0-16,-9 0 0 0,-2 2 0 15,-4 3 0-15,-11 4 0 16,-5 6 0-16,-7 1 0 0,-2 2 0 16,-2-1 0-16,4-2 0 0,-4 3 0 15,4 0 0-15,0 3 0 0,0-1 0 16,5-1 0-16,5-2 0 0,5-5 0 16,7-3 0-16,5-2 0 15,11-3 0-15,9-4 0 0,9 0 0 16,4-3 0-16,-2 0 0 0,0-2-17 15,-6 3-719-15,-6-2-621 16,-7 3-516-16</inkml:trace>
  <inkml:trace contextRef="#ctx0" brushRef="#br0" timeOffset="2540.63">25630 2944 3121 0,'0'0'2629'0,"0"0"-1808"0,0 0 315 15,0 0-716-15,0 0-355 0,46 19-65 16,20-13 0-16,27-5 0 0,18-1 0 15,11 0 0-15,13 0 0 0,7 2 0 16,3 4 0-16,4 2 0 16,-4 0 0-16,-5-2 0 0,-10 1 0 15,-16 0 0-15,-17 0 0 0,-18 2 0 16,-21-1 0-16,-21-1 0 0,-16-2-1117 16,-17-1-3317-16</inkml:trace>
  <inkml:trace contextRef="#ctx0" brushRef="#br0" timeOffset="3178.98">26137 3012 2569 0,'0'0'2501'0,"-48"-5"-2245"16,15 11-44-16,-2 7 208 0,-8 6 172 15,-5 4-315-15,-2 4-97 0,1 1-24 16,3-2-140-16,7-2-8 0,12-5-8 16,11-6-36-16,7-5-180 0,11-2-645 15,17-6-111-15,0-2-197 0,10-6-796 16</inkml:trace>
  <inkml:trace contextRef="#ctx0" brushRef="#br0" timeOffset="3354.68">26715 3059 4305 0,'0'0'1269'0,"0"0"-725"15,-57 33-59-15,19-13-49 0,-3 0-244 16,2-3-64-16,-3 1-40 0,3 0-88 15,2-3-4-15,4-1-344 16,8 1-168-16,9-6-85 0,9-3-907 16,7-5-337-16</inkml:trace>
  <inkml:trace contextRef="#ctx0" brushRef="#br0" timeOffset="3584.64">27147 3041 3765 0,'0'0'1857'0,"0"0"-1377"0,-43 18-76 16,12 0 17-16,-8 4-209 16,-3 3-92-16,-1 1-116 0,2 2 0 15,1 0-4-15,11 0-4 0,9 1-12 16,3-3-168-16,7 0 56 16,8-3 12-16,8-7-433 0,15-2 13 15,8-8 192-15,12-6 276 0,9-1 68 16,3-8 76-16,-3-5-76 0,-15 4-184 15,-4-3-628-15</inkml:trace>
  <inkml:trace contextRef="#ctx0" brushRef="#br0" timeOffset="4329.85">27489 419 6402 0,'0'0'597'0,"0"0"-57"0,0 0 80 15,0 0-587-15,-7 36-33 16,5-4 0-16,2 8 0 0,7 14 0 16,1 1 0-16,0 7 0 0,0 4 0 15,-1-3 0-15,-7 1 0 0,0-3 0 16,-5-8 0-16,-1-6 0 0,0-9 0 16,2-12 0-16,-2-5 0 15,4-10 0-15,0-6 0 0,-1-3 0 16,3-5-105-16,0-3-2188 0,0-13-1112 0</inkml:trace>
  <inkml:trace contextRef="#ctx0" brushRef="#br0" timeOffset="4532.07">27501 566 6346 0,'0'0'665'0,"0"0"143"15,-48-18-435-15,28 15-373 0,-1 2 0 16,0 2 0-16,3 7 0 16,1 3 0-16,3 2 0 0,3 0 0 15,3 0 0-15,2 0 0 0,4-5-197 16,0-1-639-16,2-2-29 0,0-4-255 16,2 0-2706-16</inkml:trace>
  <inkml:trace contextRef="#ctx0" brushRef="#br0" timeOffset="4703.85">27470 496 7115 0,'0'0'900'0,"0"0"-723"0,0 0-177 16,54 7 0-16,-19-4 0 0,6 0 0 16,-2 1 0-16,3 2 0 0,-3 2 0 15,-6 4 0-15,-6 2 0 0,-6 3 0 16,-11 2-237-16,-4-5-1079 0,-8 1-2986 15</inkml:trace>
  <inkml:trace contextRef="#ctx0" brushRef="#br0" timeOffset="5108.17">28061 693 7071 0,'0'0'356'0,"0"0"-216"16,2 49 485-16,9-20-625 15,-3 7 0-15,-2 1 0 0,0 2 0 16,-4 1 0-16,0 3 0 0,-2-3 0 15,0-1 0-15,-6-3 0 0,2-7 0 16,-4-5 0-16,4-8-605 16,-1-7-996-16,3-6-348 0</inkml:trace>
  <inkml:trace contextRef="#ctx0" brushRef="#br0" timeOffset="5279.1">28074 649 6775 0,'0'0'524'0,"0"0"-64"16,53-15-27-16,-26 11-433 0,-2-2 0 15,2 2 0-15,0 0 0 0,-2-1 0 16,-5 4 0-16,-3 0-185 0,-7 1-1063 16,-4 1-2778-16</inkml:trace>
  <inkml:trace contextRef="#ctx0" brushRef="#br0" timeOffset="5433.08">28055 901 5138 0,'0'0'2149'16,"0"0"-1521"-16,0 0-351 0,52 6-277 16,-13-11 0-16,4-3 0 0,-5-1 0 15,-7 5 0-15,-7 1 0 0,-1 3 0 16,-8 1 0-16,-3 3-1858 0</inkml:trace>
  <inkml:trace contextRef="#ctx0" brushRef="#br0" timeOffset="6398.97">27594 2241 6046 0,'0'0'829'0,"0"0"-321"16,0 0 96-16,6 33-399 15,0-1-205-15,-1 11 0 0,-1 2 0 16,-2 1 0-16,2 4 0 0,-2 1 0 15,0 1 0-15,-2 0 0 16,-4-2 0-16,-2-4 0 0,-3-5 0 16,3-6 0-16,0-8 0 0,0-10 0 15,4-6 0-15,2-9 0 0,-2-2-1045 16,2 0-368-16,-2-13-828 0</inkml:trace>
  <inkml:trace contextRef="#ctx0" brushRef="#br0" timeOffset="6601.27">27629 2259 6330 0,'0'0'797'0,"0"0"-133"16,0 0-263-16,0 0-401 15,-39-18 0-15,24 18 0 0,-3 5 0 16,-1 4 0-16,1 5 0 0,-1 2 0 15,0 2 0-15,1 0 0 0,3-2 0 16,3 1 0-16,4-3 0 16,3-5-881-16,1-3-404 0,2-1-2749 0</inkml:trace>
  <inkml:trace contextRef="#ctx0" brushRef="#br0" timeOffset="6804.58">27573 2306 6502 0,'0'0'769'16,"62"12"152"-16,-16-8-921 0,1-2 0 15,1 3 0-15,-5-2 0 0,-3 2 0 16,-7 0 0-16,-2-2 0 0,-9 2 0 16,-3-1 0-16,-7-2 0 15,-5 2-305-15,-3-4-4281 0</inkml:trace>
  <inkml:trace contextRef="#ctx0" brushRef="#br0" timeOffset="7999.14">28251 2559 4930 0,'0'0'904'0,"0"0"-292"0,0 46 461 16,0-15-533-16,0 4-407 0,0 4-133 15,0 3 0-15,-2 1 0 0,-2-1 0 16,0 1 0-16,-2-2 0 0,0 0 0 15,-1-3 0-15,1-5 0 16,0-6 0-16,2-3 0 0,4-10 0 16,0-7 0-16,0-4-1053 0,0-3-340 15,0-9-2164-15</inkml:trace>
  <inkml:trace contextRef="#ctx0" brushRef="#br0" timeOffset="8699.28">28274 2578 5590 0,'0'0'1013'0,"0"0"-365"0,0 0 200 15,0 0-755-15,39-11-93 0,-8 5 0 16,9 0 0-16,1 0 0 0,-6 0 0 16,0 0 0-16,-6 2 0 0,-6 0 0 15,-7 3 0-15,-1 0 0 0,-9 1-269 16,-2 0-1003-16,-4 0-241 0,0 0-1961 15</inkml:trace>
  <inkml:trace contextRef="#ctx0" brushRef="#br0" timeOffset="8870.93">28249 2797 6158 0,'0'0'1213'0,"0"0"-473"16,0 0-659-16,17 32-81 0,8-24 0 15,10-3 0-15,4-5 0 16,0-3 0-16,1-4 0 0,-7-1 0 0,-2 0 0 16,-4 0 0-16,-13 1-1361 15,0-3-2241-15</inkml:trace>
  <inkml:trace contextRef="#ctx0" brushRef="#br0" timeOffset="9368.98">28566 2919 5550 0,'0'0'716'0,"0"0"-235"0,0 0 551 16,0 0-704-16,0 0-243 0,-19 44-85 15,7-7 0-15,-5 4 0 0,0 3 0 16,5 0 0-16,0 1 0 16,3 0 0-16,5-2 0 0,2-3 0 15,4-8 0-15,11-6 0 0,5-7 0 16,5-11 0-16,6-6 0 0,6-6 0 16,-4-10 0-16,-2-8 0 15,-2-5 0-15,-6-4 0 0,-9 0 0 16,-6 1 0-16,-8 3 0 0,-8 5 0 15,-9 5 0-15,-10 7 0 16,-4 5 0-16,-2 5 0 0,2 3 0 16,4 4 0-16,8 2 0 0,7 0-1057 15,8 0-52-15,4-2-75 0,2-1-1389 0</inkml:trace>
  <inkml:trace contextRef="#ctx0" brushRef="#br0" timeOffset="9694.6">28855 3206 6098 0,'0'0'837'16,"0"0"420"-16,-39-20-1257 0,24 19 0 16,1 1 0-16,-1 2 0 15,-3 7 0-15,1 1 0 0,1 5 0 16,3 1 0-16,7-2 0 0,4 1 0 15,4-3 0-15,8-1 0 16,3-4 0-16,3-2 0 0,1-4 0 0,-1-1 0 16,-1-6 0-16,-1-1 0 15,-3 1 0-15,-3 0 0 0,-4 3 0 16,0-1 0-16,0 2 0 0,-2-2 0 16,2 2 0-16,-4 1 0 0,3 1 0 15,-1 1 0-15,-2 7 0 0,2 7 0 16,0 2 0-16,2 2 0 0,0-2-973 15,2-7-92-15,2-1-415 0</inkml:trace>
  <inkml:trace contextRef="#ctx0" brushRef="#br0" timeOffset="10054.61">29115 3205 5854 0,'0'0'793'0,"0"0"-301"0,-35-32 148 0,15 21-552 16,-1 4-32-16,0 4 64 15,-4 0-56-15,5 3 21 0,-1 0-85 16,7 4 0-16,3 2 0 0,7 1 0 16,4 2 0-16,4 5 0 0,11 2 0 15,5 0 0-15,3 1 0 0,2 1 0 16,0 0 0-16,-5 0 0 0,1-1 0 15,-4 0 0-15,-7-2 0 16,-2-3 0-16,-4 0 0 0,-4-3 0 16,-2 0 0-16,-8-1 0 0,-4-3 0 15,-7-2 0-15,0-2 0 0,-2-1 0 16,1-4 0-16,1-3 0 0,2-1 0 16,7 0 0-16,6 4-517 15,4 1-608-15,2-1-2132 0</inkml:trace>
  <inkml:trace contextRef="#ctx0" brushRef="#br0" timeOffset="10300.92">29217 3328 7755 0,'0'0'437'0,"33"-27"-437"16,-13 9 0-16,-7 2 0 0,-1-2 0 15,-3 1 0-15,-3 1 0 0,-4 0 0 16,-4 7 0-16,-7 1 0 0,-7 6 0 15,-7 2 0-15,-6 7 0 16,0 7 0-16,-4 4 0 0,2 3 0 16,8 2 0-16,5 2 0 0,8 3 0 15,10 1 0-15,4 0 0 0,8-1 0 16,9-1 0-16,6-1 0 16,6-3 0-16,2-2 0 0,0-1-149 15,-8-8-947-15,-2 0-2442 0</inkml:trace>
  <inkml:trace contextRef="#ctx0" brushRef="#br0" timeOffset="22778.51">26575 14870 5682 0,'0'0'0'0,"0"0"404"0,0 0-40 16,0 0-223-16,0 0-73 0,0 0 4 16,0 0-48-16,0 0 12 0,0 0 24 15,-8-32-60-15,10 26 24 0,2 2 60 16,4-2-24-16,5-2 44 15,9-1 128-15,7-2-132 0,8 2 4 16,5-1 28-16,5 1-124 0,7-1 12 16,8 1 12-16,4-1-24 0,7 2-8 15,7 2 16-15,3-1-12 16,4 3-4-16,8 1 0 0,2-1 4 16,8 1-4-16,7-1 0 0,4 2 0 15,8-3 0-15,2 2 0 0,2-1 4 16,4 2-4-16,5-1 8 15,-1 1 0-15,5 0 28 0,3-1 144 16,3 0-24-16,0-1-139 0,0 1-17 16,-9 2 0-16,-3 1 0 0,-9 1 0 15,-9 2 0-15,-7 2 0 0,-11 1 0 16,-12-4 0-16,-13 2 0 0,-14-4-205 16,-14 0-519-16,-17 0-377 0,-8-4-1852 0</inkml:trace>
  <inkml:trace contextRef="#ctx0" brushRef="#br0" timeOffset="25055.96">26529 10846 2124 0,'0'0'1905'16,"0"0"-1136"-16,-2 47-41 0,2-25 409 0,0 5-573 15,-2 0-108-15,-2 4 53 16,0 0-509-16,-2-1 0 0,0 0 0 16,-1-3 0-16,1 1 0 0,2-3 0 15,0-2 0-15,2 0 0 0,0-2-1718 16,2-6 14-16,0 0-249 0</inkml:trace>
  <inkml:trace contextRef="#ctx0" brushRef="#br0" timeOffset="25283.7">26531 11545 3381 0,'0'0'816'0,"-12"58"-323"16,6-29 323-16,2-6-528 0,4 0-88 16,0-4 112-16,2 1-200 0,2-3-4 15,2 2 161-15,-2 0-81 16,-2 2-32-16,0 1-16 0,-2 2-108 15,0 1 4-15,0 2 4 0,0 1-32 16,-2 1-8-16,0-1 0 0,-2-1-12 16,2-3 0-16,0-1-12 15,0 1-52-15,2-2-20 0,0 1-308 16,0 1-93-16,2-1-99 0,0 6-761 16,-2-8 37-16,2 2-777 0</inkml:trace>
  <inkml:trace contextRef="#ctx0" brushRef="#br0" timeOffset="25567.87">26527 12408 3505 0,'0'0'873'0,"-4"52"271"15,2-24-484-15,-2-4-183 0,0 0 239 16,0 1-384-16,0 1-100 0,-1 0 21 16,3 2-253-16,2-1 0 15,0-2 0-15,0-3 0 0,0-2 0 16,2-3 0-16,1-6 0 0,-1-5 0 16,0-2-329-16,0 1-59 0,-2 0-64 15,2-1-377-15,-2 4 453 16,2 1 376-16,-2 6 36 0,-2 6 248 15,-2 1 20-15,0 3-63 0,-1 0-109 16,1 0 80-16,2 0 276 16,0 2-196-16,2-2-36 0,0 1-127 15,2 1-129-15,0 4 0 0,0 1 0 16,0 4 0-16,-2-1 0 0,0 3 0 16,0 0 0-16,0 0 0 0,-2-3 0 15,0-1 0-15,-4-4 0 0,0-6 0 16,-4-4 0-16,-3-8 0 0,-3-9-69 15,1-3-1600-15,-3-8-2560 0</inkml:trace>
  <inkml:trace contextRef="#ctx0" brushRef="#br0" timeOffset="33368.21">31693 8736 1684 0,'0'0'324'0,"-54"3"-152"0,21-3-43 15,4-1 447-15,-2-5-368 0,2 0-144 16,5-1-36-16,1-1-28 0,2 0 4 15,7 2 72-15,3 1 180 16,5 2 124-16,4 1 185 0,0 0-221 16,0 0-16-16,0 0 176 0,2 2-192 15,0-1 0-15,2 1 57 0,6 0-209 16,13 2 112-16,16 3 272 0,13-1-252 16,14-1-64-16,10-2-167 15,5-1-61-15,12 0 0 0,8 0 0 16,6-3 0-16,3-1 0 0,3 3 0 15,-1-1 0-15,-2 0 0 0,-7 2 0 16,-12 0 0-16,-13 2 0 0,-18 3 0 16,-12 2-433-16,-20-1-439 0,-13-2-2598 0</inkml:trace>
  <inkml:trace contextRef="#ctx0" brushRef="#br0" timeOffset="44795.69">22393 7535 1668 0,'0'0'256'0,"0"0"2302"0,0 0-1914 15,-2 44-84-15,-2-20 176 0,2 2-439 16,-2 1-33-16,0-1 96 0,2 6-232 16,-3-1-20-16,1 2 28 15,2 4-100-15,0 1 36 0,2 1 116 16,0 4-44-16,-2 1-107 0,-2 2-37 15,2 1 0-15,-2 4 0 0,-2-1 0 16,-1 1 0-16,-1-1 0 0,4 0 0 16,-2-1 0-16,2 0 0 0,-3-1 0 15,7 0 0-15,0 1 0 0,0-1 0 16,7 0 0-16,-3-1 0 16,0 0 0-16,-2-1 0 0,2 0 0 15,-4-2 0-15,0 0 0 0,2-1 0 16,-2-1 0-16,2 1 0 15,-2 0 0-15,0 0 0 0,0-1 0 16,0 1 0-16,0-1 0 0,-2 1 0 16,0 3 0-16,-2 0 0 0,-2 0 0 15,-1 1 0-15,-1 2 0 0,0 0 0 16,0 2 0-16,1-1 0 0,1 1 0 16,2-1 0-16,2-4 0 15,2 1 0-15,0-6 0 0,0-2 0 16,4-1 0-16,0-2 0 0,0-3 0 15,1-1 0-15,-3-1 0 0,2 1 0 16,-2 0 0-16,-2 2 0 0,2 4 0 16,-2 0 0-16,0 1 0 15,2 4 0-15,-2 2 0 0,0 0 0 16,0 1 0-16,0 0 0 0,0-3 0 16,0 1 0-16,0-5 0 0,0 0 0 15,0 1 0-15,-2 0 0 0,0 0 0 16,0 2 0-16,-4 2 0 15,1 3 0-15,-3 4 0 0,0 1 0 16,0 1 0-16,-3 0 0 0,5 0 0 16,-4-5 0-16,10-2 0 0,-2-3 0 15,2-5 0-15,2-6 0 16,4-6 0-16,-2-7 0 0,2-6 0 16,-2-7 0-16,-4-5 0 0,0-1-73 15,0-16-2584-15</inkml:trace>
  <inkml:trace contextRef="#ctx0" brushRef="#br0" timeOffset="47337.86">23030 8143 2108 0,'0'0'1233'0,"0"0"108"0,0 0 395 15,0 0-791-15,0 0-193 0,0 0-675 16,0 0-77-16,0 0 0 0,0 0 0 16,-25-16 0-16,21 13 0 0,4 0 0 15,-4 1 0-15,4 1 0 0,0 1 0 16,0 0 0-16,0 0 0 0,0 0 0 16,0 0 0-16,0 0 0 15,0 3 0-15,0 0 0 0,4-1 0 16,-4 1 0-16,2-2 0 0,0 1 0 15,0 1 0-15,-2-2 0 0,4-1 0 16,0 2 0-16,3 1 0 16,5-1 0-16,4 3 0 0,5 0 0 15,6 1 0-15,2-1 0 0,0 0 0 16,4 0 0-16,0-4 0 0,4 2 0 16,-2-3 0-16,1 0 0 15,-3-1 0-15,-4-2 0 0,-3-2 0 16,-1 1 0-16,0 0 0 0,-4-1 0 15,-3 3 0-15,-5 2 0 0,-5 1 0 16,-4 1-613-16,-2 1-1164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50:42.70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10404 9033 6723 0,'0'0'1156'0,"0"0"-843"16,0 0-313-16,0 0 0 0,0 0 0 15,0 0 0-15,0 0 0 0,0 0 0 16,-6-6 0-16,6 6 0 0,0 0 0 15,0 0 0-15,2 1 0 0,2 2 0 16,0-2 0-16,-2 0-333 16,2-2-1976-16</inkml:trace>
  <inkml:trace contextRef="#ctx0" brushRef="#br0" timeOffset="24757.93">13992 6782 2617 0,'0'0'452'16,"0"0"1681"-16,0-36-1525 0,-2 25-20 0,-2 1 129 15,0 2-401-15,2-3-116 0,-2 3 44 16,0 1-128-16,-3 1 56 15,7 2-143-15,-4-1-29 0,2-1 0 16,-2-1 0-16,0 0 0 0,-6-1 0 16,-3-2 0-16,-1 0 0 15,-7-3 0-15,-2 1 0 0,3 1 0 16,-1 2 0-16,-2 0 0 0,3 2 0 16,-1-1 0-16,-4 3 0 0,2 2 0 15,-1 1 0-15,-3 2 0 0,2 0 0 16,2 2 0-16,-4 1 0 15,-2 1 0-15,3 2 0 0,-1 0 0 16,4 2 0-16,-2 3 0 0,0 2 0 16,3 0 0-16,-3 1 0 0,2 4 0 15,2 1 0-15,1 1 0 0,-1 4 0 16,4 1 0-16,-3 2 0 0,3 2 0 16,1 1 0-16,1 2 0 0,1 3 0 15,-3-1 0-15,5 4 0 0,-3 1 0 16,5 3 0-16,-4-1 0 15,7 2 0-15,1-4 0 0,2 0 0 16,4-1 0-16,4-1 0 0,9-3 0 16,1 0 0-16,7 2 0 0,1-4 0 15,9 1 0-15,5-1 0 16,1-1 0-16,6-5 0 0,-1-2 0 16,5-6 0-16,-1-4 0 0,-3-6 0 15,-2-3 0-15,7-5 0 16,-7-6 0-16,3-7 0 0,1-4 0 15,-6-6 0-15,7-7 0 0,-3-7 0 16,-1-4 0-16,-1-5 0 0,-8-3 0 16,2-2 0-16,-8 0 0 0,-2 0 0 15,-7 0 0-15,-3 1 0 0,-5 4 0 16,-4 3 0-16,-6 3 0 0,-2 1 0 16,-8-1 0-16,-9 3 0 0,3 1 0 15,-5 4 0-15,5 6 0 0,1 6 0 16,3 3 0-16,8 6 0 15,-3 2 0-15,3 4 0 0,2 2 0 16,-2 3 0-16,0 0 0 0,-2 7 0 16,0 2-1189-16,-5 5-2021 0</inkml:trace>
  <inkml:trace contextRef="#ctx0" brushRef="#br0" timeOffset="38836.81">14739 9908 1776 0,'0'0'68'0,"0"0"8"15,0 0-24-15,0 0 161 0,0 0 1083 16,0 0-724-16,0 0 5 0,0 0 427 16,0 0-368-16,0-19-79 0,4 5 311 15,0-1-412-15,2-2-415 16,0-1-41-16,3-1 0 0,3-2 0 15,2-2 0-15,3 1 0 0,6 0 0 16,-3 3 0-16,9 3 0 16,0 4 0-16,-4 5 0 0,-2 3 0 15,2 4 0-15,-9 8 0 0,-1 5 0 16,-3 5 0-16,-4 6 0 0,-6 8 0 16,-2 6 0-16,-2 5 0 15,-6 3 0-15,2 0 0 0,0 2 0 16,-5-3 0-16,11-6 0 0,-4-4 0 15,4-1 0-15,4-6 0 0,2-1 0 16,5-3 0-16,-1-4 0 0,0-5 0 16,5-4 0-16,1-3 0 0,1-4 0 15,0-4 0-15,1-6 0 0,3-7 0 16,-3-5 0-16,3-8 0 0,0-5 0 16,-5-4 0-16,-5-3 0 15,-1-5 0-15,-6 1 0 0,0-3 0 16,-4-2 0-16,0 1 0 0,-4 0 0 15,0 6 0-15,2 3 0 0,2 8 0 16,0 10 0-16,0 6 0 16,0 8 0-16,0 2 0 0,2 1 0 15,-2-2 0-15,4 2 0 0,2-1 0 16,5 1 0-16,13 0 0 0,3-1 0 16,11 0 0-16,3-2 0 15,0 2 0-15,-2-1 0 0,3 2 0 16,-5-2 0-16,-12 2 0 0,-9-4-2802 0</inkml:trace>
  <inkml:trace contextRef="#ctx0" brushRef="#br0" timeOffset="41088.07">15921 9687 1904 0,'0'0'2806'0,"0"0"-1882"15,0 0 517-15,0 0-645 0,0 0-475 16,0 0-321-16,52-16 0 16,-32 15 0-16,1-3 0 0,6 2 0 15,-2-2 0-15,-3-1 0 0,5 1 0 16,2-1 0-16,-2 0 0 0,0 2 0 16,-2-2 0-16,-7 3 0 15,1-1 0-15,-9 2 0 0,-3 1-73 16,-5 0-1339-16,-2 2-229 0,-7 5-2873 0</inkml:trace>
  <inkml:trace contextRef="#ctx0" brushRef="#br0" timeOffset="41336.66">15950 9863 6839 0,'0'0'1176'16,"0"0"-999"-16,0 0-177 16,37 14 0-16,-14-8 0 0,8 0 0 15,0-2 0-15,2-4 0 0,8-1 0 16,1-8 0-16,5-1 0 0,1-5 0 16,3-6 0-16,-13 4-637 0,-5-4-4477 15</inkml:trace>
  <inkml:trace contextRef="#ctx0" brushRef="#br0" timeOffset="42390.91">17207 9810 280 0,'0'0'996'0,"0"0"1961"0,0 0-1892 16,0 0-77-16,0 0-391 16,0 0-197-16,0 0 228 0,0 0-347 15,0 0-281-15,0 0 0 0,-11 8 0 16,18-20 0-16,7-9 0 0,1-6 0 16,1-5 0-16,1-5 0 15,-3-3 0-15,-2-9 0 0,7-9 0 16,-7-8 0-16,5-7 0 0,4-1 0 15,-1-1 0-15,5 6 0 0,-4 6 0 16,-5 8 0-16,-3 9 0 0,-9 11 0 16,2 7 0-16,-6 8 0 0,0 7 0 15,0 5 0-15,0 5 0 0,-6 3 0 16,2 1 0-16,-2 11 0 0,-7 14 0 16,-1 9 0-16,-1 8 0 0,5 1 0 15,8-4 0-15,2-3 0 0,6-6 0 16,6-6 0-16,7-8 0 15,2-6 0-15,1-5 0 0,3-6 0 16,-2-10 0-16,2-4 0 0,-2-3 0 16,-9-5 0-16,3 0 0 15,-3-2 0-15,-4-2 0 0,-3 4 0 16,-1 2 0-16,-2 6 0 0,2 7 0 16,-6 2 0-16,0 4 0 0,0 1 0 15,0 9 0-15,0 12 0 16,0 7 0-16,-2 5 0 0,-2-1 0 15,4-3 0-15,6-2 0 0,4-2 0 16,5-2 0-16,1-1 0 0,5-3 0 16,-4-5-1225-16,-1-2-908 0</inkml:trace>
  <inkml:trace contextRef="#ctx0" brushRef="#br0" timeOffset="42837.81">17039 9799 5962 0,'0'0'432'0,"0"0"713"0,-33 20-605 16,50-14-427-16,20-2-113 0,21-4 0 15,20-5 0-15,17-8 0 0,11-5 0 16,8 0 0-16,1 1 0 0,-3 0 0 16,-7 2 0-16,-10 3 0 15,-12 2 0-15,-10 4 0 0,-24 5 0 16,-14 6 0-16,-20 2-853 0,-13 5-2681 0</inkml:trace>
  <inkml:trace contextRef="#ctx0" brushRef="#br0" timeOffset="43539.57">17690 10176 2281 0,'0'0'2881'0,"0"0"-1761"0,5-45 221 16,-10 26-781-16,-5 0-551 0,-4-1-9 15,-5-3 0-15,-2 2 0 0,-3 1 0 16,-3 5 0-16,0 9 0 0,0 6 0 16,-2 8 0-16,-4 10 0 0,2 5 0 15,0 8 0-15,2 6 0 16,0 2 0-16,8 4 0 0,9 0 0 15,8-2 0-15,8-4 0 0,17-5 0 16,8-10 0-16,6-4 0 16,16-11 0-16,3-7 0 0,8-9 0 15,-4-9 0-15,-4-6 0 0,-7-4 0 16,-5-2 0-16,-15-2 0 16,-7-1 0-16,-12 1 0 0,-8 0 0 15,-8 1 0-15,-6 0 0 0,-13 3 0 16,-6 2 0-16,-9 3 0 0,-5 9 0 15,-1 3 0-15,1 10 0 0,-5 2 0 16,0 6 0-16,3 5 0 0,3 1 0 16,9 1 0-16,6 3 0 0,10 0 0 15,11 2 0-15,8 1 0 0,6 1 0 16,9 5 0-16,13 3 0 0,5 1 0 16,11 5 0-16,5 2 0 15,5 1 0-15,2 1 0 0,4 0 0 16,-11 0 0-16,-16 2 0 0,-10 0 0 15,-19 2 0-15,-12-1 0 0,-17 2 0 16,-13-5 0-16,-11 0 0 16,-11-7 0-16,-6-5 0 0,-3-5 0 15,-1-10 0-15,0-7 0 0,3-5 0 16,20-2-265-16,-7-9-3841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53:21.12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30984 1530 1748 0,'0'0'2866'0,"0"0"-1954"0,0 0-76 0,0 0 117 16,0 0-513-16,0 0-220 16,0 0-96-16,0 0-120 0,-23 40-4 0,15-14 20 15,2 2 0-15,4-4-12 16,2-2 16-16,2-1-7 0,4-4-17 15,0-2 0-15,0-5 0 0,-1-2 0 16,-1-4 0-16,0-1 0 0,-2-1 0 16,2 0 0-16,0-2 0 15,0 0 0-15,3-3 0 0,1-7 0 16,2-5 0-16,0 0 0 0,1-1 0 16,-3 2 0-16,-4 6 0 0,0 3 0 15,-2 4 0-15,-2 1-69 16,0 1-35-16,0 5 32 0,0 7 56 15,-2 1-12-15,2 4 28 0,-2-5 0 16,2-1-12-16,2 0 12 0,2-4-4 16,3-1-20-16,-1-1 24 0,2 0-8 15,5-5 16-15,1 1-8 0,3-2 44 16,-3-4 4-16,-6-2 72 0,3-4-3 16,-3-2-117-16,-2-3 0 0,0-1 0 15,-4-2 0-15,0-2 0 16,-2-1 0-16,0-3 0 0,0 2 0 15,0 2 0-15,0 1 0 0,0 5 0 16,3 2 0-16,-1 2 0 0,2 4 0 16,2 4 0-16,2 0-81 15,0 2-987-15,1 0-1345 0,-1 3 424 0</inkml:trace>
  <inkml:trace contextRef="#ctx0" brushRef="#br0" timeOffset="5298.52">24929 3384 1788 0,'0'0'44'0,"0"0"2510"16,0 0-2058-16,0 0 48 16,0 0 284-16,0 0-487 0,0 0-65 15,0 0 60-15,0 0-120 0,9-11 4 16,1 3 148-16,5-6-187 0,3-2-181 15,5 0 0-15,2-1 0 0,0 0 0 16,1-2 0-16,5-2 0 16,2 0 0-16,5-3 0 0,-1 2 0 15,-4-3 0-15,0 2 0 0,-8 1 0 16,-5 3 0-16,-5 7 0 0,-7 1-185 16,-6 8 9-16,0-1-168 0,-2 3-8 15,0-2-32-15,-2 1-941 16,-2 1-520-16</inkml:trace>
  <inkml:trace contextRef="#ctx0" brushRef="#br0" timeOffset="5560.27">25233 3007 2993 0,'0'0'1585'15,"0"0"-769"-15,0 0-152 0,0 0-111 16,0 0 39-16,0 0-272 16,48 27-84-16,-32-20 44 0,1 1-228 15,-1-3-28-15,1 0-16 0,0-1-4 16,-5-1-8-16,-4 1-16 0,-2 3-88 16,-3 2 52-16,-3 8-64 0,-11 3-36 15,-5 5 124-15,-7 0 16 16,0 0 8-16,0-2-60 0,7-5-1621 15,1-6-1028-15</inkml:trace>
  <inkml:trace contextRef="#ctx0" brushRef="#br0" timeOffset="15969.41">23501 11175 1836 0,'0'0'196'0,"0"0"1657"0,0 0-760 16,0 0-401-16,0 0-56 0,0 0 221 15,0 0-365-15,0 0-72 0,0-31-303 16,0 31-117-16,0 0 0 0,0 0 0 16,0 0 0-16,0 4 0 0,0 7 0 15,-2 9 0-15,2 6 0 0,0 7 0 16,-4 5 0-16,0 4 0 15,0 4 0-15,-3 5 0 0,-1 4 0 16,0 2 0-16,-2 1 0 0,-1 3 0 16,5-6 0-16,-2-1 0 15,4-5 0-15,-1-5 0 0,3-2 0 16,2-4 0-16,0-5 0 0,0-1 0 16,0-4 0-16,2-5 0 15,1-5 0-15,-1-3 0 0,-2-5 0 16,0-5 0-16,0-3 0 0,0-2 0 15,0 0 0-15,0 0 0 0,0-7 0 16,0-3 0-16,0-3 0 0,-7-1 0 16,3 1 0-16,-2 1-45 0,0 2-15 15,0-1 12-15,-1 0 48 0,-1-1 0 16,2 1 0-16,0-1 0 0,0 2 4 16,1 3 8-16,3 1-12 0,0 2 56 15,0 1-44-15,-2-2 57 16,4 4-69-16,-2 0 0 0,0 1 0 15,2 0 0-15,0 1 0 0,0 8 0 16,2 7 0-16,4 3 0 16,0 2 0-16,1 2 0 0,1-3 0 15,-2-1 0-15,0-6 0 0,1-2 0 16,-3-4 0-16,0-5 0 0,2 2 0 16,-2-4 0-16,2-3 0 15,1-10 0-15,1-12 0 0,2-9 0 16,3-6 0-16,-1-3 0 0,4 5 0 15,-1 5 0-15,-1 2 0 0,3 12 0 16,-9 6 0-16,-2 7-145 0,-3 5-1584 16,-1 1-524-16</inkml:trace>
  <inkml:trace contextRef="#ctx0" brushRef="#br0" timeOffset="16559.41">23423 12662 2156 0,'0'0'1201'0,"0"0"420"16,0 0-741-16,0 0-119 0,0 0 247 15,0 0-500-15,0 0-451 0,0 0-57 16,0 0 0-16,-13 38 0 0,9 1 0 16,2 8 0-16,-2 9 0 0,0-1 0 15,0 5 0-15,-3-1 0 0,1 2 0 16,0-5 0-16,-2-6 0 16,8-7 0-16,-2-7 0 0,2-8 0 15,0-9 0-15,2-4 0 0,-2-7-49 16,0-4-1263-16,0-4 327 0,0-2 21 15,0-2-913-15,0-10-928 0</inkml:trace>
  <inkml:trace contextRef="#ctx0" brushRef="#br0" timeOffset="16816.91">23375 12715 5934 0,'0'0'773'0,"0"0"363"16,0 0-787-16,0 0-349 0,0 0 0 16,0 0 0-16,45 30 0 0,-26-15 0 15,0 4 0-15,1-2 0 0,-1-1 0 16,2 2 0-16,-5 0 0 0,3-4 0 16,-5-1 0-16,1-2 0 15,-5-4 0-15,-2-2 0 0,-1-3-89 16,-3-2-907-16,-2 0 103 0,2-2-111 15,-4-9-1781-15</inkml:trace>
  <inkml:trace contextRef="#ctx0" brushRef="#br0" timeOffset="16971.34">23480 12686 5190 0,'0'0'564'0,"-41"16"1029"15,12 4-801-15,-2 9-739 0,-8 5-53 16,-2 4 0-16,-5 1 0 0,-2 2 0 15,1-1 0-15,1-2 0 0,5-11-277 16,10-7-1352-16,6-14-1172 0</inkml:trace>
  <inkml:trace contextRef="#ctx0" brushRef="#br0" timeOffset="53077.77">4515 14839 1292 0,'0'0'212'15,"0"0"-168"-15,0 0 356 0,0 0 649 16,0 0-349-16,0 0-100 16,0 0-67-16,0 0 255 0,-23-36-360 15,23 32-84-15,0 0 113 0,0 2-233 16,0-3 16-16,2 3 224 16,-2 0-280-16,4 0-60 0,-4 2-64 15,2 0-40-15,2 0-16 0,0 3 21 16,3 0-25-16,-1 4 0 0,8 2 0 15,7 0 0-15,6 2 0 0,4-3 0 16,6-1 0-16,0-3 0 0,11-3 0 16,6 0 0-16,3-1 0 0,10 0 0 15,1 0 0-15,0-1 0 0,2 1 0 16,7 0 0-16,-3 0 0 0,5-1 0 16,1-1 0-16,7 0 0 15,2 2 0-15,2 0 0 0,2 0 0 16,-2 0 0-16,4 0 0 0,-2 0 0 15,2 4 0-15,-4-3 0 0,2 3 0 16,-4 2 0-16,0-2 0 16,0 5 0-16,-2-1 0 0,-1 0 0 15,3 1 0-15,2-3 0 0,2-2 0 16,2-1 0-16,7-3 0 16,1 0 0-16,2-3 0 0,5-3 0 15,6 0 0-15,-5-2 0 0,9 1 0 16,2-1 0-16,-2 2 0 0,2-1 0 15,-2 0 0-15,-4 1 0 0,-1 0 0 16,1 1 0-16,0 1 0 0,0 2 0 16,6 1 0-16,-2-2 0 0,6 1 0 15,-6 0 0-15,2-2 0 0,-3 1 0 16,-3 1 0-16,-6 1 0 0,-9 0 0 16,-2 1 0-16,-4 0 0 15,-12 3 0-15,-4 1 0 0,-11 1 0 16,-4-3 0-16,-2 1 0 0,2-2-573 15,-21-1-1076-15,-1-4-416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54:47.93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4628 7956 1668 0,'0'0'0'0,"0"0"-572"0,-39-9-164 0</inkml:trace>
  <inkml:trace contextRef="#ctx0" brushRef="#br0" timeOffset="531.2">4525 7920 1668 0,'0'0'136'16,"0"0"0"-16,0 0 821 0,0 0-409 16,0 0 120-16,0 0-239 15,0 0-45-15,0 0 144 0,0 0-348 0,12-14-28 16,-8 11 72-16,1 0-96 15,-1 2 0-15,-2 0 48 0,2 0-128 16,0 1 4-16,2 0 9 0,-4 2-53 16,2-1-8-16,1 2 0 15,-5-1 8-15,2-1-8 0,2 0 36 16,-4-1-12-16,0 0 104 0,-6-1 276 16,-3-5-252-16,-3-1-40 0,-13-1-24 15,-6-3-80-15,0 2-4 0,-4-1-4 16,0 3 12-16,-2 1-12 0,-5 1 0 15,1 3 0-15,-2 2 0 0,1 4 0 16,-5 3-4-16,-1 1 4 0,1 4 0 16,-5 2-12-16,4 3 12 0,1 0 0 15,-1 4-8-15,7 1 8 16,6 2 0-16,6 1-20 0,2 1 12 16,12 0 0-16,1 1-64 0,8-1-4 15,6 1-52-15,10-1 24 0,5-2 76 16,11-1-20-16,12-3 16 15,3-6 32-15,9-2 0 0,5-2 4 16,10-5-4-16,3-2 12 0,4-3-4 16,3-4-8-16,-3-3 28 15,2 0-20-15,-1-3 12 0,-5 0 24 16,-2-2-44-16,-4-3 16 0,-8-1 56 16,-3-3-28-16,-5-2 40 0,-13 0 60 15,-2-1-104-15,-10 1 0 0,-11-1-8 16,-6 3-12-16,-8 3-20 0,-6 2 0 15,-11 3-12-15,0 4-4 0,-10 3 16 16,-6 4-100-16,-6 1-92 0,-9 4-588 16,9 0-309-16,-5 0-512 0</inkml:trace>
  <inkml:trace contextRef="#ctx0" brushRef="#br0" timeOffset="1720.23">3700 8289 3597 0,'0'0'768'0,"0"0"-259"0,0 0 175 16,0 0-416-16,0 0-32 0,0 0 128 16,0 0-195-16,0 0-21 0,-6 46 56 15,6-30-128-15,0 1 4 0,2 1 12 16,2 0-64-16,-4 2 20 0,0 3 32 15,0 0-60-15,0 0 8 0,0 2 8 16,0-1-28-16,0 0 0 16,-4 1-8-16,2-1 4 0,0 3-4 15,0-1 24-15,2 2-12 0,-4 1-12 16,4 0 4-16,0 2 12 0,0 1-16 16,0-1 0-16,0 0 8 0,0 1-8 15,4 0 0-15,-4-1-4 16,0 3 4-16,2 0 0 0,-2 0 4 15,0 2-4-15,-2 0 0 0,-4 2 4 16,1 1-4-16,1 0 0 16,2 1 0-16,-4 0 0 0,2 0 0 15,4 1-4-15,0-2 4 0,0 1 0 16,0-1 0-16,0 3 0 0,-4 1 4 16,4 1-4-16,0 1 0 0,0 2 0 15,0 1 4-15,0 1-4 0,0 0 48 16,-2 0-44-16,0 0 12 0,0-1-4 15,-3 0-4-15,1-2-8 16,2 0 0-16,-2 1 0 0,2-1 0 16,0 0 0-16,2 0 4 0,-2 2-4 15,2-2 4-15,0 0 12 0,-4 0-4 16,2 0 104-16,2 1-80 16,-4-2 44-16,4 2 44 0,-5 3-108 15,5-1 72-15,-2 0-7 0,2 0-81 16,-4-1 0-16,4 1 0 0,0-2 0 15,0-1 0-15,0-3 0 16,0 0 0-16,4-3 0 0,-2 0 0 16,1-1 0-16,-1 0 0 0,2-1 0 15,-4-2 0-15,0-1 0 0,0-4 0 16,-4-2 0-16,2-3 0 0,-3-4 0 16,5-5-261-16,0-5-55 0,0-6-548 15,0-3-185-15,0-3-288 16</inkml:trace>
  <inkml:trace contextRef="#ctx0" brushRef="#br0" timeOffset="2515.98">3632 11654 2072 0,'0'0'273'0,"0"0"551"0,0 0-396 16,0 0 4-16,0 0 329 0,0 0-545 15,0 0-4-15,0 0 328 16,0 0-208-16,-17 44-104 0,22-26 81 16,3-1-189-16,2 3-8 0,5 2 4 15,-1 0-116-15,5-1 16 0,5 0-16 16,3-3 8-16,4-3-8 0,5-2 28 16,7-1-28-16,-2-2 124 0,7-2 132 15,1-2-228-15,3-2 12 16,0-2 52-16,-3-2-88 0,1-1 16 15,-11-4-20-15,-4-4-4 0,-8 0-304 16,-12-1-1405-16,-5-1-1224 0</inkml:trace>
  <inkml:trace contextRef="#ctx0" brushRef="#br0" timeOffset="3720.1">4756 8164 3397 0,'0'0'700'0,"0"0"-247"0,0 0 199 16,0 0-400-16,0 0-72 0,0 0 60 16,0 41-152-16,5-24 0 0,-5 3 72 15,2 1-92-15,2 1 4 0,-4 1 44 16,4 1-60-16,-4 0 5 0,0 2 43 15,2 0-92-15,-2 1 4 0,0-1-12 16,4 0 4-16,-4 0-8 16,0 1 0-16,0 0-4 0,0 0 4 15,0 2 0-15,2 1-76 0,0-1 0 16,0 3-25-16,2 0 61 0,-1-2 32 16,1 2-4-16,0 0-20 0,-4-1 32 15,2-1-8-15,-2 2 8 16,0-1 0-16,0 2 0 0,0 3 0 15,-2 1 0-15,-2 1 0 0,0 1 0 16,1 2 0-16,-1-1 0 16,2 0 4-16,0-1-4 0,2-2 0 15,0 2 0-15,0 0 0 0,2 0 0 16,-2 5 0-16,0 2 0 0,0 4 24 16,0 2-20-16,-4 3 52 0,0-1 24 15,-2 2-51-15,0 2 3 0,-1-2 0 16,3-2-20-16,-2 2-12 0,2-4 8 15,0 3 8-15,2-2-16 16,0 2 12-16,0 2-8 0,2-3 4 16,0 4 16-16,0 0-20 0,0 1 0 15,0-1 12-15,-5-2-12 0,5 0-4 16,-2-1 0-16,2 1 8 16,-2-1-8-16,2 1 0 0,0 1 4 15,0 1-4-15,0-1 4 0,2 1 0 16,-2 0-4-16,2 1 16 15,-2-3-8-15,5 1 48 0,-5-2 136 16,0-2-88-16,0-3 12 0,2-6 36 16,0 0-148-16,0-5 8 0,2-1-12 15,-4-6-48-15,0-3-24 0,0-7-124 16,0-3-172-16,0-8-137 0,0-6-859 16,-4-2-65-16,2-6-864 0</inkml:trace>
  <inkml:trace contextRef="#ctx0" brushRef="#br0" timeOffset="4202.25">4719 11891 2485 0,'0'0'1072'0,"0"0"-99"0,0 0-613 0,0 0 72 0,0 0 236 0,0 0-292 15,0 0-59-15,0 0 123 16,0 0-220-16,-10 0-20 0,-7 0-12 16,-3 5-168-16,-7 0 0 0,-15 4-4 15,-5 3-16-15,-7 5-4 0,3-2-252 16,-1-3 208-16,8-5 44 0,3-7-124 16,10-1-460-16,-10-5-1565 0</inkml:trace>
  <inkml:trace contextRef="#ctx0" brushRef="#br0" timeOffset="5564.4">664 9690 3097 0,'0'0'192'0,"0"0"-164"0,0 0 208 0,0 0 468 15,0 0-315-15,47 16-73 0,-16-18 284 16,6 1-232-16,13-1-56 0,10-2 81 16,8 1-213-16,11-1-48 0,-1-1 4 15,7 3-100-15,10 0 12 0,6-2 20 16,13-1-60-16,4 1-4 0,6-3 0 15,-2 0-4-15,4-1 0 0,-4 0-4 16,-4-3-68-16,-11 2-88 16,-12-3-457-16,-8-1-179 0,-33 2-164 15,-9 1-1634-15</inkml:trace>
  <inkml:trace contextRef="#ctx0" brushRef="#br0" timeOffset="5925.23">941 10111 2621 0,'0'0'2737'16,"43"-3"-2517"-16,-18 1-116 0,10 0-4 15,6-1 16-15,5 3-112 0,1-1 4 16,13 0 0-16,10 1 4 16,11-4 44-16,14 2 304 0,9-1-107 15,5-1-73-15,7 0 100 0,2 2-192 16,2 0-28-16,-3 0-16 0,1 2-40 15,-10 0-4-15,-5 4 0 16,-12 0-160-16,-10-2-176 0,-13-1-765 0,-21-1-280 16,-7-2-307-16</inkml:trace>
  <inkml:trace contextRef="#ctx0" brushRef="#br0" timeOffset="6249.11">2150 9332 5870 0,'0'0'0'16,"0"0"-116"-16,58 46 56 0,-7-21-36 15,13-3 96-15,9-1 8 0,12-2-8 16,3 2 16-16,14 0 0 0,3 1-4 16,-2 0-12-16,-3 4 52 15,-9 3-16-15,-11-2-24 0,-20 6-12 16,-16 2 0-16,-24-1 0 0,-20 5 24 16,-18 1-20-16,-11 2 12 0,-19-1 60 15,-3 1-64-15,-5-5-12 0,12-9-672 16,1-9-1665-16</inkml:trace>
  <inkml:trace contextRef="#ctx0" brushRef="#br0" timeOffset="7531.72">2623 9439 3293 0,'0'0'700'0,"0"0"-372"16,44 31-31-16,-26-22-197 0,3 1-52 15,2-1-40-15,3-2 0 16,3-1-8-16,7-1 8 0,3-4-8 15,0-1 4-15,0-4 16 0,1-1-20 16,-1-3 32-16,-2 0 68 0,0-1-32 16,1-2 60-16,-5 0 64 15,2-1-108-15,2 2-20 0,0-1 28 16,5-2-84-16,-1 1 24 0,6-2 32 16,3-3-64-16,6-1 12 0,8 1-12 15,2-3 0-15,8-2 0 0,7 2 0 16,2-2-4-16,6 2 4 0,0 1 4 15,-5 2-4-15,5 2 0 0,-10 3-12 16,-1 2-260-16,-9 3-152 16,-12 1-281-16,-15 3-271 0,-9 1-389 0</inkml:trace>
  <inkml:trace contextRef="#ctx0" brushRef="#br0" timeOffset="8063.64">2975 9550 3453 0,'0'0'1657'0,"0"0"-1293"0,-11 47-192 16,17-30-108-16,9 2 12 0,1 1 4 15,7 2-72-15,12 0 16 0,7 0-24 16,5-1 0-16,11 0-4 0,6 0-16 16,13 2 0-16,1-2 20 0,7 3 20 15,6-5-12-15,0-1-8 0,10-4 140 16,5-3-20-16,5-4 8 0,3-4 32 15,2 0-104-15,6-3-24 0,-5-5-8 16,1-5-16-16,-2-4-8 16,-8-5 0-16,-5-4-4 0,-8-6-24 15,-14-2-312-15,-5-2-20 0,-18-4-180 16,-21 10-1081-16,-6-1-16 0</inkml:trace>
  <inkml:trace contextRef="#ctx0" brushRef="#br0" timeOffset="8500.57">4488 9173 4430 0,'0'0'528'0,"0"0"-160"0,60-2-228 0,-15-1 28 16,7 2 44-16,2 0 24 0,8 1-164 16,2-3 0-16,8-1-48 15,2-2-24-15,5 0 0 0,6 3-100 16,-3-1-204-16,3 4-140 0,4 0-152 16,0 0 476-16,2 2 120 0,2 0 24 15,2 1 28-15,0-3 104 0,-4 1 176 16,-2 1-148-16,-4 1-84 0,-13 1-100 15,-20-1-344-15,-11 2-677 0</inkml:trace>
  <inkml:trace contextRef="#ctx0" brushRef="#br0" timeOffset="9015.68">4777 9784 5998 0,'0'0'196'0,"68"-16"-128"0,-10-2-48 0,12-6-40 0,13-4-28 15,6-2-252-15,4-3-264 0,4-1-845 16,-24 9 321-16,-1-1-421 0</inkml:trace>
  <inkml:trace contextRef="#ctx0" brushRef="#br0" timeOffset="13832.92">5052 9791 2301 0,'0'0'756'0,"0"0"-620"0,0 0-52 0,0 0 68 16,46-23 36-16,-30 9 164 0,5-5-96 15,4 0 9-15,1-2 155 0,1-5-80 16,10-3-20-16,5-4 176 0,5-5-268 16,5-1-8-16,8-7 69 15,6-5-197-15,2-4-24 0,11-4-20 16,-5-3-44-16,9-2-4 0,2 3 0 16,2-1-40-16,-1 6-72 0,5 6-245 15,-4 4 69-15,-2 7 88 0,0 9 16 16,-7 3 168-16,1 10 16 0,-1 7 0 15,1 6 16-15,1 6-16 0,-1 8 176 16,4 5-60-16,1 2-24 0,1 1-40 16,8-1-52-16,2 1 0 15,0-2-4-15,1 2-276 0,3-1-296 16,-27-5-1101-16,-4 1 285 0</inkml:trace>
  <inkml:trace contextRef="#ctx0" brushRef="#br0" timeOffset="14378.55">5769 9143 4261 0,'0'0'733'0,"48"28"-321"0,-11-13 12 16,0-1-304-16,9 1 12 0,8 1 36 15,5-1-64-15,8 1-20 0,7 0-40 16,11 0-36-16,8 2 4 0,2 1 8 15,10 0-8-15,5 1-12 0,-1-1 0 16,7-1 8-16,0-1-8 16,0-3 65-16,10-5-61 0,2-4 52 15,6-5 80-15,-1-6-100 0,3-7-4 16,-6-7-20-16,-4-6 0 0,-8-6-12 16,-8-4 0-16,-7-7 4 0,-6-3-4 15,-4-4 0-15,-18-2-68 16,-7 0-24-16,-12 4-265 0,-13 5-131 15,-12 7-244-15,-14 11-965 0,-7 5 40 0</inkml:trace>
  <inkml:trace contextRef="#ctx0" brushRef="#br0" timeOffset="15701.96">7551 8929 4546 0,'0'0'92'0,"58"3"28"16,-21 5-116-16,0 6 12 0,1 3-16 15,3 5 0-15,0 2-16 0,1 3 16 16,5-1 8-16,7 3 16 0,4 0 48 16,8 0 84-16,2 0 40 0,7 2 24 15,9-4 172-15,9-2-168 16,5 0-24-16,1-5 12 0,4-2-152 15,3 0 5-15,-7-3-25 0,6-1-36 16,-3-1-4-16,-7-2 8 16,-2 0-8-16,-9-3-4 0,-9-2-20 15,-3-2-165-15,-10-2-103 0,-8-2-828 16,-17 0-161-16,-10-1-608 0</inkml:trace>
  <inkml:trace contextRef="#ctx0" brushRef="#br0" timeOffset="16105.81">8543 9228 3061 0,'0'0'840'0,"0"0"-43"15,48-32-573-15,-21 11-20 0,4-4 28 16,6-2-128-16,4-6 36 0,11-4 28 15,6-3-136-15,6-2-16 0,10 0-4 16,9 1-12-16,-2 1 0 16,8 3 0-16,-7 3-56 0,3 5-120 15,4 0-200-15,6 1-20 0,4 1 108 16,3 1 79-16,7 1 193 0,7 3 16 16,0 4-284-16,4 4-280 0,-36 5 44 15,-1 2-1281-15</inkml:trace>
  <inkml:trace contextRef="#ctx0" brushRef="#br0" timeOffset="16939.45">9662 9436 2016 0,'0'0'229'0,"0"0"-13"0,37-2-208 0,-21-6 36 15,5-3 132-15,0-4 56 0,-1-3 76 16,7-7 460-16,4-3-175 0,2-7-145 16,5-6 228-16,7-7-272 15,5-7-72-15,6-7 93 0,1-8-293 16,12-3-52-16,-1-7-48 0,6-3-32 15,-1-2-12-15,5-4-44 0,1-1-12 16,5 1 68-16,5-1 0 16,0 0 0-16,-4-1 0 0,0 4-4 15,-7 4-36-15,-3 8-32 0,-13 9-265 16,-9 8-95-16,-17 16-304 0,-10 6-1757 0</inkml:trace>
  <inkml:trace contextRef="#ctx0" brushRef="#br0" timeOffset="17319.22">9972 8589 5334 0,'43'-14'444'0,"15"1"593"0,16-5-605 0,15 1-124 0,15-2 44 16,7 3-264-16,11 0 4 0,2 7-28 16,2 5-64-16,-4 4-20 15,-12 10-740-15,-5 6-169 0,-32-1-295 16,-5 5-1189-16</inkml:trace>
  <inkml:trace contextRef="#ctx0" brushRef="#br0" timeOffset="21938.06">23762 5232 3769 0,'0'0'2721'0,"0"0"-2120"0,45-9-321 0,-12-3 180 15,6-3-99-15,15 0-361 0,12-3 0 16,15-1 0-16,10 0 0 0,16 4 0 15,9 3 0-15,10 7 0 0,4 5 0 16,5 7 0-16,-1 6 0 0,-2 5 0 16,-12 3 0-16,-14 4-477 15,-15 1 9-15,-19 2-100 0,-14-2 71 16,-19-6-99-16,-16-6-2225 0</inkml:trace>
  <inkml:trace contextRef="#ctx0" brushRef="#br0" timeOffset="33426.57">26037 4677 6034 0,'0'0'476'0,"0"0"-99"0,0 0 179 15,0 0-396-15,0 0-36 0,0 0 36 16,0 0-136-16,0 0 0 0,0 0 36 16,-18 26-44-16,24-22 16 0,4-1 48 15,5 1-64-15,3-1 37 0,1-2-53 16,2 1 0-16,1-2 0 0,1 1 0 16,0 0 0-16,0 1 0 0,-1 2 0 15,1 2 0-15,2-1 0 16,2 0 0-16,0-1 0 0,2-3 0 15,2 2 0-15,0-3 0 0,2 0 0 16,2-3 0-16,2-2 0 0,0-1 0 16,-2 0 0-16,3 2 0 15,-5-1 0-15,-2 2 0 0,-2-1 0 16,-2 1 0-16,-3-1 0 0,1 2 0 16,0-2 0-16,-2-3 0 0,-1 2 0 15,-1-1 0-15,0 1 0 0,-3 0 0 16,-1 1 0-16,-1-2 0 15,1 2 0-15,0-1 0 0,-5 0 0 16,4-1 0-16,-1 1 0 0,1 1 0 16,-1 0 0-16,-1-1 0 0,3-1 0 15,-3 0 0-15,3 0 0 0,-1-1 0 16,-1 0 0-16,2 1 0 0,-5-1 0 16,2 0 0-16,1 0 0 15,-1 0 0-15,-1 0 0 0,-3 1 0 16,2-1 0-16,1 1 0 0,-1-2 0 15,1-1 0-15,-1 2 0 0,3-1 0 16,-5-2 0-16,2 2 0 0,1-1 0 16,-1 1 0-16,-2 0 0 15,3 0 0-15,-3-2 0 0,3 2 0 16,-1-1 0-16,-2-1 0 0,3-2 0 16,1 2 0-16,1 0 0 0,1 1 0 15,1-1 0-15,-1 1 0 0,-3 0 0 16,-1 1 0-16,0 1 0 15,-3 0 0-15,1-1 0 0,2-1 0 16,-1 2 0-16,1-1 0 0,1-1 0 16,1 0 0-16,5-3 0 0,-1 0 0 15,1 0 0-15,4-2 0 0,-3 1 0 16,-1 1 0-16,-5 1 0 0,1 1 0 16,-3 2 0-16,-1 1 0 15,-1-1 0-15,0 2 0 0,5-1 0 16,-1 0 0-16,3 0 0 0,1 0 0 15,3-2 0-15,0 0 0 0,3 1 0 16,5-1 0-16,0 1 0 0,0 0 0 16,2 5 0-16,-4 1 0 15,0 2 0-15,-4 5 0 0,-3 1 0 16,-1 2 0-16,0 0 0 0,1 1 0 16,3-2 0-16,2 2 0 0,2 1 0 15,4-3 0-15,2 2 0 0,2 0 0 16,2 0 0-16,0 2 0 15,-4 1 0-15,1 2 0 0,-6-1 0 16,-3 4 0-16,0 1 0 0,-4-1 0 16,1 1 0-16,-3 0 0 0,-2-3 0 15,-1 2 0-15,3-2 0 0,-5 0 0 16,3 1 0-16,1-2 0 0,1 3 0 16,2-3 0-16,-3 0 0 15,3 0 0-15,0-1 0 0,-1 0 0 16,1 0 0-16,-2 1 0 0,-1-1 0 15,-1-1 0-15,1 0 0 16,-1 2 0-16,-1-4 0 0,1 1 0 0,4 0 0 16,-1-2 0-16,3 1 0 0,0-2 0 15,4-2 0-15,-3 0 0 16,3 1 0-16,0 0 0 0,-2 0 0 16,0-1 0-16,0 0 0 0,-3-1 0 15,1-2 0-15,2 1 0 0,4-1 0 16,6-1 0-16,4 0 0 15,3-2 0-15,3 0 0 0,1 1 0 16,1 0 0-16,3 0 0 0,-3 1 0 16,-1 1 0-16,-1 1 0 0,-6 2 0 15,-1-3 0-15,-3 2 0 0,-2-2 0 16,0 0 0-16,0-2 0 0,4 0 0 16,0 1 0-16,5-1 0 15,-1 1 0-15,0-1 0 0,-3 4 0 16,-3 0 0-16,-6-1 0 0,-7 3 0 15,-7 0 0-15,-9 2 0 0,-4 2 0 16,-6 2-233-16,-6 1-711 0,-3-3-73 16,-3-3-1436-16</inkml:trace>
  <inkml:trace contextRef="#ctx0" brushRef="#br0" timeOffset="34696.79">25632 5210 3481 0,'0'0'552'0,"0"0"-260"0,0 0 81 0,0 0-1 0,0 0-164 15,0 0-96-15,0 0 92 16,44-47 44-16,-11 29 56 0,2 1 169 15,-2 1-189-15,2 2-68 0,-2 0 92 16,0-1-212-16,-2 2-8 0,0 3 24 16,4-3-108-16,1 0-4 0,3 1 8 15,0 0-4-15,7 0-4 0,-3 1 0 16,5 2-8-16,-1 3 8 0,-1 1 0 16,-3 4 0-16,2 1 0 15,-5 0 0-15,-1 0 4 0,-2 4-4 16,-4 2 4-16,2 1 4 0,-1 2-8 15,1 1 20-15,0 0-12 0,0 2 0 16,0 1 24-16,2 1-24 16,-2 1-8-16,3 0 4 0,1 0 8 15,-2 2-12-15,2 0 16 0,-1-1 4 16,-1 2-12-16,-2-1 68 0,2 2-68 16,0 2 36-16,1-1 100 0,1 1-107 15,0 1-37-15,-2-3 0 16,1 1 0-16,-3 0 0 0,-4 0 0 15,-2-1 0-15,0 1 0 0,-5 2 0 16,-3-1 0-16,-2-2 0 0,-1 1 0 16,-1 1 0-16,1-1 0 0,1 0 0 15,4 1 0-15,2-3 0 0,3-1 0 16,6-1 0-16,1-3 0 0,4-5 0 16,2 0 0-16,3-2 0 15,-1-2 0-15,-2 0 0 0,3-2 0 16,-5-2 0-16,3 0 0 0,-3-2 0 15,0-3 0-15,0-1 0 0,3-1 0 16,-1-4 0-16,0-1 0 16,5-2 0-16,-3-3 0 0,3-1 0 15,1-2 0-15,3 1 0 0,2-2 0 16,-1 3 0-16,1 0 0 0,0 0 0 16,-3-1 0-16,3-1 0 0,-3 2 0 15,-1-1 0-15,2 0 0 16,-5 1 0-16,-1-1 0 0,3 1 0 15,1 1 0-15,3 0 0 0,-1 0 0 16,4 3 0-16,-3-1 0 0,5 3 0 16,0 1 0-16,-2 3 0 0,-1 1 0 15,3 2 0-15,-4 3 0 0,6 0 0 16,-2 2 0-16,-1 0 0 0,3 0 0 16,4 2 0-16,2-2 0 15,5 1 0-15,-1 1 0 0,0-1 0 16,0 1 0-16,3 1 0 0,-1-2 0 15,0 3 0-15,0-2 0 0,-1 2 0 16,-1-1 0-16,-6 1 0 16,0-2 0-16,-8 2 0 0,-7-1 0 15,-3 1 0-15,-9-1-905 0,-13 0-156 16,-1-3-443-16</inkml:trace>
  <inkml:trace contextRef="#ctx0" brushRef="#br0" timeOffset="36263.94">25624 4243 2433 0,'0'0'1596'0,"0"0"-1155"16,35-8 39-16,-18 5 36 0,-1 2-476 16,-1 1-16-16,1 0 248 0,3 4-124 15,4-2-44-15,3 2 176 0,3-2-188 16,4 0-44-16,3-1-8 15,5-1-36-15,4 0 8 0,3-4 17 16,2-1-21-16,1-1-8 0,1-2 0 16,0-1 0-16,-3-1 0 0,1-1 4 15,2 0 4-15,-5-2-8 0,-1-1 0 16,1-1 8-16,1 0-8 0,-1 0 0 16,3 0 8-16,1-2-8 15,-1-2 0-15,0 0-4 0,3-3 4 16,1 0 0-16,2 0 0 0,-2-3 0 15,-1-1 0-15,1-2 4 0,0-1-4 16,0 2 0-16,4-1-36 16,-1 2 23-16,1 2 1 0,4 1-4 15,-2 1 16-15,2 1 0 0,-4 3 4 16,2 3-4-16,2 2 0 0,0 2 4 16,4 2-4-16,0 1 12 0,1 1 0 15,1 0-12-15,-2 3 5 16,-4 2-1-16,-2 2-4 0,-6 4 0 15,-3 4-9-15,-3 2 9 0,-5 4 21 16,1 4-17-16,-3 1 56 0,0 3 88 16,7 0-12-16,-5 3 0 0,5-1-52 15,-3 0-72-15,3 1-8 0,-5 0 4 16,3 0-4-16,-3 2-4 0,1 0 4 16,-1-1-4-16,-2 1 0 15,3-1 0-15,3-1 4 0,7-1-4 16,6-2 24-16,4-3-24 0,8-2 32 15,3-5 44-15,6-2-44 0,1-3 12 16,5-2-16-16,0-1-16 0,2 0-12 16,0-1 24-16,-1-1-20 0,3-2 8 15,0 0-4-15,0-3 0 16,2-1-8-16,5 0 84 0,3 0-72 16,4 0 20-16,1 3 60 0,-7 0-88 15,-4 0-4-15,-10 1-120 16,-7 0-432-16,-22 0-357 0,-10 0-3353 0</inkml:trace>
  <inkml:trace contextRef="#ctx0" brushRef="#br0" timeOffset="37522.4">25188 5673 2829 0,'0'0'168'0,"0"0"-20"0,43-24 328 16,-28 17-108-16,1 1-188 0,3-1 141 16,4 0-77-16,3-2-52 15,6 0 24-15,5-3-124 0,4 1 4 16,7 0 72-16,5-1-56 0,3 0 28 15,2 2 24-15,2 5-156 0,0 1 0 16,0 3-4-16,4 1-4 16,0 1 0-16,0 4 4 0,2 1-4 15,0 2 0-15,-2 4 0 0,1 0-12 16,-1 2 12-16,-2 2 0 0,0 1 0 16,-4 2 0-16,-3 5 0 15,1-2-4-15,0 2 4 0,-4 1 0 16,-5 1 4-16,-1 0-4 0,-5 4 0 15,-4-1 4-15,0 3-4 0,-1 1 8 16,1 0 4-16,0-1-8 0,4 0 36 16,3-4-36-16,3-3 0 0,5-3 0 15,2-3 0-15,4-4-4 0,2-2 4 16,2-4 0-16,2-2-4 0,2-4 0 16,4-1 12-16,0-2-12 15,5-1 40-15,-1-3 4 0,3-2 60 16,3-2 96-16,1-4-104 0,8-1 9 15,2-4 39-15,4-1-128 0,8-3 4 16,1-3-8-16,1-3-8 16,5-2-4-16,-1-3 0 0,3 0 0 15,1-1 0-15,1 2 0 0,0 1 0 16,-1 2 0-16,3 3 8 0,2 0 4 16,2 4 8-16,4 3 132 15,-2 1-12-15,2 8-20 0,2 1-52 16,-6 4-60-16,-2 4-8 0,0 3 0 15,-5 6-48-15,-1 2-96 0,-3 5-352 16,1 1-161-16,-31-4-523 0,1 0-2006 0</inkml:trace>
  <inkml:trace contextRef="#ctx0" brushRef="#br0" timeOffset="42410.44">23884 8064 7667 0,'0'0'336'0,"0"0"-147"0,74-4-189 0,-2-3 0 0,25-1 0 15,30-4 0-15,23-1 0 16,24 2 0-16,18 2 0 0,-2 2 0 15,-10 2 0-15,-18 1 0 0,-49 3-357 16,-11 1-1504-16</inkml:trace>
  <inkml:trace contextRef="#ctx0" brushRef="#br0" timeOffset="54966.23">26168 7700 3373 0,'0'0'1649'0,"0"0"-817"0,0 0 9 0,0 0-541 0,0 0-80 0,0 0 132 0,0 0-264 16,0 0 4-16,0 0 76 0,10-3-56 16,-6 2 16-16,4 0-91 0,1-2-37 15,-3 1 0-15,4 1 0 16,-4 1 0-16,1-1 0 0,-1 1 0 16,-2 0 0-16,0 0 0 0,0 0 0 15,0 0 0-15,0 0 0 0,-1 1 0 16,1-1 0-16,0 1 0 0,0 2 0 15,2-1 0-15,0-2 0 0,1 1 0 16,1 2 0-16,2-2 0 0,3 0 0 16,-1 0 0-16,0 0 0 0,-1 3 0 15,-3-3 0-15,-4-1 0 0,2 2 0 16,-2-1 0-16,3 1 0 16,-1-1 0-16,2-1 0 0,-2 1 0 15,3-1 0-15,1 0 0 0,-2 0 0 16,0 0 0-16,-1 0 0 15,-1 0 0-15,2 0 0 0,2 3 0 16,1-1 0-16,1-1 0 0,5 0 0 16,-7 1 0-16,0-1 0 0,-3-1 0 15,-3 1 0-15,4-1 0 16,-2 1 0-16,0-1 0 0,3 0 0 16,-3 0 0-16,2 0 0 0,3 0 0 15,1 0 0-15,7 0 0 0,-1 0 0 16,1-2 0-16,-3-1 0 0,-1 2 0 15,-3 0 0-15,1-1 0 0,-7 2 0 16,0-2 0-16,-2 2 0 0,0-1 0 16,0 1 0-16,0 0 0 0,1 0 0 15,-3 0 0-15,0 0 0 16,0 0 0-16,0 0 0 0,0 0 0 16,0 0 0-16,2-1 0 0,0 0 0 15,2-1 0-15,-1 0 0 0,-1 1 0 16,0 0 0-16,2 1 0 15,-2 0 0-15,0 0 0 0,0 0 0 16,1 0 0-16,-1 0 0 0,-2 0 0 16,0 0 0-16,2 0 0 0,-2 0 0 15,2 0 0-15,-2 0 0 16,2 0 0-16,3 0 0 0,-3-1 0 16,2 0 0-16,0-2 0 0,2 2 0 15,1-1 0-15,1-2 0 0,2-1 0 16,1 2 0-16,-3-1 0 0,-4 3 0 15,-4 1 0-15,3-1 0 0,-3 0 0 16,2-1 0-16,0 1 0 0,0 0 0 16,0 0 0-16,0 0 0 0,3-3 0 15,1 1 0-15,0-1 0 0,-2-1 0 16,3 1 0-16,-1 0 0 16,-2-1 0-16,-2 2 0 0,2-1 0 15,-2-1 0-15,-1 3 0 0,1-1 0 16,-2 0 0-16,0 2 0 15,2-3 0-15,-2 2 0 0,2 1 0 16,0-3 0-16,0 2 0 0,3 1 0 16,-3-3 0-16,2 2 0 0,-2-1 0 15,2 1 0-15,-2-3 0 16,3 3 0-16,-3-2 0 0,2 1 0 16,-2 0 0-16,2 0 0 0,-2-1 0 15,3 3 0-15,-3-2 0 0,0-1 0 16,0 2 0-16,0-2 0 0,0 3 0 15,0-3 0-15,1 2 0 0,-1 0 0 16,0-2 0-16,-2 2 0 0,2-2 0 16,0 2 0-16,-2-2 0 0,0 3 0 15,2-1 0-15,-1 1 0 16,-3-2 0-16,2 3 0 0,-2-1 0 16,2 0 0-16,0 1 0 0,-2-1 0 15,2-1 0-15,0 2 0 0,-2 0 0 16,2 0 0-16,-2 0 0 15,2-1 0-15,-2 0 0 0,0 1 0 16,0 0 0-16,0 0 0 0,0 0 0 16,0 0 0-16,2 0 0 0,-2 0 0 15,0 0 0-15,0 0 0 16,0 0-421-16,-2 0-159 0,2 0-1021 16,-4 0-280-16</inkml:trace>
  <inkml:trace contextRef="#ctx0" brushRef="#br0" timeOffset="57444.34">27183 7543 2541 0,'0'0'612'0,"0"0"-284"0,0 0 444 16,0 0-571-16,0 0-13 0,0 0 108 16,0 0-92-16,0 0-24 0,0 0 184 15,0 0-84-15,-2-6-16 0,2 6 193 16,0-1-201-16,2 1-64 16,0-1 132-16,0 1-184 0,2-3-4 15,2 0 48-15,0 0-124 0,5-3 8 16,3-3 0-16,1 1-56 15,-3 1-12-15,-4 1 4 0,1 1 4 16,-3 1-8-16,0 0 0 0,0-1 8 16,-2 3-8-16,2-3 0 0,3 0 0 15,-3 1 0-15,2-1 0 16,0 0 4-16,1-1-4 0,-1 1 0 16,0 1 0-16,-2-1 0 0,3-1 4 15,-3 0 4-15,-2 0-8 0,2 1 0 16,0 1 8-16,1-2-8 0,-3 1 4 15,0 0 4-15,2 1-8 0,-2-1 0 16,0 1 0-16,1-1 0 0,-1 3 0 16,0-3 0-16,-2 3 0 0,2 0 0 15,0-1-4-15,-2 2 4 16,2-2 0-16,0 0-4 0,1 0 4 16,-1-1 0-16,0 2 8 0,0-2-8 15,2 1 0-15,-2 0 0 0,1 1 0 16,-1-1 0-16,0 1-4 15,0-1 4-15,0-1 0 0,0 2 0 16,2-1 0-16,-1 1 0 0,-1-2 0 16,2 3 0-16,-2-3 0 0,0 1 0 15,2 1 0-15,-2-1 0 16,1 2 0-16,-1-1 0 0,2-1 0 16,-2 1-4-16,0 0 4 0,0-1 4 15,0 1 9-15,1-2-13 0,-1 3 0 16,0-3 0-16,0 2 0 0,-2 0 0 15,2-1 0-15,0 2 0 0,-2 0 0 16,3 0 0-16,-1-2 0 0,0 2 0 16,2-1 0-16,0 1 0 0,-2-2 0 15,3 2 0-15,-3 0 0 0,0 0 0 16,-2 0 0-16,0-1 0 16,-2 1 0-16,0 1 0 0,2 0 0 15,-2-1 0-15,0 1 0 0,2-1 0 16,2 0 0-16,-2-2 0 15,0 1 0-15,0 2 0 0,0-1 0 16,1 0 0-16,-3-1 0 0,2 2 0 16,-2-1 0-16,0 1 0 0,0 0 0 15,0 0 0-15,0-1 0 16,2 1 0-16,-2 0 0 0,0-1 0 16,0 0 0-16,2-1 0 0,-2-1 0 15,2 3 0-15,0-1 0 0,-2 0 0 16,2-1 0-16,-2 2 0 0,2-1 0 15,-2 1 0-15,0 0 0 0,2 0 0 16,-2 0 0-16,0 0 0 0,0 0 0 16,0 0 0-16,0-1 0 0,0 1 0 15,2 0 0-15,-2 0 0 16,2 0 0-16,0 0 0 0,0-1 0 16,0 0 0-16,0-2 0 0,1 2 0 15,-1 0 0-15,-2 1 0 0,2-1 0 16,-2 0 0-16,2 0 0 15,-2-1 0-15,2 2 0 0,-2-1 0 16,2 0 0-16,0-1 0 0,-2 1 0 16,2-1 0-16,0 2 0 0,0-1 0 15,-2 0 0-15,4-1 0 16,-2 1 0-16,0 0 0 0,3-1 0 16,-3-2 0-16,2 3 0 0,-2-1 0 15,0-1 0-15,0 2 0 0,0 0 0 16,-2-2 0-16,2 1 0 0,2 1 0 15,-2 0 0-15,0-2 0 0,2 2 0 16,1 0 0-16,-3-1 0 0,2-1 0 16,-2 2 0-16,2-2 0 0,-2 0 0 15,0 2 0-15,2-1 0 16,-2-1 0-16,3 2 0 0,-1 0 0 16,0-1 0-16,0 2 0 0,0 0 0 15,2 0 0-15,0 0 0 0,1 0 0 16,-1 1 0-16,2 0 0 0,0-1 0 15,-1 0 0-15,1 0 0 16,0 0 0-16,5 0 0 0,-1 0 0 16,2 0 0-16,-3-1 0 0,-5 0 0 15,-4 1-205-15,0 0-1019 0,-2-1-709 16,2-2-2001-16</inkml:trace>
  <inkml:trace contextRef="#ctx0" brushRef="#br0" timeOffset="61937.43">27830 7104 1628 0,'0'0'460'0,"0"0"-155"16,0 0 611-16,0 0-440 0,0 0 269 15,0 0-261-15,35-15-124 0,-31 12 208 16,2 0-336-16,-2 1-108 16,0 0 12-16,1 0-64 0,-3 2 13 15,2 0-9-15,-2 0-72 0,0 0 8 16,4 3 0-16,0-1 0 0,3 2-12 15,5-1 32-15,3-1-28 16,-1 0 36-16,1-1 84 0,-1 0-40 16,-1-1 20-16,-5 1 28 0,0 2-76 15,-4-3 0-15,1 1 56 0,1 1-44 16,2-1 24-16,5 2 60 16,-1-2-104-16,1-1 16 0,-1 0 56 15,-6 0-80-15,1 0 44 0,-5 1-11 16,0 0-73-16,0-1 0 0,0 2 0 15,0 0 0-15,3-1 0 0,-3 2 0 16,2 0 0-16,4-1 0 0,5 0 0 16,-1-2 0-16,3 0 0 0,-3 0 0 15,-1 0 0-15,-1 0 0 0,-4 1 0 16,1 0 0-16,-5 0 0 16,2 0 0-16,0 2 0 0,0-1 0 15,3 0 0-15,1 1 0 0,-4-2 0 16,2-1 0-16,1 0 0 0,-1 1 0 15,-2-1 0-15,2 0 0 16,-1 0 0-16,1 0 0 0,-2 1 0 16,0 0 0-16,0 2 0 0,1-2 0 15,-3 2 0-15,4 0 0 16,-4-2 0-16,4 1 0 0,-1 0 0 16,1-1 0-16,-2 0 0 0,2 0 0 15,1 0 0-15,-3 1 0 0,2-1 0 16,0 1 0-16,-1 2 0 0,-1-3 0 15,0-1 0-15,-2 0 0 0,0 0 0 16,0 0 0-16,1 0 0 0,-3 0 0 16,2-1 0-16,-2 1 0 0,2 0 0 15,-2 0 0-15,2 0 0 0,-2 0 0 16,2 0 0-16,0 1 0 16,1-1 0-16,1 1 0 0,-2-1 0 15,2 1 0-15,-2 0 0 0,0-1 0 16,1 1 0-16,-1-1 0 15,-2 1 0-15,0 0 0 0,0-1 0 16,0 0 0-16,0 1 0 0,0-1 0 16,2 1 0-16,0 1 0 0,0-1 0 15,-1 0 0-15,1 0 0 16,0 0 0-16,0 1 0 0,-2 0 0 16,2 0 0-16,0 2 0 0,0-2 0 15,-2 3 0-15,3-4 0 0,-1 3 0 16,0-2 0-16,0 0 0 0,2 1 0 15,-2-2 0-15,0 1 0 0,3 1 0 16,-1-2 0-16,-2 0 0 0,2-1 0 16,-2 2 0-16,3 1 0 0,-3-2 0 15,0 2 0-15,0 1 0 0,2 0 0 16,-2-1 0-16,3 1 0 16,-3-1 0-16,2 1 0 0,0-2 0 15,0 1 0-15,0-1 0 0,-1-1 0 16,1 0 0-16,-2 2 0 15,0-3 0-15,0 0 0 0,0 1 0 16,-2 0 0-16,-2-1 0 0,2 0 0 16,3 0 0-16,-3 1 0 0,2 2 0 15,0-2 0-15,0 0 0 16,0 0 0-16,0 0 0 0,0 2 0 16,1-2 0-16,-1 0 0 0,0 1 0 15,-2 1 0-15,2-2 0 0,-2 0 0 16,2 0 0-16,-4-1 0 0,2 0 0 15,0 0 0-15,-2 0 0 0,2 0 0 16,1 0 0-16,-3 0 0 0,2-1 0 16,-2 0 0-16,2 1 0 0,-2 0 0 15,2 0 0-15,-2 0 0 0,2 0 0 16,0 0 0-16,-2 1 0 16,0-1 0-16,2 1 0 0,-2-1 0 15,2 0 0-15,0 0 0 0,-2 0 0 16,2 0 0-16,0 0 0 15,0 0 0-15,0-1 0 0,0 0 0 16,0 1 0-16,1 0 0 0,-3 0 0 16,2 0 0-16,2 0 0 0,-2 0 0 15,-2 0 0-15,4 0 0 16,-2 0 0-16,2 2 0 0,-2-2 0 16,0 2 0-16,2-1 0 0,-2 0 0 15,1 0 0-15,1 1 0 0,-4 0 0 16,2-1 0-16,0 0 0 0,0 0 0 15,-2 0 0-15,2 1 0 0,0-2 0 16,0 1 0-16,0-1 0 0,0 0 0 16,0 1 0-16,0-1 0 0,0 1 0 15,3-1 0-15,-1 3 0 0,-2-1 0 16,4 0 0-16,-2 2 0 16,4-2 0-16,1 1 0 0,-1-1 0 15,0 0 0-15,-2 0 0 0,3-1 0 16,-3-1 0-16,-2 0 0 15,-2 0 0-15,0 0 0 0,-2 0 0 16,2 0 0-16,-2 0 0 0,0 0 0 16,0 0 0-16,2 0 0 0,-2 0 0 15,2 1 0-15,0 0 0 16,3-1 0-16,-3 1 0 0,0 0 0 16,0 1 0-16,0-1 0 0,2 0 0 15,-2 1 0-15,2 1 0 0,-2-2 0 16,2-1 0-16,0 0 0 0,-1 1 0 15,-1-1 0-15,2 0 0 0,0 0 0 16,2-1 0-16,-2 1 0 0,4-1 0 16,-3-1 0-16,1 1 0 0,-2 0 0 15,0 1 0-15,-2 0 0 16,2 0 0-16,-2 0 0 0,0 0 0 16,3 0 0-16,-3 2 0 0,0 0 0 15,0-1 0-15,2 0 0 0,0 0 0 16,0 1 0-16,0-1 0 15,2-1 0-15,1 0 0 0,-3 0 0 16,2 0 0-16,0 0 0 0,-2 0 0 16,0 0 0-16,1 0 0 0,-1 0 0 15,0 1 0-15,0 0 0 16,0-1 0-16,-2 3 0 0,2-2 0 16,-2 1 0-16,3-1 0 0,-3 2 0 15,0-2 0-15,0 1 0 0,0-1 0 16,0-1 0-16,0 3 0 0,2-2 0 15,-2 0 0-15,2 0 0 0,2 2 0 16,-1-1 0-16,-1-1 0 0,0 0 0 16,0 2 0-16,0-2 0 0,-2 0 0 15,2 0 0-15,1 1 0 16,-1-1 0-16,0 0 0 0,-2 0 0 16,2-1 0-16,-2 0 0 0,0 1 0 15,2 1 0-15,-2 0 0 0,0 0 0 16,3-1 0-16,-1 2 0 15,0-1 0-15,2 0 0 0,-2 1 0 16,2-1 0-16,1 2 0 0,-1-2 0 16,2-1 0-16,-4-1 0 0,0 2 0 15,-2-1 0-15,2-1 0 16,-4 0 0-16,0 1 0 0,3 0 0 0,-3-1 0 16,0 1 0-16,2 2 0 15,-2-1 0-15,4-1 0 0,-2 3 0 16,0-2 0-16,0 0 0 0,2 1 0 15,-2-1 0-15,0 1 0 0,0-1 0 16,0-1 0-16,0 0 0 0,0 1 0 16,1-1 0-16,-3 0 0 0,0 0 0 15,2-1 0-15,0 1 0 0,0 2 0 16,0-1 0-16,0 0 0 16,0 1 0-16,2-1 0 0,-2 0 0 15,0 1 0-15,2-2 0 0,-2 0 0 16,0 0 0-16,-2 1 0 15,3 0 0-15,-1-1 0 0,0 0 0 16,0 1 0-16,0 0 0 0,0-1 0 16,0 0 0-16,0 0 0 0,0 1 0 15,0-1 0-15,0 0 0 0,0-1 0 16,0 2 0-16,0 0 0 16,0-1 0-16,1 0 0 0,-1 0 0 15,-2 1 0-15,2 0 0 0,0-1 0 16,0 0 0-16,0 0 0 0,0 2 0 15,0-3 0-15,0 1 0 0,-2 0 0 16,2 0 0-16,-2-1 0 0,2 1 0 16,0 1 0-16,-2-1 0 0,2 0 0 15,-2 0 0-15,2 0 0 0,0 2 0 16,3-1 0-16,-3-2 0 16,0 2 0-16,0 1 0 0,0-2 0 15,0 0 0-15,-2-1 0 0,2 0 0 16,-2 0 0-16,0 1 0 15,2 0 0-15,-2 0 0 0,2 0 0 16,0-1 0-16,0 1 0 0,-2 0 0 16,2-1 0-16,-2 0 0 0,2 0 0 15,0 0 0-15,1 1 0 0,-3 2 0 16,2-2 0-16,-2 1 0 0,0-1 0 16,0 2 0-16,0-2 0 15,0 1 0-15,0 2 0 0,0-3 0 16,0 1 0-16,0 0 0 0,0 0 0 15,0-1 0-15,0 2 0 0,0-1 0 16,0-1 0-16,2 1 0 0,-2 1 0 16,0-1 0-16,0-2 0 0,0 3 0 15,2-2 0-15,-2 1 0 0,0-1 0 16,0 0 0-16,0 1 0 16,0-1 0-16,0 0 0 0,2-1 0 15,-2 2 0-15,0 0 0 0,0 0 0 16,0-1 0-16,0 3 0 15,0-2 0-15,0 0 0 0,0 1 0 16,0-1 0-16,0-2 0 0,-2 1 0 16,2 2 0-16,0-3 0 0,0 1 0 15,0-1 0-15,0 1 0 0,0-1 0 16,0 0 0-16,0 1 0 16,0-1 0-16,0 0 0 0,-2 1 0 15,0 0 0-15,2 1 0 0,-2-1 0 16,-1-1 0-16,1 1 0 0,0 0 0 15,0 1 0-15,0 0 0 0,0-1 0 16,0 0 0-16,0 2 0 0,0-1 0 16,-2-1 0-16,2 2 0 0,0-1 0 15,0-1 0-15,-3 2 0 0,3-1 0 16,0-1 0-16,-2 2 0 16,0-1 0-16,0-1 0 0,0 1 0 15,0 2 0-15,0-3 0 0,-1 2 0 16,-1 0 0-16,0-2 0 0,2 3 0 15,-2-2 0-15,2 2 0 16,-1-2 0-16,1 1 0 0,2-1 0 16,-2 0 0-16,2 1 0 0,-2-1 0 15,0-1 0-15,-2 0 0 0,-1 2 0 16,1-1 0-16,0-2 0 0,-2 2 0 16,1 0 0-16,-1 0 0 15,2-1 0-15,-2-1 0 0,2 1 0 16,-1 1 0-16,-1-1 0 0,0 0 0 15,0 0 0-15,-1 0 0 0,-3 3 0 16,-3-2 0-16,-1 3 0 0,1-4 0 16,1 0 0-16,1 1 0 0,1-1 0 15,2 0 0-15,-3 0 0 16,5-1 0-16,0 0 0 0,2 0 0 16,-1 0 0-16,1 0 0 0,-2 0 0 15,0 0 0-15,-1 0 0 0,1-1 0 16,0 0 0-16,0 1 0 15,-3-3 0-15,5 3 0 0,-4-1 0 16,-3 0 0-16,3-4 0 0,-4 3 0 16,-3-2 0-16,3 2 0 0,-1-2 0 15,3 1 0-15,1-1 0 0,1 0 0 16,2 1 0-16,-1 1 0 16,3-1 0-16,2 1 0 0,-4-1 0 15,-3 0 0-15,1-2 0 0,2 3 0 16,2 0 0-16,-1-1 0 0,-1 0 0 15,-2-4 0-15,-3-2 0 0,-1 0 0 16,2-2 0-16,-1 4 0 0,1 0 0 16,-1 1 0-16,3 1 0 0,2 2 0 15,2 0 0-15,1 2 0 0,-1 0 0 16,0-1 0-16,-2-1 0 16,4 1 0-16,-3-1 0 0,1 1 0 15,4 0 0-15,-2-2 0 0,4 2 0 16,-2-2 0-16,2 1 0 15,0-1 0-15,0-1 0 0,0-1 0 16,4-1 0-16,-2 0 0 0,0 0 0 16,0 1 0-16,0 1 0 0,0 1 0 15,1 0 0-15,-1 1 0 0,0-2 0 16,0 1 0-16,0 1 0 16,0-2 0-16,0 3 0 0,0-3 0 0,2 1 0 15,-2 2 0-15,2-3 0 16,0 4 0-16,1-2 0 0,-1 0 0 15,-2 1 0-15,4-1 0 0,-4 1 0 16,2 1 0-16,2 0 0 0,-4-3 0 16,3 4 0-16,-1-1 0 0,0 0 0 15,-2 0 0-15,2-1 0 0,2 1 0 16,0 1 0-16,1-1 0 16,-1-1 0-16,2 0 0 0,-2 1 0 15,3 0 0-15,-1 0 0 0,-2 0 0 16,0-1 0-16,0 1 0 15,-1 0 0-15,1 1 0 0,0 0 0 16,-2 0 0-16,4 0 0 0,1 2 0 16,1 0 0-16,2-1 0 0,1-1 0 15,-1 0 0-15,-3 0 0 0,-3 0 0 16,0 0 0-16,-4 0 0 16,4 0 0-16,-2 0 0 0,5 0 0 15,-3 1 0-15,0 0 0 0,2 3 0 16,1-1 0-16,-3 2 0 0,2 0 0 15,-2 0 0-15,2-2 0 0,-1 3 0 16,-3 0 0-16,2-1 0 0,-2 1 0 16,0-2 0-16,-2 2 0 0,0 1 0 15,0-1 0-15,1 0 0 0,-1-1 0 16,-2 1 0-16,2-1 0 16,0 1 0-16,0-2 0 0,-2 3 0 15,0-2 0-15,0 0 0 0,0 0 0 16,0-2 0-16,0 1 0 15,-4-1 0-15,-3 2 0 0,-3-2 0 16,-2 0 0-16,-1-1 0 0,3-2 0 16,4 0-349-16,4 0-867 0,0 0-217 15,2-7-728-15</inkml:trace>
  <inkml:trace contextRef="#ctx0" brushRef="#br0" timeOffset="63694.25">28086 8393 2941 0,'0'0'708'0,"0"0"197"16,0 0-465-16,0 0 0 0,37-1 244 15,-14-3-408-15,2 2-59 0,0-1 127 16,-3 1-200-16,1-1-24 0,-2 0-52 16,-1-1-60-16,-1 1-8 15,0 0 16-15,-1-2-12 0,1 0-4 16,-1-1 20-16,3 0-8 0,0-2 0 16,1 0 112-16,3-2-56 0,2-2 68 15,2 0 204-15,-2 0-292 0,0 0-12 16,0-1 45-16,-3 2-81 15,-1 2 0-15,0-1 0 0,-4 4 0 16,1-3 0-16,-3 0 0 0,1 2 0 16,-1 0 0-16,-1 0 0 0,3 1 0 15,-2 1 0-15,-1-1 0 0,1 1 0 16,1 0 0-16,-3 0 0 16,1-1 0-16,-1 1 0 0,-1 0 0 15,-1 1 0-15,-1-1 0 0,0-1 0 16,-3 3 0-16,-3-1 0 0,0 3 0 15,0-1 0-15,5-1 0 0,3 0 0 16,3-2 0-16,-1 0 0 0,1-2 0 16,-1 1 0-16,3-1 0 0,-3 0 0 15,-3 2 0-15,-3-1 0 16,-2 2 0-16,-1 0 0 0,-1 0 0 16,0 0 0-16,2-2 0 0,1 0 0 15,-3 0 0-15,0 1 0 16,0-1 0-16,-2 1 0 0,2 1 0 15,-1-1 0-15,-1-1 0 0,0 0 0 16,-4 0 0-16,2-1 0 0,-2 0 0 16,0 0 0-16,0-2 0 0,-2 1 0 15,-2 1 0-15,0 0 0 0,2 0 0 16,-5 2 0-16,3-1 0 0,-2 1 0 16,0 1 0-16,0-1 0 15,-3 0 0-15,-1 1 0 0,0-1 0 16,-1 1 0-16,-1 1 0 0,0-1 0 15,-5 0 0-15,-4-1 0 0,3 0 0 16,-1 0 0-16,5 1 0 0,-3-1 0 16,3 0 0-16,-1-1 0 0,3 0 0 15,1 0 0-15,1 1 0 16,2 1 0-16,0 0 0 0,-1 3 0 16,-1 0 0-16,-2-2 0 0,-5 2 0 15,3 1 0-15,-3 1 0 16,0 3 0-16,-1 0 0 0,1 0 0 15,1 2 0-15,-3 1 0 0,5 1 0 16,-5 0 0-16,3 1 0 0,-3-1 0 16,0 1 0-16,3 0 0 0,-1 1 0 15,3-2 0-15,3 1 0 0,1 1 0 16,2-1 0-16,2 2 0 16,2 0 0-16,-1 0 0 0,5 0 0 15,0 1 0-15,2 0 0 0,7-1 0 16,-1 0 0-16,4-1 0 0,5-3 0 15,-1 0 0-15,5-2 0 0,-2 0 0 16,1-4 0-16,1-1 0 0,0 0 0 16,-3-1 0-16,1-4 0 0,0 0 0 15,-1-2 0-15,-1-1 0 16,-3 0 0-16,1-1 0 0,-5 1 0 16,-2 2 0-16,-2-2 0 0,-1 2 0 15,-1 0 0-15,-2 0 0 0,2 0 0 16,-4 1 0-16,2 0 0 15,-2 0 0-15,0 0 0 0,0 0 0 16,-2 2 0-16,-4-1 0 0,-7 3 0 16,-5 1 0-16,-5 1 0 0,0 6 0 15,-2-1-109-15,11-2-995 0,4-3-201 16,3-2-960-16</inkml:trace>
  <inkml:trace contextRef="#ctx0" brushRef="#br0" timeOffset="65825.62">28059 8400 1408 0,'0'0'428'15,"0"0"1481"-15,0 0-1389 0,0 0-111 16,0 0 483-16,0 0-488 0,0 0-76 16,0 0 285-16,0 0-221 0,-2-4-40 15,-2 4-4-15,0-1-244 0,-7 1-40 16,-5 0-43-16,-7 2-21 0,0 0 0 15,-1-1 0-15,1 0 0 16,2-1 0-16,1 0 0 0,-1-3 0 16,6-2 0-16,1 2 0 0,-1-4 0 15,5 1 0-15,0-2 0 0,-3-1 0 16,3 0 0-16,-4-2 0 16,-3 0 0-16,-2-1 0 0,1-2 0 15,-3 0 0-15,-6 0 0 0,-2-2 0 16,-4 2 0-16,-6 1 0 0,-2 4 0 15,-3-1 0-15,-1 4 0 0,1 0 0 16,3 2 0-16,2 0 0 0,4 1 0 16,8-1 0-16,4 1 0 0,9 1 0 15,7-1 0-15,1 0 0 16,4 0 0-16,0-2 0 0,-2-1 0 16,2-2 0-16,-2-2 0 0,-5-3 0 15,-3-6 0-15,-3 0 0 0,-5-1 0 16,-1 1 0-16,3 4 0 0,-3-2 0 15,-2-1 0-15,2 1 0 16,-1-1 0-16,-5 1 0 0,0 0 0 16,0 2 0-16,2 1 0 0,-2 2 0 15,-2 0 0-15,1 3 0 0,-6 2 0 16,-1 1 0-16,-4 2 0 0,0 3 0 16,0 1 0-16,-1 0 0 15,3 2 0-15,0 2 0 0,4 0 0 16,2 0 0-16,-4 0 0 0,4-2 0 15,-2 1 0-15,-1-1 0 0,6-2 0 16,-1 1 0-16,0-1 0 0,0 0 0 16,2 0 0-16,4-1 0 0,0 0 0 15,5-2 0-15,5 3-989 16,3-1-2949-16</inkml:trace>
  <inkml:trace contextRef="#ctx0" brushRef="#br0" timeOffset="69038.44">23894 10662 1908 0,'0'0'909'0,"-50"-4"-909"0,25-1-484 0</inkml:trace>
  <inkml:trace contextRef="#ctx0" brushRef="#br0" timeOffset="69195.03">23708 10600 4013 0,'0'0'577'16,"45"16"339"-16,-1-8 277 0,22-2-713 15,19-3 68-15,24-3-83 0,23-3-465 16,26-2 0-16,15 2 0 16,5 2 0-16,-2 1 0 0,-21 1 0 15,-46 1-1866-15,-16-2-3100 0</inkml:trace>
  <inkml:trace contextRef="#ctx0" brushRef="#br0" timeOffset="72258.14">26852 10485 2657 0,'0'0'896'0,"0"0"-660"0,0 0-80 15,0 0-152-15,0 0 4 0,0 0 60 16,35-50 40-16,-18 32 88 0,1-5 285 15,1 3-193-15,4-1-40 0,-1-2-8 16,5 1-184-16,0-1-12 0,4 1 12 16,2-1-52-16,6-2 8 15,3 2-8-15,3-3-4 0,5 2 0 16,4-4 0-16,1 3-16 0,7-3 4 16,0 2-8-16,0-1-8 0,2 1 16 15,-2 0-12-15,-2 3 0 0,0 2 24 16,0 3 0-16,0 0 4 15,0 4-4-15,2 1 0 0,0 0-4 16,0 2 4-16,4 4 0 0,-4 1 4 16,2 1-4-16,-4 5 0 0,-2 0 16 15,-8 9-16-15,-3 1 28 16,-1 5-20-16,-5 0 12 0,1 2 76 16,-1 3-40-16,-2-1 12 0,3 4-8 15,-1 1-52-15,-2 2-8 0,0 0 0 16,-1 5 4-16,-3-1-4 0,-2 4 0 15,0 2 0-15,-4 2 0 0,4 3 0 16,-4 2 4-16,2 0 4 0,2 2 100 16,-2 0-32-16,0 0 20 15,0-4 68-15,0 3-108 0,-2-4-7 16,0 0-5-16,-2-4-44 0,-2-2 16 16,1-3 32-16,-1-1-32 0,2-4 8 15,4-3 0-15,0-3-20 16,0-6-4-16,6-7 8 0,1-3-4 15,-1-4-4-15,0-6 0 0,0-5 0 16,-4-7 0-16,0-4 12 16,0-4-4-16,-2-6-8 0,0-4 48 15,0-2-28-15,-2-5 8 0,4-4-20 16,-2-1 0-16,3-4-8 0,3 1 0 16,-2-2 8-16,2-4-8 0,4-3 0 15,5-3 0-15,1 0-4 0,5-6 0 16,-2-1-84-16,4-1 8 0,1 0-52 15,3 0 7-15,2 7 93 0,0 5 24 16,2 3-8-16,-4 9 16 0,0 2 4 16,-2 3 4-16,-3 4-8 15,1 4 52-15,0 4-36 0,6 6 32 16,0 6 49-16,2 6-61 0,2 7 20 16,0 5-24-16,2 9-24 0,-4 9-8 15,-4 8 0-15,-4 7-16 16,-3 5 16-16,-7 5-4 0,-3 3-32 15,-4 4 4-15,-4 3-16 0,1 6 24 16,-3 4 24-16,-5 9 0 0,3 6 0 16,-4 6 0-16,-4 4 0 15,-3 4 4-15,-3 4-4 0,-3 4 12 16,-1 4 24-16,1 0 56 0,9-3 164 16,10-3-52-16,10-7 28 0,19 0 64 15,8-3-264-15,11-3-12 0,6-8-20 16,-3-8-484-16,-22-20-521 0,-2-6-5193 0</inkml:trace>
  <inkml:trace contextRef="#ctx0" brushRef="#br0" timeOffset="76835.45">22236 8703 3213 0,'0'0'1509'0,"0"0"-57"0,0 0-903 0,0 0-57 16,-2-33 236-16,2 31-479 0,0 2-249 15,0 0 0-15,6 10 0 16,4 9 0-16,7 10 0 0,2 9 0 16,-3 5 0-16,-1 3 0 0,-3 2 0 15,-2 1 0-15,-3 1 0 0,-3-1 0 16,-4-2 0-16,4-5 0 16,-2-6 0-16,2-6 0 0,0-10 0 15,-2-7 0-15,4-6 0 0,-1-5 0 16,1-1 0-16,0-5 0 0,4-11 0 15,5-18 0-15,-5-11 0 0,9-11 0 16,-5-5 0-16,1 0 0 0,5-3 0 16,1 1 0-16,-2 6 0 15,-1 10 0-15,-1 10 0 0,-7 10 0 16,-4 13 0-16,-2 4 0 0,-4 5 0 16,0 4-69-16,0 0-1516 0,0 0-592 0</inkml:trace>
  <inkml:trace contextRef="#ctx0" brushRef="#br0" timeOffset="77359.87">22786 8966 2076 0,'0'0'2662'0,"0"0"-1846"0,2-33 525 0,-4 24-801 16,-4 1-156-16,-5 0-11 0,-3 4-373 15,4 4 0-15,-3 6 0 0,-1 7 0 16,-1 6 0-16,-1 4 0 16,5 5 0-16,1 2 0 0,4 1 0 15,4-2 0-15,2-2 0 0,4-4 0 16,4-4 0-16,2-6 0 0,5-5 0 15,-1-5 0-15,7-3 0 0,2-10 0 16,-3-5 0-16,-1-3 0 0,0-5 0 16,-5 0 0-16,-4-1 0 15,-3 0 0-15,-3-1 0 0,-4 3 0 16,0-1 0-16,-2 3 0 0,0 2 0 16,0 3-933-16,0 4-684 0,2 3-412 15</inkml:trace>
  <inkml:trace contextRef="#ctx0" brushRef="#br0" timeOffset="77598.45">22854 9051 5138 0,'0'0'744'0,"-12"51"349"0,8-24-701 16,1-8-128-16,3-6 172 16,0-5-311-16,0-5-125 0,5-3 0 15,-1-3 0-15,4-9 0 0,4-12 0 16,3-7 0-16,-1-4 0 0,3 0 0 15,-5 7 0-15,1 5 0 0,-3 7 0 16,-4 7 0-16,-2 5 0 0,1 3 0 16,-3 1 0-16,2 4 0 15,2 9 0-15,0 9 0 0,0 2 0 16,3 4 0-16,-1-6 0 0,-2-3 0 16,4-3 0-16,-1-5 0 0,1-2 0 15,-4-5-1041-15,-4-4-2237 0</inkml:trace>
  <inkml:trace contextRef="#ctx0" brushRef="#br0" timeOffset="78678.53">23365 8624 4930 0,'0'0'572'0,"0"0"709"0,0 0-537 0,0 0-272 16,0 0-279-16,0 0-193 0,0 0 0 16,0 0 0-16,-2 69 0 0,4-24 0 15,6 0 0-15,-2 0 0 0,0 1 0 16,-2-2 0-16,1 0 0 15,-3-2 0-15,0-2 0 0,-2-3 0 16,0-5 0-16,0-7-245 0,0-9-995 16,0-5-397-16</inkml:trace>
  <inkml:trace contextRef="#ctx0" brushRef="#br0" timeOffset="78820.39">23340 8947 5906 0,'18'-35'777'15,"7"5"-53"-15,8-4-156 0,-2 2-351 16,2 0-217-16,3 2 0 0,-7 1 0 16,-5 4 0-16,-1 3 0 0,-8 7 0 15,-7 5 0-15,-6 3 0 16,2 4-9-16,-4 2-1175 0,0 1-389 0</inkml:trace>
  <inkml:trace contextRef="#ctx0" brushRef="#br0" timeOffset="79036.59">23437 8878 6651 0,'0'0'784'0,"0"0"-336"0,0 0-139 15,0 0-309-15,21 51 0 0,-11-21 0 16,0 1 0-16,3-4 0 0,1-6 0 15,3-2 0-15,3-3 0 0,1-2 0 16,2-4 0-16,0-1 0 0,-5-5-369 16,-1 0-964-16,-5-4-523 0</inkml:trace>
  <inkml:trace contextRef="#ctx0" brushRef="#br0" timeOffset="79434.25">23764 8929 4105 0,'0'0'2181'0,"0"0"-1608"16,0 0-69-16,-38-22 0 0,24 31-296 16,-7 4-91-16,1 8-117 0,-1-2 0 15,6 4 0-15,5-2 0 0,2-2 0 16,8 0 0-16,0-5 0 16,8 2 0-16,0-7 0 0,7-3 0 15,-1-1 0-15,3-4 0 0,-1-1 0 16,-1 0 0-16,-1-2 0 0,-1-2 0 15,1 1 0-15,-1 0 0 0,-3 2 0 16,2 1-153-16,1 2-91 16,-1 4-320-16,3 0 232 0,-3 0 116 15,3 0 116-15,-5-1 80 0,-2-4 20 16,-4 1 44-16,0-2 36 0,-4 0 92 16,0-1 220-16,0-2 76 0,0-3-136 15,-4-5-191-15,-4-3-141 0,-2-4 0 16,1-1 0-16,5 3 0 15,4 0 0-15,0 0 0 0,4 2 0 16,5-1 0-16,-1 2 0 0,2 1-333 16,1-1-487-16,-7 3-1277 0,8 0 20 15</inkml:trace>
  <inkml:trace contextRef="#ctx0" brushRef="#br0" timeOffset="79851.99">23968 8943 6058 0,'0'0'1049'15,"-16"47"-405"-15,10-21-284 0,1-4-279 16,5-2-81-16,0-2 0 0,0-5 0 16,5-6 0-16,-3-3 0 15,4-4 0-15,4-4 0 0,5-14 0 16,3-6 0-16,-1-6 0 0,-5-1 0 16,-2 3 0-16,-1 3 0 0,-3 2 0 15,-2 5 0-15,-2 4 0 0,0 6 0 16,-2 6 0-16,0 2 0 0,0 7 0 15,0 8 0-15,0 5 0 16,2 3 0-16,0 0 0 0,-2-1 0 16,0 0 0-16,4-2 0 0,1-2 0 15,-3-5 0-15,2-4 0 0,-2-5-45 16,2-2 41-16,0-2-12 16,2-1 32-16,7-7-16 0,1-5 49 15,3-5-49-15,-3-2 0 0,1 1 0 16,-3 2 0-16,-2 5 0 0,-3 4 0 15,-3 4 0-15,-4 3 0 0,4 1 0 16,-2 0 0-16,2 4 0 16,-2 8 0-16,0 4 0 0,-2 3 0 15,0 0 0-15,0-2 0 0,0-5 0 16,2-4 0-16,0-2 0 0,0-1 0 16,5 1-1201-16,-3-3-384 0,8-2-568 15</inkml:trace>
  <inkml:trace contextRef="#ctx0" brushRef="#br0" timeOffset="80331.82">24384 8963 4902 0,'0'0'920'0,"0"0"-224"0,0 0 341 0,0 0-653 16,-40-27-131-16,26 31-253 16,0 5 0-16,-1 5 0 0,3 4 0 15,1 1 0-15,1 0 0 0,10-2 0 16,0-4 0-16,8-4 0 0,5-2 0 15,3-4 0-15,3-3 0 0,1-7 0 16,1-3 0-16,-2-3 0 0,-3-4 0 16,-1 2 0-16,-5-1 0 15,0 1 0-15,-3 5 0 0,-3 3 0 16,-2 2 0-16,-2 2 0 0,0 2 0 16,0 1 0-16,0 1 0 0,0 9 0 15,0 2 0-15,0 3 0 0,2-1 0 16,-2-3 0-16,2-4 0 15,-2-3 0-15,0 0-233 0,0 1-27 16,4-2 0-16,-4 1 12 0,2-2 136 16,-2 0 48-16,2-1 44 0,0-1 4 15,0 0 16-15,5-4 0 0,-1-1 0 16,4-5 0-16,5-4 4 16,3-1 12-16,1 0 12 0,-3 0 216 15,1 2 24-15,-3 2 8 0,-5 2 101 16,-3 2-377-16,-2 5 0 0,-4 2 0 15,0 0 0-15,0 5 0 0,-2 8 0 16,2 8 0-16,2 3 0 0,6 2 0 16,3-4 0-16,1-3 0 15,4-2 0-15,-1-2 0 0,-5-5 0 16,-1-6 0-16,-1-2 0 0,-4-3 0 16,2-3 0-16,-6-11-2794 0</inkml:trace>
  <inkml:trace contextRef="#ctx0" brushRef="#br0" timeOffset="80894.75">25277 8797 5922 0,'0'0'1149'16,"10"34"-429"-16,-6-6-319 0,0 5-401 15,-2 1 0-15,5 1 0 0,-1-3 0 16,2 0 0-16,0-4 0 0,-1-3 0 16,-1-1 0-16,-2-6 0 15,0-5 0-15,-2-6 0 0,0-3 0 16,0-4 0-16,0-1 0 0,5-9 0 16,3-13 0-16,6-5 0 0,5-8 0 15,4 0 0-15,2 1 0 0,-5 8 0 16,-1 2 0-16,-2 6 0 15,-5 6 0-15,-3 4 0 0,-5 3 0 16,-4 4-161-16,0 0-2888 0</inkml:trace>
  <inkml:trace contextRef="#ctx0" brushRef="#br0" timeOffset="81197.49">25667 8895 7011 0,'0'0'1181'15,"0"0"-1181"-15,-41-1 0 0,29 2 0 16,-3 8 0-16,3 4 0 16,-1 6 0-16,3 6 0 0,0 4 0 0,4 1 0 15,3 2 0-15,3-1 0 16,13-6 0-16,3-5 0 0,5-5 0 16,6-7 0-16,-2-6 0 0,0-2 0 15,-3-10 0-15,-1-4 0 0,-7-3 0 16,-3-5 0-16,-5-1 0 15,-4-1 0-15,0-2 0 0,-2 3 0 16,-6 0 0-16,-2 2 0 0,-3 2 0 16,1 2 0-16,2 2 0 0,2 4 0 15,1 2-33-15,5 5-1227 0,0 2 7 16,5 0-540-16</inkml:trace>
  <inkml:trace contextRef="#ctx0" brushRef="#br0" timeOffset="81382.39">25752 9182 5410 0,'0'0'1357'16,"0"0"-689"-16,0 0-260 15,0 0-59-15,0 0-349 0,-4-34 0 16,6 1 0-16,2-4 0 0,5 1 0 16,1 3 0-16,2 5 0 0,3 3 0 15,1 4 0-15,-1 1 0 0,-1 1 0 16,3-2 0-16,-5 6-93 15,-2-4-1752-15</inkml:trace>
  <inkml:trace contextRef="#ctx0" brushRef="#br0" timeOffset="81613">26130 8411 7251 0,'0'0'796'0,"0"0"-651"0,-35 43-145 15,25-14 0-15,2 9 0 0,2 6 0 16,1 8 0-16,3 2 0 0,2 5 0 16,2 3 0-16,0 2 0 15,1-2 0-15,-1 0 0 0,-2-4 0 16,-2-7 0-16,-7-1 0 0,1-7 0 16,-6-7 0-16,-1-11-225 0,3-9-1268 15,-3-11-2252-15</inkml:trace>
  <inkml:trace contextRef="#ctx0" brushRef="#br0" timeOffset="81737.64">25920 9039 6627 0,'0'0'124'16,"39"-36"744"-16,-4 18-295 0,0 2-573 15,2 4 0-15,-1 4 0 0,-3 1 0 16,-9 3 0-16,-1 3 0 16,-4 1 0-16,-5 0 0 0,-6 2 0 15,-3 1-1109-15,-5 1-732 0</inkml:trace>
  <inkml:trace contextRef="#ctx0" brushRef="#br0" timeOffset="82013.16">26246 9108 7303 0,'0'0'889'0,"0"0"-889"16,0 0 0-16,37-31 0 0,-26 15 0 15,-3-1 0-15,-2-2 0 0,0-2 0 16,-1-1 0-16,-3 0 0 15,-2-2 0-15,0 5 0 0,-4 4 0 16,-1 7 0-16,-3 8 0 0,-4 7 0 16,-5 10 0-16,-1 10 0 0,-3 3 0 15,2 5 0-15,5 0 0 0,6 3 0 16,5-2 0-16,8-2 0 16,7-4 0-16,7-5 0 0,5-4 0 15,7-8 0-15,0-6 0 0,7-7 0 16,-5-5 0-16,0-5 0 0,-8-7-585 15,-9 3-500-15,-3-4-491 0</inkml:trace>
  <inkml:trace contextRef="#ctx0" brushRef="#br0" timeOffset="82176.13">26465 8921 4978 0,'0'0'936'16,"0"0"149"-16,0 0-165 0,7 53-647 15,1-28-273-15,-2-3 0 0,4 1 0 16,3-2 0-16,-1-1 0 15,5-2 0-15,1-3 0 0,1-2 0 16,0-4 0-16,-3-3 0 0,-1-5 0 16,-3-1 0-16,-4-7 0 0,-2-8-1089 15,-4 2-272-15,1-6-2357 0</inkml:trace>
  <inkml:trace contextRef="#ctx0" brushRef="#br0" timeOffset="82338.73">26707 8873 5338 0,'0'0'1977'15,"0"0"-1165"-15,-25 44-747 0,1-12-65 16,-9 1 0-16,-1 2 0 0,-3-1 0 16,4 0 0-16,4-4 0 15,9-5 0-15,5-5 0 0,9-4 0 16,2-6 0-16,4-4-209 0,0-5-1992 0</inkml:trace>
  <inkml:trace contextRef="#ctx0" brushRef="#br0" timeOffset="82977.88">23195 9471 5626 0,'0'0'924'0,"0"-39"401"0,-8 22-1008 0,-5 5-317 0,-5 3 0 16,-5 4 0-16,-4 4 0 0,0 2 0 16,-4 4 0-16,0 4 0 15,0 3 0-15,5 2 0 0,-5 3 0 16,14 2 0-16,0-2 0 0,13-2 0 16,6-2 0-16,9-2 0 0,3 0 0 15,7 0 0-15,8-1 0 0,-2-2 0 16,2 0 0-16,0 0 0 15,-3 1 0-15,-1-1 0 0,-8-1 0 16,-5-1 0-16,-8 2 0 0,-8 3 0 16,-6 2 0-16,-11 6 0 0,-8-4 0 15,-6 2 0-15,-2-3 0 16,0-1 0-16,-1-3 0 0,5-6 0 16,11-3 0-16,7-1 0 0,9-3 0 15,6-4-913-15,0 1-624 0,6-6-3253 0</inkml:trace>
  <inkml:trace contextRef="#ctx0" brushRef="#br0" timeOffset="83220.5">23396 9192 6599 0,'0'0'1080'15,"0"0"-567"-15,0 0-513 0,-17 48 0 16,13-8 0-16,4 6 0 15,0 3 0-15,4 1 0 0,0-1 0 16,-2 4 0-16,-2 1 0 0,0 0 0 16,-6 1 0-16,2-5 0 0,-2-4 0 15,2-8 0-15,2-10 0 16,2-11 0-16,-2-9-129 0,-1-6-2920 16,1-11-1213-16</inkml:trace>
  <inkml:trace contextRef="#ctx0" brushRef="#br0" timeOffset="83361.21">23245 9539 5954 0,'0'0'845'0,"0"0"363"16,45-29-1023-16,-28 23-185 15,3 2 0-15,1 3 0 0,0 1 0 16,2 0 0-16,-3 2 0 0,1 5 0 16,0 0 0-16,-1-1 0 0,-5-2-1309 15,-3 0-2565-15</inkml:trace>
  <inkml:trace contextRef="#ctx0" brushRef="#br0" timeOffset="83559.96">23540 9753 4998 0,'0'0'1032'0,"0"0"253"16,0 0-641-16,0 0-411 0,0 0-233 16,0 0 0-16,0 0 0 0,0 0 0 15,-18-56 0-15,24 24 0 0,4 0 0 16,3 6 0-16,-1 0 0 0,5 4 0 15,-1 1 0-15,-1 4 0 0,1 1 0 16,-1 3 0-16,1 0 0 0,3 2 0 16,-1 2 0-16,-5 0-885 15,-3 5-3241-15</inkml:trace>
  <inkml:trace contextRef="#ctx0" brushRef="#br0" timeOffset="83816.14">23708 9614 5778 0,'0'0'821'15,"0"0"-25"-15,0 0 1 0,41 24-797 16,-18-24 0-16,0-9 0 0,-3-5 0 16,-5 0 0-16,-3-4 0 0,-6 2 0 15,-4-2 0-15,-4 0 0 16,-4 2 0-16,-6 1 0 0,-1 7 0 16,1 5 0-16,0 3 0 0,-5 8 0 15,3 6 0-15,-1 1 0 0,3 5 0 16,1 2 0-16,3 0 0 0,4 2 0 15,2-3 0-15,2-1 0 0,6-4 0 16,4-4 0-16,3-4 0 0,1-2 0 16,1-6 0-16,1-1 0 0,-1-5 0 15,-3-2-377-15,-2-3-435 16,1 1-1693-16,-3 0-1277 0</inkml:trace>
  <inkml:trace contextRef="#ctx0" brushRef="#br0" timeOffset="84121.17">23859 9654 6090 0,'0'0'1337'0,"0"0"-572"16,41 15-765-16,-18-15 0 0,0-4 0 16,-1-3 0-16,3-4 0 0,-2-2 0 15,0 0 0-15,-5-1 0 16,-3 0 0-16,-5 1 0 0,-6-3 0 16,0 1 0-16,-4-3 0 0,-2-3 0 15,-4-3 0-15,-2 2 0 0,4 5 0 16,-5 9 0-16,-1 8 0 0,-5 14 0 15,-5 8 0-15,-3 10 0 0,0 8 0 16,7 2 0-16,3 3 0 0,7-1 0 16,4-5 0-16,6-6 0 15,13-6 0-15,6-5 0 0,5-8 0 16,10-5 0-16,1-7 0 0,0-4 0 16,-6-9 0-16,-2-4 0 0,-6-3 0 15,-4-4-61-15,-7 5-1083 0,-3-1-465 16</inkml:trace>
  <inkml:trace contextRef="#ctx0" brushRef="#br0" timeOffset="84368.89">24380 9205 7383 0,'0'0'809'0,"0"0"-809"16,0 0 0-16,0 0 0 0,0 0 0 15,0 56 0-15,2-19 0 0,0 9 0 16,4 5 0-16,-2 4 0 0,4 3 0 16,-1 1 0-16,-3-5 0 15,0-1 0-15,-4-2 0 0,0-4 0 16,-4-7 0-16,0-6 0 0,-5-6 0 16,1-12 0-16,-2-7-25 0,-1-7-1616 15,3-7-4885-15</inkml:trace>
  <inkml:trace contextRef="#ctx0" brushRef="#br0" timeOffset="84477.96">24227 9545 7207 0,'0'0'744'15,"37"-8"-503"-15,-4 6-241 16,4-1 0-16,7 3 0 0,1 0 0 16,-2 6 0-16,1 2 0 0,-11 1-1321 15,-4 0-2289-15</inkml:trace>
  <inkml:trace contextRef="#ctx0" brushRef="#br0" timeOffset="89336.08">23931 13564 2040 0,'0'0'1049'0,"0"0"-837"0,0 0 148 0,0 0 220 15,52-5-271-15,-21-3-85 16,6-2 168-16,6 3-172 0,5-1-8 15,10 1 216-15,10 2-184 0,4-1-40 16,11 0 77-16,8 2-157 0,6-2-24 16,11 1-24-16,3 3-72 15,15 0 0-15,0 2-4 0,5 0 0 16,-3 4-36-16,-6 1-276 0,-9-1-25 16,-9-1-211-16,-32-1-1697 0,-14-2-1052 0</inkml:trace>
  <inkml:trace contextRef="#ctx0" brushRef="#br0" timeOffset="90806.13">23522 11111 1644 0,'0'0'532'0,"0"0"1249"0,0 0-1108 0,0 0-189 15,0 0 152-15,0 0-244 16,-27 51-36-16,23-26 205 0,4-1-289 15,0 3-76-15,0 6 0 0,0 6-140 16,0 7 32-16,-2 8 148 16,-5 5-147-16,-3 7-89 0,0 7 0 15,-3 2 0-15,-3 1 0 0,8-2 0 16,-1-2 0-16,1-1 0 0,2 1 0 16,2 1 0-16,0 0 0 0,2-3 0 15,-1-5 0-15,3-7 0 0,-4-5 0 16,4-4 0-16,-2-7 0 0,-2-6 0 15,0-6 0-15,4-9 0 16,-2-7 0-16,0-7 0 0,0-3 0 16,-2-4 0-16,0-1 0 0,-3-10 0 15,-7-8 0-15,1-5 0 16,-7-3 0-16,5-1 0 0,-3 0 0 16,1 1 0-16,-1 1 0 0,7 0 0 15,-1 2 0-15,1 3 0 0,1 2 0 16,2 5 0-16,2 3 0 0,-1 6 0 15,5 3 0-15,-2 1 0 16,0 1 0-16,2 0 0 0,2 1 0 16,0 6 0-16,4 7 0 0,9 11 0 15,-1 2 0-15,9 8 0 0,-5 0 0 16,3 2 0-16,-7 0 0 0,7-3 0 16,-5-1 0-16,1-6 0 0,-5-7 0 15,-4-9 0-15,3-5 0 0,-3-4 0 16,2-4 0-16,4-12 0 0,5-18 0 15,10-13 0-15,0-5 0 16,0-2 0-16,-1 8 0 0,3 3 0 16,-10 10-1974-16,2 1-1727 0</inkml:trace>
  <inkml:trace contextRef="#ctx0" brushRef="#br0" timeOffset="99320.65">29109 13044 1196 0,'0'0'296'0,"0"0"-28"0,0 0 805 0,0 0-873 16,0 0-172-16,0 0-16 15,0 0-8-15,-39 14-4 0,22-19 16 0,1-1-12 16,1 2 20-16,7 1 120 16,4 1-16-16,4 0-28 0,0 1-24 15,2 0-76-15,10 1-16 0,17-1 4 16,11 0 12-16,13-3 84 0,18 0 308 16,7-1-48-16,11 0 13 0,12-2 175 15,11 1-200-15,6 1-60 0,2 2 0 16,4 1-236-16,-2 1-24 15,0 1 12-15,2 0-20 0,2 0 96 16,2 5 140-16,8-2-123 0,3 2-33 16,4 0 4-16,1-1-84 0,-7-1-8 15,-11-3-393-15,-31 0-563 16,-17 0-733-16</inkml:trace>
  <inkml:trace contextRef="#ctx0" brushRef="#br0" timeOffset="99774.74">28597 13773 4337 0,'0'0'609'0,"0"0"-353"0,41 3 112 16,-6-3-68-16,8-5-96 0,9-2-44 16,10-2-152-16,8 0-4 0,11 0 0 15,6 0 0-15,10 0-4 0,6 2 0 16,9 1 0-16,8 1 0 0,2 2 0 16,4 1-32-16,0 0 0 0,0 1 28 15,0-1-20-15,0 1 24 16,0-2 16-16,-6-1-4 0,0 0-4 15,-12-2 4-15,-5-1-12 0,-10-1-16 16,-14-3-608-16,-24 3-576 0,-11-4-789 0</inkml:trace>
  <inkml:trace contextRef="#ctx0" brushRef="#br0" timeOffset="100779.09">29605 13652 5722 0,'33'-6'92'0,"17"-1"144"15,18-6-32-15,9-3 145 0,12-3-153 16,12-3-104-16,4-1-12 15,9-3-76-15,2-2-4 0,2-2 8 16,4-2-8-16,2-2 0 0,2 0-4 16,-2 0 12-16,-4-1-8 0,-7-1 0 15,-9 2-20-15,-11-1-8 0,-13 1-8 16,-14 3-64-16,-14 2-28 0,-19 2-225 16,-16 6 113-16,-15 3 36 0,-19 5-104 15,-16 6 88-15,-16 5-96 0,-16 5 8 16,-7 10 308-16,-11 6 8 15,-1 4 216-15,-1 4-48 0,2 2 12 16,11 5 196-16,8 1-172 0,14 2-12 16,15-1 100-16,16 0-184 0,11 0-47 15,16-2-1-15,15-2-64 16,16-3 24-16,19-7 52 0,15-3-32 16,16-8 12-16,10-6 8 0,4-5-68 15,9-5 8-15,-3-6-8 16,-3-5-112-16,-3-4 20 0,-10-2 12 15,-8-4 52-15,-7-2 28 0,-9-1 8 16,-14-2 4-16,-7-1-12 0,-11-1 40 16,-12 0-36-16,-6-2-4 0,-11 4 12 15,-8 2-12-15,-8 7-4 0,-15 9-32 16,-14 9-225-16,-17 9-211 0,-14 13-512 16,-11 8 456-16,-8 7-49 0,1 6 189 15,3 4 388-15,8 3 168 0,20 2 368 16,15 0-167-16,20-1-69 15,20-7 112-15,18-5-264 0,17-5 20 16,21-9 72-16,8-4-148 0,15-9 24 16,10-7 176-16,12-5-144 15,4-9-47-15,7-6 35 0,0-4-48 16,-5-6 32-16,-1-3 28 0,-13-4-36 16,-11-2 88-16,-11 0 108 0,-18-1-228 15,-11 1-44-15,-18 0-36 16,-13-3-56-16,-11 3-84 0,-17 2-192 15,-10 6 56-15,-14 7 80 0,-13 8-89 16,-12 9-3-16,-14 7 0 0,-11 14-8 16,-9 7 152-16,-3 10 124 0,4 7 20 15,12 5 68-15,23 2 348 0,29 0 377 16,22-2-465-16,32-3-144 0,31-4-16 16,22-6-140-16,23-9 12 0,19-9-32 15,8-8-8-15,10-6-152 16,4-7-320-16,1-5 204 0,-9-1 67 15,-6-3-143-15,-12-1-168 0,-34 3-184 16,-16-1-1165-16</inkml:trace>
  <inkml:trace contextRef="#ctx0" brushRef="#br0" timeOffset="101599.04">29099 13477 4838 0,'0'0'172'0,"49"-26"-144"0,-9 7-4 16,1 0-16-16,5-3-8 0,1 0 32 15,5-3-4-15,4-1 136 0,10-2 252 16,10 0-192-16,11-1-40 0,8 5 32 16,6 5-148-16,3 8-4 0,-5 7-32 15,-2 4-32-15,-4 7-12 0,-4 2-204 16,-6 4 36-16,-7 7 128 0,-5 4 44 16,-14 5-8-16,-11 2 8 0,-15 2-256 15,-15-2-204-15,-14-2 28 0,-8-2-357 16,-10-4 373-16,-11-3 384 15,-4-5 40-15,-4-3 260 0,0-3 56 16,2-3 81-16,8-5-277 0,8-1-8 16,11-5 220-16,6-8 60 15,16-9-148-15,18-11-200 0,15-8-36 16,13-4-8-16,13 2 140 0,13 2 20 16,12 0 16-16,13 7 133 0,9 3-149 15,7 7-16-15,7 4 56 0,5 6-120 16,-1 8-12-16,3 8-24 15,-7 10-44-15,-6 9 0 0,-18 5 0 16,-15 6-80-16,-22 2-20 0,-22 2-100 16,-15 2 16-16,-22 0 56 0,-16-1-125 15,-8-2 253-15,-15-4 72 0,-8-4 141 16,-8-7-153-16,-5-3 16 0,3-6 80 16,2-4-56-16,4-7 24 0,6-4 68 15,10-6-168-15,9-8 16 16,10-5-40-16,12-8-28 0,13-5-28 15,16-5 16-15,11-4 20 0,16-1 20 16,13 1 4-16,16 5 8 0,17 10-12 16,8 15 44-16,10 11-24 0,0 8 12 15,7 12 104-15,-3 6-92 16,-20 1 16-16,-9 3-48 0,-12 0-12 16,-30-7-412-16,13 5-2558 0</inkml:trace>
  <inkml:trace contextRef="#ctx0" brushRef="#br0" timeOffset="105505.04">28634 16801 2817 0,'0'0'668'0,"0"0"-240"0,0 0-224 0,0 0-84 16,0 0 8-16,37-23-15 0,-21 13-113 16,5-1 8-16,2 2 4 15,6-2-12-15,2 0 16 0,6 0 60 16,9 0 4-16,3-2 40 0,11-2 148 15,6-2-56-15,11-2 24 0,5-1 88 16,7-1-168-16,4 3-8 0,7 2 88 16,-1 1-128-16,2 3-48 0,2 1-56 15,-3 2-4-15,-1-1-12 0,0 0-124 16,0 1-92-16,1 1 0 16,-3 2-140-16,0 2 160 0,-8 2 116 15,-5 2 88-15,-9 1-36 0,-15 3-184 16,-17-2-248-16,-16 1 179 0,-12-1-139 15,-15-2-1825-15</inkml:trace>
  <inkml:trace contextRef="#ctx0" brushRef="#br0" timeOffset="105942.78">29171 16096 4113 0,'0'0'1137'16,"68"2"-437"-16,-16 0-172 0,10-2 69 15,10-2-321-15,17 0-88 0,17-1 4 16,10 1-176-16,14 2 8 0,4 0-20 16,0 0 0-16,1 4-8 0,-7 5-156 15,-8 4-416-15,-2 2-73 0,-11-2-911 16,-28-3 259-16,-7-3-700 0</inkml:trace>
  <inkml:trace contextRef="#ctx0" brushRef="#br0" timeOffset="106851.61">29529 16304 3329 0,'0'0'1233'0,"-23"-34"-425"0,21 11-312 16,12 2-120-16,7 0-27 0,6 2-253 16,12 1 40-16,6 0 104 0,9 4-160 15,10 1 12-15,2 4-40 16,0 3-48-16,2 2-8 0,-4 4-156 15,-2 0 12-15,-5 8 84 0,-7 3 4 16,-11 2-4-16,-6 3 36 0,-15 1-16 16,-7 6-36-16,-7-1-13 0,-13 2-87 15,-3-1 56-15,-9-1 124 0,-2-3 0 16,-4-2 8-16,2-4-8 0,0-5 0 16,4-6 0-16,9-2 0 15,3-1 12-15,7-4-8 0,6-4 20 16,4-8 124-16,11-2-100 0,14-3-4 15,12-2 13-15,13 2-37 0,12-1 56 16,12 2 68-16,7 2-32 0,10 5 68 16,5 7 64-16,1 7-128 15,-6 10 64-15,-12 9 0 0,-13 3-176 16,-16 5-8-16,-17 2-260 0,-14-5-388 16,-11-3-721-16</inkml:trace>
  <inkml:trace contextRef="#ctx0" brushRef="#br0" timeOffset="128616.62">13103 16318 2645 0,'0'0'608'0,"0"0"276"15,0 0-455-15,0 0-153 0,0 0 20 16,0 0-48-16,-6 36 140 0,6-34-136 16,0 1 8-16,0-2 265 0,0 0-241 15,0-1 28-15,0 0 248 16,-4-2-335-16,0-7-225 0,-2-7 0 15,-5-6 0-15,5-7 0 0,-4-5 0 16,4-6 0-16,-5-7 0 0,3-11 0 16,2-9 0-16,2-12 0 0,4-10 0 15,0-11 0-15,14-10 0 0,7-9 0 16,2-7 0-16,8-3 0 0,6-4 0 16,4-3 0-16,1-3 0 0,1 3 0 15,-2 0 0-15,7 4 0 16,-1 4 0-16,5 6 0 0,2 6 0 15,2 8 0-15,-3 7 0 0,3 7 0 16,-8 13 0-16,-5 10 0 0,-6 13 0 16,-10 14 0-16,-8 13 0 0,-9 10 0 15,-4 9 0-15,-6 2 0 0,0 6 0 16,0 0 0-16,0 0 0 0,0 0 0 16,-4-2 0-16,2 2 0 0,-2-1 0 15,4 0 0-15,-4-1-13 16,2 2-1119-16,-2-4-2794 0</inkml:trace>
  <inkml:trace contextRef="#ctx0" brushRef="#br0" timeOffset="129469.35">12736 10643 3505 0,'0'0'2093'0,"0"0"-1333"0,0 0-267 15,-5 40 519-15,5-10-683 16,0 8-329-16,0 4 0 0,0 4 0 15,0 6 0-15,5 8 0 0,-5 7 0 16,2 7 0-16,2 2 0 0,2 0 0 16,-2-4 0-16,2-9 0 15,3-9 0-15,-3-11 0 0,0-15 0 16,4-14 0-16,5-14-125 0,-5-8-1768 16,2-15-468-16</inkml:trace>
  <inkml:trace contextRef="#ctx0" brushRef="#br0" timeOffset="129655.81">12942 10699 5226 0,'0'0'940'15,"-2"39"-7"-15,2-10-165 0,0 0-443 16,0 7-325-16,2 3 0 0,7 5 0 16,-3 5 0-16,4 5 0 0,-4 1 0 15,3 2 0-15,-3-2 0 16,0-2 0-16,-2-5 0 0,-4-6 0 15,0-6 0-15,0-11-313 0,0-10-1240 16,-4-7-652-16</inkml:trace>
  <inkml:trace contextRef="#ctx0" brushRef="#br0" timeOffset="129790.45">12824 11192 5546 0,'0'0'488'0,"40"-34"577"16,-11 15-205-16,-7 3-627 0,5 4-233 15,-6 4 0-15,-2 2 0 0,-7 5 0 16,4 1 0-16,-1 2 0 0,-1 4-57 16,-7-2-1443-16,-1 3-770 0</inkml:trace>
  <inkml:trace contextRef="#ctx0" brushRef="#br0" timeOffset="130105.61">13168 11262 5862 0,'0'0'1161'16,"0"0"-309"-16,51-27-535 0,-30 7-317 16,2-3 0-16,-5-5 0 15,-1 1 0-15,-7 0 0 0,0 2 0 16,-7-1 0-16,-3 2 0 0,0 2 0 16,-13 3 0-16,3 4 0 0,-7 8 0 15,-1 6 0-15,-3 6 0 0,-2 18 0 16,3 9 0-16,-7 11 0 0,2 8 0 15,2 2 0-15,7 0 0 0,7-6 0 16,9-4 0-16,15-10 0 16,8-8 0-16,12-11-349 0,2-11-71 15,10-10 36-15,1-9 188 0,0-9 40 16,-3-2-445-16,-6-5-51 0,-8 7-84 16,-10-1-981-16</inkml:trace>
  <inkml:trace contextRef="#ctx0" brushRef="#br0" timeOffset="130475.73">13457 11053 5250 0,'0'0'916'16,"0"0"-592"-16,-33 44 121 15,27-24-269-15,-3 0 4 0,3 2 48 16,6 1-192-16,0-1-12 0,0-1-20 16,11-4 4-16,-1-2-8 0,6-5 0 15,1-5 0-15,4-1 0 0,-3-4 52 16,1-1-24-16,-5-3 88 0,-3 1 16 15,-5 0-128-15,-2 2 12 0,2 1-12 16,-2 0-4-16,-2-1 0 16,9 0-56-16,-7 1-228 0,6 2-64 15,7 5-32-15,1 1 284 0,-1 3 92 16,-1-1-4-16,-1 0 8 0,-3 1 0 16,3-4 8-16,-9-3-4 0,0-1 36 15,-2-1 116-15,-4-2-24 16,0 0 144-16,-4 0 533 0,-2-5-809 15,-11-8 0-15,3-8 0 0,4-2 0 16,-1-4 0-16,11 1 0 0,0 0 0 16,4-2 0-16,11 0 0 15,1-2 0-15,7-1 0 0,-2 3 0 16,4 2 0-16,-3 3 0 0,-1 3 0 16,-7 3-169-16,3 2-1656 0</inkml:trace>
  <inkml:trace contextRef="#ctx0" brushRef="#br0" timeOffset="130831.6">13961 11036 5422 0,'0'0'948'0,"0"0"-167"0,-39-33 260 16,25 23-1041-16,-1 3 0 0,3 3 0 16,1 3 0-16,5 1 0 0,2 8 0 15,-2 13 0-15,-4 15 0 0,5 10 0 16,1 4 0-16,8-5 0 0,7-12 0 15,5-8 0-15,5-9 0 0,6-9 0 16,4-7 0-16,0-14 0 16,0-7 0-16,0-8 0 0,-8-7 0 15,-7-4-997-15,-8 8-1188 0,-6-3-2677 0</inkml:trace>
  <inkml:trace contextRef="#ctx0" brushRef="#br0" timeOffset="130987.57">13965 10617 7631 0,'-14'42'561'16,"4"-1"-561"-16,3 12 0 0,1 3 0 15,2 4 0-15,4 5 0 0,0 0 0 16,0-1 0-16,10-2 0 0,5-5 0 16,1-4 0-16,9-9 0 0,-2-11 0 15,-6-10-1914-15,-3-11-2151 0</inkml:trace>
  <inkml:trace contextRef="#ctx0" brushRef="#br0" timeOffset="131448.82">14443 11003 3561 0,'0'0'2705'0,"0"0"-1620"15,6 44-369-15,0-13-591 0,-1 5-125 16,-5-1 0-16,0 1 0 0,0-2 0 16,6-7 0-16,-2-3 0 15,2-7 0-15,9-7 0 0,-5-6 0 16,6-7 0-16,-1-5-1309 0,-9-4-3450 0</inkml:trace>
  <inkml:trace contextRef="#ctx0" brushRef="#br0" timeOffset="133965.24">14544 10651 6146 0,'0'0'833'0,"0"0"-193"0,0 0-67 15,0 0-573-15,0 0 0 0,0 0 0 16,-33 16 0-16,29-12 0 0,4 1-465 16,10 1-627-16,5-1-45 0,6-1-1888 0</inkml:trace>
  <inkml:trace contextRef="#ctx0" brushRef="#br0" timeOffset="134545.29">14875 10815 4426 0,'0'0'1720'0,"0"0"-1031"0,0 0-85 16,0 0 149-16,0 0-753 0,0 0 0 16,-33-10 0-16,12 14 0 0,1 4 0 15,-1 3 0-15,-2 4 0 16,-2 2 0-16,5 2 0 0,-3 1 0 15,4 0 0-15,7-2 0 0,4-3 0 16,6-3 0-16,2-4 0 0,6 1 0 16,10-1 0-16,9 1 0 15,2-2 0-15,4-1 0 0,2-4 0 16,2 1 0-16,-2 2 0 0,-2-1 0 16,-10 3 0-16,-4 0 0 0,-9 2 0 15,-8 3 0-15,-11 3 0 0,-3 4 0 16,-7-1 0-16,-1 3 0 0,-7-1 0 15,0-1 0-15,0-2 0 0,6-5 0 16,2-4-393-16,7-6-567 0,8-3-2026 16</inkml:trace>
  <inkml:trace contextRef="#ctx0" brushRef="#br0" timeOffset="134790.64">15073 10419 6202 0,'0'0'1101'15,"0"0"-965"-15,0 46 216 0,7-12 49 16,1 7-401-16,0 5 0 0,-4 6 0 16,-4 2 0-16,4 3 0 0,-4 2 0 15,-4 3 0-15,0 0 0 0,-2-1 0 16,4-6 0-16,-2-7 0 0,4-12 0 15,0-11 0-15,6-10 0 0,4-15-649 16,1 0-972-16,-1-15-668 0</inkml:trace>
  <inkml:trace contextRef="#ctx0" brushRef="#br0" timeOffset="135367.84">15264 10876 5542 0,'0'0'720'0,"0"0"517"0,-42-21-789 15,32 20-203-15,-7 5-245 0,1 8 0 16,-1 7 0-16,3 4 0 0,-3 4 0 16,11 2 0-16,2-3 0 15,4 1 0-15,10-4 0 0,5-5 0 16,1-3 0-16,1-6 0 0,4-6 0 16,1-3 0-16,-3-3 0 0,-3-6 0 15,1-4 0-15,-1-4 0 0,-1-2 0 16,-5-1 0-16,-4-1 0 0,-1 3 0 15,-1 5 0-15,-2 6 0 0,2 2 0 16,-4 4 0-16,2 2 0 0,0 10 0 16,4 5 0-16,-4 6 0 15,7 0 0-15,-7-2 0 0,2-2 0 16,2-3 0-16,-2 0 0 0,0-2 0 16,-4 0 0-16,0 0-297 0,0-2-11 15,-4-3-188-15,4-3 220 16,0-4 188-16,4-1-4 0,3-8-149 15,15-9 185-15,3-4-28 0,2-2-20 16,0-1 88-16,-7 5 8 0,-1 5 16 16,-2 2 20-16,-7 7 256 15,-8 2-19-15,2 3 3 0,-4 0 20 16,-4 6-80-16,-2 5-48 0,-5 6 28 16,1 1-132-16,0-2-8 0,8-3 52 15,-2-9-32-15,4-1 29 0,4-3-97 16,4-4 0-16,6-8 0 0,1-4 0 15,1-4 0-15,-5-2 0 0,3 3 0 16,-5-1 0-16,-1 4 0 0,-6 5 0 16,2 3 0-16,-4 4 0 15,0 3 0-15,0 1 0 0,4 3 0 16,-2 8 0-16,2 8 0 0,3 6 0 16,1 3 0-16,0 0 0 0,2-6 0 15,1-3 0-15,-1-3 0 16,5-3 0-16,-5-4-1473 0,-4-4-905 0</inkml:trace>
  <inkml:trace contextRef="#ctx0" brushRef="#br0" timeOffset="135613.99">15861 10887 4398 0,'0'0'2809'0,"0"-48"-2457"0,-4 31 112 0,4 12-295 16,-4 3-169-16,-2 2 0 0,-1 6 0 15,-7 13 0-15,-3 10 0 0,7 9 0 16,0 2 0-16,10-5 0 0,0-3 0 16,6-2 0-16,8-6 0 15,1-6 0-15,1-6 0 0,1-7 0 16,-1-7 0-16,5-7 0 0,-4-8-77 16,-7-5-1171-16,0 4-157 0,-1-5-548 0</inkml:trace>
  <inkml:trace contextRef="#ctx0" brushRef="#br0" timeOffset="135766.42">15904 10438 6835 0,'-6'33'1068'0,"0"10"-779"16,-2 10-289-16,6 4 0 0,-2 4 0 16,4 1 0-16,6-2 0 0,2-2 0 15,2-5 0-15,1-3 0 0,1-4 0 16,-6-3 0-16,-2-3 0 0,-4-11-2050 15,-4-6-1443-15</inkml:trace>
  <inkml:trace contextRef="#ctx0" brushRef="#br0" timeOffset="136214.14">14464 10589 5418 0,'0'0'1080'0,"0"0"-419"0,0 0 279 0,0 0-847 15,-9 41-93-15,9-1 0 0,-2 9 0 16,2 7 0-16,0 1 0 0,2 3 0 16,3 0 0-16,-5-2 0 15,4-5 0-15,-2-6 0 0,-2-6 0 16,4-7 0-16,2-9 0 0,-2-9 0 16,0-9 0-16,-2-4-301 0,3-7-3072 0</inkml:trace>
  <inkml:trace contextRef="#ctx0" brushRef="#br0" timeOffset="136447.81">14214 10502 6474 0,'0'0'609'16,"0"0"500"-16,0 0-1109 0,0 0 0 15,0 0 0-15,0 0 0 16,35 36 0-16,16-33 0 0,9-3 0 15,2-5 0-15,-4-3 0 0,0 1 0 16,-10 1 0-16,-7 6 0 0,-10 0 0 16,-8 7 0-16,-13 5-625 15,-6 0-1368-15,-4 2-1192 0</inkml:trace>
  <inkml:trace contextRef="#ctx0" brushRef="#br0" timeOffset="136617.76">14338 11153 6546 0,'0'0'1273'16,"0"0"-900"-16,37 22-373 0,-10-19 0 16,8-3 0-16,2-3 0 0,4-4 0 15,7 0 0-15,1-2 0 16,7-1 0-16,-16 3-57 0,-1-7-2772 0</inkml:trace>
  <inkml:trace contextRef="#ctx0" brushRef="#br0" timeOffset="138959.98">13097 16834 1324 0,'0'0'592'0,"0"0"-564"16,0 0 509-16,0 0 383 0,0 0-292 16,0 0-400-16,0 0-3 0,0 0-9 15,0 0-96-15,0 4 52 16,-4-4 112-16,4 0-108 0,-4-4-68 15,4-2-12-15,0-2-72 0,-2-5 36 16,2 0 56-16,0-2-100 0,0 0 44 16,0 2 60-16,0-1-64 15,2-4 0-15,2-2 4 0,0 0-56 16,2-3 16-16,1 1-20 0,3-1 4 16,7-2-4-16,-3-2 0 0,3-1 8 15,3-3-8-15,1-1 0 16,6-2 4-16,0 0-4 0,-3 0 0 15,3 2-8-15,0-1 8 0,0 2 0 16,4 1-12-16,-2 3 12 0,0 2 0 16,0 1 0-16,0 0 0 0,2-1 0 15,6 0 4-15,-2-2-4 0,9 1 0 16,-3-3 0-16,4 4 0 0,-1-1 0 16,-1 1 8-16,-1 4-8 0,-5 2 8 15,4 2 0-15,-4 1-4 16,1 2 16-16,3 2-16 0,0 1 8 15,1 3 36-15,1 1-44 0,5 1 36 16,-1 2 16-16,1 1-56 0,-1 3 20 16,-1 0 24-16,1 4-40 15,-3 4 12-15,-3 1 53 0,4 3-5 16,-5 2-4-16,1 3 36 0,-4-2-88 16,3 0 20-16,-1-1 44 15,2-3 16-15,5-2 52 0,3-5 44 16,-1-3-168-16,8-3 0 0,-7-5 4 15,7-4-12-15,-2-2-8 0,-7-2 0 16,-1 1-4-16,-5-1-12 0,-4 2-96 16,-4 3 20-16,-2 2 28 0,2 2 44 15,-8 1 8-15,6-1 12 0,-8-1 40 16,2-2-32-16,2 0 0 0,-7-2-8 16,-5 1-44-16,-3-1-204 0,-3 0-393 15,-7 1 249-15,2-2 292 0,-4 2 100 16,0 2 28-16,0 0 64 15,-6-3 152-15,-3 2-100 0,5-3-32 16,-2 1-16-16,0 4-92 0,6 2 20 16,-4 2 0-16,1-1-12 0,-1 1-12 15,0 0 0-15,2 2 0 16,-2 0-20-16,0 1-32 0,2-1 20 16,-2-1 32-16,0-1 56 0,4-4 93 15,-3-5 43-15,-1-1 56 16,4-2-120-16,-2-1-12 0,-2 2 28 15,-2-2-144-15,2 1 12 0,-7 2-12 16,1 1-4-16,-4 5-48 0,-3 1-164 16,-4 4-52-16,1 2 28 0,-3 2 63 15,2 4 109-15,5 1 68 0,-3 1-8 16,9 1 4-16,2-1 4 0,-3-1-120 16,3-1-452-16,-2-4-636 0</inkml:trace>
  <inkml:trace contextRef="#ctx0" brushRef="#br0" timeOffset="139661.94">14522 15853 1296 0,'0'0'160'0,"0"0"1853"0,33-31-1012 16,-19 12-569-16,3-3 8 0,-1-1 0 15,-1-1-244-15,1-3-68 0,1-1-4 16,1-6-112-16,5-2 4 0,2-3-12 16,2-6 0-16,6-4-4 0,2-2 0 15,2-6 0-15,4 0 0 0,3-3 0 16,-3-4 0-16,1-1 0 0,5-2 0 16,-3 0 8-16,3 1-8 0,3 2 0 15,-3 4-4-15,1 2 4 0,1 7 12 16,1 3-12-16,0 8 0 0,5 7 28 15,-5 5 16-15,6 7 0 16,-4 6-40-16,1 2-4 0,1 3 0 16,4 4-8-16,0 4-116 0,4 2-24 15,0 0-164-15,-2 2 104 0,2 2 120 16,-9 1 84-16,3 1 0 16,-8 4 4-16,-11 5 28 0,-6 2-24 15,-14 6-8-15,-7 2-24 0,-6 2-316 16,-8-1-32-16,-6 0-277 15,-1-2 405-15,-1-4 52 0,2-7-696 16,-5-2-953-16</inkml:trace>
  <inkml:trace contextRef="#ctx0" brushRef="#br0" timeOffset="140206.17">16152 14868 3605 0,'42'-4'188'0,"-1"-2"-32"0,11 2 120 15,-5-2 41-15,1 1-253 16,6 0-28-16,-5 3 24 0,1 1-40 16,2 0 16-16,-1-1 20 0,-1-1-56 15,6-7 20-15,-5-2 24 0,-1-2-20 16,8-6 56-16,-6-3 84 15,5-4-60-15,-5-5 8 0,0-1 4 16,-3-5-96-16,-1 0 0 0,-3-5 88 16,-5 2-4-16,-9 2 20 0,-4 0-108 15,-13 1-16-15,0 2-184 0,-11 4-548 16,-3 7-249-16,-3 4-591 0</inkml:trace>
  <inkml:trace contextRef="#ctx0" brushRef="#br0" timeOffset="140763.35">16613 14050 5358 0,'0'0'432'0,"52"15"-260"0,-15-12-4 15,5-6-36-15,5-4-132 0,1-7 16 16,6-5-4-16,3-6-8 0,5-4-4 16,2-5 0-16,-2-3-76 15,3-3-20-15,-3-1 60 0,-9-2 32 16,-1 0 4-16,0 0 56 0,-9 1 8 15,-2-1 80-15,-5 0 161 16,-7 0-145-16,-5 0-52 0,-7 2-16 16,-1-1-92-16,-5-1 0 0,-7 0 0 15,2-1-28-15,-2 1 12 0,2 3-152 16,3 2 20-16,-1 3 76 0,0 5-57 16,-2 1 17-16,9 5 4 0,-3 4-136 15,5 5-4-15,1 1 36 0,-5 7-920 16,1 1-485-16</inkml:trace>
  <inkml:trace contextRef="#ctx0" brushRef="#br0" timeOffset="141382.12">18017 13188 1416 0,'0'0'144'0,"10"38"2421"0,1-26-1736 16,9-6-581-16,11-6 4 0,13-4-104 15,1-10-140-15,9-8 8 0,4-6-12 16,0-5-4-16,4-5 0 15,2-3-8-15,-6-3 8 0,4-2 0 16,-4-2 8-16,0-1-4 0,-3-2-4 16,-5-2 108-16,-5 2 168 0,-1-1-4 15,1 1 9-15,-5 1-177 16,-5 2-28-16,-6 3-20 0,-9 4-48 0,-5 5-8 16,-7 6 0-16,-6 4 0 15,-4 6-64-15,-10 2-225 0,-5 7 29 16,-6 3-72-16,-3 5-420 0,-3 2-93 15,8 1-15-15,-2 0-561 0</inkml:trace>
  <inkml:trace contextRef="#ctx0" brushRef="#br0" timeOffset="141830.06">18158 12650 4061 0,'0'0'593'16,"0"0"-265"-16,12-39 160 0,2 14-332 15,7-6 12-15,0-3 52 0,4-5-160 16,1-3-24-16,5-5 24 0,3-4-24 16,3-5 20-16,4-3 84 15,-4-5-28-15,5-3 21 0,-1 0 63 16,0-5-124-16,5 1 20 0,3 0 16 16,5-1-96-16,4 2 20 0,4 5-32 15,-2 2 20-15,8 6-20 0,0 12 0 16,-1 9-28-16,-1 14 4 0,-4 12-48 15,0 8-100-15,-8 4 76 0,1 6 20 16,-1 3 16-16,-2 0 32 16,-3 1-425-16,1-8 65 0,-7-3-72 15,-7-1-1305-15,-3-7-820 0</inkml:trace>
  <inkml:trace contextRef="#ctx0" brushRef="#br0" timeOffset="142336.12">19030 10975 5658 0,'47'30'16'0,"7"-3"48"0,12 1-52 0,3-6 0 15,1-7-12-15,8-3-72 16,1-7 72-16,4-5-8 0,-1-6-80 15,-1-8-24-15,-3-4 104 0,1-5 8 16,-5-6 96-16,5-5 552 0,-5-1-175 16,1-5-137-16,-5-2 128 15,-4-3-312-15,-6-2-56 0,-10-2 24 16,-9-1-108-16,-6 0 0 0,-12-3 0 16,-2 2-12-16,-11 1 0 0,-4 2 12 15,-2 4-12-15,-4 4 0 0,-4 4 0 16,2 4-36-16,-6 4 36 0,-4 4 0 15,-3 0-24-15,-1 5 24 0,-3 1-16 16,0 5-112-16,1 5 32 0,-1 2-60 16,-2 4 20-16,3 2 64 0,1 0-4 15,3 0 48-15,6 0 28 16,5 0 0-16,1-1 0 0,2-2-244 16,0-5-1033-16,5 1-660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58:28.77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24969 6787 4974 0,'0'0'376'0,"-66"-56"-376"0,20 27 0 15,-3 1 84-15,-13 1 116 16,-7 0-124-16,-9-2-48 0,-11 1-28 15,-10-1-24-15,-7 1 24 0,-7 2-4 16,-9 2 12-16,-2 3-8 0,-11 4 28 16,-3 3-16-16,-5 4 52 0,-8 4-8 15,-2 3-48-15,-8 2-8 0,4 2 4 16,-6 6-4-16,-3 4 0 0,1 4 4 16,-3 4-4-16,3 4 0 0,2 1 0 15,-3 3-16-15,9 1 4 0,6 4 12 16,7 2-12-16,7 0 12 15,9 1 0-15,4 2-4 0,8 2 0 16,11 3 4-16,6 0-20 0,10 2 20 16,8 0-8-16,9 2-16 0,14 1 24 15,12-1-16-15,9 0-56 16,10-1 16-16,19-1 0 0,10 1 32 16,19 0 24-16,16 0 16 0,15 1 52 15,12-1 40-15,20-1 16 16,12 0-100-16,13 0 36 0,11-5 68 15,12 0-76-15,11-3 4 0,12-2-16 16,10-4-36-16,11-3-4 0,10-1 8 16,8-3 8-16,7-2-16 0,8 1 8 15,4-3 16-15,8 0 36 0,4-3 285 16,11-3-113-16,-1-5-56 0,1-4 96 16,8-4-136-16,-4-5-4 0,2-6-8 15,-1-5-112-15,3-8-8 16,-6-2 4-16,-4-5 0 0,-11-3-16 15,-10-4-28-15,-11-5 4 0,-9-2 32 16,-18-5-4-16,-11-1-4 0,-13-1-8 16,-19-2-28-16,-16 0-132 15,-19 1 36-15,-21 2-48 0,-18 1 76 16,-19 3 112-16,-26-2 8 0,-15 2-4 16,-25 1 24-16,-23 1 28 0,-18 4-40 15,-21 2 32-15,-20 3 136 16,-13 2-64-16,-13 1-48 0,-9 2-4 15,-11 0-60-15,-11 4-8 0,-7 2 0 16,-9 2-20-16,-9 5 4 0,-3 2 8 16,-4 2-76-16,-1 3-32 0,1 0-64 15,4 2 16-15,3-3-96 0,3-2-897 16,48 2-660-16,3 0-1952 0</inkml:trace>
  <inkml:trace contextRef="#ctx0" brushRef="#br0" timeOffset="857.53">15714 6665 4109 0,'-45'7'1925'0,"18"-2"-1384"0,6 0-441 0,21-3-100 0,8-1-56 15,15 1-13-15,35-2 69 0,27-2 149 16,31-4 47-16,20-4 16 15,11 1 100-15,10 0-144 0,10 0-24 16,-3 2 4-16,-3 3-148 0,-14 0 12 16,-21 4-12-16,-19 0-228 0,-12 0-244 15,-26 2-853-15,-24 3-256 16,-18-4-924-16</inkml:trace>
  <inkml:trace contextRef="#ctx0" brushRef="#br0" timeOffset="1092.64">15636 7200 6987 0,'0'0'104'0,"0"0"8"16,78 8-96-16,-14-8-16 0,25-6 240 15,21-4-44-15,16 0-16 16,12-5 108-16,13 2-252 0,0-1-32 15,-6 3-4-15,-9 1-172 0,-16-1-344 16,-14 3-461-16,-13-1 37 0,-29 2-160 16,-13-3-3098-16</inkml:trace>
  <inkml:trace contextRef="#ctx0" brushRef="#br0" timeOffset="1370.13">17103 6395 7371 0,'35'9'0'0,"13"1"-48"0,14 4-304 16,-4 3 236-16,6 6 68 0,4 2 24 16,7 7 28-16,3 0-8 0,1 1-309 15,-3 4-103-15,-5-1 128 0,-3 0 16 16,-2-1 272-16,-10-1 200 15,-15 0 156-15,-10 0-72 0,-27 1 13 16,-29 4 175-16,-28 5-204 0,-32 4 12 16,-29 3 92-16,-8 2-244 0,-8-2-87 15,10-5-41-15,15-9 0 16,30-12-81-16,13-11-3941 0</inkml:trace>
  <inkml:trace contextRef="#ctx0" brushRef="#br0" timeOffset="2670.22">23234 4625 5794 0,'0'0'564'0,"-33"59"-167"0,21-15 163 16,4 7-380-16,4 9 20 0,-1 12 148 15,5 8-199-15,0 11-149 16,2 11 0-16,5 9 0 0,-1 5 0 0,-2 1 0 15,2 1 0-15,-6-2 0 16,0-7 0-16,-6-7 0 0,4-9 0 16,-6-10 0-16,-1-7 0 0,1-8 0 15,0-11 0-15,2-10 0 16,-1-13 0-16,1-13 0 0,2-10 0 16,2-6 0-16,0-5 0 0,-4-5 0 15,-5-10 0-15,-3-13 0 0,-3-10 0 16,-3-5 0-16,1-1 0 15,1 6 0-15,-1 6-145 0,0 4 141 16,3 5 8-16,-1 6 80 0,7 6-23 16,2 4-61-16,2 3 0 0,6 2 0 15,-5 0 0-15,-1-1 0 0,6 2 0 16,-2 1 0-16,2 0 0 0,2 6 0 16,9 9 0-16,3 12 0 0,9 7 0 15,2 6 0-15,-1 0 0 0,1-4 0 16,-2-7 0-16,0-2 0 0,-3-10 0 15,-3-5 0-15,-1-12 0 16,-1-10 0-16,-3-15 0 0,-1-13 0 16,-3-12 0-16,-2-6 0 0,-2-3 0 15,-2 0 0-15,2 2 0 16,0 1 0-16,5 9 0 0,1 7 0 16,3 11 0-16,-5 12 0 0,-4 10 0 15,4 8 0-15,-6 14-493 0,-2-1-1636 16,0 5-1313-16</inkml:trace>
  <inkml:trace contextRef="#ctx0" brushRef="#br0" timeOffset="3149.96">23201 7938 6947 0,'0'0'1245'0,"0"0"-1245"0,0 0 0 0,-12 57 0 16,4-7 0-16,-1 15 0 0,1 8 0 15,6 4 0-15,2 6 0 16,2 7 0-16,6 9 0 0,1 9 0 15,1 10 0-15,0 5 0 16,-3 0 0-16,-1-5 0 0,-2-6 0 0,0-11 0 16,-4-15 0-16,2-15 0 0,-2-16 0 15,0-19 0-15,0-12 0 16,-2-13 0-16,-6-14 0 0,-3-16 0 16,-3-15 0-16,-1 1-2534 15,1-15-639-15</inkml:trace>
  <inkml:trace contextRef="#ctx0" brushRef="#br0" timeOffset="3412.73">23137 8033 3893 0,'0'0'2786'0,"0"0"-2198"0,0 0-216 15,0 0-124-15,0 0-152 0,0 0 113 16,0 0-209-16,-41 6 0 0,10 26 0 16,0 6 0-16,-6 2 0 15,6 1 0-15,-6 0 0 0,3-2 0 16,5-5 0-16,7-6 0 0,5-10 0 16,11-7 0-16,6-8 0 0,4-3 0 15,15-12-653-15,14-16-1276 16,2 0 408-16,2-11-600 0</inkml:trace>
  <inkml:trace contextRef="#ctx0" brushRef="#br0" timeOffset="3527.79">23239 7975 5306 0,'0'0'1497'0,"0"0"-433"0,37-23-739 15,-27 28-325-15,5 15 0 0,1 11 0 16,5 8 0-16,-1 4 0 0,5-2 0 16,4 0 0-16,2-2 0 0,8-1 0 15,-3-2 0-15,-3-1 0 16,-6-3 0-16,-9-9-641 0,-5-2-3025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7:59:04.83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926 10124 2229 0,'0'0'2917'0,"0"0"-2193"0,0 0 93 16,0 0-421-16,0 0-208 0,0 0 64 16,0 0-96-16,0 0-12 15,-6 15 44-15,4-6-120 0,2 0 20 16,-2 6-63-16,2 3-25 0,0 4 0 15,-4 3 0-15,2 2 0 0,-5-1 0 16,1 1 0-16,2-7 0 16,0 3 0-16,-4-1 0 0,6 1 0 15,-7 4 0-15,7-1 0 0,-4 1 0 16,4 1 0-16,0-1 0 0,2 2 0 16,0 0 0-16,0 1 0 15,-6 3 0-15,4-2 0 0,-3 2 0 16,1 0 0-16,2-1 0 0,0-1 0 15,2 1 0-15,-2 0 0 0,2 0 0 16,0 2 0-16,-2 0 0 0,0 0 0 16,-2 1 0-16,2 0 0 0,-2 1 0 15,4-2 0-15,0-1 0 0,0 0 0 16,0-4 0-16,0 0 0 16,0-1 0-16,4 1 0 0,2 0 0 15,0 0 0-15,-2 1 0 0,5-1 0 16,-1 1 0-16,-6 0 0 0,6-2 0 15,-6 1 0-15,2 0 0 16,1-2 0-16,-3 2 0 0,-2-2 0 16,2 2 0-16,-2-1 0 0,0-2 0 15,0 3 0-15,0-1 0 16,0 3 0-16,-2 2 0 0,2-1 0 16,-2 4 0-16,2-2 0 0,0-1 0 15,0 0 0-15,0-1 0 0,0-1 0 16,0 0 0-16,0-1 0 0,0-2 0 15,-5 1 0-15,3-1 0 0,-2 2 0 16,4-2 0-16,-6 2 0 0,2-2 0 16,0 3 0-16,2-4 0 15,-2 2 0-15,1-3 0 0,3 0 0 16,-2-2 0-16,2-1 0 0,-2 2 0 16,2 1 0-16,-2 2 0 0,0-1 0 15,0 1 0-15,0 1 0 16,-2 2 0-16,2 1 0 0,-2 0 0 15,-2 1 0-15,1 0 0 0,3-1 0 16,-6 0 0-16,6 0 0 0,-2 0 0 16,0 1 0-16,0-1 0 15,2 2 0-15,-3 0 0 0,3-1 0 16,0 1 0-16,0 0 0 0,2 0 0 16,0 0 0-16,0 4 0 0,0 1 0 15,0 1 0-15,-2 1 0 0,0 0 0 16,0-1 0-16,-2 0 0 0,2 0 0 15,-2-2 0-15,2 1 0 0,-1-2 0 16,1-2 0-16,-2-1 0 16,2-2 0-16,0-1 0 0,0-1 0 15,-2 3 0-15,0 1 0 0,2 0 0 16,-2-1 0-16,4-1 0 0,-2-1 0 16,2 0 0-16,0-1 0 15,0-1 0-15,0 0 0 0,0-2 0 16,2-3 0-16,2-4 0 0,-4-5 0 15,2-5 0-15,0-6 0 0,-2-4-157 16,2 0-1115-16,-2-6-2614 0</inkml:trace>
  <inkml:trace contextRef="#ctx0" brushRef="#br0" timeOffset="3876.48">4880 12929 4426 0,'0'0'484'0,"0"0"232"0,0 0-8 0,0 0-211 15,0 0 231-15,0 0-432 0,0 0-88 16,0 0-79-16,0 0-129 0,-2-5 0 16,4 4 0-16,1-1 0 0,1 0 0 15,-4 2 0-15,6 0 0 16,-2-1 0-16,2 1 0 0,-2 0 0 15,7 0 0-15,5-1 0 0,5-1 0 16,6 1 0-16,0 0 0 0,4-1 0 16,0-1 0-16,2 2 0 15,2 0 0-15,-2 0 0 0,2 1 0 16,-4 0 0-16,2 0 0 0,-6 0 0 16,0 1 0-16,0 0 0 0,2 1 0 15,2 1 0-15,-2-1 0 0,6 2 0 16,-2-1 0-16,8 1 0 0,1-3 0 15,-1 2 0-15,6-2 0 0,-3 0 0 16,3 0 0-16,1-1 0 0,-3 0 0 16,3 0 0-16,0 0 0 15,-7-2 0-15,2 1 0 0,-1-2 0 16,-7 3 0-16,2 0 0 0,-6-1 0 16,6 1 0-16,0-1 0 15,1 1 0-15,3-1 0 0,2 1 0 16,3 0 0-16,1 0 0 0,-3 0 0 15,3 0 0-15,-1 0 0 0,-3 0 0 16,1 0 0-16,-5 0 0 16,-2 0 0-16,0 0 0 0,-6 0 0 15,2-2 0-15,-2 0 0 0,0 0 0 16,2-1 0-16,3 1 0 0,-3-1 0 16,2 1 0-16,2 0 0 0,0 1 0 15,0-2 0-15,1 3 0 0,-1-1 0 16,-2-1 0-16,0 1 0 0,2 0 0 15,-4 0 0-15,5 1 0 0,-3 0 0 16,4 0 0-16,0 0 0 0,1 3 0 16,1-1 0-16,0 2 0 15,1-1 0-15,-1-1 0 0,2 1 0 16,-1 0 0-16,-5 1 0 0,0 0 0 16,0-1 0-16,-2-1 0 15,3 0 0-15,-7 0 0 0,2 0 0 16,2 2 0-16,-2-2 0 0,2 1 0 15,2 0 0-15,1-2 0 0,-1 0 0 16,0-1 0-16,-2 1 0 0,2 0 0 16,1-1 0-16,-1 1 0 15,-2-1 0-15,2 0 0 0,6 0 0 16,-5 1 0-16,3 0 0 0,2 0 0 16,-1 0 0-16,3-1 0 0,-1 1 0 15,-3 0 0-15,2-1 0 0,-1 1 0 16,-1-1 0-16,-4 0 0 0,1 0 0 15,-3 0 0-15,2 0 0 0,4 1 0 16,-8-1 0-16,5 2 0 0,-1-2 0 16,4 1 0-16,-4 0 0 15,5 0 0-15,-1 3 0 0,-4-3 0 16,4 2 0-16,-3 0 0 0,-1-1 0 16,0 0 0-16,0 2 0 0,1-1 0 15,1 0 0-15,-6-1 0 16,4 2 0-16,-6-1 0 0,6 1 0 15,-2 1 0-15,3-3 0 0,3 4 0 16,-4-2 0-16,5 0 0 0,-3 2 0 16,2-1 0-16,-4 1 0 15,5 0 0-15,-1-1 0 0,0 2 0 16,-3-3 0-16,-1 1 0 0,4 0 0 16,-2 1 0-16,7-1 0 0,-3 0 0 15,5-1 0-15,-1 1 0 0,5-1 0 16,0 0 0-16,2 0 0 0,1-1 0 15,-1 2 0-15,4-1 0 0,0 1 0 16,0-1 0-16,0 0 0 0,4-1 0 16,0 1 0-16,-2 0 0 15,6 1 0-15,-6 0 0 0,2 0 0 16,2 0 0-16,2-1 0 0,2 2 0 16,2-2 0-16,3 1 0 15,5-1 0-15,-3 2 0 0,3 1 0 16,1-1 0-16,-1-1 0 0,7 1 0 15,-2 1 0-15,2 0 0 0,-1 0 0 16,5 1 0-16,0 1 0 0,2 0 0 16,-2 1 0-16,6-3 0 15,-6 1 0-15,0-1 0 0,-4-1 0 16,-3 0 0-16,-1 0 0 0,-9 0 0 16,-4-1 0-16,-4 1 0 0,-6-1 0 15,-6 1 0-15,-15-1 0 0,-10-1 0 16,-17-1 0-16,-5-3 0 0,-5 0 0 15,-7 0-1854-15,-19-8-1343 0</inkml:trace>
  <inkml:trace contextRef="#ctx0" brushRef="#br0" timeOffset="6768.37">5151 15244 2120 0,'0'0'2310'0,"0"0"-1246"0,0 0 93 16,0 0-573-16,0 0-60 15,0 0-91-15,0 0-433 0,0 0 0 16,0 0 0-16,-41 49 0 0,-2-22 0 16,-5 1 0-16,-6-1 0 0,3 0 0 15,-1 1 0-15,8-1 0 0,3-2 0 16,10-5 0-16,8 0 0 0,9-5 0 16,8-3 0-16,6-1 0 15,8-1 0-15,11-2 0 0,7-3 0 16,12-3 0-16,7-2 0 0,3 0 0 15,1 0 0-15,1 0 0 0,-5 0 0 16,-3 0 0-16,-7 1 0 16,-8 0-589-16,-7 1-680 0,-9-1-1984 0</inkml:trace>
  <inkml:trace contextRef="#ctx0" brushRef="#br0" timeOffset="7573.89">4878 15423 2108 0,'0'0'2310'0,"0"0"-1558"15,0 0 244-15,0 0-455 0,0 0-121 0,0 0 268 0,0 0-416 16,0 0-167-16,0 0-105 0,0 0 0 15,42-5 0-15,-11-2 0 0,2 0 0 16,6 0 0-16,5 2 0 16,9 0 0-16,9 0 0 0,11-1 0 15,5-1 0-15,13 1 0 0,15 0 0 16,13-1 0-16,8 3 0 0,13-2 0 16,13 0 0-16,4 1 0 0,17-1 0 15,4 1 0-15,12-2 0 0,4 1 0 16,7-1 0-16,3 0 0 15,5 1 0-15,8-1 0 0,-2 1 0 0,6-1 0 16,5 0 0-16,-5 0 0 16,8-1 0-16,3 0 0 0,-1 2 0 15,5 2 0-15,2-2 0 0,3 2 0 16,-3 4 0-16,2 0 0 0,-2 1 0 16,-3 3 0-16,-3 1 0 15,-1-2 0-15,-5 2 0 0,-7-3 0 16,-13 1 0-16,-7-1 0 0,-15 1 0 15,-15-1 0-15,-12 0 0 0,-16-2 0 16,-13 0 0-16,-14 0 0 16,-19 0 0-16,-16-2 0 0,-17-2 0 15,-13 1 0-15,-18-1 0 0,-14-1 0 16,-7 1-585-16,-10-3-271 0,-6 2-1521 16,-9-3-105-16</inkml:trace>
  <inkml:trace contextRef="#ctx0" brushRef="#br0" timeOffset="7927.65">13455 14964 5970 0,'0'0'609'0,"0"0"-57"15,58-5-44-15,-27 6-196 0,2 5-71 16,4 5-241-16,0 4 0 0,11 4 0 16,-3 4 0-16,-1 0 0 0,-3 2 0 15,-10 0 0-15,-8 4 0 0,-9-2 0 16,-14 4 0-16,-6-2 0 15,-19 1 0-15,-12 0 0 0,-11-2 0 0,-9 1 0 16,-7-2 0-16,-5-1 0 16,-3 0 0-16,0 0-1033 0,18-5-316 15,6-2-3633-15</inkml:trace>
  <inkml:trace contextRef="#ctx0" brushRef="#br0" timeOffset="16095.41">4719 7003 4001 0,'0'0'3254'0,"0"0"-2630"0,0 0-320 15,0 0-295-15,0 0-9 16,89 27 0-16,-10-27 0 0,26-3 0 16,11-6 0-16,-7 2 0 0,-7 1 0 15,-9 3 0-15,-15 1 0 0,-7 2 0 16,-20 0-57-16,-9-2-3849 0</inkml:trace>
  <inkml:trace contextRef="#ctx0" brushRef="#br0" timeOffset="23806.54">29355 954 7039 0,'0'0'936'0,"0"0"-719"0,0 0-217 15,0 0 0-15,0 0 0 0,0 0 0 16,58 1 0-16,-10-7 0 0,7 1 0 15,12-1 0-15,1 1 0 0,-4 0 0 16,-2 1 0-16,-6 1 0 0,-5 1 0 16,-7 0 0-16,-7 0 0 0,-6-3 0 15,-6-2-65-15,-11 2-1447 0,-5-2-3363 0</inkml:trace>
  <inkml:trace contextRef="#ctx0" brushRef="#br0" timeOffset="24019.38">29942 770 3157 0,'0'0'3562'0,"0"0"-2310"0,0 0-1031 15,0 0-221-15,0 0 0 0,0 0 0 16,0 0 0-16,48 20 0 16,-25-2 0-16,3 6 0 0,1 4 0 15,-4 3 0-15,2 1 0 0,-5 0 0 16,-3 0 0-16,-5-4 0 0,-12-2 0 15,-4-5 0-15,-14-3 0 0,-9-4 0 16,-6-6 0-16,-4-2 0 0,1-6-1197 16,10-6-780-16,5-4-1873 0</inkml:trace>
  <inkml:trace contextRef="#ctx0" brushRef="#br0" timeOffset="24532.05">31154 1017 1676 0,'0'0'2341'0,"0"0"-1636"16,0 0 71-16,0 0 345 0,0 0-501 15,0 0-72-15,0 0-143 0,0 0-405 16,0 0 0-16,0 0 0 16,55 11 0-16,26-13 0 0,31-6 0 15,12-1 0-15,2 2 0 0,-10 5 0 16,-15 2 0-16,-2 0 0 0,-10 3 0 15,-13 0 0-15,-16 1 0 0,-16-1 0 16,-15-3 0-16,-13 2 0 0,-10-1-549 16,-6-1-800-16,-6 0-219 0</inkml:trace>
  <inkml:trace contextRef="#ctx0" brushRef="#br0" timeOffset="24975.17">31311 863 2937 0,'0'0'2425'16,"0"0"-1973"-16,0 0 40 0,0 0 261 15,0 0-381-15,0 0-148 0,0 0 52 16,0 0-15-16,41 1-261 16,13-3 0-16,2 2 0 0,-7 3 0 15,-12 4 0-15,-16-1 0 0,-11-1 0 16,-8 0 0-16,-4 3 0 0,-16 4 0 15,-19 5 0-15,-11 2 0 16,-12-1 0-16,0 0 0 0,6-4 0 16,1 4 0-16,7-2 0 0,9 0 0 15,16-1 0-15,15 2 0 0,8 1 0 16,13 1 0-16,14 2 0 16,10 3 0-16,2 2 0 0,3 1 0 15,-7 4 0-15,-6 3 0 0,-6 0 0 16,-9 2 0-16,-8-9-1345 0,-8 1-3478 0</inkml:trace>
  <inkml:trace contextRef="#ctx0" brushRef="#br0" timeOffset="37334.46">30815 4463 1928 0,'0'0'269'16,"0"0"735"-16,0 0-620 0,0 0 188 15,0 0-243-15,0 0-37 0,0 0 288 16,0 0-112-16,33-14-20 0,-15 20 241 16,7 2-309-16,-2 3 24 0,-5 5 41 15,-5 0-445-15,-5 5 0 0,-8 2 0 16,-6 2 0-16,-7 0 0 0,-3-2 0 15,-5-1 0-15,-4-1 0 0,-3-4 0 16,1-4 0-16,2-2 0 0,0-5 0 16,4-3 0-16,3-3 0 15,3-1 0-15,5-7 0 0,0-3 0 16,5-7 0-16,1-1 0 0,4-6 0 16,2-3 0-16,5-2 0 0,5 2 0 15,2 4 0-15,7 5 0 16,4 6 0-16,2 8 0 0,2 4 0 15,-2 3 0-15,-3 8 0 0,-3 4 0 16,-2 5 0-16,-7 1 0 16,-6 3 0-16,-6-2 0 0,-4 4 0 15,-6-3 0-15,-3 0 0 0,-1-1 0 16,-3 1 0-16,-1-5 0 0,-3-2 0 16,0-2 0-16,1-6 0 0,-1-2 0 15,5-4 0-15,1-2 0 0,5-6 0 16,4-4 0-16,4-5 0 0,2-4 0 15,2-5 0-15,6 2 0 0,2 0 0 16,1 5 0-16,-5 9 0 0,0 3 0 16,-4 4 0-16,0 2 0 15,-2 0 0-15,4 4 0 0,0 6 0 16,9 4 0-16,1-1 0 0,1-2 0 16,3-8-2954-16</inkml:trace>
  <inkml:trace contextRef="#ctx0" brushRef="#br0" timeOffset="46914.83">21779 2376 3325 0,'0'0'1241'0,"0"0"-629"0,0 0 116 0,0 0-336 16,0 0-91-16,0 0 135 0,0 0-32 15,0 0 28-15,0 0-111 0,19-7-321 16,-7-18 0-16,1-7 0 16,1-7 0-16,1-6 0 0,3-7 0 15,-1-8 0-15,1-7 0 0,3-4 0 16,0-5 0-16,-1 0 0 0,1 10 0 15,0 9 0-15,-5 12 0 0,-5 11 0 16,3 9 0-16,-8 9 0 0,2 7 0 16,-5 5 0-16,-1 1 0 0,0 3 0 15,4 1 0-15,0 8 0 0,2 16 0 16,1 10 0-16,-1 13 0 16,-2 11 0-16,0 6 0 0,-2 9 0 15,3-1 0-15,-3 1 0 0,0-5 0 16,-2-6 0-16,4-4 0 0,-2-7 0 15,-2-8 0-15,0-8 0 16,0-9 0-16,1-12 0 0,-3-9-305 16,0-5-831-16,-5-9-2662 0</inkml:trace>
  <inkml:trace contextRef="#ctx0" brushRef="#br0" timeOffset="47067.03">21872 2117 6647 0,'0'0'1052'15,"0"0"-559"-15,0 0-493 0,37 10 0 16,-8-16 0-16,6-3 0 0,3-5 0 16,-3-3 0-16,8-2 0 0,-8-1 0 15,1 1 0-15,-14 4-321 0,-1 2-4369 16</inkml:trace>
  <inkml:trace contextRef="#ctx0" brushRef="#br0" timeOffset="50169.37">22339 2198 3693 0,'0'0'3326'0,"0"0"-2606"16,0 0-296-16,0 0-395 16,0 0-29-16,33-23 0 0,-14 7 0 15,4 2 0-15,-5-4 0 0,-1 1 0 16,-1 1 0-16,-5 0 0 0,-5 1 0 15,2 1 0-15,-6 0 0 0,-2-1 0 16,-4 3 0-16,-6-1 0 0,-3 2 0 16,-3-1 0-16,-3 4 0 0,1 7 0 15,-3 5 0-15,-4 14 0 0,5 7 0 16,-1 7 0-16,0 6 0 16,3 2 0-16,7 3 0 0,5-1 0 15,4-1 0-15,4-3 0 0,6-4 0 16,9-4 0-16,4-5 0 0,3-8 0 15,1-5 0-15,2-3 0 16,2-7 0-16,2-3 0 0,-2-6 0 16,4-4-185-16,-10-1-1936 0,-3-1-400 0</inkml:trace>
  <inkml:trace contextRef="#ctx0" brushRef="#br0" timeOffset="50465.21">22759 2160 6819 0,'0'0'968'0,"0"0"-563"0,-48-28-405 16,24 22 0-16,3 4 0 0,4 4 0 16,-3 4 0-16,7 7 0 0,1 6 0 15,0 7 0-15,5 4 0 0,3 2 0 16,4 2 0-16,4-1 0 16,9-3 0-16,3-3 0 0,5-7 0 15,4-7 0-15,2-6 0 0,4-6 0 16,-4-5 0-16,1-6 0 0,-9-4 0 15,-2-2 0-15,-9-4 0 16,-2-2 0-16,-6-2 0 0,-6 1 0 16,-2-2 0-16,-5-1 0 0,-1-1 0 15,-3-1 0-15,3 1 0 0,3 2 0 16,9 1 0-16,9 4-325 16,7 0-843-16,3 4 139 0,-5 3-1400 0</inkml:trace>
  <inkml:trace contextRef="#ctx0" brushRef="#br0" timeOffset="50713.98">22984 1660 8091 0,'0'0'101'0,"0"0"-101"16,0 0 0-16,0 0 0 0,0 61 0 15,2-14 0-15,3 8 0 16,-5 5 0-16,2 1 0 0,0 4 0 16,-2 3 0-16,0 1 0 0,0 2 0 15,-9-3 0-15,7-8 0 0,-2-6 0 16,2-9 0-16,2-13 0 16,0-12 0-16,0-8 0 0,2-11 0 15,0-1-1097-15,2-14-1272 0</inkml:trace>
  <inkml:trace contextRef="#ctx0" brushRef="#br0" timeOffset="51165.98">23239 2157 8192 0,'0'0'0'0,"-7"34"0"0,7-9 0 0,2 6 0 0,3 2 0 15,1-4 0-15,-2-1 0 16,2-1 0-16,-2-3 0 0,2-1 0 16,-1-7 0-16,-5-5-1313 0,0-8-2009 0</inkml:trace>
  <inkml:trace contextRef="#ctx0" brushRef="#br0" timeOffset="51302.64">23284 1846 8192 0,'0'0'0'0,"0"0"0"0,0 0 0 16,-35-11 0-16,35 11 0 0,-2 0 0 15,4 0 0-15,6 0 0 0,7 3-189 16,-1-1-1083-16,1 3-641 0</inkml:trace>
  <inkml:trace contextRef="#ctx0" brushRef="#br0" timeOffset="52308.72">23458 2165 6891 0,'0'0'668'0,"0"0"-104"0,-38-48-495 0,28 37-69 0,6 1 0 16,0 8 0-16,2 2 0 0,-2 1 0 15,-3 14 0-15,-3 14 0 0,0 9 0 16,-1 6 0-16,7-2 0 0,2-5 0 15,2-3 0-15,4-7 0 16,5-9 0-16,1-8 0 0,0-3 0 16,5-7 0-16,3-1 0 0,-3-7 0 15,6-8 0-15,-1-4 0 0,-3-2 0 16,1-4 0-16,-3-1 0 16,1 0 0-16,-1 6 0 0,-5 5 0 15,-2 7-189-15,-3 4 165 0,-3 5 4 16,-2 0 40-16,2 5-16 0,0 8 108 15,-2 5-56-15,2 1-15 0,-2 1-41 16,4-2 0-16,0-3 0 0,2 2 0 16,5-5 0-16,1-3 0 0,3-4 0 15,-1-2 0-15,3-3 0 0,-1-1-57 16,1-5-179-16,-3-1 20 16,3 0-260-16,-5 0 104 0,-4 0 92 15,3 2 7-15,-5 1 213 0,-4 2 60 16,0 1 40-16,-2 1 148 0,0 1 193 15,0 11 407-15,0 4-272 16,-2 1-459-16,0 2-57 0,2-2 0 16,0-9 0-16,2-2 0 0,2-4 0 15,2-2 0-15,5-5 0 0,7-11 0 16,3-5 0-16,2-8 0 16,-5-3 0-16,-1 1 0 0,-3-2 0 15,-1 1 0-15,-1 5 0 0,-4 6 0 16,-4 6 0-16,-2 6 0 0,1 8 0 15,-3 1 0-15,2 1 0 0,-2 16 0 16,0 13 0-16,4 11 0 0,2 0 0 16,0 1 0-16,4-10 0 0,5-5 0 15,1-7 0-15,3-7-137 0,-2-3-4357 16</inkml:trace>
  <inkml:trace contextRef="#ctx0" brushRef="#br0" timeOffset="52711.26">24748 1568 6022 0,'0'0'961'0,"0"0"-241"0,0 0-231 16,0 0-489-16,0 0 0 0,0 0 0 15,0 0 0-15,-13 79 0 16,13-16 0-16,0 9 0 0,4 3 0 16,-2 2 0-16,0-4 0 0,-2 0 0 15,0-8 0-15,0-4 0 0,-2-4 0 16,0-6 0-16,-2-9 0 16,2-6 0-16,-4-12 0 0,0-12-1141 15,-1-6-876-15,-3-7-1069 0</inkml:trace>
  <inkml:trace contextRef="#ctx0" brushRef="#br0" timeOffset="52867.62">24487 2169 6835 0,'0'0'408'15,"56"-21"24"-15,-13 12 85 0,1 1-517 16,-1 1 0-16,-2-1 0 16,-5 4 0-16,-3 1 0 0,-2 1 0 15,0 2-365-15,0 0-523 0,-11 0-397 16,1 0-3865-16</inkml:trace>
  <inkml:trace contextRef="#ctx0" brushRef="#br0" timeOffset="53131.35">25008 2088 7551 0,'0'0'520'16,"0"0"-399"-16,0 0-121 16,0 0 0-16,-37 1 0 0,22 17 0 15,3 6 0-15,0 3 0 0,5 2 0 16,5-5 0-16,2 0 0 0,9-5 0 15,3-1 0-15,0-5 0 0,9-5 0 16,-2-2 0-16,-3-6 0 0,1 0 0 16,-5-7 0-16,-2-5 0 0,-3-3 0 15,-1-4 0-15,-2-5 0 0,-4-2 0 16,0-5 0-16,0 0 0 16,-4 2 0-16,0 4 0 0,2 6 0 15,2 6 0-15,0 5 0 0,2 4 0 16,2-1-533-16,6 1-852 0,-2-1-347 15,5 0-1850-15</inkml:trace>
  <inkml:trace contextRef="#ctx0" brushRef="#br0" timeOffset="53399.47">25140 2241 7227 0,'0'0'965'15,"-18"43"-965"-15,14-28 0 0,4-9 0 16,0-2 0-16,4-4 0 0,2 0 0 15,8-11 0-15,11-13 0 0,8-9 0 16,-2-6 0-16,0-1 0 0,-6 5 0 16,-4 3 0-16,-5 3 0 0,-3 6 0 15,-5 5 0-15,-2 7 0 0,-4 6 0 16,0 4 0-16,-2 3 0 16,2 11 0-16,5 13 0 0,-3 6 0 15,0 6 0-15,0-1 0 0,0-4 0 16,-2-2 0-16,2-3 0 0,3-2 0 15,-5-2 0-15,2-4 0 16,-2-2 0-16,-2-5-713 0,0-6-1164 16,0-2-804-16</inkml:trace>
  <inkml:trace contextRef="#ctx0" brushRef="#br0" timeOffset="53645.38">25477 2286 7271 0,'0'0'724'0,"40"-17"-527"0,-16 3-197 15,1-2 0-15,-2-2 0 0,-2-4 0 16,-3 0 0-16,-3-2 0 0,-5-2 0 16,-2-1 0-16,-6 1 0 0,-4 3 0 15,-2 9 0-15,-8 6 0 0,-1 7 0 16,-5 4 0-16,-7 11 0 16,0 10 0-16,0 7 0 0,5 6 0 15,5 3 0-15,9 3 0 0,6-3 0 16,12 3 0-16,11-4 0 0,12-5 0 15,15-3 0-15,12-4 0 16,10-5 0-16,-14-9 0 0,2-5-2578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8:01:03.87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12690 7089 3017 0,'0'0'1857'0,"0"0"-1089"0,0 0-92 16,0 0-395-16,46 5 83 0,-5-5 340 15,17-1-412-15,6-4-59 0,14 0-233 16,7 0 0-16,8 1 0 0,-8 1 0 15,-4 2 0-15,-9 1 0 0,-10 0 0 16,-15 2 0-16,-3 1 0 0,-13 0 0 16,-10 1-285-16,-5-3-511 15,-8 1-1629-15,-8-2-1541 0</inkml:trace>
  <inkml:trace contextRef="#ctx0" brushRef="#br0" timeOffset="6095.21">10797 15431 3445 0,'0'0'1045'0,"43"1"-589"0,-16-1-24 0,4-3 136 16,0-2-460-16,2 0-88 0,6-3-20 15,-2-3-36-15,1 2-164 0,-7-1-812 16,-4 2-113-16,-7 2-55 0</inkml:trace>
  <inkml:trace contextRef="#ctx0" brushRef="#br0" timeOffset="6285.08">10908 15351 5894 0,'0'0'0'0,"21"57"-212"0,-7-22 60 16,-1-2 136-16,-3 0-56 0,0-1-540 16,1 0-53-16,-5-9-259 0,2-1-2273 0</inkml:trace>
  <inkml:trace contextRef="#ctx0" brushRef="#br0" timeOffset="6734.83">11896 15391 3153 0,'0'0'1457'15,"0"0"-1029"-15,52 0 116 0,-19 1-280 16,6-1-12-16,1 0 88 0,1-5-95 15,6 0-33-15,-1-2-116 0,-3 0-96 16,-1 0 0-16,-5 3-445 0,-6 2-323 16,-10 2-300-16,-9 0-1622 0</inkml:trace>
  <inkml:trace contextRef="#ctx0" brushRef="#br0" timeOffset="19864.45">6317 10743 6082 0,'0'0'565'0,"0"0"-369"16,0 0-96-16,0 0-28 0,41 6 172 16,1-6 360-16,12 0-316 0,18-3-247 15,6 0-41-15,18-1 0 16,9 2 0-16,5 0 0 0,5-1 0 16,7 0 0-16,0-1 0 0,2 2 0 15,-8 0 0-15,-6 2 0 0,-3 7 0 16,-4 3 0-16,-8 3 0 15,-10 4 0-15,-12-1-129 0,-16 0-871 16,-19-7-173-16,-11-4-880 0</inkml:trace>
  <inkml:trace contextRef="#ctx0" brushRef="#br0" timeOffset="32189.67">14003 12498 1344 0,'0'0'152'0,"0"0"180"0,0 0 1417 0,0 0-928 0,37-7-301 0,-23 7 260 16,-3 5-320-16,1 0-92 0,-8-1 209 16,2 1-269-16,-6 0-56 15,0 1 36-15,0-1-204 0,0 4 8 16,-6 0-27-16,-4 2-65 0,-7 0 0 15,3-3 0-15,1-2 0 0,3-4 0 16,0 1 0-16,-1-3 0 16,7 0 0-16,2-1 0 0,-2-3 0 15,0-2 0-15,4-2 0 0,-2-8 0 16,2-1 0-16,2-2 0 0,2 0 0 16,11 3 0-16,-3 3 0 15,5 4 0-15,1 2 0 0,-1 3 0 16,-5 4 0-16,3 0 0 0,-5 7 0 15,0 1 0-15,-4 3 0 0,3 1 0 16,-3 0 0-16,0-3 0 0,-6-2 0 16,4-1 0-16,-4-1 0 0,0 0 0 15,0 0 0-15,0 1 0 0,-4-1 0 16,-2 1 0-16,2 2 0 0,-9 0 0 16,-1 1-713-16,4-2-356 15,-5-1-2372-15</inkml:trace>
  <inkml:trace contextRef="#ctx0" brushRef="#br0" timeOffset="34045.98">8302 15422 972 0,'0'0'388'0,"0"0"108"0,0 0-135 0,0 0 471 0,0 0-360 0,0 0 489 16,0 0-365-16,0 0-92 16,0 0 268-16,0 0-367 0,12 6-97 15,-12-6 4-15,4-2-224 0,6-5-28 16,7-3 8-16,8-3-64 0,2-3-4 15,10-2 0-15,0-1-8 16,15-3 8-16,10-6 0 0,12-4 8 16,11-3-8-16,8-5 0 0,8-5 4 15,11-4-4-15,6-6 0 0,0-2 4 16,8-2-4-16,4-1 0 0,-4-1 12 16,6-1-12-16,-2 1 0 15,7-2-12-15,1-1 12 0,3-4 0 16,6-3-4-16,-5 2 4 0,1-1 0 15,2 2-12-15,-3 1 12 0,1 1-16 16,-7-1 4-16,1 2 12 0,-1-2 4 16,-3 2 4-16,1 1-8 0,-6 2 36 15,-8 4-36-15,-4 1 12 0,-7 3 48 16,3 0-56-16,-7 0 20 16,-1 2 100-16,1 0-108 0,-4 2 40 15,-1 3-44-15,-5 3-12 0,-6 4 0 16,-7 6-28-16,-3 1-60 0,-5 3 88 15,-6 4-20-15,1 1 20 16,-5 5 0-16,-8 3 0 0,-9 2-8 16,-14 5 8-16,-8 1 0 0,-13 4-4 15,-8 2-4-15,-4 0-200 0,-4-2-32 16,-6-2-16-16,-13-2-933 0,3 0-548 16,-5 0-1652-16</inkml:trace>
  <inkml:trace contextRef="#ctx0" brushRef="#br0" timeOffset="34320.76">13614 12785 4538 0,'0'0'496'16,"0"0"580"-16,0 0-644 0,0 0-191 15,0 0 27-15,52-6-124 0,-9 5-36 16,9-1 184-16,-1 2-192 16,-7 3-88-16,-3 5-12 0,-4 3-28 15,-10 4-64-15,-6 2-108 0,-11 2 92 16,-10 4-36-16,-6-1 36 0,0 3 68 16,-9 1 40-16,-5 0 0 15,-1 1-36-15,-6 0-244 0,0-1-913 16,7-9-364-16,-5-2-1624 0</inkml:trace>
  <inkml:trace contextRef="#ctx0" brushRef="#br0" timeOffset="35127.46">12343 12796 1956 0,'0'0'2161'0,"0"0"-1476"0,0 0-269 0,4 49 356 16,2-32-460-16,-2 0-55 15,7-1 63-15,-5 0-156 0,0-1 0 16,-2-1 48-16,2-3-192 0,-6-2 8 15,4-3 0-15,-4-2-20 16,0 1 40-16,0-2 128 0,-4 2-52 16,-2-5 100-16,-4 0-107 0,-5-4-117 15,5-4 0-15,2-6 0 0,-1-4 0 16,3-3 0-16,6-2 0 0,0 0 0 16,6 0 0-16,9 2 0 15,6 0 0-15,1 1 0 0,3 4 0 16,2-1 0-16,0 6 0 0,-2 0 0 15,2 2 0-15,-5 4 0 0,-1 2 0 16,0 0 0-16,-11 3 0 0,-2-1-1165 16,-6-3-2597-16</inkml:trace>
  <inkml:trace contextRef="#ctx0" brushRef="#br0" timeOffset="44047.37">3595 4410 2869 0,'0'0'84'0,"0"0"8"0,49 3-12 0,-30-3 24 16,-3-4 120-16,1-1 224 15,0 1-8-15,1 0-227 0,-8 0-33 16,3 1 72-16,-7 1-136 0,-2 1-40 15,0 0 16-15,-2 1-88 16,0 0 8-16,-2 0 0 0,3-1 0 16,1 1-12-16,-2 0 56 0,6-1-16 15,4 0 28-15,13-1 92 0,-2-1-68 16,6 1-16-16,0-1 16 16,2 1-68-16,4 1 44 0,2-2 72 15,5 0-96-15,1-1-4 0,5-2 32 16,3 2-36-16,1 0 24 0,8-2 52 15,2 3-72-15,2 0-3 0,6 1-5 16,5-2-24-16,-1 2-8 0,5-2 0 16,3 2 4-16,9-3-4 0,4 1 0 15,5-1 4-15,1-1-4 0,4 0 0 16,3 1 0-16,-3-1 0 0,7 4 0 16,-1 0 16-16,3 2-16 15,-4 0 64-15,-1 0-28 0,3 3 4 16,-3-1 0-16,3 2-32 0,-2 0-8 15,-5-2 4-15,11 3 0 0,-7-3-4 16,3 1 0-16,2 0 8 16,1-1-8-16,7 0 4 0,4 1 0 15,-4-3-4-15,9 1 20 0,1 1-20 16,2 1 36-16,-1-1 48 16,-1 0-52-16,4 0 4 0,-3-2 16 15,3 0-44-15,-2 0-4 0,5 0 0 16,1-4 0-16,-3 1-4 0,6-3 0 15,-7-2 4-15,5-1-4 0,-3 1 0 16,3-1 4-16,-5 1-4 0,0 0 0 16,-3 2 8-16,-7 1-8 0,-4 0 0 15,-6 1-4-15,-7-2-8 0,-6 0-348 16,-12 0-169-16,-29 2-167 0,-8-5-1373 16</inkml:trace>
  <inkml:trace contextRef="#ctx0" brushRef="#br0" timeOffset="48989.42">15956 9644 2761 0,'0'0'1861'0,"0"0"-113"15,0 0-1111-15,0 0-93 0,0 0 72 16,37-2-591-16,-4-1-25 0,3 2 0 15,-3 1 0-15,-9 0 0 16,-3 2 0-16,2 5 0 0,-5 1 0 16,-1-3-401-16,-7 0-1656 0,-4-5-1757 0</inkml:trace>
  <inkml:trace contextRef="#ctx0" brushRef="#br0" timeOffset="53539.18">19855 8395 1804 0,'0'0'2045'0,"0"0"-1020"0,0 0-405 0,0 0 20 0,0 0 165 16,0 0-413-16,0 0-44 15,0 0 84-15,0 0-351 0,27-34-81 16,-27 33 0-16,0 0 0 0,0 0 0 16,0-1 0-16,-5-1 0 0,-3-3 0 15,-6-1 0-15,1-1 0 0,-1-3 0 16,-1-1 0-16,-1 0 0 0,5 1 0 16,-5-1 0-16,1 1 0 15,1-1 0-15,-5 4 0 0,3 0 0 16,-3-1 0-16,3 3 0 0,-5-1 0 15,9 0 0-15,-1 1 0 0,1 0 0 16,2 0 0-16,-3 1 0 0,1-3 0 16,-5 2 0-16,-1-1 0 15,-3 1 0-15,-4 3 0 0,0-1 0 16,-2 2 0-16,1 1 0 0,-1 0 0 16,0 1 0-16,0 0 0 0,-2 2 0 15,6-1 0-15,-2 0 0 0,5-1 0 16,-1 0 0-16,0 1 0 0,5-1 0 15,-1 0 0-15,1 0 0 16,1-1 0-16,5 1 0 0,-4 0 0 16,1 0 0-16,3 0 0 0,-3 0 0 15,5 0 0-15,-2 0 0 0,-1 2 0 16,-1 1 0-16,-2-1 0 16,-3 1 0-16,-2-1 0 0,-3 1 0 15,1 1 0-15,-6 2 0 0,4-1 0 16,-6 1 0-16,3-2 0 0,1 2 0 15,-2 1 0-15,0-1 0 0,2 1 0 16,3 1 0-16,-3-2 0 16,2 1 0-16,2 2 0 0,1-2 0 15,3 2 0-15,3 0 0 0,-3-2 0 16,7 1 0-16,-3-1 0 0,5-1 0 16,-2 1 0-16,-3 2 0 0,-1-2 0 15,1 0 0-15,-1 3 0 0,-3-1 0 16,1 2 0-16,-3 0 0 0,-1 1 0 15,-1 1 0-15,0 0 0 16,-1 2 0-16,1-1 0 0,0-1 0 16,1 2 0-16,3-3 0 0,3 1 0 15,-3 1 0-15,0-2 0 0,7 0 0 16,-4-1 0-16,1-2 0 0,-1 1 0 16,3-1 0-16,-1 0 0 15,2 1 0-15,-5-2 0 0,5 3 0 16,0 2 0-16,-1-2 0 0,1 1 0 15,0 2 0-15,-1-2 0 0,1 0 0 16,-3 0 0-16,7 1 0 0,-4 0 0 16,2 0 0-16,-5 3 0 15,3-1 0-15,-5 1 0 0,5 0 0 16,0 0 0-16,-1-2 0 0,1 2 0 16,2-3 0-16,0 1 0 0,-3 1 0 15,1 1 0-15,2-2 0 0,-3 0 0 16,1 1 0-16,2 0 0 15,-3 0 0-15,1 2 0 0,4-2 0 16,-4 2 0-16,5 0 0 0,-1-1 0 16,4 1 0-16,2-1 0 0,-2 2 0 15,2-2 0-15,0 1 0 0,0 1 0 16,2-1 0-16,0-1 0 0,-2 1 0 16,0-2 0-16,0 1 0 15,0-1 0-15,0 2 0 0,0-2 0 16,0 1 0-16,0 0 0 0,0 0 0 15,0 0 0-15,4 0 0 0,0-1 0 16,-1-1 0-16,1 2 0 16,2-1 0-16,0-1 0 0,2 0 0 15,3 2 0-15,-3-3 0 0,2 1 0 16,-1 0 0-16,1 1 0 0,-4-1 0 16,4-2 0-16,1 2 0 0,-5-3 0 15,4 2 0-15,5-2 0 0,-5 1 0 16,2 0 0-16,3-1 0 0,-1-1 0 15,3 1 0-15,-1 0 0 16,7-1 0-16,0 1 0 0,0 2 0 16,4-2 0-16,4 1 0 0,0-1 0 15,0 0 0-15,0-1 0 16,2-2 0-16,-2 0 0 0,0 1 0 0,-2-1 0 16,-5 0 0-16,3-2 0 15,0 1 0-15,-2-1 0 0,2 1 0 16,0-1 0-16,4 0 0 0,4-2 0 15,2 0 0-15,4-1 0 16,-1-2 0-16,1-1 0 0,0 0 0 16,3 0 0-16,-3-5 0 0,3-1 0 15,-3-1 0-15,0-3 0 0,5-1 0 16,-3-3 0-16,5-1 0 0,-3 0 0 16,-6 0 0-16,1-2 0 0,-7-1 0 15,-6-2 0-15,4 1 0 16,0-3 0-16,2-2 0 0,8-5 0 15,-4 1 0-15,9-3 0 0,-3-2 0 16,3-3 0-16,-3 2 0 0,-2-4 0 0,1 3 0 16,-3 0 0-16,-4 3 0 15,-2 1 0-15,-6 3 0 0,-2-2 0 16,0 4 0-16,-5 0 0 0,-1 0 0 16,-5-1 0-16,1-2 0 15,-5 1 0-15,-1-3 0 0,-5-3 0 16,0-2 0-16,-2-3 0 0,2-4 0 15,-4 0 0-15,4 1 0 0,-4 3 0 16,2 4 0-16,-2 2 0 16,0 3 0-16,-6 0 0 0,0-2 0 15,-2 1 0-15,-5 0 0 0,-3-2 0 16,1-1 0-16,-6 2 0 0,5-2 0 16,-9-1 0-16,4 0 0 0,-5 3 0 15,3 2 0-15,-2 5 0 0,4 3 0 16,5 6 0-16,3 2 0 0,1 4 0 15,0 4 0-15,1 1 0 16,3 3 0-16,0 0 0 0,2 0 0 16,1 0 0-16,1 2 0 0,4 0 0 15,-4 0 0-15,2 0 0 0,2 0 0 16,0 0-517-16,2 0-1900 0,2-2-2405 16</inkml:trace>
  <inkml:trace contextRef="#ctx0" brushRef="#br0" timeOffset="54635.96">19861 8251 2160 0,'0'0'2286'16,"0"0"-1262"-16,0 0-284 0,0 0 121 0,0 0-485 0,0 0-40 0,0 0 73 16,0 0-409-16,0 0 0 0,0 0 0 15,-27 6 0-15,27-9 0 0,6-2 0 16,5-8 0-16,7-5 0 0,5-8 0 16,12-4 0-16,4-3 0 0,9-4 0 15,8-6 0-15,8-6 0 0,10-2 0 16,7-1 0-16,12-3 0 0,10 2 0 15,7-3 0-15,5 0 0 0,3 3 0 16,2 1 0-16,4 2 0 16,-6 6 0-16,-8 4 0 0,-11 4 0 15,-14 6 0-15,-7 2 0 0,-8 4 0 16,-8 3 0-16,-10 2 0 0,-15 4 0 16,-6 3 0-16,-14 5 0 15,-11 2 0-15,-4 3 0 0,0 0 0 16,-2 1 0-16,0 0 0 0,0 1 0 15,0 0 0-15,0-1 0 0,0 0 0 16,0-1 0-16,0 0 0 0,0 1 0 16,4 1 0-16,-2 0-2178 15,3-2-1015-15</inkml:trace>
  <inkml:trace contextRef="#ctx0" brushRef="#br0" timeOffset="57045.32">22478 7037 5266 0,'0'0'1072'0,"0"0"-495"0,-48-40 63 16,24 28-496-16,-5 1-24 0,-4 7 8 15,-3 4-128-15,9 4 16 0,5 10 40 16,1 4-52-16,7 7 20 0,3 4-16 15,5 3-8-15,6 2 0 0,4 0 0 16,4-2-36-16,7-3 24 0,1-7-40 16,9-5-64-16,-2-6 20 15,12-11-52-15,-2-4 52 0,4-9 64 16,-6-4 24-16,-2-3-52 0,-6-1 60 16,-6-3 44-16,-7 1-40 15,-6 1 116-15,-2 1 196 0,-2 3-188 16,-4 1 4-16,2 7-83 0,-2 2-49 15,-2 4 0-15,6 1 0 0,0 1 0 16,0 2 0-16,0 1 0 0,0 11 0 16,6 13 0-16,2 7 0 15,-2 8 0-15,3 2 0 0,-1-2 0 16,-2 4 0-16,-2 1 0 0,0 4 0 16,-4 1 0-16,0-1 0 0,-8 1 0 15,-4 1 0-15,-5-3 0 0,-1-2 0 16,-9-4 0-16,4-5 0 0,-6-6 0 15,0-5 0-15,-2-9 0 16,4-9 0-16,2-6 0 0,5-9 0 16,3-14 0-16,3-11 0 0,3-12 0 15,5-2 0-15,6-4 0 0,10 4 0 16,7 3 0-16,4 3 0 0,12 5 0 16,-4 5 0-16,2 2 0 0,-2 2 0 15,0 6 0-15,2-3 0 16,2 0 0-16,0-2 0 0,2 1 0 15,2 2 0-15,0-1 0 0,-2 2 0 16,-4-2 0-16,-2 3 0 0,-6 1 0 16,-4 1 0-16,-9 1 0 15,0-1 0-15,-1 0 0 0,-7-1 0 16,-2 3 0-16,-2-1 0 0,-9 3 0 16,-3 3 0-16,-7 4 0 0,-2 6 0 15,1 5 0-15,-1 11 0 0,0 10 0 16,3 8 0-16,-1 5 0 0,4 3 0 15,3 3 0-15,6 0 0 0,6-1 0 16,2-4 0-16,8-3 0 16,4-5 0-16,5-6 0 0,12-7 0 15,0-11 0-15,10-7 0 0,6-12 0 16,3-8 0-16,-1-8-253 0,-9 2-963 16,-7-5-2562-16</inkml:trace>
  <inkml:trace contextRef="#ctx0" brushRef="#br0" timeOffset="57261.59">23127 6549 7059 0,'0'0'864'0,"0"0"-595"0,0 0-269 16,0 0 0-16,-25 53 0 0,17-13 0 15,-2 8 0-15,3 4 0 0,5 1 0 16,-2 5 0-16,4 4 0 0,0 3 0 15,0-2 0-15,0-2 0 0,4-6 0 16,-2-5 0-16,2-6 0 0,-4-9 0 16,0-5-225-16,-2-11-1071 15,-4-11-2542-15</inkml:trace>
  <inkml:trace contextRef="#ctx0" brushRef="#br0" timeOffset="57378.56">22929 7151 6959 0,'0'0'752'15,"33"-22"-271"-15,-2 7-481 0,6 1 0 16,-2 0 0-16,2 3 0 0,-6 0 0 16,8 2 0-16,1-1 0 15,-3 1-97-15,-10 2-1247 0,-2 0-3251 0</inkml:trace>
  <inkml:trace contextRef="#ctx0" brushRef="#br0" timeOffset="57834.31">23563 7094 6651 0,'0'0'724'0,"0"0"80"0,-18-44-791 16,3 29-13-16,-4-2 0 15,-1 3 0-15,1 0 0 0,-4 3 0 16,5 6 0-16,-1 5 0 0,5 2 0 16,-1 7 0-16,3 4 0 0,2 3 0 15,1 2 0-15,5 0 0 0,4 1 0 16,8 0 0-16,1-1 0 0,9-1 0 15,3-1 0-15,2-2 0 0,1 1 0 16,3 1 0-16,2-3 0 0,-4 1 0 16,0 3 0-16,-4-3 0 15,-9 0 0-15,-2 2 0 0,-10-2 0 16,0 1 0-16,-10 1 0 0,-7-2 0 16,-3-1 0-16,-7-3 0 15,-8-3 0-15,2-7 0 0,0-5 0 0,-3-9 0 16,10-6-121-16,5 3-1724 15,2-5-1508-15</inkml:trace>
  <inkml:trace contextRef="#ctx0" brushRef="#br0" timeOffset="64237.6">24690 6914 3269 0,'0'0'1989'0,"0"0"-1037"0,0 0 185 0,0 0-577 16,0 0-275-16,0 0-285 0,0 0 0 15,14 57 0-15,-16-15 0 0,0 0 0 16,2-4 0-16,4 0 0 0,2-3 0 16,3 2 0-16,-1-4 0 15,2-2 0-15,3-8 0 0,1-6 0 16,5-6 0-16,-1-9 0 0,3-5 0 16,2-13 0-16,-1-6 0 0,-1-9 0 15,0-3 0-15,-5-6 0 0,1-2 0 16,-3-2 0-16,-3 0 0 0,-1 4 0 15,0 3 0-15,-1 5 0 0,-1 12 0 16,-4 7 0-16,-4 7 0 0,0 5-513 16,0-1-784-16,-6 2-728 0</inkml:trace>
  <inkml:trace contextRef="#ctx0" brushRef="#br0" timeOffset="64684.59">25047 7215 5622 0,'0'0'408'16,"42"-5"241"-16,-20-8 107 0,-1-3-492 16,-2-6-108-16,-3-3 181 0,-3-2-337 15,-5-2 0-15,-2 0 0 16,-4-3 0-16,-2 1 0 0,-4 6 0 16,-2 5 0-16,-7 7 0 0,1 7 0 15,-7 6 0-15,-1 5 0 0,-3 9 0 16,-2 7 0-16,-2 9 0 0,0 7 0 15,5 2 0-15,5 0-17 0,9 0 1 16,8-7-8-16,4-3 16 0,10-6-16 16,7-3-24-16,6-3 40 15,4-6 4-15,2-4-20 0,0-4 0 16,0 0-164-16,0-3-240 0,-4 0 12 16,-4-4-41-16,-4-1 253 15,-7 2 108-15,-3-1 88 0,-7 2 8 0,-2 2 32 16,-2-1 569-16,0 0-45 15,0-1-88-15,-2 0-131 0,-2-5-337 16,1-4 0-16,1-6 0 0,2-5 0 16,0-1 0-16,2-1 0 15,3 0 0-15,1 3 0 0,0 2 0 16,-2 3 0-16,2 3 0 0,-2 2 0 16,1 3 0-16,-3 3-733 0,2 2-1468 15,-2 0-604-15</inkml:trace>
  <inkml:trace contextRef="#ctx0" brushRef="#br0" timeOffset="65080.21">25496 7038 7071 0,'0'0'952'0,"0"0"-783"0,-13 43-169 0,7-19 0 16,0 2 0-16,6-5 0 15,2-2 0-15,8-2 0 0,7-5 0 16,6-3 0-16,6-7 0 0,2-2 0 15,0-8 0-15,2-6 0 0,-6-5 0 16,-3-4 0-16,-5 1 0 0,-7-1 0 16,-3 6 0-16,-5 3 0 15,-2 6 0-15,-2 6 0 0,0 2 0 16,0 0 0-16,0 6 0 0,-2 9 0 16,-4 13 0-16,-1 9 0 0,-1 8 0 15,-2 4 0-15,0 2 0 0,1 1 0 16,1 5 0-16,0 2 0 0,-1 3 0 15,-3-1 0-15,-2 1 0 0,-9-1 0 16,-4-3 0-16,-6-1 0 16,-8-6 0-16,-1-6 0 0,1-7 0 15,0-12 0-15,-1-12 0 0,5-12 0 16,6-10 0-16,6-17 0 16,9-10 0-16,7-15 0 0,9-8 0 15,11-5 0-15,18 4 0 0,12 3 0 0,11 6 0 16,6 5 0-16,-1 1 0 15,-9 11-21-15,-5-2-2972 0</inkml:trace>
  <inkml:trace contextRef="#ctx0" brushRef="#br0" timeOffset="65460.76">26486 6750 3769 0,'0'0'2321'0,"0"0"-1516"0,0 0-113 0,0 0-396 16,0 0-92-16,-6 45-99 0,4-6-105 15,-4 12 0-15,-1 5 0 0,1 1 0 16,0 2 0-16,0-1 0 16,0-2 0-16,1-6 0 0,3-10 0 15,2-4 0-15,2-10 0 0,7-11 0 16,3-8 0-16,5-8 0 0,-3-5-2250 15,1-8-575-15</inkml:trace>
  <inkml:trace contextRef="#ctx0" brushRef="#br0" timeOffset="65738">26749 7078 7267 0,'0'0'925'0,"-58"-6"-925"0,25 9 0 16,2 10 0-16,-2 4 0 15,-1 6 0-15,1 2 0 0,6 4 0 16,7-3 0-16,7 0 0 0,11-5 0 16,6 2 0-16,13-8 0 0,8-2 0 15,8-5 0-15,8-8 0 16,5-4 0-16,-3-8 0 0,-4-5 0 16,-6-3 0-16,-8 0 0 0,-8 1 0 15,-9-1 0-15,-2 1 0 0,-4 0 0 16,-2 4 0-16,-8 0 0 0,-4 6 0 15,-3-1 0-15,-1 4-17 0,1 3-1608 16,7-2-167-16,2 0-429 0</inkml:trace>
  <inkml:trace contextRef="#ctx0" brushRef="#br0" timeOffset="65999.81">26922 7077 6763 0,'0'0'1429'0,"0"0"-1429"0,-33 54 0 15,19-27 0-15,-1 4 0 16,7-3 0-16,4-2 0 0,4-1 0 16,8-1 0-16,4-6 0 0,7-4 0 15,4-7 0-15,2-6 0 16,-1-2 0-16,1-7 0 0,-2-8 0 16,-7-1 0-16,-1-6 0 0,-7-2 0 15,0-2 0-15,-3 1 0 0,-1 0 0 16,-4 3 0-16,0 7 0 0,0 5 0 15,-2 5 0-15,2 3 0 0,0 1-245 16,2 1-851-16,6 1 39 0,0-1-460 16,3 1-1148-16</inkml:trace>
  <inkml:trace contextRef="#ctx0" brushRef="#br0" timeOffset="66233.67">27241 7154 6803 0,'0'0'1108'0,"0"0"-827"0,-29-40-281 16,22 29 0-16,-1 4 0 0,4 4 0 16,-2 3 0-16,0 1 0 0,-5 10 0 15,-1 11 0-15,-1 8 0 0,3 3 0 16,2 4 0-16,6-9 0 16,4-2 0-16,4-4 0 0,8-8 0 15,3-7 0-15,2-7 0 0,3-6 0 16,3-11 0-16,0-6 0 0,-4-8 0 15,-5-1-549-15,-5 6-764 0,-1-3-2736 0</inkml:trace>
  <inkml:trace contextRef="#ctx0" brushRef="#br0" timeOffset="66540.88">27350 6592 7315 0,'0'0'877'0,"0"0"-877"0,0 0 0 15,0 0 0-15,-16 67 0 0,5-16 0 16,-1 8 0-16,1 4 0 0,7-2 0 16,4 0 0-16,2-4 0 15,9-4 0-15,-1-4 0 0,2-6 0 16,-1-8 0-16,1-4 0 0,-4-12-265 16,1-5-4229-16</inkml:trace>
  <inkml:trace contextRef="#ctx0" brushRef="#br0" timeOffset="67177.32">28317 7156 5898 0,'0'0'725'0,"3"-46"-193"0,-10 26 344 16,1 7-715-16,-2 4-161 0,2 2 0 15,2 3 0-15,-1 3 0 0,-3 1 0 16,-4 7 0-16,-7 12 0 0,-6 7 0 16,3 9 0-16,3 0 0 0,7-5 0 15,3-3 0-15,9-6 0 16,4-2 0-16,7-6 0 0,5-5 0 16,5-6 0-16,0-2 0 0,3-8 0 15,-1-3 0-15,-2 0 0 16,-3 3 0-16,-3 2 0 0,-1 2 0 15,-5 4 0-15,-1 4 0 0,-2 9 0 16,-4 2 0-16,2 4 0 0,0 0 0 16,3-2 0-16,1-4 0 0,2-1 0 15,7-6 0-15,1-5 0 16,7-1-661-16,0-6-135 0,-2-1-1149 16,-3-4 172-16</inkml:trace>
  <inkml:trace contextRef="#ctx0" brushRef="#br0" timeOffset="67454.03">28762 7050 6258 0,'0'0'1093'15,"-23"-32"-252"-15,5 18-841 0,-7 7 0 16,-2 2 0-16,-2 5 0 0,0 5 0 16,2 4 0-16,2 2 0 0,9 3 0 15,3-2 0-15,9 1 0 0,4 3 0 16,9 0 0-16,9 2 0 0,9-2 0 15,6 0 0-15,4-3 0 16,0 0 0-16,1 2 0 0,-1-1 0 16,-4 2 0-16,-4-3 0 0,-8 1 0 15,-11-1 0-15,-8 0 0 16,-2 2 0-16,-12-2 0 0,-7 2 0 16,-6-1 0-16,-6 0 0 0,-6-2 0 15,-6-2 0-15,-3-2 0 0,-6-6 0 16,13 1-729-16,-4-3-1256 0</inkml:trace>
  <inkml:trace contextRef="#ctx0" brushRef="#br0" timeOffset="68129.59">22846 8168 5598 0,'0'0'1157'0,"0"0"-425"0,0 0-27 16,0 0-705-16,0 0 0 0,0 0 0 16,0 0 0-16,8 42 0 0,2-2 0 15,5 7 0-15,3 2 0 0,1-1 0 16,0 3 0-16,-1 1 0 0,-1 2 0 15,-3-1 0-15,-1-3 0 16,-3-4 0-16,0-8 0 0,-1-3 0 0,-1-9 0 16,-2-7 0-16,-2-6 0 15,2-6 0-15,-3-4 0 0,-1-2 0 16,-2-2 0-16,4-10 0 0,2-14 0 16,4-13 0-16,3-11 0 0,-3-7 0 15,4 1 0-15,-3-5 0 16,9 3 0-16,1 1 0 0,0 5 0 15,2 5 0-15,-7 9 0 0,-3 8 0 16,-5 7 0-16,-6 9 0 0,-2 5 0 16,0 4 0-16,0 1 0 0,-2 2-221 15,0-1-1240-15,-2 1-2889 0</inkml:trace>
  <inkml:trace contextRef="#ctx0" brushRef="#br0" timeOffset="69271.78">24074 8579 5610 0,'-4'33'884'0,"1"-1"-371"0,-1 7 379 15,2-2-599-15,0-1-293 0,0-5 0 16,0-3 0-16,2-8 0 0,0-6 0 16,0-7 0-16,0-6 0 15,2-7-521-15,0-1-1492 0,2-22-1360 0</inkml:trace>
  <inkml:trace contextRef="#ctx0" brushRef="#br0" timeOffset="69409.63">24067 8124 5138 0,'0'0'112'0,"0"0"188"0,-4 43-128 15,8-23-172-15,3 0-208 16,-1-5-860-16,0 0-1009 0</inkml:trace>
  <inkml:trace contextRef="#ctx0" brushRef="#br0" timeOffset="69640.92">24212 8768 5610 0,'0'0'708'0,"0"0"561"16,0 0-705-16,0 0-523 15,0 0-41-15,8-39 0 0,5 2 0 16,8-5 0-16,-1 4 0 0,1 11 0 16,-3 7 0-16,-5 11 0 0,1 9 0 15,-3 5 0-15,-1 10 0 16,-4 8 0-16,-4 6 0 0,-2 2 0 15,0 1 0-15,2-3 0 0,5-3 0 16,-1-5 0-16,4-6 0 0,9-5 0 16,3-7 0-16,-5-3-1189 15,8-6-2385-15</inkml:trace>
  <inkml:trace contextRef="#ctx0" brushRef="#br0" timeOffset="70149.95">24820 8543 4117 0,'0'0'1437'0,"0"0"-441"16,0 0 109-16,0 0-701 0,-33-18-271 16,18 15-133-16,-3 5 0 0,-5 7 0 15,-4 11 0-15,6 9 0 16,1 6 0-16,3 4 0 0,7 2 0 15,6 0 0-15,6-3 0 0,6-6 0 16,9-3 0-16,3-9 0 0,5-5 0 16,6-9 0-16,2-6 0 15,4-6-29-15,1-7-591 0,-11 2-1317 16,-1-4-256-16</inkml:trace>
  <inkml:trace contextRef="#ctx0" brushRef="#br0" timeOffset="70383.94">25012 8875 5238 0,'0'0'884'15,"0"0"-59"-15,0 0-517 0,0 0 12 16,-21 35 232-16,15-35-487 0,2 0-65 16,-2-2 0-16,0-9 0 0,2-8 0 15,-1-6 0-15,5-4 0 16,3-2 0-16,7 1 0 0,6-1 0 15,1 3 0-15,6 1 0 0,-1 5 0 16,1 0 0-16,-4 6 0 0,-3 0 0 16,-3 4-813-16,-5 4-1584 15,-4 2-625-15</inkml:trace>
  <inkml:trace contextRef="#ctx0" brushRef="#br0" timeOffset="70913.86">25149 8806 6190 0,'0'0'801'0,"33"9"-365"0,-6-9 292 16,-5-6-691-16,3-7-37 0,2-7 0 16,-4-3 0-16,1-4 0 15,-5-1 0-15,-4-1 0 0,-3-1 0 16,-8 2 0-16,-4 3 0 0,-10 7 0 16,-7 8 0-16,-1 8 0 0,-5 8 0 15,-2 14 0-15,-4 9 0 16,0 9 0-16,-2 6 0 0,4 1 0 15,7-1 0-15,9-4 0 0,9-3 0 16,8-8 0-16,15-7 0 0,10-9-477 16,8-7 65-16,7-6 100 15,1-6-48-15,-1-6-145 0,-3-4-375 16,-1-5 248-16,-5-3 412 0,-6-4 208 16,-6-1 12-16,-9-1 0 0,-5 2 164 15,-7 2 364-15,-4 1 8 0,-4 2 461 16,-5 3-417-16,-3 5-60 0,-1 7-35 15,3 7-485-15,-2 5 0 0,1 7 0 16,1 6 0-16,0 5 0 0,-1 7 0 16,1 2 0-16,2 2 0 15,4 1 0-15,4-5 0 0,2-5 0 16,8-3 0-16,0-5 0 0,5-5 0 16,1-6 0-16,1-5 0 0,2-3 0 15,-1-8 0-15,-1-5 0 16,-1-1 0-16,1 0 0 0,-5-1 0 15,-4 4 0-15,-1 5 0 0,-5 2 0 16,0 4 0-16,-2 3 0 0,2 4 0 16,-2 7 0-16,2 7 0 15,2 4-281-15,-2-4-315 0,6-6-929 16,1-7-392-16,-1-5-1920 0</inkml:trace>
  <inkml:trace contextRef="#ctx0" brushRef="#br0" timeOffset="71238.85">25959 8595 4029 0,'0'0'2810'0,"-37"-23"-2246"0,18 17-176 16,3 6 13-16,-5 1-401 0,0 7 0 16,1 3 0-16,-1 3 0 0,0 1 0 15,5 1 0-15,5 0 0 16,5 0 0-16,6-1 0 0,4-3 0 15,11-1 0-15,10-3 0 0,3-3 0 16,6-1 0-16,1 0 0 0,-2 1 0 16,-2 3 0-16,-6 1 0 15,-7 1-165-15,-7 3 73 0,-9-1 84 16,-4 4 16-16,-11 0 28 0,-3 0 185 16,-5 2-221-16,-4-1 0 0,0-3 0 15,0-2 0-15,1-6 0 0,5-6 0 16,7-3 0-16,3-6 0 0,9-1-461 15,13-1-379-15,5 3-173 0,1 1-1428 16,0 1-780-16</inkml:trace>
  <inkml:trace contextRef="#ctx0" brushRef="#br0" timeOffset="71760.95">26114 8838 3049 0,'0'0'3810'0,"41"-32"-2998"0,-16 9-291 15,-4 1-521-15,-3-1 0 16,-3-2 0-16,-5 0 0 0,-8 0 0 15,-2 1 0-15,-2 2 0 0,-6 6 0 16,-2 6 0-16,-3 10 0 0,-3 6 0 16,-3 12 0-16,-2 10 0 15,-3 9 0-15,-3 7 0 0,2 4 0 16,2 2 0-16,9-3 0 0,12-8 0 16,6-9 0-16,16-11 0 0,9-8 0 15,6-8 0-15,7-5-61 0,3-9-383 16,1-5 104-16,-3-5 176 0,-6-3 104 15,-1-4-88-15,-10 1-108 0,-5-1-389 16,-4 2-95-16,-1 1 80 0,-3 1 15 16,-3 4 469-16,2 2 176 15,-1 3 4-15,-1 2 48 0,-2 1 288 16,-2 3 469-16,-1 1-277 0,-3 3 16 16,0-1 477-16,-2-3-333 0,0-4-355 15,-9-6-337-15,-1 1 0 16,-4 1 0-16,-1 5 0 0,3 6 0 15,-1 5 0-15,-1 1 0 0,4 6 0 16,1 3 0-16,3 5 0 0,4 2 0 16,4 5 0-16,8 1 0 15,7 4 0-15,6 0 0 0,1-1 0 16,3-2 0-16,0 0 0 0,0-2 0 16,0-2 0-16,-2-1 0 0,-7-4 0 15,-9-2 0-15,-9 1 0 0,-9-2 0 16,-11 2 0-16,-11-1 0 0,-7 0 0 15,-7-2 0-15,-5 1 0 0,1-2 0 16,3 1 0-16,7-5 0 0,10-4 0 16,11-1 0-16,9-4-409 15,5-6-4261-15</inkml:trace>
  <inkml:trace contextRef="#ctx0" brushRef="#br0" timeOffset="94567.6">22540 10211 3813 0,'0'0'2193'0,"0"0"-768"15,0 0-664-15,0 0-761 16,0 0 0-16,0 0 0 0,0 0 0 16,0 0 0-16,0-12 0 0,21 13 0 15,14-1 0-15,12-4 0 0,9-2 0 16,6-3 0-16,-6-3 0 16,-2 0 0-16,-9 1 0 0,-10 2 0 15,-8-2 0-15,-10 5 0 0,-11 2 0 16,-2 0-801-16,-4 3-2465 0</inkml:trace>
  <inkml:trace contextRef="#ctx0" brushRef="#br0" timeOffset="94782.92">22860 9848 7235 0,'0'0'468'0,"-35"36"21"16,17-4-489-16,3 9 0 0,-1 6 0 15,3 3 0-15,9 1 0 0,4 1 0 16,6-1 0-16,5-1 0 16,3-3 0-16,3-3 0 0,1-6 0 15,3-6 0-15,-7-12-1109 0,3-5-1488 0</inkml:trace>
  <inkml:trace contextRef="#ctx0" brushRef="#br0" timeOffset="95135.92">23348 9723 4674 0,'0'0'800'0,"0"0"180"16,0 0 209-16,0 0-669 0,-21 36-491 16,11-3-29-16,8 6 0 15,-2 6 0-15,0 0 0 0,4 3 0 16,0 0 0-16,4 3 0 15,-2 2 0-15,0 1 0 0,-2-2 0 16,-4-3 0-16,0-4 0 0,2-7 0 16,2-5 0-16,0-9 0 0,2-9-1998 15,6-9-595-15</inkml:trace>
  <inkml:trace contextRef="#ctx0" brushRef="#br0" timeOffset="95696.18">23784 9841 5454 0,'0'0'856'0,"0"0"-327"0,0-41 283 15,0 27-600-15,-4 1-12 0,-4-4-71 16,-2 1-129-16,-5 0 0 0,1 2 0 16,-3 5 0-16,3 4 0 0,-3 5 0 15,5 5 0-15,-3 6 0 0,1 6 0 16,-3 2 0-16,7 4 0 0,8 2 0 15,0 3 0-15,4 4 0 16,4 1 0-16,6 4 0 0,1 2 0 16,1 1 0-16,3 2 0 0,1-3 0 15,3 0 0-15,-2-3 0 0,-5-2 0 16,-1-1 0-16,-11-4 0 16,-2-3 0-16,-5-4 0 0,-9-1 0 15,-5-4 0-15,-5-3 0 0,-5-3 0 16,2-5 0-16,-2-6 0 0,4-6 0 15,2-9 0-15,11-8 0 16,2-5 0-16,3-7 0 0,7 0 0 16,7 0 0-16,5 4 0 0,13 4 0 15,0 0 0-15,-3 2 0 0,-1 0 0 16,-2 3 0-16,-5-1 0 0,-4 3 0 16,3 1 0-16,-1 1 0 0,1-1-61 15,-3 4-2480-15,0-3-2937 0</inkml:trace>
  <inkml:trace contextRef="#ctx0" brushRef="#br0" timeOffset="96054.15">24588 10113 6563 0,'0'0'784'0,"-26"-41"61"0,11 23-845 0,1 6 0 0,-5 10 0 16,0 3 0-16,1 8 0 0,-3 8 0 15,3 5 0-15,-1 6 0 16,4 4 0-16,5 2 0 0,6 3 0 16,4-4 0-16,8-1 0 0,7-6 0 15,5-7 0-15,5-7 0 0,0-7 0 16,2-8 0-16,0-8 0 16,-2-11 0-16,-3-5 0 0,-3 3-693 15,-3-4-1460-15</inkml:trace>
  <inkml:trace contextRef="#ctx0" brushRef="#br0" timeOffset="96208.01">24640 9775 7367 0,'-14'42'728'0,"5"-3"-631"0,1 12-97 16,-2 2 0-16,-1 4 0 0,5 4 0 15,2-3 0-15,4 0 0 0,0-1 0 16,0-3 0-16,6-4 0 0,5-9 0 15,-3-13 0-15,6-10-1621 0</inkml:trace>
  <inkml:trace contextRef="#ctx0" brushRef="#br0" timeOffset="96440.68">24876 9997 7051 0,'0'0'808'16,"-17"49"-475"-16,9-19-333 16,2 4 0-16,-3 1 0 0,3 4 0 15,4 1 0-15,0-4 0 0,0-2 0 16,0-2 0-16,-2-6 0 0,0-7 0 16,0-7 0-16,2-8-589 0,-3-4-2833 0</inkml:trace>
  <inkml:trace contextRef="#ctx0" brushRef="#br0" timeOffset="96832.04">24913 9823 7199 0,'0'0'760'16,"0"0"-527"-16,0 0-233 15,0 0 0-15,0 0 0 0,47-44 0 16,-22 32 0-16,2 3 0 0,-2 5 0 15,0 4 0-15,0 7 0 16,-5 6 0-16,-5 4 0 0,-9 3 0 16,-6 5 0-16,-10 1 0 0,-7 1 0 15,-4-1 0-15,-1-2 0 0,-3-3 0 16,-4 1 0-16,-2-5 0 0,0 1 0 16,4-1 0-16,4-5 0 0,7-3 0 15,7-4 0-15,5-4 0 0,4 0 0 16,7 2 0-16,5 0 0 0,11 4 0 15,4 3 0-15,4-1 0 16,0 3 0-16,0 1 0 0,0 3 0 16,2 0 0-16,-2 5 0 0,-2 1 0 15,-9 3 0-15,-7 0 0 0,-13 3 0 16,-9 1 0-16,-13-1 0 16,-5 2 0-16,-10-2 0 0,-7-3 0 15,-5-1 0-15,-5-9 0 0,4-3 0 16,5-7 0-16,16-5 0 0,14-7-77 15,9-2-1067-15,6-4-2658 0</inkml:trace>
  <inkml:trace contextRef="#ctx0" brushRef="#br0" timeOffset="97232.29">25808 10417 6799 0,'2'33'772'0,"-4"6"-308"0,-2 9-307 16,-2 1-157-16,-3 1 0 0,1-1 0 15,2-2 0-15,4-4 0 0,-2-3 0 16,0-3 0-16,2-7 0 15,-3-5 0-15,1-6 0 0,0-5-53 16,0-7-1744-16,0-7-416 0</inkml:trace>
  <inkml:trace contextRef="#ctx0" brushRef="#br0" timeOffset="97496.5">25777 10150 6326 0,'0'0'849'0,"0"0"-149"0,48-39-383 16,-28 32-317-16,5 0 0 0,2 1 0 16,2 1 0-16,0 4 0 0,-4 1 0 15,-5 7 0-15,-3 6 0 0,-9 6 0 16,-8 2 0-16,-4 8 0 0,-8 3 0 16,-5 1 0-16,-4 0 0 0,-1-3 0 15,-1-3 0-15,-2-2 0 0,0-5 0 16,0-6 0-16,3-3 0 0,3-7 0 15,5-4 0-15,5-3 0 16,5-9-669-16,6-2-47 0,2 0-305 16,7-2-1620-16</inkml:trace>
  <inkml:trace contextRef="#ctx0" brushRef="#br0" timeOffset="97900.93">26048 10333 5438 0,'0'0'944'0,"37"3"665"16,-12-10-1408-16,-5-1-201 0,3-7 0 16,-2-1 0-16,0-3 0 0,-3-3 0 15,-1 1 0-15,-5-3 0 0,-4 2 0 16,-4 1 0-16,-4 2 0 0,-4 3 0 16,-6 4 0-16,-9 5 0 0,-3 7 0 15,-3 4 0-15,-4 10 0 0,-2 5 0 16,0 8 0-16,2 5 0 0,6 4 0 15,5 0 0-15,9-1 0 16,11-2 0-16,13-4-209 0,10-5 13 16,8-3 116-16,8-6 68 0,5-3 12 15,1-2 168-15,-1-2-88 0,-1-3-68 16,-4-3-12-16,-1-1-28 16,-9-1-72-16,-11-2-28 0,-5-1 40 15,-9 2 88-15,-6-1 108 0,0 1 356 16,-2-3-455-16,-6-4-9 15,-3-5 0-15,-1-5 0 0,4-7 0 0,4 3 0 16,2 0 0-16,4 1 0 16,8 2 0-16,2 1 0 0,9-1 0 15,8 3 0-15,2-1 0 0,2 4 0 16,-8 2 0-16,0 3-1778 0</inkml:trace>
  <inkml:trace contextRef="#ctx0" brushRef="#br0" timeOffset="98369.56">27402 10277 5270 0,'0'0'908'0,"0"0"-407"0,0 0 431 15,0 0-624-15,0-47-35 16,0 28-273-16,-2-2 0 0,-7 2 0 16,-1 1 0-16,0 4 0 0,-5 7 0 15,1 7 0-15,-1 6 0 0,-3 12 0 16,-3 9 0-16,-2 5 0 16,3 6 0-16,3 3 0 0,5 0 0 15,8-2 0-15,4-3 0 0,6-7 0 16,8-5 0-16,7-11 0 0,6-7 0 15,6-8 0-15,4-14 0 16,2-10 0-16,5-9-201 0,-11 6-2036 16,-4-3-496-16</inkml:trace>
  <inkml:trace contextRef="#ctx0" brushRef="#br0" timeOffset="98573.45">27551 9733 5486 0,'0'0'1129'15,"-9"34"-661"-15,1-2 292 0,-4 12-411 16,-3 6-349-16,-3 4 0 16,-3 3 0-16,2 4 0 0,1 0 0 15,3 2 0-15,3 0 0 0,4-1 0 16,5-7 0-16,6-3 0 16,9-11 0-16,11-13 0 0,6-8 0 15,8-12-245-15,6-11-1892 0,-8-3-276 16,1-9-644-16</inkml:trace>
  <inkml:trace contextRef="#ctx0" brushRef="#br0" timeOffset="98833.16">27751 10285 5634 0,'0'0'1765'15,"-19"-38"-1057"-15,7 19-623 0,0 5-85 16,-3 2 0-16,1 4 0 0,-3 6 0 16,3 3 0-16,-1 8 0 0,-3 9 0 15,1 6 0-15,-1 5 0 0,1 5 0 16,3 1 0-16,3 2 0 0,9-2 0 15,2-1 0-15,10-5 0 16,9-4 0-16,4-3 0 0,4-9 0 16,6-8 0-16,2-5 0 0,-2-6 0 15,-4-9 0-15,-2-4 0 0,-9-5 0 16,-5-4 0-16,-7-1 0 16,-4-2 0-16,-2 1 0 0,-4 0 0 15,-6 5 0-15,-3 9 0 0,-1 6 0 16,-1 7 0-16,1 3-241 0,5 6-943 15,3-2-213-15,6 5-2129 0</inkml:trace>
  <inkml:trace contextRef="#ctx0" brushRef="#br0" timeOffset="99103.28">27863 10361 6458 0,'0'0'733'0,"-31"45"-137"0,14-14-191 16,7 0-405-16,4 0 0 0,6-2 0 15,6-4 0-15,8-2 0 16,5-6 0-16,2-2 0 0,5-6 0 16,1-7 0-16,-2-2 0 0,0-9 0 15,-2-6 0-15,-3-4 0 0,-3-4 0 16,-7-5 0-16,-2-2 0 16,-3-1 0-16,-5-5 0 0,0 0 0 15,-2 1 0-15,-5 7 0 0,3 4 0 16,0 9 0-16,4 4 0 0,0 2-117 15,8-1-875-15,1 2-1233 0,1-4-453 16</inkml:trace>
  <inkml:trace contextRef="#ctx0" brushRef="#br0" timeOffset="99460.5">28200 9823 7383 0,'0'0'460'16,"0"0"-111"-16,0 0-349 0,4 35 0 15,-4 0 0-15,-2 7 0 0,-4 6 0 16,-1 0 0-16,-1 6 0 16,0 3 0-16,-5 4 0 0,-3 8 0 15,-1 2 0-15,-1 0 0 0,5-4 0 16,7-9 0-16,6-13 0 0,8-10 0 15,7-11 0-15,1-12 0 16,5-8 0-16,6-9 0 0,-2-16 0 16,0-8 0-16,-3-9 0 0,-3-7 0 15,-7-1 0-15,-8 1 0 0,-4 7 0 16,-8 9 0-16,-4 13 0 0,-5 11 0 16,-3 7 0-16,-5 9 0 0,0 3 0 15,0 2 0-15,7-3 0 0,5-3-321 16,7-2-1500-16,6-5-1008 0</inkml:trace>
  <inkml:trace contextRef="#ctx0" brushRef="#br0" timeOffset="99675.46">28446 9925 7415 0,'0'0'777'0,"0"0"-777"0,-29 51 0 15,14-12 0-15,1 7 0 16,3 1 0-16,3 7 0 0,0 5 0 16,4 2 0-16,0 1 0 0,2-1 0 15,2-5 0-15,0-7 0 0,2-10 0 16,4-8 0-16,0-11 0 0,2-10 0 16,-2-7-1297-16,5-6-480 0</inkml:trace>
  <inkml:trace contextRef="#ctx0" brushRef="#br0" timeOffset="99827.46">28468 10444 6755 0,'0'0'1437'0,"-12"48"-1437"0,6-25 0 16,2-5 0-16,2-4 0 16,2-1 0-16,0-8 0 0,0-2 0 15,0-3 0-15,0 0-2082 0,0-8-763 0</inkml:trace>
  <inkml:trace contextRef="#ctx0" brushRef="#br0" timeOffset="99940.76">28568 10033 7091 0,'0'0'696'0,"0"0"-291"16,0 0-405-16,0 0 0 0,-5 42 0 15,1-11-337-15,-2 5-215 0,2 2-1201 16,2-11-192-16,-2 5-760 0</inkml:trace>
  <inkml:trace contextRef="#ctx0" brushRef="#br0" timeOffset="100468.55">28497 10550 4646 0,'0'0'1256'0,"0"0"-507"15,0 0 135-15,0 0-596 0,52 10 24 16,-27-35-255-16,6-2-57 16,0-5 0-16,-2-4 0 0,-4 1 0 15,-3 2 0-15,-7 9 0 0,-7 9 0 16,-6 8 0-16,-2 5 0 0,-2 2 0 15,-2 0 0-15,0 0 0 0,-4 6 0 16,-3 7 0-16,1 11 0 16,-3 2 0-16,3 3 0 0,6-2 0 15,4-6 0-15,2-2 0 0,4-3 0 16,2-5-113-16,3-3-183 0,-1-6-244 16,1-3 180-16,-1-9 132 0,-2-3-41 15,2-2 229-15,-1-3 40 0,-1-4 32 16,0-2 76-16,1-3 89 0,-1 3 179 15,-2 5-180-15,-2 6-8 16,-2 8 24-16,0 1-100 0,-2 3 24 16,0 1 136-16,-2 5-255 0,-2 3-17 15,0 7 0-15,2 3 0 0,-2 4 0 16,2-1 0-16,0 2 0 16,0 1 0-16,-3 3 0 0,-1 6 0 15,-2 5 0-15,-4 3 0 0,-7 5 0 16,-4 2 0-16,-8 2 0 15,-6 2 0-15,-4 2 0 0,-3-1 0 16,3-3 0-16,-3-4 0 0,3-6 0 16,2-5 0-16,6-10 0 0,6-11 0 15,6-8 0-15,7-11 0 0,10-13 0 16,6-11 0-16,8-14 0 0,13-7 0 16,12-3 0-16,12-1 0 0,13 2 0 15,7 3 0-15,3 3 0 0,-2 3 0 16,-6 4 0-16,-10 0 0 15,-19 9-2450-15,-13-1-2884 0</inkml:trace>
  <inkml:trace contextRef="#ctx0" brushRef="#br0" timeOffset="101089.36">23596 11424 4478 0,'0'0'3337'0,"0"0"-2960"0,0 0-377 0,-39-38 0 15,24 35 0-15,-3 3 0 0,-1 2 0 16,-1 6 0-16,-1 3 0 0,0 5 0 16,7 3 0-16,-1 3 0 0,5 2 0 15,4 2 0-15,4-3 0 0,4 0 0 16,8-4 0-16,7-5 0 15,7-2 0-15,7-7 0 0,7-5 0 16,-1-4 0-16,0-7 0 0,-2-2 0 16,-6-2 0-16,-8-3 0 15,-9 1 0-15,-8 0 0 0,-6-1 0 16,-8 4 0-16,-7-1 0 0,-1 1 0 16,-1 1 0-16,-1-1 0 0,1 0 0 15,0-3 0-15,9 1 0 0,10-1 0 16,6-1-501-16,17 2-1332 0,-7 5 272 15,11-1-840-15</inkml:trace>
  <inkml:trace contextRef="#ctx0" brushRef="#br0" timeOffset="101400.97">24121 10974 5542 0,'-6'-39'452'0,"-4"3"465"16,-7-5-373-16,1 6-332 15,-7 4-28-15,0 5-56 0,0 9-32 16,1 6 21-16,1 10-117 0,-2 4 0 16,3 12 0-16,-7 6 0 0,4 5 0 15,-2 4 0-15,0 2 0 16,9 1 0-16,5 0 0 0,5 1 0 16,4 2 0-16,4 0 0 0,9 4 0 15,11 1 0-15,7 1 0 0,4 0 0 16,7 1 0-16,-7-4 0 15,-2 4 0-15,-9 0 0 0,-11-1 0 0,-5 0 0 16,-12-1 0-16,-9-3 0 16,-7-3 0-16,-5-5 0 0,0-5 0 15,0-6-285-15,2-8-427 0,0-9-613 16,-2-3-99-16,9-12-153 0</inkml:trace>
  <inkml:trace contextRef="#ctx0" brushRef="#br0" timeOffset="101505.41">23776 11571 820 0,'0'0'3562'15,"10"-57"-2338"-15,5 32-332 0,3 8 417 16,5 6-924-16,2 1-385 15,-2 6 0-15,4 1 0 0,-3 3 0 16,1 0 0-16,0 0 0 0,0 2 0 16,10 0 0-16,-12-1-621 0,8-1-2116 15</inkml:trace>
  <inkml:trace contextRef="#ctx0" brushRef="#br0" timeOffset="101988.09">24735 11341 1392 0,'0'0'2957'16,"0"0"-1956"-16,11-37 588 0,-11 35-717 16,0 0-491-16,0 2-381 0,0 3 0 15,0 12 0-15,0 11 0 0,-3 9 0 16,3 7 0-16,3 4 0 15,1-3 0-15,4 0 0 0,-2-1 0 0,0-2 0 16,1-3 0-16,-3-9 0 16,0-5 0-16,0-9 0 0,2-8 0 15,0-6 0-15,3-11 0 0,3-11 0 16,2-10 0-16,1-10 0 0,1-1 0 16,3-2 0-16,0-4 0 0,1 1 0 15,1 2 0-15,-2 8 0 0,1 6 0 16,-3 8 0-16,-3 9 0 15,-5 6 0-15,-3 5-217 0,-4 3-1051 16,0 0-2258-16</inkml:trace>
  <inkml:trace contextRef="#ctx0" brushRef="#br0" timeOffset="102257.89">25124 11523 6687 0,'0'0'976'0,"37"-16"-447"0,-16-2-529 16,-5-2 0-16,-5-6 0 16,-7 0 0-16,-2-8 0 0,-2-2 0 15,-6 1 0-15,-1 3 0 0,1 10 0 16,0 8 0-16,-2 8 0 0,-3 7 0 16,-9 10 0-16,1 9 0 0,-4 8 0 15,1 9 0-15,-1 4 0 0,6 4 0 16,7 1 0-16,8-1 0 15,2-4 0-15,10-4 0 0,5-6 0 16,5-8 0-16,7-4 0 0,8-9 0 16,5-5 0-16,3-5 0 15,0-9 0-15,5-3 0 0,-15 1-273 16,2-6-1412-16</inkml:trace>
  <inkml:trace contextRef="#ctx0" brushRef="#br0" timeOffset="102833.33">25581 10968 5966 0,'0'0'889'0,"0"0"-137"0,-11 43-167 0,1-1-585 0,2 12 0 16,1 2 0-16,5 3 0 15,2-1 0-15,7-1 0 0,-1 2 0 16,0 0 0-16,0-2 0 0,2-3 0 16,-3-3 0-16,1-7 0 0,-2-6 0 15,2-8 0-15,4-12-909 0,-1-8-912 16,-1-9-560-16</inkml:trace>
  <inkml:trace contextRef="#ctx0" brushRef="#br0" timeOffset="103110.17">25808 11391 7139 0,'0'0'604'0,"0"0"-155"0,-52-15-449 15,32 24 0-15,-3 6 0 0,-2 6 0 16,2 2 0-16,5 4 0 15,3 0 0-15,5 1 0 0,6 1 0 16,4-3 0-16,10-3 0 0,7-4 0 16,12-6 0-16,4-7 0 15,4-5 0-15,0-4 0 0,0-7 0 16,-10-3 0-16,-6-3 0 0,-7-3 0 16,-5-2 0-16,-9-1 0 0,0 0 0 15,-7-1 0-15,-1 1 0 0,-4 0 0 16,-1 2 0-16,-1 1 0 0,-1 5 0 15,5 4 0-15,4 5-1297 0,6 2-436 16,4 2-560-16</inkml:trace>
  <inkml:trace contextRef="#ctx0" brushRef="#br0" timeOffset="103367.36">26137 11473 2625 0,'0'0'4970'0,"-4"-33"-4550"0,-1 12-243 16,-1 4-177-16,-4 2 0 15,-5 6 0-15,-3 7 0 0,-5 5 0 16,-2 10 0-16,0 12 0 0,-1 6 0 16,3 7 0-16,2 4 0 0,9 1 0 15,8-3 0-15,10-4 0 0,12-5 0 16,11-10 0-16,7-6 0 15,5-6 0-15,0-7 0 0,1-4 0 16,-5-8 0-16,-6-5 0 0,-9 0 0 16,-3-3-601-16,-11 4-1012 0,1-2-4077 0</inkml:trace>
  <inkml:trace contextRef="#ctx0" brushRef="#br0" timeOffset="103544.66">26335 11497 7567 0,'0'0'625'16,"0"0"-625"-16,-25 58 0 0,11-31 0 16,-3 2 0-16,3 0 0 15,1-2 0-15,5-5 0 0,6-6 0 16,2-3 0-16,4-7 0 0,7-5 0 16,-5-1-765-16,6-6-3485 0</inkml:trace>
  <inkml:trace contextRef="#ctx0" brushRef="#br0" timeOffset="103668.45">26401 11069 7451 0,'0'0'580'0,"0"0"-419"16,0 0-161-16,0 0 0 0,0 0 0 16,0 0-749-16,0 0-500 0,0 0-2496 0</inkml:trace>
  <inkml:trace contextRef="#ctx0" brushRef="#br0" timeOffset="103884.51">26596 11029 6727 0,'0'0'120'16,"0"0"500"-16,0 0 105 0,0 0-725 15,0 0 0-15,0 0 0 0,20 64 0 16,-20-11 0-16,-4 6 0 15,-2 3 0-15,-2 6 0 0,-5 2 0 16,-1 5 0-16,-5-4 0 0,3-5 0 16,-1-7 0-16,7-10 0 0,-1-11 0 15,5-9-405-15,2-13-916 0,2-7-2948 0</inkml:trace>
  <inkml:trace contextRef="#ctx0" brushRef="#br0" timeOffset="104413.12">26498 11519 6418 0,'0'0'589'16,"0"0"423"-16,33-16-839 0,-16 12-173 16,-5-1 0-16,1 0 0 15,1 0 0-15,-1-1 0 0,3-2 0 16,1 0 0-16,-1 1 0 0,3 0-193 16,2-1-331-16,-3 0-493 0,1 1 329 15,-5 1 284-15,-3 2 108 0,-7 1 296 16,0 1 160-16,-2-3 588 0,0 4-284 15,-2 1-159-15,0 1 155 0,-2 11-256 16,-2 2-20-16,0 4 40 16,2 1-172-16,2-2-4 0,2-2 24 15,4-2-68-15,4-1 36 0,1-1 40 16,1-2-48-16,4-1 13 0,-1-3-45 16,-1-2 0-16,-3 0 0 0,1-1 0 15,-4 3 0-15,-1-2 0 0,-1 6 0 16,2 12 0-16,-2 9 0 15,1 9 0-15,-7 7 0 0,0 0 0 16,-5 3 0-16,-5 0 0 0,-4 3 0 16,-7 0 0-16,0 2 0 0,-8 1 0 15,-4-2 0-15,-4-2 0 16,-6-2 0-16,-5-5 0 0,-4-5 0 16,1-8 0-16,1-11 0 0,3-9 0 15,5-9 0-15,9-5 0 0,8-10 0 16,11-9 0-16,10-6 0 0,6-7 0 15,14 0 0-15,15-1 0 16,13 4 0-16,7 2 0 0,9 2 0 16,2 1 0-16,5 2 0 0,-1 1 0 15,-6 1 0-15,-5 0 0 0,-7-1 0 16,-17 9 0-16,-4-3-2562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8:03:51.84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4909 11507 444 0,'0'0'468'0,"0"0"0"15,0 0-68-15,0 0-76 0,0 0 109 16,0 0-349-16,0 0 20 15,0 0 80-15,0 0 476 0,-12-3 12 16,12 0 129-16,0 2-333 0,0-1-56 16,0 1 225-16,2-2-337 0,2 2-20 15,-4-2 208-15,0 0-260 0,2 1-12 16,0-2-95-16,5-1-121 0,-7 3 0 16,2-1 0-16,0 2 0 15,0 1 0-15,2 5 0 0,0 5 0 16,2 5 0-16,-2 4 0 0,3 1 0 15,-7-1 0-15,0-3 0 0,0-1 0 16,0-1 0-16,0-5 0 16,0-2 0-16,0-3 0 0,0 1 0 15,2-3 0-15,-2 2 0 0,0-2 0 16,0-1 0-16,0-1 0 0,0 0 0 16,0-2 0-16,0-8 0 0,0-2 0 15,-2-3 0-15,2 0 0 0,0 3 0 16,-5 4 0-16,5 0 0 15,-2 3 0-15,2 1 0 0,0 1 0 0,0-1 0 16,0 1 0-16,0 0 0 16,0 2 0-16,0 0 0 0,0 0 0 15,0 0 0-15,2 1 0 0,-2 0 0 16,5 3 0-16,-5 5 0 0,2 7 0 16,-2 2 0-16,0 1 0 15,0 1 0-15,0-6 0 0,4 0 0 16,-4 0 0-16,0-1 0 0,0-2 0 15,0-2 0-15,0-2 0 0,0-3 0 16,0 1 0-16,0-2 0 16,0 1 0-16,0-1 0 0,0-2 0 15,0 0 0-15,0 1 0 0,0-1 0 16,0 0 0-16,-4 0 0 0,2-1 0 16,2 0-37-16,0 0-23 0,-5-2-60 15,5 2-80-15,0-2-52 0,0 0-296 16,0-4-69-16,0 2-287 15,0-4-1737-15</inkml:trace>
  <inkml:trace contextRef="#ctx0" brushRef="#br0" timeOffset="787.35">4940 11475 3605 0,'0'0'632'0,"0"0"-195"0,0 0 115 0,0 0-368 0,0 0-44 16,0 0 128-16,0 0-92 0,-41 5-64 15,29 2-24-15,1 0-72 0,1 0 20 16,4-1 0-16,2 1-32 0,-3 0-4 16,3-1 0-16,4-1-4 15,0-3-4-15,0 0 8 0,0-2-20 16,2 0 20-16,7-2 56 0,-5-3-36 15,6-3 36-15,3-1 20 0,-3-2-72 16,0 4 44-16,-6 1 153 16,3 3-29-16,-3-1 20 0,2-1 48 15,0 3-216-15,-2 0-8 0,0 1 20 16,3 1-28-16,-7 0 32 0,2 1 60 16,2 1-96-16,-4 0 40 0,4 2 8 15,2 1-44-15,-2 0-8 0,2 2 0 16,-4 0 4-16,7 1-4 15,-5-2 0-15,2 1 0 0,-2-2 0 16,2 1-208-16,-4 0-212 0,3-2-273 16,-1 1-1856-16</inkml:trace>
  <inkml:trace contextRef="#ctx0" brushRef="#br0" timeOffset="1457.03">4951 11580 3701 0,'0'0'1037'0,"0"0"383"0,0 0-707 0,0 0-357 0,0 0 192 0,0 0-336 16,0 0-44-16,-23 41-131 16,23-22-37-16,0 1 0 0,2-1 0 15,2 0 0-15,-2 0 0 0,2-2 0 16,1 0 0-16,-5-3 0 0,0-4 0 16,0-3 0-16,0-2 0 0,0 0 0 15,0 0 0-15,0-1 0 0,-5 2 0 16,-1-1 0-16,0-3 0 15,-2-2 0-15,2 0 0 0,-5-6 0 16,5-4 0-16,-8-8 0 0,-1-1 0 16,3-2 0-16,1 5 0 0,5 5 0 15,2 3 0-15,0 3 0 0,2 2 0 16,-2-1 0-16,0 2 0 0,4 0 0 16,-3 0 0-16,3 2 0 15,0 0 0-15,7 5 0 0,3 3 0 16,0 3 0-16,5 2 0 0,1 2 0 15,-5 1 0-15,-1-3 0 0,2 1 0 16,-1-2 0-16,-3-2 0 16,4-2 0-16,-1-5 0 0,3-1 0 15,-1-2 0-15,1-7 0 0,-4-2 0 16,-3-4 0-16,3-3 0 0,-10-2 0 16,0 2 0-16,0-1-1421 0</inkml:trace>
  <inkml:trace contextRef="#ctx0" brushRef="#br0" timeOffset="2702.37">5036 10214 4894 0,'0'0'1120'0,"0"0"-559"0,0 0-65 16,0 0-172-16,0 0-244 0,0 0-16 15,0 0 104-15,4 35-72 0,0-12 60 16,2 2 77-16,-6 0-233 0,0-4 0 16,0 3 0-16,0-4 0 0,0-1 0 15,0-1 0-15,0-5 0 16,-4-2 0-16,2-5 0 0,2-2 0 15,0-1 0-15,-2-2 0 0,2 0 0 16,-2-1 0-16,2-6 0 0,0-8-237 16,-4-8 57-16,4-5-4 15,0 0 148-15,0-3 36 0,4 7 40 16,0-1-36-16,-2 3 44 0,2 3 96 16,-2 1-48-16,0 2 24 0,-2 2 36 15,0 0-127-15,-2 2-29 0,0 4 0 16,-4 0 0-16,2 3 0 0,0 2 0 15,1 2 0-15,-1 0 0 16,0 0 0-16,-2 5 0 0,0 4 0 16,-5 5 0-16,1 0 0 0,2 1 0 15,2-6 0-15,4-2 0 0,-1-2 0 16,3-2 0-16,0 1 0 0,3 0 0 16,3-1 0-16,-2 1 0 0,8-4 0 15,5 0 0-15,4-5 0 16,-3-2 0-16,1-1 0 0,-1 1 0 15,-5 2 0-15,1 0 0 0,-8 5 0 16,-1 0 0-16,1 0 0 16,-2 1 0-16,2 3 0 0,0 0 0 15,0 0 0-15,3-1 0 0,-7 0-233 16,6 0-507-16,-4 0-93 0,2-2-1700 16,-4 4-1036-16</inkml:trace>
  <inkml:trace contextRef="#ctx0" brushRef="#br0" timeOffset="3107.16">5052 10443 2833 0,'0'0'716'16,"0"0"-44"-16,0 0 461 0,0 0-477 15,0 0-136-15,0 0 73 0,0 0-413 16,0 0 4-16,0 0 124 0,0 0-156 16,-33 44-8-16,27-35-43 15,2-3-101-15,-1 0 0 0,3 0 0 16,-2-1 0-16,-2 1 0 0,2-2 0 16,0-1 0-16,-2-3 0 0,-1-1 0 15,1-6 0-15,-4-7 0 0,0-3 0 16,3-1 0-16,3 1 0 0,0 7 0 15,4 4 0-15,0 1 0 16,0 5 0-16,4 0 0 0,-2 0 0 16,9 2 0-16,7 8 0 0,3 5 0 15,6 4 0-15,2 2 0 0,0-1 0 16,-9-4 0-16,-1-2 0 0,-5-1 0 16,-3-4 0-16,-5-4 0 15,-2-2 0-15,-4-5-2006 0</inkml:trace>
  <inkml:trace contextRef="#ctx0" brushRef="#br0" timeOffset="6770.89">10861 7458 5498 0,'0'0'1313'0,"0"0"-685"0,0 0-20 15,0 0-463-15,0 0-145 0,0 0 0 16,-27 39 0-16,16 4 0 15,1 9 0-15,0 4 0 0,6-2 0 16,-3 0 0-16,7-2 0 0,0-5 0 16,0-5 0-16,5-11 0 15,1-8 0-15,10-11 0 0,1-11 0 0,4-5 0 16,10-13 0-16,-5-11 0 16,5-7 0-16,0-5 0 0,-6-3 0 15,-2 0 0-15,-9 3 0 0,-3 7 0 16,-5 4 0-16,-2 8 0 0,-4 8 0 15,0 6 0-15,0 3 0 0,0 3-517 16,0 1-992-16,0 0-420 0</inkml:trace>
  <inkml:trace contextRef="#ctx0" brushRef="#br0" timeOffset="7052.5">11109 7657 6238 0,'-6'37'397'15,"1"-4"55"-15,5 3 32 0,0-8-296 16,0-2 44-16,9-6-31 0,-3-2-201 16,0-7 0-16,-2-5 0 0,0-3 0 15,-2-3 0-15,7-3 0 0,-3-12 0 16,6-9 0-16,3-7 0 16,-1-8 0-16,-1 2 0 0,-3 5 0 15,0 2 0-15,1 10 0 0,-5 7 0 16,2 7 0-16,-6 6 0 0,2 0 0 15,0 11 0-15,-2 9 0 0,3 5 0 16,1 3 0-16,-6 2 0 0,0-5 0 16,0 0 0-16,4-3 0 0,2 0 0 15,4-1 0-15,5-4 0 16,1-3-429-16,-5-5-1952 0,1-4-1997 0</inkml:trace>
  <inkml:trace contextRef="#ctx0" brushRef="#br0" timeOffset="7529.81">11669 7527 5306 0,'0'0'1140'0,"0"0"-115"0,0 0-304 15,0 0-721-15,0 0 0 0,-48 3 0 16,30 1 0-16,5-2 0 16,-1 1 0-16,1-2 0 0,-5 1 0 15,5-1 0-15,-1 3 0 0,-3 1 0 16,1 1 0-16,1 3 0 15,5 4 0-15,0 2 0 0,4 3 0 16,1 1 0-16,5 3 0 0,11-2 0 16,-1 0 0-16,11-1 0 0,-1-4 0 15,7 1 0-15,4-4 0 0,-4-3 0 16,-6 1 0-16,0-2 0 16,-11 1 0-16,-4 2 0 0,-6 0 0 15,-6 3 0-15,-9 3 0 0,-5 0 0 16,-3 2 0-16,-4 0 0 0,-2-1 0 15,2-5 0-15,0-6 0 0,5-5 0 16,1-5 0-16,7-13-877 0,7 1-1704 16,7-10-969-16</inkml:trace>
  <inkml:trace contextRef="#ctx0" brushRef="#br0" timeOffset="7747.74">11733 7195 5842 0,'0'0'933'0,"0"0"-61"0,0 0-428 0,0 0-343 16,0 0-101-16,0 61 0 16,0-18 0-16,0 8 0 0,0 4 0 15,0 8 0-15,0 4 0 16,-6 1 0-16,2-1 0 0,0-5 0 0,-3-4 0 16,5-6 0-16,-2-9 0 15,0-5 0-15,-2-9 0 0,2-10 0 16,2-7-261-16,-3-10-591 0,-1-4-833 15,2-4 100-15,-2-13-1032 0</inkml:trace>
  <inkml:trace contextRef="#ctx0" brushRef="#br0" timeOffset="7917.56">11611 7776 5118 0,'0'0'964'0,"0"0"-263"16,33-23 391-16,-6 14-775 0,4-1-317 16,-4 3 0-16,2 1 0 0,-6 0 0 15,1 0 0-15,-1 2 0 0,-6 0 0 16,-3 0 0-16,3 2 0 15,1 0 0-15,-5-2 0 0,1 2 0 0,-2-2 0 16,-1 1-265-16,-1 0-827 16,0 2-73-16,-5 0-1444 0</inkml:trace>
  <inkml:trace contextRef="#ctx0" brushRef="#br0" timeOffset="8365.41">11979 7714 4554 0,'0'0'1040'0,"10"-34"-316"0,-3 12 425 15,-3 3-553-15,-4 2-467 0,0 1-129 16,-11 2 0-16,3 2 0 0,-4 4 0 16,1 4 0-16,-3 4 0 0,-3 7 0 15,-3 9 0-15,3 5 0 0,-4 3 0 16,5 3 0-16,1-1 0 16,5 1 0-16,8 0 0 0,2-5 0 15,2-1 0-15,8 0 0 0,5-6 0 16,1-2 0-16,5-6 0 15,0-4 0-15,-1-3 0 0,1-5 0 0,-4-4 0 16,-5-4 0-16,3 0 0 16,-5-2 0-16,-4-3 0 0,-2 0 0 15,2-1 0-15,-6 2 0 0,5 2 0 16,-5 5 0-16,0 5 0 0,0 1 0 16,0 2 0-16,0 1 0 15,0-1 0-15,0 0 0 0,0 0 0 16,0 0 0-16,0-1 0 0,0-2 0 15,0 1 0-15,-5-1 0 0,3-2 0 16,-2 1 0-16,-2 1 0 0,2 2 0 16,-2 3 0-16,-3 2 0 0,3 10 0 15,0 6 0-15,2 5 0 0,0 6 0 16,4-2 0-16,4-2 0 16,6-1 0-16,-4-7 0 0,5-1 0 15,3-4 0-15,3-5 0 0,-3-5 0 16,3-4 0-16,3-10 0 0,-3-6 0 15,-3 0-2182-15,-1-2-1611 0</inkml:trace>
  <inkml:trace contextRef="#ctx0" brushRef="#br0" timeOffset="9098.9">11913 7765 4317 0,'0'0'1805'0,"0"0"-1016"0,0 0 31 15,0 0-359-15,0 0-461 0,0 0 0 16,0 0 0-16,0 0 0 16,41 30 0-16,-20-27 0 0,0-2 0 15,3-3 0-15,-1-6 0 0,4-7 0 16,-6-2 0-16,-5-5 0 0,-1 2 0 16,-5-2 0-16,-10-1 0 15,4-1 0-15,-8 0 0 0,-2 1 0 16,-9-1 0-16,-5 3 0 0,-7 4 0 15,0 9 0-15,-8 8 0 0,-3 10 0 16,5 12 0-16,-2 9 0 0,8 9 0 16,3 4 0-16,7 1 0 0,17-1 0 15,4-4 0-15,13-3 0 16,10-8 0-16,8-3 0 0,2-8 0 16,4-6 0-16,3-5 0 0,-3-5 0 15,0-3 0-15,-8-6 0 0,3-3 0 16,-14 2-1966-16,-7-4-287 0</inkml:trace>
  <inkml:trace contextRef="#ctx0" brushRef="#br0" timeOffset="9427.82">12316 7593 6907 0,'0'0'932'16,"-37"-8"-579"-16,22 8-353 0,3 8 0 15,1 5 0-15,-3 5 0 0,4 2 0 16,-1 4 0-16,-1 2 0 0,4-2 0 16,1-2 0-16,3-2 0 0,4-2 0 15,4-5 0-15,3-2 0 16,3-3 0-16,0-3 0 0,5-3 0 16,1-2 0-16,1-3 0 0,1-7 0 15,-5 1 0-15,1-6 0 0,-1 2 0 16,-3 3 0-16,-6 0 0 0,2 7 0 15,-6 3 0-15,0 0 0 0,5 3 0 16,1 10 0-16,0 7 0 16,2 4 0-16,-2 0 0 0,5-6 0 15,5-7 0-15,3-4-421 0,0-6-840 16,-1-1-227-16,-1-4-2250 0</inkml:trace>
  <inkml:trace contextRef="#ctx0" brushRef="#br0" timeOffset="9632.12">12568 7682 4654 0,'0'-39'1432'0,"0"9"-19"16,0-2-757-16,-4 12-619 0,-2 9-37 16,0 4 0-16,-3 10 0 0,-3 9 0 15,-9 9 0-15,5 10 0 0,-5 8 0 16,7 0 0-16,3 1 0 16,11-3 0-16,0-6 0 0,8-5 0 15,5-5 0-15,1-5 0 0,3-8 0 16,8-8 0-16,-3-10-273 0,-5-1-759 15,2-8-2146-15</inkml:trace>
  <inkml:trace contextRef="#ctx0" brushRef="#br0" timeOffset="10192.89">12705 7150 2677 0,'0'0'4846'0,"0"0"-4177"15,-17 52-669-15,3-11 0 0,-3 11 0 16,3 2 0-16,-3 2 0 0,11 1 0 15,2-3 0-15,8-2 0 0,8-3 0 16,3-6 0-16,1-6 0 0,1-6-633 16,-3-5-263-16,3-8-29 0,-7-10-468 15,0-6 1253-15,1-7 84 16,-5-9-32-16,4-7 88 0,-6-6 208 16,1 0 613-16,-3 0-273 0,-2 1 8 15,0 8 157-15,0 7-341 0,0 6-20 16,0 5-8-16,-2 5-216 0,-3 7-92 15,1 6 4-15,4 2-27 16,0-2-13-16,0-4 0 0,4-3 0 16,3-3 0-16,-3-1 0 0,0-3-41 15,2-1 29-15,4 1-28 0,1-3-20 16,-1 0 60-16,0-1-8 0,-3-6 12 16,3-1-4-16,0-4 124 15,1 0-91-15,-5 2-33 0,0 3 0 16,-2 4 0-16,2 2 0 0,-2 2 0 15,7 11 0-15,-5 15 0 0,4 6 0 16,-1 7 0-16,-3 4 0 0,4-1 0 16,-4 6 0-16,1 1 0 0,-7 1 0 15,0 3 0-15,-11 0 0 16,-7 0 0-16,-11-2 0 0,-9-1 0 16,1-3 0-16,-6-6 0 0,-3-8 0 15,5-7 0-15,-2-13 0 0,5-10 0 16,3-8 0-16,2-10 0 15,8-12 0-15,3-12 0 0,11-16 0 0,7-15 0 16,4-15 0-16,11-7 0 16,9 3 0-16,11 12 0 0,2 14-257 15,2 10-627-15,-12 19-725 0,2-1-164 16</inkml:trace>
  <inkml:trace contextRef="#ctx0" brushRef="#br0" timeOffset="10642.56">13649 7218 6683 0,'0'0'1056'0,"6"-55"-603"0,1 33-453 16,-3 14 0-16,-4 4 0 0,0 4 0 16,0 0 0-16,4 9 0 0,-2 12 0 15,8 16 0-15,1 14 0 0,-5 8 0 16,-6 7 0-16,-2 0 0 16,-9 5 0-16,5 0 0 0,-4-2 0 15,2-9 0-15,1-6 0 0,3-11 0 16,4-8 0-16,0-9 0 15,4-11 0-15,7-9 0 0,3-8-197 0,-8-6-1324 16,7-10-2929-16</inkml:trace>
  <inkml:trace contextRef="#ctx0" brushRef="#br0" timeOffset="10810.93">13860 7597 7063 0,'0'0'1129'16,"0"0"-1129"-16,0 0 0 0,-4 34 0 15,-2-11 0-15,0 5 0 0,1 2 0 16,5-3 0-16,0-1 0 0,5-1 0 16,5-5 0-16,2-1 0 0,-1-6 0 15,-1-6 0-15,-4-3-1549 16</inkml:trace>
  <inkml:trace contextRef="#ctx0" brushRef="#br0" timeOffset="10932.6">14013 7220 7283 0,'0'0'432'0,"0"0"-424"16,0 0 96-16,0 0-104 0,0 0-356 15,0 0-324-15,0 0-517 0,0 0-64 16,0 0-920-16</inkml:trace>
  <inkml:trace contextRef="#ctx0" brushRef="#br0" timeOffset="11286.6">14214 7157 5214 0,'-7'-35'812'15,"-3"8"185"-15,4-4-441 0,-5 8-180 16,5 1-139-16,-4 6-237 0,2 2 0 15,1 4 0-15,1 4 0 0,-2 3 0 16,6 3 0-16,-4 0 0 16,-5 9 0-16,1 9 0 0,0 3 0 15,1 7 0-15,3 2 0 0,2 1 0 16,4 5 0-16,0 4 0 0,4 1 0 16,7 7 0-16,5 3 0 15,3 3 0-15,-1 6 0 0,7 0 0 16,-8 3 0-16,-1-4 0 0,-5-2 0 15,-7-5 0-15,-4-7 0 0,-11-4 0 16,1-8 0-16,0-6 0 0,-3-7 0 16,-1-7 0-16,-1-7-133 0,-1-9-1580 15,5-5 73-15,-1-6-709 0</inkml:trace>
  <inkml:trace contextRef="#ctx0" brushRef="#br0" timeOffset="11439.52">14003 7722 6767 0,'0'0'1396'0,"0"0"-1367"0,0 0-29 15,47-21 0-15,-10 9 0 16,5 4 0-16,-1-2 0 0,-8 3 0 16,-4 1 0-16,-2 2 0 0,-4-1 0 15,2-2 0-15,-11 1-389 0,-2-2-2732 16</inkml:trace>
  <inkml:trace contextRef="#ctx0" brushRef="#br0" timeOffset="11874.97">14524 6986 7595 0,'0'0'504'0,"0"0"-411"0,10 36-93 15,-2-2 0-15,-2 10 0 0,1 5 0 16,1 5 0-16,2 4 0 16,-2 5 0-16,1-1 0 0,-7 2 0 15,-4 0 0-15,-7-4 0 0,3-2 0 16,-6-4 0-16,2-9-177 0,1-13-1215 15,-1-10-2498-15</inkml:trace>
  <inkml:trace contextRef="#ctx0" brushRef="#br0" timeOffset="12004.57">14375 7593 7131 0,'0'0'672'15,"58"-29"-452"-15,-7 13-51 0,-1 4-169 16,2 3 0-16,-5 2 0 0,1 2 0 15,-11 1 0-15,-2 4 0 0,-8 0-369 16,-6 4-984-16,-7-2-808 0</inkml:trace>
  <inkml:trace contextRef="#ctx0" brushRef="#br0" timeOffset="12350.14">13366 8103 6771 0,'0'0'1092'0,"33"-11"-763"16,15 4-329-16,20-1 0 0,25 1 0 16,12-3 0-16,11 3 0 0,6 3 0 15,-4 1 0-15,-7 3 0 16,-9 5 0-16,-15 3 0 0,-13 1 0 16,-16 2 0-16,-15 2 0 0,-6-1 0 15,-16 1 0-15,-11-1 0 0,-5-3-433 16,-5-2-1544-16,-11-4-532 0</inkml:trace>
  <inkml:trace contextRef="#ctx0" brushRef="#br0" timeOffset="31900.83">24942 1102 3745 0,'0'0'1737'0,"0"0"-1181"0,0 0-96 16,0 0 337-16,0 0-397 0,0 0-112 15,0 0-79-15,0 0-209 16,0 0 0-16,0-10 0 0,0 10 0 15,0 0 0-15,2-1 0 0,4 1 0 16,7-1 0-16,3-1 0 16,7 2 0-16,6 0 0 0,0 0 0 15,0 2 0-15,2-1 0 0,0 2 0 16,6-1 0-16,2 1 0 0,2 0 0 16,7 1 0-16,0-1 0 0,5 0 0 15,9 0 0-15,4-2 0 0,7 0 0 16,1 0 0-16,5 1 0 0,-1-1 0 15,1 1 0-15,-3 1 0 16,1 1 0-16,-3 0 0 0,1 2 0 16,-1-1 0-16,3 2 0 0,-1 1 0 15,5 0 0-15,3-1 0 0,5-1 0 16,4-2 0-16,2-1 0 0,1-2 0 16,3-1 0-16,0 0 0 15,0 0 0-15,0-1 0 0,1 0 0 16,-3-1 0-16,0 0 0 0,0 0 0 15,6 0 0-15,3 0 0 0,3 1 0 16,3-1 0-16,6 2 0 16,0 0 0-16,6 2 0 0,-2 0 0 15,4 0 0-15,2 0 0 0,0-1 0 16,6 0 0-16,3-1 0 0,1-1 0 16,5-3 0-16,-2 1 0 0,-1-2 0 15,-3 0 0-15,-7-2 0 0,-2 1 0 16,-6 0 0-16,4 2 0 15,0 3 0-15,2 1 0 0,3 5 0 0,-5 3 0 16,-9 3 0-16,-11 1 0 16,-17-2-113-16,-29-2-1175 0,-19-4-957 0</inkml:trace>
  <inkml:trace contextRef="#ctx0" brushRef="#br0" timeOffset="40904.73">30463 13038 4053 0,'0'0'2193'16,"0"-42"-1937"-16,-6 17-111 0,-4 4-69 15,-7-4 28-15,-10-1-84 0,-6-1-20 16,-2-3-4-16,-8-1-40 0,-5 2-84 15,-2 0 40-15,-10 2 15 0,-2 1 45 16,-8 1 28-16,-6 1 4 16,-9-1 12-16,-6 4-16 0,-8-2 117 15,-7 2-45-15,-9 3 0 0,-7 4-28 16,-11 1-36-16,-5 1-8 0,-11 3 0 16,-4 3 4-16,-6 2-4 0,-2 4 0 15,-5 5-12-15,1 4 8 0,0 6-52 16,-5 1-40-16,5 7 32 0,-3 2-17 15,1 3-31-15,1 5 64 16,3 4 28-16,0 2-12 0,6 3 4 16,4 0-4-16,6 4 24 0,8 0 8 15,9 4 12-15,6 1 4 16,13 4 8-16,7 2 100 0,11 3-68 16,11 2-12-16,11 1 49 0,11 2-57 15,15 0-4-15,14-1-12 0,10-2-12 16,19 2-8-16,12-2 0 0,17 1 8 15,17 1-8-15,18-2 8 0,14-1-4 16,13-2-4-16,19-5 0 16,11-4 8-16,16-3-8 0,14-5 16 15,10 1-8-15,12-3-4 0,13-3 64 16,11-3-36-16,5-2 48 0,11-4 132 16,6-4-92-16,6-7 40 0,5-7 100 15,3-7-156-15,5-3 24 16,-5-8 72-16,3-8-172 0,-2-4 8 15,-7-7-19-15,-2-6-17 0,-6-3 0 16,-10-8 0-16,-9-2 0 0,-14-6 0 16,-18-4 0-16,-11-2 0 0,-21-5 0 15,-12-4 0-15,-15 0 0 16,-16-1 0-16,-16 1 0 0,-15 0 0 16,-15 2 0-16,-18 0 0 0,-19-2 0 15,-16 1 0-15,-23-2 0 0,-21 3 0 16,-16 3 0-16,-23 3 0 15,-20 3-21-15,-18 5-39 0,-19 6-100 0,-14 2-92 16,-11 2-220-16,38 10-1009 16,-9-3-800-16</inkml:trace>
  <inkml:trace contextRef="#ctx0" brushRef="#br0" timeOffset="43140.28">30854 7988 4778 0,'0'0'464'0,"8"-36"-380"16,-12 16-84-16,-6 0-4 0,-11-3-52 16,-10-1 16-16,-10-1 40 0,-11 1 24 15,-10 0-12-15,-8-1-12 16,-11 0 4-16,-8-3-4 0,-6 2 0 16,-8-1 40-16,-11-2-36 0,-4 3 8 15,-12-1-12-15,-4 1 8 0,-11 0-8 16,-6 1 0-16,-8 2 0 0,-7 4 0 15,-7 2 0-15,-7 2-4 0,-6 4 4 16,0 2 0-16,-8 4-12 16,-3 4 12-16,1 1 0 0,-3 6-4 15,3 4 4-15,4 2 0 0,2 3-12 16,-1 3 4-16,5 1-32 0,4 4-12 16,5 3-36-16,5 5-48 15,3 4 100-15,3 5 36 0,9 4-8 16,6 2 12-16,11 4-4 0,14 1 52 15,12 0 20-15,17 2 48 0,16 2-24 16,11 0-96-16,10 1 0 0,14 1 0 16,13 1-8-16,11 0-12 0,20-3-44 15,10 0-28-15,19-1 20 16,16 0-56-16,13 0 64 0,14 1 52 16,15-1 8-16,12 0 8 0,13-2 12 15,12 2 48-15,10-3-8 0,8-2-4 16,9 0 20-16,13-3-48 15,5-2 0-15,11 0 16 0,6-5-28 16,10-6 16-16,9-2 80 0,10-6-20 16,6-6 16-16,6-5 156 0,6-4-116 15,5-7-4-15,-2-3 96 0,8-1-144 16,-3-6-24-16,-1-5 8 16,0-2-68-16,-7-4 12 0,-5-6 5 15,-5-3-13-15,-12-3-4 0,-15-5 60 16,-12-5-56-16,-15-4 16 0,-18-2 44 15,-10-2-36-15,-13-4 32 0,-17-3 76 16,-7-3-104-16,-18-2 4 0,-11-2 8 16,-11 1-48-16,-17-2 8 0,-16 0 12 15,-14 0-16-15,-15-2 12 16,-13-3 96-16,-18 0-64 0,-12-2 4 16,-19 2 16-16,-17 2-60 0,-12 3 16 15,-16 5 12-15,-15 2-32 0,-15 5-8 16,-7 5 0-16,-11 2-16 0,-9 6-24 15,1 4-520-15,39 10-181 0,2 3-427 16</inkml:trace>
  <inkml:trace contextRef="#ctx0" brushRef="#br0" timeOffset="48265.36">29527 8657 3201 0,'0'0'2061'16,"0"0"-1049"-16,0 0-423 0,0 0 307 15,0 0-544-15,0 0-271 0,0 0-81 16,16-36 0-16,-16 33 0 0,0 2 0 16,0 1 0-16,0 0 0 15,0 3 0-15,4 3 0 0,-2 4 0 16,1 9 0-16,-3 2 0 0,0 4 0 16,-3 1 0-16,-1 3 0 0,0 0 0 15,0 5 0-15,2 1 0 0,-2 3 0 16,2 0 0-16,0 3 0 0,0 2 0 15,0 3 0-15,0 2 0 16,-1 3 0-16,1 0 0 0,0 2 0 16,0 2 0-16,0 1 0 0,-2-2 0 15,0-3 0-15,0-4 0 16,2-4 0-16,-2-6 0 0,-1-7 0 16,3-5 0-16,-2-8 0 0,0-8 0 15,2-6 0-15,0-3 0 0,-2-12 0 16,-2-15 0-16,-1-15 0 0,3-12 0 15,2-12 0-15,2-5-1161 0,0 14-1673 16,2-4-895-16</inkml:trace>
  <inkml:trace contextRef="#ctx0" brushRef="#br0" timeOffset="48863.99">29527 8578 1436 0,'0'0'1077'0,"0"0"-385"0,0 0-200 0,0 0 32 0,0 0 437 15,0 0-245-15,0 0-72 16,0 0 281-16,0 0-457 0,2-15-211 16,-8 19-257-16,-3 1 0 0,-1 4 0 15,-4 3 0-15,-3 3 0 0,0 1 0 16,-1 1 0-16,-3-1 0 0,5-1 0 15,-1-1 0-15,5-4 0 16,3-3 0-16,3-3 0 0,4-1 0 16,0 0 0-16,2-3 0 0,0 0 0 15,4 0 0-15,7-6 0 0,3-3 0 16,5-3 0-16,-3 0-81 0,3-1-355 16,-5 2-44-16,3-2-189 15,-3 2 249-15,1 0 188 0,-7 2 76 16,0 3 156-16,-4 2 4 0,-2 3 596 15,1 1-7-15,1 0-73 0,2 6 237 16,4 5-757-16,7 6 0 0,8 3 0 16,1-1 0-16,3 0 0 0,-2-5 0 15,-2 0 0-15,-4-2 0 16,-5-1 0-16,-5-5 0 0,-5-2 0 16,-2-3 0-16,-2 0 0 0,0-1 0 15,-2 0 0-15,0 0 0 0,-6-6 0 16</inkml:trace>
  <inkml:trace contextRef="#ctx0" brushRef="#br0" timeOffset="50620.48">29448 9662 1452 0,'0'0'40'0,"0"0"1177"0,0 0-529 0,0 0-268 0,0 0 505 16,37-15-409-16,-32 13-52 0,-1 1 200 15,-2 0-307-15,-2 1-5 16,0 0 152-16,0 0-268 0,0 0-32 16,0 2-51-16,0 0-153 0,0 0 0 15,0 0 0-15,0-1 0 0,0-1 0 16,2 1 0-16,0-1 0 15,0 0 0-15,-2 0 0 0,2 0 0 16,-2 0 0-16,0 0 0 0,0 0 0 16,0 0 0-16,0-1 0 0,0 0 0 15,-2 1 0-15,2-1 0 16,-2 1 0-16,0-1 0 0,2-1 0 16,-2 2 0-16,0 0 0 0,-2 0 0 15,-3 0 0-15,-5 3 0 0,-7 0 0 16,-5 3 0-16,-5 1 0 0,0-1 0 15,-4 1 0-15,-3 1 0 0,-3-1 0 16,-4 0 0-16,1-3 0 0,-3 0 0 16,-7-2 0-16,-6 3 0 0,-8 1 0 15,4 5 0-15,6 3 0 16,11 0 0-16,10 3 0 0,8-2 0 16,6-1 0-16,9-3 0 0,6-4 0 15,6-4 0-15,2-1 0 0,12-2 0 16,11-7-837-16,2-4-1388 15,2-3-2297-15</inkml:trace>
  <inkml:trace contextRef="#ctx0" brushRef="#br0" timeOffset="67988.27">26873 1745 3297 0,'0'0'68'0,"0"0"957"0,0 0-825 0,0 0 40 0,0 0 220 15,0 0-196-15,0 0-12 0,0 0-60 16,0 0-172-16,-3-6 16 0,10 6 136 16,1 0-8-16,4 1-32 15,1 1 61-15,1 0-101 0,-1 2 4 16,1-3 48-16,3 0-92 0,1-1 24 16,3 0 76-16,4-1-112 0,2-2 12 15,2-1 68-15,-1-1-64 16,6-1 4-16,-1 2 40 0,2 0-96 15,2 2 28-15,2-1 4 0,3 1-28 16,-3-1-8-16,6 0 12 16,1 1 4-16,3-1-16 0,5 0 48 15,0-1-40-15,4 1 32 0,0-1 92 16,4 1-68-16,2 0-27 0,-2 3-37 16,-2 0 0-16,0 0 0 0,0 0 0 15,-2 1 0-15,-1 1 0 0,3-1 0 16,6 1 0-16,5-2 0 0,5 0 0 15,9 0 0-15,2 0 0 0,2-2 0 16,-5 2 0-16,1 0 0 0,-4-1 0 16,-7-2 0-16,1 2 0 15,-9-2 0-15,-4 1 0 0,-4 1 0 16,-5 1 0-16,3 0 0 0,-2 5 0 16,-4 4 0-16,-1 2-37 0,-3 2-151 15,-9 1-416-15,-6 0 48 16,-10-3-149-16,-7-4-1600 0</inkml:trace>
  <inkml:trace contextRef="#ctx0" brushRef="#br0" timeOffset="75696.98">25132 10870 2225 0,'0'0'3073'0,"0"0"-2445"0,0 0 113 16,0 0-249-16,0 0-88 0,0 0 225 16,0 0-629-16,-35-6 0 15,33 2 0-15,0 2 0 0,2-1 0 16,0 1 0-16,0-1 0 0,0 0 0 16,2 2 0-16,2-2 0 0,2 1 0 15,5 2 0-15,3 0 0 0,5 0 0 16,3 1 0-16,3 1 0 15,4 0 0-15,2-2 0 0,4 0 0 16,2 0 0-16,7-1 0 0,-1-3 0 16,5 2 0-16,-1-1 0 0,5 0 0 15,-2 2 0-15,1-2 0 16,1 1 0-16,4 0 0 0,4-1 0 16,2 1 0-16,4-1 0 0,0 1 0 15,6-1 0-15,1 2 0 0,3 0 0 16,-1 1 0-16,1 0 0 0,-4 1 0 15,1 3 0-15,1 0 0 0,3-1 0 16,1 3 0-16,3-2 0 0,2 1 0 16,-1-1 0-16,3 1 0 15,0-4 0-15,-3 3 0 0,-1-1 0 16,-2-2 0-16,-3 2 0 0,-6-1 0 16,-1 0 0-16,-5 0 0 0,0-2 0 15,-2 0 0-15,0 0 0 16,0 0 0-16,0 0 0 0,2 0 0 15,0 1 0-15,4 3 0 0,-2 2 0 16,-2 0 0-16,1 3 0 0,-8 0 0 16,1-1 0-16,-10 0 0 15,-3-1 0-15,-10-3 0 0,-6-2 0 16,-10-2-1453-16,-9-4-784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8:08:53.1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1685 15241 1716 0,'0'0'1793'0,"0"0"-704"0,0 0-417 0,0 0 224 0,0 0-403 16,0 0-105-16,0 0 256 0,0 0-388 16,0 0-32-16,-19-28-203 15,15 5-21-15,-2-5 0 0,-5-8 0 16,3-4 0-16,0-9 0 0,0-4 0 16,1-10 0-16,-1-4 0 0,2-5 0 15,0-2 0-15,0-5 0 0,1-2 0 16,1-3 0-16,2-3 0 0,2-2 0 15,-6 1 0-15,2-2 0 0,0 0 0 16,0-1 0-16,2-4 0 0,-3 0 0 16,1-1 0-16,4-1 0 0,0-2 0 15,0-3 0-15,9 0 0 0,-5 0 0 16,6 1-161-16,0 1 85 0,-1 3 40 16,-1 4 0-16,-2 2 36 15,-4 7 0-15,0 6-4 0,-2 6 4 16,-2 2 12-16,0 5 0 0,-2 2-12 15,-2 1 4-15,0 4-4 0,1 2 0 16,-1 5 0-16,2 5-24 16,0 2 0-16,2 3-52 0,2 4-36 15,0 2 20-15,0 3 0 0,2 3 28 16,2 4-8-16,2 1 20 0,-2 4-148 16,3 0-36-16,-1 2-353 0,-2 4 53 15,0 4 16-15,-2 2-208 16,0 4 435-16,-2 1 281 0,0-1 12 15,0 1 112-15,0 0 41 0,0 0 159 16,-2 1-204-16,0-1-48 0,2 3-36 16,0 0-24-16,0 5 0 0,0 10 8 15,-4 14 100-15,-4 9 16 0,-1 7 112 16,-3 3-44-16,2-6 60 0,-1 2 212 16,3-5-256-16,0-4-87 15,4-5-17-15,0-6-100 0,4-6 12 16,0-10-16-16,0-3-4 0,0-5-8 15,0-3-72-15,4-12 84 0,2-12 20 16,2-13 36-16,0-7-52 0,-1 2-4 16,1 0 4-16,-6 3-4 0,0 1 0 15,4 4 52-15,-6 5 20 16,0 5 100-16,0 9 72 0,0 7-236 16,0 4 12-16,0 5 8 0,0 1-28 15,0 1 0-15,6 1-44 16,7 12 32-16,5 5 12 0,13 3 92 15,-2 2-76-15,2-1 4 0,0-1-20 16,0 1 0-16,0 1-56 0,0 2-592 16,-2 1-133-16,0-5-91 0,-6 0-921 0</inkml:trace>
  <inkml:trace contextRef="#ctx0" brushRef="#br0" timeOffset="842.28">1660 15280 3145 0,'0'50'2361'0,"2"6"-1529"0,-2 9 189 15,0 0-397-15,-4 5-415 0,-4 8-209 16,-1 5 0-16,-1 5 0 0,0 7 0 15,3 5 0-15,-5 4 0 0,6 0 0 16,-2 3 0-16,1-1 0 16,3-2 0-16,-4-2 0 0,6-7 0 15,-4-7 0-15,4-10 0 0,0-9 0 16,2-8 0-16,-5-10 0 16,5-10 0-16,0-10 0 0,0-7 0 15,0-11 0-15,0-5 0 0,0-4 0 16,0-4 0-16,0-3 0 0,-6-4 0 15,-6-12 0-15,-7-7 0 0,-4-6 0 16,-1-5 0-16,1 2 0 16,-2-3 0-16,4 1 0 0,1 2 0 0,3 1 0 15,1 3 0-15,5 3 0 16,3 3 0-16,6 5 0 0,-4 4 0 16,6 2 0-16,-2 5 0 0,2 4 0 15,0 1 0-15,0 4 0 0,2 0 0 16,4 8 0-16,6 13 0 0,7 14 0 15,2 13 0-15,4 6 0 0,-3 4 0 16,1-5 0-16,0-2 0 16,6-6 0-16,-9-7 0 0,3-10 0 15,2-10 0-15,-4-11 0 0,-3-7 0 16,3-12 0-16,-1-7 0 0,-1-9 0 16,2-8 0-16,6-4 0 0,0-5 0 15,4 1-129-15,2 6-867 16,-9 12-457-16,3 7-3949 0</inkml:trace>
  <inkml:trace contextRef="#ctx0" brushRef="#br0" timeOffset="44178.98">18614 10295 4221 0,'0'0'1017'0,"0"0"-693"16,65 20-252-16,-28-15 120 0,10-1 132 16,9 1-168-16,8 0-16 0,15-2 69 15,14 2-85-15,8-4 32 0,21 0 8 16,8-1-120-16,13 0 56 15,8-4 100-15,8-3-104 0,8-3 4 16,7-3 84-16,6 0-140 0,0-1 12 16,4 1 84-16,0 0-120 0,-9 2 0 15,-1 5-20-15,-7 1 4 0,-10 4-4 16,-14 1 0-16,-4 2-12 16,-17 2-36-16,-15 0-540 0,-33-2-429 15,-12-2-603-15</inkml:trace>
  <inkml:trace contextRef="#ctx0" brushRef="#br0" timeOffset="49622.3">18263 11139 3245 0,'0'0'2857'0,"0"0"-2064"0,0 0-301 0,0 0 60 16,4 48-299-16,-8-12-253 0,2 5 0 16,-2 0 0-16,0-3 0 0,4-2 0 15,0-1 0-15,0-5 0 0,0-5 0 16,0-4 0-16,0-9 0 0,0-4 0 16,0-5 0-16,0-3 0 0,0-1 0 15,0-9 0-15,6-9 0 0,2-12 0 16,2-9 0-16,3-3 0 15,1-1 0-15,-1 3 0 0,1 4 0 16,1 7 0-16,-3 11 0 0,-2 10 0 16,-3 7 0-16,-3 2 0 0,10 7 0 15,-1 12 0-15,3 7 0 16,-5 5 0-16,-1 0 0 0,-6 0 0 16,4-1 0-16,-2-1 0 0,1-3 0 15,-3-4 0-15,2-4 0 16,-2-6 0-16,-2-3 0 0,2-6 0 15,0-3 0-15,3 0 0 0,-1-11 0 16,10-10 0-16,-1-7 0 0,-1-5 0 16,3-2 0-16,-5 3 0 0,3 1 0 15,-1 6 0-15,-1 5 0 0,-3 8 0 16,-4 5 0-16,-2 6 0 0,0 1 0 16,3 12 0-16,-1 9 0 0,2 10 0 15,-2 3 0-15,-4 0 0 0,3-3 0 16,5-2 0-16,0-2 0 15,7-2 0-15,3-4 0 0,7-4 0 16,-6-6-1413-16,4-6-1113 0</inkml:trace>
  <inkml:trace contextRef="#ctx0" brushRef="#br0" timeOffset="49964.32">18902 11192 6390 0,'0'0'565'0,"0"0"-105"0,35 41 317 0,-10-20-777 0,0 1 0 16,1-5 0-16,1 1 0 0,4 0 0 15,-4 1 0-15,0 1 0 16,2 0 0-16,-6 3 0 0,-7-3 0 16,-1 2 0-16,-9 0 0 0,-2-3 0 15,0-5 0-15,-4-4-2510 16,0-8-1344-16</inkml:trace>
  <inkml:trace contextRef="#ctx0" brushRef="#br0" timeOffset="50092.1">19189 11259 7207 0,'-43'35'876'16,"10"-1"-767"-16,-13 10-109 0,9-2 0 15,-4 1 0-15,3-2 0 0,1-3 0 16,10-3 0-16,2-9 0 15,15-7-481-15,4-8-543 0,6-9-677 0</inkml:trace>
  <inkml:trace contextRef="#ctx0" brushRef="#br0" timeOffset="50290.21">18951 10969 7863 0,'0'0'329'0,"0"0"-329"0,0 0 0 16,0 0 0-16,0 0 0 0,0 0 0 15,0 0 0-15,0 0-477 0,0 0-1080 16,31-3 25-16,-4 2-409 0</inkml:trace>
  <inkml:trace contextRef="#ctx0" brushRef="#br0" timeOffset="50445.31">19245 11030 5990 0,'0'0'1993'0,"0"0"-1784"0,0 0-209 15,0 0 0-15,0 0 0 16,0 0 0-16,0 0 0 0,0 0 0 16,0 0 0-16,0 0-565 0,-4-18-1020 15,8 14-708-15</inkml:trace>
  <inkml:trace contextRef="#ctx0" brushRef="#br0" timeOffset="51159.91">19724 11223 5930 0,'0'0'689'0,"46"4"-217"15,-13-6 588-15,4-6-1019 0,0 0-41 16,-1 0 0-16,1 0 0 0,0 0 0 16,-6 1 0-16,0 1 0 0,-8 0-297 15,-9 2-1440-15,-6 2-188 16,-5 0-1196-16</inkml:trace>
  <inkml:trace contextRef="#ctx0" brushRef="#br0" timeOffset="51293.48">20018 11117 7083 0,'0'0'888'0,"-17"51"-667"0,5-16-221 15,4-3 0-15,6 0 0 0,4-3 0 16,10-3 0-16,13-3 0 0,6-6 0 16,-4-7-717-16,4-3-1320 0</inkml:trace>
  <inkml:trace contextRef="#ctx0" brushRef="#br0" timeOffset="51893.35">22860 10999 2545 0,'0'0'2369'0,"4"-38"-696"16,-12 20-817-16,-4 4-232 0,-7 7-499 16,-4 7-125-16,-1 6 0 0,-9 13 0 15,4 7 0-15,-7 9 0 0,3 5 0 16,0 6 0-16,6 1 0 0,7-1 0 16,3-3 0-16,17-3 0 0,0-7 0 15,11-1 0-15,7-4 0 0,5-5 0 16,2-4 0-16,4-2 0 15,2-9 0-15,6-4 0 0,2-5 0 16,0-8 0-16,3-4 0 0,-5-4 0 16,-6-3 0-16,-8 4-1285 0,-9-2-836 0</inkml:trace>
  <inkml:trace contextRef="#ctx0" brushRef="#br0" timeOffset="52717.2">24822 11019 3581 0,'0'0'2845'0,"0"0"-1796"0,27 37-332 0,-13-13-717 0,5 1 0 15,-3 3 0-15,9-3 0 16,2-1 0-16,2-2 0 0,4-4 0 16,0-4 0-16,-4-3 0 0,0-4 0 15,-8-6-93-15,-7-1-2360 16,-5-4-912-16</inkml:trace>
  <inkml:trace contextRef="#ctx0" brushRef="#br0" timeOffset="52857.49">25010 11022 3837 0,'-33'31'2758'0,"2"-4"-1506"16,-4 6-907-16,4 0-345 0,4-2 0 15,4-4 0-15,5-5 0 0,9-4 0 16,5-5-377-16,4-5-1108 15,0-2-3941-15</inkml:trace>
  <inkml:trace contextRef="#ctx0" brushRef="#br0" timeOffset="53074.61">25018 10709 6374 0,'0'0'993'0,"0"0"-177"0,0 0-807 16,0 0-9-16,0 0 0 0,0 0 0 16,0 0 0-16,0 0 0 0,0 0-293 15,52-37-1948-15</inkml:trace>
  <inkml:trace contextRef="#ctx0" brushRef="#br0" timeOffset="53728.27">26145 11270 6010 0,'43'0'757'0,"11"-7"155"0,8-7-399 15,-6 3-513-15,-6 2 0 0,-11 2 0 16,-8 4 0-16,-8-1 0 0,-7 3-1021 15,-8 0-464-15,-4 0-964 0</inkml:trace>
  <inkml:trace contextRef="#ctx0" brushRef="#br0" timeOffset="53882.5">26283 11082 7171 0,'0'0'1004'16,"0"0"-987"-16,0 0-17 0,19 54 0 15,2-26 0-15,6 2 0 16,4-2 0-16,2-8 0 0,-6-7-149 16,6-3-3128-16</inkml:trace>
  <inkml:trace contextRef="#ctx0" brushRef="#br0" timeOffset="54222.55">27226 10634 6627 0,'0'0'764'0,"-14"56"-348"0,7-11-140 15,1 3-167-15,6 5-109 16,0 4 0-16,0 1 0 0,4 4 0 16,3 3 0-16,-3-4 0 0,0-2 0 15,0-6 0-15,0-6 0 16,0-7 0-16,2-9-241 0,-4-11-2124 15,3-10-244-15</inkml:trace>
  <inkml:trace contextRef="#ctx0" brushRef="#br0" timeOffset="54501.79">27218 11033 6859 0,'0'0'836'0,"41"-25"-372"0,-10 14-431 16,0 3-33-16,-2 4 0 0,-4 1 0 15,0 3 0-15,-7 0 0 16,-5 1 0-16,-5 3 0 0,-4 1 0 16,-4 1 0-16,0 6 0 0,-10 6 0 15,-3 5 0-15,-3 2 0 16,-3 1 0-16,5 1 0 0,1 2 0 16,3 0 0-16,4-1 0 0,2 1 0 15,6-2 0-15,6-2 0 16,11-2 0-16,7-5 0 0,12-5 0 15,11-3 0-15,9-4 0 0,10-6 0 16,-16 0-1085-16,2-5-1024 0</inkml:trace>
  <inkml:trace contextRef="#ctx0" brushRef="#br0" timeOffset="54793.64">28136 10909 7119 0,'0'0'824'0,"0"0"-575"0,0 39-249 16,10-18 0-16,11 4 0 0,8 2 0 16,4-1 0-16,8 0 0 0,6-1 0 15,1-3 0-15,0-3 0 0,-7-3 0 16,-8 2 0-16,-12-3 0 0,-11-3-569 16,-4-5-1448-16,-6-4-816 0</inkml:trace>
  <inkml:trace contextRef="#ctx0" brushRef="#br0" timeOffset="54950.32">28332 11069 6719 0,'-50'36'556'15,"9"1"361"-15,-2 3-917 16,10-5 0-16,8-4 0 0,12-3 0 16,9-6 0-16,12-5-65 0,7-6-1451 15,6-9-870-15</inkml:trace>
  <inkml:trace contextRef="#ctx0" brushRef="#br0" timeOffset="55274.33">29241 11085 5714 0,'0'0'1093'0,"44"0"-297"16,-7-6-207-16,7-1-589 15,1-1 0-15,3-1 0 0,-1 1 0 16,-1 1 0-16,-9 0 0 0,-6 2 0 16,-8 2 0-16,-13 3-173 0,-4 0-1784 15,-6 0-408-15</inkml:trace>
  <inkml:trace contextRef="#ctx0" brushRef="#br0" timeOffset="55405.43">29277 11280 6751 0,'0'0'632'0,"49"11"36"0,-5-10-527 16,3-2-141-16,5-4 0 0,2-1 0 15,-5 1 0-15,5-1 0 16,2-3 0-16,-13 3-1281 0,-1-5-1749 0</inkml:trace>
  <inkml:trace contextRef="#ctx0" brushRef="#br0" timeOffset="55896.36">30542 10904 6270 0,'0'0'421'0,"0"0"487"0,0 0-315 16,0 0-593-16,0 0 0 0,16 43 0 15,-16 2 0-15,0 6 0 0,-2 4 0 16,2 0 0-16,6-1 0 0,3 1 0 15,1-2 0-15,2-1 0 16,-1-2 0-16,-1-6 0 0,-2-5 0 16,-4-10-573-16,-1-12-1324 0,-3-6-1184 0</inkml:trace>
  <inkml:trace contextRef="#ctx0" brushRef="#br0" timeOffset="56062.29">30639 10994 7323 0,'0'0'352'0,"0"0"165"0,56-27-517 16,-23 18 0-16,0 3 0 0,0 3 0 15,-2 1 0-15,2 0 0 0,0 0 0 16,0 1 0-16,-4 0 0 0,-10 0-1573 16,-7 0-1101-16</inkml:trace>
  <inkml:trace contextRef="#ctx0" brushRef="#br0" timeOffset="56202.68">30618 11222 7007 0,'0'0'668'16,"62"4"-151"-16,-10-9-517 0,8-5 0 16,-2 0 0-16,0 1 0 0,-7 1 0 15,-5 1 0-15,-15 2-277 16,-9 0-2212-16</inkml:trace>
  <inkml:trace contextRef="#ctx0" brushRef="#br0" timeOffset="69328.17">20458 13871 1680 0,'0'0'0'0,"0"0"0"0,0 0 1465 16,0 0-905-16,0 0 48 15,0 0-239-15,0 0-129 0,0 0 212 16,0 0-144-16,0 8 28 0,0-2 132 15,6 2-207-15,3 4-21 0,-1 5 44 16,4 2-204-16,-3 0-8 0,5 1 4 16,-1 0-68-16,1 1 12 0,5 2-12 15,-3-3-4-15,3 3-4 0,1-2 44 16,1 1-24-16,0-1 44 16,6 1 92-16,-3-1-108 0,1-1-16 15,2-1-12-15,2-2-20 0,2-2 0 16,0-2 8-16,6-3 0 0,1-3-8 15,-1-1 0-15,2-1 0 0,0-4 0 16,3-1 0-16,1 0 8 16,0-7-8-16,5-3 4 0,-3-4 4 15,1-3-8-15,1-4 0 0,5-3 8 16,2-3-8-16,8-1 4 0,2-1 0 16,4 1-4-16,5 4 0 15,-3 1-4-15,2 6 4 0,-4 2 0 16,3 5-4-16,-5 4 4 0,0 5 0 15,-2 1-16-15,0 0 12 0,0 4-4 16,0 2-76-16,0 1 0 0,-6 5-200 16,-4 1 96-16,-11 3 28 0,-5 2 20 15,-9-1 100-15,-9 1 40 16,-3 1 32-16,-1-1 60 0,-5 1 76 16,-1-3 128-16,-2-3-220 0,1-1-32 15,-3-2-28-15,-4-4-8 0,0 0-8 16,-2-2 0-16,2 1-8 15,-2 0 4-15,4 0-4 0,-4-1-48 0,6-1 44 16,3-3 8-16,3 0-28 16,9-5 32-16,5-3 0 0,5-3 4 15,1 0-4-15,5 1 0 0,-6 3 4 16,6 0-4-16,-6 2 0 0,2 4-8 16,-2 1 8-16,0 1 0 15,0 6-12-15,0 0 12 0,6 4 0 16,5-2 8-16,7 2-8 0,7-3 4 15,8 0 0-15,2-2-4 0,7-2 0 16,3-1 8-16,-2-3-8 0,5-3 0 16,2-4 8-16,-1-3-8 0,-1-2 4 15,-3-3 0-15,-1-2-4 0,-7-2 20 16,0-2-16-16,-6 0-4 16,-6 1 0-16,-8 1-36 0,-9 1-420 15,-14 8-1249-15,-7-2-628 0</inkml:trace>
  <inkml:trace contextRef="#ctx0" brushRef="#br0" timeOffset="73396.12">21930 14445 5474 0,'0'0'508'0,"-58"-16"-120"0,27 8 369 0,2 2-525 16,0 0-104-16,7 5 144 15,3 1-216-15,0 6-20 0,5 3 4 16,1 2-32-16,5 2-8 0,4 1 0 15,-2-2-12-15,6 3 4 0,4 1 0 16,2-2-56-16,5-1 20 0,5 0 8 16,5 0-28-16,2-2 64 0,1-2-20 15,7 1 8-15,-6-3 8 16,-2 0-4-16,-9 0-112 0,-5 1 16 16,-5 3 64-16,-4 1 36 0,-2 2 4 15,-5 3 72-15,-5-3-44 0,-4 0 84 16,-1-1 84-16,-4-1-96 0,1-3-32 15,3-4-4-15,-1-2-52 16,1-3-12-16,0-7 0 0,7-6-72 16,8-4-264-16,2-8-921 0,0 6-243 15,2-7-521-15</inkml:trace>
  <inkml:trace contextRef="#ctx0" brushRef="#br0" timeOffset="73575.21">22114 14147 5762 0,'0'0'965'16,"-27"65"-493"-16,17-26 28 0,2 4-20 15,6 2-467-15,-1 0-13 16,3 5 0-16,3 0 0 0,-3-2 0 16,2 0 0-16,0-4 0 0,-2-7 0 15,2-7 0-15,-2-3 0 0,2-7-329 16,0-6-1908-16,-2-9-272 0</inkml:trace>
  <inkml:trace contextRef="#ctx0" brushRef="#br0" timeOffset="73753.44">21957 14491 6166 0,'0'0'905'0,"0"0"-241"16,0 0-207-16,0 0-457 15,47-37 0-15,-22 26 0 0,0 4 0 16,-2 5 0-16,0 2 0 0,-3 6 0 15,-1 5 0-15,-1 5-197 0,-3 4-1211 16,-5-3 43-16,1 0-460 0</inkml:trace>
  <inkml:trace contextRef="#ctx0" brushRef="#br0" timeOffset="73924.58">22240 14639 3461 0,'0'0'676'16,"0"0"169"-16,0 0-285 0,0 0-256 15,0 0 16-15,0 0-40 0,-10 36-3 16,6-34 243-16,-3-1-128 0,3-1-48 15,0 0-131-15,-2-6-213 0,2-7 0 16,0-3 0-16,4-2 0 16,0 0 0-16,4 2 0 0,2 7 0 15,-2 2 0-15,0 1 0 0,-2 1 0 16,0-1 0-16,9-1-1353 16,-5 0-896-16</inkml:trace>
  <inkml:trace contextRef="#ctx0" brushRef="#br0" timeOffset="74154.02">22304 14531 5038 0,'0'0'720'0,"-8"39"-260"16,6-13 333-16,2 0-633 0,4-2 40 16,6-2 188-16,9-6-228 0,4-3-28 15,4-3 9-15,8-7-141 0,-2-3 0 16,0-2 0-16,0-6 0 0,-6-3 0 15,-7-2 0-15,-1 0 0 16,-9-3 0-16,-5 2 0 0,-3-1 0 16,-2 0 0-16,0 5 0 0,-5 3 0 15,3 3 0-15,-2 2 0 0,2-2-577 16,2 3-684-16,0-3-2588 0</inkml:trace>
  <inkml:trace contextRef="#ctx0" brushRef="#br0" timeOffset="74403.59">22765 14561 6619 0,'0'0'928'15,"0"0"-548"-15,-39-3-115 16,24 2-265-16,3 1 0 0,0 0 0 16,-1 7 0-16,3 4 0 0,2 5 0 15,-1 7 0-15,1 0 0 0,4 4 0 16,-2 0 0-16,6 0 0 0,0 1 0 15,0-6 0-15,8-4 0 0,4-4 0 16,5-8 0-16,2-4 0 16,5-3 0-16,5-12 0 0,2-6-369 15,2-8-407-15,-2 2-1753 0,-4-1-1941 0</inkml:trace>
  <inkml:trace contextRef="#ctx0" brushRef="#br0" timeOffset="74589.89">22972 14291 6346 0,'0'0'953'0,"0"0"-229"0,0 0-555 16,-23 39-169-16,11-10 0 0,-3 7 0 15,3 3 0-15,4-2 0 0,3 3 0 16,3 0 0-16,2 3 0 16,5-3 0-16,-3-1 0 0,4-2 0 15,-2-3 0-15,0-2 0 0,-2-8-1113 16,2-8-1889-16</inkml:trace>
  <inkml:trace contextRef="#ctx0" brushRef="#br0" timeOffset="74730.87">22831 14601 6462 0,'0'0'817'16,"0"0"-297"-16,0 0-127 0,33-25-393 16,-6 15 0-16,0 1 0 15,-2 1 0-15,-2 2 0 0,2 1 0 16,-1 1 0-16,-1 0 0 0,-6 1-281 15,-3 1-2200-15</inkml:trace>
  <inkml:trace contextRef="#ctx0" brushRef="#br0" timeOffset="75153.75">23123 14622 6623 0,'0'0'788'0,"0"0"-264"15,-21 44-267-15,19-23-257 0,2 1 0 16,2-1 0-16,6 2 0 16,5-4 0-16,3-4 0 0,3-3 0 15,4-5 0-15,-3-5 0 0,3-2 0 16,-2-8 0-16,-7-5 0 0,1-4 0 15,-5-6 0-15,-4-2 0 0,-2-2 0 16,-2 2 0-16,-2 1 0 16,0 3 0-16,-2 1 0 0,0 4 0 15,0 3-521-15,2 5-527 0,0 3 67 16,2 3-111-16,5 0-1354 0</inkml:trace>
  <inkml:trace contextRef="#ctx0" brushRef="#br0" timeOffset="75355.71">23336 14764 4502 0,'0'0'776'0,"0"0"-184"0,0 0 705 15,0 0-821-15,0 0-240 16,10-46 77-16,0 21-313 0,-1 1 0 16,1 5 0-16,0 3 0 0,1 3 0 15,-5 6 0-15,-2 1 0 0,0 4 0 16,4 0 0-16,-1 1-1301 0,7 1-544 15</inkml:trace>
  <inkml:trace contextRef="#ctx0" brushRef="#br0" timeOffset="75618.67">23565 14621 5982 0,'0'0'921'0,"-49"5"-317"0,22 2 81 15,4 5-685-15,4 3 0 0,5 3 0 16,4-1 0-16,5-2 0 0,7-1 0 15,5-2 0-15,5-2 0 0,3-5 0 16,1-4 0-16,1-1 0 0,-3-4 0 16,-4-3 0-16,1-1 0 0,-3-1 0 15,-4 4 0-15,-2 1 0 0,0-1 0 16,0 3 0-16,0-1 0 16,1 2 0-16,-3 0 0 0,2 1 0 15,2 2 0-15,2 7 0 0,4 0 0 16,3 4 0-16,3-2 0 15,-1-2 0-15,-1-3-969 0,-1 0 8 16,-5-1-323-16,-2-4-2562 0</inkml:trace>
  <inkml:trace contextRef="#ctx0" brushRef="#br0" timeOffset="75806.72">23834 14374 6398 0,'0'0'661'0,"0"0"472"15,0 0-1133-15,0 0 0 0,0 0 0 16,-4 34 0-16,-5 7 0 0,-1 9 0 16,8 1 0-16,0-6 0 0,2-3 0 15,2-7 0-15,4-3 0 16,0-7 0-16,7 0 0 0,-1-5 0 16,-3-6-1766-16,-3-4-1731 0</inkml:trace>
  <inkml:trace contextRef="#ctx0" brushRef="#br0" timeOffset="76298.17">24336 14602 6130 0,'0'0'905'0,"-18"-38"-253"0,7 19-147 0,1 9-505 0,4 4 0 16,0 2 0-16,1 4 0 15,1 4 0-15,-4 8 0 0,-2 13 0 16,1 9 0-16,-1 6 0 0,2 4 0 15,8-5 0-15,0 0 0 0,8-4 0 16,4-7 0-16,5-8 0 0,4-8 0 16,1-11 0-16,1-5 0 0,2-16 0 15,0-9-877-15,-7 2-360 16,-1-6-3349-16</inkml:trace>
  <inkml:trace contextRef="#ctx0" brushRef="#br0" timeOffset="76454.06">24469 14316 6334 0,'0'0'821'0,"-13"43"-173"16,5-5-259-16,0 1-389 16,-3 6 0-16,3 0 0 0,2 1 0 15,2-4 0-15,4-5 0 16,0-6 0-16,4-5 0 0,4-8 0 0,2-4 0 16,7-5 0-16,-1-5-1313 15,1-3-352-15,0-1-604 0</inkml:trace>
  <inkml:trace contextRef="#ctx0" brushRef="#br0" timeOffset="76747.82">24644 14525 2945 0,'0'0'3105'15,"-25"-33"-2336"-15,15 24-61 0,-2 9-43 16,-7 8-665-16,7 7 0 16,-7 8 0-16,3 5 0 0,-5 4 0 15,11 1 0-15,1-3 0 0,7-3 0 16,2-2 0-16,8-6 0 0,5-1 0 15,3-6 0-15,1-5 0 0,-1-7 0 16,3-4 0-16,2-7 0 16,-7-5 0-16,1-5 0 0,-3-2 0 15,-6 1 0-15,7-4 0 0,-5 2 0 16,-2 0-41-16,-2 7 29 0,-2 7-28 16,0 5 20-16,-2 5-4 15,2 2-12-15,1 11 12 0,-3 8 16 16,4 4 8-16,-2-2 0 0,2-2 0 15,-2-5-288-15,2-3-236 0,-2-1-505 16,2-6 81-16,2-1-401 0</inkml:trace>
  <inkml:trace contextRef="#ctx0" brushRef="#br0" timeOffset="77183.28">24867 14577 4245 0,'0'0'1417'0,"0"0"-821"16,-8 41-75-16,0-19-373 15,4 2-80-15,0-6 12 0,4 1-76 16,0-4 8-16,2-2-8 0,2-3-4 16,2-5-8-16,0-2-36 0,0-2 8 15,5-1 36-15,-1-7 128 0,0-7-36 16,1-3 116-16,-1-2 176 0,-4 2-172 16,1 2-51-16,-1 0-161 15,-2 0 0-15,2 2 0 0,-4 4 0 16,2 2 0-16,-2 2 0 0,-2 4 0 15,4 0 0-15,-1-2 0 0,1 3 0 16,2 0 0-16,-2 0 0 0,2 3 0 16,-2-1 0-16,0 4 0 0,-1 1 0 15,-3 5 0-15,-3 5 0 0,-5 5 0 16,-2 2 0-16,0-1 0 16,3-3 0-16,7-3 0 0,9-3 0 15,3-4 0-15,2-4 0 0,5-3 0 16,4-3 0-16,-2-2 0 0,-1-4 0 15,-1-3 0-15,-3-2 0 0,-3 4 0 16,-7 2 0-16,-2 2 0 16,-4 3 0-16,0 5 0 0,-4 10-169 15,-6 10-155-15,-1 8-304 0,-3 6 220 16,1 0-161-16,5-10-1176 0,0 0-175 16</inkml:trace>
  <inkml:trace contextRef="#ctx0" brushRef="#br0" timeOffset="77634.75">25101 15206 2613 0,'0'0'3841'0,"0"0"-2844"0,0 0-449 16,0 0-355-16,0 0-193 16,0 0 0-16,0 0 0 0,0 0 0 15,25-48 0-15,-23 13 0 0,0-3 0 16,-2-4 0-16,0-4 0 0,0-11 0 15,0-7 0-15,4-5 0 0,4 3 0 16,5 8 0-16,7 13 0 0,3 10 0 16,0 9 0-16,-2 11 0 0,-3 6 0 15,-1 7 0-15,-3 6 0 0,-1 8 0 16,-3 2 0-16,-2 3 0 16,-4 3 0-16,-2 0 0 0,-2 0 0 15,-6 0 0-15,-4 0 0 0,0 1 0 16,-3-2 0-16,1-2 0 15,-1-5 0-15,7-5 0 0,0-3 0 16,2-3-105-16,-2-1-1303 0,1 0 3 16,-1 0-468-16</inkml:trace>
  <inkml:trace contextRef="#ctx0" brushRef="#br0" timeOffset="77771.92">25426 14619 6891 0,'0'0'1168'0,"0"0"-1035"0,-5 33-133 16,3-11 0-16,-4 1 0 0,4 0 0 16,0-2 0-16,2-2 0 0,0-3 0 15,0-1-181-15,2-6-787 0,0-3-2006 16</inkml:trace>
  <inkml:trace contextRef="#ctx0" brushRef="#br0" timeOffset="77913.99">25558 14404 6022 0,'0'0'605'0,"0"0"-297"0,0 0-260 15,0 0-48-15,0 0-537 0,0 0-623 16,0 37-309-16</inkml:trace>
  <inkml:trace contextRef="#ctx0" brushRef="#br0" timeOffset="78392.03">25558 14808 5114 0,'0'0'1080'0,"0"0"-495"0,4-47 191 16,10 24-480-16,3-1-164 0,6-2 20 15,2 2-140-15,-1-1 24 0,3 0-27 16,-4 4-9-16,-4 4 0 16,-7 5 0-16,-6 5 0 0,-6 7 0 15,-2 1 0-15,-8 10 0 0,-7 7 0 16,-3 7 0-16,-3 2 0 0,6-1 0 15,7-3-89-15,4-3-23 0,6-5 20 16,2-3-208-16,6-3-16 16,7-4 48-16,3-4 212 0,3-1 56 15,-3-8 8-15,-1-4 4 0,0-1 0 16,-3 0-12-16,-4-2 196 0,-1 4 8 16,-5 3 4-16,-2 3 152 15,-2 4-188-15,0 1-111 0,2 1-61 16,0 11 0-16,2 16 0 0,2 9 0 15,-2 8 0-15,3 4 0 0,-3-3 0 16,-4 0 0-16,0 4 0 0,-9 1 0 16,-5 0 0-16,-11 1 0 0,-8-1 0 15,-6-5 0-15,-7-3 0 16,3-12 0-16,-5-7 0 0,5-10 0 16,4-10 0-16,8-6 0 0,2-11 0 15,12-8 0-15,7-9 0 0,8-9 0 16,10-4 0-16,13 1 0 0,12 0 0 15,6 8 0-15,7 0 0 16,1 1 0-16,-1 0 0 0,-1 0 0 16,-1-2 0-16,-7-1 0 0,-10 9-2142 15,-7-3-2908-15</inkml:trace>
  <inkml:trace contextRef="#ctx0" brushRef="#br0" timeOffset="85812.13">29948 13566 840 0,'0'0'360'0,"0"0"-360"0,0 0-212 0</inkml:trace>
  <inkml:trace contextRef="#ctx0" brushRef="#br0" timeOffset="86144.03">29682 13702 5338 0,'0'0'608'0,"0"0"-32"0,0 0 433 16,0 0-441-16,0 0-475 0,0 0-93 15,0 0 0-15,66-40 0 0,-10 24 0 16,6 3 0-16,4 2 0 15,10 1 0-15,11 2 0 0,12 2 0 16,19 3 0-16,15 2 0 16,13 1 0-16,11 3 0 0,5 5 0 15,-1 1 0-15,0-5 0 0,-45 0 0 16,-2-9-497-16</inkml:trace>
  <inkml:trace contextRef="#ctx0" brushRef="#br0" timeOffset="88470.56">29979 13879 2084 0,'0'0'3078'0,"0"0"-2430"0,0 0 505 0,0 0-357 0,0 0-363 16,0 0-433-16,0 0 0 0,0 0 0 16,0 0 0-16,-22 68 0 15,22-21 0-15,2 3 0 0,0-1 0 16,0 2 0-16,-2 2 0 16,-2 1 0-16,-4 3 0 0,-3 1 0 15,-1-3 0-15,-2-6 0 0,3-9 0 16,5-11 0-16,0-10 0 0,4-9 0 15,0-9-1013-15,2-1-444 0,2-12-3193 0</inkml:trace>
  <inkml:trace contextRef="#ctx0" brushRef="#br0" timeOffset="88654.16">29882 13955 5766 0,'0'0'440'16,"0"0"865"-16,46-40-624 0,-28 31-681 15,3 2 0-15,2 1 0 0,4 2 0 16,2-2 0-16,2 2 0 0,2 2 0 16,0 1 0-16,-2 1 0 15,0 0 0-15,-6 4 0 0,-3 2-777 16,-7-2-708-16,-3-1-3933 0</inkml:trace>
  <inkml:trace contextRef="#ctx0" brushRef="#br0" timeOffset="88857.41">29888 14205 6583 0,'0'0'132'0,"0"0"1096"16,0 0-979-16,0 0-249 0,0 0 0 16,0 0 0-16,54 3 0 15,-19-2 0-15,3 0 0 0,-1-1 0 16,2 0 0-16,2 0 0 0,-1 0 0 15,-3-2-1493-15,-8 0-564 0,-6-1-857 0</inkml:trace>
  <inkml:trace contextRef="#ctx0" brushRef="#br0" timeOffset="89164.2">30378 14179 5090 0,'0'0'1020'0,"0"0"-83"0,0 0 191 15,0 0-1111-15,-45-18-17 0,26 16 0 16,-3 3 0-16,1 8 0 0,-4 12 0 16,4 5 0-16,-1 7 0 0,1 3 0 15,4 4 0-15,7-1 0 0,6-2 0 16,6-3 0-16,8-4 0 0,7-9 0 16,6-5 0-16,4-7 0 15,2-9 0-15,-1-4 0 0,-3-10 0 16,-2-5 0-16,-6-5 0 0,-7-3 0 15,-4-3 0-15,-4 0 0 0,0-3 0 16,-2 0 0-16,-4 1 0 0,-2 4 0 16,0 4-801-16,2 6-252 15,1 7-99-15,3 1-1533 0</inkml:trace>
  <inkml:trace contextRef="#ctx0" brushRef="#br0" timeOffset="89368.23">30428 14481 5406 0,'0'0'1513'15,"0"0"-589"-15,0 0-575 0,6-51-349 16,5 15 0-16,-1-7 0 0,6 0 0 16,-3 10 0-16,3 2 0 15,1 9 0-15,-1 4 0 0,1 3 0 16,0 5 0-16,-1 0 0 0,3 3 0 15,1 2 0-15,3-1-913 0,-6 2-560 16,-1 1-3369-16</inkml:trace>
  <inkml:trace contextRef="#ctx0" brushRef="#br0" timeOffset="89618.01">30827 14153 5354 0,'0'0'824'0,"0"0"309"16,0 0-549-16,-35-21-287 0,14 27-297 16,-6 7 0-16,-6 9 0 0,-4 5 0 15,0 4 0-15,0 6 0 0,6-1 0 16,8 0 0-16,10 1 0 0,11-6 0 16,4-4 0-16,13-7 0 0,10-5 0 15,6-8 0-15,10-7 0 16,-2-5 0-16,5-8 0 0,-5-5 0 15,-4-3 0-15,-10 3-613 0,-6-3-1336 0</inkml:trace>
  <inkml:trace contextRef="#ctx0" brushRef="#br0" timeOffset="89796.9">30943 14179 8192 0,'0'0'0'0,"-31"32"0"0,14-11 0 16,7 3 0-16,2 2 0 0,1-1 0 16,3 0 0-16,4-4 0 0,2-2 0 15,5-2 0-15,1-9-913 0,0-3-2381 0</inkml:trace>
  <inkml:trace contextRef="#ctx0" brushRef="#br0" timeOffset="89912.15">31036 13869 2917 0,'0'0'4642'0,"10"-48"-4530"0,-2 31-16 16,-4 10 24-16,3 6-120 15,-3 1-120-15,2 9-1040 0,-2 1-429 16,2 10-1301-16</inkml:trace>
  <inkml:trace contextRef="#ctx0" brushRef="#br0" timeOffset="90470.71">31034 14382 6298 0,'0'0'885'0,"0"0"-361"0,0 0-39 16,0 0-485-16,0 0 0 0,0 0 0 15,35-51 0-15,-12 14 0 0,5 2 0 16,4 5 0-16,-1-1 0 0,-3 6 0 16,-3 7 0-16,-8 10 0 15,-9 4 0-15,-8 5 0 0,-4 8 0 16,-4 4 0-16,-5 7 0 0,1 2 0 15,-1 0 0-15,3 3 0 0,6-1 0 16,4-2-89-16,0-2-75 0,8-2 80 16,3-3-24-16,1-3-36 15,5-4-20-15,1-5-164 0,-1-3 64 16,1-4 120-16,-3-4 116 0,-3-6 28 16,-2-3 0-16,-1-2 116 15,-3-2 60-15,-2-1-32 0,-4-1 208 16,0 0-92-16,-4 2-112 0,2 5 140 15,0 6-255-15,0 4-33 0,2 5 0 16,-2-1 0-16,2 2 0 0,-2 0 0 16,0 9 0-16,-1 4 0 0,-3 3 0 15,2 2 0-15,0-2 0 0,2-3 0 16,2 1 0-16,-2 0 0 0,2 3 0 16,0 3 0-16,0 5 0 15,0 6 0-15,0 4 0 0,0 6 0 16,0 5 0-16,-6 1 0 0,-7 3 0 15,-3-1 0-15,-7-2 0 0,-6-3 0 16,-6-1 0-16,-2-2 0 16,-3-2 0-16,-1-4 0 0,2-9 0 15,2-6 0-15,8-12 0 0,2-7 0 16,6-4 0-16,9-13 0 0,1-5 0 16,7-10 0-16,4-2 0 15,6 1 0-15,11 3 0 0,8 4 0 16,6 3 0-16,4 1 0 0,4-2 0 15,5 3 0-15,-11 6-465 0,2-4-2540 0</inkml:trace>
  <inkml:trace contextRef="#ctx0" brushRef="#br0" timeOffset="100854.44">21643 16600 256 0,'0'0'1108'0,"0"0"-708"0,0 0-144 0,0 0 1237 0,0 0-837 16,0 0-283-16,0 0 63 16,0 0-228-16,0 0-40 0,-4 12 136 15,2-9-84-15,-3-2 0 0,5 1 196 16,-2-1-167-16,2-1-57 0,0 1 60 15,0 0-136-15,0 0-16 0,0 2 8 16,2 1-52-16,3 3 8 0,-1 5 12 16,2 3-68-16,0 1 28 0,4 0 28 15,1 0-64-15,1-3 44 16,3 1 48-16,-1 2-56 0,7-1 20 16,-3-1 8-16,1 2-52 0,0-1-8 15,1 2 0-15,-1 0 0 0,2 0-4 16,-1-3 0-16,3 2 12 15,2-3-12-15,0 0 29 0,-3-3-29 16,9 0 0-16,-4-3 0 0,4-1 0 16,0-2 0-16,2-1 0 0,2 1 0 15,-2-3 0-15,3 1 0 16,-1-2 0-16,2 0 0 0,2 0 0 16,3-2 0-16,1-3 0 0,2 0 0 15,7 0 0-15,2-4 0 0,4 2 0 16,4-2 0-16,0-1 0 0,-2 3 0 15,6 0 0-15,0-1 0 0,0-2 0 16,4 0 0-16,3-1 0 0,-1 0 0 16,1 1 0-16,-3 1 0 0,-6 7 0 15,-6 2 0-15,-4 3 0 16,-11 8 0-16,-6 3 0 0,-8 3 0 16,-2 2 0-16,-4-3 0 0,-5 2 0 15,-1-4 0-15,-3 1 0 0,-3-1 0 16,-3 0 0-16,-4-1 0 15,-2 1 0-15,-2-1 0 0,0 3 0 16,-4-2 0-16,-2 0 0 0,2-1 0 16,-1-3 0-16,3-5 0 0,2-2 0 15,0-2 0-15,0 1 0 16,5 0 0-16,3-2 0 0,2 0-129 16,5-5-11-16,1-1 56 0,7-1-16 15,-2 0 4-15,1-1 72 0,3 1 16 16,2-1 0-16,2 0 8 0,6 2 0 15,4 0 8-15,7 1-8 0,5 1 60 16,7-2-4-16,4 0 24 0,5 1-24 16,1 1-52-16,6 1-4 0,-1 0 0 15,-1-1 0-15,0 0 0 16,1 0 0-16,-3-3 0 0,-2-3 0 16,2-2 24-16,-1-2 20 0,1-4 40 15,-4-2 64-15,-4 0-123 0,-8-3-25 16,-7 4-173-16,-14 2-583 15,-12 5-397-15,-9 1-3665 0</inkml:trace>
  <inkml:trace contextRef="#ctx0" brushRef="#br0" timeOffset="101692.08">22042 17457 5938 0,'0'0'272'0,"0"0"609"0,0 0-389 0,0 0-260 0,-13 34-168 16,15-2-56-16,3 6 44 0,3-1-8 15,-2-2-24-15,-2-4-20 0,-2-3 0 16,2-1 8-16,-4-5-8 0,0-4 0 16,0-7-4-16,-4-4 4 0,4-6 4 15,0-1 24-15,0 0-28 16,0-6 0-16,0-9 12 0,6-13-4 16,5-11-8-16,1-6 8 0,3-1-8 15,-1 2 0-15,5 8 0 0,-3 5 0 16,1 10 24-16,-1 8-20 15,-1 12 28-15,-3 7-32 0,-2 8-4 16,1 8 4-16,-1 5 28 0,0 1-4 16,-1 7-24-16,-1 2 0 0,0-1 0 15,1 0 0-15,-1-4 0 0,-2-6-68 16,8-6-140-16,-1-8-608 16,-3-6-473-16,1-5-692 0</inkml:trace>
  <inkml:trace contextRef="#ctx0" brushRef="#br0" timeOffset="101984.53">22472 17528 5710 0,'0'0'728'16,"0"0"593"-16,-40-42-888 0,32 35-433 15,2 4 0-15,2 0 0 0,2 2 0 16,-2 1 0-16,-1 1 0 15,-1 9 0-15,0 5 0 0,0 14 0 16,4 10 0-16,2 8 0 0,4-2 0 16,2-8 0-16,4-10 0 0,1-11 0 15,3-7 0-15,3-6 0 16,1-7 0-16,-1-8 0 0,2-7 0 16,-7-2 0-16,-2-3 0 0,-6-1 0 15,-4 2 0-15,0-2 0 0,-6 1 0 16,0-2 0-16,-4 1 0 0,6 1-1293 15,-3 8-32-15,5 1-444 0</inkml:trace>
  <inkml:trace contextRef="#ctx0" brushRef="#br0" timeOffset="102293.25">22623 17469 2877 0,'4'33'2321'0,"-4"-10"-1493"0,-2 4-3 16,-5-2-69-16,7-2-440 15,-4 2-60-15,-2-5-243 0,6-4-13 16,-2-7 0-16,2-5 0 0,0-2 0 16,0-1 0-16,0-1 0 0,0 0 0 15,0-5 0-15,0-6 0 0,6-12 0 16,5-10 0-16,5-6 0 16,3 2 0-16,-3 6 0 0,-5 13 0 15,-5 10 0-15,-2 3 0 0,-2 4 0 16,-2 1 0-16,0 0 0 0,2 1 0 15,2 6 0-15,0 4 0 0,0 8 0 16,3 6 0-16,-1 5 0 0,0-2 0 16,-2-1 0-16,2-4 0 0,-1-5 0 15,-1-3 0-15,-2-5-1073 16,0-1-2337-16</inkml:trace>
  <inkml:trace contextRef="#ctx0" brushRef="#br0" timeOffset="102544.64">22875 17195 6318 0,'0'0'649'0,"-15"61"-269"0,15-19 465 0,0 0-845 0,0 4 0 0,4-1 0 16,3-2 0-16,7-1 0 0,-2-6 0 15,3-2 0-15,2-3 0 16,-3-4 0-16,0-2 0 0,-1-6 0 16,-3-5-1525-16,-4-7-841 0</inkml:trace>
  <inkml:trace contextRef="#ctx0" brushRef="#br0" timeOffset="102732.56">23036 17489 5946 0,'0'0'584'0,"0"41"-299"0,-6-12 199 16,4-2-280-16,-2 0-156 0,-1 2 16 15,5-2-56-15,0-5 12 0,0-1-20 16,5-6-44-16,-1-4-292 0,2-4-781 15,-4-5-375-15,0-7-469 0</inkml:trace>
  <inkml:trace contextRef="#ctx0" brushRef="#br0" timeOffset="102840.03">23034 17261 5778 0,'0'0'460'0,"0"0"-127"15,0 0-333-15,0 0-109 0,0 0-847 16,0 0-2694-16</inkml:trace>
  <inkml:trace contextRef="#ctx0" brushRef="#br0" timeOffset="103090.28">23164 17674 3669 0,'0'0'2261'0,"0"0"-1444"0,-10 38 307 15,10-37-803-15,0-1-321 0,4-3 0 16,2-7 0-16,7-14 0 0,7-14 0 15,5-12 0-15,2-1 0 0,0 6 0 16,-9 14 0-16,-5 11 0 0,-9 12 0 16,-2 3 0-16,-2 5 0 0,0 5 0 15,0 10 0-15,0 13 0 16,0 12 0-16,0 3 0 0,0-3 0 16,2-4 0-16,0-9 0 0,8-3 0 15,1-4 0-15,-1-4-17 0,-2-5-899 16,1-4-1869-16</inkml:trace>
  <inkml:trace contextRef="#ctx0" brushRef="#br0" timeOffset="103671.13">23499 17597 3061 0,'0'0'3105'15,"0"0"-2504"-15,0 0 271 0,0 0-319 16,33-42-553-16,-27 24 0 0,-2 1 0 15,1 1 0-15,-3 2 0 0,-2-3 0 16,-4 3 0-16,-1 0 0 0,-3 3 0 16,-2 3 0-16,-1 2 0 0,-1 6 0 15,-2 1 0-15,-1 9 0 16,1 7 0-16,1 8 0 0,3 5 0 16,2 1 0-16,6 0 0 0,2-2 0 15,8-4 0-15,4-4 0 0,9-3 0 16,0-6-281-16,3-5-143 15,1-1 72-15,-2-6-241 0,0-1 233 16,-3-7 52-16,-3-3-196 0,1-1 132 16,-3-3 112-16,-5-1 92 0,-1 0 168 15,-3-2 48-15,-4 1 36 16,0 3-84-16,-2 1 0 0,0 7-112 16,0 0 48-16,0 5 64 0,0-1 32 15,0-1 24-15,0 2 36 0,0 1 124 16,0-1 40-16,-2 1 104 0,-2 0 152 15,-3 2-296-15,-1 7 101 0,-2 5 171 16,0 6-296-16,-1 4-36 0,11-2 28 16,0-4-132-16,6-5-4 0,5-5-32 15,1-2-12-15,3 0-4 16,-1-1 0-16,1-4-16 0,-5 3 16 16,0-2 8-16,-2-1 4 0,3 0 0 15,-5 1 100-15,2-1-76 0,-8 1 16 16,4-2 28-16,-2 1 4 15,1-1 5-15,-1 2-89 0,-2-2 0 16,4 0 0-16,0-2 0 0,-2-5 0 16,-2-3 0-16,2-11 0 0,0-2 0 15,2-7 0-15,2 4 0 0,5 3 0 16,-1 8 0-16,0 1 0 16,5-2 0-16,-5 7 0 0,5-8-3226 0</inkml:trace>
  <inkml:trace contextRef="#ctx0" brushRef="#br0" timeOffset="104294.39">24404 17523 5250 0,'0'0'1325'0,"0"0"-485"0,0 0-172 0,0 0-559 16,0 0-109-16,0 0 0 0,0 0 0 15,-39-32 0-15,21 14 0 0,-9 4 0 16,0 6 0-16,2 8 0 0,6 12 0 15,5 9 0-15,2 10 0 0,3 3 0 16,3 3 0-16,6-1 0 0,6-3 0 16,7-5 0-16,3-6 0 0,9-9 0 15,2-9 0-15,4-7 0 16,2-15 0-16,-2-9 0 0,-2-7 0 16,-6-7-1293-16,-9 10-892 0</inkml:trace>
  <inkml:trace contextRef="#ctx0" brushRef="#br0" timeOffset="104471.17">24446 17087 5706 0,'0'0'1117'0,"0"0"252"16,-4 44-1369-16,4-9 0 0,-2 10 0 16,2 3 0-16,0 2 0 0,0 2 0 15,2-4 0-15,4 0 0 0,2-7 0 16,0-5 0-16,7-8 0 0,1-3 0 15,-1-7 0-15,1-7-1085 0,-3-5-2977 0</inkml:trace>
  <inkml:trace contextRef="#ctx0" brushRef="#br0" timeOffset="104827.65">24710 17448 6226 0,'0'0'1205'0,"0"0"-541"15,-39-30-567-15,25 26-97 0,-3 3 0 16,5 3 0-16,1 8 0 0,5 6 0 16,-2 9 0-16,2 4 0 0,2 3 0 15,-1 0 0-15,5-4 0 16,0-2 0-16,5-4 0 0,3-6 0 16,0-5 0-16,2-4 0 0,3-7 0 15,-1 0 0-15,-1-11 0 0,1-5 0 16,-4-2 0-16,3-5 0 0,-5 0 0 15,-2-1 0-15,2 0 0 0,-4 5 0 16,-2 6 0-16,0 5 0 0,0 6 0 16,0 0 0-16,0 2 0 0,4 0 0 15,-2 6 0-15,0 7 0 16,3 7 0-16,-1 8 0 0,2 3 0 16,-2-2 0-16,0-4-309 0,0-8-11 15,0-9-340-15,1-6-21 0,5-3-219 16,0-5-997-16,-1-4-232 0</inkml:trace>
  <inkml:trace contextRef="#ctx0" brushRef="#br0" timeOffset="105281.21">24867 17458 5958 0,'0'0'881'16,"0"37"-529"-16,0-13-100 0,0-1-12 15,0 2-108-15,3-1 36 0,-1-3 41 16,4-3-209-16,0-4 0 0,0-3 0 15,-2-4 0-15,0-4 0 0,-4-3 0 16,7 0 0-16,-3-3-73 0,0-11 49 16,2-8 4-16,-2-5 20 0,-2-3 8 15,0 3-4-15,0 5-4 16,1 1 28-16,-1 6 0 0,2 3 21 16,-4 6-49-16,2 5 0 0,-2 1 0 15,0 1 0-15,2 5 0 0,0 7 0 16,2 6 0-16,2 0 0 15,-4 0 0-15,5-4 0 0,-5-3 0 16,2-1 0-16,-2-4 0 0,0-4 0 16,0-2 0-16,-2-1 0 0,2 0 0 15,0-4 0-15,2-5 0 16,-2-4 0-16,4-5 0 0,-1 0 0 16,-1 1 0-16,2 3 0 0,-2 6 0 15,2 2 0-15,-2 2 0 0,1 4 0 16,-5 0 0-16,8 0 0 0,-4 2 0 15,4 4 0-15,3 4 0 0,1 10 0 16,-4 10 0-16,-2 8 0 0,1 2 0 16,-3-1 0-16,0-5 0 0,-2-7 0 15,4 0 0-15,0-2 0 16,1-1-1005-16,-3-8-1088 0,-2 1-1525 0</inkml:trace>
  <inkml:trace contextRef="#ctx0" brushRef="#br0" timeOffset="105627.04">25200 18118 5826 0,'0'0'941'0,"0"0"-613"0,0 0 456 0,-16-47-568 0,12 12-119 0,-5-10-97 15,-3-17 0-15,4-11 0 0,-3-6 0 16,7-6 0-16,6 12 0 0,11 9 0 15,7 7 0-15,5 16 0 0,0 11 0 16,-6 8 0-16,-3 8 0 0,-6 7 0 16,-1 4 0-16,-3 3 0 0,-4 0 0 15,4 2 0-15,2 4 0 16,3 6 0-16,-1 5 0 0,0 3 0 16,-3 2 0-16,-3 2 0 0,-4 1 0 15,0 0 0-15,-2 2 0 0,-7-2 0 16,1-1 0-16,0-3 0 15,0-3 0-15,-1-4 0 0,3-7 0 16,2-3 0-16,2-4 0 0,0 0-829 16,2-10-84-16,0 1-1732 0,4-13-940 0</inkml:trace>
  <inkml:trace contextRef="#ctx0" brushRef="#br0" timeOffset="105800.74">25535 17369 5618 0,'0'0'1413'0,"0"0"-252"15,-2 53-1161-15,-2-23 0 0,-4 5 0 16,1 2 0-16,1-2 0 0,2-7 0 16,4-3 0-16,2-11 0 0,6-4 0 15,5-8 0-15,-1-3-433 16,-1-5-2144-16,-3-8-537 0</inkml:trace>
  <inkml:trace contextRef="#ctx0" brushRef="#br0" timeOffset="105907.65">25574 17133 5474 0,'0'0'908'0,"0"0"-780"16,0 0-128-16,0 0-136 0,36 50-340 15,-22-16-416-15,-2-4-1101 16</inkml:trace>
  <inkml:trace contextRef="#ctx0" brushRef="#br0" timeOffset="106141.42">25696 17663 4886 0,'0'0'772'0,"0"0"413"15,0 0-501-15,0 0-272 0,0 0-159 16,0 0-253-16,36-64 0 0,-20 20 0 16,1 0 0-16,-1 3 0 0,-1 4 0 15,-1 3 0-15,-4 11 0 16,-5 9 0-16,-1 7 0 0,-4 4 0 16,0 3 0-16,0 3 0 0,0 7 0 15,0 8 0-15,-2 13 0 0,0 7 0 16,2 1 0-16,0-6 0 15,0-7 0-15,6-9 0 0,4-8-629 16,2-4-43-16,3-5-565 0,-3-1 173 16,-3-4 27-16,-1-2-560 0</inkml:trace>
  <inkml:trace contextRef="#ctx0" brushRef="#br0" timeOffset="106515.15">25942 17421 2449 0,'0'0'1580'15,"0"0"-707"-15,-20-41-29 0,13 37 177 16,1 4-749-16,2 5-108 0,-2 8-8 16,0 8-140-16,0 5 44 0,-1 3 40 15,5-4-88-15,2-5-12 16,4-5 0-16,3-2-12 0,-1-4 12 16,4-2 32-16,-2-4-20 0,1-2 60 15,-3-1 72-15,-4 0-104 0,2 0 20 16,-2 0 92-16,2 0-56 15,2 3-47-15,1-1-49 0,1 4 0 16,4 8 0-16,3 9 0 0,1 8 0 16,-1 10 0-16,-5 3 0 0,-4-4 0 15,-4-1 0-15,-4 0 0 0,-4 0 0 16,-4 9 0-16,-7 1 0 16,-1 1 0-16,-5-2 0 0,-6-5 0 15,0-6 0-15,-4-9 0 0,2-9 0 16,0-8 0-16,0-11 0 0,2-7 0 15,2-13 0-15,0-10 0 0,7-6 0 16,5-3 0-16,7-4 0 0,8-1 0 16,4-3 0-16,13-10 0 0,3-3 0 15,-3 12-1169-15,1-3-1028 0</inkml:trace>
  <inkml:trace contextRef="#ctx0" brushRef="#br0" timeOffset="106990.28">26480 16991 7287 0,'0'0'804'0,"0"0"-703"0,0 0-101 16,0 0 0-16,0 0 0 0,-23 66 0 16,23-21 0-16,2 5 0 0,2 2 0 15,2 5 0-15,-1 2 0 0,-3 1 0 16,-2-4 0-16,0-5 0 0,0-7 0 15,0-3 0-15,0-8 0 0,0-5 0 16,0-6 0-16,-2-9-849 0,0-7-2945 0</inkml:trace>
  <inkml:trace contextRef="#ctx0" brushRef="#br0" timeOffset="107139.81">26389 17415 6038 0,'0'0'1157'0,"0"0"-413"15,0 0-491-15,0 0-253 0,37-16 0 16,-12 14 0-16,4 0 0 0,2-2 0 16,4-1 0-16,-4-4-25 0,-4 2-843 15,-6-1-381-15,-5 2-4021 0</inkml:trace>
  <inkml:trace contextRef="#ctx0" brushRef="#br0" timeOffset="107565.33">26734 17559 5198 0,'0'0'940'0,"37"-25"-171"0,-22-1 191 15,-5-2-780-15,-2 1-60 16,-1 2-95-16,-7 3-25 0,0 0 0 16,-5 3 0-16,-7 2 0 0,0 2 0 15,-3 7 0-15,-3 3 0 0,1 5 0 16,-2 11 0-16,7 4-121 15,4 7 13-15,2 2 20 0,1 3-32 16,5-2 28-16,2 0 84 0,7-3-8 16,1-2 12-16,5-2-48 0,-1-5-124 15,5 0 92-15,-3-3 12 16,5-2-28-16,-1-1-8 0,1-1-44 16,-2-1-52-16,1 1-37 0,-5 1-303 15,-3 1 240-15,-3-1 304 0,-5-1 212 16,2-1 376-16,-4-3 17 0,0-2 283 15,4 0-587-15,-2-1-301 0,3-8 0 16,1-9 0-16,-2-12 0 0,0-3 0 16,-2 1 0-16,1 2 0 0,-3 6 0 15,-2 3 0-15,4 2 0 16,0 1 0-16,2 2 0 0,2-2-773 16,-1 4-2152-16,-1 1-1321 0</inkml:trace>
  <inkml:trace contextRef="#ctx0" brushRef="#br0" timeOffset="108003.66">27059 17495 6651 0,'0'0'1136'0,"-7"47"-731"15,7-26-405-15,0-8 0 16,0-4 0-16,2-4 0 0,1-3 0 16,-1-2 0-16,2 0 0 0,4-5 0 15,0-8 0-15,5-11 0 0,1-7 0 16,-1-3 0-16,-1 2 0 0,0 6 0 15,-5 12 0-15,-1 5 0 0,-2 7 0 16,0 2 0-16,2 6 0 0,0 8 0 16,1 8 0-16,-3 1 0 0,-2 1 0 15,0-3 0-15,0-2 0 16,-2-2 0-16,0-2 0 0,0-4 0 16,0-4 0-16,0-4 0 0,0-3 0 15,0-1 0-15,4-8 0 0,0-4 0 16,5-11 0-16,3-1 0 15,2-1 0-15,3 5 0 0,-1 0 0 16,1 1 0-16,2 2 0 0,-1 3 0 16,-3 5 0-16,-3 5 0 0,-4 4 0 15,-1 1 0-15,-3 2 0 0,2 9 0 16,-2 7 0-16,0 5 0 16,-4 1 0-16,0 1 0 0,0-5 0 15,0-2 0-15,0-4 0 0,4-1 0 16,0 3 0-16,5-1 0 0,-3 4 0 15,2 5 0-15,-2 4 0 0,-2 7 0 16,-1-9 0-16,-3 2-1798 0</inkml:trace>
  <inkml:trace contextRef="#ctx0" brushRef="#br0" timeOffset="137391.01">10135 12137 2785 0,'0'52'996'0,"2"-1"-155"0,6 7-585 0,-1-1-32 15,3 6 348-15,0 4-380 16,1 8-152-16,-1 5 72 0,2 8 12 16,3 6-44-16,-1 7-32 0,-1 6-32 15,1 7 68-15,3 10 285 0,-3 2-213 16,-1 8-32-16,-5 6 76 15,-2 3-84-15,0 3 28 0,-6 2 96 16,0 3-156-16,0 1 20 0,-4-2 72 16,2 1-92-16,-2-2-59 0,-2-3-25 15,2 1 0-15,-3-1 0 0,1-4 0 16,-2-1 0-16,2-3 0 16,0-8 0-16,-3-2 0 0,3-7 0 15,0-9 0-15,2-9 0 0,-2-10 0 16,1-11 0-16,5-11 0 15,-2-7 0-15,-2-16 0 0,4-8 0 16,0-14 0-16,0-13-229 0,0-6-443 16,0-6-77-16,0-1-1311 0,0-14-13 0</inkml:trace>
  <inkml:trace contextRef="#ctx0" brushRef="#br0" timeOffset="139352.17">10393 15203 2389 0,'0'0'1260'0,"0"0"-724"0,0 0 221 15,0 0-321-15,0 0-180 0,0 0 64 16,0 0-56-16,0 0-28 0,0 0 69 16,21 42-161-16,10-34-4 15,6-2 48-15,5 0-36 0,11-2 4 16,12 0 0-16,7 0-152 0,6-2 28 15,11 2-4-15,11-2-16 16,1 0-12-16,15 1 4 0,8-3 28 16,4 0-32-16,12 0 168 0,7-1-84 15,10-4 28-15,9 0-91 0,1-1-21 16,7 3 0-16,3 1 0 16,3 0 0-16,4 0 0 0,-2 1 0 15,8-2 0-15,5 2 0 0,-1 1 0 16,6 0 0-16,5 4 0 0,-6-2 0 15,5 1 0-15,3 1 0 0,-5 1 0 16,-5 0 0-16,1 1 0 0,-10 2 0 16,-4 0 0-16,-8 0 0 0,-11 3 0 15,-5-2 0-15,-14-1 0 0,-7 0 0 16,-13-2 0-16,-12-3 0 16,-9 1 0-16,-14-3 0 0,-12-1 0 15,-17-2 0-15,-9-4 0 0,-13-1 0 16,-18-4-433-16,-11 1-583 0,-5 0-293 15,-16-2-2261-15</inkml:trace>
  <inkml:trace contextRef="#ctx0" brushRef="#br0" timeOffset="143097.96">10282 15343 2072 0,'0'0'60'0,"0"0"-60"15,0 0 48-15,0 0 13 0,0 0 987 16,0 0-700-16,-35 31-92 16,24-24 216-16,1-1-167 0,8-2-89 15,-2-1 140-15,-2-1-168 0,2 1-40 16,4-2 92-16,0-1-124 0,0 0-4 15,0-6 80-15,4-7-172 0,2-9 24 16,4-7 44-16,5-4-72 0,-3-4 8 16,3-1-20-16,-3-4 0 15,9-6-4-15,-7-4 0 0,7-5 0 16,-1-1 0-16,3-4 0 0,2 0-20 16,2-4 0-16,4 1-4 15,2-4 0-15,-2 0 24 0,10 0 0 16,-4 0-56-16,5 3-16 0,-1 2-120 15,-4 5-28-15,3 6 48 0,1 7 24 16,-4 4 72-16,5 8 24 0,-11 7 8 16,0 3-24-16,0 9 68 0,-5 5 8 15,-3 5-4-15,2 5-4 0,-4 11 36 16,-5 3-20-16,1 9-16 0,-3 5 20 16,1 8-16-16,-9 7-4 0,0 10 0 15,-6 7-8-15,0 10 8 16,0 7 0-16,0 8 8 0,-4 3-8 15,2 5 92-15,-2 3-16 0,2 3 0 16,-2 6 24-16,-1 2-92 16,5-1 8-16,0 2 56 0,5 1-72 15,1 0 16-15,4 0-12 0,0-3 0 16,5-7-4-16,8-6 24 0,-3-8 20 16,7-9 60-16,4-10 124 15,0-11-148-15,0-10-16 0,6-12 44 16,1-9-92-16,-1-12 4 0,0-12 4 15,0-7-12-15,2-15-12 0,-1-12 73 16,-1-10-37-16,0-11 24 0,0-9 16 16,1-9-68-16,-7-6 20 0,4-8 24 15,-8-8-48-15,4-5 40 0,-5-8 56 16,1-6-100-16,4-1 68 16,-4-6 0-16,4-4-52 0,0 0-12 15,0-2 24-15,-4-1-16 0,6-2-12 16,-6 1 0-16,8 0 4 0,-4 4-4 15,6 1 0-15,-4 2 4 0,9 1-4 16,-5 3 0-16,4 5-8 0,5 5 8 16,-3 4 0-16,5 4-48 15,-3 9 48-15,-1 8 0 0,-1 10-64 16,-2 11-36-16,-3 13-212 0,-7 12 27 16,-5 13 21-16,-1 11-60 0,-4 11 180 15,0 11 120-15,-9 12 12 0,3 11-8 16,-3 11 20-16,-2 10 44 15,1 9 24-15,-1 10 40 0,-6 13 168 16,0 11-136-16,-4 11-60 0,-4 13 8 16,-2 9-76-16,-4 11 20 0,-1 9 40 15,-3 9-19-15,1 9 43 0,-1 5 220 16,3 6-188-16,1 3 28 0,0-1 108 16,4 2-188-16,-1 0-4 15,-1 1-72-15,6 1 24 0,-2 0-24 16,0-1 0-16,4-2 8 15,0-1-8-15,10-7 0 0,5-8 8 16,1-8-8-16,11-15 0 0,4-13 0 16,0-14 0-16,6-20-8 0,0-15 16 15,5-16-8-15,1-17 0 0,3-14-4 16,-3-11 4-16,-2-19-4 0,1-9 4 16,1-20 0-16,-6-15 52 0,9-16-44 15,-9-16 8-15,4-13 12 16,-3-17-8-16,-5-13-20 0,2-10 8 15,-4-13-4-15,-4-9-4 0,6-8 0 16,-2-8 4-16,4-8-4 0,-4-5 0 16,2-8 8-16,-2-5-8 0,0-2 0 15,-4-6 4-15,4-5-4 0,-4 5 0 16,0-2-104-16,0 2 4 0,-3 8-120 16,-1 1 36-16,2 7 124 0,0 10-32 15,-3 3-32-15,5 9 108 16,0 10 12-16,4 8-20 0,4 14 24 15,-2 9 44-15,3 8-20 0,-3 10 48 16,4 12 36-16,2 10-100 0,-2 11 28 16,-4 14 12-16,-2 9-44 0,-4 10-4 15,-6 14 0-15,0 10-12 0,-1 11 0 16,-3 14-60-16,-1 12-60 16,5 13 68-16,-4 14 20 0,-7 12-24 15,4 16 44-15,-7 11 12 0,3 13 20 16,-2 8-8-16,-2 12 84 15,-6 9-52-15,5 12 12 0,-5 8 4 16,-9 12-36-16,3 7-12 0,-4 5 0 16,4 5 4-16,-3 7-4 0,-1-2 24 15,0 8-20-15,3 2 104 0,-3 0-20 16,0 1-72-16,3 3 76 0,3-4-40 16,-6 4-48-16,8 1 12 15,-2 0 68-15,0 3-8 0,4-3 4 16,4-8 60-16,2-6-36 0,8-14 48 15,7-14-79-15,2-11-73 0,2-31 0 16,2-12 0-16,10-12 0 16,0-17 0-16,8-2 0 0,7-19 0 15,-2-17 0-15,1-18 0 0,1-15 0 16,0-15 0-16,-3-22 0 0,3-19 0 16,0-17 0-16,-3-34 0 0,3-18 0 15,0-14 0-15,-9-11 0 16,-8 2 0-16,-8-9 0 0,-6-6 0 15,-5-9 0-15,1-6 0 0,-3-2 0 16,1-6 0-16,-3-2 0 0,5-1 0 16,-3-6 0-16,3-2 0 0,3-3 0 15,-3-6 0-15,4 0 0 0,-1 0 0 16,1-4-113-16,-4 5-3 0,3 5-96 16,1 1-28-16,0 6 164 0,1 8 36 15,-3 1-76-15,4 9-12 16,1 11-144-16,3 7 32 0,4 10 139 15,-4 11 57-15,0 10 12 0,0 9 32 16,4 13 113-16,-2 6-49 0,4 9 44 16,4 7 48-16,0 5-108 0,5 10 40 15,1 6 96-15,3 8-128 0,-3 9 0 16,5 8-28-16,-1 5-20 0,5 8-8 16,-1 6 0-16,7 3 0 15,0 3-8-15,6 4 4 0,5 2-72 16,-1 5 16-16,0 4-92 0,0 5 8 15,0 3 60-15,1 4-12 16,-7 6-28-16,-2 3 19 0,-9 7 5 16,-3 6-44-16,-11 5-132 0,-6 8-628 15,-10 6 240-15,-11 7 31 0,-2 9-115 16,-8 5 748-16,-8 7 24 0,-4 7 824 16,-7 4-107-16,-2 4-129 0,-1 4 316 15,-5 5-539-15,-2 3-129 16,-4 5 96-16,-2 3-172 0,-3 5-4 15,-1 3 12-15,-2 5-188 0,-7 2 72 16,3 1-44-16,-3 4-32 0,5 3 0 16,1 0 0-16,1 3 8 15,4 0-8-15,-4 0 0 0,3-1-12 16,1-2 12-16,4-3 0 16,2-1-4-16,-4-1 4 0,8-5 0 15,2-1-24-15,-2-4 24 0,7-3 0 16,3-3 12-16,1-3-12 0,1-4 88 15,5-1-28-15,-1-5 40 0,5-5-11 16,0-4-89-16,2-4 0 0,0-8 0 16,4-5 0-16,0-8 0 0,2-11 0 15,6-3 0-15,-4-16 0 16,2-9 0-16,5-7 0 0,-1-7 0 16,5-3 0-16,1-8 0 0,9-8-89 15,2-6-3-15,0-4 8 0,4-8 52 16,6-5 12-16,-2-6-20 0,8-10 40 15,5-5 0-15,4-6-20 16,1-3 0-16,-5 4-132 0,4 0-72 16,1 1 64-16,3 3-8 0,-2 3 80 15,0 6 88-15,-3 2 4 0,1 5 8 16,2 5 20-16,-3 2 172 0,1 4-52 16,0 0 4-16,-3-3 12 15,3-2-140-15,6-6 12 0,4-6-24 16,-2-2-16-16,2-5-4 0,0-1-52 15,-4-3-140-15,0 2 4 0,-7-1 4 16,-3 3 108-16,-5 0 56 0,-1 0-12 16,-5 1-92-16,-6-2-20 0,-8 0-185 15,1 1 37-15,-9 1 24 16,-3 0-140-16,-5 2 152 0,-3-1 164 16,-4 0 96-16,-7 0 56 0,-3-2 176 15,-4-3 256-15,-3-2-152 0,-4-5-16 16,5-5 201-16,-3-7-217 15,1-8 12-15,3-10 88 0,11-9-283 16,2-14-121-16,4-11 0 0,2-9 0 16,2-8 0-16,3-7 0 0,-3-8 0 15,0-4 0-15,0-8 0 0,3-5 0 16,-3-5 0-16,4-3 0 0,0-9 0 16,5-5 0-16,1-2 0 15,1-3 0-15,-3-1 0 0,3-1 0 16,0-1 0-16,-3 0 0 0,0 6 0 15,-1 1-85-15,-1 3-111 0,3 7-88 16,-1 7-16-16,3 6 76 0,8 13-220 16,-3 7 51-16,5 9 165 0,4 15-16 15,-4 7 4-15,2 9-4 0,0 8 40 16,2 9 112-16,0 11 36 0,6 12-100 16,0 10 24-16,3 12 132 0,-3 15 4 15,2 11 52-15,-4 10 116 0,2 19 232 16,1 10-164-16,-1 13 8 0,0 15 120 15,0 11-224-15,-2 17-60 0,-8 11-4 16,2 14-76-16,-10 12 0 16,-1 15-4-16,-7 10 0 0,-5 14-20 15,-2 11 4-15,-4 11-16 0,-2 13 32 16,-4 12 0-16,-7 11 4 16,-1 12-4-16,-7 10 48 0,-1 9 36 15,-7 7 161-15,6 6 139 16,-6 5-200-16,0 4 0 0,2-3 24 15,-2-1-160-15,9-5-16 0,1-10 36 16,7-9-48-16,5-13 60 0,7-22 52 16,15-16-88-16,1-26-27 0,11-23-17 15,8-17 0-15,-2-33 0 16,7-18 0-16,7-15 0 0,9-19 0 16,21-8 0-16,7-21 0 0,11-16 0 15,3-21 0-15,-5-24-41 0,-25 4-823 16,-17-12-4443-16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8:11:46.29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20814 996 3597 0,'0'0'740'0,"-8"-38"-255"16,3 16-145-16,5 1 112 0,0-3 156 16,0-3-340-16,3-3-91 0,-1-2 91 15,-2 0-120-15,-2 0 52 0,-7 3 300 16,3 1-232-16,-4 8-127 15,-5 1-141-15,-1 1 0 0,-7 4 0 16,-6 1 0-16,-4 1 0 0,-2 6 0 16,-2 4 0-16,-1 2 0 0,7 1 0 15,9 6 0-15,-3 4 0 16,8 3 0-16,3 6 0 0,6 4 0 16,3 3 0-16,5 4 0 0,7 3 0 15,-1 5 0-15,2 6 0 0,2 9 0 16,3 4 0-16,8 7 0 15,-1 4 0-15,5 0 0 0,-4-1 0 16,-3 0 0-16,3-5 0 0,-2-5 0 16,-7-5 0-16,0-5 0 0,-3-7 0 15,-3-4 0-15,-2-4 0 0,-2-7 0 16,-2-6-561-16,0-7-724 0,0-8-2088 0</inkml:trace>
  <inkml:trace contextRef="#ctx0" brushRef="#br0" timeOffset="169.03">20423 1465 6667 0,'0'0'84'0,"0"0"364"15,0 0 476-15,0 0-855 16,48 4-69-16,-13-7 0 0,6-2 0 16,1 0 0-16,-3 4 0 0,2-2 0 15,-4 2 0-15,1 1 0 0,-3 2 0 16,-8 0-1345-16,-5-1-3105 0</inkml:trace>
  <inkml:trace contextRef="#ctx0" brushRef="#br0" timeOffset="726.7">21209 1486 2249 0,'0'0'2733'16,"0"0"-1977"-16,0 0-32 0,0 0 297 16,0 0-645-16,0 0-136 0,-46-24-147 15,32 17-93-15,-9-4 0 0,0 2 0 16,0 3 0-16,5 2 0 15,-3 4 0-15,1 5 0 0,-1 3 0 16,4 3 0-16,1 2 0 0,5 1 0 16,3 1 0-16,8 1 0 0,11 2 0 15,7 1 0-15,9 1 0 16,6 1 0-16,4 2 0 0,5-4 0 16,3 3 0-16,-6-1 0 0,-8-2 0 15,-2 2 0-15,-16-1 0 0,-11-1 0 16,-8 0 0-16,-17 0 0 0,-12 0 0 15,-5 0 0-15,-3-6 0 0,0-6 0 16,5-6 0-16,16-2 0 16,7-2-173-16,7-5-1936 0</inkml:trace>
  <inkml:trace contextRef="#ctx0" brushRef="#br0" timeOffset="3917.91">22098 1205 2529 0,'0'0'1788'0,"0"0"-1063"15,0 0-21-15,0 0 84 0,0 0-399 16,0 0-65-16,0 0 156 0,0 0-244 15,0 0-7-15,0 0-229 16,0-21 0-16,14 0 0 0,3-2 0 16,3 0 0-16,1 1 0 0,2-3 0 15,-3 3 0-15,5 0 0 0,0 3 0 16,-2 3 0-16,-3 2 0 0,1 4 0 16,-4 3 0-16,-5 5 0 0,2 2 0 15,-3 5 0-15,-1 4 0 0,2 2 0 16,-1 0 0-16,3 4 0 15,1 0 0-15,-1-1 0 0,5 1 0 16,-3-2 0-16,7-2 0 0,2-3 0 16,4-3 0-16,2-4 0 0,4-3 0 15,0-5 0-15,2-2 0 16,-4-4 0-16,-6 3 0 0,-8 0 0 16,-3 0 0-16,-5-1 0 0,-3-2 0 15,-2-1 0-15,-6 0 0 0,-2 1-457 16,-2 3-627-16,-4 0-2394 0</inkml:trace>
  <inkml:trace contextRef="#ctx0" brushRef="#br0" timeOffset="4506.88">22157 1488 428 0,'0'0'3241'0,"0"0"-2545"0,0 0-103 15,0 0 283-15,0 0-376 0,0 0-123 16,0 0 195-16,0 0-168 0,0 0-100 16,0 0-103-16,50-46-201 0,-27 25 0 15,2-1 0-15,6-1 0 16,2-1 0-16,2-1 0 0,4-1 0 16,2 2 0-16,1 4 0 0,-5 6 0 15,0 7 0-15,-6 7 0 0,-8 5 0 16,-2 9 0-16,-5 7 0 0,-1 4 0 15,-5 2 0-15,9 0 0 0,-3-2 0 16,5-3 0-16,6-4 0 16,0-5 0-16,6-7 0 0,4-5 0 15,-2-2 0-15,2-5 0 0,-6-8 0 16,-10 3 0-16,-7-6-1449 0</inkml:trace>
  <inkml:trace contextRef="#ctx0" brushRef="#br0" timeOffset="5562.61">24301 849 5106 0,'6'-34'512'0,"-6"7"116"16,-8-4 357-16,-2 2-609 0,-5 1-64 16,-1 6-39-16,-1-1-273 0,1 3 0 15,-1 2 0-15,-4 2 0 0,1 1 0 16,1 7 0-16,-4 3 0 16,3 4 0-16,-3 1 0 0,2 4 0 15,3 4 0-15,3 4 0 0,1 8 0 16,1 4 0-16,7 8 0 0,2 6 0 15,4 2 0-15,6 5 0 0,7 6 0 16,3 5 0-16,3 3 0 16,-1 0 0-16,7 2 0 0,0-3 0 15,-2 0 0-15,-1-1 0 0,-3-1 0 16,-2-1 0-16,-7-6 0 0,-4-2 0 16,-6-5 0-16,-2-4 0 0,-6-3 0 15,2-3 0-15,-3-5-129 0,-3-5-739 16,-5-7-53-16,3-7-307 15,1-8-2426-15</inkml:trace>
  <inkml:trace contextRef="#ctx0" brushRef="#br0" timeOffset="5702.81">23908 1481 5946 0,'0'0'192'16,"0"0"192"-16,48-12 517 0,-11 10-357 15,6 0-319-15,3 0-225 0,-1 2 0 16,-1 0 0-16,-5 2 0 0,-6 1 0 15,0-1-85-15,-12-1-2000 0,-2-1-1592 16</inkml:trace>
  <inkml:trace contextRef="#ctx0" brushRef="#br0" timeOffset="6543.87">24694 1599 4794 0,'0'0'1068'0,"0"0"-251"0,0 0-121 15,0 0 32-15,-37-33-639 16,22 23-89-16,3 2 0 0,1 4 0 16,3 2 0-16,0 4 0 0,-7 12 0 15,-1 9 0-15,-5 10 0 0,5 8 0 16,1 2 0-16,11 3 0 0,4-1 0 15,4-2 0-15,17-5 0 16,8-6 0-16,8-11 0 0,6-6 0 16,7-11 0-16,0-4 0 0,-7-11 0 15,-6-6 0-15,-4-6 0 0,-12-4 0 16,-11 1 0-16,-6-4 0 0,-6-1 0 16,-6 0 0-16,-4-3 0 0,-3 0 0 15,-3 2 0-15,-7 0 0 0,-6 5 0 16,2 10 0-16,-6-1-825 0</inkml:trace>
  <inkml:trace contextRef="#ctx0" brushRef="#br0" timeOffset="8041.13">18604 2413 2801 0,'0'0'2565'0,"0"0"-1537"0,0 0 377 15,0 0-1012-15,-21-40-393 0,1 30 0 16,-11 3 0-16,-2 6 0 15,-9 2 0-15,9 6 0 0,-2 5 0 16,2 1 0-16,-2 5 0 0,2 1 0 16,-2 3 0-16,4 4 0 0,4 0 0 15,12 1 0-15,7-6 0 16,8-1 0-16,6-3 0 0,7 0 0 16,5-2 0-16,11-5 0 0,6-1 0 15,7-6 0-15,7 0 0 0,-3-3 0 16,1 0 0-16,-9 1 0 0,-7 1 0 15,-9 3 0-15,-9 2 0 16,-7 1 0-16,-6 4 0 0,-4 4 0 16,-7-1 0-16,-9 2 0 0,1 0 0 15,-10 1 0-15,2-2 0 0,-4 0 0 16,-2-5 0-16,2-4 0 0,0-6 0 16,11-2 0-16,-1-10-261 0,8-6-1260 15,5 2-207-15,8-4-665 0</inkml:trace>
  <inkml:trace contextRef="#ctx0" brushRef="#br0" timeOffset="8462.7">18662 2024 5586 0,'-4'35'716'0,"4"1"125"0,0 11-293 0,0 2-296 0,4 7-36 16,-4 1-183-16,0 2-33 0,0 4 0 15,0 0 0-15,-4 3 0 0,-4-3 0 16,-3-4 0-16,1-8 0 0,2-9 0 16,3-10 0-16,3-13 0 0,2-8 0 15,0-6 0-15,5-5 0 0,7-9 0 16,4-16 0-16,5-8 0 15,6-12 0-15,-2 0 0 0,-9 3 0 16,5 7 0-16,-6 6 0 0,-9 13 0 16,0 7 0-16,-6 9 0 0,4 6 0 15,-4 6 0-15,0 7 0 16,0 2 0-16,0 2 0 0,4 2 0 16,-2-3 0-16,-2 4 0 0,6-2 0 15,-1 1 0-15,-1-4 0 0,2-2 0 16,2-1 0-16,0-5 0 0,3 0 0 15,-3-5-61-15,0-3-2000 16,-4-5-440-16</inkml:trace>
  <inkml:trace contextRef="#ctx0" brushRef="#br0" timeOffset="8788.79">18982 2759 7599 0,'0'0'593'15,"0"0"-593"-15,0 0 0 16,17-36 0-16,-7 12 0 0,1-4 0 16,-3 2 0-16,-6-1 0 0,-2 0 0 15,-2 2 0-15,-6 0 0 0,3 8 0 16,-5 7 0-16,-2 5 0 0,-3 5 0 15,-1 8 0-15,-5 10 0 0,0 7 0 16,5 7 0-16,1 4 0 16,5 1 0-16,4 4 0 0,6-2 0 15,14-2 0-15,3-3 0 0,10-8 0 16,4-2 0-16,6-8 0 0,0-5 0 16,4-6 0-16,7-5 0 0,-7-5-1337 15,-6-1 24-15,-6-6-148 0</inkml:trace>
  <inkml:trace contextRef="#ctx0" brushRef="#br0" timeOffset="8990.93">19319 2631 4149 0,'0'0'1701'0,"0"0"-972"0,-27-46 23 15,17 41 109-15,0 1-861 16,-1 3 0-16,-3 4 0 0,-3 6 0 16,1 7 0-16,1 5 0 0,3 5 0 15,2 4 0-15,6 3 0 0,4-2 0 16,0-4 0-16,10-3 0 0,8-7 0 15,3-5 0-15,4-7 0 16,0-5 0-16,2-10 0 0,4-10 0 16,-4-8 0-16,-3-10-185 0,-3 6-2140 15,-9-4-872-15</inkml:trace>
  <inkml:trace contextRef="#ctx0" brushRef="#br0" timeOffset="9159.92">19388 2171 7043 0,'-11'36'136'0,"5"4"104"16,-4 9 276-16,-1 0-400 0,5 7 0 16,2 1-91-16,-2 3-25 0,0 0 0 15,1-3 0-15,5-4 0 16,3-8 0-16,7-7 0 0,4-6-381 16,9-11-195-16,2-9-677 0,-7-6 37 15,1-6-389-15</inkml:trace>
  <inkml:trace contextRef="#ctx0" brushRef="#br0" timeOffset="9377.95">19588 2607 6835 0,'0'0'1312'16,"-23"-47"-1267"-16,15 32-45 0,0 9 0 16,2 4 0-16,-5 6 0 0,-3 9 0 15,-5 9 0-15,-4 11 0 0,9 4 0 16,-3 3 0-16,7-1 0 15,10-4 0-15,0-4 0 0,10-8 0 16,7-9 0-16,4-7 0 0,3-7 0 16,3-7 0-16,0-11 0 0,2-9 0 15,-4-5-969-15,-11 6-336 16,3-4-560-16</inkml:trace>
  <inkml:trace contextRef="#ctx0" brushRef="#br0" timeOffset="9531.2">19698 2288 6611 0,'0'0'1048'15,"0"0"-515"-15,-23 61-533 0,13-21 0 16,1 10 0-16,-1 3 0 16,2 3 0-16,4-3 0 0,-1-2 0 15,5-3 0-15,0-3 0 0,9-6 0 16,1-2 0-16,2-4 0 0,-1-7 0 16,5-8-1357-16,-5-9-76 0,-1-9-2557 0</inkml:trace>
  <inkml:trace contextRef="#ctx0" brushRef="#br0" timeOffset="9669.7">19813 2661 7479 0,'0'0'713'0,"0"0"-713"15,-10 38 0-15,4-15 0 0,-5 7 0 16,7-4 0-16,-2-1 0 16,6-3 0-16,0-2 0 0,0-4 0 15,4-6-245-15,-2-2-2084 0,-2-7-132 0</inkml:trace>
  <inkml:trace contextRef="#ctx0" brushRef="#br0" timeOffset="9777.23">19838 2419 4958 0,'0'0'676'16,"0"0"-580"-16,0 0-24 0,0 0-72 16,0 0-672-16,0 0-917 0</inkml:trace>
  <inkml:trace contextRef="#ctx0" brushRef="#br0" timeOffset="10283.07">19919 2790 5574 0,'0'0'1017'0,"0"0"-413"15,0 0 393-15,-6 33-997 16,6-33 0-16,0 0 0 0,0-2 0 16,4-7 0-16,2-6 0 0,4-5 0 15,3-1 0-15,1-1 0 0,-4 4 0 16,5 3 0-16,-7 2 0 0,0 5 0 15,-3 2 0-15,-3 2 0 0,2 2 0 16,-2-2 0-16,0 4 0 16,-2 0 0-16,0 3 0 0,-2 5 0 15,-6 6 0-15,-1 4 0 0,5 0 0 16,4-3 0-16,0-3 0 0,11-2 0 16,3-4 0-16,7-2 0 0,6-1 0 15,1-3 0-15,1 0 0 0,2-3 0 16,3-2 0-16,-3-2 0 15,-5 2 0-15,-3 0 0 0,-4 1 0 16,-5 3 0-16,-8 1 0 0,3 0 0 16,-7 6 0-16,2 9 0 0,-4 11 0 15,0 10 0-15,-6 4 0 16,2 4 0-16,-7-5 0 0,5 3 0 16,-4-1 0-16,-5 3 0 0,-5 1 0 15,-7 1 0-15,-11 3 0 0,-5 1 0 16,-13 1 0-16,-2-1 0 0,-6-4 0 15,2-6 0-15,11-14 0 16,7-9 0-16,9-13 0 0,8-12 0 16,4-12 0-16,9-13 0 0,12-6 0 15,8-3 0-15,17 1 0 0,14-1 0 16,8 5 0-16,7 2 0 0,6 4 0 16,2 2 0-16,2 1 0 0,-4 1 0 15,-13 5-1253-15,-5-1-1809 0</inkml:trace>
  <inkml:trace contextRef="#ctx0" brushRef="#br0" timeOffset="11841.29">23793 2917 2621 0,'0'0'2401'0,"0"0"-2057"15,0 0 244-15,0 0 61 16,0 0-377-16,0 0 92 0,0 0 64 16,-34-18-248-16,32-2-12 0,-2-4 9 15,4-3-177-15,-2-3 0 0,0-4 0 16,2-3 0-16,0-1 0 0,8 3 0 16,3-1 0-16,5 6 0 0,1 9 0 15,3 7 0-15,1 8 0 0,0 6 0 16,4 1 0-16,-1 5 0 15,1 2 0-15,-4 2-661 0,-2 0-215 16,-7 0-1590-16</inkml:trace>
  <inkml:trace contextRef="#ctx0" brushRef="#br0" timeOffset="12103.14">24024 2813 6947 0,'0'0'668'0,"0"0"-91"0,31-40-577 16,-12 13 0-16,-1-3 0 0,-5 2 0 16,-3-3 0-16,-6 0 0 0,-4-1 0 15,-2 4 0-15,-6 5 0 0,-5 10 0 16,-1 10 0-16,-5 7 0 0,-5 13 0 16,-1 8 0-16,-4 7 0 0,2 5 0 15,0 4 0-15,4 3 0 0,11 0 0 16,6 0 0-16,12-5 0 15,10-5 0-15,13-3 0 0,9-6 0 16,7-6 0-16,5-5 0 0,1-4-617 16,-13-8-1400-16,-1-1-248 0</inkml:trace>
  <inkml:trace contextRef="#ctx0" brushRef="#br0" timeOffset="12468.44">24520 2655 6587 0,'0'0'656'0,"-27"-38"-28"0,9 20-307 16,-1 5-321-16,-4 5 0 0,-1 7 0 15,-1 3 0-15,0 7 0 0,0 6 0 16,0 2 0-16,5 2 0 15,3 2 0-15,9-1 0 0,6-1 0 16,8 0 0-16,11-4 0 0,7-1 0 16,11-2 0-16,5-2 0 0,9-2 0 15,-5-1 0-15,-1 1 0 16,-8-2 0-16,-12 1 0 0,-4 2 0 16,-15 1 0-16,-10 3 0 0,-11 3 0 15,-10 0 0-15,-6 2 0 0,-8-1 0 16,-7-2 0-16,1-3 0 0,1-5 0 15,7-3 0-15,14-4-137 0,11 0-731 16,14-6 103-16,16-5-463 16,17 1 323-16,0 0 117 0,9 0-1081 0</inkml:trace>
  <inkml:trace contextRef="#ctx0" brushRef="#br0" timeOffset="12769.3">24808 2737 6522 0,'0'0'917'16,"-36"-23"-164"-16,24 12-753 0,0 3 0 16,1 2 0-16,3 5 0 0,0 1 0 15,1 6 0-15,-3 7 0 16,0 11 0-16,-5 8 0 0,5 5 0 16,2 0 0-16,8 0 0 0,2-1 0 15,10-7 0-15,7-6 0 0,1-8 0 16,5-6 0-16,-2-9 0 0,0-4 0 15,-3-8 0-15,-1-7 0 16,-4-4 0-16,-5-4 0 0,-4-2 0 16,-2-1 0-16,-2-3 0 0,-2 0 0 15,0 1-169-15,-4 0-595 0,4 7-1021 16,0 7 208-16,2 6-240 0</inkml:trace>
  <inkml:trace contextRef="#ctx0" brushRef="#br0" timeOffset="12999.68">24913 2835 6398 0,'0'0'857'16,"-15"42"43"-16,13-26-863 0,2-10-37 15,0-5 0-15,2-1 0 16,9-9 0-16,7-15 0 0,5-6 0 16,2-5 0-16,-4-2 0 0,-3 6 0 15,-3 6 0-15,-5 10 0 0,-2 3 0 16,-1 10 0-16,-5 4 0 0,2 13 0 15,-2 14 0-15,0 9 0 16,0 4 0-16,0 0 0 0,2-9 0 16,2-3 0-16,5-8 0 0,5-5 0 15,3-5 0-15,4-7-173 0,-7-4-2444 16,5-5-1277-16</inkml:trace>
  <inkml:trace contextRef="#ctx0" brushRef="#br0" timeOffset="13702.77">25436 2714 6647 0,'0'0'876'0,"0"0"-207"15,-23-43-669-15,7 33 0 0,-7 4 0 16,-4 3 0-16,0 3 0 0,2 11 0 16,-2 6 0-16,7 4 0 0,5 2 0 15,5 3 0-15,4-3 0 0,6 3 0 16,4-2 0-16,8-5 0 15,7-2 0-15,4-8 0 0,4-4 0 16,-1-5 0-16,1-2 0 0,-2-3 0 16,-2-2 0-16,-5-3 0 0,-1 3 0 15,-5-1 0-15,-3 2 0 16,-5 1 0-16,0 3 0 0,-2 2 0 16,0 0 0-16,0 6 0 0,0 10 0 15,-2 5 0-15,2 3 0 0,2-1 0 16,1-4 0-16,3-4 0 0,4-3 0 15,3-3 0-15,3-6-225 0,1-3 37 16,2-7 20-16,-3-4-144 16,1-2 112-16,-3-1 80 0,-1-3-28 15,-1 2 76-15,-1 1-20 0,-3 2-129 16,-2 2 141-16,-4 4 80 0,1 4 20 16,-5 2 12-16,-3 7 109 0,-3 5 163 15,2 2-32-15,-2 3 16 0,4-4 68 16,0-5-204-16,2-3-20 15,0-1-3-15,0-1-129 0,2 1 0 16,2-3 0-16,0-2 0 0,9-10 0 16,3-7 0-16,3-5 0 0,3-5 0 15,1 1 0-15,-2 3 0 16,-5 4 0-16,-3 5 0 0,-7 6 0 16,-2 6 0-16,-4 2 0 0,0 1 0 15,2 3 0-15,0 9 0 0,0 6 0 16,2 4 0-16,1 2 0 0,-1-3 0 15,6-4 0-15,0-5 0 0,7-4-121 16,-5-4-947-16,3-4-1834 0</inkml:trace>
  <inkml:trace contextRef="#ctx0" brushRef="#br0" timeOffset="13961.97">26133 2675 8099 0,'0'0'93'0,"-36"-8"-93"0,18 8 0 0,-1 7 0 0,1 5 0 16,-1 5 0-16,2 6 0 0,5 2 0 15,4 2 0-15,4 3 0 16,6-1 0-16,8 0 0 0,5-3 0 16,5-5 0-16,5-3 0 0,0-4 0 15,0-2 0-15,-3-6 0 0,-1-5 0 16,0-1 0-16,-5-1 0 0,-1-6-377 15,1-4-391-15,-5 4-1237 0,-5-4 4 16</inkml:trace>
  <inkml:trace contextRef="#ctx0" brushRef="#br0" timeOffset="14210.92">26271 2875 4690 0,'0'0'1064'0,"0"0"-480"0,46-4 481 16,-20 0-545-16,-1-2-251 0,2-2-269 15,-2-4 0-15,2-4 0 0,-5-1 0 16,1-2 0-16,-4-3 0 15,-9 1 0-15,-2-4 0 0,-8 0 0 16,-2-2 0-16,-6-3 0 0,-4 8 0 16,-5 5 0-16,1 9 0 0,-7 8 0 15,0 12 0-15,-4 8 0 16,-2 12 0-16,5 8 0 0,1 9 0 16,6 3 0-16,11 0 0 0,6-1 0 15,19-3 0-15,12-9 0 0,8-5 0 16,8-3 0-16,11-5 0 0,4-2 0 15,7-4 0-15,-3-1 0 0,-19-5-2218 16,-7-1-2368-16</inkml:trace>
  <inkml:trace contextRef="#ctx0" brushRef="#br0" timeOffset="36474.85">24268 4473 2241 0,'0'0'2133'0,"0"0"-989"0,0 0-652 0,0 0-32 16,0 0 133-16,0 0-385 0,0 0-56 15,0 0 120-15,4 11-132 16,-2-2-4-16,0 8 85 0,0 3-221 16,2 0 0-16,1 5 0 0,-5 0 0 15,2 1 0-15,-2 3 0 0,0 0 0 16,0 3 0-16,0 0 0 15,0 2 0-15,-2 1 0 0,0 1 0 16,-3 0 0-16,1 1 0 0,-4 2 0 16,6 0 0-16,-6 3 0 0,6 0 0 15,-3 3 0-15,3 1 0 0,2 2 0 16,0 2 0-16,0 1 0 0,0 2 0 16,0 2 0-16,0 0 0 0,0 1 0 15,2 3 0-15,-2 2 0 16,0 0 0-16,0 3 0 0,0 0 0 15,-2-1 0-15,0 1 0 0,0-2 0 16,0 1 0-16,2 0 0 16,0-2 0-16,0 3 0 0,0 1 0 15,2 1 0-15,2 1 0 0,-2 0 0 16,3 0 0-16,-3 0 0 0,4 0 0 16,-4 3 0-16,0 0 0 15,-2 0 0-15,0 1 0 0,0-1 0 16,4-1 0-16,-4-3 0 0,2 0 0 15,2 1 0-15,-2-2 0 0,3-1 0 16,-1 0 0-16,0 1 0 0,0 1 0 16,0-1 0-16,-2 0 0 0,2 0 0 15,-4 1 0-15,2 2 0 16,0 0 0-16,0 0 0 0,1 1 0 16,-1-3 0-16,-2 1 0 0,2-3 0 15,0-1 0-15,0 1 0 0,0 0 0 16,-2 1 0-16,6 1 0 0,-4 1 0 15,0 0 0-15,-2 1 0 16,0 0 0-16,0 0 0 0,0 2 0 16,-2 0 0-16,0 0 0 0,0 1 0 15,-2-2 0-15,2-1 0 16,0-1 0-16,-2-1 0 0,-1 1 0 16,3-2 0-16,-2 0 0 0,2-1 0 15,2-3 0-15,0-4 0 0,0-4 0 16,0-6 0-16,2-5 0 0,2-7 0 15,1-6 0-15,-1-11 0 0,2-8 0 16,0-10-141-16,-2 0-1063 0,2-12-1942 16</inkml:trace>
  <inkml:trace contextRef="#ctx0" brushRef="#br0" timeOffset="37609.19">24347 10215 3585 0,'0'0'768'0,"0"0"-231"0,0 0 443 16,0 0-344-16,0 0-99 0,0 0 215 15,0 0-472-15,0 0-163 0,0 0-117 16,0-3 0-16,0 2 0 0,0 0 0 15,2 1 0-15,2 0 0 0,2 0 0 16,6 3 0-16,7 2 0 0,6-1 0 16,4 2 0-16,2-1 0 0,4-3 0 15,10 2 0-15,5-3 0 16,8-1 0-16,6 0 0 0,4 0 0 16,7-1 0-16,3-3 0 0,5 2 0 15,6-3 0-15,0 3 0 0,6-2 0 16,4 2 0-16,2-3 0 15,5 2 0-15,7-2 0 0,7 0 0 16,6-2 0-16,7-1 0 0,7 2 0 16,5-1 0-16,4-1 0 0,4 3 0 15,4 1 0-15,0 0 0 16,4 3 0-16,0 1 0 0,1 0 0 16,3 4 0-16,0-3 0 0,3 1 0 15,3 1 0-15,5-1 0 0,4-1 0 16,2 2 0-16,4-3 0 0,2 0 0 15,2 0 0-15,2 0 0 0,1 0 0 16,-1 0 0-16,2 0 0 0,-4 0 0 16,0 0 0-16,-1 0 0 0,-1 1 0 15,-2 1 0-15,0-2 0 16,0 0 0-16,2 0 0 0,-2 0 0 16,-4-1 0-16,-6 1 0 0,-5 0 0 15,-12 0 0-15,-10 0 0 0,-10-1 0 16,-20 0 0-16,-13 0 0 15,-19 0 0-15,-19-1 0 0,-21 1 0 16,-16-1 0-16,-14-2 0 0,-11 2 0 16,-8-4 0-16,-14-3 0 0,-9-1-493 15,-2-1-800-15,-4 2-2820 0</inkml:trace>
  <inkml:trace contextRef="#ctx0" brushRef="#br0" timeOffset="40873.81">27999 10922 3453 0,'0'0'1717'16,"0"0"-128"-16,0 0-845 0,0 0-104 16,0 0-591-16,0 0-49 0,0 0 0 15,0 0 0-15,0 0 0 16,-6-19 0-16,8 28 0 0,6 11 0 15,3 8 0-15,3 5 0 0,-2 5 0 16,-1 1 0-16,1 6 0 0,1 2 0 16,-3 5 0-16,2 1 0 15,-1 1 0-15,1 1 0 0,1-1 0 16,-3 2 0-16,2-3 0 0,1-3 0 16,-3-5 0-16,0-5 0 0,1-4 0 15,-3-8 0-15,-2-4 0 0,0-8 0 16,-4-6 0-16,0-5 0 0,-2-5 0 15,0 1 0-15,0-1 0 0,0-1 0 16,0-5 0-16,-2-5 0 16,2-3 0-16,-2-2 0 0,2-4 0 15,4-1 0-15,3-3 0 0,3-6 0 16,2-8 0-16,5-9 0 0,2-7 0 16,5-9 0-16,3-4 0 15,4-1 0-15,2-2 0 0,2 1 0 16,-1 2 0-16,-3 6 0 0,-9 6 0 15,-3 7 0-15,-7 11 0 0,-6 8 0 16,-3 9 0-16,-3 9 0 0,-3 6 0 16,-5 5 0-16,-4 4 0 15,1 0-1009-15,3 3-1556 0</inkml:trace>
  <inkml:trace contextRef="#ctx0" brushRef="#br0" timeOffset="42707.19">25926 10946 3301 0,'0'0'2625'0,"-19"-40"-1840"0,9 14-153 16,-3 1 76-16,-1-2-567 0,-5 1-141 16,1 0 0-16,-1 3 0 0,1 2 0 15,-1 6 0-15,0 2 0 16,1 6 0-16,1 4 0 0,3 3 0 15,-3 6 0-15,3 5 0 0,-1 4 0 16,3 6 0-16,2 3 0 0,3 4 0 16,3 5 0-16,8 5 0 15,7 5 0-15,9 6 0 0,1 4 0 16,6 6 0-16,-2 3 0 0,0 2 0 16,-7 1 0-16,-1 0 0 0,-11-1 0 15,-4-1 0-15,-2-6 0 0,-8-6 0 16,-5-7 0-16,1-11 0 0,-3-8 0 15,3-13-277-15,2-6-659 0,-3-9-1854 16</inkml:trace>
  <inkml:trace contextRef="#ctx0" brushRef="#br0" timeOffset="42843.81">25624 11436 6887 0,'0'0'876'0,"0"0"-447"15,0 0-429-15,48-1 0 0,-9-2 0 16,6-1 0-16,1-1 0 0,-9 0 0 15,-2 1 0-15,-6-1 0 0,2-1 0 16,-4 0 0-16,-2 1 0 16,-2-1 0-16,-9 5-477 0,-4-4-4025 0</inkml:trace>
  <inkml:trace contextRef="#ctx0" brushRef="#br0" timeOffset="43200.22">26236 10896 6026 0,'0'0'741'0,"-15"39"147"15,5-10-488-15,0 7-263 0,4 6-137 16,-1 6 0-16,3 4 0 0,2 6 0 16,0 2 0-16,0 4 0 0,0 0 0 15,-2 1 0-15,-2 0 0 0,-1-7 0 16,3-7 0-16,0-9 0 0,4-8 0 15,0-10 0-15,0-8-73 0,4-11-1419 16,0-4-369-16,5-11-1113 0</inkml:trace>
  <inkml:trace contextRef="#ctx0" brushRef="#br0" timeOffset="43499.41">26383 11440 6182 0,'0'0'729'16,"-17"-37"23"-16,7 22-223 0,-3 6-529 15,1 6 0-15,-2 3 0 0,-1 0 0 16,1 4 0-16,1 6 0 16,3 2 0-16,-1 6 0 0,1 5 0 15,0 6 0-15,4 0 0 0,1 2 0 16,5-2 0-16,3-3 0 0,7-4 0 16,8-9 0-16,5-3 0 0,8-10 0 15,0-3 0-15,2-5 0 0,-4-7 0 16,-4-4 0-16,-4 0 0 0,-7-5 0 15,-3-1 0-15,-7-1 0 0,-2-2 0 16,-2 0 0-16,0 3 0 0,-6 4 0 16,-5 2 0-16,1 2 0 15,2 7 0-15,3 4-961 0,1 1-732 0</inkml:trace>
  <inkml:trace contextRef="#ctx0" brushRef="#br0" timeOffset="43935.28">26591 11271 6779 0,'0'0'976'0,"0"0"-539"16,0 0-437-16,0 0 0 0,-22 61 0 15,15-24 0-15,3 0 0 0,4-1 0 16,4-2 0-16,5-2 0 0,5-4 0 15,1-4 0-15,3-7 0 0,3-7 0 16,0-7 0-16,-1-4 0 0,3-11 0 16,-4-6 0-16,1-5 0 15,-5-2 0-15,-1-2 0 0,-5 1 0 16,-3 3 0-16,-2 2 0 0,-2 6 0 16,-2 8 0-16,0 2 0 15,0 5 0-15,-2 5 0 0,-2 9 0 16,0 13 0-16,2 4 0 0,2 1 0 15,0-2 0-15,4-8 0 0,4-2 0 16,4-4 0-16,3-4 0 16,1-4 0-16,3-3 0 0,2-5 0 15,-1-5 0-15,-1-3 0 0,-3-5 0 16,-1-5 0-16,-7-2 0 0,3-4 0 16,-3-3 0-16,-4 1 0 0,0 0 0 15,0 1 0-15,-4 3 0 0,2 3 0 16,-2 4-105-16,2 1-2188 0</inkml:trace>
  <inkml:trace contextRef="#ctx0" brushRef="#br0" timeOffset="44651.4">28497 11608 3393 0,'0'0'3470'16,"0"0"-2658"-16,0 0-295 0,0 0-517 15,0 0 0-15,0 0 0 0,0 0 0 16,50-28 0-16,-15 6 0 0,2-7 0 16,-4 0 0-16,-2-2 0 15,-4 1 0-15,-10 2 0 0,-7 2 0 16,-10 0 0-16,-4 1 0 0,-8 3 0 16,-9 6 0-16,-2 3 0 15,-2 11 0-15,-2 6 0 0,1 12 0 16,-3 9 0-16,6 9 0 0,2 7 0 15,7 6 0-15,8 5 0 0,6 1 0 16,8-3 0-16,13-6 0 16,5-11 0-16,10-8 0 0,5-12 0 15,2-10 0-15,3-7 0 0,1-13 0 16,3-7 0-16,-5-10 0 0,-5-5-1898 16,-13 6-75-16,-7-4-1564 0</inkml:trace>
  <inkml:trace contextRef="#ctx0" brushRef="#br0" timeOffset="44826.3">29039 10978 6190 0,'0'0'1157'0,"-15"53"-497"15,5-15-475-15,2 3-185 0,0 4 0 16,1 1 0-16,1 4 0 0,2 1 0 16,0 0 0-16,2 1 0 15,2-2 0-15,0-4 0 0,4-3 0 16,0-7 0-16,4-6 0 0,5-8 0 15,-3-7 0-15,3-9-121 0,-1-7-927 16,-4-5-181-16,0-5-2737 0</inkml:trace>
  <inkml:trace contextRef="#ctx0" brushRef="#br0" timeOffset="45109.04">29268 11442 7187 0,'0'0'788'0,"-14"-50"-571"0,6 32-217 15,3 8 0-15,1 4 0 0,0 3 0 16,-2 2 0-16,-2 1 0 0,-7 13 0 16,-1 6 0-16,-5 6 0 15,5 4 0-15,-1 0 0 0,5 2 0 16,3-2 0-16,5-3 0 0,6-3 0 16,9-3 0-16,7-4 0 15,7-7 0-15,6-6 0 0,4-6 0 16,-2-8 0-16,-2-8 0 0,-4-3 0 15,-4-5 0-15,-11-3 0 0,-3-2 0 16,-9 4 0-16,-3 3 0 16,-5 3 0-16,-6 5 0 0,-3 3-49 15,-1 0-1051-15,1 5-25 0,0-1-1436 0</inkml:trace>
  <inkml:trace contextRef="#ctx0" brushRef="#br0" timeOffset="45530.46">29605 11337 2517 0,'0'0'3849'0,"0"0"-3048"0,0 0-49 0,0 0-479 16,-45-19-273-16,28 30 0 0,1 8 0 15,-1 9 0-15,-1 4 0 0,3 4 0 16,3 5 0-16,6-1 0 0,6-4 0 16,8-5 0-16,6-4 0 15,9-10 0-15,6-5 0 0,2-6 0 16,4-9 0-16,2-8 0 0,-4-7 0 16,-2-2 0-16,-4-5 0 15,-6-1-501-15,-5 4-2180 0,-3 1-557 0</inkml:trace>
  <inkml:trace contextRef="#ctx0" brushRef="#br0" timeOffset="45692.31">29831 11383 6627 0,'0'0'632'0,"0"0"172"0,0 56-675 16,-2-22-129-16,-5 6 0 0,-1-2 0 16,0-2 0-16,0-2 0 0,5-8 0 15,3-5 0-15,0-7 0 0,3-5 0 16,1-7 0-16,0-3-549 0,2-4-2220 15,2-15-1893-15</inkml:trace>
  <inkml:trace contextRef="#ctx0" brushRef="#br0" timeOffset="45819.37">30000 10879 7151 0,'0'0'256'0,"0"0"-208"15,0 0 544-15,0 0-592 16,0 0-24-16,0 0-720 0,0 0-369 15,-33 39-559-15</inkml:trace>
  <inkml:trace contextRef="#ctx0" brushRef="#br0" timeOffset="46052.19">30143 10839 7583 0,'0'0'609'0,"0"0"-609"0,0 0 0 15,0 0 0-15,0 0 0 0,-4 43 0 16,6-5 0-16,0 9 0 0,0 5 0 16,0 4 0-16,-2 5 0 15,-2 6 0-15,-4 2 0 0,-7 1 0 16,1-1 0-16,-3-4 0 0,3-6 0 16,2-10 0-16,1-8 0 15,1-12 0-15,2-10-17 0,2-9-1523 16,-2-8-425-16</inkml:trace>
  <inkml:trace contextRef="#ctx0" brushRef="#br0" timeOffset="46560.51">30015 11337 5758 0,'0'0'909'0,"0"0"479"16,0 0-1251-16,0 0-137 0,0 0 0 16,0 0 0-16,33-25 0 0,-27 30 0 15,0 1 0-15,2 2 0 0,1 1 0 16,7 2 0-16,1 0 0 0,1-1 0 15,3-2 0-15,-2-3 0 0,1-1-181 16,1-3-595-16,0-1 120 0,-1-7-269 16,-1-4 665-16,-3-2 208 15,-1-4-40-15,-5 2 64 0,-4 0 28 16,-4 5 144-16,-2 4 92 0,0 4 56 16,-4 4 477-16,-2 5-377 15,-4 8-56-15,-1 4 224 0,1 4-319 16,2-1-241-16,4 0 0 0,2-3 0 15,4 0 0-15,4-3 0 0,4 0 0 16,3-1 0-16,1 1 0 16,1-1 0-16,1 2 0 0,1 4 0 15,1 6 0-15,-1 7 0 0,-1 8 0 16,-1 7 0-16,-5 5 0 0,-6 3 0 16,-4 4 0-16,-2 1 0 0,-14 2 0 15,-3 1 0-15,-8 1 0 0,-6-2 0 16,-2-5 0-16,-6-2 0 0,-7-7 0 15,-4-6 0-15,-5-11 0 16,-3-10 0-16,0-9 0 0,2-12 0 16,2-11 0-16,0-16 0 0,4-13 0 15,5-19 0-15,10-8 0 0,12-1 0 16,21 10 0-16,14 13 0 0,19 11 0 16,12 6 0-16,11-1 0 15,4 0 0-15,2 3 0 0,-2 0 0 16,-17 5-1021-16,-4 0-3209 0</inkml:trace>
  <inkml:trace contextRef="#ctx0" brushRef="#br0" timeOffset="47755.5">21750 6929 3317 0,'0'0'2333'0,"-27"-33"-1545"0,11 11 169 16,3 0-453-16,-3-1-211 0,6 0-293 15,-3-3 0-15,3 1 0 0,-3 0 0 16,1 3 0-16,2 1 0 0,-3 6 0 16,-1 4 0-16,-7 4 0 15,-4 7 0-15,-4 0 0 0,-6 6 0 16,4 4 0-16,-2 0 0 0,0 3 0 15,4 3 0-15,6-1 0 16,3 0 0-16,5 3 0 0,5 0 0 16,4 6 0-16,2-1 0 0,4 7 0 15,8 2 0-15,4 6 0 0,9 6 0 16,4 3 0-16,-3 7 0 0,7 0 0 16,-2 3 0-16,-4 4 0 15,2-1 0-15,-2 4 0 0,-7 0 0 16,-3 0 0-16,-5 3 0 0,-2-1 0 15,-2-3 0-15,-4-5 0 0,0-7 0 16,-2-7 0-16,0-7 0 0,0-8 0 16,-2-9 0-16,4-7 0 0,-2-7 0 15,2-6 0-15,0-2-169 16,0-3-2528-16,0-8-813 0</inkml:trace>
  <inkml:trace contextRef="#ctx0" brushRef="#br0" timeOffset="48172.23">21227 7586 8192 0,'0'0'0'0,"62"18"0"0,2-16 0 0,9-5 0 16,5-8 0-16,-1-2 0 0,-7-1 0 16,-8-4 0-16,-12-2 0 15,-19 3-865-15,-4-8-5426 0</inkml:trace>
  <inkml:trace contextRef="#ctx0" brushRef="#br1" timeOffset="55310.6">24282 6945 2140 0,'0'0'1777'15,"0"0"-1453"-15,0 0-83 0,0 0 175 16,0 0-84-16,0 0 28 0,0 0 52 16,0 0-248-16,-6 2-40 15,10-3 48-15,3-1-108 0,3 0 13 16,6 1 7-16,3 0-84 0,4 1 32 15,2 0 56-15,6 0-44 16,4 0 52-16,8 0 64 0,9-1-136 16,8-2 0-16,10-2-4 0,11-1-12 15,8 0-8-15,10-2 0 0,10 0 4 16,11-2-4-16,8-2 4 0,13 0 0 16,8-3-4-16,8 0 48 15,12-1-44-15,9 0 20 0,10 2 108 16,9 0-72-16,7 3 16 0,3 0 72 15,8 3-136-15,6-1 28 0,2 2 56 16,11 1-76-16,6 3 40 0,4-1 84 16,8 2-92-16,6 2-4 0,5 0-15 15,4 0-33-15,5 3 0 0,-1 0 0 16,2-2 0-16,-2 1 0 0,-9 0 0 16,-3-2 0-16,-13 0 0 15,-17-1 0-15,-14-4-33 0,-16-1-187 16,-20-3-624-16,-48 3-581 0,-16-1-876 0</inkml:trace>
  <inkml:trace contextRef="#ctx0" brushRef="#br1" timeOffset="57637.07">32400 5674 3997 0,'0'0'657'0,"0"-42"471"0,-2 19-295 16,0-1-385-16,-2 0 216 15,-2-1-416-15,1 2-64 0,-1-1-151 16,-2 1-33-16,0 2 0 0,-3 2 0 15,1 3 0-15,-2-1 0 0,-3 5 0 16,-1 4 0-16,-1 3 0 0,1 5 0 16,1 3 0-16,-1 7 0 0,3 2 0 15,3 5 0-15,4 3 0 0,-1 6 0 16,3 3 0-16,4 7 0 0,2 7 0 16,7 6 0-16,1 7 0 0,6 7 0 15,-1 6 0-15,-3 1 0 16,1 0 0-16,-7-5 0 0,-2-7 0 15,-4-5 0-15,0-7 0 0,0-6 0 16,-2-5-205-16,-2-6-19 16,0-5 52-16,-2-6-204 0,1-3-44 15,1-7-41-15,0-5-715 0,2-3-289 16,-2-4-1248-16</inkml:trace>
  <inkml:trace contextRef="#ctx0" brushRef="#br1" timeOffset="58381.77">31943 6076 6859 0,'0'0'424'16,"0"0"485"-16,0 0-909 0,0 0 0 15,68 0 0-15,-16-2 0 0,6-2 0 16,4 1 0-16,-2-1 0 16,-4 0 0-16,2 2 0 0,-5 0 0 15,-3 1 0-15,-5-1-905 0,-11-1-1064 16,-10-1-1277-16</inkml:trace>
  <inkml:trace contextRef="#ctx0" brushRef="#br1" timeOffset="58797.92">32646 6248 5066 0,'0'0'1016'0,"4"-34"-439"15,-2 16-37-15,-2 2 148 0,-4 2-416 16,0 2-239-16,-2 3-33 0,0 4 0 16,1 2 0-16,-1 3 0 0,-4 2 0 15,-7 11 0-15,-12 12 0 16,-2 7 0-16,2 8 0 0,11 2 0 15,8-2 0-15,10-2 0 0,6-3 0 16,14-4 0-16,9-5 0 0,13-9 0 16,5-5 0-16,5-9 0 0,-5-5 0 15,-5-13 0-15,-13-5 0 0,-11-7 0 16,-9-3 0-16,-11 1 0 0,-15-3 0 16,-8 0 0-16,-10 3 0 15,-10-1 0-15,9 10 0 0,-5-4-2158 0</inkml:trace>
  <inkml:trace contextRef="#ctx0" brushRef="#br2" timeOffset="71017.66">24384 10246 1336 0,'0'0'172'0,"0"0"-108"16,0 0 1157-16,0 0-977 0,0 0-24 15,0 0 332-15,0 0-216 0,0 0 9 16,10 5 163-16,-10-9-276 15,0 3-56-15,0-1 32 0,0 1-112 16,4 0-8-16,-4 0 48 0,0 1-104 16,2 0 0-16,-2 0 48 15,2 0-36-15,0-1 16 0,3 1 36 16,-1-1-56-16,-2 0 4 0,2-2 28 16,0 2-52-16,-2 0-12 0,2 0 4 15,0 1 0-15,1-2-12 0,-1 1 8 16,2 0-8-16,-2-1 0 0,2 1 16 15,0-3-4-15,1-1-12 0,-1 1 20 16,0 0-7-16,2-2-13 0,1 0 12 16,-1-1-12-16,0 0 0 0,0 0 4 15,1-2 0-15,1 0-4 16,2-3 0-16,-1 0 8 0,1 2-8 16,-2-1 4-16,-3 5 4 0,1-2-8 15,0-1 12-15,0-1 0 0,1-2-12 16,3-2 16-16,0-2-12 0,-1 2-4 15,3-2 0-15,3-1 4 16,-1-2-4-16,3-1 56 0,0 1-52 16,-3 1-4-16,3 1 0 0,-1 2 0 15,-1 0 0-15,-5 0 0 16,5 4 4-16,-5-4-4 0,-1 5 8 16,-1-2 0-16,-2 0-8 0,0-1 20 15,-1 0-12-15,1 0-8 0,0-3 0 16,0 2 8-16,5-1-8 0,-3-1 0 15,3 1-8-15,-3 1 8 0,0 1 0 16,1 0 0-16,-1 2 0 0,-2-1 0 16,0 4 4-16,1-2-4 0,-3 2 0 15,-2 2-4-15,2-2 4 16,3-2 0-16,1-3 12 0,0 0-12 16,-2-1 4-16,3-2 8 0,1 0-12 15,1-3 0-15,1-1 0 0,1-1 0 16,3-1 0-16,-1-1 4 0,1 0-4 15,3 1 0-15,-2 0 0 16,1 1 0-16,-3 0 28 0,1 1-24 16,-1 0 36-16,-1 3 36 0,1-2-52 15,-3 2 20-15,3-1-16 0,-3 0-28 16,3-2 0-16,0-1 4 16,3-1 0-16,1-3-4 0,2 0 20 15,1-1-8-15,3-2-8 0,-2 1 64 16,2-1 0-16,-2 0 44 0,-5 3 72 15,-1-1-180-15,-2 2 8 0,-1 2-12 16,1-1 4-16,-3 1-4 0,3 3 0 16,-1 0 4-16,1 1-4 0,-1 2 0 15,1-1 4-15,-1 2-4 16,1 2 0-16,-3 1-24 0,-3 1-172 16,-1 1-316-16,-4 3-281 0,-4-1-419 0</inkml:trace>
  <inkml:trace contextRef="#ctx0" brushRef="#br2" timeOffset="71694.92">25847 9331 4630 0,'0'0'828'0,"0"0"-68"0,-35-2 161 16,17 2-593-16,-5-2-8 0,4 1 72 16,1 1-379-16,-1-1-13 0,2 1 0 15,3 0 0-15,2 0 0 16,3 1 0-16,3 5 0 0,0 4 0 16,0 3 0-16,2 3 0 0,1 0 0 15,6-2 0-15,1-1 0 0,6-2 0 16,0-1 0-16,3-2 0 15,3 1 0-15,3-2 0 0,2-1 0 16,-1 1 0-16,3-1 0 0,-4 1 0 16,-3 0 0-16,-6 0 0 0,-3-2-49 15,-5 2-43-15,-2 3 24 16,-6 1 44-16,-7 1 24 0,-3 1 16 16,-5-2 0-16,-2 1-16 0,-4-3 80 15,3-2-80-15,-1-3 4 0,6-4-4 16,5-9-132-16,3-5-476 0,5 2-1257 15,6-5-372-15</inkml:trace>
  <inkml:trace contextRef="#ctx0" brushRef="#br2" timeOffset="72045.35">25957 9074 5354 0,'0'0'752'16,"0"45"-115"-16,-2-16 231 0,0 2-484 15,-2 4-187-15,1 1-197 0,-1 2 0 16,-2 0 0-16,2 0 0 16,0-6 0-16,2-6 0 0,2-7 0 15,0-7 0-15,0-6 0 0,0-5 0 16,0-1 0-16,2 0 0 0,2-11 0 15,2-8 0-15,0-4 0 0,3-2 0 16,1 1 0-16,-2 6 0 0,1 6 0 16,-3 6 0-16,-4 4 0 0,0 3 0 15,2 7 0-15,-2 5 0 0,4 8 0 16,3 2 0-16,-1 2 0 16,2-3 0-16,5-6 0 0,-3 0 0 15,5-5 0-15,1-2 0 0,-1-5-293 16,-1-1-1860-16,-3-3-624 0</inkml:trace>
  <inkml:trace contextRef="#ctx0" brushRef="#br2" timeOffset="72376.48">26172 9436 6150 0,'0'0'865'0,"0"0"312"15,0 0-1177-15,0 0 0 0,0 0 0 16,39-18 0-16,-22 6 0 0,-3 0 0 16,-4 0 0-16,1-1 0 0,-3 1 0 15,-4 0 0-15,0 3 0 16,-4 1 0-16,-2 0 0 0,-8 1 0 16,-3 1 0-16,-3 6 0 0,-1 0 0 15,1 12 0-15,-3 3 0 0,3 5 0 16,-1 5 0-16,7 0 0 0,2 2 0 15,3-2 0-15,8-5 0 16,7-3 0-16,6-2 0 0,7-6 0 16,6-5 0-16,4-4-365 0,2-2-243 15,0-4 172-15,3-2-437 16,-7 0 145-16,-13 1 40 0,1-1-2246 0</inkml:trace>
  <inkml:trace contextRef="#ctx0" brushRef="#br2" timeOffset="72613.19">26490 9331 4466 0,'0'0'1708'15,"0"0"-1103"-15,-35-31-5 16,21 31-20-16,-3 0-347 0,0 8-233 16,1 5 0-16,-1 2 0 0,5 2 0 15,2 2 0-15,6 2 0 0,4 0 0 16,4-2 0-16,8 0 0 15,3-4 0-15,1-6 0 0,3-3 0 16,3-4 0-16,3-3 0 0,0-6 0 16,-2-3 0-16,-1-6-897 0,-5 4-608 15,-7-4-748-15</inkml:trace>
  <inkml:trace contextRef="#ctx0" brushRef="#br2" timeOffset="72796.45">26544 9042 6579 0,'0'0'836'0,"0"0"-340"0,-23 35-215 16,17-12-281-16,0 5 0 0,4 0 0 15,0 4 0-15,2 3 0 16,0 0 0-16,0 3 0 0,4 0 0 16,2-1 0-16,2-5 0 0,3-2-417 15,3-10-663-15,-4-6-37 0,3-7-340 16</inkml:trace>
  <inkml:trace contextRef="#ctx0" brushRef="#br2" timeOffset="73034.23">26718 9316 5926 0,'0'0'412'0,"-19"-40"425"16,9 20-241-16,1 4-408 0,1 5 8 15,0 4-159-15,4 5-37 0,-3 4 0 16,-3 12 0-16,-2 11 0 0,-1 8 0 16,5 4 0-16,6-1 0 0,4-7 0 15,8-3 0-15,5-4 0 16,6-7 0-16,1-8 0 0,3-7 0 16,4-6 0-16,-2-10-393 0,-2-2-415 15,-7 2-1337-15,-5-4-276 0</inkml:trace>
  <inkml:trace contextRef="#ctx0" brushRef="#br2" timeOffset="73201.53">26794 8995 5662 0,'0'0'1393'0,"0"0"-773"16,-12 53-103-16,10-17-517 16,-3 5 0-16,5-1 0 0,0 1 0 15,0-1 0-15,5-1 0 0,-3-2 0 16,2-2 0-16,2-5 0 0,2-3 0 15,0-6 0-15,1-2 0 0,-3-6-1469 16,-2-6-532-16,-2-5-1697 0</inkml:trace>
  <inkml:trace contextRef="#ctx0" brushRef="#br2" timeOffset="73502.2">27034 9261 6795 0,'0'0'984'0,"-31"57"-571"0,12-22-413 16,3-2 0-16,3 0 0 0,9-5 0 15,4-7 0-15,8-3 0 16,7-7 0-16,-5-4-1113 0,5-5-288 0</inkml:trace>
  <inkml:trace contextRef="#ctx0" brushRef="#br2" timeOffset="73690.55">27085 8983 6398 0,'0'0'601'16,"0"0"-161"-16,0 0-48 16,0 0-384-16,0 0-16 0,0 0-44 15,38 41-336-15,-28-20-52 0,2 2-657 16,-3-8-159-16,-3 2-385 0</inkml:trace>
  <inkml:trace contextRef="#ctx0" brushRef="#br2" timeOffset="74174.99">27061 9494 5986 0,'0'0'569'0,"0"0"-413"16,0 0 252-16,35-37-376 0,-8 6-12 15,2-5 24-15,0-1-36 0,-9 5-4 16,-3 2-4-16,-5 6-12 0,-6 4-8 15,-4 8-48-15,-2 5 40 16,0 4 28-16,-2 3 108 0,-2 4-8 16,-4 7 12-16,-4 6 104 0,-3 6-168 15,5 1-16-15,-1 1-32 0,7-3-4 16,4-2-16-16,4-2-176 16,7-5 44-16,-1-4 28 0,5-3-84 15,1-4 92-15,1-2 56 0,-3-5 28 16,3-6 4-16,-7-3 24 0,0-4 4 15,-1-1-36-15,-3-1 36 0,-4 4 8 16,2 1 4-16,-2 8-12 0,0 2 104 16,-2 4-44-16,0 1 40 0,2 0 68 15,-2 5-160-15,2 6 56 0,0 10 192 16,2 4-116-16,-1 3 8 16,-3 5 156-16,0 0-219 0,0 5-85 15,0 4 0-15,0 2 0 0,-3 2 0 16,-7 4 0-16,-6 0 0 0,-7 2 0 15,-6-1 0-15,-6-4 0 16,0-4 0-16,2-10 0 0,-3-10 0 16,3-12 0-16,6-11 0 0,5-8 0 15,3-12 0-15,7-11 0 16,3-8 0-16,5-8 0 0,4-8-85 16,11 0-231-16,7 1-20 0,9 8-56 15,6 6-84-15,6 3 115 0,-10 9-871 16,2 2-1157-16</inkml:trace>
  <inkml:trace contextRef="#ctx0" brushRef="#br2" timeOffset="76319.25">28179 9097 2373 0,'0'0'1708'16,"0"0"-1055"-16,0 0 51 0,0 0 124 16,8-33-467-16,-8 29-25 0,0 1 136 15,0 3-264-15,0 0-80 16,0 3 12-16,0 8-108 0,-2 8 20 16,-4 5 28-16,-4 2-60 0,-1 0-12 15,-3-1 4-15,-3 0-12 0,-1 1 0 16,-3-1 0-16,0-2 4 15,-1-1-4-15,1-2 0 0,2-5-24 16,3-1 24-16,-1-4 0 0,3-3 8 16,1-2-8-16,3-5 0 0,0-3 24 15,1-6-24-15,3-1 0 0,0-5 4 16,0-3-4-16,-2-4 4 16,-1-3 24-16,-1-5-24 0,0 0 21 15,-3 1-25-15,3 4 0 0,2 8 0 16,1 5 0-16,5 3 0 0,2 6 0 15,0-1 0-15,2 0 0 0,7 1 0 16,9 2 0-16,5 1 0 0,8 4 0 16,0 11 0-16,-2 2 0 0,0 7 0 15,0 2 0-15,0 1 0 16,-2-1 0-16,-2-3 0 0,-1-3 0 16,-1-2 0-16,-4-3 0 0,-3 0 0 15,-8-2 0-15,-1-2 0 0,-7-2-497 16,0-3-2236-16</inkml:trace>
  <inkml:trace contextRef="#ctx0" brushRef="#br2" timeOffset="77342.67">28535 9095 3693 0,'0'0'821'16,"0"0"-149"-16,0 0 556 0,0 0-667 16,0 0-117-16,0 0 60 15,0 0-372-15,0 0 5 0,-11 49-137 16,9-20 0-16,2 0 0 0,4 0 0 15,7-1 0-15,1 1 0 0,2-4 0 16,7-5 0-16,-2-3 0 0,1-6 0 16,1-6 0-16,2-5 0 0,-3-3 0 15,1-10 0-15,0-5 0 0,-3-7 0 16,-3-2 0-16,-3-4 0 0,-1-3 0 16,-3 2 0-16,0 0 0 15,-4 2 0-15,-4 3 0 0,0 2 0 16,-4 7 0-16,0 5 0 0,2 6 0 15,0 5 0-15,0 2-509 16,2 1-668-16,-6 7-2556 0</inkml:trace>
  <inkml:trace contextRef="#ctx0" brushRef="#br2" timeOffset="78568.64">25607 8853 1188 0,'0'0'392'16,"0"0"-160"-16,0 0-100 0,0 0 60 15,0 0 21-15,0 0-173 0,0 0-40 16,0 0-221-16,0 0-335 0,3 6-208 0</inkml:trace>
  <inkml:trace contextRef="#ctx0" brushRef="#br2" timeOffset="80140.85">25665 8804 1320 0,'0'0'576'16,"0"0"-263"-16,0 0 51 15,0 0-300-15,0 0-56 0,0 0 40 16,0 0 132-16,0 0-48 0,0 0-60 15,0 0 20-15,0-9-52 0,0 9 8 16,0 0 96-16,0 0-40 16,0 0 8-16,0 0 32 0,0-2-76 15,0 1 24-15,0-1 136 0,2-2-112 16,1 1-3-16,-1-1 23 0,0 1-124 16,0-2 8-16,-2 1-8 15,4 0-8-15,-2 0-4 0,0 2 0 16,2-2 0-16,-2 1 0 0,2 0 0 15,0 0 4-15,1-2-4 0,-1 2 0 16,2-2 4-16,-2-1-4 0,4-2 0 16,3-3 0-16,-1-2 0 0,4-1 0 15,-3 1 0-15,-1 3 0 0,-4 3 8 16,-2 1-4-16,3 3 16 0,-3-1 28 16,4-2-28-16,-2 1 28 15,0 0 44-15,3 0-44 0,-3 0-12 16,0-1 44-16,2-1-52 0,3-2 20 15,3-2 4-15,-1-1-52 0,-3 1 0 16,2 0 0-16,-3 2 0 16,-3 2 0-16,2-1 4 0,-2 2 0 15,3-1-4-15,-1 0 8 0,-2 1 0 16,2-1-4-16,1 0 20 0,-1-1-16 16,-2 1-8-16,4-1 36 15,-3 1-16-15,1-1 4 0,0-1-12 16,0 1-8-16,1-1-4 0,-3-1 0 15,0 4-8-15,2-2 4 0,-1 1-4 16,-1 1-12-16,0-1 20 0,0 1 0 16,0 1 4-16,1-1-4 0,-1-1 12 15,0 2-8-15,0-2 16 0,2 0 20 16,1 0-24-16,-3 0-8 0,2-2-4 16,0 1 0-16,3-1-8 0,-1-3-8 15,0 0-84-15,1 2 4 16,-1 1-60-16,0 2 72 0,-1-2 76 15,1 0 0-15,2-2 0 0,1 1 4 16,-1-1 0-16,1-2 0 0,-1 1 0 16,0 0 0-16,-1 1 0 15,-3 0-52-15,-2-1-673 0,-2 3-271 16,1-1-1069-16</inkml:trace>
  <inkml:trace contextRef="#ctx0" brushRef="#br2" timeOffset="82910.72">25765 8725 280 0,'0'0'52'0,"0"0"-24"0,0 0 8 16,0 0 104-16,0 0 408 15,0 0-64-15,0 0-28 0,0 0 101 16,0 0-265-16,0 0-60 0,6-3 180 15,-6 2-136-15,2 0-52 0,-2 0 88 16,2-1-147-16,-2 0-33 0,0 0-12 16,2-1-92-16,-2 0-4 0,0 0-12 15,0-1-4-15,0 1-8 0,0-1 0 16,0 1 0-16,2 0 0 0,0-2 0 16,2 1 0-16,0-2 0 15,3-1 0-15,-1 0 4 0,0 0-4 16,0-1 0-16,0 3 4 0,1 0-4 15,-3 0 20-15,0 1-8 0,0 1 16 16,-2 0 44-16,2 2-28 16,-2-1 20-16,0 0 20 0,2-1-76 15,1 0 20-15,-1-2-4 0,0-1-20 16,2 1-4-16,0-1 12 0,0 0-4 16,1 1-8-16,-1 1 16 15,-2 1-12-15,2 0 8 0,0 0 32 16,1 1-40-16,1-3 28 0,0-1 0 15,5-1-24-15,-1-2-8 0,-2 2 16 16,-3 0-16-16,-3 2 0 0,0 0 4 16,0-2 8-16,0 0-12 0,2-1 12 15,-2 0-8-15,3 1-4 0,-3-1 0 16,2 1 4-16,0-2-4 0,0 1 0 16,1 1 8-16,-1-1-8 15,2 2 36-15,-2-2-24 0,2 1 12 16,-1 0 40-16,1-1-56 0,0 1 20 15,-2-1 68-15,3 0-76 0,-3-1 8 16,2 0 0-16,0 1-28 16,-1 0 0-16,-1 1 4 0,-2 0 12 15,0 1-16-15,0 2 16 0,0-1-12 16,-2 1-4-16,3 0 32 0,-1-1-28 16,0 1 20-16,0-2 32 15,0 1-52-15,2 0 16 0,-2-1-4 16,1 0-4-16,-1 0-12 0,0 2 0 15,2 1 4-15,-4-2-4 0,2 2 0 16,-2-1 0-16,2-2 0 0,1 2 0 16,-1-3 4-16,2-2-4 0,2-3 0 15,2-1 0-15,-1 0 0 0,-1 4 0 16,-2 1 0-16,0 4 0 0,-3-1 0 16,3-1-4-16,-2 1 4 0,2-1 0 15,0 0 0-15,0 1 0 16,-1 0 4-16,1 0 0 0,-2-1-4 15,0 0 0-15,0 2 4 0,0-1-4 16,0 0 0-16,-1-1 0 0,1 0 0 16,0 1 0-16,0 1 0 15,0-3 0-15,4-1 0 0,3-2-4 16,-1-2 4-16,0 0 0 0,-1 4 0 16,-3 1 0-16,-2 2 0 15,0-1 8-15,2 0-8 0,0 0 0 16,1 0 4-16,-3 3-4 0,0-1 0 15,0 0-8-15,0 1 8 0,0-2 0 16,0-1 4-16,1 0-4 0,-1-1 0 16,2 0-16-16,0-2-4 0,2-1-24 15,-1 3 4-15,-1 0 40 0,-2 1-16 16,2 0 12-16,0 0 4 0,-2 0 0 16,1 2 4-16,-3 0-4 15,2 0 12-15,-2 1-12 0,2-2 0 16,-2 1 0-16,0-1 4 0,2 1-4 15,-2-2 0-15,2 1-8 0,1-1 4 16,-1 1-24-16,0 0-36 0,0-1 40 16,2 0 24-16,-2-1-24 15,1 2 24-15,-1-1 0 0,0 1-4 16,0 1 4-16,-2 0 8 0,0-1-4 16,0 3-4-16,0-2 8 0,0 2-8 15,0-3 0-15,2 2 0 16,-1-2 0-16,-1-1 0 0,4 1 0 15,-2 1-4-15,0-2 4 0,0 0-4 16,2 1 4-16,-1-1 0 0,-1 0-4 16,0 1 12-16,-2 2-8 0,2-2 0 15,0 0 4-15,-2 3-4 0,0-2 32 16,2 1-32-16,-2-2 28 0,3 0 24 16,-1 1-48-16,-2-3-4 15,4-1 0-15,-2 0-8 0,2 1 4 16,1 0 4-16,-1-1-48 0,0-2 48 15,-2 3-4-15,2 1 8 0,-2 0-4 16,1-1 0-16,-1 3 4 0,-2 0-4 16,2-1 4-16,-2-1 4 15,2 1-8-15,0 1 0 0,0-2 0 16,0 0 0-16,3 0 4 0,-3-1 4 16,2 0-8-16,0-2 20 0,0 3-20 15,1-1 0-15,-1 1 0 16,0 0 4-16,0 2-4 0,0-1 0 15,-1 0-8-15,1 3 8 0,-2-3 0 16,0 2 8-16,0 0-8 0,0 0 0 16,0 0-4-16,1 0 4 0,-1-1 0 15,0-1 0-15,2 2 0 0,-4-1 8 16,2 1-8-16,0 0 0 0,-2 1-8 16,3 0 16-16,-3-2-8 15,0 3 0-15,0-2 0 0,0 1 0 16,2 0 0-16,-4-1-8 0,2 1 8 15,0-2 4-15,2 2 8 0,-2-1-12 16,0-1 4-16,0 0 0 0,1 0-4 16,-1-1 0-16,0 0 0 0,2 0 0 15,-2 3 0-15,0-2-8 16,0 2 8-16,0-1-4 0,0 1-20 16,0 0 8-16,0 1 8 0,0-2-36 15,0 2 40-15,0 0 0 16,1-1-8-16,-3-1 12 0,2 2 0 15,0-1 0-15,0 0 0 0,-2 0 4 16,2 1 0-16,-2-1-4 0,2 0 0 16,-2 0 12-16,0 0-12 0,2-1 0 15,-2 0-4-15,0 0 4 0,2 1 4 16,-2 1-4-16,2-3 0 0,-2 3 0 16,2-1 8-16,0-1-8 0,-2 1 0 15,0 1-8-15,2 0 8 16,-2-1 24-16,2 1-12 0,-2 0 20 15,0 1 52-15,0 0-64 0,2 0 4 16,-2 0-24-16,0 0-4 0,0 0 4 16,2-1 0-16,-2 1-16 0,0-1 0 15,3 0 8-15,-3 0-36 16,0 1-40-16,2-1-204 0,-2 1-40 16,2-1 32-16,0 0-413 0,-2 1-231 15,2 0-333-15</inkml:trace>
  <inkml:trace contextRef="#ctx0" brushRef="#br2" timeOffset="85424.34">26893 7385 3213 0,'0'0'728'0,"0"0"-191"15,0 0 147-15,0 0-492 0,0 0-32 16,0 0 172-16,0 0-128 0,0 0-28 16,0 0 88-16,0 0-171 0,21-24 31 15,-19 20 144-15,0 3-104 16,0-2-12-16,0 0 116 0,0 2-184 16,0-2 12-16,0 0 20 0,0 2-100 15,3-3 4-15,-3 1 0 16,2-1-4-16,0 1-16 0,0 0 0 15,-2 0-8-15,2 0 8 0,0 2 4 16,1-1-4-16,-3-1 0 0,2 1 0 16,0 1 0-16,-2-2 0 0,2 1 8 15,0 1 0-15,-2-3-8 0,2 1 4 16,-2-1 16-16,1 2-12 0,-1-1 36 16,2 1-44-16,-2 0 16 15,-2 0 20-15,2 0-24 0,2 1-12 16,-2-1 0-16,0-1 0 0,2 0 0 15,0-1 4-15,1-2 4 0,-1 1-8 16,0 1 0-16,2-1-4 0,-4 0 4 16,2 0 4-16,0 3 0 15,0-2-4-15,1 1 0 0,-3 2 0 16,0-2 0-16,0 1 0 0,2 1 4 16,-2-2-4-16,0 0 8 0,0-1 0 15,2 0-8-15,0-2 0 16,1 0-4-16,-1 0 4 0,0-1 0 15,0 2 8-15,-2-1-8 0,0 0 0 16,0 4 12-16,0-1-12 0,-2 1 32 16,2 1-12-16,-2-2-11 0,2 1-9 15,0 0 0-15,0-1 0 0,3 1 0 16,-3-2 0-16,0 2 0 0,2-1 0 16,-2 0 0-16,0 2 0 15,2-3 0-15,-2 3 0 0,0-1 0 16,-2 0 0-16,2 0 0 0,0 1 0 15,-2 0 0-15,2 0 0 0,-2 0 0 16,3-1 0-16,-3 1 0 0,2 1 0 16,0-2 0-16,0-1 0 0,0 1 0 15,0 1 0-15,0-2 0 16,0 1 0-16,0 0 0 0,0-1 0 16,0 1 0-16,0-1 0 0,0 0 0 15,0 1 0-15,1 0 0 0,-3 0 0 16,0 1 0-16,2-1 0 15,-2 0 0-15,2 0 0 0,0 1 0 16,-2-1 0-16,2 0 0 0,-2 1 0 16,2 0 0-16,0 0 0 0,0-2 0 15,-2 2 0-15,2 1 0 0,-2 0 0 16,2 0 0-16,-2-1 0 0,2 0 0 16,-2 1 0-16,2-3 0 0,0 1 0 15,-2 1 0-15,4-3 0 16,-1 2 0-16,-1-1 0 0,0 0 0 15,0 2 0-15,-2-2 0 0,2 2 0 16,-2-1 0-16,2 1 0 0,0 0 0 16,-2-2 0-16,2 3 0 15,-2-2 0-15,2 1 0 0,-2-2 0 16,2 2 0-16,0-1 0 0,0 0 0 16,0 0 0-16,0 0 0 0,-2-1 0 15,2 1 0-15,1 1 0 0,-1-2 0 16,-2 1 0-16,2 0 0 15,0-1 0-15,0 2 0 0,-2-1 0 16,2-2 0-16,2 3 0 0,-4-1 0 16,2-2 0-16,2 3 0 0,-2-3 0 15,-2 2 0-15,2-1 0 0,0 1 0 16,-2 0 0-16,2 0 0 0,1-1 0 16,-1 1 0-16,-2-1 0 15,2 1 0-15,0-1 0 0,0 0 0 16,2 1 0-16,-2-2 0 0,0 1 0 15,0-1 0-15,2-1 0 0,-2 3 0 16,0-3 0-16,0 3 0 0,1-3 0 16,-1 4 0-16,-2-3 0 0,4 2 0 15,-2 0 0-15,-2-1 0 16,2 2 0-16,-2-1 0 0,2 1 0 16,-2-2 0-16,2 2 0 0,0-1 0 15,0-1 0-15,0 1 0 0,0-1 0 16,2 0 0-16,-2-1 0 15,1 1 0-15,-1-1 0 0,0 3 0 16,0-2 0-16,-2 1 0 0,2 1 0 16,-2 0 0-16,2-2 0 0,-2 1 0 15,2 1 0-15,0 1 0 0,0-3 0 16,-2 1 0-16,2 0 0 0,0 0 0 16,-2-1 0-16,2 2 0 15,0-2 0-15,0 0 0 0,0 0 0 16,1 0 0-16,-1-2 0 0,0 2 0 15,0-1 0-15,0 1 0 0,0-1 0 16,2 1 0-16,-2-1 0 0,0 0 0 16,0 1 0-16,0-1 0 0,0 2 0 15,0-2 0-15,0 2 0 16,1-1 0-16,-3 0 0 0,2 1 0 16,-2-1 0-16,2 1 0 0,-2 1 0 15,2-1 0-15,-2-1 0 0,2 2 0 16,0-3 0-16,0 2 0 15,0-1 0-15,0 0 0 0,0 0 0 16,0 0 0-16,0 1 0 0,0 0 0 16,-2 0 0-16,0 1 0 0,2 1 0 15,-2-2 0-15,2 1 0 0,-2-1 0 16,3 1 0-16,-3 0 0 0,2-1 0 16,-2 0 0-16,2 1 0 15,-2 0 0-15,2 0 0 0,-2-1 0 16,2 0 0-16,-2 1 0 0,0 1 0 15,0-1 0-15,2-1 0 0,-2 2 0 16,0-2 0-16,0 2 0 0,0-1 0 16,0 1 0-16,2-1 0 0,-2 0 0 15,0 0 0-15,0 1 0 16,2 0 0-16,-2 0 0 0,0 0-197 16,0 0-103-16,0 0-356 0,0 0-57 15,0 1-123-15,0 1-957 0,-4 1-576 0</inkml:trace>
  <inkml:trace contextRef="#ctx0" brushRef="#br2" timeOffset="86779.97">27406 6720 2044 0,'0'0'1409'0,"0"0"-697"0,0 0 441 15,0 0-365-15,0 0-207 0,0 0 183 16,0 0-400-16,0 0-48 0,14-6-255 16,-10 4-61-16,1 1 0 0,-1-1 0 15,0-1 0-15,-2 2 0 16,-2 0 0-16,-2-1 0 0,-6 1 0 15,-5-2 0-15,-3 0 0 0,-1-1 0 16,3-1 0-16,3 3 0 0,3-2 0 16,4 2 0-16,0 0 0 15,4-2 0-15,0 2 0 0,0-3 0 16,10 0 0-16,7 0 0 0,5 0 0 16,5 2 0-16,0-1 0 0,-4 3 0 15,0 1 0-15,-7 0 0 0,-5 4 0 16,-7-2 0-16,-2 3 0 15,0 2 0-15,-2 3 0 0,-4 5 0 16,-5 2 0-16,-1-3 0 0,2-3 0 16,2-4 0-16,4-4 0 0,-3 2 0 15,5-3 0-15,0 0 0 0,2-2 0 16,9-3 0-16,-3-2-1165 0,7-3-4122 0</inkml:trace>
  <inkml:trace contextRef="#ctx0" brushRef="#br2" timeOffset="89952.14">27501 6724 2128 0,'0'0'437'0,"0"0"739"16,0 0-295-16,0 0-485 0,0 0-48 16,0 0 248-16,0 0-252 0,41-10-47 15,-30 7 115-15,-3 2-244 16,-4 1-12-16,-2 0 40 0,-2 4-160 16,0 1 28-16,0 5 68 0,-8 0-104 15,-2 1 36-15,-3-2-12 0,1-3-52 16,-1-3 0-16,5-3 4 15,0 0 12-15,2 0-16 0,1-3 28 16,-1-3-16-16,-2-4-12 0,-2-3 64 16,1-2-24-16,5 0 56 0,-2 2-75 15,4 2-21-15,2 0 0 0,0 0 0 16,4 4 0-16,2 1 0 0,3-1 0 16,3 2 0-16,5 2 0 0,-1-1 0 15,1 4 0-15,-3 0 0 16,-2 6 0-16,1 0 0 0,1 4 0 15,-3 0 0-15,-3 0 0 0,-2 2 0 16,-2 1 0-16,-2-2 0 0,-2 0 0 16,0-3 0-16,-4 0 0 0,0-3 0 15,-2 0 0-15,-4 1 0 16,-5 0 0-16,-4-2 0 0,3-1 0 16,1-3 0-16,5 0 0 0,0-3 0 15,4-1 0-15,1-2 0 0,5-5 0 16,0 0-17-16,9-5-835 15,-3 3-141-15,4-2-619 0</inkml:trace>
  <inkml:trace contextRef="#ctx0" brushRef="#br2" timeOffset="91837.97">27524 6699 1176 0,'0'0'1205'15,"0"0"-689"-15,0 0-48 0,0 0 232 16,0 0-299-16,0 0-41 0,0 0 168 16,0 0-276-16,0 0-16 0,0 0 188 15,-31 0-152-15,31-1-15 0,0 1 111 16,0 0-152-16,0 0 36 0,0 0 160 16,0 0-263-16,0 0-149 0,0 0 0 15,0 0 0-15,0 0 0 16,0 0 0-16,0 0 0 0,4 0 0 15,-2 0 0-15,2 0 0 0,0 0 0 16,2 1 0-16,-1 1 0 0,1-1 0 16,0 1 0-16,0-1 0 0,0 1 0 15,-2 1 0-15,7-2 0 16,-1 1 0-16,5-1 0 0,-1-1 0 16,5 0 0-16,-5-1 0 0,1-1 0 15,-3 1 0-15,-2-2 0 0,-3 2 0 16,-3 1 0-16,0 0 0 15,0 0 0-15,2 0 0 0,0 0 0 16,1 0 0-16,1 4 0 0,2-3 0 16,5 3 0-16,-3-2 0 0,0-1 0 15,-1-1 0-15,-1 0 0 0,-2 0 0 16,3-2 0-16,-5 0 0 0,0-1 0 16,0 3 0-16,-2 0 0 15,1-1 0-15,-1 1 0 0,2 0 0 16,0 0 0-16,0 0 0 0,1 0 0 15,-3 1 0-15,2 1 0 0,0 0 0 16,0 0 0-16,0-2 0 0,1 1 0 16,-3 0 0-16,2 0 0 15,-2-1 0-15,-2 0 0 0,2 0 0 16,-2 0 0-16,3 0 0 0,-3 0 0 16,0 0 0-16,2 0 0 0,0 0 0 15,2 0 0-15,0 0 0 0,3 0 0 16,-3 0 0-16,2 0 0 15,-2 0 0-15,3 0 0 0,-3 0 0 16,0 0 0-16,0 0 0 0,-4 0 0 16,2 0 0-16,0-1 0 0,-1 0 0 15,1 0 0-15,-2 1 0 0,2-2 0 16,-2 1 0-16,2 0 0 0,0-1 0 16,0 1 0-16,3 0 0 15,-1-1 0-15,0 1 0 0,0 0 0 16,0 1 0-16,1 0 0 0,-1 0 0 15,0 0 0-15,-2 0 0 0,2 0 0 16,-4 0 0-16,3 0 0 0,-3 1 0 16,2-1 0-16,-2 0 0 0,0 1 0 15,2 0 0-15,0 0 0 16,0-1 0-16,0 1 0 0,1-1 0 16,-1 0 0-16,0 0 0 0,0 1 0 15,-2-1 0-15,0 0 0 0,0 1 0 16,2 0 0-16,-2 0 0 15,0-1 0-15,3 0 0 0,-3 0 0 16,2 0 0-16,0 0 0 0,2 0 0 16,-2-2 0-16,2 1 0 0,1 1 0 15,-1-1 0-15,-2 1 0 0,2 0 0 16,-2 0 0-16,0 0 0 0,1 0 0 16,1 0 0-16,-4 1 0 15,4 2 0-15,-2-2 0 0,2 1 0 16,-2-2 0-16,3 0 0 0,-3 0 0 15,4 0 0-15,-4 0 0 0,2 0 0 16,1-1 0-16,-3-1 0 0,0 2 0 16,0 0 0-16,0-1 0 0,-2 1 0 15,2 0 0-15,0 0 0 16,1 0 0-16,1 0 0 0,-2 0 0 16,2 0 0-16,2 0 0 0,1 0 0 15,-1-2 0-15,0 2 0 0,-2-1 0 16,1-1 0-16,-1 0 0 15,0 2 0-15,-2-1 0 0,-2 1 0 16,2 0 0-16,-2 0 0 0,3 0 0 16,-1 0 0-16,0 0 0 0,2 0 0 15,2 0 0-15,3 0 0 0,-1 0 0 16,-2 0 0-16,-2-1 0 0,1 1 0 16,-1 0 0-16,0 0 0 0,0-1 0 15,-2 1 0-15,-2 0 0 16,1 0 0-16,-1-1 0 0,0 1 0 0,0 0 0 15,2 0 0-15,0-1 0 16,2-1 0-16,0 2 0 0,3-1 0 16,-3 0 0-16,2 1 0 0,-2-1 0 15,1 0 0-15,-3 1 0 16,-2-2 0-16,0 2 0 0,0 0 0 16,2-1 0-16,-2 1 0 0,0 0 0 15,0 0 0-15,0 0 0 0,4 0 0 16,-1 0 0-16,1 0 0 15,0 0 0-15,2 0 0 0,1 0 0 16,-3 0 0-16,2 1 0 0,0-1 0 16,1 2 0-16,-1-2 0 0,-2 1 0 15,4 0 0-15,1 0 0 0,1 0 0 16,3 1 0-16,-7-1 0 0,0 1 0 16,-4-2 0-16,0 0 0 0,1 1 0 15,-1 0 0-15,2 0 0 16,-2 1 0-16,0 0 0 0,-4 1 0 0,2 1 0 15,-2 3 0-15,0-2-1173 16,-8 1-2489-16</inkml:trace>
  <inkml:trace contextRef="#ctx0" brushRef="#br2" timeOffset="92592.88">26829 5411 3813 0,'0'0'913'15,"0"0"-65"-15,0 0 457 0,0 0-653 16,0 0-104-16,0 0-435 16,0 0-113-16,0 0 0 0,0 0 0 15,8 21 0-15,-8 13 0 0,0 7 0 16,-6-1 0-16,-4 2 0 0,2 1 0 16,-7 0 0-16,3 0 0 0,1-5 0 15,1-4 0-15,4-6 0 16,6-5 0-16,0-7 0 0,0-7 0 0,8-4-313 15,2-5-555-15,5-8-1 16,4-3-924-16,-7 0 245 0,0-2-1089 0</inkml:trace>
  <inkml:trace contextRef="#ctx0" brushRef="#br2" timeOffset="92920.81">27023 5668 5062 0,'0'0'1132'15,"0"0"-223"-15,0 0 180 16,0 0-1089-16,-20-36 0 0,12 30 0 16,-1 3 0-16,1 0 0 0,2 3 0 15,-5 1 0-15,1 9 0 0,-2 11 0 16,-1 4 0-16,1 4 0 0,4 1 0 16,6-3 0-16,2-1 0 0,8-4 0 15,2-5 0-15,7-4 0 16,3-4 0-16,5-6 0 0,0-3 0 0,0-1 0 15,0-8 0-15,-3-4 0 16,-3-3 0-16,-7-3 0 0,-1-1 0 16,-5-2 0-16,-2 1 0 15,-4 1 0-15,0 1 0 0,-4 0 0 0,-2 1 0 16,-1 5 0-16,5 5 0 16,0 3 0-16,2 4 0 0,0 1-269 15,0 1-707-15,0 3-1201 0,7 3 244 0</inkml:trace>
  <inkml:trace contextRef="#ctx0" brushRef="#br2" timeOffset="93155.63">27263 5698 5346 0,'0'0'1301'16,"0"0"-701"-16,-14-37-80 0,10 29-144 15,-3 3-327-15,3 2-49 16,-2 3 0-16,-4 5 0 0,-3 9 0 15,1 8 0-15,0 5 0 0,1 4 0 16,5-3 0-16,6 0 0 0,2-4 0 16,11-3 0-16,3-7 0 15,7-6 0-15,6-7 0 0,0-2 0 0,2-7 0 16,-2-8 0-16,-3-3 0 16,-7 2-565-16,-2-5-3321 0</inkml:trace>
  <inkml:trace contextRef="#ctx0" brushRef="#br2" timeOffset="93359.5">27424 5341 5446 0,'0'0'824'0,"0"0"-303"0,0 0 299 16,-10 38-504-16,8-12-76 0,2 5-215 15,0 6-25-15,0 1 0 0,0 4 0 16,0 3 0-16,-2 2 0 15,0 1 0-15,-2-1 0 0,0-5 0 16,0-4 0-16,-1-6 0 0,3-10 0 16,2-5 0-16,0-10-509 15,0-5-435-15,0-2-1642 0,2-8-1351 0</inkml:trace>
  <inkml:trace contextRef="#ctx0" brushRef="#br2" timeOffset="93711.2">27404 5714 4650 0,'0'0'936'0,"0"0"373"16,0 0-793-16,0 0-124 0,20-33-3 16,-1 20-389-16,2 1 0 0,-1 2 0 15,-3 1 0-15,0 4 0 16,-7 2 0-16,-4 2 0 0,-4 1 0 15,-2 0 0-15,0 2 0 0,0 8 0 16,-10 5 0-16,-3 5 0 0,-1 5 0 16,-3-2 0-16,1-1 0 0,1 0 0 15,3-3 0-15,4-1 0 0,-1-1 0 16,7-2 0-16,2-2 0 16,0-2 0-16,11 0 0 0,-1-3 0 15,9 0 0-15,1-3 0 0,5-2 0 16,-2-1 0-16,2-2 0 0,-3 0 0 15,1-2 0-15,-2-5-981 16,-7 0-676-16,1-3-744 0</inkml:trace>
  <inkml:trace contextRef="#ctx0" brushRef="#br2" timeOffset="93893.19">27708 5725 5042 0,'0'0'1661'0,"0"0"-733"16,0 0-367-16,0 0-561 0,0 0 0 16,0 0 0-16,45 3 0 0,-22-3 0 15,2-3 0-15,0 0 0 16,-5-2 0-16,-3-1 0 0,-5 1 0 16,-2 1 0-16,-5 1-2314 0,-1-4-1672 0</inkml:trace>
  <inkml:trace contextRef="#ctx0" brushRef="#br2" timeOffset="94347.88">28032 5645 8192 0,'0'0'0'0,"0"0"0"0,0 0 0 0,0 0 0 0,-8 46 0 15,6-15 0-15,0 3 0 0,2-5 0 16,4-3 0-16,4-4 0 15,5-3 0-15,-1-5 0 0,-2-4 0 16,-3-5-1850-16,-1-5-931 0</inkml:trace>
  <inkml:trace contextRef="#ctx0" brushRef="#br2" timeOffset="94455.59">28084 5332 5230 0,'0'0'608'16,"0"0"-392"-16,0 0-48 0,0 0-168 15,0 0-340-15,0 0-1281 0,0 0-516 16</inkml:trace>
  <inkml:trace contextRef="#ctx0" brushRef="#br2" timeOffset="94704.37">28103 5770 2625 0,'0'0'3745'16,"0"0"-2544"-16,0 0-580 0,0 0-621 0,0 0 0 15,0 0 0-15,0 0 0 16,59-46 0-16,-17 13 0 0,1 2 0 16,-1 3 0-16,-3 5 0 0,-2 5 0 15,-6 8 0-15,-8 7 0 16,-7 4 0-16,-5 13 0 0,-9 6 0 0,0 4 0 16,-2 6 0-16,0-1 0 15,-2-2 0-15,2 0 0 0,0 0 0 16,0-2 0-16,4-3 0 0,0-5-845 15,0-5-1276-15</inkml:trace>
  <inkml:trace contextRef="#ctx0" brushRef="#br2" timeOffset="96023.22">28760 6688 1444 0,'0'0'120'0,"0"0"729"15,0 0-205-15,0 0-252 0,0 0 220 16,0 0 277-16,0 0-377 0,0 0-48 16,0 0 205-16,8 0-265 0,-8 0-44 15,2 0 244-15,0-2-375 16,4 1-229-16,1-5 0 0,5 1 0 16,0 0 0-16,1 0 0 0,-3 1 0 15,-4 4 0-15,-1 0 0 0,-1 0 0 16,0 0 0-16,0 0 0 15,-4 3 0-15,0 1 0 0,0 1 0 16,-4 1 0-16,-2 0 0 0,-1-1 0 16,1-1 0-16,-2 0 0 0,2-3 0 15,2-1 0-15,-1 0 0 0,3-2 0 16,2-2 0-16,0-2-193 0,2 2-1728 16,5-5-744-16</inkml:trace>
  <inkml:trace contextRef="#ctx0" brushRef="#br2" timeOffset="97522.12">27526 6564 2180 0,'0'0'345'0,"0"0"-117"15,0 0-180-15,0 0-48 0,0 0 8 16,0 0-8-16,33-29-4 0,-19 15-296 16,-3 3-353-16,-1 1-531 0</inkml:trace>
  <inkml:trace contextRef="#ctx0" brushRef="#br2" timeOffset="97705.75">27695 6406 4862 0,'0'0'0'15,"0"0"-232"-15,0 0 44 0,0 0-345 16,0 0 109-16,0 0-320 0,0 0 107 15,0 0 85-15</inkml:trace>
  <inkml:trace contextRef="#ctx0" brushRef="#br2" timeOffset="97990.29">28080 5957 1980 0,'0'0'0'0,"0"0"-476"15,0 0 408-15,0 0 68 16,0 0 184-16,0 0 100 0,0 0-144 16,0 0-136-16,0 0-4 0,35-29-60 15,-31 20-752-15</inkml:trace>
  <inkml:trace contextRef="#ctx0" brushRef="#br2" timeOffset="98140.01">28229 5755 3525 0,'0'0'1413'16,"0"0"-673"-16,0 0-556 0,0 0-56 15,0 0-128-15,0 0-184 16,35-38-156-16,-25 27-468 0,2-2 103 0,-1 2-67 16,-5 3-969-16</inkml:trace>
  <inkml:trace contextRef="#ctx0" brushRef="#br2" timeOffset="98288.44">28423 5553 1584 0,'0'0'1661'0,"0"0"-1661"0,0 0-112 16,0 0-212-16,19-33-1009 0</inkml:trace>
  <inkml:trace contextRef="#ctx0" brushRef="#br2" timeOffset="98412.59">28555 5381 2673 0,'0'0'520'0,"0"0"-520"0,44-48-88 0,-34 36-96 16,2-1-1993-16</inkml:trace>
  <inkml:trace contextRef="#ctx0" brushRef="#br2" timeOffset="98473.27">28698 5237 3301 0,'0'0'0'0,"0"0"-96"16,0 0-448-16,0 0-977 0</inkml:trace>
  <inkml:trace contextRef="#ctx0" brushRef="#br2" timeOffset="98613.46">28795 5132 3601 0,'0'0'480'0,"0"0"-476"0,12-33 136 16,-1 18-36-16,-1-2-104 0,5 0-120 16,-3 1-376-16,-4 3 32 0,0 2-504 15</inkml:trace>
  <inkml:trace contextRef="#ctx0" brushRef="#br2" timeOffset="98721.09">28896 4966 2489 0,'0'0'672'0,"0"0"208"0,0 0-275 16,0 0-213-16,0 0-72 0,29-35-288 15,-12 19-20-15,-3 1-12 0,-3 3-152 16,-5 0-700-16</inkml:trace>
  <inkml:trace contextRef="#ctx0" brushRef="#br2" timeOffset="100922.2">28989 4876 2000 0,'0'0'20'0,"0"0"605"16,0 0-405-16,0 0 68 0,0 0-100 15,2-37 48-15,0 29 284 0,1 1-163 16,-1 1 7-16,-2 2 352 16,0 1-220-16,0 1 45 0,0 1 275 15,0 1-356-15,0 0-115 0,0 0-345 16,0 2 0-16,-2 0 0 0,-1 3 0 16,3 0 0-16,-2 0 0 0,2 0 0 15,0 2 0-15,0 0 0 0,0 3 0 16,0 2 0-16,0 0 0 0,0-2 0 15,0-2 0-15,0-4 0 16,0-1 0-16,0 0 0 0,0 1 0 16,0-1 0-16,0 0 0 0,0-1 0 15,0-2 0-15,0 0 0 16,0 0 0-16,2 0 0 0,-2 0 0 16,3-4 0-16,-1 1 0 0,0-2 0 15,0 0 0-15,0 0-985 0,0 1-620 16,2-3-560-16</inkml:trace>
  <inkml:trace contextRef="#ctx0" brushRef="#br2" timeOffset="101814.56">29000 4890 4273 0,'0'0'649'0,"0"0"-197"0,0 0 236 15,0 0-408-15,0 0-55 0,0 0 131 16,0 0-184-16,0 0-4 0,0 0 228 16,-7 31-180-16,5-6-8 0,0 4-99 15,2 4-109-15,-2 1 0 0,2 5 0 16,-2 3 0-16,0 2 0 0,0 2 0 15,0 0 0-15,0 2 0 16,-2-1 0-16,2 1 0 0,0 0 0 16,0 1 0-16,2 2 0 0,-3 1 0 15,-1 2 0-15,0 4 0 0,-2 4 0 16,-2 2 0-16,-5 0 0 16,-1 0 0-16,-1-4 0 0,3-4 0 15,0-4 0-15,3-3 0 0,3-3 0 16,4-3 0-16,2-1 0 0,0-1 0 15,2-1 0-15,2 0 0 16,-4-2 0-16,2 0 0 0,-2-6 0 16,-2-3 0-16,0-6 0 0,-4-5 0 15,2-5 0-15,0-6 0 0,0-2 0 16,-1-3 0-16,1-2 0 0,-2 0 0 16,0-1 0-16,4-8 0 15,2-11 0-15,4-10 0 0,6-13-629 16,-1 8-1952-16,-1-5-1785 0</inkml:trace>
  <inkml:trace contextRef="#ctx0" brushRef="#br2" timeOffset="103443.28">28962 4756 1424 0,'0'0'684'0,"0"0"-523"0,0 0 1787 15,0 0-791-15,0 0-633 16,0 0-64-16,0 0 9 0,0 0-281 16,0 0-44-16,0 0 116 0,9 11-152 15,-9-11 36-15,0 0 60 0,-2-2-188 16,2-2 20-16,-2 3-20 0,2 0-4 15,0-1-12-15,0 0 0 0,0 2-24 16,0 0 20-16,0 0-8 16,0 0 0-16,0 0 12 0,0 0 8 15,0 0 8-15,2 0-16 0,-2 0 72 16,4 0-68-16,-2-1 32 0,6-5 117 16,5-6-153-16,1 0 0 0,-2-3 0 15,1-1 0-15,-3 1 0 0,-2 2 0 16,1 0 0-16,-1 0 0 0,0 1 0 15,0-1 0-15,-1 1 0 16,1-2 0-16,2 1 0 0,3-1 0 16,-1-4 0-16,7 2 0 0,1-4 0 15,-1-1 0-15,4 1 0 16,-3-1 0-16,-1 1 0 0,-3 0 0 16,-1 1 0-16,-5 1 0 0,1 1 0 15,-1 0 0-15,-4 0 0 0,0 0 0 16,3-2 0-16,-3-1 0 0,2 3 0 15,0 0 0-15,3-2 0 0,-1 2 0 16,2-1 0-16,3 0 0 16,-1 1 0-16,3 0 0 0,-1-2 0 15,1-1 0-15,2 1 0 0,-1 0 0 16,-1-2 0-16,-1 1 0 0,3 1 0 16,-3 0 0-16,3 1 0 0,-2 0 0 15,-1 0 0-15,-1 1 0 0,-1 0 0 16,-2 1 0-16,1 1 0 0,-3 1 0 15,1 0 0-15,-1-1 0 16,0 1 0-16,3-2 0 0,3 0 0 16,-1 0 0-16,1-2 0 0,-1 1 0 15,-1-1 0-15,3 0 0 0,-3 0 0 16,3 1 0-16,-3 2 0 0,-2 1 0 16,-1 0 0-16,-1 0 0 15,1 2 0-15,-3-1 0 0,2 1 0 16,3-2 0-16,-3 0 0 0,2 0 0 15,3-1 0-15,-3 1 0 16,1 0 0-16,1-1 0 0,-2 0 0 16,-1 2 0-16,-1-1 0 0,0 3 0 15,-1-2 0-15,-1 1 0 0,2-2 0 16,1-1 0-16,-1 1 0 0,2-1 0 16,3-1 0-16,-3 0 0 0,5-1 0 15,-1-1 0-15,-1 0 0 0,3 1 0 16,-3-1 0-16,1 1 0 0,-1-2 0 15,-1 0 0-15,1 0 0 0,-1 0 0 16,1 3 0-16,-3-1 0 0,3 0 0 16,-3 2 0-16,0 1 0 15,1 0 0-15,-1 0 0 0,1-1 0 16,-1 1 0-16,2-1 0 0,-1-2 0 16,1-1 0-16,1 0 0 15,-3 0 0-15,3 0 0 0,-1-1 0 16,1 1 0-16,-1 0 0 0,3-1 0 15,-3 4 0-15,3-1 0 0,-1 1 0 16,-1 2 0-16,-1 0 0 16,-1 1 0-16,-3 0 0 0,2-1 0 15,1 1 0-15,-1-2 0 0,3 0 0 16,1-2 0-16,1 1 0 0,-1-1 0 16,3 1 0-16,-3 0 0 0,-1-2 0 15,-1 4 0-15,1 0 0 0,-3 0 0 16,-2 1 0-16,-1 1 0 0,-1-2 0 15,0 1 0-15,1 1 0 0,3-2 0 16,-2 1 0-16,1 1 0 0,1-1 0 16,-2 3 0-16,1 0 0 15,-3 1 0-15,-4 2 0 0,0 2 0 16,0 0 0-16,-2 0 0 0,3 0 0 16,-3-2 0-16,0 2 0 0,0 1 0 15,2 1 0-15,-4 2 0 16,2 2 0-16,-4 7 0 0,0 1-1153 15,-6 3-724-15</inkml:trace>
  <inkml:trace contextRef="#ctx0" brushRef="#br3" timeOffset="111140.92">30748 2138 2661 0,'0'0'2577'0,"0"0"-1433"0,0 0-271 16,0 0-405-16,0 0-296 0,0 0-164 16,0 0 0-16,0 0-8 15,7 0 0-15,-7-3-100 0,0 2-24 16,0-1-228-16,0 1 4 0,0 0-68 16,0 0-417-16,0 1 197 0,0 0 144 15,0 0-345-15,0 3 353 16,0-2 120-16,0 1-304 0,0 0 668 15,0-2 396-15,0 0 428 0,0 0-208 16,0-3-47-16,2 1 323 0,-2 2-448 16,0-2-152-16,0-1 193 15,0 2-197-15,0 0-24 0,0 0 188 16,0 0-284-16,0 1-16 0,0 0-59 16,0 0-93-16,0 0 0 0,0 0 0 15,0 0 0-15,0 0 0 0,0 1 0 16,0 1 0-16,2-2 0 0,-2 1 0 15,0-1 0-15,0 0 0 0,0 0 0 16,0 0 0-16,0 0 0 0,0 0 0 16,0 0 0-16,0 0 0 15,0 0-37-15,0 0-115 0,0 0 56 16,0 1-292-16,0-1-144 0,-2 0-133 16,2 0-1263-16,-2 0-286 0</inkml:trace>
  <inkml:trace contextRef="#ctx0" brushRef="#br3" timeOffset="113445.74">29903 1827 2249 0,'0'0'208'0,"0"0"2249"15,0 0-1497-15,0 0-592 16,0 0-39-16,0 0 87 0,-50 55-284 15,23-22 16-15,-1 5 104 0,-3 1-188 16,-3 0-20-16,-1 4 52 16,0-1-60-16,-2 1 28 0,-2 4 4 15,-1 0-56-15,-3 1 8 0,-5 0 52 16,1-2-48-16,4-2 8 0,7-6 28 16,5-5-60-16,7-4 0 0,7-6 0 15,3-5-112-15,7-6-4 0,3-4-144 16,4-3-16-16,0-4 120 0,0 2 40 15,0-2 28-15,0 1-36 0,0-2-88 16,0 0 111-16,0 0 77 0,0 0-112 16,0-3-240-16,0-1-92 15,0 2-412-15,0-2 243 0,0 2 37 16,0-3-176-16,0 4 364 0,0-3 87 16,0 2 65-16,0 1 152 15,0-2 108-15,4 2 32 0,-2 1-12 16,0-1 32-16,-2 0-52 0,0 1-60 15,0 0-196-15</inkml:trace>
  <inkml:trace contextRef="#ctx0" brushRef="#br3" timeOffset="113891.78">29204 2609 1792 0,'0'0'1253'0,"0"0"-453"0,0 0 333 16,0 0-541-16,0 0-108 0,0 0 141 16,0 0-385-16,0 0-40 15,0 0 32-15,-16 10-164 0,12-9 20 16,-1 2 152-16,-1-3-108 0,0 0 52 16,0 0-55-16,-2 0-129 15,1-3 0-15,-1-4 0 0,2-2 0 16,0-10 0-16,0-5 0 0,1-3 0 15,3-2 0-15,0 1 0 0,0 3 0 16,2-1 0-16,0 5 0 16,0 4 0-16,0 6 0 0,0 5 0 15,0 4 0-15,0 2 0 0,2 0 0 16,2 7 0-16,1 5 0 0,1 5 0 16,-4 4 0-16,-2 4 0 0,0 0 0 15,-4 2 0-15,0 3 0 0,-3-3 0 16,3-1 0-16,0-2 0 0,2-8 0 15,2-4 0-15,0-2 0 0,4-6 0 16,11 0 0-16,9-4 0 0,12 0 0 16,3-11 0-16,2-2 0 15,-4 0 0-15,-4 0 0 0,-10 5-709 16,-6-3-4029-16</inkml:trace>
  <inkml:trace contextRef="#ctx0" brushRef="#br3" timeOffset="114788.65">28557 1156 2068 0,'0'0'3306'0,"0"0"-2470"0,-35-30 161 15,10 19-573-15,-2 2-232 0,-4 3-24 16,3 3-152-16,-1 1 40 0,6 2 20 16,2 4-56-16,9 0-16 15,3 6-4-15,3 1-8 0,4 3 4 16,2 1 4-16,8 1-48 0,7 0 48 16,8 1 0-16,1-2-24 0,10 1 24 15,-1-1 0-15,2-2 0 16,-4 0 0-16,-4-1 0 0,-9 0 8 15,-3 0-8-15,-9-1 0 0,-6 1 8 16,-2 0-8-16,-11 2 48 16,-5-1-32-16,-5 2 17 0,-4 0-33 15,-2-1 0-15,0-1 0 0,0-5 0 16,5-3 0-16,3-3 0 0,9-2 0 16,1-5-365-16,5-8-283 0,4-1-1149 15,2-4-588-15</inkml:trace>
  <inkml:trace contextRef="#ctx0" brushRef="#br3" timeOffset="115025.28">28698 808 6935 0,'-8'43'612'16,"-5"-7"-48"-16,3 7-483 0,-3-2-81 15,7 1 0-15,4 3 0 0,0-1 0 16,0 5 0-16,2-2 0 16,0 2 0-16,0-2 0 0,0-6 0 15,6-4 0-15,2-8 0 0,5-7-313 16,1-8-575-16,1-9 15 0,-3-5-1104 16,-1-5-20-16</inkml:trace>
  <inkml:trace contextRef="#ctx0" brushRef="#br3" timeOffset="115336.26">28892 1197 7083 0,'0'0'884'0,"0"0"-659"16,-41-37-225-16,24 29 0 0,1 3 0 16,1 4 0-16,1 1 0 0,3 5 0 15,-1 6 0-15,2 5 0 16,-1 5 0-16,5 5 0 0,4 1 0 15,2 1 0-15,10-2 0 0,5-4 0 16,6-4 0-16,3-5 0 16,3-7 0-16,-2-5 0 0,0-2 0 15,-2-5 0-15,-3-6 0 0,-5-2 0 16,-5-3 0-16,-2-2 0 0,-4-2 0 16,-4 0 0-16,0 1 0 0,-4-2 0 15,-2 3 0-15,0 2 0 0,0 1 0 16,0 6 0-16,3 4 0 0,1 2 0 15,2 4 0-15,0 0 0 0,0 0-1666 16,0 0-711-16</inkml:trace>
  <inkml:trace contextRef="#ctx0" brushRef="#br3" timeOffset="115703.8">29043 1215 7683 0,'0'0'509'16,"-2"45"-509"-16,-2-25 0 0,0-5 0 15,2-2 0-15,2-1 0 0,0-3 0 16,0 0 0-16,2-3 0 16,4-1 0-16,2 0 0 0,5 0 0 15,1-5 0-15,3-1 0 0,1-9 0 16,1-1 0-16,-1-5 0 0,-1 0 0 16,-3-1 0-16,-3-1 0 0,-5 3 0 15,-2 3 0-15,-2 6 0 0,-2 3 0 16,0 2 0-16,0 1 0 0,0 0 0 15,0 2 0-15,2 6 0 0,4 6 0 16,3 2 0-16,1-2 0 0,2-5 0 16,-1-2 0-16,3-4 0 15,1-3 0-15,-3 0 0 0,1-3 0 16,-3-4 0-16,0-3 0 0,-2-5 0 16,1-1 0-16,-5-2 0 0,-4-2 0 15,0-3 0-15,-4 0 0 16,-5-2 0-16,5 0 0 0,2 6-525 15,2 2-1648-15</inkml:trace>
  <inkml:trace contextRef="#ctx0" brushRef="#br3" timeOffset="115874.04">29450 1030 4277 0,'0'0'3915'0,"-16"49"-3915"0,7-20 0 16,-1 0 0-16,4 2 0 0,2-3 0 15,4-3 0-15,8-4 0 0,4-5 0 16,3-1 0-16,4-5 0 0,-1-4-25 16,-1-5-903-16,-3-1-245 15,-1-8-2288-15</inkml:trace>
  <inkml:trace contextRef="#ctx0" brushRef="#br3" timeOffset="115983.38">29541 836 5022 0,'0'0'504'15,"0"0"-288"-15,0 0 336 0,0 0-392 16,0 0-160-16,0 0-332 16,0 0-440-16,0 0-333 0</inkml:trace>
  <inkml:trace contextRef="#ctx0" brushRef="#br3" timeOffset="116486.3">29556 1269 6386 0,'0'0'393'0,"0"0"-161"0,0 0 244 15,0 0-188-15,41-35-96 0,-16 5-44 16,0-4-84-16,-3 1-51 0,-1 6-13 16,-4 5 0-16,-5 3 0 15,-6 9 0-15,-4 4 0 0,0 4 0 16,-2 2 0-16,0 2 0 0,-4 8 0 16,-2 9 0-16,0 8-9 0,0 2-111 15,4-2-220-15,4-7-92 16,6-5 92-16,4-4-353 0,3-5 345 15,1-2 140-15,3-4 100 0,-5-2 84 16,-3-4 24-16,-3 2 0 16,-4-1-12-16,-2 2 12 0,-2 0 4 15,0 0 4-15,0-1 136 0,0 0 432 16,-4-2-251-16,2 0-49 0,-2 0 0 16,0-1-168-16,2 1 24 0,2 1-16 15,0 0-112-15,0-1 20 0,4 0-20 16,2 2 16-16,0 0-20 0,0-1 8 15,1 1 4-15,-1 2-12 0,-2 1 92 16,-2 2-60-16,-2 11 84 0,-6 8 124 16,-5 11-123-16,-1 8-117 15,-2-2 0-15,5-3 0 0,5-8 0 16,2-9 0-16,0-3 0 0,2-6 0 16,0-1 0-16,-2-4 0 0,0-1 0 15,-2-2 0-15,-2 0 0 16,-1 0 0-16,1-1 0 0,0-3 0 15,2-2 0-15,0 0 0 0,4 0 0 16,4-2 0-16,10 1 0 16,15-1 0-16,6 2 0 0,5 2 0 15,-5 1 0-15,-15 2-461 0,-1-1-4557 0</inkml:trace>
  <inkml:trace contextRef="#ctx0" brushRef="#br3" timeOffset="121941.19">30999 2331 1820 0,'0'0'144'16,"0"0"121"-16,0 0 1627 0,0 0-1303 16,0 0 303-16,0 0-484 0,0 0-124 15,0 0 65-15,0 0-181 16,-9 20 32-16,7-15 132 0,2 2-220 15,0 1 16-15,-2 2 168 0,0 1-136 16,-4 2-7-16,-2 0-153 16,-3 0 0-16,-3-3 0 0,-1 2 0 15,-1-1 0-15,3 1 0 0,1-3 0 16,4 2 0-16,-1-2 0 0,5-1 0 16,0-1 0-16,4-3 0 0,-2 1 0 15,0 1 0-15,2 1 0 0,-2 3 0 16,0-3 0-16,0 0 0 0,-2 0 0 15,0-1 0-15,-3 0 0 0,1 1 0 16,0-1 0-16,0 0 0 0,0 0 0 16,-1 0 0-16,3 0 0 15,0 0 0-15,0 1 0 0,0 0 0 16,-2 0 0-16,1 0 0 0,-1 0 0 16,-2 4 0-16,2-3 0 15,0-1 0-15,-3 4 0 0,3-4 0 16,0 2 0-16,0-1 0 0,2 0 0 15,-1-1 0-15,1 0 0 0,0 1 0 16,0 1 0-16,-2 0 0 16,-4 3 0-16,1 1 0 0,-1 0 0 15,-2-1 0-15,3-2 0 0,1 0 0 16,2 0 0-16,0 0 0 0,-3 2 0 16,3-2 0-16,0-1 0 0,0 1 0 15,0-1 0-15,-3 2 0 0,3-3 0 16,0-1 0-16,2-1 0 0,0-1 0 15,-3-2 0-15,1 4 0 0,0 0 0 16,0-1 0-16,2 2 0 0,-3-3 0 16,5 0 0-16,-2 1 0 15,0 0 0-15,0 0 0 0,-2 0 0 16,2 1 0-16,-1 0 0 0,1 1 0 16,-2 0 0-16,0-1 0 15,2 0 0-15,-2 1 0 0,-1-1 0 16,1 2 0-16,0-1 0 0,-2 3 0 15,-3 0 0-15,1 1 0 0,0-1 0 16,4-4 0-16,1-1 0 16,1-2 0-16,0 1 0 0,-2 3 0 15,0 0 0-15,2-1 0 0,-3-1 0 16,1 0 0-16,2 0 0 0,-2 0 0 16,-2 0 0-16,3 2 0 0,-3-1 0 15,2 0 0-15,0 3 0 0,0-3 0 16,-1 1 0-16,1-1 0 0,0 1 0 15,0-1 0-15,0-1 0 0,-3 1 0 16,5-1 0-16,-2 1 0 16,0 0 0-16,0 0 0 0,-1 0 0 15,3-1 0-15,-2 1 0 0,2 1 0 16,-2-2 0-16,2 1 0 0,-3 1 0 16,3-3 0-16,0 2 0 15,-2-1 0-15,2 1 0 0,-2 0 0 16,1 2 0-16,-3-1 0 0,-2 4 0 15,-1 0 0-15,1 2 0 0,2-2 0 16,0-2 0-16,1 0 0 16,1-1 0-16,-2 1 0 0,4-3 0 15,-4 3 0-15,1-3 0 0,3 0 0 16,-2-1 0-16,2 1 0 0,-4 1 0 16,1 2 0-16,1-4 0 0,-2 1 0 15,2-1 0-15,0 0 0 0,-3 3 0 16,1-1 0-16,0-1 0 0,-1 0 0 15,3 1 0-15,-4 2 0 0,0 1 0 16,-1 0 0-16,3-2 0 16,0-2 0-16,2 0 0 0,-1-2 0 15,-1 2 0-15,-2 0 0 0,-3 3 0 16,1 2 0-16,-1-2 0 0,1 1 0 16,0 0 0-16,1 0 0 15,-1 0 0-15,-3 2 0 0,3 0 0 16,-2 0 0-16,1 0 0 0,-1-1 0 15,1 1 0-15,1-2 0 0,2 0 0 16,-1 0 0-16,1 1 0 16,2-1 0-16,-3 0 0 0,3 1 0 15,-2-1 0-15,-1 0 0 0,1 0 0 16,0 0 0-16,1-2 0 0,1 1 0 16,2-1 0-16,-2 1 0 0,2 0 0 15,-1-4 0-15,3 0 0 0,0-2 0 16,-2 3 0-16,-2 3 0 0,1-2 0 15,-3 4 0-15,0 0 0 16,1-2 0-16,-1 1 0 0,2 1 0 16,0-1 0-16,-3 0 0 0,3-1 0 15,2-1 0-15,2-3 0 0,-1-1 0 16,1 0 0-16,-2 1 0 16,2 1 0-16,-2 1 0 0,-2 0 0 15,1 1 0-15,-1-1 0 0,2 3 0 16,-4 1 0-16,1 1 0 0,1-3 0 15,2-1 0-15,0-2 0 0,-1 2 0 16,-1 2 0-16,2-3 0 16,0 0 0-16,2-3 0 0,-3-1 0 15,3 3 0-15,-2-1 0 0,-2 2 0 16,0 0 0-16,-1 1 0 0,1-2 0 16,2 2 0-16,-2 0 0 0,1-1 0 15,1 0 0-15,0-1 0 0,2 1 0 16,-2 0 0-16,-1-1 0 0,-1 3 0 15,0-2 0-15,0 0 0 16,-1-1 0-16,3-1 0 0,-2 1 0 16,0 5 0-16,-3-1 0 0,1 1 0 15,2-2 0-15,1 0 0 16,3-2 0-16,-2-4 0 0,2 3 0 16,0 0 0-16,-2 0 0 0,-1 1 0 15,1 1 0-15,0-1 0 0,0 0 0 16,-2-1 0-16,1 3 0 0,1-2 0 15,0-1 0-15,0 2 0 0,0-1 0 16,-3-1 0-16,3 0 0 0,0 0 0 16,0 1 0-16,-1-2 0 15,1 2 0-15,0 0 0 0,0-1 0 16,0 0 0-16,2 0 0 0,-3-1 0 16,3 1 0-16,0-2 0 0,0 1 0 15,0-2 0-15,0 0 0 0,0 2 0 16,-1 0 0-16,-1 0 0 0,2 0 0 15,-2 0 0-15,0 0 0 16,-1 1 0-16,3 0 0 0,-2-1 0 16,0 1 0-16,2-1 0 0,0-1 0 15,-1-1 0-15,3 1 0 16,-2 0 0-16,0-2 0 0,2 2 0 16,0 0 0-16,-2 0 0 0,0-1 0 15,2 3 0-15,-2-2 0 0,-3 1 0 16,1-1 0-16,0 0 0 0,0-1 0 15,2 1 0-15,-3 1 0 0,3-1 0 16,0-2 0-16,0 3 0 16,0-1 0-16,2 0 0 0,-2 0 0 15,0-1 0-15,-1 2 0 0,1 0 0 16,-2 0 0-16,0 1 0 0,0-1 0 16,-1 1 0-16,-1 0 0 0,2 2 0 15,-2-2 0-15,-1 2 0 0,3 2 0 16,0-3 0-16,-2-1 0 15,4 3 0-15,0-6 0 0,-1 2 0 16,-1 3 0-16,2-3 0 0,-2 1 0 16,0 0 0-16,-1 1 0 0,-1 3 0 15,-2 2 0-15,-3-1 0 16,3 0 0-16,0-1 0 0,1 1 0 16,1-2 0-16,0-1 0 0,0 2 0 15,-1 0 0-15,3-1 0 0,-2 0 0 16,0 0 0-16,-1 1 0 0,1-1 0 15,0-1 0-15,2-1 0 16,-3 2 0-16,3-2 0 0,0-2 0 16,-2 3 0-16,2 1 0 0,-3 2 0 15,-1 0 0-15,0-1 0 0,1-1 0 16,1-1 0-16,0 1 0 0,0 0 0 16,-1 0 0-16,1 0 0 0,0-1 0 15,-1 1 0-15,3-1 0 0,-2 3 0 16,0 0 0-16,2-2 0 15,-3 1 0-15,1 0 0 0,2-1 0 16,-5 0 0-16,3 1 0 0,-2-2 0 16,2 3 0-16,-3-1 0 0,1-2 0 15,0 3 0-15,1-1 0 16,-1-2 0-16,2 3 0 0,-1-3 0 16,1 2 0-16,-2 1 0 0,2 0 0 15,-1-1 0-15,-1 2 0 0,2 0 0 16,-3-1 0-16,1 1 0 0,0 1 0 15,-3-1 0-15,3 1 0 16,0-1 0-16,-1 1 0 0,-1-1 0 16,2 0 0-16,-1 0 0 0,3 0 0 15,-2 0 0-15,-3-1 0 0,3 3 0 16,-3-2 0-16,1 1 0 0,0-1 0 16,-1 1 0-16,3-1 0 0,-3-1 0 15,3 2 0-15,0-2 0 0,-1 1 0 16,1 0 0-16,0-1 0 15,2 0 0-15,-3 0 0 0,3-2 0 16,-2 1 0-16,-1 1 0 0,3-1 0 16,-4 0 0-16,1 2 0 0,1-1 0 15,0 1 0-15,-3-1 0 16,3 2 0-16,-3-1 0 0,1-1 0 16,2 1 0-16,-1-1 0 0,3-1 0 15,0 0 0-15,0-1 0 0,1 0 0 16,-1-1 0-16,0 0 0 0,0 1 0 15,-1-3 0-15,-1 2 0 16,2 0 0-16,-1 0 0 0,-3 2 0 16,4-1 0-16,-3 0 0 0,1 1 0 15,2-1 0-15,0 0 0 0,-1 0 0 16,1-1 0-16,2-2 0 0,0 3 0 16,-3-1 0-16,1 2 0 0,-2 2 0 15,1-2 0-15,1-1 0 16,2-1 0-16,-2 1 0 0,-1-1 0 15,5-1 0-15,-2 0 0 0,-2 2 0 16,-2 0 0-16,1-1 0 0,5-3 0 16,0-2 0-16,0 2 0 0,0 0 0 15,0 0 0-15,2-2 0 16,-1 0 0-16,1 1 0 0,2-4 0 16,0 2 0-16,5-3 0 0,1-2 0 15,4-5 0-15,7-4-869 0,-1 1-668 16,-1-4-764-16</inkml:trace>
  <inkml:trace contextRef="#ctx0" brushRef="#br3" timeOffset="123674.27">25649 6799 3317 0,'0'0'676'0,"0"0"-11"0,0 0-121 0,0 0 220 0,0 0-372 0,0 0-99 16,0 0 127-16,0 0-208 0,0 0 48 15,0 0 104-15,-25 5-192 0,25-4-59 16,0-1-113-16,0 0 0 0,0 0 0 16,2 0 0-16,-2 1 0 0,2 0 0 15,0 0 0-15,0 3 0 16,2-1 0-16,1 2 0 0,-1 0 0 16,2-1 0-16,0 1 0 0,2 0 0 15,1-2 0-15,1-1 0 0,0-1 0 16,1-1 0-16,-3 0 0 15,-4 0 0-15,2 0 0 0,3 0 0 16,-3 0 0-16,0 0 0 0,2 0 0 16,5 0 0-16,3 0 0 0,3 0 0 15,-1 0 0-15,1 0 0 0,-3 0 0 16,1-2 0-16,-5-1 0 0,1 2 0 16,-5 0 0-16,-2 1 0 0,-2 0 0 15,1 0 0-15,-3 0 0 0,2 0 0 16,0 0 0-16,0 0 0 15,0 0 0-15,2 0 0 0,3 0 0 16,3-1 0-16,0-2 0 0,3 0 0 16,-3 0 0-16,-1 1 0 0,-3 0 0 15,-2 0 0-15,0 1 0 16,3 1 0-16,1 0 0 0,4 1 0 16,1 2 0-16,1 0 0 0,-1 1 0 15,-3-2 0-15,3 3 0 0,-3-4 0 16,3 4 0-16,-5-4 0 15,2 1 0-15,1 0 0 0,-1-2 0 16,-2 0 0-16,3 0 0 0,-3 0 0 16,1 0 0-16,-1 0 0 0,0-2 0 15,-4 2 0-15,5 0 0 0,-3 0 0 16,4 0 0-16,3 1 0 0,-1 0 0 16,3-1 0-16,-3 1 0 0,3 0 0 15,-5-1 0-15,3 0 0 16,-3 0 0-16,3 0 0 0,-1-1 0 15,1-1 0-15,-1-1 0 0,1 2 0 16,1-2 0-16,-1 0 0 0,1 2 0 16,1-3 0-16,-1 3 0 15,3 0 0-15,1 1 0 0,1 0 0 16,0 0 0-16,-1 0 0 0,-1 0 0 16,2 1 0-16,-3 0 0 0,1-1 0 15,0 0 0-15,-3 0 0 0,-1 0 0 16,-3 0 0-16,0-2 0 15,-1-2 0-15,-1 1 0 0,0-1 0 16,1 1 0-16,1-1 0 0,1 0 0 16,1 1 0-16,3 2 0 0,-1-2 0 15,1 1 0-15,1 0 0 0,1 0 0 16,1-1 0-16,3 0 0 0,2-1 0 16,0-2 0-16,2 0 0 0,0 0 0 15,-5 0 0-15,3-1 0 0,-2 0 0 16,-2 1 0-16,-1-1 0 15,-1 2 0-15,-1-1 0 0,3 2 0 16,-2 0 0-16,-3-1 0 0,3 3 0 16,-3-2 0-16,-1 2 0 0,-1 0 0 15,-3-1 0-15,-3 2 0 16,-4 1 0-16,0 0 0 0,0 0-289 16,0 4-431-16,-2 0-753 0,3 1-76 15,-5 2-1008-15</inkml:trace>
  <inkml:trace contextRef="#ctx0" brushRef="#br3" timeOffset="125158.12">25680 6908 1608 0,'0'0'352'16,"0"0"13"-16,0 0 247 0,0 0-320 16,0 0-20-16,0 0 264 0,0 0-175 15,0 0 15-15,0 0 332 0,0 0-188 16,4-11-12-16,-4 11 329 15,0 0-409-15,0 0-84 0,0 0-271 16,0 0-73-16,0 0 0 0,0 2 0 16,0 2 0-16,0 2 0 0,0 2 0 15,0 3 0-15,0 3 0 0,-2 1 0 16,2 1 0-16,-2 3 0 0,0-1 0 16,0 3 0-16,0 2 0 0,-2 3 0 15,-1 0 0-15,1 2 0 0,-2 1 0 16,2-1 0-16,0 2 0 0,0-4 0 15,2 5 0-15,-3-3 0 16,3 2 0-16,0 1 0 0,0-2 0 16,0 2 0-16,0 0 0 15,2 0 0-15,-2 0 0 0,-2 1 0 16,2 1 0-16,-2 0 0 0,0 3 0 16,-3-3 0-16,5 0 0 0,-2-3 0 15,4-2 0-15,-2-2 0 16,2-1 0-16,0 0 0 0,0-4 0 15,0 4 0-15,2 0 0 0,-2 1 0 16,0 0 0-16,2 4 0 0,0 1 0 16,0 1 0-16,0 2 0 0,-2 2 0 15,0-1 0-15,0 3 0 0,-2 0 0 16,-2 2 0-16,2 0 0 0,0-3 0 16,0-2 0-16,0-1 0 15,2-1 0-15,0 1 0 0,0 0 0 16,0 0 0-16,2 1 0 0,2-1 0 15,0 0 0-15,0 3 0 0,1-2 0 16,-3-1 0-16,0-1 0 16,-2-4 0-16,-2-6 0 0,-3-7 0 15,1-6 0-15,-2-6 0 0,4-4 0 16,-2-7 0-16,4-17 0 0,0 2-2214 16,0-9-2132-16</inkml:trace>
  <inkml:trace contextRef="#ctx0" brushRef="#br3" timeOffset="127089.2">25545 8936 2297 0,'0'0'508'16,"0"0"904"-16,0 0-447 0,0 0-613 16,0 0 32-16,0 0-56 0,0 0-192 15,0 0-20-15,0 0 117 0,-37 36-101 16,27-23 24-16,0 2 76 16,-3 2-140-16,1 1-8 0,-1-2 60 15,3-2-104-15,-2 4 24 0,-1-2 12 16,3-1-64-16,0-1 16 0,-5 1 28 15,3 0-40-15,-1-1-16 0,-1 0 8 16,3 1-4-16,-1-2-4 0,0 2 56 16,-3 0-4-16,1 2 80 0,-7 2-55 15,-2 0-77-15,-1 2 0 0,-5 1 0 16,0 1 0-16,4 2 0 16,-2-1 0-16,0 0 0 0,2-2 0 15,3-2 0-15,5-1 0 0,3-5 0 16,1 1 0-16,3-4 0 15,4-2 0-15,-3-1 0 0,5-2 0 16,-2 2 0-16,-4 3 0 0,-3 0 0 16,1 2 0-16,-3-3 0 0,-1 3 0 15,-1 0 0-15,1 2 0 16,-1-2 0-16,3 0 0 0,-1 0 0 16,1-2 0-16,-1 2 0 0,7-1 0 15,-2 0 0-15,-1 0 0 0,3 0 0 16,-4 1 0-16,-1 1 0 0,-1 3 0 15,-7-2 0-15,3 3 0 0,-5 1 0 16,2-1 0-16,1 1 0 0,-1 0 0 16,0 2 0-16,3 1 0 0,-5 1 0 15,4 2 0-15,1-2 0 0,1-1 0 16,1-1 0-16,-1-3 0 16,3 1 0-16,-1 0 0 0,1-3 0 15,-1 0 0-15,3-2 0 0,-1 0 0 16,-1-2 0-16,6 0 0 15,-3 0 0-15,1 1-121 0,2-3-763 16,-3 0-501-16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8:14:31.540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4552 5167 5294 0,'0'0'192'0,"0"0"52"16,0 0 84-16,0 0-144 0,0 0 44 15,0 0 169-15,0 0-309 0,0 0 36 16,56 10 364-16,4-10-212 0,12 0-28 16,2 0-147-16,5 0-101 15,-1 0 0-15,7 0 0 0,4 0 0 16,2 0 0-16,6-1 0 0,4-2 0 15,5-3 0-15,3 0 0 0,-5 0 0 16,-3 1 0-16,-6 3 0 16,-6-1 0-16,-10 2 0 0,-26 1-2166 15,-7-3-1447-15</inkml:trace>
  <inkml:trace contextRef="#ctx0" brushRef="#br0" timeOffset="3335.27">14003 2719 1792 0,'0'0'40'0,"0"0"1721"16,0 0-888-16,0 0-429 0,0 0 468 16,0 0-440-16,0 0-103 0,0 0 175 15,0 0-244-15,-23-17-52 0,19 17 8 16,-2 0-180-16,1 0 12 0,-1 0-71 15,-2 0-17-15,2 0 0 0,0 0 0 16,1 0 0-16,-1 0 0 0,0 4 0 16,-2-2 0-16,2 4 0 15,-1-1 0-15,-3 3 0 0,-4 0 0 16,1 4 0-16,-5 0 0 0,5-1 0 16,-5-3 0-16,5 3 0 0,-1-3 0 15,3 1 0-15,-1 1 0 16,-3-2 0-16,5 4 0 0,-2 0 0 15,1 1 0-15,-3 0 0 0,-1 2 0 16,3 1 0-16,2-1 0 0,-5 2 0 16,5 1 0-16,0-1 0 0,3 0 0 15,-3 2 0-15,0-1 0 16,-1 0 0-16,5-2 0 0,-4 2 0 16,4-2 0-16,-5 0 0 0,5-1 0 15,-2 1 0-15,-2-2 0 0,3 2 0 16,1 0 0-16,-2 2 0 0,2 0 0 15,-5 2 0-15,5 1 0 0,-4 2 0 16,4 0 0-16,-3 1 0 16,-1-1 0-16,4-1 0 0,2 1 0 15,-3-1 0-15,1-1 0 0,0 1 0 16,2 0 0-16,-2 0 0 0,2-2 0 16,-1 1 0-16,3-2 0 0,-2 0 0 15,0 0 0-15,4 0 0 16,-2 1 0-16,-2 0 0 0,4 4 0 15,-4-2 0-15,4 2 0 0,-2-2 0 16,2-1 0-16,0 0 0 0,0 0 0 16,0 1 0-16,0-1 0 0,0-1 0 15,0-1 0-15,2 0 0 16,-2 0 0-16,0 0 0 0,4 0 0 16,-4 0 0-16,4 1 0 0,-2 2 0 15,-2-2 0-15,4 1 0 0,0-2 0 16,-2 2 0-16,3-2 0 0,1-1 0 15,2 2 0-15,-2-2 0 0,0 0 0 16,1-2 0-16,3 1 0 16,0-1 0-16,1-1 0 0,-1-2 0 15,4-1 0-15,-1-1 0 0,-3-2 0 16,1 0 0-16,3-1 0 0,-2-1 0 16,3 1 0-16,1-2 0 0,-1-1 0 15,1 0 0-15,1-1 0 16,2 1 0-16,1-3 0 0,-1-2 0 15,-5 0 0-15,7-1 0 0,-5-4 0 16,1 1 0-16,2-4 0 0,-3 1 0 16,1-2 0-16,-1-1 0 0,5-2 0 15,-7-2 0-15,3-4 0 16,4-1 0-16,-5-3 0 0,5 2 0 16,-5-5 0-16,-1 0 0 0,1-3 0 15,1-2 0-15,1-4 0 0,-5-2 0 16,1-2 0-16,1 1 0 0,-3-2 0 15,-1 1 0-15,3 1 0 0,-8-1 0 16,5 1 0-16,-5-2 0 16,4-2 0-16,-4 0 0 0,3-2 0 15,-3 0 0-15,0 0 0 0,-2 2 0 16,2 1 0-16,-6 1 0 0,4 1 0 16,-4 0 0-16,0 3 0 0,0-2 0 15,-4 2 0-15,4 0 0 16,-2 0 0-16,-2 2 0 0,0-1 0 15,2 1 0-15,-2 2 0 0,0 0 0 16,-3 3 0-16,7 0 0 0,-4 1 0 16,4 1 0-16,0 0 0 0,0-1 0 15,-2 0 0-15,-2 0 0 16,4 1 0-16,0 0 0 0,0 4 0 16,0 3 0-16,0 3 0 0,0 7 0 15,0 4 0-15,-4 0 0 0,2 4 0 16,2 1 0-16,-6-2 0 0,-3 0 0 15,7 1 0-15,-12 0-2150 0</inkml:trace>
  <inkml:trace contextRef="#ctx0" brushRef="#br0" timeOffset="4297.95">14069 2688 7227 0,'0'0'916'15,"0"0"-867"-15,0 0-49 0,0 0 0 16,54-52 0-16,-11 15 0 0,13-6 0 16,8-4 0-16,10-4 0 0,13-5 0 15,8-2 0-15,11 0 0 16,3 2 0-16,3 3 0 0,-7 3 0 16,-6 5 0-16,-3 3 0 0,-32 12-9 15,-9-2-3260-15</inkml:trace>
  <inkml:trace contextRef="#ctx0" brushRef="#br0" timeOffset="4805.28">15962 1613 5506 0,'0'0'924'0,"0"0"-267"15,0 0 415-15,-43-3-1039 0,26 6-33 0,3 2 0 0,-7 4 0 16,5 3 0-16,-9 8 0 0,4 4 0 15,3 9 0-15,-1 6 0 0,7 2 0 16,1 4 0-16,7-2 0 0,4-3 0 16,6-5 0-16,9-8 0 0,12-7 0 15,4-7 0-15,6-7 0 16,8-6 0-16,-1-8 0 0,3-5 0 16,1-6 0-16,-1-3 0 0,-5-4-237 15,-15 5-1560-15,-3 1-1272 0</inkml:trace>
  <inkml:trace contextRef="#ctx0" brushRef="#br0" timeOffset="5542.21">16231 1678 2237 0,'0'0'2665'0,"0"0"-1413"0,0 0-571 15,0 0-181-15,0 0-76 0,0 0-400 16,-2 46 32-16,2-11 176 0,2-1-111 16,6-5-121-16,5-2 0 0,1-5 0 15,3-2 0-15,3-8 0 16,1-5 0-16,4-3 0 0,-7-4 0 16,-3-4 0-16,-1-3 0 0,-3-2 0 15,-5-2 0-15,-4-3 0 0,-2 0 0 16,0-1 0-16,-2 2 0 0,-2 3 0 15,2 3 0-15,0 5 0 0,2 0 0 16,0 2 0-16,0 6 0 0,0 8 0 16,4 12 0-16,0 8 0 15,2 5 0-15,-2 3 0 0,2 0 0 16,5 4 0-16,-1 0 0 0,0 3 0 16,3 3 0-16,-9 4 0 0,-4 3 0 15,0 0 0-15,-12 3 0 16,-7-2 0-16,-2-3 0 0,-6-6 0 15,1-8 0-15,-5-11 0 0,4-11 0 16,-4-9 0-16,0-12 0 0,2-14 0 16,-2-17 0-16,2-14 0 0,2-15 0 15,6-9 0-15,15-5 0 16,12 2 0-16,19 4 0 0,8 7 0 16,2 0 0-16,7 3 0 0,1 0 0 15,-12 13-397-15,4-5-1408 0</inkml:trace>
  <inkml:trace contextRef="#ctx0" brushRef="#br0" timeOffset="5996.41">16562 1000 6703 0,'0'0'664'0,"0"0"-116"0,0 0-271 16,0 0-277-16,0 0 0 0,4 45 0 16,6 0 0-16,1 18 0 0,5 13 0 15,1 3 0-15,-7 4 0 16,0-5 0-16,-6 3 0 0,3-4 0 15,-7-3 0-15,4-7 0 0,-4-7 0 16,2-10 0-16,-2-9 0 0,4-11 0 16,0-12 0-16,0-7 0 15,2-10-1005-15,-1-1-484 0,1-13-2737 0</inkml:trace>
  <inkml:trace contextRef="#ctx0" brushRef="#br0" timeOffset="6167.37">16795 1685 6931 0,'0'0'836'0,"7"38"-500"0,-5-8-247 16,0 2-89-16,-2 1 0 0,2-2 0 16,-2-3 0-16,6-3 0 15,-2-4 0-15,6-5 0 0,-3-6 0 16,3-6 0-16,0-4-505 0,1-5-944 16,-7-8-4041-16</inkml:trace>
  <inkml:trace contextRef="#ctx0" brushRef="#br0" timeOffset="6492.99">16913 1279 6414 0,'0'0'1105'0,"0"0"-905"15,0 0-60-15,0 0-60 16,6 45-80-16,-1-15 0 0,3 7-96 16,0 3-228-16,0 2-156 0,3 6-549 15,-5 7 181-15,0 6 240 0,-6 3-181 16,0-3 705-16,0-5 84 0,0-11 929 15,6-11-69-15,-4-10-76 0,0-10 249 16,3-7-433-16,-3-5-295 0,0-5-305 16,4-13 0-16,4-13 0 15,3-8 0-15,1-5 0 0,-2 0 0 16,1 11 0-16,-5 4 0 0,2 12 0 16,-5 7 0-16,-5 6 0 0,4 2 0 15,-2 6 0-15,2 6 0 16,2 9 0-16,0 7 0 0,3 1 0 15,-5 0 0-15,4-2 0 0,2-4 0 16,1-1 0-16,3-5-1457 0,-3-6-636 16,-1-5-1629-16</inkml:trace>
  <inkml:trace contextRef="#ctx0" brushRef="#br0" timeOffset="6699.99">17428 1678 6723 0,'0'0'452'0,"-33"-44"216"0,18 29-319 16,9 8-349-16,0 3 0 0,-2 4 0 16,-3 6 0-16,-5 12 0 15,-1 13 0-15,-3 10 0 0,5 7 0 16,5-1 0-16,4-2 0 0,1-5 0 16,10-8 0-16,5-7 0 0,2-11 0 15,3-9 0-15,10-8 0 16,1-13 0-16,1-13 0 0,0-11 0 15,-2-7-637-15,-8 6-2072 0,-7-2-1493 0</inkml:trace>
  <inkml:trace contextRef="#ctx0" brushRef="#br0" timeOffset="6866.67">17438 1230 5538 0,'0'0'1925'0,"0"0"-1196"16,0 0-729-16,-25 52 0 0,13-7 0 15,2 10 0-15,3 0 0 0,3 1 0 16,2 1 0-16,2 1 0 0,2 0 0 15,5-3 0-15,1-4 0 0,2-7-321 16,3-7-875-16,1-13-281 0,-4-6-2277 0</inkml:trace>
  <inkml:trace contextRef="#ctx0" brushRef="#br0" timeOffset="7231.07">17531 1877 2621 0,'0'0'3873'0,"0"0"-2648"0,0 0-809 15,27-39-359-15,-10 10-57 0,-1-4 0 16,3 1 0-16,-7 1 0 0,-4 1 0 16,-1 2 0-16,-7 1 0 0,0 5 0 15,-7 6 0-15,-1 6 0 16,2 6 0-16,-2 4 0 0,-5 10 0 16,-11 14 0-16,1 12 0 0,-2 7 0 15,8 8 0-15,7-3 0 0,8-2 0 16,4-6-317-16,8-6-87 0,7-9 144 15,8-6 240-15,2-5 20 0,4-6 40 16,0-3-24-16,0-4 36 0,2-1 56 16,-6-4-92-16,2-1-4 15,-7-2-12-15,3 1-8 0,-12 1 0 16,-3 0 0-16,-6 3 16 0,-4-2 48 16,0 3 624-16,0-3-643 0,-4-1-37 15,2-6 0-15,-6-4 0 0,8-9 0 16,0-7 0-16,6-4 0 15,8 0 0-15,9 0 0 0,2 1 0 16,0 0 0-16,-3 3 0 0,-1 0 0 16,-5 9 0-16,1-2-3262 0</inkml:trace>
  <inkml:trace contextRef="#ctx0" brushRef="#br0" timeOffset="7622.09">18426 1053 2769 0,'0'0'4186'0,"0"0"-3546"0,0 0-76 0,0 0-531 16,0 0-33-16,0 0 0 0,-37 73 0 15,31-15 0-15,2 11 0 0,4 4 0 16,4-2 0-16,-2-6 0 0,2 0 0 15,-4 0 0-15,4-2 0 0,0-4 0 16,-2-6 0-16,9-7 0 0,-1-7 0 16,0-6 0-16,3-9 0 15,-3-12-1569-15,-2-5-384 0,-1-7-1021 0</inkml:trace>
  <inkml:trace contextRef="#ctx0" brushRef="#br0" timeOffset="8131.1">18604 1768 7391 0,'0'0'801'16,"37"-35"-801"-16,-20 10 0 0,-1 0 0 16,-5 0 0-16,-1-5 0 0,-6 2 0 15,-4-2 0-15,0 1 0 16,-4 5 0-16,-2 6 0 0,2 8 0 16,2 6 0-16,-5 4 0 0,-1 5 0 15,-8 14 0-15,-5 16 0 0,0 10 0 16,5 8 0-16,3 0 0 0,9-9 0 15,4-5 0-15,11-5 0 0,5-9 0 16,7-7 0-16,2-6 0 0,12-8 0 16,-2-4 0-16,4-7 0 15,-4-6 0-15,-2-3 0 0,-4-5-89 16,-8 1-163-16,-2-2 76 0,-9 2 156 16,0 5 12-16,-3 7 16 0,-7 4 16 15,0 4 244-15,2 5-228 16,0 6 20-16,6 8 16 0,-6 5-72 15,4 2 8-15,-4-1-12 0,-2-5 8 16,0-3-8-16,0-3 4 0,0-5 0 16,0-3-4-16,0-4 37 0,0 1-37 15,0-2 0-15,0-2 0 16,0-10 0-16,2-14 0 0,7-5 0 16,1-7 0-16,2 1 0 0,5 4 0 15,2 2 0-15,-3 7 0 0,1 7 0 16,-7 8 0-16,-4 5 0 0,-2 4 0 15,0 7 0-15,3 11 0 0,-5 14 0 16,0 6 0-16,0 2 0 0,-2-2 0 16,8-9 0-16,0-3-249 15,3-10-1852-15,-1-4-424 0</inkml:trace>
  <inkml:trace contextRef="#ctx0" brushRef="#br0" timeOffset="8546.11">19328 1736 7819 0,'0'0'373'0,"-21"-41"-373"0,11 22 0 16,1 6 0-16,-3 1 0 0,2 1 0 15,-5 6 0-15,3 5 0 16,-3 6 0-16,-1 10 0 0,-1 5 0 16,-1 8 0-16,1 0 0 0,7 2 0 15,-1 0 0-15,5-6 0 0,6-3 0 16,6-8 0-16,5-4 0 0,5-6 0 15,5-3 0-15,6-4 0 0,-7-5 0 16,5-4 0-16,-2-4 0 0,-4-3 0 16,-3 3 0-16,-3 0 0 15,-5 7 0-15,-2 4 0 0,-2 4 0 16,2 3 0-16,1 11 0 0,3 13 0 16,0 9 0-16,-2 9 0 0,-1 1 0 15,-3-1 0-15,-4 0 0 16,0 2 0-16,-8 0 0 0,-3 3 0 15,-3 0 0-15,-9-1 0 0,0 0 0 16,-2-5 0-16,-1-7 0 0,-3-9 0 16,4-9 0-16,2-12 0 0,0-10 0 15,9-11 0-15,1-18 0 16,5-11 0-16,6-14 0 0,6-13 0 16,9-10-509-16,11-8-47 0,7-7-277 15,3-5 269-15,-8 23-152 0,1-1-1481 0</inkml:trace>
  <inkml:trace contextRef="#ctx0" brushRef="#br0" timeOffset="8745.25">19514 894 7199 0,'0'0'932'0,"0"0"-871"0,0 0-61 0,0 0 0 16,-2 48 0-16,4 10 0 0,-2 12 0 15,4 13 0-15,0 5 0 16,4-4 0-16,-4 3 0 0,7-2 0 15,-11-1 0-15,0-7 0 0,0-5 0 16,-11-7 0-16,5-9 0 0,-2-6 0 16,-5-9 0-16,-1-10-653 0,4-10-1300 15,-3-10-940-15</inkml:trace>
  <inkml:trace contextRef="#ctx0" brushRef="#br0" timeOffset="8887.69">19445 1666 6190 0,'0'0'1669'15,"31"-26"-1336"-15,-6 13-333 0,-2 0 0 16,-4-1 0-16,-1-3 0 0,3-4 0 16,4-5 0-16,-3-3-137 15,-1 6-2132-15,-4-4-1172 0</inkml:trace>
  <inkml:trace contextRef="#ctx0" brushRef="#br0" timeOffset="9137.45">19811 1124 7511 0,'0'0'681'0,"13"46"-681"0,-3-6 0 16,-4 6 0-16,-2 6 0 0,3 2 0 16,-3-1 0-16,0-4 0 15,-2-4 0-15,2-4 0 0,-2-7 0 16,-2-4 0-16,2-5 0 0,-2-10 0 16,0-6 0-16,2-8 0 0,2-5 0 15,3-11 0-15,9-13 0 0,-1-5 0 16,5 0 0-16,-5 6 0 0,-3 13 0 15,-4 7 0-15,-1 7 0 0,-1 4 0 16,4 15 0-16,3 8 0 0,1 9 0 16,7 3 0-16,-5 0 0 15,5 2 0-15,0 1 0 0,5-1 0 16,1-2 0-16,-8-10-705 0,-3 1-2380 0</inkml:trace>
  <inkml:trace contextRef="#ctx0" brushRef="#br0" timeOffset="21913.41">2150 10934 1832 0,'0'0'1057'0,"0"0"-409"0,0 0 249 15,0 0-401-15,0 0-84 0,0 0 200 16,0 0-132-16,0 0-59 0,14-2 119 16,-10 0-256-16,-2 1-28 0,1 1 1 15,-3 0-257-15,0 0 0 0,0 0 0 16,0 0 0-16,0 0 0 0,0 0 0 16,0 0 0-16,0 0 0 15,0 0 0-15,0 0 0 0,0 0 0 16,0 0 0-16,4 0 0 0,-2 0 0 15,8 0 0-15,9 0 0 0,-3 0 0 16,5 1 0-16,0 1 0 16,-1 2 0-16,3 0 0 0,2-1 0 15,4 3 0-15,6-3 0 0,6 0 0 16,9-1 0-16,6-1 0 0,12-1 0 16,4 0 0-16,13 0 0 15,4-2 0-15,2 2 0 0,12 0 0 16,3 0 0-16,5 1 0 0,9 0 0 15,8 1 0-15,7-1 0 0,1-1 0 16,7 1 0-16,3-1 0 0,3 0 0 16,2 3 0-16,0-1 0 0,-4 2 0 15,2-1 0-15,-7 2 0 0,-1 2 0 16,-5-1 0-16,3 2 0 0,-5 0 0 16,5-1 0-16,1 3 0 15,-3-1 0-15,5 0 0 0,1-1 0 16,-3-1 0-16,-1-1 0 0,-3 1 0 15,-1-1 0-15,-9 0 0 0,-8-2 0 16,-11 0 0-16,-12-3 0 16,-10-1 0-16,-17 0 0 0,-6-6 0 15,-12-2 0-15,-5-4 0 0,-7-1 0 16,-7 0-309-16,-11 2-2348 0,1-4-1533 0</inkml:trace>
  <inkml:trace contextRef="#ctx0" brushRef="#br0" timeOffset="27154.77">15311 11364 1872 0,'0'0'48'15,"58"-35"1489"-15,-27 15-1197 16,-6 4-144-16,-9-1 209 0,1 0-69 16,-7 1-8-16,-4 0 168 0,-6 1-216 15,0-1-12-15,-8 0 128 0,-6 1-243 16,-11-3-33-16,-6 3 28 0,-17 0-124 16,-5 2-8-16,-16 1-4 15,-9 5-8-15,-13 1-4 0,-8 4 0 16,-11 2 0-16,-6 5 0 0,1 6 0 15,-5 5 0-15,4 6 0 0,6 5 0 16,5 5-8-16,8 4 4 0,10 3-48 16,13 4-56-16,16 3 36 0,16 1-141 15,15-2 29-15,21-2 4 0,19-3-92 16,24-5 124-16,19-6 108 16,24-7 36-16,13-8 4 0,19-7 40 15,4-7 184-15,8-1-56 0,4-6 32 16,-2-6 137-16,0-2-129 0,-6-6 48 15,-6-3 224-15,-9-5-292 16,-8-4-84-16,-10-3-64 0,-12 0-28 16,-7 0-12-16,-21 4 0 0,-14 4-20 15,-18 3-32-15,-15 3-160 0,-23 4-124 16,-16 2-36-16,-9 4-209 16,-5 3 213-16,11 5-128 0,-5 0-1509 0</inkml:trace>
  <inkml:trace contextRef="#ctx0" brushRef="#br0" timeOffset="27800.65">13771 11695 3929 0,'0'0'276'0,"0"0"-248"0,15 37 48 15,-13-5 253-15,-2 8-193 0,0 7-88 16,0 10-24-16,-7 8-12 15,-3 11-4-15,4 8 184 0,-4 7 128 16,3 4-40-16,3 5 152 0,0 3-184 16,4 5-40-16,0 9 217 15,4 5-241-15,2 7-40 0,1 7-12 16,3 8-128-16,0 4 28 0,1 8-12 16,-1 6-20-16,4 3 0 0,-3 9 52 15,-1 5 64-15,-4 7 28 0,1 7 112 16,1 9-140-16,-6-1-95 0,-2 3-21 15,4 2 0-15,-4-4 0 0,0 0 0 16,0-2 0-16,0-7 0 16,0-2 0-16,4-8 0 0,-2-10 0 15,2-14 0-15,7-12 0 0,-1-14 0 16,2-16 0-16,3-15 0 0,1-16-25 16,1-15-979-16,-3-23-181 15,1-12-307-15</inkml:trace>
  <inkml:trace contextRef="#ctx0" brushRef="#br0" timeOffset="28199.91">13914 17766 3129 0,'35'33'2953'0,"-2"-15"-2661"0,19 5 17 0,6-7 275 15,16-3-504-15,15-2-56 0,10-5 8 16,13-6-16-16,8-5-16 0,22-13 252 16,9-8-96-16,2-6-12 0,-2-6-48 15,-23 0-92-15,-2-4-8 0,-10-6-44 16,-6 0-192-16,-11-6-116 0,-8-4-817 15,-25 13-507-15,-12-5-685 0</inkml:trace>
  <inkml:trace contextRef="#ctx0" brushRef="#br0" timeOffset="28838.81">15398 11356 3021 0,'0'46'396'0,"2"2"-196"0,4 15 492 0,3 2-219 16,-3 10-13-16,0 7 56 16,-2 9-288-16,0 9-12 0,-2 10 145 15,2 9-249-15,-4 6 36 0,7 11 60 16,-3 10-152-16,2 10-4 0,2 10 136 15,0 9-84-15,3 9 28 0,-1 3 112 16,0 9-116-16,-1 5-32 0,-1 4-12 16,-4 8-84-16,0 3 12 15,2 3 24-15,1 6-28 0,1-3 13 16,4 2-21-16,-1-2 0 0,7-2 0 16,1-11 0-16,2-10 0 15,8-14 0-15,-1-17 0 0,8-17 0 16,-5-18 0-16,0-26-561 0,-9-35-1676 15,-5-22-2673-15</inkml:trace>
  <inkml:trace contextRef="#ctx0" brushRef="#br1" timeOffset="35871.89">11545 12016 3345 0,'0'0'696'0,"0"0"-311"16,0 0-117-16,0 0-56 0,0 0 108 15,0 0-80-15,0 0 12 0,0 0 148 16,0 0-240-16,-29-15-44 0,29 13 65 16,0 1-117-16,0-1 16 0,2-1 52 15,-2 1-112-15,4 1 4 0,-2 0-12 16,2-1-12-16,3 1 0 16,3-1 0-16,8-1 0 0,-5 1 0 15,8-1 0-15,-1 0 8 0,1 1-8 16,6-2 0-16,0 2 4 15,0-2-4-15,4 2 0 0,0-3 4 16,0 1-4-16,2 0 32 0,2-1-24 16,-2-1 12-16,2 0-8 0,-2 2-4 15,-2 0-8-15,4-2 0 16,-2 2 8-16,2 1-8 0,-2-2 28 16,5 1-28-16,-1 1 28 0,4-2 28 15,1 4-56-15,-1-2 12 0,-4 1 4 16,4 0-4-16,-7 2-12 0,1-1 4 15,-2 1 0-15,2 0-4 0,-2 0 4 16,4 0 4-16,-2 0-8 0,3 0 20 16,-1 0-16-16,0 0-4 0,4-3 4 15,-4 1 4-15,1 0-8 0,-3-1 0 16,2 3-4-16,-6 0 4 16,-4 0 0-16,0 0 8 0,0 4-8 15,-3-1 0-15,3 1-4 0,0 2 4 16,4-2 28-16,-4 2-12 15,8-1-16-15,-4 3 0 0,-2-1 0 16,2 0 0-16,-4 2 4 0,4-2-4 16,-2 2 0-16,-6 0-4 0,2-1 12 15,-3 2-8-15,-1 1 44 0,4-2-40 16,-7 3 36-16,3-3 4 16,-2 3-36-16,-3 0-8 0,-3 0 12 15,1 0-8-15,1 1-4 0,1 0 52 16,-4-2-48-16,7 0 24 0,-2 1 28 15,3 0-40-15,1-1 48 0,0-1 52 16,1 2-48-16,-1 0 0 0,4-1 0 16,-2-2-68-16,3 2 24 0,3-2 52 15,0 0-44-15,6-1 4 0,-1 2 4 16,1-1-23-16,2-1-17 16,0-1 0-16,0 1 0 0,1-1 0 15,3-1 0-15,0 1 0 0,1-1 0 16,1 1 0-16,-2-1 0 0,3-2 0 15,1 3 0-15,-1-1 0 16,1-1 0-16,-2 1 0 0,3-2 0 16,-3-1 0-16,1 3 0 15,1-1 0-15,-1 0 0 0,-3-1 0 0,0 1 0 16,1-1 0-16,-3-1 0 16,0 1 0-16,1-2 0 0,1 0 0 15,0-1 0-15,3-1 0 0,3-1 0 16,-1-2 0-16,1-2 0 0,-3-1 0 15,1-1 0-15,-2 0 0 0,-1 0 0 16,-1-3 0-16,-4 2 0 0,1 0 0 16,-1-2 0-16,0 2 0 0,-6 0 0 15,4 1 0-15,-8 0 0 0,4-1 0 16,-4 2 0-16,0-1 0 16,0 0 0-16,2 0 0 0,-3 0 0 15,5 2-181-15,-2-1-115 0,2 1-8 16,0 0-48-16,0 1 128 15,-4 0 164-15,-2 1 52 0,-2 2 16 16,-2 0 8-16,-7 0 152 0,-4-1-152 16,-3 2-4-16,-5-1-12 0,-2 0-24 15,0-3-328-15,-17-4-2662 0</inkml:trace>
  <inkml:trace contextRef="#ctx0" brushRef="#br1" timeOffset="36564.07">16026 12254 1836 0,'0'0'0'16,"0"0"-76"-16,36 0-140 0,-22 0-124 16,-4 0 260-16,-1 0 80 0,-5-1 204 15,2 1-160-15,-6 0 24 0,4 0 96 16,-4 0-88-16,0 0 80 16,0 0 285-16,-4 0-197 0,2 1-56 15,-4-1 84-15,-3 0-48 0,3 0 88 16,2-1 392-16,2-2-323 15,-2 1-89-15,4 2 152 0,0 0-224 16,0 0-20-16,4 5 108 0,2-2-200 16,11 3 4-16,8 2 12 0,3-3-120 15,8 0-8-15,5-5 4 16,0 0-72-16,3-3 16 0,7-6 12 16,1-2 24-16,4-3 20 0,2-2 72 15,4-3 4-15,2-3 36 0,-2 0 169 16,4-3-81-16,-6 0-40 0,4 0-16 15,-2 1-136-15,-4 0 28 0,0 0-20 16,0 1-12-16,0 1-4 0,-1-1 0 16,1 3-16-16,2 1 16 0,0 2-12 15,6-1-16-15,1 1 28 0,1-1-4 16,0 1-56-16,-2 2 4 16,-2 1-60-16,-2-2 8 0,-4 1-20 15,-6 2-145-15,-7-3 65 0,-10 1-68 16,-8 2-576-16,-8 4-169 0,-11-1-223 0</inkml:trace>
  <inkml:trace contextRef="#ctx0" brushRef="#br1" timeOffset="37721.01">11628 13765 5310 0,'0'0'164'0,"0"0"84"15,0 0-188-15,0 0-24 0,0 0 28 16,0 0-20-16,0 0 28 0,0 0 100 16,37-1-96-16,-10-5-44 0,-7-1-32 15,7 0-32-15,2 1 8 0,4-2 16 16,2 0 4-16,5-2 4 0,7-1 0 15,5 0 8-15,6 0-8 0,4-2 0 16,2 2 0-16,0-1 0 16,4 0-4-16,0 2 8 0,1-1-4 15,3 2 0-15,-4 2-4 0,4 1-8 16,-3 2-16-16,-5 2-32 0,4 2 36 16,-4 0 12-16,-2 3-16 0,0 3 28 15,-8 4 0-15,0 0 0 0,-7 2 0 16,3-1 20-16,-7 1-16 15,1 0-4-15,1 1 8 0,-2-1 0 16,9 2-8-16,0 2 0 0,2 1 8 16,1 4-8-16,-5 0 0 15,6 3 4-15,-9 1-4 0,-3 1 68 0,-3 2-4 16,-4 1 36-16,5-3 36 16,-5 1-23-16,4-2 39 0,-4 0 64 15,7 0-152-15,-3-5-12 0,7 0 32 16,-3 2-60-16,5-3 44 0,1 2 32 15,7-1-76-15,-2 0 0 0,-2 1-4 16,4-1-12-16,4 2-8 0,-2-2 0 16,6 3 4-16,4-2-4 15,2 0 0-15,7 0 0 0,2-1 0 16,1-2 0-16,9-2 4 0,8-2-4 16,7-2 16-16,-1-2-4 0,9-2-8 15,-2-1 64-15,8-1-52 0,2 1 32 16,-3-4 72-16,8-1-76 15,-6-2 60-15,6 0 72 0,3-5-112 16,-4-1-4-16,4-1-44 0,-2-3-8 16,2-1-8-16,-3-5 0 0,5-3-8 15,-8-2-20-15,-2-4-212 16,0 1-72-16,-8-2 44 0,-9 5-64 16,-10 0 60-16,-10 3 11 0,-11 2 53 15,-12 1 180-15,-16 4 28 0,-13 3 0 16,-13 1-100-16,-13 5-144 0,-7 1-520 15,-7 1 176-15,1 0-173 0,-21 0-1824 0</inkml:trace>
  <inkml:trace contextRef="#ctx0" brushRef="#br1" timeOffset="38698.72">11750 15438 4786 0,'0'0'624'0,"0"0"-400"0,0 0 164 0,0 0 12 15,0 0-324-15,0 0-11 0,35-27 27 16,-2 10-80-16,8-1 28 0,11-1 28 16,-1 0-64-16,9 1 8 15,7-3-12-15,1 2 0 0,-2 1-8 16,10 1 8-16,-1 3-24 16,3-1 24-16,5 3-4 0,-2 1 0 0,-3 0 4 15,7 2 0-15,0 0 0 16,-3 2 0-16,3 2 4 0,0 3-4 15,-7 0 0-15,1 2 4 0,-3 2-4 16,-5 2 0-16,-3 3 0 0,0 0 4 16,0 1-4-16,1 4 0 15,-7 1 0-15,8 1 0 0,-8 3 16 16,2-1-8-16,-6 4-4 0,4 2 64 16,-4-1-40-16,0 4 16 0,-3 3-4 15,-1 1-32-15,-6 1-4 0,3 3 36 16,-3 0-28-16,-5 2 76 0,3 1 112 15,-3 0-80-15,-1 0 0 0,5 0 20 16,1-1-112-16,-1-1 4 16,11-4-4-16,0-2-24 0,4-4-4 15,2-2 0-15,2-4-12 0,5-4 12 16,5-2 0-16,5-3-16 0,3-3 16 16,5-1 4-16,6-2 16 15,3-2-20-15,-1 0 88 0,8-1-16 16,5-1 60-16,5-3-23 0,9-1-109 15,5-5 0-15,5-1 0 0,4-3 0 16,5-3 0-16,8-1 0 16,0-1 0-16,-2 0 0 0,4-1 0 15,-2 0 0-15,-3-2 0 0,-3 1 0 16,-6 0 0-16,-5 3 0 0,-12 2 0 16,-10 2 0-16,-13 3 0 0,-14 1-221 15,-13 3-403-15,-18 2-104 0,-19 1-1566 16,-17-1-1199-16</inkml:trace>
  <inkml:trace contextRef="#ctx0" brushRef="#br1" timeOffset="39583.66">12095 16945 5190 0,'0'0'432'0,"0"0"-248"0,0 0-136 15,47-35-20-15,-10 11 32 0,11-3 88 16,4-1-100-16,6 1 8 16,-1-2 48-16,8 3-92 0,1 0 8 15,4 0-12-15,2 1-4 0,3 1-4 16,7-1 8-16,3 5-4 0,10-1-4 16,4 2 0-16,3 2-12 15,3 3 12-15,5 3-8 0,-5 3-16 16,-1 2 24-16,1 4 0 0,-4 2 0 15,-4 2 0-15,-6 4 0 16,-2 4 0-16,-4 3 0 0,-6 5 0 16,-1 2 12-16,-3 3-12 0,1 6 28 15,-6 1-16-15,5 4 48 0,-3 2 20 16,0 1-76-16,3 2 0 0,-3-1 20 16,3 0-16-16,5 0 5 0,3-5 71 15,2-2-60-15,10 0 40 0,4-5 128 16,4-1-76-16,9-4 40 0,4-2 204 15,14-1-136-15,-2-4-12 0,8-3-7 16,9-4-205-16,0-1 0 16,2-5 0-16,4 0 0 0,2-1 0 15,-1 0 0-15,-5-1 0 0,0-1 0 16,-4-2 0-16,-9 2 0 0,-2-2 0 16,-10-2 0-16,-6 2-93 15,-13-1-75-15,-18 0-400 0,-13-2-124 16,-28 3-345-16,-13-3-2525 0</inkml:trace>
  <inkml:trace contextRef="#ctx0" brushRef="#br1" timeOffset="40575.93">11617 13043 3317 0,'0'0'576'0,"0"0"-132"0,0 0 77 16,0 0-233-16,33-36-40 0,-14 25 72 15,-3-1-200-15,1 3-16 0,-3-2 20 16,7 2-112-16,2-2-4 0,-2 1-8 15,5-1-4-15,5 1 4 0,5 1 0 16,1-1-20-16,10 2 12 0,7 1 8 16,8 0-16-16,2 1 16 0,13 0 0 15,-1 0 0-15,7 2-24 16,6 0-128-16,0 1 68 0,2 1 84 16,-3 2-16-16,5 0 20 0,-2 6-4 15,-6 3 0-15,4 4 4 0,-10 5-4 16,-5-1 28-16,2 2-24 15,-5 1 36-15,-3 0 60 0,8 1-56 16,-1 1-4-16,3-1-20 0,-3 3-20 16,-3 1 0-16,-4 0 0 15,3 0-16-15,-3 0 16 0,0-1 0 0,4 1 12 16,7 0-12-16,-5-3 4 16,5 0 16-16,6-2-8 0,-1-3 88 15,9-1-20-15,7-2 48 0,1-3 121 16,4-3-117-16,9 1-28 0,-2-4 40 15,1-2-120-15,5-2 24 0,-2-1 48 16,4-1-76-16,6-3 8 0,0-2-4 16,4-2-20-16,3-2-4 15,-1-2 0-15,8-3 12 0,3-2-12 16,0-1 52-16,8-3-24 0,8-2 76 16,2-3 64-16,2-3-148 0,5-2 8 15,-9-3-28-15,-2-1 0 16,-6 0-112-16,-15 2-448 0,-14 2-45 15,-20 4-247-15,-32 7-1009 0,-14 0 364 0</inkml:trace>
  <inkml:trace contextRef="#ctx0" brushRef="#br2" timeOffset="44979.05">11781 11610 1224 0,'0'0'560'0,"0"0"761"15,0 0-965-15,0 0 20 0,0 0 120 16,47 12-227-16,-26-12-45 0,6 0 124 16,-3 0-172-16,7 0-4 0,2 0 100 15,5 0-224-15,-3 0-20 0,8 0-20 16,5 0-8-16,-7-1-12 16,7-1-68-16,3 0-12 0,3 2 52 15,4-2 36-15,0 2-12 0,0 0 16 16,4-1 0-16,6 1 4 0,-6 0-4 15,-2 0 0-15,2 0 8 16,-4 0-8-16,4 2 0 0,-8 3 0 16,1-3 0-16,-5 5 0 0,-2 2-4 15,-7 0 4-15,0 3-8 0,-4 1 8 16,1-1 0-16,-1 0 0 16,-2-2 8-16,2-1-8 0,-4-1 0 15,2-1 0-15,-4 1 0 0,-4 1-24 16,4-2-68-16,-4 0 76 0,0 0-68 15,-2-1-20-15,-2 1 40 0,1-2 0 16,3-1 48-16,4 0 16 0,0-2 24 16,0-2-8-16,2 0 52 0,5-6 72 15,-1 0-116-15,8-1 4 0,-1-1-12 16,1 0-12-16,-1 1-4 16,-1 0 4-16,2-3 4 0,-1 2-8 15,3-1 0-15,3 0-4 0,-2 2 4 16,-1-1 0-16,1-2 8 0,-5 2-8 15,3-1 0-15,-3 1-4 16,-2 0 4-16,3 1 4 0,-3 0 4 16,0 0-8-16,3 0 32 0,-3 0-20 15,7 0 4-15,-3-1-12 0,-1 1-4 16,-3 2-8-16,0 0-44 16,-1 2-16-16,1 1 64 0,-4 0 0 15,0 2 0-15,-2 0 4 0,-2 0 40 16,-2 1-32-16,1 1 0 0,-8 0-8 15,-1 2-4-15,2-3-80 0,-9-1-804 16,1-1-565-16</inkml:trace>
  <inkml:trace contextRef="#ctx0" brushRef="#br2" timeOffset="45863.36">12370 11679 1780 0,'0'0'873'16,"0"0"-765"-16,0 0-100 0,0 0-8 16,0 0-264-16,0 0 8 0,-33-25 220 15,28 18 3-15,-1 0 33 0,6 2 17 16,-4-1 51-16,4 4 272 0,-2-2-16 16,2 3 76-16,0 1 356 15,0 0-447-15,0 0-129 0,2 0-44 16,8 1-88-16,5 2 16 0,8-2 12 15,8-1-68-15,-4 0 8 0,8 0 0 16,-4 0-16-16,2 0-4 0,4 0 0 16,8 1-36-16,-1-1 36 0,1 0 0 15,5-2 0-15,8-2 4 0,4-3 0 16,6-4 0-16,4-2 0 16,-1-1 20-16,-3 1-12 0,0 2-4 15,-6 2-4-15,-8 4 0 0,-2-1 0 16,-7 5-4-16,-6-1-36 0,-4 2-52 15,-1 0-208-15,-3 0-69 16,0 0-63-16,-7-2-584 0,-5-3-1197 0</inkml:trace>
  <inkml:trace contextRef="#ctx0" brushRef="#br2" timeOffset="46110.45">13519 11647 3305 0,'0'0'36'0,"48"-11"32"0,-13 0 204 0,2-1-116 0,4 2-64 16,-2-2 32-16,13 4-24 0,-4 0-4 15,3 1-28-15,1 0-68 0,8 1 0 16,2-1-16-16,10 1-80 0,3-3 0 15,10-1-148-15,-1 0-196 16,-15 2-148-16,-1-1-2017 0</inkml:trace>
  <inkml:trace contextRef="#ctx0" brushRef="#br2" timeOffset="46205.68">15415 11472 3093 0,'53'11'244'0,"-5"3"440"15,-1 4-448-15,-9-1-128 0,-3 0-103 16,-8 4-5-16,-1-2-133 0,3 2-183 15,-6-2-52-15,-2-4-116 0,-5-1-1633 0</inkml:trace>
  <inkml:trace contextRef="#ctx0" brushRef="#br2" timeOffset="46698.95">15503 11770 2185 0,'0'0'448'0,"0"0"-140"15,0 0-44-15,50-13 80 0,-29 11 372 16,6 1-259-16,4 0-21 0,6 0 208 16,8-1-332-16,7 0-104 0,8 0-88 15,8 2-112-15,11 0-8 0,-1 2 0 16,7 5-216-16,2 4-208 16,-2 4-680-16,-1 4 67 0,7 2 113 15,-2 3-517-15,0 2 1441 0,0 0 164 16,6 2 797-16,0 0-397 15,8 2-72-15,3-1 332 0,3 3-479 16,3 0-125-16,-7 1 0 0,5 2-192 16,-5-1-20-16,-5 2 20 0,-5 0-28 15,0 1 40-15,-6 1-4 0,0-2-32 16,4-2 36-16,-7 1 160 16,7-1-88-16,-2-3 4 0,2-2-4 15,3-3-104-15,-1-1-8 0,2-2-24 16,-27-7-564-16,2-3-565 0</inkml:trace>
  <inkml:trace contextRef="#ctx0" brushRef="#br2" timeOffset="47325.97">18637 12525 3749 0,'52'4'612'0,"6"3"-279"0,10-1 147 15,0 0-256-15,9 0-64 16,3-2-80-16,9-1-80 0,4-3-12 16,2-2-188-16,2-7 0 0,-2 1 88 15,-6-4 84-15,0 0-32 0,-6-2-64 16,-9-4-40-16,1-1-44 15,-13-2-97-15,-17 3-803 0,-8 0-433 0</inkml:trace>
  <inkml:trace contextRef="#ctx0" brushRef="#br2" timeOffset="47738.73">17349 11691 7291 0,'42'1'140'16,"5"-1"8"-16,21 0-56 0,5 0-84 15,5 0 8-15,9 0-16 0,6-3-8 16,8-1 4-16,9-2-124 16,6 0-40-16,10 0 104 0,6 0-12 15,7 2 12-15,3 1 64 0,7 2 0 16,4 1-8-16,4 4 8 0,0 9 0 15,-4 4 8-15,-6 7-8 0,-6 2 0 16,-11 3-440-16,-35-7-297 0,-6 0-1884 0</inkml:trace>
  <inkml:trace contextRef="#ctx0" brushRef="#br2" timeOffset="48328.99">19555 12501 3277 0,'33'-13'1969'0,"8"1"-1281"0,11-4-280 0,2 2 229 15,12-2-413-15,8 0-108 16,7-5-76-16,8-3-40 0,10-3-16 16,7-8-272-16,13-1-84 0,8-6 131 15,1-3 165-15,-2 0 52 0,-6 0-12 16,-13 1-572-16,-32 12-436 15,-11 0-981-15</inkml:trace>
  <inkml:trace contextRef="#ctx0" brushRef="#br2" timeOffset="48717.05">19013 11527 6426 0,'112'-2'0'0,"10"6"0"0,27 12 12 0,-11 6-8 15,9 4-4-15,0 4 0 0,-7 6-4 16,-1 1-20-16,-9-1-256 0,-35-7-1024 15,-6-5-621-15</inkml:trace>
  <inkml:trace contextRef="#ctx0" brushRef="#br2" timeOffset="50822.34">11628 13532 1820 0,'0'0'1557'0,"37"-12"-1021"0,-12 5 181 15,-3-2-413-15,3-1-156 0,2-1 40 16,4-2-108-16,-4-3-12 0,6 0 40 15,2 0-100-15,6-2 28 0,-1 2 56 16,5 0-48-16,3 0 24 0,3 3-20 16,-1 0-48-16,6 2 0 15,2-3-96-15,4-1-20 0,6 0 56 16,6-2-36-16,5-2 12 0,2-1 0 16,5-2-104-16,1-2 32 0,2-1 52 15,0-1 52-15,0 0 40 16,-4 2 12-16,-3 3 0 0,-7 4-72 15,-22 5-653-15,-1 4-1724 0</inkml:trace>
  <inkml:trace contextRef="#ctx0" brushRef="#br2" timeOffset="51544.51">15474 12883 2649 0,'0'0'2193'0,"0"0"-1269"0,52-4-840 0,-21 0-4 15,6 1-32-15,-6 2-40 0,2 1-8 16,3 0 0-16,1 2 0 0,4 4 0 16,3 1-4-16,-3 3-8 0,6 2 12 15,-5 2 0-15,5 2-68 0,1 0-28 16,-1 1-164-16,1 2 148 15,4 0 56-15,-1 2 20 0,3 0-40 16,2 0 68-16,2 1 0 0,0 1 16 16,2 1-8-16,8-1 36 15,0 0-36-15,4 1 16 0,7-1 28 16,-1 0-40-16,3 2 36 0,8 0 44 16,0 2-60-16,2 1 56 0,2 1 180 15,0 0-140-15,-2-1-24 0,8-2 80 16,2-3-104-16,5-1 16 0,7-2 101 15,7-2-117-15,6 0-28 0,7-3 8 16,5-3-44-16,9-2 40 16,4-4-28-16,2-2-16 0,6-4-4 15,0 0 0-15,-4-5-40 0,-2-2-84 16,-6-5-349-16,-4 1-127 0,-9-4-92 16,-8-1-533-16,-33 3 397 15,-8-2-653-15</inkml:trace>
  <inkml:trace contextRef="#ctx0" brushRef="#br2" timeOffset="58227.17">28723 4625 1204 0,'0'0'68'15,"27"-44"1505"-15,-13 20-1125 0,-2 6 44 16,-3 6 437-16,-3 3-513 0,-2 5 96 16,-4 1 264-16,2 2-319 0,-2 0 11 15,0 0 304-15,0 1-695 16,0 3-77-16,0 10 0 0,-2 12 0 15,-2 7 0-15,0 10 0 0,-2 6 0 16,3 5 0-16,-1 9 0 0,0 4 0 16,2 3 0-16,2 1 0 15,0-5 0-15,0-4 0 0,0-8 0 16,0-10 0-16,-2-10 0 0,0-9 0 16,2-12 0-16,-2-6 0 0,2-5 0 15,2-4 0-15,2-11 0 0,2-17 0 16,5-9 0-16,1-12 0 0,0-6 0 15,7 2 0-15,6 0 0 0,6 10 0 16,0 12 0-16,0 10 0 0,-6 18 0 16,-7 6 0-16,-1 13 0 15,-9 7 0-15,-2 6 0 0,-4 5 0 16,-2 6 0-16,-4 2 0 0,2 4 0 16,0-4 0-16,2-2 0 15,0-3 0-15,6-8 0 0,3-2 0 16,3-8 0-16,5-4 0 0,-1-6 0 15,3-7-653-15,-5-4-2284 0,-4-8-1513 0</inkml:trace>
  <inkml:trace contextRef="#ctx0" brushRef="#br2" timeOffset="58505.92">29113 5156 7635 0,'0'0'557'0,"0"0"-557"0,38-7 0 16,-7-4 0-16,2-7 0 0,-2-1 0 15,0-2 0-15,-4-4 0 0,-7-1 0 16,1-1 0-16,-9-3 0 0,-3-2 0 16,-7-3 0-16,-4-6 0 15,-11 1 0-15,-3 7 0 0,-5 9 0 16,-2 14 0-16,0 13 0 0,-6 17 0 16,-4 13 0-16,-4 10 0 0,0 7 0 15,6 4 0-15,8 2 0 16,11 1 0-16,12-5 0 0,10-6 0 15,11-8 0-15,10-12 0 0,8-8 0 16,9-8 0-16,3-10 0 16,1-6 0-16,2-10 0 0,-7-7 0 15,-12 0-1617-15,-6-5-1785 0</inkml:trace>
  <inkml:trace contextRef="#ctx0" brushRef="#br2" timeOffset="58722.74">29645 4459 7127 0,'0'0'1065'16,"0"0"-1065"-16,-7 41 0 0,1-9 0 16,0 7 0-16,0 4 0 15,0 7 0-15,4 6 0 0,-1 4 0 16,1 6 0-16,0 2 0 0,-4 6 0 16,-2-3 0-16,0-3 0 15,-3-6 0-15,7-11 0 0,2-12 0 16,2-14 0-16,2-12 0 0,4-12-1093 15,-2-2-104-15,5-18-2188 0</inkml:trace>
  <inkml:trace contextRef="#ctx0" brushRef="#br2" timeOffset="58840.54">29719 4895 5514 0,'0'0'2678'16,"-4"41"-2678"-16,2-12 0 0,-4 7 0 15,-1 2 0-15,-1 1 0 0,4-1 0 16,2-4 0-16,2-2 0 0,4-5 0 15,4-1 0-15,1-7 0 0,-1-6-261 16,-2-6-1976-16,0-9-1541 0</inkml:trace>
  <inkml:trace contextRef="#ctx0" brushRef="#br2" timeOffset="58973.58">29915 4530 6338 0,'0'0'1854'0,"0"0"-1854"16,7-34 0-16,-12 34 0 0,-3 7 0 15,-2-1 0-15,-1 1-3034 0</inkml:trace>
  <inkml:trace contextRef="#ctx0" brushRef="#br2" timeOffset="59329.17">30017 5003 3613 0,'0'0'3302'0,"14"-39"-2594"16,-14 14-139-16,-6 2-569 0,-6 6 0 15,-5 6 0-15,-4 11 0 0,-3 7 0 16,-3 13 0-16,0 11 0 16,-2 6 0-16,2 3 0 0,6 4 0 15,9 2 0-15,6 2 0 0,6-3 0 16,6-5 0-16,8-4 0 0,9-10 0 16,6-7 0-16,6-7 0 0,7-9 0 15,-3-3 0-15,0-5 0 0,-12-1-1133 16,-6-3-2065-16</inkml:trace>
  <inkml:trace contextRef="#ctx0" brushRef="#br2" timeOffset="59639.36">30323 5023 8091 0,'0'0'101'0,"-38"-31"-101"15,20 24 0-15,1 7 0 0,1 7 0 16,-1 10 0-16,1 4 0 0,1 4 0 15,3 4 0-15,1-2 0 0,3 0 0 16,6-2 0-16,4-2 0 16,6-6 0-16,7-6 0 0,3-7 0 15,3-4 0-15,0-9 0 0,0-4 0 16,1-1 0-16,-5-4 0 0,-3 3 0 16,1 1 0-16,-7 3 0 0,-4 3 0 15,0 5 0-15,-2 3 0 0,0 3 0 16,3 8 0-16,1 10 0 0,2 6 0 15,2 1 0-15,5 0 0 0,1-6 0 16,3-4 0-16,2-3 0 0,-3-4 0 16,1-5-697-16,-7-3-560 15,-1-3-2116-15</inkml:trace>
  <inkml:trace contextRef="#ctx0" brushRef="#br2" timeOffset="59806.51">30707 4523 7883 0,'0'0'309'16,"0"0"-309"-16,0 0 0 0,0 0 0 16,-25 76 0-16,3-12 0 15,-1 14 0-15,0 4 0 0,7 0 0 16,7-1 0-16,7 0 0 0,2-5 0 16,6-3 0-16,3-6 0 0,1-8 0 15,0-16 0-15,1-10-1457 0</inkml:trace>
  <inkml:trace contextRef="#ctx0" brushRef="#br2" timeOffset="60410.63">29136 5774 3129 0,'0'0'2597'0,"0"0"-1032"0,0 0-664 15,0 0-901-15,-37-36 0 0,16 24 0 16,-4 0 0-16,-1 4 0 0,-5 5 0 15,-3 3 0-15,-3 3 0 0,-2 4 0 16,4 4 0-16,4 3 0 16,4 1 0-16,6 2 0 0,9 2 0 15,8-1 0-15,6 2 0 0,12 0 0 16,9 1 0-16,12 3 0 0,11-1 0 16,1 0 0-16,1 3 0 0,-3 1 0 15,-10-1 0-15,-4 1 0 0,-8-3 0 16,-8 0 0-16,-11-3 0 0,-6-2 0 15,-9-3 0-15,-9-1 0 16,-9-1 0-16,-4-3 0 0,-9-3 0 16,-1-5 0-16,1-3 0 0,7-3 0 15,8-8 0-15,11-7 0 0,10-4 0 16,6-8-337-16,6 5-1160 16,6-5-435-16</inkml:trace>
  <inkml:trace contextRef="#ctx0" brushRef="#br2" timeOffset="60626.94">29401 5396 6831 0,'0'0'540'0,"0"0"281"16,0 0-821-16,-17 45 0 0,9-9 0 16,0 8 0-16,1 7 0 0,5 3 0 15,2 7 0-15,0 6 0 0,4 4 0 16,-1 2 0-16,-1-3 0 0,0-4 0 15,-2-8 0-15,0-10 0 16,0-10 0-16,0-10 0 0,0-9 0 16,-2-12-285-16,0-5-1516 0,-3-11-572 0</inkml:trace>
  <inkml:trace contextRef="#ctx0" brushRef="#br2" timeOffset="60783.92">29204 5898 7555 0,'0'0'637'15,"40"-6"-637"-15,-7-1 0 16,2-4 0-16,4 1 0 0,-4-1 0 16,-6 3 0-16,-2 0 0 0,-4 3 0 15,-7 1 0-15,1 3 0 0,-7 1-1766 16,-4 1 58-16,1 5-493 0</inkml:trace>
  <inkml:trace contextRef="#ctx0" brushRef="#br2" timeOffset="60970.61">29516 6124 5334 0,'0'0'1517'0,"0"0"-769"0,0 0-312 16,0 0-279-16,0 0-157 0,-33-20 0 15,23-2 0-15,4-4 0 0,2-2 0 16,6 2 0-16,6 5 0 0,4 1 0 16,7 2 0-16,4 3 0 15,2 1 0-15,1 3 0 0,3 0 0 16,0 0 0-16,2 2 0 0,0 3 0 15,-4 0-157-15,-6 2-2540 0,-3 1-1009 16</inkml:trace>
  <inkml:trace contextRef="#ctx0" brushRef="#br2" timeOffset="61278.27">29882 5893 6238 0,'0'0'1217'0,"0"0"-480"0,0 0-737 15,0 0 0-15,-43-6 0 0,16 13 0 16,-6 9 0-16,0 10 0 0,0 6 0 15,4 4 0-15,2 1 0 0,10-1 0 16,7-4 0-16,10-4 0 16,13-6 0-16,7-6 0 0,9-5 0 15,4-8 0-15,2-3 0 0,0-8 0 16,-4-7 0-16,-2-5 0 16,-4-4 0-16,-8 0 0 0,-5 1 0 15,-4 1 0-15,-3 3 0 0,-5 4 0 16,0 5 0-16,0 7 0 0,0 3 0 15,-2 5 0-15,-3 15 0 0,-1 9 0 16,-2 10 0-16,2 2 0 16,-1-3 0-16,5-7 0 0,4-5 0 15,11-5 0-15,1-6 0 0,7-5-953 16,-9-5-1260-16,1-5-1673 0</inkml:trace>
  <inkml:trace contextRef="#ctx0" brushRef="#br2" timeOffset="61501.85">30192 5554 4766 0,'0'0'1352'0,"0"0"-771"0,0 0-113 16,0 0 268-16,0 0-447 15,-12 38-289-15,6-9 0 0,0 7 0 16,-3 10 0-16,1 7 0 0,0 5 0 15,-1 5 0-15,5 3 0 0,2-2 0 16,0-1 0-16,0-5 0 16,-4-2 0-16,-4-5 0 0,-3-4 0 15,1-8 0-15,1-13-697 0,1-7-2513 0</inkml:trace>
  <inkml:trace contextRef="#ctx0" brushRef="#br2" timeOffset="61809.34">30103 6149 6607 0,'0'0'1000'0,"0"0"-415"0,0 0-585 15,50-46 0-15,-29 31 0 0,-1 3 0 16,-1 0 0-16,0 5 0 16,-1 0 0-16,-1 1 0 0,-3 3 0 15,-3 3 0-15,-7 0 0 0,0 0 0 16,-4 3 0-16,-2 3 0 0,-6 7 0 15,-11 6 0-15,-4 6 0 0,-2 2 0 16,5 1 0-16,1 1 0 16,7-1 0-16,1 0 0 0,9-3 0 15,4-4 0-15,9-3 0 0,9-5 0 16,5-5 0-16,8-5 0 0,4-3 0 16,1-7 0-16,1-3 0 0,-4-3 0 15,-2-2 0-15,-2-1-585 0,-8-1-455 16,-7 3-317-16,-5 0-412 0</inkml:trace>
  <inkml:trace contextRef="#ctx0" brushRef="#br2" timeOffset="62077.3">30461 6250 4614 0,'0'0'772'16,"39"5"80"-16,-20-8 625 0,-7-4-1000 15,1-6-477-15,-5-7 0 0,0-3 0 16,-4-4 0-16,-1 0 0 0,-3 1 0 15,-3 6 0-15,1 6 0 0,-8 6 0 16,-2 8 0-16,-9 14 0 16,-4 8 0-16,0 14 0 0,3 9 0 15,1 5 0-15,9 0 0 0,9-2 0 16,10-5 0-16,11-4 0 0,11-7 0 16,6-3 0-16,5-4 0 0,1-9-49 15,4-7-467-15,-3-9 60 0,1-6-357 16,-4-7 209-16,1-9-56 0,-5-7-377 15,-8 4 69-15,2-8-417 0</inkml:trace>
  <inkml:trace contextRef="#ctx0" brushRef="#br2" timeOffset="62327.39">31048 6096 2921 0,'13'-34'1424'15,"-11"6"781"-15,-2 3-1060 0,-11 10-648 16,-5 7-497-16,-7 3 0 0,-4 3 0 16,-8 2 0-16,-2 0 0 15,-2 3 0-15,3 3 0 0,3 1 0 16,4 2 0-16,5 3 0 0,7 2 0 15,9 1 0-15,14 3 0 0,17 2 0 16,18 2 0-16,15 4 0 16,10-1 0-16,2 3 0 0,7 0 0 15,-3 3 0-15,-4-1 0 0,-10-1 0 16,-19-3 0-16,-20-1 0 0,-25 0 0 16,-27 3 0-16,-21 2 0 0,-23 1 0 15,-14-2 0-15,-8-2 0 0,2-5 0 16,10-3 0-16,13-4 0 0,18-1 0 15,17-4-957-15,12-2-1324 0</inkml:trace>
  <inkml:trace contextRef="#ctx0" brushRef="#br0" timeOffset="67698.35">7132 11982 2345 0,'0'0'548'0,"0"0"668"0,-23-41-591 16,4 25-361-16,-4-1 60 0,-8 0 192 15,-6-2-240-15,-14 3-12 0,-18-1 57 16,-9 3-261-16,-19 1-20 0,-13 6-40 16,-10 5-4-16,-12 4 4 0,-5 10-4 15,1 6-120-15,2 8 3 0,12 6-79 16,12 4 124-16,19 7 76 16,13-1-12-16,22 2-12 0,21-1 24 15,26-3-4-15,24-3-40 0,32-6 4 16,28-7 20-16,24-9-24 0,23-7 32 15,19-8-120-15,5-6-28 16,12-8 148-16,-3-6 12 0,-5 0 12 16,-3-4 272-16,-15 2 241 0,-12-3-345 15,-20 0-40-15,-20-2 60 16,-14-1-180-16,-22 1 8 0,-24 1 8 16,-15 0-24-16,-14 7-24 0,-24 0-176 15,-12 6-381-15,-15 7-99 0,4 2-1237 16,-4 4-496-16</inkml:trace>
  <inkml:trace contextRef="#ctx0" brushRef="#br0" timeOffset="68279">5550 12133 5250 0,'0'0'100'0,"-10"47"-92"0,4-16-8 0,-9 5 32 16,3 3-32-16,1 6 0 16,-3 5 40-16,4 3 80 0,3 5 68 15,-3 9 116-15,6 3-180 16,-2 4 0-16,0 8 60 0,1 5-108 15,-1 5-3-15,0 8 103 0,2 5-136 16,4 6 8-16,0 5 4 0,0 2-48 16,4 5 20-16,2 5 52 0,0 5-64 15,3 2 60-15,-3 5 40 16,0 2-92-16,0 5 24 0,-2 5 92 16,1 2-56-16,-3 4 4 0,2 0 48 15,-4 4-108-15,0 3 4 0,0-3-28 16,0 1 24-16,0 1-24 15,0-2 4-15,0 1 20 0,0-3 116 16,0-5 73-16,-6-3-213 0,1-6 0 16,-1-10 0-16,-2-4 0 0,0-14 0 15,-1-5 0-15,-1-12 0 0,0-15 0 16,-1-13-789-16,5-12-108 0,-4-22-171 16,6-7-1561-16</inkml:trace>
  <inkml:trace contextRef="#ctx0" brushRef="#br0" timeOffset="68785.35">5459 17731 6258 0,'40'26'260'0,"11"-2"-11"0,3 3-41 0,6-6-76 16,0-2-116-16,6-4-16 0,15 2 16 15,3-5-4-15,5-6-12 16,10-6 136-16,1-8 68 0,11-13 44 16,3-5 128-16,-6-6-320 0,-11 1-35 15,-27 5-21-15,-8-2-489 0,-21 8-599 16,-10-2-3439-16</inkml:trace>
  <inkml:trace contextRef="#ctx0" brushRef="#br0" timeOffset="69587.36">6941 12178 3353 0,'0'0'1297'0,"0"0"-1197"16,-10 51 48-16,0-26-112 0,10 5 100 15,-6 0 116-15,6 4-96 0,0 2 64 16,2 6 184-16,2 3-148 15,0 5 17-15,2 5 211 0,-2 6-204 16,2 5-28-16,-1 7-4 0,1 4-192 16,-4 4 8-16,-2 7 4 0,0 5-68 15,-2 7 0-15,-2 4 12 0,-3 2-12 16,1 3 0-16,-2 3 0 16,2 6 0-16,2 2 0 0,-3 3 8 15,3 2 12-15,2 2-16 0,2 5 61 16,-4 3-65-16,4 5 0 0,0 5 0 15,0 3 0-15,4 6 0 16,2 5 0-16,-1 1 0 0,1 2 0 16,0 2 0-16,-2 1 0 0,0 0 0 15,-4-5 0-15,-4 0 0 0,-2-5 0 16,-4-9 0-16,-1-4 0 0,-3-9 0 16,-1-12 0-16,3-9 0 15,2-9 0-15,-1-15 0 0,7-12 0 16,2-17 0-16,2-14-585 0,6-14-844 15,-6-13-1068-15</inkml:trace>
  <inkml:trace contextRef="#ctx0" brushRef="#br2" timeOffset="73627.45">5439 12693 1528 0,'0'0'64'16,"37"-17"1213"-16,-21 6-1029 0,9 1-164 15,2-2-48-15,-2 0-32 16,8-1 0-16,4 1 8 0,4-1 0 15,3 0 116-15,12-2 88 0,2-2 20 16,6-1 76-16,8-1 113 0,4-1-265 16,11 1-24-16,4-1 44 0,4 2-116 15,2 2-16-15,1 1-12 0,5 5-32 16,-2-1-4-16,5 5 0 16,-3 4-12-16,2 2 12 0,-3 3-4 15,1 6 4-15,3 1 0 0,-7 4 0 16,0 2 4-16,-4 3-4 0,0 2 0 15,-6 2 16-15,2-1-16 0,-2 2 220 16,0-2-32-16,0 1 20 0,0 2 24 16,-1-3-180-16,8 2 20 0,-1-5 48 15,4 0-84-15,6-1 8 16,-3-4 8-16,5-1-44 0,-2 0 0 16,1-3 52-16,-7-2-3 0,2-3 55 15,-8-3 152-15,-2-1-144 16,2-1-16-16,-8 0 8 0,4-1-112 15,-8-2 24-15,1-2-12 0,-3-2-12 16,-5-2-4-16,-1 0-208 0,-5 0-373 16,-19 1-295-16,-3 0-2361 0</inkml:trace>
  <inkml:trace contextRef="#ctx0" brushRef="#br2" timeOffset="75077.53">5482 12662 3761 0,'0'0'729'0,"31"46"-509"16,-10-21-60-16,3 0 92 0,5-2-224 15,7 4-12-15,5-2-16 0,2 1-12 16,5-2-108-16,8 0-40 0,2-5 116 16,6-2 44-16,8-6 16 0,13-4 24 15,2-4 52-15,6-5 160 0,6-6-80 16,6-7 8-16,1-5 12 16,5-6-172-16,3-5-4 0,-2-3-8 15,1-5 4-15,-3-3-12 0,-5-1 0 16,3-3-40-16,-5-1 0 0,-4-3 4 15,3 0-4-15,-3 3 24 0,-4 4-68 16,4 4-52-16,-8 9 20 0,-2 8-24 16,-2 3 80-16,-2 5 60 0,-7 4 12 15,3 7-8-15,-3 3 44 0,5 3 92 16,2 8-60-16,-1 3-12 16,-1 3-36-16,8 2-24 0,2 2-8 15,-2-1 8-15,4 0-4 0,2-2 56 16,-10-1-4-16,0-2-56 15,-8-2-4-15,-26-3-544 0,-11-6-1181 0</inkml:trace>
  <inkml:trace contextRef="#ctx0" brushRef="#br2" timeOffset="76867.66">5633 15598 1908 0,'0'0'164'16,"0"0"-148"-16,0 0 93 16,0 0 47-16,0 0-12 0,0 0 148 15,0 0-40-15,0 0 60 0,-31 35 400 16,31-34-319-16,-4-1-13 0,4 0 80 16,0 0-276-16,4-4-80 0,2-4-4 15,11-9-88-15,7-4 8 0,12-3-20 16,7-4-4-16,5-2 4 0,3 2 4 15,7-5-4-15,6-1 0 0,9 1 24 16,5 0 24-16,9 2 136 0,6 6 16 16,-4 5-200-16,10 7 0 15,-4 8-36-15,4 5-132 0,3 1 64 16,1 8 64-16,9 0 24 0,7 4 16 16,3 0 20-16,15 0-16 0,3 0 36 15,5-1 44-15,6 1-48 16,2-1 36-16,-6 1 84 0,0-3-120 15,-5-3-8-15,-7-4 12 0,-3 1-40 16,-12-2-4-16,-9-1-420 16,-36 1-352-16,-7-2-373 0</inkml:trace>
  <inkml:trace contextRef="#ctx0" brushRef="#br2" timeOffset="77547.23">5571 15644 4325 0,'0'0'733'0,"31"33"-717"0,-8-16-4 0,8-4-12 16,6 0 4-16,8-3-4 0,3-3-28 16,10 1 12-16,4-4-16 0,12-2 32 15,5-2 0-15,5-3-4 16,5-6 4-16,2-1 4 0,6-4 8 15,-1-1-12-15,-1-4 20 0,4-1-16 16,2-3 28-16,3-2 28 16,-3-2-40-16,4-1 20 0,-1-4 20 15,-3 0-16-15,2-1 60 0,-1-2 60 16,-3-1-96-16,6-2 0 0,-1 2-36 16,3-1-20-16,3 2-12 0,1 5 0 15,3 2-16-15,2 3-16 0,6 2-32 16,-3 4 4-16,1 4 40 0,2 9 16 15,4 6-20-15,-6 8 24 0,-4 9 0 16,-6 3 0-16,-13 0 0 0,-4 1 48 16,-4 0 140-16,-5-3 112 0,1-1 56 15,0-3-332-15,2-1-8 16,-7-1-16-16,-1-2-92 0,-7-3-344 16,-24-1-1661-16</inkml:trace>
  <inkml:trace contextRef="#ctx0" brushRef="#br1" timeOffset="79976.12">5329 14882 1764 0,'0'0'248'15,"0"0"545"-15,0 0-509 0,0 0 0 16,0 0-268-16,0 0-4 0,0 0-12 15,0 0-12-15,0 0 12 0,0 0 44 16,21 19-40-16,-25-18 16 0,2 2 136 16,-3-3 180-16,5 0 20 0,0 0 201 15,0-3-241-15,11-4-108 16,20-9 148-16,6-6-152 0,21-4-56 16,4-4 24-16,8 2-112 0,7 0 4 15,3 3-28-15,3 2-36 16,2 2-4-16,-1 4-72 0,9-1-64 15,2 4 12-15,1 2 8 0,-1 3 68 16,4 0 52-16,2 6-20 0,3 3 24 16,5 1-4-16,-1 9 0 0,5 0-4 15,-3 2 4-15,1 5 8 16,5-1-8-16,-6 2 0 0,-3 1-4 16,3-4 12-16,4-2-8 0,3-4 20 15,3-6-4-15,0-2-12 0,6-3 56 16,0-5-44-16,2-4 40 0,-1-2 44 15,-12-1-100-15,-7 2-96 0,-38 3-1873 16,-14-2-1556-16</inkml:trace>
  <inkml:trace contextRef="#ctx0" brushRef="#br1" timeOffset="80202.24">6011 15012 944 0,'0'0'0'0,"0"0"-76"0</inkml:trace>
  <inkml:trace contextRef="#ctx0" brushRef="#br1" timeOffset="80594.14">5286 15030 5870 0,'0'0'52'16,"0"0"44"-16,0 0-60 15,64-16-28-15,-23-2-4 0,2-6 36 16,13-1-40-16,8-3 4 0,5-4-4 16,9-3 0-16,11-1 0 0,6-1 8 15,6-1 0-15,9 2 32 0,6 1 144 16,-1 4-168-16,5 3-4 0,0 4-12 15,2 2-4-15,-2 6 0 0,-2 5-4 16,-4 5-44-16,1 5 16 0,-5 1-44 16,2 2 16-16,-1 4 64 0,5 5-8 15,4 1 8-15,6 2 0 0,0 5 0 16,0 4-16-16,0-1 16 16,0 3 0-16,0-1-4 0,5-3 4 15,5-2 128-15,0-1-68 16,7-5-32-16,-2-4-28 0,-3-1-12 15,-12-5-84-15,-33 0-1144 0,-22-3-1453 0</inkml:trace>
  <inkml:trace contextRef="#ctx0" brushRef="#br1" timeOffset="81631.21">5556 13502 3241 0,'0'0'172'0,"0"0"232"16,-33 23 4-16,27-7-75 0,2 6 111 16,8-2-192-16,2 5-32 0,9 0 84 15,3 1-168-15,7 2-32 0,8 1 88 16,9 1-112-16,9 0 8 16,7-3 44-16,6-3-124 0,13-5 20 15,8-6 29-15,10-6-53 0,10-3 12 16,9-4 88-16,8-6 0 0,-2-4-16 15,-3-3-40-15,3-1-48 16,-14-1 0-16,-7-1-64 0,-14-1-501 16,-30 6-255-16,-11-3-1957 0</inkml:trace>
  <inkml:trace contextRef="#ctx0" brushRef="#br1" timeOffset="82140.19">5544 13676 2185 0,'0'0'892'0,"0"0"-492"0,0 0 36 0,0 0 229 16,0 0-201-16,0 0-56 0,43 9 228 15,-7-17-336-15,11-7-75 0,5-1 15 16,16-4-196-16,11-2-12 0,12 0 16 15,8-1-44-15,10 0 0 0,3 4-4 16,0 2-20-16,5 4-12 0,-1 7-188 16,2 2-73-16,-4 6 57 0,-9 6-28 15,-4 7 204-15,-1 9 60 16,-12 6 24-16,-5 5 16 0,-2 6 96 16,-3 6 112-16,-3 1-64 0,3 2 1 15,1 0 83-15,4-4-224 0,5-4-4 16,10-6 44-16,7-6-60 0,13-7 68 15,10-8 32-15,13-4-108 16,5-9 24-16,9-2 28 0,11-6-52 16,-3-1-16-16,-4-3 8 0,-2 1 8 15,-10-3-32-15,-15 0-32 0,-12-1-472 16,-37 3-393-16,-15-5-3489 0</inkml:trace>
  <inkml:trace contextRef="#ctx0" brushRef="#br1" timeOffset="82634.61">6943 13774 4662 0,'0'0'64'0,"0"0"188"0,40-23 208 16,-20 11-236-16,7 0-24 0,4-1 40 16,2-1-132-16,11-4 28 0,5-1 48 15,5-3-127-15,14-3-5 0,7-1 24 16,14-1-72-16,10 0 16 16,10 2-4-16,9 1-16 0,12 3 0 15,1 0-4-15,7 5-4 0,3 6 8 16,-5 7 0-16,3 5-36 0,-5 12 36 15,-2 8-4-15,-10 10-16 0,-2 6 20 16,-10 2 0-16,-1-2-4 16,-3-3-16-16,-5-6-337 0,-27-11-1035 15,3-4-2138-15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8:16:25.4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20123 3806 4554 0,'0'0'1208'0,"0"0"-468"0,-16-38 149 16,6 23-361-16,-1-1-255 0,-3 1-273 16,-3 0 0-16,-1 4 0 0,-1 3 0 15,2 7 0-15,3 1 0 0,-3 13 0 16,5 9 0-16,-7 8 0 0,3 7 0 15,-1 7 0-15,3 3 0 0,8 5 0 16,-1 0 0-16,7-1 0 0,3-6 0 16,7-7 0-16,4-8 0 0,9-11 0 15,6-8 0-15,8-11 0 16,7-16-161-16,7-11-607 0,-13 2-145 16,-3-9-2556-16</inkml:trace>
  <inkml:trace contextRef="#ctx0" brushRef="#br0" timeOffset="217.8">20169 3262 5226 0,'0'0'500'0,"0"0"104"0,-8 54 417 16,8-28-489-16,0 6-223 0,-2 6-309 15,2 6 0-15,0 5 0 0,-5 8 0 16,5 5 0-16,-2 7 0 0,0 4 0 15,0 3 0-15,-2-3 0 0,4-7 0 16,4-9 0-16,7-15 0 0,1-14 0 16,5-13-433-16,-3-10-812 0,0-9-2316 0</inkml:trace>
  <inkml:trace contextRef="#ctx0" brushRef="#br0" timeOffset="351.32">20384 3734 7559 0,'0'0'633'0,"-17"61"-633"0,9-25 0 16,2-1 0-16,2-1 0 0,4-1 0 15,0-4 0-15,10-2 0 16,2-5 0-16,1-7-649 0,-3-4-2520 0</inkml:trace>
  <inkml:trace contextRef="#ctx0" brushRef="#br0" timeOffset="496.81">20433 3423 6703 0,'0'0'372'15,"0"0"-372"-15,0 0 0 0,0 0-416 16,0 0-861-16,0 0-1096 0</inkml:trace>
  <inkml:trace contextRef="#ctx0" brushRef="#br0" timeOffset="1037.8">20566 4058 4786 0,'0'0'1000'15,"0"0"-724"-15,0 0 40 0,0 0-308 16,0 0-8-16,0 0-108 16,0 0-92-16,0 0 52 0,0 0-132 15,-15-27 180-15,17 19 100 0,-2 2 456 16,0-1 217-16,0 2 115 0,0 0-63 15,-2 1-725-15,0 1 0 0,-4-2 0 16,4 1 0-16,-2-2 0 0,0-3 0 16,2-3 0-16,0-8 0 0,2-7 0 15,0-5 0-15,4-3 0 16,6 1 0-16,5 2 0 0,1 4 0 16,1 5 0-16,-3 4 0 0,-4 6 0 15,-1 6 0-15,-7 2 0 0,-2 4 0 16,0 1 0-16,2 1 0 15,4 8 0-15,-2-1-1818 0,4 4-395 0</inkml:trace>
  <inkml:trace contextRef="#ctx0" brushRef="#br0" timeOffset="2079.13">20675 3664 2325 0,'0'0'1792'0,"0"0"-575"0,0 0-525 16,0 0-180-16,0 0 65 0,0 0-265 16,0 0-76-16,0 0 16 0,-49-23-112 15,34 31-3-15,-1 5-137 0,1 4 0 16,-1 6 0-16,-1 4 0 16,3 3 0-16,1 2 0 0,3-2 0 15,6 1 0-15,0-3 0 0,4-3 0 16,0-2 0-16,4-3 0 0,2-5 0 15,4-3 0-15,5-2 0 0,1-4 0 16,11-4 0-16,2-2 0 0,6 0 0 16,0-2 0-16,-4-2 0 0,-8 4 0 15,-8 0 0-15,-9 0 0 16,-2 2 0-16,-2 4 0 0,-2 5 0 16,-12 8 0-16,-9 5 0 0,0 3 0 15,-6-1 0-15,5-3 0 0,-3-1 0 16,4-3 0-16,5-2 0 15,1-5 0-15,5-5 0 0,6-3 0 16,0-4 0-16,2 0 0 0,-5 0-469 16,7-8-1136-16</inkml:trace>
  <inkml:trace contextRef="#ctx0" brushRef="#br0" timeOffset="2447.17">20897 4104 5822 0,'0'0'1281'0,"0"0"-709"16,-3 42-220-16,3-35-187 0,3-3-165 16,-1-2 0-16,-2 0 0 0,2-2 0 15,-2-1 0-15,0-9 0 16,-4-10 0-16,-3-8 0 0,3-7 0 16,-2-5 0-16,0-2 0 0,2-3 0 15,4 0 0-15,4 4 0 0,8 6 0 16,3 7 0-16,-1 5 0 0,3 7 0 15,-3 3 0-15,3 4 0 0,-1 2 0 16,5 2 0-16,0 4 0 0,-5 1-229 16,-6 1-1063-16,-1 4-733 0</inkml:trace>
  <inkml:trace contextRef="#ctx0" brushRef="#br0" timeOffset="2725.99">21056 3839 5538 0,'0'0'820'0,"-15"56"-19"0,11-24-445 16,4-1-144-16,0-2 148 0,10-3-255 15,-1-2-105-15,3-5 0 16,0-5 0-16,3-2 0 0,6-7 0 16,-1-4 0-16,1-1 0 0,0-8 0 15,-5-2 0-15,-1-4 0 0,-3-4 0 16,-6-4 0-16,-2-4 0 0,1-3 0 15,-3-2 0-15,-2-1 0 0,0 0 0 16,0 6 0-16,0 2 0 0,-2 10 0 16,-3 4 0-16,5 4 0 0,0 4 0 15,0 2 0-15,0 0 0 16,0 1-829-16,5 3-444 0,1 4-560 0</inkml:trace>
  <inkml:trace contextRef="#ctx0" brushRef="#br0" timeOffset="3099.98">21300 4287 6150 0,'0'0'593'0,"4"62"-249"0,0-29-288 16,-2-8-44-16,2-5 128 16,-2-6 24-16,-2-6 44 0,0-4 40 15,0-3-140-15,0-3 61 0,0-13-169 16,0-13 0-16,-6-15 0 0,4-14 0 15,-6-10 0-15,3-4 0 0,-1-7 0 16,6 3 0-16,0 6 0 0,11 12 0 16,3 11 0-16,3 9 0 0,-1 11 0 15,1 6 0-15,1 5 0 16,-1 2 0-16,-1 4 0 0,-5 4 0 16,5 3 0-16,-1 2 0 0,-3 6 0 15,-2 3 0-15,-5 5 0 0,-1 1 0 16,-4 6 0-16,-4 2 0 15,-1 2 0-15,-5 2 0 0,-6-1 0 16,-1-1 0-16,5-4 0 0,-1-3 0 16,3-8 0-16,4-6 0 0,2-1-753 15,-3-9-836-15</inkml:trace>
  <inkml:trace contextRef="#ctx0" brushRef="#br0" timeOffset="3304.85">21614 3239 6999 0,'0'0'1056'0,"0"0"-919"0,0 0-137 16,0 0 0-16,0 0 0 0,0 49 0 15,4-9 0-15,2 11 0 0,2 6 0 16,5 3 0-16,-5 8 0 16,0 5 0-16,-4 1 0 0,-1-4 0 15,-3-5 0-15,0-8 0 0,-5-8 0 16,-1-10-205-16,-4-9-1059 15,2-10-269-15,-5-11-3365 0</inkml:trace>
  <inkml:trace contextRef="#ctx0" brushRef="#br0" timeOffset="3413.62">21568 3763 6450 0,'0'0'1701'16,"42"-16"-1660"-16,-11 8-41 0,-7 4 0 15,-1 1 0-15,8 0 0 0,-4-2 0 16,-4 0 0-16,0-4-2006 0</inkml:trace>
  <inkml:trace contextRef="#ctx0" brushRef="#br0" timeOffset="4233.81">22461 3531 6086 0,'0'0'989'15,"0"0"-189"-15,0 0-483 0,0 0-317 16,0 0 0-16,-18 64 0 0,9-22 0 16,5 2 0-16,4-5 0 0,4 2 0 15,7 0 0-15,-1-2 0 16,5-1 0-16,-3-5 0 0,5-7 0 16,-3-9 0-16,0-9 0 0,-1-8 0 15,5-4 0-15,-1-12 0 0,0-10 0 16,-1-10 0-16,3-5 0 0,-5-7 0 15,3-5 0-15,-3 1 0 0,1-2 0 16,1 5 0-16,3 8 0 0,-1 11 0 16,-3 10 0-16,-3 11 0 0,-3 6-269 15,-5 3-1444-15,4 3-432 0</inkml:trace>
  <inkml:trace contextRef="#ctx0" brushRef="#br0" timeOffset="4543.2">22937 3616 6759 0,'0'0'548'16,"0"0"76"-16,-56 15-363 0,33-1-261 15,-2 5 0-15,3 6 0 16,-1 4 0-16,4 3 0 0,5 1 0 16,4 0 0-16,10-3 0 0,0-6 0 15,14-5 0-15,5-8 0 0,5-6 0 16,7-5 0-16,0-2 0 0,0-8 0 15,-2-3 0-15,-2-1 0 0,-8-4 0 16,-3-1 0-16,-5 1 0 0,-3-3 0 16,-6 1 0-16,-2 0 0 0,-4 0 0 15,-4 2 0-15,-5 0 0 0,1 4 0 16,-3 1 0-16,-1 5 0 16,1 2 0-16,5 2 0 0,6 1 0 15,4 3 0-15,0 0-625 0,2 2-211 16,10 5-721-16,1-1 464 15,5 3-71-15</inkml:trace>
  <inkml:trace contextRef="#ctx0" brushRef="#br0" timeOffset="4715.24">23042 3950 3961 0,'0'0'713'0,"0"0"355"16,0 0-424-16,0 0-99 0,0 0 671 15,0 0-1171-15,-14-62-45 0,10 18 0 16,4-5 0-16,2 0 0 0,8 0 0 15,4 0 0-15,5 4 0 0,2 5 0 16,-3 3 0-16,-3 3 0 0,-5 2 0 16,0 7-1285-16,-3 1-732 0</inkml:trace>
  <inkml:trace contextRef="#ctx0" brushRef="#br0" timeOffset="4933.59">23276 3028 7107 0,'0'0'1008'0,"0"0"-931"0,-21 63-77 16,13-23 0-16,4 8 0 0,4-1 0 15,2 4 0-15,6 6 0 16,2 5 0-16,-1 5 0 0,-3 7 0 16,-4 3 0-16,-2 0 0 0,-4-4 0 15,-4-3 0-15,-5-7 0 0,-3-11 0 16,1-8-369-16,-1-15-819 0,-1-16-401 15,5-10-8-15,-3-9-1548 0</inkml:trace>
  <inkml:trace contextRef="#ctx0" brushRef="#br0" timeOffset="5057.02">23131 3757 6795 0,'0'0'744'0,"60"-34"-91"0,-14 17-653 16,-5 2 0-16,-2 2 0 0,-2 3 0 15,-6 4 0-15,-4 1 0 0,-6 3 0 16,0 2 0-16,-7 0 0 15,-6 1-669-15,-2 4-2649 0</inkml:trace>
  <inkml:trace contextRef="#ctx0" brushRef="#br0" timeOffset="5319.4">23532 3859 7759 0,'0'0'433'0,"0"0"-433"0,0 0 0 16,0 0 0-16,37-44 0 0,-28 16 0 15,-3-6 0-15,-2-2 0 0,-4-1 0 16,0 5 0-16,-2 5 0 0,-2 11 0 16,0 9 0-16,-5 7 0 0,-1 14 0 15,-9 11 0-15,-3 13 0 0,-7 11 0 16,2 2 0-16,2 1 0 16,8-2 0-16,9-6 0 0,10-6 0 15,13-9 0-15,7-5 0 0,9-8 0 16,11-9 0-16,-1-7 0 15,3-4 0-15,-5-13 0 0,-10 3-1209 16,-11-5-284-16</inkml:trace>
  <inkml:trace contextRef="#ctx0" brushRef="#br0" timeOffset="5492.33">23728 3629 6430 0,'0'0'1417'0,"0"0"-1072"15,5 42-345-15,1-14 0 0,4 3 0 16,3 1 0-16,1 1 0 0,5 0 0 16,3-2 0-16,1-2 0 0,0-5 0 15,0-2 0-15,-7-6 0 16,-3-4 0-16,-3-7 0 0,-6-4-833 16,2-6-1276-16,-4-1 184 0,2-11-800 0</inkml:trace>
  <inkml:trace contextRef="#ctx0" brushRef="#br0" timeOffset="5644.39">23943 3649 4037 0,'0'0'1125'0,"0"0"700"0,0 0-925 16,-43 42-595-16,12-2-305 0,-6 8 0 15,-5 2 0-15,1-1 0 16,0 0 0-16,2-2 0 0,8-4 0 16,10-6 0-16,15-9-205 0,6-12-1552 15,6-9-1152-15</inkml:trace>
  <inkml:trace contextRef="#ctx0" brushRef="#br0" timeOffset="6216.2">24700 3624 3905 0,'0'0'252'0,"0"0"217"0,17-43 715 15,-13 35-648-15,-2 4-23 0,-2 1 467 16,0 1-627-16,0 0-353 16,-6 0 0-16,-7 2 0 0,-8 0 0 15,-5 0 0-15,-7 4 0 0,-3 2 0 16,3 0 0-16,4 2 0 15,0 0 0-15,5 4 0 0,-1 2 0 16,4 2 0-16,7 0 0 0,3 0 0 16,11-1 0-16,4-1 0 0,11-2 0 15,12-1 0-15,6 0 0 16,6-2 0-16,7-1 0 0,-1 0 0 16,-1 1 0-16,-9 2 0 0,-13 2 0 15,-7 2 0-15,-9 0 0 0,-6 3 0 16,-8 0 0-16,-5-1 0 0,-7-1 0 15,-3 0 0-15,-10-2 0 0,4-3 0 16,-4-2 0-16,2-5 0 0,4-4 0 16,2-5 0-16,7-7-37 0,7-1-2360 15,5-6-776-15</inkml:trace>
  <inkml:trace contextRef="#ctx0" brushRef="#br0" timeOffset="6450.25">24950 3010 6767 0,'0'0'1000'0,"0"0"-575"15,0 0-425-15,-23 49 0 0,11-6 0 16,0 10 0-16,1 11 0 16,3 0 0-16,0 12 0 0,2 5 0 15,1 4 0-15,3 2 0 0,0-4 0 16,2-7 0-16,0-5 0 0,0-12 0 15,0-10 0-15,4-8 0 0,-2-16 0 16,1-10 0-16,-3-8-1469 0,-3-11-2833 0</inkml:trace>
  <inkml:trace contextRef="#ctx0" brushRef="#br0" timeOffset="6589.25">24650 3616 6827 0,'0'0'384'16,"40"-18"324"-16,-9 5-435 15,4 1-273-15,4 1 0 0,0 1 0 16,-1 3 0-16,-3 5 0 0,-2 2 0 16,-2 5 0-16,-2 7-1329 0,-7-1-568 15,-3 2-60-15</inkml:trace>
  <inkml:trace contextRef="#ctx0" brushRef="#br0" timeOffset="6791.53">25142 3869 3465 0,'0'0'1133'0,"0"0"-57"15,0 0-167-15,0 0-265 0,0 0 264 16,-35 33-851-16,25-33-57 0,0-1 0 16,1-11 0-16,1-11 0 0,2-8 0 15,2-2 0-15,4-1 0 16,4 5 0-16,2 4 0 0,4 3 0 16,3 1 0-16,-3 5 0 0,3 0 0 15,-3 4 0-15,2-1 0 0,1-1 0 16,3 0 0-16,-3 3-969 15,-3 0-640-15</inkml:trace>
  <inkml:trace contextRef="#ctx0" brushRef="#br0" timeOffset="7056.14">25219 3630 6559 0,'0'0'1072'0,"-19"62"-511"0,11-22-561 16,2 2 0-16,4 0 0 0,6-2 0 15,8-5 0-15,9-6 0 0,6-5 0 16,8-5 0-16,-2-4 0 0,4-9 0 16,-2-6 0-16,-6-4 0 0,-2-12 0 15,-6-5 0-15,-7-5 0 16,-5-6 0-16,-5-3 0 0,-4-5 0 16,0-4 0-16,-2-2 0 0,-2 3 0 15,4 8 0-15,0 9 0 0,0 12 0 16,2 7 0-16,0 5 0 15,4 4 0-15,4 6-1786 0,-2 0 194 16,7 4-425-16</inkml:trace>
  <inkml:trace contextRef="#ctx0" brushRef="#br0" timeOffset="7283.71">25684 3680 7087 0,'0'0'1105'16,"0"0"-1105"-16,0 0 0 0,-39-19 0 15,20 20 0-15,0 11 0 0,-1 8 0 16,5 6 0-16,1 5 0 0,1 4 0 16,7 0 0-16,4 1 0 0,4-4 0 15,9-5 0-15,1-4 0 16,7-7 0-16,1-4 0 0,3-6 0 16,2-6 0-16,-2-9 0 0,1-6 0 15,1-10 0-15,-6 6-373 0,-1-5-1428 0</inkml:trace>
  <inkml:trace contextRef="#ctx0" brushRef="#br0" timeOffset="7650.28">25915 3102 7087 0,'0'0'592'16,"0"0"-79"-16,0 0-513 0,0 0 0 16,0 0 0-16,-28 57 0 0,21-7 0 15,5 11 0-15,2 5 0 0,0 2 0 16,2 7 0-16,5 4 0 16,-5 3 0-16,4-2 0 0,-4-2 0 15,2-6 0-15,-2-7 0 0,0-8 0 16,-2-10 0-16,0-15 0 0,0-10-2922 0</inkml:trace>
  <inkml:trace contextRef="#ctx0" brushRef="#br0" timeOffset="8058.25">25651 3725 7647 0,'0'0'545'0,"33"-8"-545"0,-4 7 0 15,4 2 0-15,-2 1 0 0,0 1 0 16,0 0 0-16,-2-3 0 15,-2 0 0-15,0 0 0 0,0-3 0 16,-1-3 0-16,-3 0 0 0,0 0 0 16,-2-2 0-16,-9 0-837 0,-4 2 121 15,-4 2 355-15,1 0 309 16,-5 0 52-16,0 2 100 0,-3 2 381 16,-5 10-225-16,-4 11 64 0,1 8 124 15,3 3-368-15,8 1 0 0,2-5 92 16,9 0-123-16,-1-3-45 0,2-3 0 15,3-4 0-15,-1-2 0 0,3-5 0 16,-3-3 0-16,3-5 0 0,-5-2 0 16,1-1 0-16,-1-6 0 0,0-7 0 15,-1-4 0-15,3-8 0 16,-1-4 0-16,-3-3 0 0,0-6 0 16,-4-4 0-16,1-3 0 0,-1 0 0 15,-2 4 0-15,0 9 0 0,4 8 0 16,1 11 0-16,1 5 0 15,-2 6 0-15,-1 6-1902 0,-1 4-263 16,-2 2-1360-16</inkml:trace>
  <inkml:trace contextRef="#ctx0" brushRef="#br0" timeOffset="8414.61">26329 3931 5722 0,'0'0'1509'15,"0"0"-733"-15,0 0-591 0,0 0-185 16,0 0 0-16,-23-40 0 0,25 5 0 15,9-3 0-15,1 3 0 0,2 7 0 16,1 2 0-16,-3 6 0 0,3 4 0 16,-5 5 0-16,-2 4 0 0,3 5 0 15,-5 0 0-15,2 2-41 0,-4 0-1319 16,0 1 191-16,-1 4 437 16,-1 0 732-16,0 4 308 0,0 3 272 15,0 3 313-15,0 1-409 0,2-2-52 16,4-3 92-16,3-2-443 15,1-1-81-15,2-2 0 0,3-1 0 16,2-4 0-16,3-2 0 0,1-6 0 16,0-3 0-16,-5-3 0 0,-5-2 0 15,-3-2 0-15,-6-2 0 0,-2 1 0 16,-2 5 0-16,-6 6 0 16,-4 7 0-16,-9 7 0 0,1 15 0 15,-1 9 0-15,2 8 0 0,5 4 0 16,8 2 0-16,4-1 0 0,14-4-293 15,1-11-1208-15,6-6-511 0</inkml:trace>
  <inkml:trace contextRef="#ctx0" brushRef="#br0" timeOffset="8709.6">26916 3730 6683 0,'-8'-49'1304'0,"-3"4"-1099"15,-5 0-205-15,1 17 0 0,-1 6 0 16,-3 12 0-16,3 7 0 15,-3 3 0-15,3 11 0 0,-1 5 0 16,3 4 0-16,1 3 0 0,3 0 0 16,6-2 0-16,4-1 0 0,12-2 0 15,9-2 0-15,8-2 0 16,2-1 0-16,2-2 0 0,0 2 0 16,2 2 0-16,-4 1 0 0,-2 4 0 15,-8 0 0-15,-11 2 0 0,-8 1 0 16,-2-1 0-16,-8 0 0 0,-7-2 0 15,-1 2 0-15,-11-4 0 0,-6 0 0 16,-9-3 0-16,-3 1 0 0,-5-1 0 16,-1-2 0-16,-1 0 0 0,-2-2 0 15,15-3-1033-15,-2-6-2841 0</inkml:trace>
  <inkml:trace contextRef="#ctx0" brushRef="#br0" timeOffset="12235.41">26565 10968 1932 0,'0'0'2153'0,"66"6"-1512"0,-15-9 11 16,18-1 260-16,15-3-559 16,22-3-165-16,24 3-12 0,19 1-156 15,18 2 0-15,13 1-8 0,4 2-8 16,-2 0-8-16,-15-3-653 0,-45 2-559 16,-10-2-969-16</inkml:trace>
  <inkml:trace contextRef="#ctx0" brushRef="#br0" timeOffset="14829.98">19476 15190 4886 0,'0'0'832'0,"7"-46"-124"16,-7 21-588-16,-11 3 81 0,-9 0 19 15,-7 2-208-15,-6 2-24 0,-11 4 4 16,-5 7-136-16,-9 2 8 0,-2 9 7 16,-8 8 101-16,-5 10 28 0,3 10 4 15,-7 7 16-15,7 11-3 16,-2 9 15-16,4 9-28 0,4 8-4 16,8 9 0-16,8 4 0 0,11 5 0 15,16-2 8-15,19-5-8 16,8-3 0-16,21-9-4 0,15-4-32 15,18-9-5-15,12-12-183 0,19-14 124 16,8-15 44-16,9-16 48 16,3-10-16-16,5-14 24 0,-6-13 24 15,-5-6 120-15,-6-10 205 0,-12-7 387 16,-8-3-324-16,-13-5-176 0,-17-2-59 16,-14-3-177-16,-18-3 0 0,-17-2 0 15,-10-4 0-15,-11 1 0 0,-10 0 0 16,-6 3 0-16,0 6 0 0,-3 9 0 15,1 11-137-15,6 8-447 0,-4 10-304 16,0 8-13-16,8 9-227 0,0 2-2514 16</inkml:trace>
  <inkml:trace contextRef="#ctx0" brushRef="#br0" timeOffset="15711.2">18978 15283 4774 0,'0'0'744'0,"0"0"-400"0,0 0-24 15,0 0-52-15,0 0-216 0,0 0-4 16,0 0 73-16,6-36-85 0,9 14 4 16,10-4-8-16,2-3-32 0,6 0 0 15,8-4 0-15,4 0-4 16,7 1 4-16,4 0 0 0,6 0 0 0,6 3 0 15,13-2 0-15,6 1-24 16,12 1-8-16,6 2-64 0,7 5-81 16,8 4-119-16,2 5-268 15,8 6 184-15,2 5 180 0,5 2 132 0,3 5 56 16,3 7 12-16,0 5 48 16,3 2-8-16,3 5 48 0,0 3 96 15,0 6-132-15,2 6-48 0,-7 8-4 16,-3 6-192-16,-5 6 64 0,-1 7 68 15,-3 6 48-15,0 7 12 0,-6 6 168 16,1 8-40-16,-1 0 12 0,2-2 128 16,6-5-44-16,9-7 120 15,12-11 221-15,8-9-369 0,11-10-40 16,8-15 48-16,8-11-96 0,6-15 36 16,3-13 20-16,3-14-152 0,1-11 36 15,-5-10 36-15,-5-7-80 0,-12-9-4 16,-13-8 0-16,-15-4 12 15,-15-6-12-15,-16 1 0 0,-18-1-12 16,-15 5-44-16,-23 4-504 16,-21 2-241-16,-20 17-543 0</inkml:trace>
  <inkml:trace contextRef="#ctx0" brushRef="#br0" timeOffset="16519.96">19268 16098 5010 0,'0'0'160'0,"39"29"212"0,-12-17-48 15,2-4-104-15,6-2 48 0,6-4-180 16,3-2 4-16,11-8 25 0,5-6-117 16,9-4 4-16,5-6 12 0,5-2-16 15,3-5-4-15,11-3-4 0,4-3-44 16,7-1 24-16,1-3-33 16,9-2-43-16,4-1 40 0,2-3-56 15,2-3-84-15,8-5-16 0,-4 0-36 16,4-5 20-16,2 0 104 0,1-3-16 15,7 0 76-15,1 3 72 0,1-1 12 16,-3 1-12-16,6 2 44 0,-1 1 88 16,3 5-32-16,0 4 8 0,2 8 100 15,2 5-100-15,-5 9 52 16,1 8 36-16,-4 8-184 0,1 10 4 16,1 9-16-16,0 8 0 0,0 11 0 15,-1 8 28-15,3 11 72 16,0 8 120-16,2 9 309 0,-3 5-309 0,3 8 68 15,-2 4 36-15,0 3-120 16,0 4-4-16,-3-1-179 16,1 1-21-16,0-6 0 0,-3-5 0 0,-1-5 0 15,-7-5 0-15,-10-5 0 0,-6-4 0 16,-17-5 0-16,-14-4 0 16,-17-3-9-16,-20-7-643 0,-19-10-1125 15,-21-7-660-15</inkml:trace>
  <inkml:trace contextRef="#ctx0" brushRef="#br1" timeOffset="22247.79">19782 15464 2124 0,'0'0'2266'16,"0"0"-1638"-16,0 0-124 0,0 0 504 15,-37 15-371-15,31-12-25 0,2-2-199 16,-2-1-413-16,6 0 0 0,0 0 0 15,0 0 0-15,0 0 0 0,0 0 0 16,0 0 0-16,0 0 0 0,0 0 0 16,0 0 0-16,0 0 0 15,0 0 0-15,0 0 0 0,0 0 0 16,0 0 0-16,0 0 0 0,0 0 0 16,0 1 0-16,0-1 0 0,0 1 0 15,0 0 0-15,0 0 0 16,0 1 0-16,0 0 0 0,0 2 0 15,6 1 0-15,-6-1 0 0,6 3 0 16,-2-2 0-16,6 1 0 0,1 2 0 16,3-2 0-16,1-1 0 0,1 0 0 15,1-4 0-15,-1 0 0 0,7-1 0 16,-2 0 0-16,-1 0 0 16,5 0 0-16,2 0 0 0,4-1 0 15,6 1 0-15,1 0 0 0,11 0 0 16,1 0 0-16,12 0 0 0,2 0 0 15,10-2 0-15,5 0 0 0,8 0 0 16,6 0 0-16,0-1 0 0,12 1 0 16,1-2 0-16,3 0 0 15,7 0 0-15,-2 1 0 0,1-1 0 16,-3 2 0-16,2 0 0 0,-3 0 0 16,-3 1 0-16,-1 1 0 0,1-1 0 15,-3 1 0-15,3-1 0 16,-1-1 0-16,1 2 0 0,3 0 0 15,-5 0 0-15,3 3 0 0,-5-2 0 16,-7-1 0-16,-10 0 0 0,-9 0 0 16,-10 0 0-16,-14-1 0 15,-17-3 0-15,-16 2 0 0,-13-1 0 0,-12-4 0 16,-25-3 0-16,6-1 0 16,-22-8-2986-16</inkml:trace>
  <inkml:trace contextRef="#ctx0" brushRef="#br1" timeOffset="24693.61">19460 16134 3609 0,'0'0'300'0,"0"0"-280"0,0 0 92 15,0 0 68-15,0 0-3 0,0 0 263 16,0 0-100-16,41 4-28 0,-18-4 192 16,4-1-280-16,2 0-60 15,0-2 81-15,6 1-141 0,2 1-48 16,0 1-48-16,7 0 4 0,3-1-12 16,-1-1 0-16,7-2-8 0,-1-1 8 15,4-2 0-15,2-2 8 0,2 0-16 16,4-2 8-16,-2-2-60 15,2-1 44-15,-2-2 8 0,4-1-12 16,-2-1-80-16,-4 0-333 0,0-2-219 16,-17 5-304-16,-1 0-1758 0</inkml:trace>
  <inkml:trace contextRef="#ctx0" brushRef="#br1" timeOffset="25183.77">20208 16128 2545 0,'0'0'1248'0,"52"-20"-383"0,-21 5 47 0,2-2-304 15,-2-2-159-15,4-1-61 0,0-4-316 16,4 3-36-16,3-2-28 16,3 1 0-16,5 1-8 0,4 4 0 15,-3 0 12-15,7 1-12 0,-2 1 16 16,2-1-16-16,2 1 0 0,2 1 0 15,0 1 4-15,0 0-4 0,2 0 0 16,0 2 0-16,0 3 0 16,-2 1 0-16,-4 1-12 0,0 2 12 15,0 4-4-15,0 0 4 0,0 4 0 16,-5 1 0-16,3-1-4 0,2 0 4 16,0-1 0-16,2-2 0 0,4-1 0 15,2 0 0-15,4 0-104 0,-4-4-64 16,3 1-401-16,-1 0-163 15,-18 1-204-15,-5-1-1550 0</inkml:trace>
  <inkml:trace contextRef="#ctx0" brushRef="#br1" timeOffset="25509.72">21887 15818 2813 0,'0'0'1248'0,"0"0"-919"0,0 0 19 0,41-11-132 15,-14 11 64-15,6 4 136 0,8 3-204 16,3 2 24-16,7-1 156 0,18 1-147 16,9-1-73-16,13 0 0 0,15 1-168 15,11 1 8-15,5 2-12 0,11-1 0 16,-3 0-172-16,4 1-205 16,-1 0 217-16,-5-4 76 0,-2 1-288 15,-6-2-224-15,-36-2-377 0,-5-1-2384 0</inkml:trace>
  <inkml:trace contextRef="#ctx0" brushRef="#br1" timeOffset="26427.8">19065 14969 2557 0,'0'0'216'16,"0"0"1056"-16,43-4-1000 0,-20-3-43 15,2 0 67-15,-4 1-200 0,-1 0-28 16,-3 0 8-16,-1 1-72 0,-1 1 36 15,-3 0 160-15,3 2-32 16,-1-1 0-16,5 0 164 0,4-1-192 16,6 1-40-16,6-2 12 0,4-1-104 15,11 1-8-15,3-1 4 16,9 2 4-16,2 1-8 0,5 2 8 16,-1 1-8-16,2 0 0 0,-2 0 0 15,3 0-12-15,-1 0 12 0,4 0-4 16,3 1 12-16,1 3-8 0,3 0 0 15,2 2 0-15,1 4 0 0,1 2 0 16,-6 2 0-16,-1 1 0 0,-1 4 0 16,-7 0-12-16,0 1 4 0,1 2-40 15,-3 0-28-15,2 0-28 16,9-1-8-16,-1-1-36 0,7 0-24 16,8-2-124-16,4 1 200 0,4 1 96 15,1-1 24-15,-1 0-24 16,-2-2 44-16,-2-3-8 0,-6-4-36 15,-27-3-120-15,-6-5-3038 0</inkml:trace>
  <inkml:trace contextRef="#ctx0" brushRef="#br1" timeOffset="26879.08">21701 15223 3089 0,'0'0'368'16,"0"0"-248"-16,0 0-76 0,0 0 28 15,0 0 72-15,0 0 136 0,0 0-36 16,43-19 17-16,-18 15 127 0,0-2-132 16,2 1-52-16,-3 2 36 0,1 0-120 15,2 3-12-15,0 0 0 16,2 0-108-16,6 1 24 0,6 1-24 16,7-1 12-16,6-1-12 0,6 0 0 15,6 0-8-15,8-3 4 0,3 1 4 16,1 0-24-16,1-2 24 0,1 4 0 15,1-1-8-15,0 1 8 0,-1 0 4 16,1 0-4-16,-5 0 0 0,7 0 4 16,-2 1 0-16,3 3-4 15,3-1 40-15,2 2-12 0,0 1 4 16,-4-3-32-16,-5 2-32 0,-7-2-372 16,-20-1-1293-16,-7-2-372 0</inkml:trace>
  <inkml:trace contextRef="#ctx0" brushRef="#br1" timeOffset="27694.92">21606 16002 1252 0,'35'-8'0'0,"-2"-2"-824"0</inkml:trace>
  <inkml:trace contextRef="#ctx0" brushRef="#br1" timeOffset="28209.05">22325 15804 1976 0,'0'0'196'16,"-44"-6"-139"-16,24 3-57 0,-1-1-24 15,7 1-141-15,-3 3-7 0,5 0 172 16,1 0 24-16,3 0 293 0,2 1 431 15,6 0-236-15,0 1-44 0,0 0 9 16,0-2-281-16,16 0 40 0,11-2 216 16,13-4-284-16,7-3-72 15,7-3-36-15,4 1-52 0,0 0-8 16,2 1 0-16,0 2-48 0,-3 1-108 16,1 2 52-16,4 3 72 0,0-2 32 15,4 4 0-15,1 0 16 0,3 0-16 16,0 6 0-16,3 0-8 15,3 1 8-15,-2 1 0 0,1-1-172 16,-1-1-108-16,-3-1-429 0,-20-1-187 16,-5-3-649-16</inkml:trace>
  <inkml:trace contextRef="#ctx0" brushRef="#br1" timeOffset="28785.57">23034 15801 3209 0,'0'0'204'0,"0"0"84"15,0 0-124-15,0 0-36 0,0 0 0 16,0 0-96-16,0 0 0 0,0 0 36 16,25 34-52-16,2-25 60 15,-1-3 117-15,5-4-77 0,0-2 20 16,7 0 136-16,-1-6-92 0,8-3 0 16,3-1 92-16,4-2-176 0,1-2 0 15,9-4 160-15,-2 0-64 16,6-2-24-16,1-3 1 0,1 1-141 15,2-4 4-15,0 0 72 0,7-1-44 16,6-3 8-16,3-1-16 0,5-2-44 16,4-1-8-16,7-2 0 0,3-1-12 15,1-2-24-15,1 1-188 16,-2 0-21-16,-3 2-19 0,-7 1-228 16,-4 1 72-16,-6 1 52 0,-11 2-32 15,-6 1 151-15,-10 5 29 0,-8 1-268 16,-19 8-128-16,-11 1-557 0</inkml:trace>
  <inkml:trace contextRef="#ctx0" brushRef="#br1" timeOffset="29309.69">23259 15298 4237 0,'0'0'209'16,"0"0"-209"-16,42-7-36 0,-26 1 28 15,1 1-81-15,-9 3-27 0,-4 0 116 16,0-1 20-16,0 2 173 0,0-1 291 16,3-2-136-16,3 2-32 15,13-1 96-15,8 1-252 0,8 1-4 16,15 1 68-16,4 2-131 0,12 4 3 16,8 1 0-16,5 4-88 0,10 1-4 15,-2 4-4-15,0 6-64 0,2 4-68 16,0 2-129-16,0 6 201 0,0 1 60 15,4 1 20-15,0 3-4 16,5-1 92-16,5 1 177 0,5-1-125 16,8-1 12-16,4-1 44 0,-2-4-160 15,2-5-32-15,-2-2-20 0,-2-5 0 16,-3-1-8-16,-3-4-12 16,-2-1-32-16,-11-4 4 0,-4-1-24 15,-8-5 4-15,-12-3 52 0,-7-1-32 16,-10-2-200-16,-13 1-77 0,-14-1-695 15,-14 1-333-15,-13-2-976 0</inkml:trace>
  <inkml:trace contextRef="#ctx0" brushRef="#br1" timeOffset="29883.59">24347 15533 4398 0,'0'0'860'0,"0"0"-604"0,0 0-168 15,64-45-60-15,-23 23-20 16,7-1-8-16,3-2 32 0,7-3-32 15,6-1 32-15,6 1 40 0,3-1-72 16,5 2 12-16,5 2-8 0,4 2 0 16,4 3-4-16,0 4 0 15,4-1 0-15,0 4-8 0,6 2 8 16,0 3-8-16,7 1 8 0,2 3 0 16,-1 4 4-16,-1 3-4 0,-1 5 0 15,-4 6-8-15,1 5 8 0,-7 3-28 16,2 1-48-16,-4 3 76 0,4 3 0 15,3-1 8-15,3 3 16 0,11-2 244 16,8-1 4-16,6-3-80 0,11-3-88 16,-3-1-104-16,1-5 0 15,-7-5-52-15,-10-2-156 0,-6-4-72 16,-11-5-432-16,-10-1 192 0,-29-3-49 16,-6-3-959-16</inkml:trace>
  <inkml:trace contextRef="#ctx0" brushRef="#br1" timeOffset="30350.79">26246 15788 2953 0,'0'0'2113'0,"0"0"-1497"0,0 0-176 0,44-2-220 15,-9-3 13-15,8-3 95 16,9-3-164-16,6-6-20 0,10-3 88 16,11-6-144-16,9-5-4 0,7-7 40 15,5-1-104-15,5-4 8 0,3-3-8 16,5-5-20-16,-1-1 0 0,6-4 16 15,0 0-8-15,-1-2-8 0,1-2 60 16,-4-1-60-16,-5 2-4 0,-3 6-140 16,-5 4-476-16,-8 8-185 0,-27 10-1672 15,-8 4-1308-15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8:17:20.12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19851 685 708 0,'0'0'516'16,"0"0"-268"-16,0 0 12 0,0 0 104 15,0 0-324-15,0 0 33 0,0 0 1367 16,0 0-1152-16,0 0-36 0,-13 6 313 16,13-8-229-16,-4 0-12 15,2 0 148-15,0 1-208 0,0 0-16 16,-2-1 149-16,4 2-237 0,-2 0-28 15,0 0 72-15,-1 0-116 0,-1 0 32 16,4 0 84-16,0 0-164 0,0 0 44 16,-2 0 104-16,2 0-84 15,0 0-31-15,0 0-73 0,0 0 0 16,0 0 0-16,0 0 0 0,0 0 0 16,0 0 0-16,0 0 0 0,2 0 0 15,-2 0 0-15,4 0 0 0,1 0 0 16,1 0 0-16,0-1 0 15,4 1 0-15,-3 0 0 0,3 0 0 16,-2 0 0-16,0 0 0 0,3 0 0 16,-1 0 0-16,5 0 0 0,-1 1 0 15,3 1 0-15,-1-2 0 0,1 0 0 16,-1 0 0-16,-1-2 0 0,-1 1 0 16,1-1 0-16,-3 0 0 15,5 0 0-15,-3 2 0 0,0 0 0 16,-3 0 0-16,3 0 0 0,-3 0 0 15,1 2 0-15,0 1 0 0,3-1 0 16,-3 1 0-16,3-1 0 16,1-1 0-16,-5-1 0 0,7 0 0 15,-3 0 0-15,3 0 0 0,-1-2 0 16,-1 0 0-16,1 0 0 0,-3 1 0 16,7-1 0-16,0-1 0 0,-1 2 0 15,3 1 0-15,-2-1 0 16,4 0 0-16,-3 1 0 0,-1 0 0 15,6 0 0-15,-2 0 0 0,-3 0 0 16,1 0 0-16,2 0 0 0,-2 0 0 16,-1-2 0-16,5 0 0 0,0-1 0 15,0 0 0-15,2 0 0 0,2-2 0 16,-4 0 0-16,0 2 0 0,0-2 0 16,-3 1 0-16,5 1 0 15,-4 0 0-15,4 2 0 0,-6 1 0 16,0-1 0-16,-3 1 0 0,1 0 0 15,4 0 0-15,-2 0 0 0,1 1 0 16,3-1 0-16,0 0 0 16,0 0 0-16,0 0 0 0,-2 0 0 15,1 0 0-15,1-2 0 0,-2 1 0 16,0 1 0-16,-2-1 0 0,2 1 0 16,1 0 0-16,1 0 0 0,-2 0 0 15,4 0 0-15,-4 1 0 16,2 0 0-16,2 0 0 0,-3 0 0 15,3 0 0-15,0 0 0 0,0 0 0 16,2 0 0-16,0-1 0 0,4 0 0 16,-4 0 0-16,-2 0 0 0,7 2 0 15,-3 0 0-15,2 1 0 0,-2 1 0 16,-2-1 0-16,0 0 0 0,0 1 0 16,2 0 0-16,0-1 0 15,2-2 0-15,4 1 0 0,1-1 0 16,3-1 0-16,1 0 0 0,-3 0 0 15,0-1 0-15,-2 0 0 0,-5 1 0 16,5 0 0-16,-4 1 0 16,2 1 0-16,-4 1 0 0,-4 0 0 15,0-1 0-15,-4 2 0 0,-2-2 0 16,-5 1 0-16,-1-1 0 0,-7-1 0 16,-2 0 0-16,-1 0 0 15,-7-1 0-15,4 1 0 0,0-1 0 16,-2 1 0-16,2-1 0 0,2 0-1581 15,9-4-2301-15</inkml:trace>
  <inkml:trace contextRef="#ctx0" brushRef="#br0" timeOffset="4873.55">6034 8749 4794 0,'-37'-17'472'0,"-5"1"-168"0,-7-1 364 16,1 3-420-16,-3 1-131 0,-11 2-45 15,0 3-72-15,-7 4 0 0,3 1 0 16,0 3-24-16,2 4 24 0,-4 7 0 16,-1 6 4-16,1 6-4 0,0 8 8 15,-4 7 8-15,1 4 0 0,-3 8 0 16,-2 6-8-16,1 10-8 0,-3 7 0 15,3 8-20-15,1 6 12 16,8 7-28-16,4 4-16 0,14 4 52 16,9 3-16-16,10 4 0 15,10 2 16-15,15 3 0 0,4 1-4 16,15-1 4-16,13-2 0 0,12 1 24 16,14-4-12-16,8-7 116 0,12-6-28 15,15-8 80-15,6-8 124 0,6-7-132 16,13-11 0-16,4-10 48 15,6-11-152-15,2-10 20 0,0-15 69 16,6-10-157-16,-2-9 0 0,-3-16 0 16,-1-10 0-16,0-10 0 0,-4-11 0 15,-2-7 0-15,-5-5 0 0,-9-7 0 16,-1-6 0-16,-10-3 0 0,-6-5 0 16,-10-6 0-16,-7-2 0 0,-8-5 0 15,-10-1 0-15,-2-2 0 16,-15-2 0-16,-2-2 0 0,-12 0 0 0,-13 0 0 15,-6 1 0-15,-10 3 0 16,-15 0 0-16,-8 3 0 0,-10 1 0 16,-17 4 0-16,-8 8 0 0,-14 4 0 15,-17 9 0-15,-9 7 0 0,-7 8 0 16,-16 10 0-16,1 9 0 16,-10 8 0-16,-1 11 0 0,-3 8-37 15,3 7-259-15,5 3-372 0,37 3-293 16,4 1-467-16</inkml:trace>
  <inkml:trace contextRef="#ctx0" brushRef="#br0" timeOffset="9129.81">9736 13007 3225 0,'0'0'1337'0,"0"0"-925"15,-45 14-404-15,28-8 40 0,-10 2 56 16,7 2-24-16,-13-1 72 0,1 3 64 16,-5 2-156-16,-4 0 24 15,-7 3 120-15,-3 1-64 0,-7 1 20 16,-10 2 84-16,-7 1-163 0,-3 1-29 15,-11 2-48-15,-6 2-4 0,-11 2-32 16,-3 2-73-16,-5-1 53 16,-4 4 52-16,-2-1-4 0,-2 1 0 15,-4 0 4-15,2 0 0 0,-2-1 8 16,-2 0-8-16,-2 0 0 16,-3 1-8-16,-1-2 4 0,-4 0-144 15,-9-2 60-15,0 0 80 0,-4-1-12 16,-2 0 16-16,0 1 4 0,0-1 0 15,0-1-4-15,7 0 0 0,-1-4-4 16,6-2-16-16,7-2 24 0,4-2-20 16,3-5-96-16,1-1 48 0,7-5-28 15,3-1 48-15,4-6 48 0,5 0-8 16,9-7 24-16,10-5-12 16,3-7 28-16,8-3-32 0,9-5 0 15,8-4 12-15,2-1-4 0,7-2-8 16,3-1 68-16,5-1 40 0,1 0 48 15,3-1 16-15,6-3-168 16,-2-1 4-16,8-3-8 0,6-1-108 16,5 0-20-16,5-2-132 0,5 0 64 15,6-1 72-15,2-2-72 0,9 1 32 16,3-1 100-16,11-2 60 16,2 1 4-16,6-1 16 0,8 3 92 15,5 0-80-15,7 4-4 0,-1 1 8 16,2 5-16-16,4 3-8 0,4 2 64 15,0 4-52-15,4 2 48 0,4 3 64 16,5 3-104-16,-1 2 4 0,5 1-24 16,-1 3-8-16,7 2 0 0,4 2 4 15,6 0-4-15,6 3 0 0,2-1 0 16,9 2 4-16,8 2-4 0,0 2 36 16,8 2 16-16,2 0 32 15,3 2 148-15,1 0-108 0,2 0-32 16,-1 2 28-16,1 4-88 0,3 1 24 15,-1 3 113-15,3-2-89 0,1 0 8 16,5 4-16-16,-4 0-60 16,4 1-12-16,-5 2 4 0,1 3 4 15,-3 4-8-15,1 0 56 0,-5 3-36 16,-3-1 24-16,-1 1 4 0,-2 0-40 16,2-2-8-16,1 2 24 15,1-1-8-15,3-3-16 0,-5-3 8 16,4-3-4-16,-5-4-8 0,-3-6-84 15,-35-3-400-15,-2-3-645 0</inkml:trace>
  <inkml:trace contextRef="#ctx0" brushRef="#br0" timeOffset="14550.01">4593 15245 2929 0,'0'0'1416'0,"0"0"-1147"0,-10 44 519 16,-1-11-252-16,5 6-68 15,0 4 125-15,6 4-309 0,6 8 16 16,0 5 36-16,1 6-236 0,-1 8-8 16,2 7-11-16,-4 5-81 15,2 6 0-15,-3 6 0 0,-3 1 0 16,0 1 0-16,-3-6 0 0,3-7 0 15,-6-11 0-15,4-10 0 0,2-7 0 16,0-11 0-16,0-11 0 0,-2-11 0 16,2-11-197-16,0-9-563 15,0-8-105-15,0-4-211 0,0-14-2154 0</inkml:trace>
  <inkml:trace contextRef="#ctx0" brushRef="#br0" timeOffset="14905.08">4548 15259 1320 0,'0'0'3798'0,"0"0"-3142"0,45 20-312 16,-12-15 101-16,15-3 227 0,12-2-360 15,18-3-12-15,13-8 45 0,13-2-345 16,9 1 0-16,5-2 0 16,4-3 0-16,4 3 0 0,6-1 0 15,3 0 0-15,3 0 0 0,-1 1 0 16,-7-2 0-16,-4 3 0 0,-21 5 0 15,-14 5 0-15,-18 3-81 0,-15 2-671 16,-27 2-353-16,-4 1-515 0</inkml:trace>
  <inkml:trace contextRef="#ctx0" brushRef="#br0" timeOffset="15211.58">6594 15151 4674 0,'0'0'392'16,"0"0"228"-16,0 0-172 0,-10 45 265 16,-1-7-241-16,1 10-44 0,4 5 17 15,-2 4-445-15,6 11 0 0,-3 10 0 16,5 12 0-16,-4 8 0 0,2 11 0 15,-2 8 0-15,-6 5 0 0,-5 1 0 16,5-1 0-16,2-7 0 16,-3-9 0-16,1-8 0 0,0-12 0 15,-1-15 0-15,1-14 0 0,2-17 0 16,-1-16 0-16,-1-16-601 0,2-8-480 16,-5-8-2296-16</inkml:trace>
  <inkml:trace contextRef="#ctx0" brushRef="#br0" timeOffset="15740.4">4725 16943 1284 0,'0'0'2609'0,"0"0"-1756"0,0 0 487 15,0 0-711-15,0 0-201 0,0 0 176 16,0 0-288-16,56-4-187 0,4 4-129 16,13 2 0-16,15 3 0 0,1 0 0 15,17 2 0-15,14 3 0 16,14 3 0-16,11 4 0 0,8 1 0 16,0-2 0-16,-2-3 0 15,-3-3 0-15,-1-7 0 0,-15 0 0 16,-34-3 0-16,-14-5-2522 0</inkml:trace>
  <inkml:trace contextRef="#ctx0" brushRef="#br0" timeOffset="21029.55">20165 6917 2789 0,'0'0'1901'0,"0"0"-697"16,0 0-804-16,0 0-95 0,54 11 843 15,3-7-703-15,20-1-445 0,10-2 0 16,0 3 0-16,1 1 0 0,-1 3 0 15,-4-2 0-15,-19-3-41 0,-6-3-4825 0</inkml:trace>
  <inkml:trace contextRef="#ctx0" brushRef="#br0" timeOffset="27387.39">20202 2377 5770 0,'0'0'556'16,"0"0"-488"-16,54 4 209 0,-9-4 607 15,19 0-496-15,7 0-139 16,9-1-249-16,5-3 0 0,-2 3 0 15,-7-1 0-15,-8-1 0 0,-6 0 0 16,-20 0-1826-16,-7-5-2552 0</inkml:trace>
  <inkml:trace contextRef="#ctx0" brushRef="#br0" timeOffset="33086.93">20318 4587 872 0,'0'0'8'0,"0"0"8"0,0 0 56 16,0 0 20-16,0 0 136 15,0 0 340-15,0 0 733 0,0 0-517 16,0 0-275-16,0 0 15 0,-29 26 268 15,27-26-280-15,2 0-75 0,2 0 143 16,8 0-224-16,13 0-40 0,14-4-91 16,19 1-225-16,12-1 0 0,9 0 0 15,5-1 0-15,1 0 0 0,-4-1 0 16,-11 4 0-16,-8-3 0 0,-13 1 0 16,-12 1-317-16,-12-2-1700 0</inkml:trace>
  <inkml:trace contextRef="#ctx0" brushRef="#br0" timeOffset="34687.24">19084 4097 2012 0,'0'0'989'16,"0"0"335"-16,0 0-703 0,0 0 383 15,0 0-512-15,0 0-123 0,0 0 91 16,0 0-248-16,0 0-16 0,0 0 96 16,-11-15-204-16,9 10 0 0,2 2-43 15,0-1-45-15,-4 2 0 16,4-1 0-16,-4 1 0 0,2-1 0 15,-4 0 0-15,-3 1 0 0,3-1 0 16,0 1 0-16,-4-3 0 0,-5 0 0 16,3 0 0-16,-1 1 0 15,1 1 0-15,0 0 0 0,1 2 0 16,-1-2 0-16,2 1 0 0,-3 1 0 16,3 1 0-16,4 0 0 15,-3 0 0-15,1 0 0 0,-2 2 0 16,-3 2 0-16,1 2 0 0,2-1 0 15,-3 2 0-15,1 1 0 0,1 0 0 16,-5 2 0-16,6-1 0 0,-3 1 0 16,-1-1 0-16,3-1 0 0,1 1 0 15,0-1 0-15,4 2 0 0,-5 0 0 16,1 2 0-16,0-1 0 0,-1 1 0 16,1 0 0-16,-1 0 0 0,3 2 0 15,0 0 0-15,2 0 0 16,0 1 0-16,-3 3 0 0,7 0 0 15,-2 0 0-15,0 0 0 0,2-1 0 16,-2 1 0-16,4 0 0 16,0-2 0-16,0 1 0 0,0-1 0 15,0 0 0-15,4 0 0 0,2 1 0 16,0-1 0-16,5 2 0 16,3-1 0-16,1 2 0 0,3 0 0 15,1 0 0-15,-1 0 0 0,1-1 0 16,2-2 0-16,-1 0 0 0,-1-3 0 15,2-5 0-15,3-1 0 0,5-4 0 16,2-3 0-16,7-4 0 0,-3-5 0 16,6-3 0-16,-4-6 0 0,0-2 0 15,-1-5 0-15,-3-1 0 0,-2-3 0 16,-7 1 0-16,-3-4 0 0,-2 3 0 16,-9 0 0-16,0-2 0 15,-3 3 0-15,-7-2 0 0,-7-1 0 16,1-1 0-16,-8-1 0 0,-3-4 0 15,-3 3 0-15,-3-1 0 0,-6 2 0 16,2 8 0-16,10 4 0 0,5 9 0 16,4 5 0-16,4 4 0 15,2 3 0-15,-5 0-3855 0</inkml:trace>
  <inkml:trace contextRef="#ctx0" brushRef="#br0" timeOffset="37381.05">20328 3385 3661 0,'0'0'2837'16,"48"6"-2348"-16,1-12 183 0,22-2-139 15,13-4-533-15,1 0 0 16,-4 5 0-16,-9 4 0 0,-16 3 0 15,-13 3 0-15,-12 0 0 0,-6-2-1457 0</inkml:trace>
  <inkml:trace contextRef="#ctx0" brushRef="#br0" timeOffset="46358.43">18608 11834 5074 0,'0'0'1100'0,"0"0"-571"15,0 0 23-15,0 0 84 0,0 0-335 0,66-13-301 16,-16 8 0-16,8 1 0 16,-4 2 0-16,-7 2 0 0,-1 3 0 15,-5 3 0-15,2 1 0 0,1-1 0 16,-5-2-945-16,-4-4-4017 0</inkml:trace>
  <inkml:trace contextRef="#ctx0" brushRef="#br0" timeOffset="50332.82">20049 15425 1504 0,'0'0'1757'16,"0"0"-1257"-16,0 0 397 0,0 0-385 15,95 9 124-15,-6-17 309 0,27-5-541 16,20 1-68-16,-1 2-168 16,-30 3-168-16,-4-4-1261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09T18:18:58.34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407 1831 3041 0,'0'0'1144'0,"0"0"-763"0,0 0 31 16,0 0 148-16,0 0-180 0,0 0 12 15,0 0 313-15,0 0-285 16,37 14-132-16,1-17 0 0,1 1-188 16,0 2-19-16,-4 2-81 0,0 4 0 15,3 1 0-15,1 1 0 0,6 0 0 16,15 3 0-16,9-3 0 15,11 0 0-15,11-2 0 0,2-1 0 16,8-4 0-16,9-1 0 0,8 0 0 16,8 0 0-16,6-2 0 0,9 0 0 15,4 0 0-15,7 2 0 0,6-1 0 16,5 1 0-16,6 0 0 0,5 0 0 16,6 2 0-16,4 1 0 0,-2-1 0 15,2 2 0-15,4-1 0 0,-4 1 0 16,4-2 0-16,2 2 0 15,-4-2 0-15,2 0 0 0,-6 1 0 16,-8-2 0-16,-9 1 0 0,-12-1 0 16,-14-1 0-16,-15 0 0 0,-15-1 0 15,-20-2 0-15,-10-2 0 16,-17-1 0-16,-15-1 0 0,-10-1 0 16,-14-5 0-16,-8-2-957 0,-5 4-1276 15,-6-5-1777-15</inkml:trace>
  <inkml:trace contextRef="#ctx0" brushRef="#br0" timeOffset="44644.82">9147 9706 1840 0,'0'0'2201'0,"0"0"-1624"0,-35-3 351 16,29 3-300-16,2-1-159 0,1 0 371 15,-1-1-368-15,4 1-235 0,0 0-237 16,0 1 0-16,0-1 0 0,7 0 0 15,7 1 0-15,7 0 0 0,6 2 0 16,6 2 0-16,12 0 0 16,9-1 0-16,14-2 0 0,15-1 0 15,12-2 0-15,10-4 0 0,5-3 0 16,1 1 0-16,-1 0 0 0,-5 1 0 16,5-2 0-16,-11 2 0 0,-4 0 0 15,-14-1 0-15,-15-2-545 16,-18 3-584-16,-15-3-2960 0</inkml:trace>
  <inkml:trace contextRef="#ctx0" brushRef="#br0" timeOffset="45125.37">11553 9628 6775 0,'0'0'544'0,"0"0"-108"0,37 9-144 16,-4-3-147-16,19 2-145 0,10-1 0 15,19 3 0-15,8-1 0 0,14-1 0 16,-2 1 0-16,3 0 0 16,-7-3 0-16,0 0 0 0,-10-2 0 15,-5-1 0-15,-9-3 0 0,-13 0 0 16,-4 0 0-16,-13 0 0 0,-6 0 0 16,-10-1 0-16,-6 0-369 0,-11-3-1692 15</inkml:trace>
  <inkml:trace contextRef="#ctx0" brushRef="#br0" timeOffset="52735.08">2603 11996 2849 0,'0'0'56'0,"0"0"2117"16,0 0-1465-16,0 0-72 0,0 0 389 15,0 0-481-15,0 0-343 0,0 0-201 16,0 0 0-16,-11-13 0 16,11 12 0-16,-2 0 0 0,2 0 0 15,0 0 0-15,-2 0 0 0,2 1 0 16,0-2 0-16,-2 2 0 0,2-1 0 16,0 0 0-16,0 1 0 15,0 0 0-15,0 0 0 0,0 0 0 16,4 0 0-16,2 0 0 0,-2 4 0 15,5-1 0-15,5 2 0 0,-1-1 0 16,5-1 0-16,-1 1 0 16,3-3 0-16,3 1 0 0,6-2 0 15,4 0 0-15,2 0 0 0,9 0 0 16,1-2 0-16,3 1 0 0,1-1 0 16,3 0 0-16,0 1 0 0,-1 1 0 15,3-1 0-15,-6 1 0 0,3 0 0 16,1 0 0-16,2 0 0 0,-5-2 0 15,1 2 0-15,4-3 0 16,-1 2 0-16,5-2 0 0,4 0 0 16,2-1 0-16,3 1 0 0,1-2 0 15,0 3 0-15,2-2 0 0,3 1 0 16,-5-1 0-16,2 3 0 0,0-3 0 16,1 3 0-16,1 0 0 15,-4 1 0-15,0-1 0 0,1 1 0 16,-5 0 0-16,8 0 0 0,3 1 0 15,-5-1 0-15,6 1 0 0,3 2 0 16,-5-1 0-16,5-1 0 16,-1 0 0-16,1 2 0 0,2-1 0 15,1-1 0-15,-1 1 0 0,-3 0 0 16,1 0 0-16,-5 1 0 0,3-1 0 16,-3-1 0-16,5 1 0 0,-5 1 0 15,5-2 0-15,-1-1 0 0,5 1 0 16,-2 1 0-16,5-1 0 0,5 1 0 15,2-2 0-15,-2 0 0 0,2 0 0 16,2 0 0-16,1 0 0 16,3-1 0-16,0-3 0 0,2 3 0 15,-1-2 0-15,1 0 0 0,2-1 0 16,3 1 0-16,-1 1 0 0,0-2 0 16,1 2 0-16,3-2 0 15,3-1 0-15,2 0 0 0,2-1 0 16,-1 0 0-16,1 1 0 0,4 0 0 15,2-2 0-15,-2 3 0 0,2 1 0 16,-7-2 0-16,7 4 0 16,-2-1 0-16,-4 1 0 0,4 0 0 15,-4 1 0-15,6 0 0 0,2 0 0 16,-6 2 0-16,6 0 0 0,-7-1 0 16,7 0 0-16,-2 0 0 0,-2 0 0 15,2 1 0-15,-2 0 0 0,-4-1 0 16,4 0 0-16,-2 1 0 0,-3-1 0 15,-1-1 0-15,2 1 0 0,-5-1 0 16,3 0 0-16,-2 0 0 16,4 1 0-16,-1-1 0 0,1 2 0 15,0-2 0-15,4 0 0 0,4 0 0 16,-2 0 0-16,0-3 0 0,4 2 0 16,0-2 0-16,4 0 0 15,2-1 0-15,1 2 0 0,3-4 0 16,5 2 0-16,-1 0 0 0,3-2 0 15,-1 1 0-15,5 2 0 0,-4 0 0 16,4 2 0-16,-5 0 0 16,-5-1 0-16,-3-1 0 0,-12 2 0 15,-6-3 0-15,-7 2 0 0,-9-1 0 16,-12 0 0-16,-11 1 0 0,-9 0-433 16,-12 0-727-16,-23 1-173 0,-6-2-2505 0</inkml:trace>
  <inkml:trace contextRef="#ctx0" brushRef="#br0" timeOffset="66173.24">21227 17076 2825 0,'0'0'1396'0,"0"0"-1059"0,0 0 63 0,0 0 272 16,0 0-228-16,0 0-144 0,0 0 173 16,0 0-273-16,0 0-56 15,-6-1 124-15,14 0-84 0,5-2 0 16,7 2 56-16,1 0-180 0,2 1 5 15,-3 0-65-15,5 1 0 0,2 2 0 16,4 0 0-16,6 0 0 0,5-2 0 16,7 1 0-16,7-1 0 15,8 1 0-15,4-1 0 0,11 0 0 16,2-1 0-16,7 0 0 0,6 0 0 16,5-2 0-16,8 1 0 15,1 0 0-15,3 1 0 0,5 0 0 16,2 2 0-16,6 1 0 0,2-1 0 15,4 2 0-15,3-3 0 0,3 3 0 16,5-2 0-16,1 1 0 0,7 1 0 16,0 1 0-16,2 1 0 0,4 1 0 15,2-1 0-15,2 0 0 0,6 1 0 16,3 0 0-16,3 0 0 16,5 0 0-16,2 3 0 0,6-4 0 15,0 1 0-15,4-1 0 0,2 2 0 16,0 0 0-16,5 2 0 0,1-2 0 15,0 3 0-15,-1-3 0 16,1 3 0-16,-6 1 0 0,2-2 0 16,1 1 0-16,-3-2 0 0,2 2 0 15,7-1 0-15,-3-1 0 0,2 0 0 16,1 1 0-16,-7-2 0 0,-8 2 0 16,-2-3 0-16,-17 0 0 0,-8-1 0 15,-14-4 0-15,-23 1 0 16,-10-3 0-16,-20 0 0 0,-19-4 0 15,-13-2 0-15,-19-2 0 0,-14-4-21 16,-15-3-791-16,-8 0-273 0,-6-2-3501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18DE-C874-316E-7F39-56904203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DF6CC-369F-1F99-24E1-30B5C3EFE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E5C1C-DE0D-E93A-9DA7-E902AC435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F557E-B719-8436-6C64-865789C51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59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1DF3-69F1-34A4-E840-582C7AD1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3AF1F-025B-10D9-688E-B43A70D2F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EE46B-B38F-FE53-014D-FC77488C7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BBA71-B720-FD53-8944-A88AC9E34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8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612D-E7D2-F6AF-57C3-FCE740CC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81E00-9B98-024F-AA4D-52242D388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4566D-5FE9-9825-616D-1E2BDCBFC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3AFE1-365F-E600-9289-B734B0A39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35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E3FF-1E26-E0F5-0855-6CB091DC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0E1C9-B1B9-9C83-1A58-68A052D5B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8396C-B94E-CE40-75CD-448044DC1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E4370-CE0C-711E-F2FB-1FC72E820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98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9AC3C-1F85-CD23-217D-56A8CB2D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D61E0-63F5-5DC5-404F-FBA0BC65B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EE9A8-B078-A17E-A868-874B6224F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3C783-20C2-E1A4-761A-6A9E785A6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13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F3BC6-E0F6-C8EE-0823-A732E66B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911B6-7CCB-C5F3-2F55-F8837D3D1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F4954-1CC6-D4F1-9CB9-066A533A1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1E13C-59A4-2891-F07D-1A9189532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24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6EAE-A1B7-55DA-0919-53EB45A2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C17FC-7CCD-9A34-9353-9D00F196B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AA54F-BD47-0309-9E78-251F3C9A1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6A11D-8F8F-042D-0494-0BB696DD6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00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07CD4-3A8D-CBBE-48C5-928A7A54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75006-5BC8-B1C2-0093-6ED8578FD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DB4BF-E64D-295E-3E81-19131F59C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F9AEC-61AE-50E7-2C5E-006A3D56C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35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E509-C2C5-D68D-772E-FCB2108A3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B6349-6019-F281-63C6-CE262E884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6AE4F-97E9-A1A3-DC55-954CB3182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6007A-0F15-1BCA-E273-98B78588B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95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C78D-D046-C6F9-0830-11C394EC0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5E09A-271C-2070-DE90-14BEDE65C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70C5F-4780-93E1-3BCB-BE589C093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BAE6F-4070-F18C-BFF3-54BF3D61E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48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FD797-EE26-4C55-E2B5-4FE862A7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1F16C-8A59-B830-F6E2-F3B11394F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5B7AF-5D43-F44A-5092-68A78E7C3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658F2-7A92-0DDF-34DE-89550FA7D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51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FD797-EE26-4C55-E2B5-4FE862A7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1F16C-8A59-B830-F6E2-F3B11394F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5B7AF-5D43-F44A-5092-68A78E7C3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658F2-7A92-0DDF-34DE-89550FA7D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37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FD797-EE26-4C55-E2B5-4FE862A7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1F16C-8A59-B830-F6E2-F3B11394F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5B7AF-5D43-F44A-5092-68A78E7C3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658F2-7A92-0DDF-34DE-89550FA7D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55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31908-8CB7-9FFB-71AE-D4461E29B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356A0-CA9E-CF64-8FE5-CEC038852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FF9A1-60D5-4EDC-EEC0-BD3690563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DEB87-9DAA-DCBB-8876-1392B091A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64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5FD2-F714-17DA-D545-4FC2CB11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E5D4F-7973-62B8-EE1E-0CBB6C59F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91AE7-C956-7BCA-BC79-B79F165EE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2B9CD-0464-33BA-587D-2B44A966E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65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3D98A-2AAB-6020-5C8E-A0CBDE01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A976A-78FB-AF83-2211-4A3B1BF90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11EF2-1D9A-62C1-47A4-D073FFF57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8FC51-5792-506A-ADF5-796546136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88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A6440-928F-E24D-34EC-6C3144E4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F432D-A0F1-C8E4-58D4-8223E37D4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D5137-C536-56FD-6D44-A126D9FCB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3A5F2-6B3C-BAE1-5875-8821F49D1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02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157D5-0BAD-35A1-63A1-87C804F5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4D655-8695-52AC-A4A7-1D0E9BDF0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97EAD-2286-7EF2-8C8F-81062ACD7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23ED8-2001-7162-6C93-679755E1D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45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12C8-37DE-C8A7-EA5D-44F5CE8C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F5A62-E81F-D008-F5A9-04A934791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98F6E-C3FE-8445-C9BF-EDE310958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55127-C7F1-769C-7C9F-C1CE1879E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150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D699-5B4E-1186-508E-FEDB5E170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74A67-B8B7-5FCC-9E6E-D06874626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3981D-0482-52A3-6C18-E21F0126A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96AAC-B76F-4548-9A4C-12C2C49C7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354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369B-558E-F79E-0341-3544DF72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1D142-8656-71C0-BF34-A98D58F13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12611-D2F5-A801-3F14-C7C985908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63F35-C78D-733F-CAA7-B5D0AF6C3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356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8994-24C1-7ADE-D4D4-A0C240347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063DA-C84D-7140-D32B-02C71C36D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39176-5E41-7745-B076-122161578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F74C-9900-AADD-782B-47CA01F77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951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A6E4-A110-07FA-971C-AE821020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08CA2-B2E9-CC7F-D426-6528118F5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10FD8-AFCD-BC51-B952-5F31353C1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019FE-7F1C-578B-22CE-39C7BA02A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641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B60D-6868-0DA5-A8FF-A188D3A5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735F0-3097-1187-7469-E02919CAB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1412F-EACE-5A23-761D-6B5FFD02A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C0974-5292-2C2F-59EF-AE29509DB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62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74335-4A29-5342-E6F2-367B85CD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FE09E-9A23-0B4F-A5FC-7370EFC67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CB9C2-DFC2-04E7-2299-B347D6CD5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872E2-410D-0FE4-4EA8-DDBBF9A07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8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/>
              <a:t>Nonlinear sources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4.png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3.png"/><Relationship Id="rId11" Type="http://schemas.openxmlformats.org/officeDocument/2006/relationships/customXml" Target="../ink/ink4.xml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9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1.png"/><Relationship Id="rId12" Type="http://schemas.openxmlformats.org/officeDocument/2006/relationships/customXml" Target="../ink/ink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customXml" Target="../ink/ink7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4.png"/><Relationship Id="rId12" Type="http://schemas.openxmlformats.org/officeDocument/2006/relationships/customXml" Target="../ink/ink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33.png"/><Relationship Id="rId11" Type="http://schemas.openxmlformats.org/officeDocument/2006/relationships/image" Target="../media/image10.emf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customXml" Target="../ink/ink9.xml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10.emf"/><Relationship Id="rId9" Type="http://schemas.openxmlformats.org/officeDocument/2006/relationships/image" Target="../media/image54.pn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customXml" Target="../ink/ink10.xml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1.png"/><Relationship Id="rId12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62.png"/><Relationship Id="rId11" Type="http://schemas.openxmlformats.org/officeDocument/2006/relationships/image" Target="../media/image16.emf"/><Relationship Id="rId5" Type="http://schemas.openxmlformats.org/officeDocument/2006/relationships/image" Target="../media/image61.png"/><Relationship Id="rId15" Type="http://schemas.openxmlformats.org/officeDocument/2006/relationships/image" Target="../media/image17.png"/><Relationship Id="rId10" Type="http://schemas.openxmlformats.org/officeDocument/2006/relationships/image" Target="../media/image10.emf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video" Target="../media/media1.mp4"/><Relationship Id="rId7" Type="http://schemas.openxmlformats.org/officeDocument/2006/relationships/image" Target="../media/image19.png"/><Relationship Id="rId2" Type="http://schemas.microsoft.com/office/2007/relationships/media" Target="../media/media1.mp4"/><Relationship Id="rId1" Type="http://schemas.openxmlformats.org/officeDocument/2006/relationships/tags" Target="../tags/tag11.xml"/><Relationship Id="rId6" Type="http://schemas.openxmlformats.org/officeDocument/2006/relationships/image" Target="../media/image18.emf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video" Target="../media/media2.mp4"/><Relationship Id="rId7" Type="http://schemas.openxmlformats.org/officeDocument/2006/relationships/image" Target="../media/image19.png"/><Relationship Id="rId2" Type="http://schemas.microsoft.com/office/2007/relationships/media" Target="../media/media2.mp4"/><Relationship Id="rId1" Type="http://schemas.openxmlformats.org/officeDocument/2006/relationships/tags" Target="../tags/tag12.xml"/><Relationship Id="rId6" Type="http://schemas.openxmlformats.org/officeDocument/2006/relationships/image" Target="../media/image21.emf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video" Target="../media/media3.mp4"/><Relationship Id="rId7" Type="http://schemas.openxmlformats.org/officeDocument/2006/relationships/image" Target="../media/image24.png"/><Relationship Id="rId2" Type="http://schemas.microsoft.com/office/2007/relationships/media" Target="../media/media3.mp4"/><Relationship Id="rId1" Type="http://schemas.openxmlformats.org/officeDocument/2006/relationships/tags" Target="../tags/tag13.xml"/><Relationship Id="rId6" Type="http://schemas.openxmlformats.org/officeDocument/2006/relationships/image" Target="../media/image23.emf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76.png"/><Relationship Id="rId11" Type="http://schemas.openxmlformats.org/officeDocument/2006/relationships/image" Target="../media/image26.png"/><Relationship Id="rId5" Type="http://schemas.openxmlformats.org/officeDocument/2006/relationships/image" Target="../media/image75.png"/><Relationship Id="rId10" Type="http://schemas.openxmlformats.org/officeDocument/2006/relationships/customXml" Target="../ink/ink15.xml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video" Target="../media/media4.MOV"/><Relationship Id="rId7" Type="http://schemas.openxmlformats.org/officeDocument/2006/relationships/customXml" Target="../ink/ink16.xml"/><Relationship Id="rId2" Type="http://schemas.microsoft.com/office/2007/relationships/media" Target="../media/media4.MOV"/><Relationship Id="rId1" Type="http://schemas.openxmlformats.org/officeDocument/2006/relationships/tags" Target="../tags/tag15.xml"/><Relationship Id="rId6" Type="http://schemas.openxmlformats.org/officeDocument/2006/relationships/image" Target="../media/image27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30.png"/><Relationship Id="rId5" Type="http://schemas.openxmlformats.org/officeDocument/2006/relationships/customXml" Target="../ink/ink17.xml"/><Relationship Id="rId4" Type="http://schemas.openxmlformats.org/officeDocument/2006/relationships/image" Target="../media/image29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customXml" Target="../ink/ink18.xml"/><Relationship Id="rId5" Type="http://schemas.openxmlformats.org/officeDocument/2006/relationships/image" Target="../media/image31.emf"/><Relationship Id="rId4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customXml" Target="../ink/ink19.xml"/><Relationship Id="rId5" Type="http://schemas.openxmlformats.org/officeDocument/2006/relationships/image" Target="../media/image170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notesSlide" Target="../notesSlides/notesSlide19.xml"/><Relationship Id="rId7" Type="http://schemas.openxmlformats.org/officeDocument/2006/relationships/customXml" Target="../ink/ink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45.jpg"/><Relationship Id="rId5" Type="http://schemas.openxmlformats.org/officeDocument/2006/relationships/image" Target="../media/image44.jp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20.xml"/><Relationship Id="rId7" Type="http://schemas.openxmlformats.org/officeDocument/2006/relationships/customXml" Target="../ink/ink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29.gif"/><Relationship Id="rId5" Type="http://schemas.openxmlformats.org/officeDocument/2006/relationships/image" Target="../media/image48.jp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customXml" Target="../ink/ink22.xml"/><Relationship Id="rId5" Type="http://schemas.openxmlformats.org/officeDocument/2006/relationships/image" Target="../media/image29.gif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notesSlide" Target="../notesSlides/notesSlide22.xml"/><Relationship Id="rId7" Type="http://schemas.openxmlformats.org/officeDocument/2006/relationships/customXml" Target="../ink/ink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52.jpg"/><Relationship Id="rId5" Type="http://schemas.openxmlformats.org/officeDocument/2006/relationships/image" Target="../media/image29.gif"/><Relationship Id="rId4" Type="http://schemas.openxmlformats.org/officeDocument/2006/relationships/image" Target="../media/image2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customXml" Target="../ink/ink24.xml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customXml" Target="../ink/ink25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notesSlide" Target="../notesSlides/notesSlide24.xml"/><Relationship Id="rId7" Type="http://schemas.openxmlformats.org/officeDocument/2006/relationships/customXml" Target="../ink/ink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420.png"/><Relationship Id="rId5" Type="http://schemas.openxmlformats.org/officeDocument/2006/relationships/image" Target="../media/image72.gif"/><Relationship Id="rId4" Type="http://schemas.openxmlformats.org/officeDocument/2006/relationships/image" Target="../media/image7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5" Type="http://schemas.openxmlformats.org/officeDocument/2006/relationships/image" Target="../media/image80.png"/><Relationship Id="rId4" Type="http://schemas.openxmlformats.org/officeDocument/2006/relationships/customXml" Target="../ink/ink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customXml" Target="../ink/ink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customXml" Target="../ink/ink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8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hyperlink" Target="https://en.wikipedia.org/wiki/Tacoma_Narrows_Bridge_(1940)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customXml" Target="../ink/ink31.xml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9130-290B-706A-1A53-27FD9FF5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D1276A-F232-4882-15C9-8BE82B1BD7C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5000" b="5139"/>
          <a:stretch/>
        </p:blipFill>
        <p:spPr>
          <a:xfrm>
            <a:off x="-36982" y="-30957"/>
            <a:ext cx="12265964" cy="68889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F82076-C88F-F6B7-D48B-5225F663B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Sound 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B5AA-1FF4-EF36-B7F4-9529A49D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96D121-1106-7D39-E3C2-74EEE421F5E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Nonlinear sources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356E80-BE15-3711-81BE-D1C534764830}"/>
                  </a:ext>
                </a:extLst>
              </p14:cNvPr>
              <p14:cNvContentPartPr/>
              <p14:nvPr/>
            </p14:nvContentPartPr>
            <p14:xfrm>
              <a:off x="7454160" y="848880"/>
              <a:ext cx="2805840" cy="2657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356E80-BE15-3711-81BE-D1C5347648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44800" y="839520"/>
                <a:ext cx="2824560" cy="267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920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5DB95-3650-2D14-4A51-A3CFA9A5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AD59-35E6-52A5-BE74-01F44C39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Nonlinear sources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7CE4507-9530-4C7F-FAD4-78FF29661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C95851-868F-3CD3-D77F-0F081FB5B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9050694" cy="5036494"/>
          </a:xfrm>
        </p:spPr>
        <p:txBody>
          <a:bodyPr/>
          <a:lstStyle/>
          <a:p>
            <a:r>
              <a:rPr lang="en-US" dirty="0"/>
              <a:t>Up to now, we assume the forcing function is independent of the response:</a:t>
            </a:r>
          </a:p>
          <a:p>
            <a:pPr lvl="1"/>
            <a:r>
              <a:rPr lang="en-US" dirty="0"/>
              <a:t>Piston’s motion does not depend on acoustic field</a:t>
            </a:r>
          </a:p>
          <a:p>
            <a:pPr lvl="1"/>
            <a:r>
              <a:rPr lang="en-US" dirty="0"/>
              <a:t>Force on mass does not depend on the mass’s motion</a:t>
            </a:r>
          </a:p>
          <a:p>
            <a:endParaRPr lang="en-US" dirty="0"/>
          </a:p>
          <a:p>
            <a:r>
              <a:rPr lang="en-US" dirty="0"/>
              <a:t>In some systems, the response affects the excitation and the excitation causes the response.</a:t>
            </a:r>
          </a:p>
          <a:p>
            <a:pPr lvl="1"/>
            <a:r>
              <a:rPr lang="en-US" dirty="0"/>
              <a:t>Microphone picks up the sound from a speaker, which amplifies the sound further, leading to feedback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4DD6EF-850F-AC52-1087-298EAF37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695B42-73AD-38C5-D8F1-2220AF703E3D}"/>
                  </a:ext>
                </a:extLst>
              </p14:cNvPr>
              <p14:cNvContentPartPr/>
              <p14:nvPr/>
            </p14:nvContentPartPr>
            <p14:xfrm>
              <a:off x="727200" y="2213640"/>
              <a:ext cx="7842240" cy="4208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695B42-73AD-38C5-D8F1-2220AF703E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840" y="2204280"/>
                <a:ext cx="7860960" cy="42267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3977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04FC-02C5-B7E5-EEFE-8CE228AD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C5E9-5849-9572-77F5-61D7E1F8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7D6D49-049F-5017-EC72-3216F709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2A3CD8-211B-FBAE-52D9-0693504FC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Friction force can vary with velocity.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C79EF5-ECCC-01CF-33EB-6907DFC453F5}"/>
              </a:ext>
            </a:extLst>
          </p:cNvPr>
          <p:cNvCxnSpPr/>
          <p:nvPr/>
        </p:nvCxnSpPr>
        <p:spPr>
          <a:xfrm>
            <a:off x="2090057" y="4777273"/>
            <a:ext cx="458133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BFB573F-DD4B-8893-F822-05B4036766C0}"/>
              </a:ext>
            </a:extLst>
          </p:cNvPr>
          <p:cNvSpPr/>
          <p:nvPr/>
        </p:nvSpPr>
        <p:spPr>
          <a:xfrm>
            <a:off x="3872203" y="4002831"/>
            <a:ext cx="755780" cy="74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54711-DEA8-7E7A-5371-DB6195F40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C99FB71-0A2C-ED43-5D4C-F71EF6CE605E}"/>
                  </a:ext>
                </a:extLst>
              </p14:cNvPr>
              <p14:cNvContentPartPr/>
              <p14:nvPr/>
            </p14:nvContentPartPr>
            <p14:xfrm>
              <a:off x="709200" y="231480"/>
              <a:ext cx="10419480" cy="5319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C99FB71-0A2C-ED43-5D4C-F71EF6CE60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840" y="222120"/>
                <a:ext cx="10438200" cy="53384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6889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3C4DC-1E13-3094-91FF-A827F0209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2E65-679F-2950-514D-49E0D152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97D36E1-0A1D-F2D6-3C67-94B145AE6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F96F6-1F89-3DFA-F934-461B4A9D5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972425" cy="5036494"/>
          </a:xfrm>
        </p:spPr>
        <p:txBody>
          <a:bodyPr/>
          <a:lstStyle/>
          <a:p>
            <a:r>
              <a:rPr lang="en-US" dirty="0"/>
              <a:t>What is the behavior of a SDOF system excited by a friction force?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AFF117-59C4-88E5-0694-FA2ACCA71F51}"/>
              </a:ext>
            </a:extLst>
          </p:cNvPr>
          <p:cNvSpPr/>
          <p:nvPr/>
        </p:nvSpPr>
        <p:spPr>
          <a:xfrm>
            <a:off x="1971635" y="3055775"/>
            <a:ext cx="856157" cy="874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2D63A5-3010-533C-5772-406C0026CF44}"/>
              </a:ext>
            </a:extLst>
          </p:cNvPr>
          <p:cNvCxnSpPr>
            <a:cxnSpLocks/>
          </p:cNvCxnSpPr>
          <p:nvPr/>
        </p:nvCxnSpPr>
        <p:spPr>
          <a:xfrm>
            <a:off x="839755" y="3284376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B396E2-1D2F-6190-6E97-A6E9B40D2EE7}"/>
              </a:ext>
            </a:extLst>
          </p:cNvPr>
          <p:cNvCxnSpPr>
            <a:cxnSpLocks/>
          </p:cNvCxnSpPr>
          <p:nvPr/>
        </p:nvCxnSpPr>
        <p:spPr>
          <a:xfrm flipV="1">
            <a:off x="1048624" y="3152775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73B935-4FEB-A8F7-777C-9D0E177AC18B}"/>
              </a:ext>
            </a:extLst>
          </p:cNvPr>
          <p:cNvCxnSpPr>
            <a:cxnSpLocks/>
          </p:cNvCxnSpPr>
          <p:nvPr/>
        </p:nvCxnSpPr>
        <p:spPr>
          <a:xfrm flipH="1" flipV="1">
            <a:off x="1133646" y="315277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CCBEE5-79D5-D216-8290-2D6516938A6A}"/>
              </a:ext>
            </a:extLst>
          </p:cNvPr>
          <p:cNvCxnSpPr>
            <a:cxnSpLocks/>
          </p:cNvCxnSpPr>
          <p:nvPr/>
        </p:nvCxnSpPr>
        <p:spPr>
          <a:xfrm flipH="1">
            <a:off x="1238250" y="31496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57A2E9-32B8-3684-744E-A581C8A2AE3D}"/>
              </a:ext>
            </a:extLst>
          </p:cNvPr>
          <p:cNvCxnSpPr>
            <a:cxnSpLocks/>
          </p:cNvCxnSpPr>
          <p:nvPr/>
        </p:nvCxnSpPr>
        <p:spPr>
          <a:xfrm flipH="1" flipV="1">
            <a:off x="1339876" y="315277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D91995-6319-8357-0497-56B8863F1CF4}"/>
              </a:ext>
            </a:extLst>
          </p:cNvPr>
          <p:cNvCxnSpPr>
            <a:cxnSpLocks/>
          </p:cNvCxnSpPr>
          <p:nvPr/>
        </p:nvCxnSpPr>
        <p:spPr>
          <a:xfrm flipH="1">
            <a:off x="1444480" y="31496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2F6DD0-D002-5CD7-9E44-317E71AFE9C6}"/>
              </a:ext>
            </a:extLst>
          </p:cNvPr>
          <p:cNvCxnSpPr>
            <a:cxnSpLocks/>
          </p:cNvCxnSpPr>
          <p:nvPr/>
        </p:nvCxnSpPr>
        <p:spPr>
          <a:xfrm flipH="1" flipV="1">
            <a:off x="1557605" y="31496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2AE2A9-780C-9E4C-6098-655353A94D58}"/>
              </a:ext>
            </a:extLst>
          </p:cNvPr>
          <p:cNvCxnSpPr>
            <a:cxnSpLocks/>
          </p:cNvCxnSpPr>
          <p:nvPr/>
        </p:nvCxnSpPr>
        <p:spPr>
          <a:xfrm flipV="1">
            <a:off x="1669266" y="3243466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FBD9CA-297D-A313-AF33-18BC4C50B22E}"/>
              </a:ext>
            </a:extLst>
          </p:cNvPr>
          <p:cNvCxnSpPr>
            <a:cxnSpLocks/>
          </p:cNvCxnSpPr>
          <p:nvPr/>
        </p:nvCxnSpPr>
        <p:spPr>
          <a:xfrm>
            <a:off x="1746972" y="3238542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6530405-F85A-C1F1-4471-5915C4DAB136}"/>
              </a:ext>
            </a:extLst>
          </p:cNvPr>
          <p:cNvCxnSpPr>
            <a:cxnSpLocks/>
          </p:cNvCxnSpPr>
          <p:nvPr/>
        </p:nvCxnSpPr>
        <p:spPr>
          <a:xfrm>
            <a:off x="839755" y="3614375"/>
            <a:ext cx="326280" cy="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A67B75-C626-FD59-C896-C373F3998C0B}"/>
              </a:ext>
            </a:extLst>
          </p:cNvPr>
          <p:cNvCxnSpPr>
            <a:cxnSpLocks/>
          </p:cNvCxnSpPr>
          <p:nvPr/>
        </p:nvCxnSpPr>
        <p:spPr>
          <a:xfrm flipV="1">
            <a:off x="1166035" y="3545124"/>
            <a:ext cx="0" cy="140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0E694F3-BF6E-071F-A3C3-5F602A5D3F7B}"/>
              </a:ext>
            </a:extLst>
          </p:cNvPr>
          <p:cNvCxnSpPr>
            <a:cxnSpLocks/>
          </p:cNvCxnSpPr>
          <p:nvPr/>
        </p:nvCxnSpPr>
        <p:spPr>
          <a:xfrm flipV="1">
            <a:off x="1238250" y="3521311"/>
            <a:ext cx="0" cy="186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0E5D34-BEE9-6C58-174F-71054A609CBF}"/>
              </a:ext>
            </a:extLst>
          </p:cNvPr>
          <p:cNvCxnSpPr>
            <a:cxnSpLocks/>
          </p:cNvCxnSpPr>
          <p:nvPr/>
        </p:nvCxnSpPr>
        <p:spPr>
          <a:xfrm>
            <a:off x="1136728" y="3514209"/>
            <a:ext cx="101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C20520E-1FF8-A7A9-446F-8E5B96C77DB7}"/>
              </a:ext>
            </a:extLst>
          </p:cNvPr>
          <p:cNvCxnSpPr>
            <a:cxnSpLocks/>
          </p:cNvCxnSpPr>
          <p:nvPr/>
        </p:nvCxnSpPr>
        <p:spPr>
          <a:xfrm>
            <a:off x="1125109" y="3707439"/>
            <a:ext cx="1118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08F71B-9159-D540-F970-662EDE2AAEC1}"/>
              </a:ext>
            </a:extLst>
          </p:cNvPr>
          <p:cNvCxnSpPr>
            <a:cxnSpLocks/>
          </p:cNvCxnSpPr>
          <p:nvPr/>
        </p:nvCxnSpPr>
        <p:spPr>
          <a:xfrm>
            <a:off x="1236924" y="3614375"/>
            <a:ext cx="73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BF3D23-63A4-F685-934A-93D67081106D}"/>
              </a:ext>
            </a:extLst>
          </p:cNvPr>
          <p:cNvCxnSpPr>
            <a:cxnSpLocks/>
          </p:cNvCxnSpPr>
          <p:nvPr/>
        </p:nvCxnSpPr>
        <p:spPr>
          <a:xfrm flipH="1">
            <a:off x="845184" y="3122069"/>
            <a:ext cx="4307" cy="585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C7686F7E-8D9C-88CA-B4D4-0B5F45E9C3C8}"/>
              </a:ext>
            </a:extLst>
          </p:cNvPr>
          <p:cNvSpPr/>
          <p:nvPr/>
        </p:nvSpPr>
        <p:spPr>
          <a:xfrm>
            <a:off x="1359622" y="395000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A05C03F-E47D-0F55-4BE3-2E7333837933}"/>
              </a:ext>
            </a:extLst>
          </p:cNvPr>
          <p:cNvSpPr/>
          <p:nvPr/>
        </p:nvSpPr>
        <p:spPr>
          <a:xfrm>
            <a:off x="3224141" y="395000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940BC70-BE9B-E6C1-4F49-6D174BBD351D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506743" y="395000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364532E-B64A-44A1-C7DC-55E952AB9CF2}"/>
              </a:ext>
            </a:extLst>
          </p:cNvPr>
          <p:cNvCxnSpPr>
            <a:cxnSpLocks/>
          </p:cNvCxnSpPr>
          <p:nvPr/>
        </p:nvCxnSpPr>
        <p:spPr>
          <a:xfrm>
            <a:off x="1506743" y="422432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D89B75B-DEB2-D5EF-AD73-C8A8DA776DA2}"/>
              </a:ext>
            </a:extLst>
          </p:cNvPr>
          <p:cNvCxnSpPr/>
          <p:nvPr/>
        </p:nvCxnSpPr>
        <p:spPr>
          <a:xfrm>
            <a:off x="2459702" y="2999518"/>
            <a:ext cx="998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9CADA6D-1917-AA88-5403-51B45B73EB49}"/>
                  </a:ext>
                </a:extLst>
              </p:cNvPr>
              <p:cNvSpPr txBox="1"/>
              <p:nvPr/>
            </p:nvSpPr>
            <p:spPr>
              <a:xfrm>
                <a:off x="1633942" y="261891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9CADA6D-1917-AA88-5403-51B45B73E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942" y="2618911"/>
                <a:ext cx="27432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CFE90B-9E35-ADA1-0DAF-2144C398F60E}"/>
                  </a:ext>
                </a:extLst>
              </p:cNvPr>
              <p:cNvSpPr txBox="1"/>
              <p:nvPr/>
            </p:nvSpPr>
            <p:spPr>
              <a:xfrm>
                <a:off x="2235959" y="3854598"/>
                <a:ext cx="12910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belt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CFE90B-9E35-ADA1-0DAF-2144C398F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959" y="3854598"/>
                <a:ext cx="12910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5F20AC-0AE4-5BAA-2EDE-A04EB1AFB43B}"/>
                  </a:ext>
                </a:extLst>
              </p:cNvPr>
              <p:cNvSpPr txBox="1"/>
              <p:nvPr/>
            </p:nvSpPr>
            <p:spPr>
              <a:xfrm>
                <a:off x="53489" y="2738636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5F20AC-0AE4-5BAA-2EDE-A04EB1AFB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9" y="2738636"/>
                <a:ext cx="27432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67D3FE-3706-7886-131A-F850C2989F0F}"/>
                  </a:ext>
                </a:extLst>
              </p:cNvPr>
              <p:cNvSpPr txBox="1"/>
              <p:nvPr/>
            </p:nvSpPr>
            <p:spPr>
              <a:xfrm>
                <a:off x="78524" y="3568000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67D3FE-3706-7886-131A-F850C2989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4" y="3568000"/>
                <a:ext cx="27432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2A64293-3085-9E7C-0E0D-B3D188722D3B}"/>
                  </a:ext>
                </a:extLst>
              </p:cNvPr>
              <p:cNvSpPr txBox="1"/>
              <p:nvPr/>
            </p:nvSpPr>
            <p:spPr>
              <a:xfrm>
                <a:off x="1760031" y="3292333"/>
                <a:ext cx="1279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2A64293-3085-9E7C-0E0D-B3D188722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031" y="3292333"/>
                <a:ext cx="127936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B4A9DE1-834E-156E-752B-1EAD5BD041E4}"/>
              </a:ext>
            </a:extLst>
          </p:cNvPr>
          <p:cNvCxnSpPr>
            <a:cxnSpLocks/>
          </p:cNvCxnSpPr>
          <p:nvPr/>
        </p:nvCxnSpPr>
        <p:spPr>
          <a:xfrm flipH="1">
            <a:off x="1971635" y="4163936"/>
            <a:ext cx="633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71569BC-6923-0016-2D5A-0C5D01E2BED9}"/>
              </a:ext>
            </a:extLst>
          </p:cNvPr>
          <p:cNvCxnSpPr>
            <a:cxnSpLocks/>
          </p:cNvCxnSpPr>
          <p:nvPr/>
        </p:nvCxnSpPr>
        <p:spPr>
          <a:xfrm>
            <a:off x="2014145" y="4030015"/>
            <a:ext cx="604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76ECC65-6F16-2E53-3706-28B1320DF2FD}"/>
                  </a:ext>
                </a:extLst>
              </p:cNvPr>
              <p:cNvSpPr txBox="1"/>
              <p:nvPr/>
            </p:nvSpPr>
            <p:spPr>
              <a:xfrm>
                <a:off x="2639053" y="345077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76ECC65-6F16-2E53-3706-28B1320DF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053" y="3450771"/>
                <a:ext cx="2743200" cy="369332"/>
              </a:xfrm>
              <a:prstGeom prst="rect">
                <a:avLst/>
              </a:prstGeom>
              <a:blipFill>
                <a:blip r:embed="rId10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5A51870-F8FA-A3F9-2DF0-298CBE2C6D4E}"/>
              </a:ext>
            </a:extLst>
          </p:cNvPr>
          <p:cNvSpPr/>
          <p:nvPr/>
        </p:nvSpPr>
        <p:spPr>
          <a:xfrm>
            <a:off x="2892490" y="3560076"/>
            <a:ext cx="947929" cy="321459"/>
          </a:xfrm>
          <a:custGeom>
            <a:avLst/>
            <a:gdLst>
              <a:gd name="connsiteX0" fmla="*/ 1026367 w 1044319"/>
              <a:gd name="connsiteY0" fmla="*/ 21548 h 366781"/>
              <a:gd name="connsiteX1" fmla="*/ 951722 w 1044319"/>
              <a:gd name="connsiteY1" fmla="*/ 21548 h 366781"/>
              <a:gd name="connsiteX2" fmla="*/ 307910 w 1044319"/>
              <a:gd name="connsiteY2" fmla="*/ 245483 h 366781"/>
              <a:gd name="connsiteX3" fmla="*/ 0 w 1044319"/>
              <a:gd name="connsiteY3" fmla="*/ 366781 h 366781"/>
              <a:gd name="connsiteX0" fmla="*/ 1026367 w 1027173"/>
              <a:gd name="connsiteY0" fmla="*/ 10040 h 355273"/>
              <a:gd name="connsiteX1" fmla="*/ 472297 w 1027173"/>
              <a:gd name="connsiteY1" fmla="*/ 35440 h 355273"/>
              <a:gd name="connsiteX2" fmla="*/ 307910 w 1027173"/>
              <a:gd name="connsiteY2" fmla="*/ 233975 h 355273"/>
              <a:gd name="connsiteX3" fmla="*/ 0 w 1027173"/>
              <a:gd name="connsiteY3" fmla="*/ 355273 h 355273"/>
              <a:gd name="connsiteX0" fmla="*/ 1026367 w 1027189"/>
              <a:gd name="connsiteY0" fmla="*/ 4796 h 350029"/>
              <a:gd name="connsiteX1" fmla="*/ 472297 w 1027189"/>
              <a:gd name="connsiteY1" fmla="*/ 30196 h 350029"/>
              <a:gd name="connsiteX2" fmla="*/ 307910 w 1027189"/>
              <a:gd name="connsiteY2" fmla="*/ 228731 h 350029"/>
              <a:gd name="connsiteX3" fmla="*/ 0 w 1027189"/>
              <a:gd name="connsiteY3" fmla="*/ 350029 h 350029"/>
              <a:gd name="connsiteX0" fmla="*/ 946992 w 947929"/>
              <a:gd name="connsiteY0" fmla="*/ 106401 h 321459"/>
              <a:gd name="connsiteX1" fmla="*/ 472297 w 947929"/>
              <a:gd name="connsiteY1" fmla="*/ 1626 h 321459"/>
              <a:gd name="connsiteX2" fmla="*/ 307910 w 947929"/>
              <a:gd name="connsiteY2" fmla="*/ 200161 h 321459"/>
              <a:gd name="connsiteX3" fmla="*/ 0 w 947929"/>
              <a:gd name="connsiteY3" fmla="*/ 321459 h 32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7929" h="321459">
                <a:moveTo>
                  <a:pt x="946992" y="106401"/>
                </a:moveTo>
                <a:cubicBezTo>
                  <a:pt x="969541" y="87739"/>
                  <a:pt x="578811" y="-14001"/>
                  <a:pt x="472297" y="1626"/>
                </a:cubicBezTo>
                <a:cubicBezTo>
                  <a:pt x="365783" y="17253"/>
                  <a:pt x="466530" y="142622"/>
                  <a:pt x="307910" y="200161"/>
                </a:cubicBezTo>
                <a:cubicBezTo>
                  <a:pt x="149290" y="257700"/>
                  <a:pt x="74645" y="289579"/>
                  <a:pt x="0" y="321459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E7D6C9-81F8-5407-47F1-A10E5DB1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4ACB4B-4823-E410-DBE7-D86FD7270DD1}"/>
                  </a:ext>
                </a:extLst>
              </p14:cNvPr>
              <p14:cNvContentPartPr/>
              <p14:nvPr/>
            </p14:nvContentPartPr>
            <p14:xfrm>
              <a:off x="4793040" y="1645200"/>
              <a:ext cx="7146720" cy="4040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4ACB4B-4823-E410-DBE7-D86FD7270DD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83680" y="1635840"/>
                <a:ext cx="7165440" cy="40593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4555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4A36-5C57-AC70-AF8A-7D886EBB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5AA5-4C45-500C-D7FA-F0768133F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D8D6930-49B8-2236-FFA5-1592EE911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28A0447-38DE-736F-F642-32934B03E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general, the friction force is a function of the relative velocity between two surfaces.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friction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rel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28A0447-38DE-736F-F642-32934B03E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300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0D7AC95-A952-B49D-1E2B-B95A0BD0B00F}"/>
              </a:ext>
            </a:extLst>
          </p:cNvPr>
          <p:cNvSpPr/>
          <p:nvPr/>
        </p:nvSpPr>
        <p:spPr>
          <a:xfrm>
            <a:off x="2369974" y="4142791"/>
            <a:ext cx="755780" cy="74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6AB84-D2BA-37AF-C720-59A7EE5F8F31}"/>
              </a:ext>
            </a:extLst>
          </p:cNvPr>
          <p:cNvSpPr/>
          <p:nvPr/>
        </p:nvSpPr>
        <p:spPr>
          <a:xfrm>
            <a:off x="1306286" y="4889239"/>
            <a:ext cx="3079102" cy="74644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FACF19-4821-1DC4-9766-9112D66719C3}"/>
              </a:ext>
            </a:extLst>
          </p:cNvPr>
          <p:cNvCxnSpPr/>
          <p:nvPr/>
        </p:nvCxnSpPr>
        <p:spPr>
          <a:xfrm>
            <a:off x="3209731" y="4497355"/>
            <a:ext cx="998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B90391-FE8D-9DE4-2512-003740C256C6}"/>
                  </a:ext>
                </a:extLst>
              </p:cNvPr>
              <p:cNvSpPr txBox="1"/>
              <p:nvPr/>
            </p:nvSpPr>
            <p:spPr>
              <a:xfrm>
                <a:off x="3610948" y="3618942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rel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B90391-FE8D-9DE4-2512-003740C25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948" y="3618942"/>
                <a:ext cx="274320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BA98E9-DB44-6024-2FF2-49AAEE031D9D}"/>
                  </a:ext>
                </a:extLst>
              </p:cNvPr>
              <p:cNvSpPr txBox="1"/>
              <p:nvPr/>
            </p:nvSpPr>
            <p:spPr>
              <a:xfrm>
                <a:off x="2383971" y="4116748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BA98E9-DB44-6024-2FF2-49AAEE031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1" y="4116748"/>
                <a:ext cx="27432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ADD31E-1D1E-4DE8-AEE3-5D24F33DB163}"/>
                  </a:ext>
                </a:extLst>
              </p:cNvPr>
              <p:cNvSpPr txBox="1"/>
              <p:nvPr/>
            </p:nvSpPr>
            <p:spPr>
              <a:xfrm>
                <a:off x="3904862" y="4889238"/>
                <a:ext cx="16235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ADD31E-1D1E-4DE8-AEE3-5D24F33DB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862" y="4889238"/>
                <a:ext cx="1623525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F51637-3ACD-F637-EB3C-C7B19DDC455E}"/>
              </a:ext>
            </a:extLst>
          </p:cNvPr>
          <p:cNvCxnSpPr>
            <a:cxnSpLocks/>
          </p:cNvCxnSpPr>
          <p:nvPr/>
        </p:nvCxnSpPr>
        <p:spPr>
          <a:xfrm>
            <a:off x="4385388" y="5281123"/>
            <a:ext cx="6624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152FD9D-970D-17AD-B5F2-4746F12B10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3615" y="1651905"/>
            <a:ext cx="5334000" cy="400050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564EAB2-9468-A1E9-6FA8-7FE44241F857}"/>
              </a:ext>
            </a:extLst>
          </p:cNvPr>
          <p:cNvCxnSpPr>
            <a:cxnSpLocks/>
          </p:cNvCxnSpPr>
          <p:nvPr/>
        </p:nvCxnSpPr>
        <p:spPr>
          <a:xfrm>
            <a:off x="2760306" y="3335698"/>
            <a:ext cx="0" cy="78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ECABEC-0DAA-2609-02BC-32B277AAF4C1}"/>
                  </a:ext>
                </a:extLst>
              </p:cNvPr>
              <p:cNvSpPr txBox="1"/>
              <p:nvPr/>
            </p:nvSpPr>
            <p:spPr>
              <a:xfrm>
                <a:off x="2780136" y="3282823"/>
                <a:ext cx="3677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ECABEC-0DAA-2609-02BC-32B277AAF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136" y="3282823"/>
                <a:ext cx="36778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DC1AD8-1EC7-22C6-A161-F1D5E41E4BE1}"/>
              </a:ext>
            </a:extLst>
          </p:cNvPr>
          <p:cNvCxnSpPr>
            <a:cxnSpLocks/>
          </p:cNvCxnSpPr>
          <p:nvPr/>
        </p:nvCxnSpPr>
        <p:spPr>
          <a:xfrm flipV="1">
            <a:off x="2790628" y="4998283"/>
            <a:ext cx="0" cy="760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918E8D-EF28-AD6C-B21C-21F2506CEA05}"/>
                  </a:ext>
                </a:extLst>
              </p:cNvPr>
              <p:cNvSpPr txBox="1"/>
              <p:nvPr/>
            </p:nvSpPr>
            <p:spPr>
              <a:xfrm>
                <a:off x="2841950" y="5073904"/>
                <a:ext cx="3677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918E8D-EF28-AD6C-B21C-21F2506CE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950" y="5073904"/>
                <a:ext cx="36778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97F73-90EC-ABD6-4BD2-1C8DF80F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8954ED-2037-4D1A-399B-FF76F1DB8785}"/>
                  </a:ext>
                </a:extLst>
              </p14:cNvPr>
              <p14:cNvContentPartPr/>
              <p14:nvPr/>
            </p14:nvContentPartPr>
            <p14:xfrm>
              <a:off x="2815200" y="1442880"/>
              <a:ext cx="7303680" cy="4296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8954ED-2037-4D1A-399B-FF76F1DB87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05840" y="1433520"/>
                <a:ext cx="7322400" cy="43156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729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6D12C-995D-E897-FB12-6AD128BF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B097-B507-41BE-AAB8-5AA9F7FD0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20A0212-5E78-421A-3D6E-12C2182E5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ADF879-153F-6D6A-5DF4-94718627F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and dynamic friction coefficients can be significantly different.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0E6774-A9A2-FD87-794E-1C739EB1E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475" y="2018101"/>
            <a:ext cx="5334000" cy="40005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66890A-B9B6-195F-D62A-745A4A2E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C73548-3761-1467-1C8B-61D998E74813}"/>
                  </a:ext>
                </a:extLst>
              </p14:cNvPr>
              <p14:cNvContentPartPr/>
              <p14:nvPr/>
            </p14:nvContentPartPr>
            <p14:xfrm>
              <a:off x="274680" y="1621800"/>
              <a:ext cx="10045800" cy="3918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C73548-3761-1467-1C8B-61D998E748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320" y="1612440"/>
                <a:ext cx="10064520" cy="39369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0676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A8C56-F168-7ED9-EC37-44A2B6D6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ED34B-D2AD-759F-2B8A-0B105186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5CE5AAC-2595-37F1-5F47-7C73D1C8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5753434-0281-18FF-904E-F8D3E3B3D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Modeling can be easier if we smooth the function out.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961AF4-65AF-808C-D4A0-625178A70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90" y="1915632"/>
            <a:ext cx="5334000" cy="4000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601145-FEE7-EF63-0C94-A40FC25AF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45" y="1915632"/>
            <a:ext cx="5334000" cy="40005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98E8DD-B637-91C8-D5CE-6B00D7B7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977E088-8CA3-847A-8CF8-7CE2414C90CA}"/>
                  </a:ext>
                </a:extLst>
              </p14:cNvPr>
              <p14:cNvContentPartPr/>
              <p14:nvPr/>
            </p14:nvContentPartPr>
            <p14:xfrm>
              <a:off x="6619320" y="190800"/>
              <a:ext cx="5292000" cy="4695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977E088-8CA3-847A-8CF8-7CE2414C90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09960" y="181440"/>
                <a:ext cx="5310720" cy="47138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0860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79D4-4216-BD07-93EB-5EA43A07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5363-FF42-856D-8B8C-994A00DC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7FCF425-074E-3FDF-5E63-064509BA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F585BB-2FA0-AF54-34EC-F2E93B6C1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972425" cy="5036494"/>
          </a:xfrm>
        </p:spPr>
        <p:txBody>
          <a:bodyPr/>
          <a:lstStyle/>
          <a:p>
            <a:r>
              <a:rPr lang="en-US" dirty="0"/>
              <a:t>What is the behavior of a SDOF system excited by a friction force?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FC5E84-716D-2C9E-A174-4C8BE6DF1EA3}"/>
              </a:ext>
            </a:extLst>
          </p:cNvPr>
          <p:cNvSpPr/>
          <p:nvPr/>
        </p:nvSpPr>
        <p:spPr>
          <a:xfrm>
            <a:off x="1971635" y="3055775"/>
            <a:ext cx="856157" cy="874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8354B5-6637-DB75-89BD-BD11625E836D}"/>
              </a:ext>
            </a:extLst>
          </p:cNvPr>
          <p:cNvCxnSpPr>
            <a:cxnSpLocks/>
          </p:cNvCxnSpPr>
          <p:nvPr/>
        </p:nvCxnSpPr>
        <p:spPr>
          <a:xfrm>
            <a:off x="839755" y="3284376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316FEB-7614-3135-014E-6FDF185D139A}"/>
              </a:ext>
            </a:extLst>
          </p:cNvPr>
          <p:cNvCxnSpPr>
            <a:cxnSpLocks/>
          </p:cNvCxnSpPr>
          <p:nvPr/>
        </p:nvCxnSpPr>
        <p:spPr>
          <a:xfrm flipV="1">
            <a:off x="1048624" y="3152775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7FC632-E7F1-B2D9-B62D-ADA78266864A}"/>
              </a:ext>
            </a:extLst>
          </p:cNvPr>
          <p:cNvCxnSpPr>
            <a:cxnSpLocks/>
          </p:cNvCxnSpPr>
          <p:nvPr/>
        </p:nvCxnSpPr>
        <p:spPr>
          <a:xfrm flipH="1" flipV="1">
            <a:off x="1133646" y="315277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72863-AF6A-6572-A44C-E7C107AA8A2D}"/>
              </a:ext>
            </a:extLst>
          </p:cNvPr>
          <p:cNvCxnSpPr>
            <a:cxnSpLocks/>
          </p:cNvCxnSpPr>
          <p:nvPr/>
        </p:nvCxnSpPr>
        <p:spPr>
          <a:xfrm flipH="1">
            <a:off x="1238250" y="31496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87D976-AFD6-7AAB-57E0-58B590064AEA}"/>
              </a:ext>
            </a:extLst>
          </p:cNvPr>
          <p:cNvCxnSpPr>
            <a:cxnSpLocks/>
          </p:cNvCxnSpPr>
          <p:nvPr/>
        </p:nvCxnSpPr>
        <p:spPr>
          <a:xfrm flipH="1" flipV="1">
            <a:off x="1339876" y="315277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EDEF98-DB07-DEE0-E13B-0B81D7E182E4}"/>
              </a:ext>
            </a:extLst>
          </p:cNvPr>
          <p:cNvCxnSpPr>
            <a:cxnSpLocks/>
          </p:cNvCxnSpPr>
          <p:nvPr/>
        </p:nvCxnSpPr>
        <p:spPr>
          <a:xfrm flipH="1">
            <a:off x="1444480" y="31496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E55C71D-05F3-B114-639A-C5AB34BAE0A0}"/>
              </a:ext>
            </a:extLst>
          </p:cNvPr>
          <p:cNvCxnSpPr>
            <a:cxnSpLocks/>
          </p:cNvCxnSpPr>
          <p:nvPr/>
        </p:nvCxnSpPr>
        <p:spPr>
          <a:xfrm flipH="1" flipV="1">
            <a:off x="1557605" y="31496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6415D5-DE88-1DC7-0361-27060C632BE0}"/>
              </a:ext>
            </a:extLst>
          </p:cNvPr>
          <p:cNvCxnSpPr>
            <a:cxnSpLocks/>
          </p:cNvCxnSpPr>
          <p:nvPr/>
        </p:nvCxnSpPr>
        <p:spPr>
          <a:xfrm flipV="1">
            <a:off x="1669266" y="3243466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18DEC-31C2-373C-E3A8-A4DFDC20A778}"/>
              </a:ext>
            </a:extLst>
          </p:cNvPr>
          <p:cNvCxnSpPr>
            <a:cxnSpLocks/>
          </p:cNvCxnSpPr>
          <p:nvPr/>
        </p:nvCxnSpPr>
        <p:spPr>
          <a:xfrm>
            <a:off x="1746972" y="3238542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59C6CD7-D680-C9D5-8374-ED9FA908E850}"/>
              </a:ext>
            </a:extLst>
          </p:cNvPr>
          <p:cNvCxnSpPr>
            <a:cxnSpLocks/>
          </p:cNvCxnSpPr>
          <p:nvPr/>
        </p:nvCxnSpPr>
        <p:spPr>
          <a:xfrm>
            <a:off x="839755" y="3614375"/>
            <a:ext cx="326280" cy="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C6AE80C-EDBC-1213-25AD-91B32A8AC12F}"/>
              </a:ext>
            </a:extLst>
          </p:cNvPr>
          <p:cNvCxnSpPr>
            <a:cxnSpLocks/>
          </p:cNvCxnSpPr>
          <p:nvPr/>
        </p:nvCxnSpPr>
        <p:spPr>
          <a:xfrm flipV="1">
            <a:off x="1166035" y="3545124"/>
            <a:ext cx="0" cy="140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796E954-F4F6-7C82-F123-192738C546B5}"/>
              </a:ext>
            </a:extLst>
          </p:cNvPr>
          <p:cNvCxnSpPr>
            <a:cxnSpLocks/>
          </p:cNvCxnSpPr>
          <p:nvPr/>
        </p:nvCxnSpPr>
        <p:spPr>
          <a:xfrm flipV="1">
            <a:off x="1238250" y="3521311"/>
            <a:ext cx="0" cy="186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C645DC7-4668-9A38-1A68-02F078A5D9E1}"/>
              </a:ext>
            </a:extLst>
          </p:cNvPr>
          <p:cNvCxnSpPr>
            <a:cxnSpLocks/>
          </p:cNvCxnSpPr>
          <p:nvPr/>
        </p:nvCxnSpPr>
        <p:spPr>
          <a:xfrm>
            <a:off x="1136728" y="3514209"/>
            <a:ext cx="101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E034767-33ED-9AE7-3FF7-F2E4E93C4676}"/>
              </a:ext>
            </a:extLst>
          </p:cNvPr>
          <p:cNvCxnSpPr>
            <a:cxnSpLocks/>
          </p:cNvCxnSpPr>
          <p:nvPr/>
        </p:nvCxnSpPr>
        <p:spPr>
          <a:xfrm>
            <a:off x="1125109" y="3707439"/>
            <a:ext cx="1118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D877A89-9A9D-D3F4-6471-E02139802B36}"/>
              </a:ext>
            </a:extLst>
          </p:cNvPr>
          <p:cNvCxnSpPr>
            <a:cxnSpLocks/>
          </p:cNvCxnSpPr>
          <p:nvPr/>
        </p:nvCxnSpPr>
        <p:spPr>
          <a:xfrm>
            <a:off x="1236924" y="3614375"/>
            <a:ext cx="73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6C53E71-CD95-08EC-29C3-7F35E8D43F25}"/>
              </a:ext>
            </a:extLst>
          </p:cNvPr>
          <p:cNvCxnSpPr>
            <a:cxnSpLocks/>
          </p:cNvCxnSpPr>
          <p:nvPr/>
        </p:nvCxnSpPr>
        <p:spPr>
          <a:xfrm flipH="1">
            <a:off x="845184" y="3122069"/>
            <a:ext cx="4307" cy="585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9F1C2DAC-4B03-4693-5250-0B4B0A660827}"/>
              </a:ext>
            </a:extLst>
          </p:cNvPr>
          <p:cNvSpPr/>
          <p:nvPr/>
        </p:nvSpPr>
        <p:spPr>
          <a:xfrm>
            <a:off x="1359622" y="395000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BA4298F-1988-8E19-9D32-03DA57C6BF06}"/>
              </a:ext>
            </a:extLst>
          </p:cNvPr>
          <p:cNvSpPr/>
          <p:nvPr/>
        </p:nvSpPr>
        <p:spPr>
          <a:xfrm>
            <a:off x="3224141" y="395000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DBE0948-5481-4CCB-53A0-AC55F6A8BEFC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506743" y="395000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F96CBAB-31FA-17E7-9C38-4F8A23B30B11}"/>
              </a:ext>
            </a:extLst>
          </p:cNvPr>
          <p:cNvCxnSpPr>
            <a:cxnSpLocks/>
          </p:cNvCxnSpPr>
          <p:nvPr/>
        </p:nvCxnSpPr>
        <p:spPr>
          <a:xfrm>
            <a:off x="1506743" y="422432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1B18143-BF8C-97F0-31CE-36DAA51BB35F}"/>
              </a:ext>
            </a:extLst>
          </p:cNvPr>
          <p:cNvCxnSpPr/>
          <p:nvPr/>
        </p:nvCxnSpPr>
        <p:spPr>
          <a:xfrm>
            <a:off x="2459702" y="2999518"/>
            <a:ext cx="998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CAEAD2-CB71-368A-D4B5-E25C67CC34E3}"/>
                  </a:ext>
                </a:extLst>
              </p:cNvPr>
              <p:cNvSpPr txBox="1"/>
              <p:nvPr/>
            </p:nvSpPr>
            <p:spPr>
              <a:xfrm>
                <a:off x="1633942" y="261891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CAEAD2-CB71-368A-D4B5-E25C67CC3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942" y="2618911"/>
                <a:ext cx="27432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EA3D9B1-15B9-42A5-F0F1-F26836005E6D}"/>
                  </a:ext>
                </a:extLst>
              </p:cNvPr>
              <p:cNvSpPr txBox="1"/>
              <p:nvPr/>
            </p:nvSpPr>
            <p:spPr>
              <a:xfrm>
                <a:off x="2235959" y="3854598"/>
                <a:ext cx="12910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belt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EA3D9B1-15B9-42A5-F0F1-F26836005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959" y="3854598"/>
                <a:ext cx="12910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6CBCD2F-6EE4-CE62-ADCB-39A96CCDA2D9}"/>
                  </a:ext>
                </a:extLst>
              </p:cNvPr>
              <p:cNvSpPr txBox="1"/>
              <p:nvPr/>
            </p:nvSpPr>
            <p:spPr>
              <a:xfrm>
                <a:off x="53489" y="2738636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6CBCD2F-6EE4-CE62-ADCB-39A96CCDA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9" y="2738636"/>
                <a:ext cx="27432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83F4160-2B3F-3499-D3D6-99B6E33110D9}"/>
                  </a:ext>
                </a:extLst>
              </p:cNvPr>
              <p:cNvSpPr txBox="1"/>
              <p:nvPr/>
            </p:nvSpPr>
            <p:spPr>
              <a:xfrm>
                <a:off x="78524" y="3568000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83F4160-2B3F-3499-D3D6-99B6E3311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4" y="3568000"/>
                <a:ext cx="27432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3F537EB-837B-EA8E-8C9A-64F7239D71A9}"/>
                  </a:ext>
                </a:extLst>
              </p:cNvPr>
              <p:cNvSpPr txBox="1"/>
              <p:nvPr/>
            </p:nvSpPr>
            <p:spPr>
              <a:xfrm>
                <a:off x="1760031" y="3292333"/>
                <a:ext cx="1279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3F537EB-837B-EA8E-8C9A-64F7239D7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031" y="3292333"/>
                <a:ext cx="127936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C5F325A-C114-0AB5-E8E7-642E335182B5}"/>
              </a:ext>
            </a:extLst>
          </p:cNvPr>
          <p:cNvCxnSpPr>
            <a:cxnSpLocks/>
          </p:cNvCxnSpPr>
          <p:nvPr/>
        </p:nvCxnSpPr>
        <p:spPr>
          <a:xfrm flipH="1">
            <a:off x="1971635" y="4163936"/>
            <a:ext cx="633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6344E50-3181-6C15-62EC-98A02DAA0C6B}"/>
              </a:ext>
            </a:extLst>
          </p:cNvPr>
          <p:cNvCxnSpPr>
            <a:cxnSpLocks/>
          </p:cNvCxnSpPr>
          <p:nvPr/>
        </p:nvCxnSpPr>
        <p:spPr>
          <a:xfrm>
            <a:off x="2014145" y="4030015"/>
            <a:ext cx="604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1557F1E-D046-4C7B-EB02-AD2503D7EE21}"/>
                  </a:ext>
                </a:extLst>
              </p:cNvPr>
              <p:cNvSpPr txBox="1"/>
              <p:nvPr/>
            </p:nvSpPr>
            <p:spPr>
              <a:xfrm>
                <a:off x="2639053" y="345077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1557F1E-D046-4C7B-EB02-AD2503D7E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053" y="3450771"/>
                <a:ext cx="2743200" cy="369332"/>
              </a:xfrm>
              <a:prstGeom prst="rect">
                <a:avLst/>
              </a:prstGeom>
              <a:blipFill>
                <a:blip r:embed="rId10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BB2D270-0D0D-E71B-696F-2412A2C5709D}"/>
              </a:ext>
            </a:extLst>
          </p:cNvPr>
          <p:cNvSpPr/>
          <p:nvPr/>
        </p:nvSpPr>
        <p:spPr>
          <a:xfrm>
            <a:off x="2892490" y="3560076"/>
            <a:ext cx="947929" cy="321459"/>
          </a:xfrm>
          <a:custGeom>
            <a:avLst/>
            <a:gdLst>
              <a:gd name="connsiteX0" fmla="*/ 1026367 w 1044319"/>
              <a:gd name="connsiteY0" fmla="*/ 21548 h 366781"/>
              <a:gd name="connsiteX1" fmla="*/ 951722 w 1044319"/>
              <a:gd name="connsiteY1" fmla="*/ 21548 h 366781"/>
              <a:gd name="connsiteX2" fmla="*/ 307910 w 1044319"/>
              <a:gd name="connsiteY2" fmla="*/ 245483 h 366781"/>
              <a:gd name="connsiteX3" fmla="*/ 0 w 1044319"/>
              <a:gd name="connsiteY3" fmla="*/ 366781 h 366781"/>
              <a:gd name="connsiteX0" fmla="*/ 1026367 w 1027173"/>
              <a:gd name="connsiteY0" fmla="*/ 10040 h 355273"/>
              <a:gd name="connsiteX1" fmla="*/ 472297 w 1027173"/>
              <a:gd name="connsiteY1" fmla="*/ 35440 h 355273"/>
              <a:gd name="connsiteX2" fmla="*/ 307910 w 1027173"/>
              <a:gd name="connsiteY2" fmla="*/ 233975 h 355273"/>
              <a:gd name="connsiteX3" fmla="*/ 0 w 1027173"/>
              <a:gd name="connsiteY3" fmla="*/ 355273 h 355273"/>
              <a:gd name="connsiteX0" fmla="*/ 1026367 w 1027189"/>
              <a:gd name="connsiteY0" fmla="*/ 4796 h 350029"/>
              <a:gd name="connsiteX1" fmla="*/ 472297 w 1027189"/>
              <a:gd name="connsiteY1" fmla="*/ 30196 h 350029"/>
              <a:gd name="connsiteX2" fmla="*/ 307910 w 1027189"/>
              <a:gd name="connsiteY2" fmla="*/ 228731 h 350029"/>
              <a:gd name="connsiteX3" fmla="*/ 0 w 1027189"/>
              <a:gd name="connsiteY3" fmla="*/ 350029 h 350029"/>
              <a:gd name="connsiteX0" fmla="*/ 946992 w 947929"/>
              <a:gd name="connsiteY0" fmla="*/ 106401 h 321459"/>
              <a:gd name="connsiteX1" fmla="*/ 472297 w 947929"/>
              <a:gd name="connsiteY1" fmla="*/ 1626 h 321459"/>
              <a:gd name="connsiteX2" fmla="*/ 307910 w 947929"/>
              <a:gd name="connsiteY2" fmla="*/ 200161 h 321459"/>
              <a:gd name="connsiteX3" fmla="*/ 0 w 947929"/>
              <a:gd name="connsiteY3" fmla="*/ 321459 h 32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7929" h="321459">
                <a:moveTo>
                  <a:pt x="946992" y="106401"/>
                </a:moveTo>
                <a:cubicBezTo>
                  <a:pt x="969541" y="87739"/>
                  <a:pt x="578811" y="-14001"/>
                  <a:pt x="472297" y="1626"/>
                </a:cubicBezTo>
                <a:cubicBezTo>
                  <a:pt x="365783" y="17253"/>
                  <a:pt x="466530" y="142622"/>
                  <a:pt x="307910" y="200161"/>
                </a:cubicBezTo>
                <a:cubicBezTo>
                  <a:pt x="149290" y="257700"/>
                  <a:pt x="74645" y="289579"/>
                  <a:pt x="0" y="321459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C67A567-B08D-A510-CDA3-769FFD1EB7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3207" y="3375067"/>
            <a:ext cx="4114800" cy="30861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330388-C31B-DAB6-7963-D260760A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B355BE6-FB40-8FCF-B858-920E1D5DC854}"/>
                  </a:ext>
                </a:extLst>
              </p14:cNvPr>
              <p14:cNvContentPartPr/>
              <p14:nvPr/>
            </p14:nvContentPartPr>
            <p14:xfrm>
              <a:off x="4757400" y="1629000"/>
              <a:ext cx="4833000" cy="704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B355BE6-FB40-8FCF-B858-920E1D5DC85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48040" y="1619640"/>
                <a:ext cx="4851720" cy="7232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0174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049A8-AADC-03A9-E311-4A5147D9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E91CEDCD-92C1-845A-53EF-352EF4AF3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075" y="2515101"/>
            <a:ext cx="5333332" cy="3999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DBFF4E-DA14-7783-A63E-B75F49936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1810534-3ECF-5F6F-A5EF-D4A60A20D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12FE516-E8FE-6298-1EFB-01FDD9BF33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7972425" cy="5036494"/>
              </a:xfrm>
            </p:spPr>
            <p:txBody>
              <a:bodyPr/>
              <a:lstStyle/>
              <a:p>
                <a:r>
                  <a:rPr lang="en-US" dirty="0"/>
                  <a:t>Taylor series: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belt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belt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𝑑𝑣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belt</m:t>
                                </m:r>
                              </m:sub>
                            </m:sSub>
                          </m:sub>
                        </m:sSub>
                      </m:e>
                    </m:d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12FE516-E8FE-6298-1EFB-01FDD9BF33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7972425" cy="5036494"/>
              </a:xfrm>
              <a:blipFill>
                <a:blip r:embed="rId5"/>
                <a:stretch>
                  <a:fillRect l="-1376" t="-2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C45E240-7B2C-BC10-30FC-93B360062DAF}"/>
              </a:ext>
            </a:extLst>
          </p:cNvPr>
          <p:cNvSpPr/>
          <p:nvPr/>
        </p:nvSpPr>
        <p:spPr>
          <a:xfrm>
            <a:off x="1285721" y="5557527"/>
            <a:ext cx="856157" cy="874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AAD322-9DBF-0C31-A0D9-AB36B33D0F8F}"/>
              </a:ext>
            </a:extLst>
          </p:cNvPr>
          <p:cNvCxnSpPr>
            <a:cxnSpLocks/>
          </p:cNvCxnSpPr>
          <p:nvPr/>
        </p:nvCxnSpPr>
        <p:spPr>
          <a:xfrm>
            <a:off x="153841" y="5786128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3299E0-534A-1421-42F2-9B38AC8FB5C4}"/>
              </a:ext>
            </a:extLst>
          </p:cNvPr>
          <p:cNvCxnSpPr>
            <a:cxnSpLocks/>
          </p:cNvCxnSpPr>
          <p:nvPr/>
        </p:nvCxnSpPr>
        <p:spPr>
          <a:xfrm flipV="1">
            <a:off x="362710" y="5654527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857042-F89F-87A6-A668-A22C324E1237}"/>
              </a:ext>
            </a:extLst>
          </p:cNvPr>
          <p:cNvCxnSpPr>
            <a:cxnSpLocks/>
          </p:cNvCxnSpPr>
          <p:nvPr/>
        </p:nvCxnSpPr>
        <p:spPr>
          <a:xfrm flipH="1" flipV="1">
            <a:off x="447732" y="5654525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04A950-B9F7-6571-C31D-7433E8C77CDB}"/>
              </a:ext>
            </a:extLst>
          </p:cNvPr>
          <p:cNvCxnSpPr>
            <a:cxnSpLocks/>
          </p:cNvCxnSpPr>
          <p:nvPr/>
        </p:nvCxnSpPr>
        <p:spPr>
          <a:xfrm flipH="1">
            <a:off x="552336" y="5651392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CC9C502-8FA0-2D7B-FB70-831B4375889F}"/>
              </a:ext>
            </a:extLst>
          </p:cNvPr>
          <p:cNvCxnSpPr>
            <a:cxnSpLocks/>
          </p:cNvCxnSpPr>
          <p:nvPr/>
        </p:nvCxnSpPr>
        <p:spPr>
          <a:xfrm flipH="1" flipV="1">
            <a:off x="653962" y="5654525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DBAC09-4BD4-B71A-D81A-D47F252147C2}"/>
              </a:ext>
            </a:extLst>
          </p:cNvPr>
          <p:cNvCxnSpPr>
            <a:cxnSpLocks/>
          </p:cNvCxnSpPr>
          <p:nvPr/>
        </p:nvCxnSpPr>
        <p:spPr>
          <a:xfrm flipH="1">
            <a:off x="758566" y="5651392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6459D0-032E-6C8E-80C1-9EEEEFA7CF71}"/>
              </a:ext>
            </a:extLst>
          </p:cNvPr>
          <p:cNvCxnSpPr>
            <a:cxnSpLocks/>
          </p:cNvCxnSpPr>
          <p:nvPr/>
        </p:nvCxnSpPr>
        <p:spPr>
          <a:xfrm flipH="1" flipV="1">
            <a:off x="871691" y="5651392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955173E-6C86-1E1C-E270-EBCDC3405C38}"/>
              </a:ext>
            </a:extLst>
          </p:cNvPr>
          <p:cNvCxnSpPr>
            <a:cxnSpLocks/>
          </p:cNvCxnSpPr>
          <p:nvPr/>
        </p:nvCxnSpPr>
        <p:spPr>
          <a:xfrm flipV="1">
            <a:off x="983352" y="5745218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3D47A5-4104-C3B0-6DF5-B244352E94E2}"/>
              </a:ext>
            </a:extLst>
          </p:cNvPr>
          <p:cNvCxnSpPr>
            <a:cxnSpLocks/>
          </p:cNvCxnSpPr>
          <p:nvPr/>
        </p:nvCxnSpPr>
        <p:spPr>
          <a:xfrm>
            <a:off x="1061058" y="5740294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FFFBD4A-F2E3-3833-FC62-7AB026A0D10D}"/>
              </a:ext>
            </a:extLst>
          </p:cNvPr>
          <p:cNvCxnSpPr>
            <a:cxnSpLocks/>
          </p:cNvCxnSpPr>
          <p:nvPr/>
        </p:nvCxnSpPr>
        <p:spPr>
          <a:xfrm>
            <a:off x="153841" y="6116127"/>
            <a:ext cx="326280" cy="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4CB44F-453D-1AA7-DC27-D4B22DAEA57C}"/>
              </a:ext>
            </a:extLst>
          </p:cNvPr>
          <p:cNvCxnSpPr>
            <a:cxnSpLocks/>
          </p:cNvCxnSpPr>
          <p:nvPr/>
        </p:nvCxnSpPr>
        <p:spPr>
          <a:xfrm flipV="1">
            <a:off x="480121" y="6046876"/>
            <a:ext cx="0" cy="140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B91707-58EF-0817-D423-77F355404E27}"/>
              </a:ext>
            </a:extLst>
          </p:cNvPr>
          <p:cNvCxnSpPr>
            <a:cxnSpLocks/>
          </p:cNvCxnSpPr>
          <p:nvPr/>
        </p:nvCxnSpPr>
        <p:spPr>
          <a:xfrm flipV="1">
            <a:off x="552336" y="6023063"/>
            <a:ext cx="0" cy="186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F7ED32-D5C2-A9AA-3B8A-51387606597D}"/>
              </a:ext>
            </a:extLst>
          </p:cNvPr>
          <p:cNvCxnSpPr>
            <a:cxnSpLocks/>
          </p:cNvCxnSpPr>
          <p:nvPr/>
        </p:nvCxnSpPr>
        <p:spPr>
          <a:xfrm>
            <a:off x="450814" y="6015961"/>
            <a:ext cx="101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C5E149-7753-3F09-C1FA-C9AE0F33150D}"/>
              </a:ext>
            </a:extLst>
          </p:cNvPr>
          <p:cNvCxnSpPr>
            <a:cxnSpLocks/>
          </p:cNvCxnSpPr>
          <p:nvPr/>
        </p:nvCxnSpPr>
        <p:spPr>
          <a:xfrm>
            <a:off x="439195" y="6209191"/>
            <a:ext cx="1118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03CA00F-EC6B-3654-D5DD-5AC3D54E0B49}"/>
              </a:ext>
            </a:extLst>
          </p:cNvPr>
          <p:cNvCxnSpPr>
            <a:cxnSpLocks/>
          </p:cNvCxnSpPr>
          <p:nvPr/>
        </p:nvCxnSpPr>
        <p:spPr>
          <a:xfrm>
            <a:off x="551010" y="6116127"/>
            <a:ext cx="73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93FB6E-F26F-73E7-0BA9-E23D3FA6AEC9}"/>
              </a:ext>
            </a:extLst>
          </p:cNvPr>
          <p:cNvCxnSpPr>
            <a:cxnSpLocks/>
          </p:cNvCxnSpPr>
          <p:nvPr/>
        </p:nvCxnSpPr>
        <p:spPr>
          <a:xfrm flipH="1">
            <a:off x="159270" y="5623821"/>
            <a:ext cx="4307" cy="585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049AB054-45E4-6040-4AA1-1960C89213D3}"/>
              </a:ext>
            </a:extLst>
          </p:cNvPr>
          <p:cNvSpPr/>
          <p:nvPr/>
        </p:nvSpPr>
        <p:spPr>
          <a:xfrm>
            <a:off x="673708" y="645175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E5A8694-B481-A50E-709A-79E010122582}"/>
              </a:ext>
            </a:extLst>
          </p:cNvPr>
          <p:cNvSpPr/>
          <p:nvPr/>
        </p:nvSpPr>
        <p:spPr>
          <a:xfrm>
            <a:off x="2538227" y="645175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6E0FDF6-65C7-67B7-31BE-95A37FE4C3A7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820829" y="6451757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70B3CE-037B-15CF-0E59-B901990F0214}"/>
              </a:ext>
            </a:extLst>
          </p:cNvPr>
          <p:cNvCxnSpPr>
            <a:cxnSpLocks/>
          </p:cNvCxnSpPr>
          <p:nvPr/>
        </p:nvCxnSpPr>
        <p:spPr>
          <a:xfrm>
            <a:off x="820829" y="6726077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A227E9F-9063-1CAD-1CE4-45309AFBD5AA}"/>
              </a:ext>
            </a:extLst>
          </p:cNvPr>
          <p:cNvCxnSpPr/>
          <p:nvPr/>
        </p:nvCxnSpPr>
        <p:spPr>
          <a:xfrm>
            <a:off x="1773788" y="5501270"/>
            <a:ext cx="998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AF172FB-AD19-5C9C-31EA-CEFC68B4DE91}"/>
                  </a:ext>
                </a:extLst>
              </p:cNvPr>
              <p:cNvSpPr txBox="1"/>
              <p:nvPr/>
            </p:nvSpPr>
            <p:spPr>
              <a:xfrm>
                <a:off x="948028" y="5120663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AF172FB-AD19-5C9C-31EA-CEFC68B4D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28" y="5120663"/>
                <a:ext cx="27432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339F0C-EB58-507D-E6F6-722BFBC597FD}"/>
                  </a:ext>
                </a:extLst>
              </p:cNvPr>
              <p:cNvSpPr txBox="1"/>
              <p:nvPr/>
            </p:nvSpPr>
            <p:spPr>
              <a:xfrm>
                <a:off x="1550045" y="6356350"/>
                <a:ext cx="12910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belt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339F0C-EB58-507D-E6F6-722BFBC59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045" y="6356350"/>
                <a:ext cx="1291094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348A88B-56BA-9BE3-CF7F-E64DA8F6C39E}"/>
                  </a:ext>
                </a:extLst>
              </p:cNvPr>
              <p:cNvSpPr txBox="1"/>
              <p:nvPr/>
            </p:nvSpPr>
            <p:spPr>
              <a:xfrm>
                <a:off x="81436" y="4633180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348A88B-56BA-9BE3-CF7F-E64DA8F6C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6" y="4633180"/>
                <a:ext cx="27432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90137C-2031-431C-270A-2F89D24F1817}"/>
                  </a:ext>
                </a:extLst>
              </p:cNvPr>
              <p:cNvSpPr txBox="1"/>
              <p:nvPr/>
            </p:nvSpPr>
            <p:spPr>
              <a:xfrm>
                <a:off x="-607390" y="6069752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90137C-2031-431C-270A-2F89D24F1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7390" y="6069752"/>
                <a:ext cx="27432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B54BA55-F094-57A5-392F-4E11936DB846}"/>
                  </a:ext>
                </a:extLst>
              </p:cNvPr>
              <p:cNvSpPr txBox="1"/>
              <p:nvPr/>
            </p:nvSpPr>
            <p:spPr>
              <a:xfrm>
                <a:off x="1074117" y="5794085"/>
                <a:ext cx="1279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B54BA55-F094-57A5-392F-4E11936DB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117" y="5794085"/>
                <a:ext cx="12793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E521C92-4219-9BEF-7DE2-A2614B9D288B}"/>
              </a:ext>
            </a:extLst>
          </p:cNvPr>
          <p:cNvCxnSpPr>
            <a:cxnSpLocks/>
          </p:cNvCxnSpPr>
          <p:nvPr/>
        </p:nvCxnSpPr>
        <p:spPr>
          <a:xfrm flipH="1">
            <a:off x="1285721" y="6665688"/>
            <a:ext cx="633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CDD9304-0857-7154-28A2-9A7BF5452F9B}"/>
              </a:ext>
            </a:extLst>
          </p:cNvPr>
          <p:cNvCxnSpPr>
            <a:cxnSpLocks/>
          </p:cNvCxnSpPr>
          <p:nvPr/>
        </p:nvCxnSpPr>
        <p:spPr>
          <a:xfrm>
            <a:off x="1328231" y="6531767"/>
            <a:ext cx="604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96F7859-494E-5BF7-52C0-C77D2098089E}"/>
                  </a:ext>
                </a:extLst>
              </p:cNvPr>
              <p:cNvSpPr txBox="1"/>
              <p:nvPr/>
            </p:nvSpPr>
            <p:spPr>
              <a:xfrm>
                <a:off x="1953139" y="5952523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96F7859-494E-5BF7-52C0-C77D20980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139" y="5952523"/>
                <a:ext cx="2743200" cy="369332"/>
              </a:xfrm>
              <a:prstGeom prst="rect">
                <a:avLst/>
              </a:prstGeom>
              <a:blipFill>
                <a:blip r:embed="rId1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78D38777-C171-52BB-4C07-62C7D6D0A06E}"/>
              </a:ext>
            </a:extLst>
          </p:cNvPr>
          <p:cNvSpPr/>
          <p:nvPr/>
        </p:nvSpPr>
        <p:spPr>
          <a:xfrm>
            <a:off x="2206576" y="6061828"/>
            <a:ext cx="947929" cy="321459"/>
          </a:xfrm>
          <a:custGeom>
            <a:avLst/>
            <a:gdLst>
              <a:gd name="connsiteX0" fmla="*/ 1026367 w 1044319"/>
              <a:gd name="connsiteY0" fmla="*/ 21548 h 366781"/>
              <a:gd name="connsiteX1" fmla="*/ 951722 w 1044319"/>
              <a:gd name="connsiteY1" fmla="*/ 21548 h 366781"/>
              <a:gd name="connsiteX2" fmla="*/ 307910 w 1044319"/>
              <a:gd name="connsiteY2" fmla="*/ 245483 h 366781"/>
              <a:gd name="connsiteX3" fmla="*/ 0 w 1044319"/>
              <a:gd name="connsiteY3" fmla="*/ 366781 h 366781"/>
              <a:gd name="connsiteX0" fmla="*/ 1026367 w 1027173"/>
              <a:gd name="connsiteY0" fmla="*/ 10040 h 355273"/>
              <a:gd name="connsiteX1" fmla="*/ 472297 w 1027173"/>
              <a:gd name="connsiteY1" fmla="*/ 35440 h 355273"/>
              <a:gd name="connsiteX2" fmla="*/ 307910 w 1027173"/>
              <a:gd name="connsiteY2" fmla="*/ 233975 h 355273"/>
              <a:gd name="connsiteX3" fmla="*/ 0 w 1027173"/>
              <a:gd name="connsiteY3" fmla="*/ 355273 h 355273"/>
              <a:gd name="connsiteX0" fmla="*/ 1026367 w 1027189"/>
              <a:gd name="connsiteY0" fmla="*/ 4796 h 350029"/>
              <a:gd name="connsiteX1" fmla="*/ 472297 w 1027189"/>
              <a:gd name="connsiteY1" fmla="*/ 30196 h 350029"/>
              <a:gd name="connsiteX2" fmla="*/ 307910 w 1027189"/>
              <a:gd name="connsiteY2" fmla="*/ 228731 h 350029"/>
              <a:gd name="connsiteX3" fmla="*/ 0 w 1027189"/>
              <a:gd name="connsiteY3" fmla="*/ 350029 h 350029"/>
              <a:gd name="connsiteX0" fmla="*/ 946992 w 947929"/>
              <a:gd name="connsiteY0" fmla="*/ 106401 h 321459"/>
              <a:gd name="connsiteX1" fmla="*/ 472297 w 947929"/>
              <a:gd name="connsiteY1" fmla="*/ 1626 h 321459"/>
              <a:gd name="connsiteX2" fmla="*/ 307910 w 947929"/>
              <a:gd name="connsiteY2" fmla="*/ 200161 h 321459"/>
              <a:gd name="connsiteX3" fmla="*/ 0 w 947929"/>
              <a:gd name="connsiteY3" fmla="*/ 321459 h 32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7929" h="321459">
                <a:moveTo>
                  <a:pt x="946992" y="106401"/>
                </a:moveTo>
                <a:cubicBezTo>
                  <a:pt x="969541" y="87739"/>
                  <a:pt x="578811" y="-14001"/>
                  <a:pt x="472297" y="1626"/>
                </a:cubicBezTo>
                <a:cubicBezTo>
                  <a:pt x="365783" y="17253"/>
                  <a:pt x="466530" y="142622"/>
                  <a:pt x="307910" y="200161"/>
                </a:cubicBezTo>
                <a:cubicBezTo>
                  <a:pt x="149290" y="257700"/>
                  <a:pt x="74645" y="289579"/>
                  <a:pt x="0" y="321459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9C73B-9B30-C4AD-C086-EBAF80ED2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2553DE-92A9-4029-472B-EF99B163AAE0}"/>
                  </a:ext>
                </a:extLst>
              </p14:cNvPr>
              <p14:cNvContentPartPr/>
              <p14:nvPr/>
            </p14:nvContentPartPr>
            <p14:xfrm>
              <a:off x="4668120" y="205920"/>
              <a:ext cx="7185240" cy="3517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2553DE-92A9-4029-472B-EF99B163AAE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58760" y="196560"/>
                <a:ext cx="7203960" cy="35366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1511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B734F-D4AB-CD65-D078-CC2C5A08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8414-B4C5-8965-2B8C-EBEAC883C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9BF222A-C6F3-98A9-B076-1EEE57F3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8ADFE98-B768-903B-962C-D7B21FC56C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7953375" cy="503649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belt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belt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belt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Friction acts like additional damping, but it can also be</a:t>
                </a:r>
                <a:r>
                  <a:rPr lang="en-US" u="sng" dirty="0"/>
                  <a:t> negative!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8ADFE98-B768-903B-962C-D7B21FC56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7953375" cy="5036494"/>
              </a:xfrm>
              <a:blipFill>
                <a:blip r:embed="rId4"/>
                <a:stretch>
                  <a:fillRect l="-1379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81D2AB6-850A-4906-2BF5-A31A31983535}"/>
              </a:ext>
            </a:extLst>
          </p:cNvPr>
          <p:cNvSpPr/>
          <p:nvPr/>
        </p:nvSpPr>
        <p:spPr>
          <a:xfrm>
            <a:off x="1878176" y="4884575"/>
            <a:ext cx="856157" cy="874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1A83BF-41E7-938C-E51D-276B9FFC2406}"/>
              </a:ext>
            </a:extLst>
          </p:cNvPr>
          <p:cNvCxnSpPr>
            <a:cxnSpLocks/>
          </p:cNvCxnSpPr>
          <p:nvPr/>
        </p:nvCxnSpPr>
        <p:spPr>
          <a:xfrm>
            <a:off x="746296" y="5113176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C6874A-56B1-1EBE-7D07-E56B5775F011}"/>
              </a:ext>
            </a:extLst>
          </p:cNvPr>
          <p:cNvCxnSpPr>
            <a:cxnSpLocks/>
          </p:cNvCxnSpPr>
          <p:nvPr/>
        </p:nvCxnSpPr>
        <p:spPr>
          <a:xfrm flipV="1">
            <a:off x="955165" y="4981575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7D54B9-B031-EE2C-0635-FFDE810AFAB9}"/>
              </a:ext>
            </a:extLst>
          </p:cNvPr>
          <p:cNvCxnSpPr>
            <a:cxnSpLocks/>
          </p:cNvCxnSpPr>
          <p:nvPr/>
        </p:nvCxnSpPr>
        <p:spPr>
          <a:xfrm flipH="1" flipV="1">
            <a:off x="1040187" y="498157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A73EF4-2949-FE88-5194-8D214532DBA1}"/>
              </a:ext>
            </a:extLst>
          </p:cNvPr>
          <p:cNvCxnSpPr>
            <a:cxnSpLocks/>
          </p:cNvCxnSpPr>
          <p:nvPr/>
        </p:nvCxnSpPr>
        <p:spPr>
          <a:xfrm flipH="1">
            <a:off x="1144791" y="49784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12330-C578-7899-A0F2-27092E8910BF}"/>
              </a:ext>
            </a:extLst>
          </p:cNvPr>
          <p:cNvCxnSpPr>
            <a:cxnSpLocks/>
          </p:cNvCxnSpPr>
          <p:nvPr/>
        </p:nvCxnSpPr>
        <p:spPr>
          <a:xfrm flipH="1" flipV="1">
            <a:off x="1246417" y="498157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CFA9D65-3BAC-DA28-3297-98371E2C1A76}"/>
              </a:ext>
            </a:extLst>
          </p:cNvPr>
          <p:cNvCxnSpPr>
            <a:cxnSpLocks/>
          </p:cNvCxnSpPr>
          <p:nvPr/>
        </p:nvCxnSpPr>
        <p:spPr>
          <a:xfrm flipH="1">
            <a:off x="1351021" y="49784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CED200-3F49-1A6D-2023-8507D5ABED9A}"/>
              </a:ext>
            </a:extLst>
          </p:cNvPr>
          <p:cNvCxnSpPr>
            <a:cxnSpLocks/>
          </p:cNvCxnSpPr>
          <p:nvPr/>
        </p:nvCxnSpPr>
        <p:spPr>
          <a:xfrm flipH="1" flipV="1">
            <a:off x="1464146" y="49784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856D9D-F67D-C714-FB1E-056AE15CA0EB}"/>
              </a:ext>
            </a:extLst>
          </p:cNvPr>
          <p:cNvCxnSpPr>
            <a:cxnSpLocks/>
          </p:cNvCxnSpPr>
          <p:nvPr/>
        </p:nvCxnSpPr>
        <p:spPr>
          <a:xfrm flipV="1">
            <a:off x="1575807" y="5072266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43EE90-3E9A-CB41-DE99-D296F2BC5E7B}"/>
              </a:ext>
            </a:extLst>
          </p:cNvPr>
          <p:cNvCxnSpPr>
            <a:cxnSpLocks/>
          </p:cNvCxnSpPr>
          <p:nvPr/>
        </p:nvCxnSpPr>
        <p:spPr>
          <a:xfrm>
            <a:off x="1653513" y="5067342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3F304E-CB7B-40B3-86A4-B37833BF1397}"/>
              </a:ext>
            </a:extLst>
          </p:cNvPr>
          <p:cNvCxnSpPr>
            <a:cxnSpLocks/>
          </p:cNvCxnSpPr>
          <p:nvPr/>
        </p:nvCxnSpPr>
        <p:spPr>
          <a:xfrm>
            <a:off x="746296" y="5443175"/>
            <a:ext cx="326280" cy="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E7C288-5376-4E17-191C-B073D12D5B66}"/>
              </a:ext>
            </a:extLst>
          </p:cNvPr>
          <p:cNvCxnSpPr>
            <a:cxnSpLocks/>
          </p:cNvCxnSpPr>
          <p:nvPr/>
        </p:nvCxnSpPr>
        <p:spPr>
          <a:xfrm flipV="1">
            <a:off x="1072576" y="5373924"/>
            <a:ext cx="0" cy="140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9A1454-8BAD-F989-FE12-2E187D17E689}"/>
              </a:ext>
            </a:extLst>
          </p:cNvPr>
          <p:cNvCxnSpPr>
            <a:cxnSpLocks/>
          </p:cNvCxnSpPr>
          <p:nvPr/>
        </p:nvCxnSpPr>
        <p:spPr>
          <a:xfrm flipV="1">
            <a:off x="1144791" y="5350111"/>
            <a:ext cx="0" cy="186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293D582-9FBD-251F-2166-F9399AFEB768}"/>
              </a:ext>
            </a:extLst>
          </p:cNvPr>
          <p:cNvCxnSpPr>
            <a:cxnSpLocks/>
          </p:cNvCxnSpPr>
          <p:nvPr/>
        </p:nvCxnSpPr>
        <p:spPr>
          <a:xfrm>
            <a:off x="1043269" y="5343009"/>
            <a:ext cx="101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26E6717-3B43-DC80-CBA6-0D56A3E749D7}"/>
              </a:ext>
            </a:extLst>
          </p:cNvPr>
          <p:cNvCxnSpPr>
            <a:cxnSpLocks/>
          </p:cNvCxnSpPr>
          <p:nvPr/>
        </p:nvCxnSpPr>
        <p:spPr>
          <a:xfrm>
            <a:off x="1031650" y="5536239"/>
            <a:ext cx="1118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F186689-6C1E-1168-3684-D5A07C21DC20}"/>
              </a:ext>
            </a:extLst>
          </p:cNvPr>
          <p:cNvCxnSpPr>
            <a:cxnSpLocks/>
          </p:cNvCxnSpPr>
          <p:nvPr/>
        </p:nvCxnSpPr>
        <p:spPr>
          <a:xfrm>
            <a:off x="1143465" y="5443175"/>
            <a:ext cx="73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674A5BC-2F66-5FF4-6F94-72332A076DF9}"/>
              </a:ext>
            </a:extLst>
          </p:cNvPr>
          <p:cNvCxnSpPr>
            <a:cxnSpLocks/>
          </p:cNvCxnSpPr>
          <p:nvPr/>
        </p:nvCxnSpPr>
        <p:spPr>
          <a:xfrm flipH="1">
            <a:off x="751725" y="4950869"/>
            <a:ext cx="4307" cy="585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53AC8C1-4A0F-EDB9-D7C5-3F0BEE0283C9}"/>
              </a:ext>
            </a:extLst>
          </p:cNvPr>
          <p:cNvSpPr/>
          <p:nvPr/>
        </p:nvSpPr>
        <p:spPr>
          <a:xfrm>
            <a:off x="1266163" y="577880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653F5B1-B357-0A55-84D1-2A8C74297754}"/>
              </a:ext>
            </a:extLst>
          </p:cNvPr>
          <p:cNvSpPr/>
          <p:nvPr/>
        </p:nvSpPr>
        <p:spPr>
          <a:xfrm>
            <a:off x="3130682" y="577880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64FCD3-3278-B487-4488-641F3DD9FD7A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413284" y="577880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0D85386-135C-CF50-E21A-F9C43F2DBFDD}"/>
              </a:ext>
            </a:extLst>
          </p:cNvPr>
          <p:cNvCxnSpPr>
            <a:cxnSpLocks/>
          </p:cNvCxnSpPr>
          <p:nvPr/>
        </p:nvCxnSpPr>
        <p:spPr>
          <a:xfrm>
            <a:off x="1413284" y="605312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3365A64-3FA1-4E8F-77D5-5C4A89E0DCF7}"/>
              </a:ext>
            </a:extLst>
          </p:cNvPr>
          <p:cNvCxnSpPr/>
          <p:nvPr/>
        </p:nvCxnSpPr>
        <p:spPr>
          <a:xfrm>
            <a:off x="2366243" y="4828318"/>
            <a:ext cx="998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FCB328B-3A50-B8DA-4113-5CB34F9CBAE3}"/>
                  </a:ext>
                </a:extLst>
              </p:cNvPr>
              <p:cNvSpPr txBox="1"/>
              <p:nvPr/>
            </p:nvSpPr>
            <p:spPr>
              <a:xfrm>
                <a:off x="1540483" y="444771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FCB328B-3A50-B8DA-4113-5CB34F9CB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483" y="4447711"/>
                <a:ext cx="27432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106631E-225A-3DCB-2E6B-BD645D8F5D9E}"/>
                  </a:ext>
                </a:extLst>
              </p:cNvPr>
              <p:cNvSpPr txBox="1"/>
              <p:nvPr/>
            </p:nvSpPr>
            <p:spPr>
              <a:xfrm>
                <a:off x="2142500" y="5683398"/>
                <a:ext cx="12910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belt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106631E-225A-3DCB-2E6B-BD645D8F5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500" y="5683398"/>
                <a:ext cx="12910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A3EADA-8D87-9F08-A894-4ABBF919655B}"/>
                  </a:ext>
                </a:extLst>
              </p:cNvPr>
              <p:cNvSpPr txBox="1"/>
              <p:nvPr/>
            </p:nvSpPr>
            <p:spPr>
              <a:xfrm>
                <a:off x="-39970" y="4567436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A3EADA-8D87-9F08-A894-4ABBF9196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970" y="4567436"/>
                <a:ext cx="27432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687A44A-03EF-EE2E-CA47-60C7DE9D6B54}"/>
                  </a:ext>
                </a:extLst>
              </p:cNvPr>
              <p:cNvSpPr txBox="1"/>
              <p:nvPr/>
            </p:nvSpPr>
            <p:spPr>
              <a:xfrm>
                <a:off x="-14935" y="5396800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687A44A-03EF-EE2E-CA47-60C7DE9D6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935" y="5396800"/>
                <a:ext cx="27432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EA14D33-FA7C-554A-BB9E-21BB3AEAFB2D}"/>
                  </a:ext>
                </a:extLst>
              </p:cNvPr>
              <p:cNvSpPr txBox="1"/>
              <p:nvPr/>
            </p:nvSpPr>
            <p:spPr>
              <a:xfrm>
                <a:off x="1666572" y="5121133"/>
                <a:ext cx="1279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EA14D33-FA7C-554A-BB9E-21BB3AEAF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572" y="5121133"/>
                <a:ext cx="127936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7B36A3E-9B6C-B739-9CA5-3BD1DBF0E47B}"/>
              </a:ext>
            </a:extLst>
          </p:cNvPr>
          <p:cNvCxnSpPr>
            <a:cxnSpLocks/>
          </p:cNvCxnSpPr>
          <p:nvPr/>
        </p:nvCxnSpPr>
        <p:spPr>
          <a:xfrm flipH="1">
            <a:off x="1878176" y="5992736"/>
            <a:ext cx="633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F2818D-C770-866C-659F-FF585FE88031}"/>
              </a:ext>
            </a:extLst>
          </p:cNvPr>
          <p:cNvCxnSpPr>
            <a:cxnSpLocks/>
          </p:cNvCxnSpPr>
          <p:nvPr/>
        </p:nvCxnSpPr>
        <p:spPr>
          <a:xfrm>
            <a:off x="1920686" y="5858815"/>
            <a:ext cx="604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D0D0306-08B6-25AE-5B22-7A32449FE905}"/>
                  </a:ext>
                </a:extLst>
              </p:cNvPr>
              <p:cNvSpPr txBox="1"/>
              <p:nvPr/>
            </p:nvSpPr>
            <p:spPr>
              <a:xfrm>
                <a:off x="2545594" y="527957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D0D0306-08B6-25AE-5B22-7A32449FE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594" y="5279571"/>
                <a:ext cx="2743200" cy="369332"/>
              </a:xfrm>
              <a:prstGeom prst="rect">
                <a:avLst/>
              </a:prstGeom>
              <a:blipFill>
                <a:blip r:embed="rId11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23672B99-E83A-27ED-51EB-A88A2ACC1C4F}"/>
              </a:ext>
            </a:extLst>
          </p:cNvPr>
          <p:cNvSpPr/>
          <p:nvPr/>
        </p:nvSpPr>
        <p:spPr>
          <a:xfrm>
            <a:off x="2799031" y="5388876"/>
            <a:ext cx="947929" cy="321459"/>
          </a:xfrm>
          <a:custGeom>
            <a:avLst/>
            <a:gdLst>
              <a:gd name="connsiteX0" fmla="*/ 1026367 w 1044319"/>
              <a:gd name="connsiteY0" fmla="*/ 21548 h 366781"/>
              <a:gd name="connsiteX1" fmla="*/ 951722 w 1044319"/>
              <a:gd name="connsiteY1" fmla="*/ 21548 h 366781"/>
              <a:gd name="connsiteX2" fmla="*/ 307910 w 1044319"/>
              <a:gd name="connsiteY2" fmla="*/ 245483 h 366781"/>
              <a:gd name="connsiteX3" fmla="*/ 0 w 1044319"/>
              <a:gd name="connsiteY3" fmla="*/ 366781 h 366781"/>
              <a:gd name="connsiteX0" fmla="*/ 1026367 w 1027173"/>
              <a:gd name="connsiteY0" fmla="*/ 10040 h 355273"/>
              <a:gd name="connsiteX1" fmla="*/ 472297 w 1027173"/>
              <a:gd name="connsiteY1" fmla="*/ 35440 h 355273"/>
              <a:gd name="connsiteX2" fmla="*/ 307910 w 1027173"/>
              <a:gd name="connsiteY2" fmla="*/ 233975 h 355273"/>
              <a:gd name="connsiteX3" fmla="*/ 0 w 1027173"/>
              <a:gd name="connsiteY3" fmla="*/ 355273 h 355273"/>
              <a:gd name="connsiteX0" fmla="*/ 1026367 w 1027189"/>
              <a:gd name="connsiteY0" fmla="*/ 4796 h 350029"/>
              <a:gd name="connsiteX1" fmla="*/ 472297 w 1027189"/>
              <a:gd name="connsiteY1" fmla="*/ 30196 h 350029"/>
              <a:gd name="connsiteX2" fmla="*/ 307910 w 1027189"/>
              <a:gd name="connsiteY2" fmla="*/ 228731 h 350029"/>
              <a:gd name="connsiteX3" fmla="*/ 0 w 1027189"/>
              <a:gd name="connsiteY3" fmla="*/ 350029 h 350029"/>
              <a:gd name="connsiteX0" fmla="*/ 946992 w 947929"/>
              <a:gd name="connsiteY0" fmla="*/ 106401 h 321459"/>
              <a:gd name="connsiteX1" fmla="*/ 472297 w 947929"/>
              <a:gd name="connsiteY1" fmla="*/ 1626 h 321459"/>
              <a:gd name="connsiteX2" fmla="*/ 307910 w 947929"/>
              <a:gd name="connsiteY2" fmla="*/ 200161 h 321459"/>
              <a:gd name="connsiteX3" fmla="*/ 0 w 947929"/>
              <a:gd name="connsiteY3" fmla="*/ 321459 h 32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7929" h="321459">
                <a:moveTo>
                  <a:pt x="946992" y="106401"/>
                </a:moveTo>
                <a:cubicBezTo>
                  <a:pt x="969541" y="87739"/>
                  <a:pt x="578811" y="-14001"/>
                  <a:pt x="472297" y="1626"/>
                </a:cubicBezTo>
                <a:cubicBezTo>
                  <a:pt x="365783" y="17253"/>
                  <a:pt x="466530" y="142622"/>
                  <a:pt x="307910" y="200161"/>
                </a:cubicBezTo>
                <a:cubicBezTo>
                  <a:pt x="149290" y="257700"/>
                  <a:pt x="74645" y="289579"/>
                  <a:pt x="0" y="321459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043D739-5A63-1460-2883-2138CB9376E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8475" y="3635375"/>
            <a:ext cx="4114800" cy="30861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6116BC-E165-3E77-0AE7-6DE2E7CF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8DD112F-6753-1011-FFB6-1A4747753DE8}"/>
                  </a:ext>
                </a:extLst>
              </p14:cNvPr>
              <p14:cNvContentPartPr/>
              <p14:nvPr/>
            </p14:nvContentPartPr>
            <p14:xfrm>
              <a:off x="1866960" y="1105200"/>
              <a:ext cx="9435600" cy="4455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8DD112F-6753-1011-FFB6-1A4747753DE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57600" y="1095840"/>
                <a:ext cx="9454320" cy="44740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13429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18CD-F4B9-31B9-5B12-3B85C3F4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F288-490C-809E-4AC9-9FB99261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DACD4BC-058E-0388-C1E9-332CF2EB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B1FEE-67D3-25B1-01EA-3EAC57A59ECB}"/>
              </a:ext>
            </a:extLst>
          </p:cNvPr>
          <p:cNvSpPr/>
          <p:nvPr/>
        </p:nvSpPr>
        <p:spPr>
          <a:xfrm>
            <a:off x="1878176" y="4884575"/>
            <a:ext cx="856157" cy="874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38BB5A-4A7A-C01E-D311-5BF84F3DC802}"/>
              </a:ext>
            </a:extLst>
          </p:cNvPr>
          <p:cNvCxnSpPr>
            <a:cxnSpLocks/>
          </p:cNvCxnSpPr>
          <p:nvPr/>
        </p:nvCxnSpPr>
        <p:spPr>
          <a:xfrm>
            <a:off x="746296" y="5113176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3F360E-8876-10D2-FCE6-4B65F8C9CDE0}"/>
              </a:ext>
            </a:extLst>
          </p:cNvPr>
          <p:cNvCxnSpPr>
            <a:cxnSpLocks/>
          </p:cNvCxnSpPr>
          <p:nvPr/>
        </p:nvCxnSpPr>
        <p:spPr>
          <a:xfrm flipV="1">
            <a:off x="955165" y="4981575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F297F5-E410-7F1F-D942-69E2E4CCFD66}"/>
              </a:ext>
            </a:extLst>
          </p:cNvPr>
          <p:cNvCxnSpPr>
            <a:cxnSpLocks/>
          </p:cNvCxnSpPr>
          <p:nvPr/>
        </p:nvCxnSpPr>
        <p:spPr>
          <a:xfrm flipH="1" flipV="1">
            <a:off x="1040187" y="498157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215791-7746-ED00-A801-ECFD138F636B}"/>
              </a:ext>
            </a:extLst>
          </p:cNvPr>
          <p:cNvCxnSpPr>
            <a:cxnSpLocks/>
          </p:cNvCxnSpPr>
          <p:nvPr/>
        </p:nvCxnSpPr>
        <p:spPr>
          <a:xfrm flipH="1">
            <a:off x="1144791" y="49784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61A5412-84D5-494B-5906-17446BF1800A}"/>
              </a:ext>
            </a:extLst>
          </p:cNvPr>
          <p:cNvCxnSpPr>
            <a:cxnSpLocks/>
          </p:cNvCxnSpPr>
          <p:nvPr/>
        </p:nvCxnSpPr>
        <p:spPr>
          <a:xfrm flipH="1" flipV="1">
            <a:off x="1246417" y="498157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BC4D0E-9996-E83F-4463-539F5E7C3DF6}"/>
              </a:ext>
            </a:extLst>
          </p:cNvPr>
          <p:cNvCxnSpPr>
            <a:cxnSpLocks/>
          </p:cNvCxnSpPr>
          <p:nvPr/>
        </p:nvCxnSpPr>
        <p:spPr>
          <a:xfrm flipH="1">
            <a:off x="1351021" y="49784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C16F6AD-969D-8A59-4C48-7226BC384AF9}"/>
              </a:ext>
            </a:extLst>
          </p:cNvPr>
          <p:cNvCxnSpPr>
            <a:cxnSpLocks/>
          </p:cNvCxnSpPr>
          <p:nvPr/>
        </p:nvCxnSpPr>
        <p:spPr>
          <a:xfrm flipH="1" flipV="1">
            <a:off x="1464146" y="497844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9A9DAF-02A4-86F0-D60F-3763867AF53D}"/>
              </a:ext>
            </a:extLst>
          </p:cNvPr>
          <p:cNvCxnSpPr>
            <a:cxnSpLocks/>
          </p:cNvCxnSpPr>
          <p:nvPr/>
        </p:nvCxnSpPr>
        <p:spPr>
          <a:xfrm flipV="1">
            <a:off x="1575807" y="5072266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59DB75-4296-4ED8-B897-98FD2630A895}"/>
              </a:ext>
            </a:extLst>
          </p:cNvPr>
          <p:cNvCxnSpPr>
            <a:cxnSpLocks/>
          </p:cNvCxnSpPr>
          <p:nvPr/>
        </p:nvCxnSpPr>
        <p:spPr>
          <a:xfrm>
            <a:off x="1653513" y="5067342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9D971D9-9A7C-7FB3-64E5-700BFFB11727}"/>
              </a:ext>
            </a:extLst>
          </p:cNvPr>
          <p:cNvCxnSpPr>
            <a:cxnSpLocks/>
          </p:cNvCxnSpPr>
          <p:nvPr/>
        </p:nvCxnSpPr>
        <p:spPr>
          <a:xfrm>
            <a:off x="746296" y="5443175"/>
            <a:ext cx="326280" cy="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97BA1EB-1D46-EB9A-F5B7-AEDEA1C5CD67}"/>
              </a:ext>
            </a:extLst>
          </p:cNvPr>
          <p:cNvCxnSpPr>
            <a:cxnSpLocks/>
          </p:cNvCxnSpPr>
          <p:nvPr/>
        </p:nvCxnSpPr>
        <p:spPr>
          <a:xfrm flipV="1">
            <a:off x="1072576" y="5373924"/>
            <a:ext cx="0" cy="140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AB8421-04B6-D331-0500-2CD199FD038E}"/>
              </a:ext>
            </a:extLst>
          </p:cNvPr>
          <p:cNvCxnSpPr>
            <a:cxnSpLocks/>
          </p:cNvCxnSpPr>
          <p:nvPr/>
        </p:nvCxnSpPr>
        <p:spPr>
          <a:xfrm flipV="1">
            <a:off x="1144791" y="5350111"/>
            <a:ext cx="0" cy="186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46F00C6-53D1-80C7-F817-E523858F373A}"/>
              </a:ext>
            </a:extLst>
          </p:cNvPr>
          <p:cNvCxnSpPr>
            <a:cxnSpLocks/>
          </p:cNvCxnSpPr>
          <p:nvPr/>
        </p:nvCxnSpPr>
        <p:spPr>
          <a:xfrm>
            <a:off x="1043269" y="5343009"/>
            <a:ext cx="101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39BC86F-3074-FDA4-9703-5D718EBE9068}"/>
              </a:ext>
            </a:extLst>
          </p:cNvPr>
          <p:cNvCxnSpPr>
            <a:cxnSpLocks/>
          </p:cNvCxnSpPr>
          <p:nvPr/>
        </p:nvCxnSpPr>
        <p:spPr>
          <a:xfrm>
            <a:off x="1031650" y="5536239"/>
            <a:ext cx="1118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D34DB5-871A-FDD0-66E3-F2D7DBA64525}"/>
              </a:ext>
            </a:extLst>
          </p:cNvPr>
          <p:cNvCxnSpPr>
            <a:cxnSpLocks/>
          </p:cNvCxnSpPr>
          <p:nvPr/>
        </p:nvCxnSpPr>
        <p:spPr>
          <a:xfrm>
            <a:off x="1143465" y="5443175"/>
            <a:ext cx="73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2AF0857-EFDE-23D3-4808-E4F946E6EF92}"/>
              </a:ext>
            </a:extLst>
          </p:cNvPr>
          <p:cNvCxnSpPr>
            <a:cxnSpLocks/>
          </p:cNvCxnSpPr>
          <p:nvPr/>
        </p:nvCxnSpPr>
        <p:spPr>
          <a:xfrm flipH="1">
            <a:off x="751725" y="4950869"/>
            <a:ext cx="4307" cy="585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3254DF1-04DE-40AD-6EEB-AAD53DAAEC62}"/>
              </a:ext>
            </a:extLst>
          </p:cNvPr>
          <p:cNvSpPr/>
          <p:nvPr/>
        </p:nvSpPr>
        <p:spPr>
          <a:xfrm>
            <a:off x="1266163" y="577880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4BD33A6-E5DC-EACF-0A7E-3BF247FCB806}"/>
              </a:ext>
            </a:extLst>
          </p:cNvPr>
          <p:cNvSpPr/>
          <p:nvPr/>
        </p:nvSpPr>
        <p:spPr>
          <a:xfrm>
            <a:off x="3130682" y="577880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8FE345E-9A37-A432-B43D-789B50734120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413284" y="577880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EDF4485-1750-FADC-4A29-A3218B867168}"/>
              </a:ext>
            </a:extLst>
          </p:cNvPr>
          <p:cNvCxnSpPr>
            <a:cxnSpLocks/>
          </p:cNvCxnSpPr>
          <p:nvPr/>
        </p:nvCxnSpPr>
        <p:spPr>
          <a:xfrm>
            <a:off x="1413284" y="605312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D60E51F-47EC-7E96-609B-42061AE43E54}"/>
              </a:ext>
            </a:extLst>
          </p:cNvPr>
          <p:cNvCxnSpPr/>
          <p:nvPr/>
        </p:nvCxnSpPr>
        <p:spPr>
          <a:xfrm>
            <a:off x="2366243" y="4828318"/>
            <a:ext cx="998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2DD6B13-B738-956E-7929-DC28C2147170}"/>
                  </a:ext>
                </a:extLst>
              </p:cNvPr>
              <p:cNvSpPr txBox="1"/>
              <p:nvPr/>
            </p:nvSpPr>
            <p:spPr>
              <a:xfrm>
                <a:off x="1540483" y="444771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2DD6B13-B738-956E-7929-DC28C2147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483" y="4447711"/>
                <a:ext cx="27432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90E14DD-074B-0D5E-6AC2-8332C42B6EE4}"/>
                  </a:ext>
                </a:extLst>
              </p:cNvPr>
              <p:cNvSpPr txBox="1"/>
              <p:nvPr/>
            </p:nvSpPr>
            <p:spPr>
              <a:xfrm>
                <a:off x="2142500" y="5683398"/>
                <a:ext cx="12910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belt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90E14DD-074B-0D5E-6AC2-8332C42B6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500" y="5683398"/>
                <a:ext cx="12910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3313A3-FFF2-6691-1796-B9DD71952F80}"/>
                  </a:ext>
                </a:extLst>
              </p:cNvPr>
              <p:cNvSpPr txBox="1"/>
              <p:nvPr/>
            </p:nvSpPr>
            <p:spPr>
              <a:xfrm>
                <a:off x="-39970" y="4567436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3313A3-FFF2-6691-1796-B9DD71952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970" y="4567436"/>
                <a:ext cx="27432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FCAF273-C575-2C0B-5105-6B1C99ED15BE}"/>
                  </a:ext>
                </a:extLst>
              </p:cNvPr>
              <p:cNvSpPr txBox="1"/>
              <p:nvPr/>
            </p:nvSpPr>
            <p:spPr>
              <a:xfrm>
                <a:off x="-14935" y="5396800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FCAF273-C575-2C0B-5105-6B1C99ED1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935" y="5396800"/>
                <a:ext cx="27432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DAAF9A9-D88C-E6E6-2521-913E0EAD63C9}"/>
                  </a:ext>
                </a:extLst>
              </p:cNvPr>
              <p:cNvSpPr txBox="1"/>
              <p:nvPr/>
            </p:nvSpPr>
            <p:spPr>
              <a:xfrm>
                <a:off x="1666572" y="5121133"/>
                <a:ext cx="1279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DAAF9A9-D88C-E6E6-2521-913E0EAD6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572" y="5121133"/>
                <a:ext cx="127936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647F5D-0B70-EC86-BB27-07148500024A}"/>
              </a:ext>
            </a:extLst>
          </p:cNvPr>
          <p:cNvCxnSpPr>
            <a:cxnSpLocks/>
          </p:cNvCxnSpPr>
          <p:nvPr/>
        </p:nvCxnSpPr>
        <p:spPr>
          <a:xfrm flipH="1">
            <a:off x="1878176" y="5992736"/>
            <a:ext cx="633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AF77E7F-7174-BED2-0EBE-A6FE80A5B61E}"/>
              </a:ext>
            </a:extLst>
          </p:cNvPr>
          <p:cNvCxnSpPr>
            <a:cxnSpLocks/>
          </p:cNvCxnSpPr>
          <p:nvPr/>
        </p:nvCxnSpPr>
        <p:spPr>
          <a:xfrm>
            <a:off x="1920686" y="5858815"/>
            <a:ext cx="604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11A3D46-4BD8-F996-D2FF-E9B3081C70F6}"/>
                  </a:ext>
                </a:extLst>
              </p:cNvPr>
              <p:cNvSpPr txBox="1"/>
              <p:nvPr/>
            </p:nvSpPr>
            <p:spPr>
              <a:xfrm>
                <a:off x="2545594" y="527957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11A3D46-4BD8-F996-D2FF-E9B3081C7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594" y="5279571"/>
                <a:ext cx="2743200" cy="369332"/>
              </a:xfrm>
              <a:prstGeom prst="rect">
                <a:avLst/>
              </a:prstGeom>
              <a:blipFill>
                <a:blip r:embed="rId9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2EC98754-EDCF-EA3A-7C40-9F9A43FEB0FD}"/>
              </a:ext>
            </a:extLst>
          </p:cNvPr>
          <p:cNvSpPr/>
          <p:nvPr/>
        </p:nvSpPr>
        <p:spPr>
          <a:xfrm>
            <a:off x="2799031" y="5388876"/>
            <a:ext cx="947929" cy="321459"/>
          </a:xfrm>
          <a:custGeom>
            <a:avLst/>
            <a:gdLst>
              <a:gd name="connsiteX0" fmla="*/ 1026367 w 1044319"/>
              <a:gd name="connsiteY0" fmla="*/ 21548 h 366781"/>
              <a:gd name="connsiteX1" fmla="*/ 951722 w 1044319"/>
              <a:gd name="connsiteY1" fmla="*/ 21548 h 366781"/>
              <a:gd name="connsiteX2" fmla="*/ 307910 w 1044319"/>
              <a:gd name="connsiteY2" fmla="*/ 245483 h 366781"/>
              <a:gd name="connsiteX3" fmla="*/ 0 w 1044319"/>
              <a:gd name="connsiteY3" fmla="*/ 366781 h 366781"/>
              <a:gd name="connsiteX0" fmla="*/ 1026367 w 1027173"/>
              <a:gd name="connsiteY0" fmla="*/ 10040 h 355273"/>
              <a:gd name="connsiteX1" fmla="*/ 472297 w 1027173"/>
              <a:gd name="connsiteY1" fmla="*/ 35440 h 355273"/>
              <a:gd name="connsiteX2" fmla="*/ 307910 w 1027173"/>
              <a:gd name="connsiteY2" fmla="*/ 233975 h 355273"/>
              <a:gd name="connsiteX3" fmla="*/ 0 w 1027173"/>
              <a:gd name="connsiteY3" fmla="*/ 355273 h 355273"/>
              <a:gd name="connsiteX0" fmla="*/ 1026367 w 1027189"/>
              <a:gd name="connsiteY0" fmla="*/ 4796 h 350029"/>
              <a:gd name="connsiteX1" fmla="*/ 472297 w 1027189"/>
              <a:gd name="connsiteY1" fmla="*/ 30196 h 350029"/>
              <a:gd name="connsiteX2" fmla="*/ 307910 w 1027189"/>
              <a:gd name="connsiteY2" fmla="*/ 228731 h 350029"/>
              <a:gd name="connsiteX3" fmla="*/ 0 w 1027189"/>
              <a:gd name="connsiteY3" fmla="*/ 350029 h 350029"/>
              <a:gd name="connsiteX0" fmla="*/ 946992 w 947929"/>
              <a:gd name="connsiteY0" fmla="*/ 106401 h 321459"/>
              <a:gd name="connsiteX1" fmla="*/ 472297 w 947929"/>
              <a:gd name="connsiteY1" fmla="*/ 1626 h 321459"/>
              <a:gd name="connsiteX2" fmla="*/ 307910 w 947929"/>
              <a:gd name="connsiteY2" fmla="*/ 200161 h 321459"/>
              <a:gd name="connsiteX3" fmla="*/ 0 w 947929"/>
              <a:gd name="connsiteY3" fmla="*/ 321459 h 32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7929" h="321459">
                <a:moveTo>
                  <a:pt x="946992" y="106401"/>
                </a:moveTo>
                <a:cubicBezTo>
                  <a:pt x="969541" y="87739"/>
                  <a:pt x="578811" y="-14001"/>
                  <a:pt x="472297" y="1626"/>
                </a:cubicBezTo>
                <a:cubicBezTo>
                  <a:pt x="365783" y="17253"/>
                  <a:pt x="466530" y="142622"/>
                  <a:pt x="307910" y="200161"/>
                </a:cubicBezTo>
                <a:cubicBezTo>
                  <a:pt x="149290" y="257700"/>
                  <a:pt x="74645" y="289579"/>
                  <a:pt x="0" y="321459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F270F78F-7717-286B-B4D5-2D7257F37C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286" y="920991"/>
            <a:ext cx="4114800" cy="3086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39E367-138B-7160-D275-C60D88290A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5496" y="840417"/>
            <a:ext cx="6627336" cy="3355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6F3F8F-66F2-7DD1-7707-FF44AB4B2B9D}"/>
                  </a:ext>
                </a:extLst>
              </p:cNvPr>
              <p:cNvSpPr txBox="1"/>
              <p:nvPr/>
            </p:nvSpPr>
            <p:spPr>
              <a:xfrm>
                <a:off x="4905375" y="471085"/>
                <a:ext cx="6172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belt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6F3F8F-66F2-7DD1-7707-FF44AB4B2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75" y="471085"/>
                <a:ext cx="6172200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AD14B-B3C1-BEA6-1D18-C1B86F25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4C06839-8866-1509-CD46-CF1277B5C51C}"/>
                  </a:ext>
                </a:extLst>
              </p14:cNvPr>
              <p14:cNvContentPartPr/>
              <p14:nvPr/>
            </p14:nvContentPartPr>
            <p14:xfrm>
              <a:off x="3132360" y="970560"/>
              <a:ext cx="6616440" cy="3503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4C06839-8866-1509-CD46-CF1277B5C5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23000" y="961200"/>
                <a:ext cx="6635160" cy="35226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09552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70406-FF73-F138-2807-C9661065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32D508-9FF1-1F60-2594-D32DC1409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336675"/>
            <a:ext cx="5334000" cy="4000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C7FD3C-1058-EBFC-024A-5A33DED9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0AD0AA7-9788-B0C2-E5B0-9C4CFD40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pic>
        <p:nvPicPr>
          <p:cNvPr id="9" name="high_damping_fast_speed">
            <a:hlinkClick r:id="" action="ppaction://media"/>
            <a:extLst>
              <a:ext uri="{FF2B5EF4-FFF2-40B4-BE49-F238E27FC236}">
                <a16:creationId xmlns:a16="http://schemas.microsoft.com/office/drawing/2014/main" id="{AD2B63AB-BE1C-7727-310C-DEC16AECBA0E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5280" y="1320800"/>
            <a:ext cx="5334000" cy="4000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9A5E8-CF04-E0E0-8F6B-0A64956CB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F6FC7A-2113-B129-936D-402ED29D0257}"/>
                  </a:ext>
                </a:extLst>
              </p14:cNvPr>
              <p14:cNvContentPartPr/>
              <p14:nvPr/>
            </p14:nvContentPartPr>
            <p14:xfrm>
              <a:off x="6877440" y="318600"/>
              <a:ext cx="3064320" cy="4690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F6FC7A-2113-B129-936D-402ED29D02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68080" y="309240"/>
                <a:ext cx="3083040" cy="47088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9496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6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70406-FF73-F138-2807-C9661065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901C231-7A95-5ECC-FF87-FC349E953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1336675"/>
            <a:ext cx="5334000" cy="4000500"/>
          </a:xfrm>
          <a:prstGeom prst="rect">
            <a:avLst/>
          </a:prstGeom>
        </p:spPr>
      </p:pic>
      <p:pic>
        <p:nvPicPr>
          <p:cNvPr id="15" name="low_damping_fast_speed">
            <a:hlinkClick r:id="" action="ppaction://media"/>
            <a:extLst>
              <a:ext uri="{FF2B5EF4-FFF2-40B4-BE49-F238E27FC236}">
                <a16:creationId xmlns:a16="http://schemas.microsoft.com/office/drawing/2014/main" id="{E3C8CDEE-4E06-2E8C-41F0-5AD57011C961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4325" y="1336675"/>
            <a:ext cx="5334000" cy="4000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C7FD3C-1058-EBFC-024A-5A33DED9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0AD0AA7-9788-B0C2-E5B0-9C4CFD40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B418AA-F1AD-430F-307C-645B8A8A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2B18CB-F06B-4E83-4667-72A3F17789ED}"/>
                  </a:ext>
                </a:extLst>
              </p14:cNvPr>
              <p14:cNvContentPartPr/>
              <p14:nvPr/>
            </p14:nvContentPartPr>
            <p14:xfrm>
              <a:off x="3078000" y="453960"/>
              <a:ext cx="6555600" cy="475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2B18CB-F06B-4E83-4667-72A3F17789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68640" y="444600"/>
                <a:ext cx="6574320" cy="47782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3082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66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70406-FF73-F138-2807-C9661065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7FD3C-1058-EBFC-024A-5A33DED9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0AD0AA7-9788-B0C2-E5B0-9C4CFD40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E3E0A-37D6-B7EC-0FE3-AEAB4735D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1428750"/>
            <a:ext cx="5334000" cy="4000500"/>
          </a:xfrm>
          <a:prstGeom prst="rect">
            <a:avLst/>
          </a:prstGeom>
        </p:spPr>
      </p:pic>
      <p:pic>
        <p:nvPicPr>
          <p:cNvPr id="7" name="high_damping_low_speed">
            <a:hlinkClick r:id="" action="ppaction://media"/>
            <a:extLst>
              <a:ext uri="{FF2B5EF4-FFF2-40B4-BE49-F238E27FC236}">
                <a16:creationId xmlns:a16="http://schemas.microsoft.com/office/drawing/2014/main" id="{B67FE273-1AEE-C6C0-2BE3-B5529C858E5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3225" y="1336675"/>
            <a:ext cx="5334000" cy="4000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A048C-B9A5-D6B0-2813-3DE627AAE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703E41E-28DF-8C6A-E3DD-1F1462B04CA7}"/>
                  </a:ext>
                </a:extLst>
              </p14:cNvPr>
              <p14:cNvContentPartPr/>
              <p14:nvPr/>
            </p14:nvContentPartPr>
            <p14:xfrm>
              <a:off x="2820240" y="232200"/>
              <a:ext cx="8544960" cy="6048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703E41E-28DF-8C6A-E3DD-1F1462B04C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10880" y="222840"/>
                <a:ext cx="8563680" cy="60667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7631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840EC-8302-5E2F-9C52-EE105BED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1841-E87F-24F0-6EFB-C955C251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Friction-induced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787CE6C-5C47-84E9-689F-015E8D7D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26E6C2-56DF-201C-5952-67717A25A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972425" cy="5036494"/>
          </a:xfrm>
        </p:spPr>
        <p:txBody>
          <a:bodyPr/>
          <a:lstStyle/>
          <a:p>
            <a:r>
              <a:rPr lang="en-US" dirty="0"/>
              <a:t>Vibrations grow if:</a:t>
            </a:r>
          </a:p>
          <a:p>
            <a:pPr lvl="1"/>
            <a:r>
              <a:rPr lang="en-US" dirty="0"/>
              <a:t>The system’s damping dissipates energy faster than friction adds it</a:t>
            </a:r>
          </a:p>
          <a:p>
            <a:r>
              <a:rPr lang="en-US" dirty="0"/>
              <a:t>Vibrations decay if:</a:t>
            </a:r>
          </a:p>
          <a:p>
            <a:pPr lvl="1"/>
            <a:r>
              <a:rPr lang="en-US" dirty="0"/>
              <a:t>Friction adds energy faster than the system can dissipate it</a:t>
            </a:r>
          </a:p>
          <a:p>
            <a:r>
              <a:rPr lang="en-US" dirty="0"/>
              <a:t>Stick-slip can occur when the friction is decreasing with increasing speed.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015A7A-F229-2E4F-A257-B12E59C89B9D}"/>
              </a:ext>
            </a:extLst>
          </p:cNvPr>
          <p:cNvSpPr/>
          <p:nvPr/>
        </p:nvSpPr>
        <p:spPr>
          <a:xfrm>
            <a:off x="1878176" y="5159955"/>
            <a:ext cx="856157" cy="874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4A9727-E4DD-B20A-66F5-BA0CDBB426AA}"/>
              </a:ext>
            </a:extLst>
          </p:cNvPr>
          <p:cNvCxnSpPr>
            <a:cxnSpLocks/>
          </p:cNvCxnSpPr>
          <p:nvPr/>
        </p:nvCxnSpPr>
        <p:spPr>
          <a:xfrm>
            <a:off x="746296" y="5388556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26B6F7-204A-D780-64B4-44FF1F014F16}"/>
              </a:ext>
            </a:extLst>
          </p:cNvPr>
          <p:cNvCxnSpPr>
            <a:cxnSpLocks/>
          </p:cNvCxnSpPr>
          <p:nvPr/>
        </p:nvCxnSpPr>
        <p:spPr>
          <a:xfrm flipV="1">
            <a:off x="955165" y="5256955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EB267C-CB5B-0AC4-5FB3-FCDC2DBA49F1}"/>
              </a:ext>
            </a:extLst>
          </p:cNvPr>
          <p:cNvCxnSpPr>
            <a:cxnSpLocks/>
          </p:cNvCxnSpPr>
          <p:nvPr/>
        </p:nvCxnSpPr>
        <p:spPr>
          <a:xfrm flipH="1" flipV="1">
            <a:off x="1040187" y="525695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11B294-62E9-5332-776B-7F41C59AC514}"/>
              </a:ext>
            </a:extLst>
          </p:cNvPr>
          <p:cNvCxnSpPr>
            <a:cxnSpLocks/>
          </p:cNvCxnSpPr>
          <p:nvPr/>
        </p:nvCxnSpPr>
        <p:spPr>
          <a:xfrm flipH="1">
            <a:off x="1144791" y="525382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14B3DBC-68B7-078C-2181-8E6372CC53AE}"/>
              </a:ext>
            </a:extLst>
          </p:cNvPr>
          <p:cNvCxnSpPr>
            <a:cxnSpLocks/>
          </p:cNvCxnSpPr>
          <p:nvPr/>
        </p:nvCxnSpPr>
        <p:spPr>
          <a:xfrm flipH="1" flipV="1">
            <a:off x="1246417" y="5256953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FCF2A9-9F0E-19D0-7110-FC74772356A0}"/>
              </a:ext>
            </a:extLst>
          </p:cNvPr>
          <p:cNvCxnSpPr>
            <a:cxnSpLocks/>
          </p:cNvCxnSpPr>
          <p:nvPr/>
        </p:nvCxnSpPr>
        <p:spPr>
          <a:xfrm flipH="1">
            <a:off x="1351021" y="525382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951DDF-8BEC-9866-D56E-B0F4C543C117}"/>
              </a:ext>
            </a:extLst>
          </p:cNvPr>
          <p:cNvCxnSpPr>
            <a:cxnSpLocks/>
          </p:cNvCxnSpPr>
          <p:nvPr/>
        </p:nvCxnSpPr>
        <p:spPr>
          <a:xfrm flipH="1" flipV="1">
            <a:off x="1464146" y="5253820"/>
            <a:ext cx="104604" cy="225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7DDF57-E987-9682-147C-4C534BA8627A}"/>
              </a:ext>
            </a:extLst>
          </p:cNvPr>
          <p:cNvCxnSpPr>
            <a:cxnSpLocks/>
          </p:cNvCxnSpPr>
          <p:nvPr/>
        </p:nvCxnSpPr>
        <p:spPr>
          <a:xfrm flipV="1">
            <a:off x="1575807" y="5347646"/>
            <a:ext cx="77706" cy="13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4F763E-225C-46D1-B8ED-870AEB67DD9F}"/>
              </a:ext>
            </a:extLst>
          </p:cNvPr>
          <p:cNvCxnSpPr>
            <a:cxnSpLocks/>
          </p:cNvCxnSpPr>
          <p:nvPr/>
        </p:nvCxnSpPr>
        <p:spPr>
          <a:xfrm>
            <a:off x="1653513" y="5342722"/>
            <a:ext cx="21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014E0F-196E-D147-C104-94E09CED97F9}"/>
              </a:ext>
            </a:extLst>
          </p:cNvPr>
          <p:cNvCxnSpPr>
            <a:cxnSpLocks/>
          </p:cNvCxnSpPr>
          <p:nvPr/>
        </p:nvCxnSpPr>
        <p:spPr>
          <a:xfrm>
            <a:off x="746296" y="5718555"/>
            <a:ext cx="326280" cy="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7AAD101-42CE-2F0F-FB3D-DF2869C408E4}"/>
              </a:ext>
            </a:extLst>
          </p:cNvPr>
          <p:cNvCxnSpPr>
            <a:cxnSpLocks/>
          </p:cNvCxnSpPr>
          <p:nvPr/>
        </p:nvCxnSpPr>
        <p:spPr>
          <a:xfrm flipV="1">
            <a:off x="1072576" y="5649304"/>
            <a:ext cx="0" cy="140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045298C-8E7B-B820-1A21-60041E5DE307}"/>
              </a:ext>
            </a:extLst>
          </p:cNvPr>
          <p:cNvCxnSpPr>
            <a:cxnSpLocks/>
          </p:cNvCxnSpPr>
          <p:nvPr/>
        </p:nvCxnSpPr>
        <p:spPr>
          <a:xfrm flipV="1">
            <a:off x="1144791" y="5625491"/>
            <a:ext cx="0" cy="186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DFD652B-5DD5-08E9-FCE9-8543BB9E7426}"/>
              </a:ext>
            </a:extLst>
          </p:cNvPr>
          <p:cNvCxnSpPr>
            <a:cxnSpLocks/>
          </p:cNvCxnSpPr>
          <p:nvPr/>
        </p:nvCxnSpPr>
        <p:spPr>
          <a:xfrm>
            <a:off x="1043269" y="5618389"/>
            <a:ext cx="101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1D737DC-1CE2-F8BA-89FB-77DFF2244FAE}"/>
              </a:ext>
            </a:extLst>
          </p:cNvPr>
          <p:cNvCxnSpPr>
            <a:cxnSpLocks/>
          </p:cNvCxnSpPr>
          <p:nvPr/>
        </p:nvCxnSpPr>
        <p:spPr>
          <a:xfrm>
            <a:off x="1031650" y="5811619"/>
            <a:ext cx="1118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A07AB5-B2C9-1566-6C2A-2495B258CF3F}"/>
              </a:ext>
            </a:extLst>
          </p:cNvPr>
          <p:cNvCxnSpPr>
            <a:cxnSpLocks/>
          </p:cNvCxnSpPr>
          <p:nvPr/>
        </p:nvCxnSpPr>
        <p:spPr>
          <a:xfrm>
            <a:off x="1143465" y="5718555"/>
            <a:ext cx="73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59AA1E4-AF0B-8693-06E6-A662A6DF83A5}"/>
              </a:ext>
            </a:extLst>
          </p:cNvPr>
          <p:cNvCxnSpPr>
            <a:cxnSpLocks/>
          </p:cNvCxnSpPr>
          <p:nvPr/>
        </p:nvCxnSpPr>
        <p:spPr>
          <a:xfrm flipH="1">
            <a:off x="751725" y="5226249"/>
            <a:ext cx="4307" cy="585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A23D3609-BFEA-F13C-07A9-D115C828EBF2}"/>
              </a:ext>
            </a:extLst>
          </p:cNvPr>
          <p:cNvSpPr/>
          <p:nvPr/>
        </p:nvSpPr>
        <p:spPr>
          <a:xfrm>
            <a:off x="1266163" y="605418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7A5B326-1AD7-417F-16E5-BD36A7E34990}"/>
              </a:ext>
            </a:extLst>
          </p:cNvPr>
          <p:cNvSpPr/>
          <p:nvPr/>
        </p:nvSpPr>
        <p:spPr>
          <a:xfrm>
            <a:off x="3130682" y="605418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005CAC8-BD41-ACE2-908D-B4766551FE13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413284" y="605418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06A98E5-52C1-43EA-CF6D-689B6B77FD2C}"/>
              </a:ext>
            </a:extLst>
          </p:cNvPr>
          <p:cNvCxnSpPr>
            <a:cxnSpLocks/>
          </p:cNvCxnSpPr>
          <p:nvPr/>
        </p:nvCxnSpPr>
        <p:spPr>
          <a:xfrm>
            <a:off x="1413284" y="6328505"/>
            <a:ext cx="1854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E7D7A95-0F4A-94C2-0BC7-0A88AEA41D77}"/>
              </a:ext>
            </a:extLst>
          </p:cNvPr>
          <p:cNvCxnSpPr/>
          <p:nvPr/>
        </p:nvCxnSpPr>
        <p:spPr>
          <a:xfrm>
            <a:off x="2366243" y="5103698"/>
            <a:ext cx="998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5DACFF6-0D65-3126-721C-AE599E05856C}"/>
                  </a:ext>
                </a:extLst>
              </p:cNvPr>
              <p:cNvSpPr txBox="1"/>
              <p:nvPr/>
            </p:nvSpPr>
            <p:spPr>
              <a:xfrm>
                <a:off x="1540483" y="472309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5DACFF6-0D65-3126-721C-AE599E058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483" y="4723091"/>
                <a:ext cx="27432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6FCF90-7527-5BE6-612A-F88D5DA7765C}"/>
                  </a:ext>
                </a:extLst>
              </p:cNvPr>
              <p:cNvSpPr txBox="1"/>
              <p:nvPr/>
            </p:nvSpPr>
            <p:spPr>
              <a:xfrm>
                <a:off x="2142500" y="5958778"/>
                <a:ext cx="12910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belt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6FCF90-7527-5BE6-612A-F88D5DA77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500" y="5958778"/>
                <a:ext cx="12910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23D4544-E812-F19B-EB47-E5845A2F305F}"/>
                  </a:ext>
                </a:extLst>
              </p:cNvPr>
              <p:cNvSpPr txBox="1"/>
              <p:nvPr/>
            </p:nvSpPr>
            <p:spPr>
              <a:xfrm>
                <a:off x="-39970" y="4842816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23D4544-E812-F19B-EB47-E5845A2F3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970" y="4842816"/>
                <a:ext cx="27432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BA69569-1459-D502-D6BA-799E12FCF841}"/>
                  </a:ext>
                </a:extLst>
              </p:cNvPr>
              <p:cNvSpPr txBox="1"/>
              <p:nvPr/>
            </p:nvSpPr>
            <p:spPr>
              <a:xfrm>
                <a:off x="-14935" y="5672180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BA69569-1459-D502-D6BA-799E12FCF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935" y="5672180"/>
                <a:ext cx="27432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5BF71D-73E9-2829-AF6E-0169DB31B30F}"/>
                  </a:ext>
                </a:extLst>
              </p:cNvPr>
              <p:cNvSpPr txBox="1"/>
              <p:nvPr/>
            </p:nvSpPr>
            <p:spPr>
              <a:xfrm>
                <a:off x="1666572" y="5396513"/>
                <a:ext cx="1279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5BF71D-73E9-2829-AF6E-0169DB31B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572" y="5396513"/>
                <a:ext cx="127936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3738B53-AC7D-E26B-14DA-FD3036DCBB99}"/>
              </a:ext>
            </a:extLst>
          </p:cNvPr>
          <p:cNvCxnSpPr>
            <a:cxnSpLocks/>
          </p:cNvCxnSpPr>
          <p:nvPr/>
        </p:nvCxnSpPr>
        <p:spPr>
          <a:xfrm flipH="1">
            <a:off x="1878176" y="6268116"/>
            <a:ext cx="633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F661917-AD01-B268-C123-B19EDAC8001B}"/>
              </a:ext>
            </a:extLst>
          </p:cNvPr>
          <p:cNvCxnSpPr>
            <a:cxnSpLocks/>
          </p:cNvCxnSpPr>
          <p:nvPr/>
        </p:nvCxnSpPr>
        <p:spPr>
          <a:xfrm>
            <a:off x="1920686" y="6134195"/>
            <a:ext cx="604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D7F70A9-5498-4AB3-D839-3597B1CA686A}"/>
                  </a:ext>
                </a:extLst>
              </p:cNvPr>
              <p:cNvSpPr txBox="1"/>
              <p:nvPr/>
            </p:nvSpPr>
            <p:spPr>
              <a:xfrm>
                <a:off x="2545594" y="5554951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D7F70A9-5498-4AB3-D839-3597B1CA6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594" y="5554951"/>
                <a:ext cx="2743200" cy="369332"/>
              </a:xfrm>
              <a:prstGeom prst="rect">
                <a:avLst/>
              </a:prstGeom>
              <a:blipFill>
                <a:blip r:embed="rId9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F155539-1734-4C76-FA19-6698987AC9BB}"/>
              </a:ext>
            </a:extLst>
          </p:cNvPr>
          <p:cNvSpPr/>
          <p:nvPr/>
        </p:nvSpPr>
        <p:spPr>
          <a:xfrm>
            <a:off x="2799031" y="5664256"/>
            <a:ext cx="947929" cy="321459"/>
          </a:xfrm>
          <a:custGeom>
            <a:avLst/>
            <a:gdLst>
              <a:gd name="connsiteX0" fmla="*/ 1026367 w 1044319"/>
              <a:gd name="connsiteY0" fmla="*/ 21548 h 366781"/>
              <a:gd name="connsiteX1" fmla="*/ 951722 w 1044319"/>
              <a:gd name="connsiteY1" fmla="*/ 21548 h 366781"/>
              <a:gd name="connsiteX2" fmla="*/ 307910 w 1044319"/>
              <a:gd name="connsiteY2" fmla="*/ 245483 h 366781"/>
              <a:gd name="connsiteX3" fmla="*/ 0 w 1044319"/>
              <a:gd name="connsiteY3" fmla="*/ 366781 h 366781"/>
              <a:gd name="connsiteX0" fmla="*/ 1026367 w 1027173"/>
              <a:gd name="connsiteY0" fmla="*/ 10040 h 355273"/>
              <a:gd name="connsiteX1" fmla="*/ 472297 w 1027173"/>
              <a:gd name="connsiteY1" fmla="*/ 35440 h 355273"/>
              <a:gd name="connsiteX2" fmla="*/ 307910 w 1027173"/>
              <a:gd name="connsiteY2" fmla="*/ 233975 h 355273"/>
              <a:gd name="connsiteX3" fmla="*/ 0 w 1027173"/>
              <a:gd name="connsiteY3" fmla="*/ 355273 h 355273"/>
              <a:gd name="connsiteX0" fmla="*/ 1026367 w 1027189"/>
              <a:gd name="connsiteY0" fmla="*/ 4796 h 350029"/>
              <a:gd name="connsiteX1" fmla="*/ 472297 w 1027189"/>
              <a:gd name="connsiteY1" fmla="*/ 30196 h 350029"/>
              <a:gd name="connsiteX2" fmla="*/ 307910 w 1027189"/>
              <a:gd name="connsiteY2" fmla="*/ 228731 h 350029"/>
              <a:gd name="connsiteX3" fmla="*/ 0 w 1027189"/>
              <a:gd name="connsiteY3" fmla="*/ 350029 h 350029"/>
              <a:gd name="connsiteX0" fmla="*/ 946992 w 947929"/>
              <a:gd name="connsiteY0" fmla="*/ 106401 h 321459"/>
              <a:gd name="connsiteX1" fmla="*/ 472297 w 947929"/>
              <a:gd name="connsiteY1" fmla="*/ 1626 h 321459"/>
              <a:gd name="connsiteX2" fmla="*/ 307910 w 947929"/>
              <a:gd name="connsiteY2" fmla="*/ 200161 h 321459"/>
              <a:gd name="connsiteX3" fmla="*/ 0 w 947929"/>
              <a:gd name="connsiteY3" fmla="*/ 321459 h 32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7929" h="321459">
                <a:moveTo>
                  <a:pt x="946992" y="106401"/>
                </a:moveTo>
                <a:cubicBezTo>
                  <a:pt x="969541" y="87739"/>
                  <a:pt x="578811" y="-14001"/>
                  <a:pt x="472297" y="1626"/>
                </a:cubicBezTo>
                <a:cubicBezTo>
                  <a:pt x="365783" y="17253"/>
                  <a:pt x="466530" y="142622"/>
                  <a:pt x="307910" y="200161"/>
                </a:cubicBezTo>
                <a:cubicBezTo>
                  <a:pt x="149290" y="257700"/>
                  <a:pt x="74645" y="289579"/>
                  <a:pt x="0" y="321459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00FB8-A463-74CF-D62A-2F790C04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9D1BF4-1827-2F66-8BF9-3A0AB38E6833}"/>
                  </a:ext>
                </a:extLst>
              </p14:cNvPr>
              <p14:cNvContentPartPr/>
              <p14:nvPr/>
            </p14:nvContentPartPr>
            <p14:xfrm>
              <a:off x="1812960" y="431280"/>
              <a:ext cx="9831240" cy="4937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9D1BF4-1827-2F66-8BF9-3A0AB38E683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03600" y="421920"/>
                <a:ext cx="9849960" cy="49564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32563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F98B-9E46-08B0-9A06-29387550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34BF4F-CC8E-031B-2F02-44344F31E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372808" cy="5036494"/>
          </a:xfrm>
        </p:spPr>
        <p:txBody>
          <a:bodyPr/>
          <a:lstStyle/>
          <a:p>
            <a:r>
              <a:rPr lang="en-US" dirty="0"/>
              <a:t>Large oscillations can occur when flexible structures are excited by flow.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80F9A-F5BF-032D-0C5F-55EDBFEB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Vortex shedding and lock-in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AAF4F31-F3B3-8397-C73F-4D2320EEF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pic>
        <p:nvPicPr>
          <p:cNvPr id="9" name="IMG_5206">
            <a:hlinkClick r:id="" action="ppaction://media"/>
            <a:extLst>
              <a:ext uri="{FF2B5EF4-FFF2-40B4-BE49-F238E27FC236}">
                <a16:creationId xmlns:a16="http://schemas.microsoft.com/office/drawing/2014/main" id="{8F79051C-CB4D-AC51-69D6-A3B283D34D68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 rotWithShape="1">
          <a:blip r:embed="rId6"/>
          <a:srcRect t="4970" b="22424"/>
          <a:stretch/>
        </p:blipFill>
        <p:spPr>
          <a:xfrm>
            <a:off x="6545539" y="110016"/>
            <a:ext cx="4980651" cy="6428896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F0B023F-C8FE-7F12-A3B3-8EC27ED2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011B3B-7BCC-0160-ADC5-85A8BC829714}"/>
                  </a:ext>
                </a:extLst>
              </p14:cNvPr>
              <p14:cNvContentPartPr/>
              <p14:nvPr/>
            </p14:nvContentPartPr>
            <p14:xfrm>
              <a:off x="441360" y="1487520"/>
              <a:ext cx="5649120" cy="1526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011B3B-7BCC-0160-ADC5-85A8BC8297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2000" y="1478160"/>
                <a:ext cx="5667840" cy="15451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1488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4545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A37EE-FE9E-82B2-3A43-E18BDAD0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5CB045-2E68-2D4B-46DD-EDA358D2E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1208"/>
            <a:ext cx="7613583" cy="3806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35307D-01EE-8B00-C5AB-CFF59C73488A}"/>
              </a:ext>
            </a:extLst>
          </p:cNvPr>
          <p:cNvSpPr txBox="1"/>
          <p:nvPr/>
        </p:nvSpPr>
        <p:spPr>
          <a:xfrm>
            <a:off x="187410" y="6442990"/>
            <a:ext cx="2800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Cesareo de La Rosa Siqueira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6C227-0DE5-B993-695A-D3961734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Vortex shedding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0508995-59D8-4BE0-6252-9260143B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64EE33-DDAC-E4E3-0CA3-5D07B5A63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Oscillating vortices in flow behind an object.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72C3F-7D9F-D60B-D1F9-7053A052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34D6C66-7884-A4E2-87B9-61170A9EAE48}"/>
                  </a:ext>
                </a:extLst>
              </p14:cNvPr>
              <p14:cNvContentPartPr/>
              <p14:nvPr/>
            </p14:nvContentPartPr>
            <p14:xfrm>
              <a:off x="275400" y="2849760"/>
              <a:ext cx="3723480" cy="1794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34D6C66-7884-A4E2-87B9-61170A9EAE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040" y="2840400"/>
                <a:ext cx="3742200" cy="18133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1767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7287-4CC2-B88A-574B-2AF53660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1700-6DEF-C6C9-1CA0-BB2D38B0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Non-dimensional quantities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6CB5956-0614-3E91-1840-FADDE931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57C686A-1D46-5DEE-9EEB-1120979FBF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8033657" cy="536930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Expressing variables in terms of non-dimensional quantities helps us characterize the physics </a:t>
                </a:r>
                <a:r>
                  <a:rPr lang="en-US" i="1" dirty="0"/>
                  <a:t>in general. </a:t>
                </a:r>
                <a:r>
                  <a:rPr lang="en-US" dirty="0"/>
                  <a:t>We use non-dimensional quantities in acoustics: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“frequency ratio”: how fast is the excitation compared to resonance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“damping ratio”: how heavily damped is the structure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dirty="0"/>
                  <a:t> “transmissibility”: what fraction of the force is transmitted through a mount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57C686A-1D46-5DEE-9EEB-1120979FB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8033657" cy="5369301"/>
              </a:xfrm>
              <a:blipFill>
                <a:blip r:embed="rId4"/>
                <a:stretch>
                  <a:fillRect l="-1366" t="-2727" r="-2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FBC4F5D-C522-2110-58E6-185D07990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370" y="1707502"/>
            <a:ext cx="4713012" cy="3586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207C1-FF86-D3CE-6682-5C6B486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B594661-0F72-4B55-066B-5FDD964B4276}"/>
                  </a:ext>
                </a:extLst>
              </p14:cNvPr>
              <p14:cNvContentPartPr/>
              <p14:nvPr/>
            </p14:nvContentPartPr>
            <p14:xfrm>
              <a:off x="8002080" y="150840"/>
              <a:ext cx="3837240" cy="5202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B594661-0F72-4B55-066B-5FDD964B42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92720" y="141480"/>
                <a:ext cx="3855960" cy="52214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04540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14AD8-CFA3-BF77-783A-F9EF0531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8275-1528-84C9-353A-AC69AA78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Non-dimensional quantities in fluid dynamics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B87579-80F2-FF8F-E495-290A0927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305E3D-646A-4A63-7D7F-9CF376DC81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8033657" cy="536930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Fluid </a:t>
                </a:r>
                <a:r>
                  <a:rPr lang="en-US" dirty="0" err="1"/>
                  <a:t>dynamicists</a:t>
                </a:r>
                <a:r>
                  <a:rPr lang="en-US" dirty="0"/>
                  <a:t> </a:t>
                </a:r>
                <a:r>
                  <a:rPr lang="en-US" u="sng" dirty="0"/>
                  <a:t>love</a:t>
                </a:r>
                <a:r>
                  <a:rPr lang="en-US" dirty="0"/>
                  <a:t> non-dimensional quantities. The most important one is:</a:t>
                </a:r>
              </a:p>
              <a:p>
                <a:r>
                  <a:rPr lang="en-US" dirty="0"/>
                  <a:t>Reynolds number: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𝑢𝐿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: Flow speed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: Characteristic length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dirty="0"/>
                  <a:t>: Kinematic viscosity of the fluid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: Dynamic viscosity (usually just called “viscosity”)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: Density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305E3D-646A-4A63-7D7F-9CF376DC81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8033657" cy="5369301"/>
              </a:xfrm>
              <a:blipFill>
                <a:blip r:embed="rId4"/>
                <a:stretch>
                  <a:fillRect l="-1366" t="-2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802AD1B-2041-4CBF-D1C7-CF534DBEB7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732974"/>
                  </p:ext>
                </p:extLst>
              </p:nvPr>
            </p:nvGraphicFramePr>
            <p:xfrm>
              <a:off x="315168" y="4991632"/>
              <a:ext cx="5619104" cy="138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4776">
                      <a:extLst>
                        <a:ext uri="{9D8B030D-6E8A-4147-A177-3AD203B41FA5}">
                          <a16:colId xmlns:a16="http://schemas.microsoft.com/office/drawing/2014/main" val="3486886534"/>
                        </a:ext>
                      </a:extLst>
                    </a:gridCol>
                    <a:gridCol w="1404776">
                      <a:extLst>
                        <a:ext uri="{9D8B030D-6E8A-4147-A177-3AD203B41FA5}">
                          <a16:colId xmlns:a16="http://schemas.microsoft.com/office/drawing/2014/main" val="3207851450"/>
                        </a:ext>
                      </a:extLst>
                    </a:gridCol>
                    <a:gridCol w="1404776">
                      <a:extLst>
                        <a:ext uri="{9D8B030D-6E8A-4147-A177-3AD203B41FA5}">
                          <a16:colId xmlns:a16="http://schemas.microsoft.com/office/drawing/2014/main" val="2247429670"/>
                        </a:ext>
                      </a:extLst>
                    </a:gridCol>
                    <a:gridCol w="1404776">
                      <a:extLst>
                        <a:ext uri="{9D8B030D-6E8A-4147-A177-3AD203B41FA5}">
                          <a16:colId xmlns:a16="http://schemas.microsoft.com/office/drawing/2014/main" val="3981446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Fluid at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dirty="0"/>
                            <a:t>, Pa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𝝆</m:t>
                              </m:r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𝐤𝐠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𝐦</m:t>
                                      </m:r>
                                    </m:e>
                                    <m:sup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n-US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𝝂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𝝆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𝐦</m:t>
                                      </m:r>
                                    </m:e>
                                    <m:sup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den>
                              </m:f>
                            </m:oMath>
                          </a14:m>
                          <a:endParaRPr lang="en-US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489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Air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1.9×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1.21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1.6×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66914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Water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8.9×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8.9×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799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802AD1B-2041-4CBF-D1C7-CF534DBEB7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732974"/>
                  </p:ext>
                </p:extLst>
              </p:nvPr>
            </p:nvGraphicFramePr>
            <p:xfrm>
              <a:off x="315168" y="4991632"/>
              <a:ext cx="5619104" cy="138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4776">
                      <a:extLst>
                        <a:ext uri="{9D8B030D-6E8A-4147-A177-3AD203B41FA5}">
                          <a16:colId xmlns:a16="http://schemas.microsoft.com/office/drawing/2014/main" val="3486886534"/>
                        </a:ext>
                      </a:extLst>
                    </a:gridCol>
                    <a:gridCol w="1404776">
                      <a:extLst>
                        <a:ext uri="{9D8B030D-6E8A-4147-A177-3AD203B41FA5}">
                          <a16:colId xmlns:a16="http://schemas.microsoft.com/office/drawing/2014/main" val="3207851450"/>
                        </a:ext>
                      </a:extLst>
                    </a:gridCol>
                    <a:gridCol w="1404776">
                      <a:extLst>
                        <a:ext uri="{9D8B030D-6E8A-4147-A177-3AD203B41FA5}">
                          <a16:colId xmlns:a16="http://schemas.microsoft.com/office/drawing/2014/main" val="2247429670"/>
                        </a:ext>
                      </a:extLst>
                    </a:gridCol>
                    <a:gridCol w="1404776">
                      <a:extLst>
                        <a:ext uri="{9D8B030D-6E8A-4147-A177-3AD203B41FA5}">
                          <a16:colId xmlns:a16="http://schemas.microsoft.com/office/drawing/2014/main" val="398144628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33" t="-4717" r="-301299" b="-129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33" t="-4717" r="-201299" b="-129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304" t="-4717" r="-102174" b="-129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000" t="-4717" r="-1732" b="-129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489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Air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33" t="-181967" r="-20129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304" t="-18196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000" t="-181967" r="-173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66914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Water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33" t="-281967" r="-20129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304" t="-28196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000" t="-281967" r="-173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07992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C2F45-70A6-8D57-75E5-1E1C2F22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EA4377-540A-3C30-D753-4422761FC7B1}"/>
                  </a:ext>
                </a:extLst>
              </p14:cNvPr>
              <p14:cNvContentPartPr/>
              <p14:nvPr/>
            </p14:nvContentPartPr>
            <p14:xfrm>
              <a:off x="3743280" y="2357640"/>
              <a:ext cx="2807280" cy="1539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EA4377-540A-3C30-D753-4422761FC7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33920" y="2348280"/>
                <a:ext cx="2826000" cy="15580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29446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CE554-3A92-BC50-2226-0A09E68E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DA3C25B-D225-23DC-6C6A-B692F25B1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100695"/>
                <a:ext cx="6913984" cy="536930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Reynolds number: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𝑢𝐿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: Flow velocity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: Characteristic length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dirty="0"/>
                  <a:t>: Kinematic viscosity of the fluid</a:t>
                </a:r>
              </a:p>
              <a:p>
                <a:r>
                  <a:rPr lang="en-US" dirty="0"/>
                  <a:t>Reynolds number represents:</a:t>
                </a:r>
              </a:p>
              <a:p>
                <a:pPr lvl="1"/>
                <a:r>
                  <a:rPr lang="en-US" dirty="0"/>
                  <a:t>The ratio of inertial forces to viscous forces within a fluid</a:t>
                </a:r>
              </a:p>
              <a:p>
                <a:pPr lvl="1"/>
                <a:r>
                  <a:rPr lang="en-US" dirty="0"/>
                  <a:t>How “big and fast” something is compared to how viscous the fluid is</a:t>
                </a:r>
              </a:p>
              <a:p>
                <a:pPr lvl="1"/>
                <a:r>
                  <a:rPr lang="en-US" dirty="0"/>
                  <a:t>How “complex” the flow is</a:t>
                </a:r>
              </a:p>
              <a:p>
                <a:r>
                  <a:rPr lang="en-US" b="0" dirty="0"/>
                  <a:t>Whale swimming: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Bacterium swimming: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DA3C25B-D225-23DC-6C6A-B692F25B1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100695"/>
                <a:ext cx="6913984" cy="5369301"/>
              </a:xfrm>
              <a:blipFill>
                <a:blip r:embed="rId4"/>
                <a:stretch>
                  <a:fillRect l="-1587" t="-114" b="-1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BE08A35-763E-DF6C-230C-99EF690A8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Non-dimensional quantities in fluid dynamics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8EB1BC8-DECE-F9D5-8C62-3258951B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DB4603-D90D-631B-05FB-5054BBE0DB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577" y="3893839"/>
            <a:ext cx="5138412" cy="26450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C3F659-1FC7-AA31-E0D3-001D3C24B2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0"/>
            <a:ext cx="4005189" cy="38722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E2D77E-CAA2-ACDE-F703-537A9EAA19C7}"/>
              </a:ext>
            </a:extLst>
          </p:cNvPr>
          <p:cNvSpPr txBox="1"/>
          <p:nvPr/>
        </p:nvSpPr>
        <p:spPr>
          <a:xfrm>
            <a:off x="7697755" y="942846"/>
            <a:ext cx="1184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Osborne Reynolds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97FE35-12A4-057F-FEF6-23B247B31F5F}"/>
              </a:ext>
            </a:extLst>
          </p:cNvPr>
          <p:cNvSpPr txBox="1"/>
          <p:nvPr/>
        </p:nvSpPr>
        <p:spPr>
          <a:xfrm>
            <a:off x="6512767" y="4571019"/>
            <a:ext cx="1184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5F75FD-9C41-2D26-1499-D9BBE6442158}"/>
              </a:ext>
            </a:extLst>
          </p:cNvPr>
          <p:cNvSpPr txBox="1"/>
          <p:nvPr/>
        </p:nvSpPr>
        <p:spPr>
          <a:xfrm>
            <a:off x="6512767" y="6071406"/>
            <a:ext cx="1184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534C315-1F4C-7CF0-47EC-8FDE5C8E3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21773C-D0F9-213D-213A-6900DE2DB7ED}"/>
                  </a:ext>
                </a:extLst>
              </p14:cNvPr>
              <p14:cNvContentPartPr/>
              <p14:nvPr/>
            </p14:nvContentPartPr>
            <p14:xfrm>
              <a:off x="1617120" y="550800"/>
              <a:ext cx="9625320" cy="4815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21773C-D0F9-213D-213A-6900DE2DB7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07760" y="541440"/>
                <a:ext cx="9644040" cy="48340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6089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7D4AD-1E25-99EB-6722-9B18DD34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6A9F5A-4E97-3D06-A929-EC453463B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9" y="773549"/>
            <a:ext cx="3509144" cy="56999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AAB203-9AF0-90EC-C905-A97B32EC8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Vortex shedding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903CF07-4D3E-18B1-103E-21204AE9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F6EF99-56DF-F983-0F08-9B7D7664D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8378113" cy="5036494"/>
          </a:xfrm>
        </p:spPr>
        <p:txBody>
          <a:bodyPr/>
          <a:lstStyle/>
          <a:p>
            <a:r>
              <a:rPr lang="en-US" dirty="0"/>
              <a:t>For a cylinder in a cross-flow, the Reynolds number determines what happens to the downstream flow:</a:t>
            </a:r>
          </a:p>
          <a:p>
            <a:r>
              <a:rPr lang="en-US" dirty="0"/>
              <a:t>For a wide range of Reynolds numbers, vortex shedding occurs.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836FC-8448-7558-8549-EC25E5115586}"/>
              </a:ext>
            </a:extLst>
          </p:cNvPr>
          <p:cNvSpPr txBox="1"/>
          <p:nvPr/>
        </p:nvSpPr>
        <p:spPr>
          <a:xfrm>
            <a:off x="8153400" y="6398538"/>
            <a:ext cx="4329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By </a:t>
            </a:r>
            <a:r>
              <a:rPr lang="en-US" sz="1200" dirty="0" err="1"/>
              <a:t>Teapeat</a:t>
            </a:r>
            <a:r>
              <a:rPr lang="en-US" sz="1200" dirty="0"/>
              <a:t> - Own work, CC BY-SA 3.0, https://commons.wikimedia.org/w/index.php?curid=23285699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A2DA90-EC6D-E1D8-1B6A-A07BF02637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815" y="3370554"/>
            <a:ext cx="3424569" cy="2985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2779ED-1FF1-B17F-B54E-924BBE1F3A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853802"/>
            <a:ext cx="4038600" cy="2019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3A9A29-B466-FB57-833B-1CEBEE0108BA}"/>
              </a:ext>
            </a:extLst>
          </p:cNvPr>
          <p:cNvSpPr txBox="1"/>
          <p:nvPr/>
        </p:nvSpPr>
        <p:spPr>
          <a:xfrm>
            <a:off x="453257" y="5495695"/>
            <a:ext cx="2800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Cesareo de La Rosa Siqueira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868BC8A-D9B4-0A04-4C7D-30C8D05D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907CD3-50D9-49F6-48D6-4F216F50F47B}"/>
                  </a:ext>
                </a:extLst>
              </p14:cNvPr>
              <p14:cNvContentPartPr/>
              <p14:nvPr/>
            </p14:nvContentPartPr>
            <p14:xfrm>
              <a:off x="239040" y="1296360"/>
              <a:ext cx="11924640" cy="476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907CD3-50D9-49F6-48D6-4F216F50F4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9680" y="1287000"/>
                <a:ext cx="11943360" cy="47844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84039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8CAC5-B556-8726-0645-73149413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B434-38CA-07FE-3EBE-D2CF5306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Vortex shedding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C62D54D-8991-1AC2-577B-781E54C4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7D9E724-37D9-5717-5244-95E9FD3E8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8378113" cy="5036494"/>
              </a:xfrm>
            </p:spPr>
            <p:txBody>
              <a:bodyPr/>
              <a:lstStyle/>
              <a:p>
                <a:r>
                  <a:rPr lang="en-US" dirty="0"/>
                  <a:t>The frequency of the shed vortices is described in another non-dimensional quantity, the Strouhal number: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: Vortex shedding frequency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: Characteristic length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: Flow speed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7D9E724-37D9-5717-5244-95E9FD3E8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8378113" cy="5036494"/>
              </a:xfrm>
              <a:blipFill>
                <a:blip r:embed="rId4"/>
                <a:stretch>
                  <a:fillRect l="-1310" t="-2300" r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3D1EA37-FFB2-A5FE-24CE-42494E73AD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919" y="3771218"/>
            <a:ext cx="4561114" cy="22805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E0F5FE-0B17-99F3-48B7-7B5C006182AB}"/>
              </a:ext>
            </a:extLst>
          </p:cNvPr>
          <p:cNvSpPr txBox="1"/>
          <p:nvPr/>
        </p:nvSpPr>
        <p:spPr>
          <a:xfrm>
            <a:off x="8678267" y="5702067"/>
            <a:ext cx="2800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Cesareo de La Rosa Siqueira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7C4DDD-D519-EB1E-C4DB-59AA7BEA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E78811-2139-0BAF-0588-B28D9EB51043}"/>
                  </a:ext>
                </a:extLst>
              </p14:cNvPr>
              <p14:cNvContentPartPr/>
              <p14:nvPr/>
            </p14:nvContentPartPr>
            <p14:xfrm>
              <a:off x="5623560" y="1665000"/>
              <a:ext cx="4176000" cy="1797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E78811-2139-0BAF-0588-B28D9EB510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14200" y="1655640"/>
                <a:ext cx="4194720" cy="18165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32300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FD06-1C73-A2D7-17D0-99C09F088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EE98-D9A4-E645-49DA-F3FFEBE2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Vortex shedding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CD509F5-1FB2-A1C0-9FA0-A9793DD2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FEF8573-EF60-14CE-0F61-6571C8312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8378113" cy="5036494"/>
              </a:xfrm>
            </p:spPr>
            <p:txBody>
              <a:bodyPr/>
              <a:lstStyle/>
              <a:p>
                <a:r>
                  <a:rPr lang="en-US" dirty="0"/>
                  <a:t>The Strouhal number is fairly constant across a </a:t>
                </a:r>
                <a:r>
                  <a:rPr lang="en-US" i="1" dirty="0"/>
                  <a:t>very</a:t>
                </a:r>
                <a:r>
                  <a:rPr lang="en-US" dirty="0"/>
                  <a:t> wide range of Reynolds numbers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≈0.2</m:t>
                    </m:r>
                  </m:oMath>
                </a14:m>
                <a:r>
                  <a:rPr lang="en-US" dirty="0"/>
                  <a:t> for cylinders for many flow conditions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FEF8573-EF60-14CE-0F61-6571C8312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8378113" cy="5036494"/>
              </a:xfrm>
              <a:blipFill>
                <a:blip r:embed="rId4"/>
                <a:stretch>
                  <a:fillRect l="-1310" t="-2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3D13324-F76F-D477-9916-75A657412C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71164" y="1248358"/>
            <a:ext cx="4561114" cy="22805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876D79-D533-A3AB-399C-C626E485A7BC}"/>
              </a:ext>
            </a:extLst>
          </p:cNvPr>
          <p:cNvSpPr txBox="1"/>
          <p:nvPr/>
        </p:nvSpPr>
        <p:spPr>
          <a:xfrm>
            <a:off x="10068528" y="4669194"/>
            <a:ext cx="2800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Cesareo de La Rosa Siqueira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35ABBD-CC56-D7E5-4B9A-14EB2E63C06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EFEFF0"/>
              </a:clrFrom>
              <a:clrTo>
                <a:srgbClr val="EFEF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7215"/>
            <a:ext cx="7453690" cy="39597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560EA-2CF3-F7C9-964B-9F85AB7A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96A4F5-B9E7-4F29-10AD-FA7F60262445}"/>
                  </a:ext>
                </a:extLst>
              </p14:cNvPr>
              <p14:cNvContentPartPr/>
              <p14:nvPr/>
            </p14:nvContentPartPr>
            <p14:xfrm>
              <a:off x="261360" y="277200"/>
              <a:ext cx="11362680" cy="5335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96A4F5-B9E7-4F29-10AD-FA7F602624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2000" y="267840"/>
                <a:ext cx="11381400" cy="53542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42906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AFEF-0E77-AD23-39CE-69ABB153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Vortex shedding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91612-2AA3-30F6-4BED-2B6FF4593E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9162661" cy="5036494"/>
              </a:xfrm>
            </p:spPr>
            <p:txBody>
              <a:bodyPr/>
              <a:lstStyle/>
              <a:p>
                <a:r>
                  <a:rPr lang="en-US" dirty="0"/>
                  <a:t>For a cylinder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and diameter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with flow velocity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the shedding frequency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This produces a dipole-like source: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rms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≈0.27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St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91612-2AA3-30F6-4BED-2B6FF4593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9162661" cy="5036494"/>
              </a:xfrm>
              <a:blipFill>
                <a:blip r:embed="rId2"/>
                <a:stretch>
                  <a:fillRect l="-1198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F2AA9C8-C73D-07F4-0CAA-CF6F526D4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699" y="4508720"/>
            <a:ext cx="4373078" cy="2186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964FA3-D673-E068-1891-C4D587DF1B43}"/>
              </a:ext>
            </a:extLst>
          </p:cNvPr>
          <p:cNvSpPr txBox="1"/>
          <p:nvPr/>
        </p:nvSpPr>
        <p:spPr>
          <a:xfrm>
            <a:off x="2704699" y="6472766"/>
            <a:ext cx="2800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Cesareo de La Rosa Siqueira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D1E1B7-3F83-ADFB-F4F1-769711BD606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249" y="3669230"/>
            <a:ext cx="5453095" cy="4050871"/>
          </a:xfrm>
          <a:prstGeom prst="rect">
            <a:avLst/>
          </a:prstGeo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AFC933C-F5D5-AA79-7610-503D7686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3C02911-A79C-94EB-11DA-88520E42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3A31DB6-1DF7-4B26-0ECB-C9517D9B41ED}"/>
                  </a:ext>
                </a:extLst>
              </p14:cNvPr>
              <p14:cNvContentPartPr/>
              <p14:nvPr/>
            </p14:nvContentPartPr>
            <p14:xfrm>
              <a:off x="1294200" y="1515960"/>
              <a:ext cx="9094680" cy="4106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3A31DB6-1DF7-4B26-0ECB-C9517D9B41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4840" y="1506600"/>
                <a:ext cx="9113400" cy="412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48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D22F2-0212-AAB4-567B-9B58EC1D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F980-C957-6A93-E265-EF0CE3A3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Vortex-induced vibration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2BB091-56FB-F166-7D29-67DFC8B1B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380514" cy="5036494"/>
          </a:xfrm>
        </p:spPr>
        <p:txBody>
          <a:bodyPr/>
          <a:lstStyle/>
          <a:p>
            <a:r>
              <a:rPr lang="en-US" dirty="0"/>
              <a:t>The shed vortices also produce oscillating </a:t>
            </a:r>
            <a:r>
              <a:rPr lang="en-US" u="sng" dirty="0"/>
              <a:t>lift</a:t>
            </a:r>
            <a:r>
              <a:rPr lang="en-US" dirty="0"/>
              <a:t> on the cylinder.</a:t>
            </a:r>
          </a:p>
          <a:p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8D7700E-8231-57FE-487F-1C57C8F69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CF733F-F98D-F48F-ADE4-98C83BB68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631" y="-1"/>
            <a:ext cx="3960394" cy="6018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A84D4C-A3C3-FBE6-94E8-982534FA8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886" y="2825934"/>
            <a:ext cx="4561114" cy="2280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C9998E-31C6-4153-6E90-A0DF415F2562}"/>
              </a:ext>
            </a:extLst>
          </p:cNvPr>
          <p:cNvSpPr txBox="1"/>
          <p:nvPr/>
        </p:nvSpPr>
        <p:spPr>
          <a:xfrm>
            <a:off x="3434462" y="4735257"/>
            <a:ext cx="2800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Cesareo de La Rosa Siqueira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FAE343-F3D3-1DCC-DC54-71D3BF206593}"/>
              </a:ext>
            </a:extLst>
          </p:cNvPr>
          <p:cNvCxnSpPr/>
          <p:nvPr/>
        </p:nvCxnSpPr>
        <p:spPr>
          <a:xfrm flipH="1">
            <a:off x="1754155" y="3137927"/>
            <a:ext cx="0" cy="15221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401BE9-C0C3-D66C-7761-09501D75BA3F}"/>
                  </a:ext>
                </a:extLst>
              </p:cNvPr>
              <p:cNvSpPr txBox="1"/>
              <p:nvPr/>
            </p:nvSpPr>
            <p:spPr>
              <a:xfrm>
                <a:off x="634481" y="2452352"/>
                <a:ext cx="291115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𝑑𝑙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401BE9-C0C3-D66C-7761-09501D75B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81" y="2452352"/>
                <a:ext cx="2911150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FE7EC93-2CC8-E8C1-3EF4-8BC13192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491CA0-5A95-4B71-2429-85E679A31DB9}"/>
                  </a:ext>
                </a:extLst>
              </p14:cNvPr>
              <p14:cNvContentPartPr/>
              <p14:nvPr/>
            </p14:nvContentPartPr>
            <p14:xfrm>
              <a:off x="1734480" y="391680"/>
              <a:ext cx="9597240" cy="4807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491CA0-5A95-4B71-2429-85E679A31D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5120" y="382320"/>
                <a:ext cx="9615960" cy="482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7063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EEC8-8A9B-589B-B868-7F3B1111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C30D-DE2E-BAAF-B86B-26944E60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Vortex-induced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0B50048-AFB7-0BEC-8F9B-84A0C0AB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3DAA2A-08F9-5B32-1898-F2FC4A8F7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https://www.youtube.com/watch?v=Eh_vOcXazaU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166616-213C-5ED9-D6B4-06787A31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5455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A9C8-D5B8-6203-C9BA-42BBC6D30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BD850AB-A55A-1B2E-BF6F-C4489864F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234"/>
            <a:ext cx="6049219" cy="3229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56202C-ADB9-89AA-BDA5-BE03F923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Vortex-induced vibration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0BFA795-2726-2E5C-D066-0B23997C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Nonlinear sources</a:t>
            </a:r>
            <a:endParaRPr lang="en-US" dirty="0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1F3826F1-9E2D-1342-A736-6FDE145FCC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0" y="3719933"/>
            <a:ext cx="4154461" cy="31380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BCDD24-10DB-20B8-21F3-8B9ED7A88A9B}"/>
              </a:ext>
            </a:extLst>
          </p:cNvPr>
          <p:cNvSpPr txBox="1"/>
          <p:nvPr/>
        </p:nvSpPr>
        <p:spPr>
          <a:xfrm>
            <a:off x="6560530" y="3412156"/>
            <a:ext cx="5584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M.L. </a:t>
            </a:r>
            <a:r>
              <a:rPr lang="en-US" sz="1400" dirty="0" err="1"/>
              <a:t>Facchinetti</a:t>
            </a:r>
            <a:r>
              <a:rPr lang="en-US" sz="1400" dirty="0"/>
              <a:t> et al. / Journal of Fluids and Structures 19 (2004) 123–140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C042B1DA-B119-C261-0B99-19AC486720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4178133"/>
                <a:ext cx="5663681" cy="2256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e>
                      </m:d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𝑀𝑞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C042B1DA-B119-C261-0B99-19AC48672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178133"/>
                <a:ext cx="5663681" cy="2256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814F59E-5238-8D04-C6AD-9184FF43D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0413"/>
            <a:ext cx="6660682" cy="5036494"/>
          </a:xfrm>
        </p:spPr>
        <p:txBody>
          <a:bodyPr/>
          <a:lstStyle/>
          <a:p>
            <a:r>
              <a:rPr lang="en-US" dirty="0"/>
              <a:t>Just like friction-induced vibrations, there is a competition between:</a:t>
            </a:r>
          </a:p>
          <a:p>
            <a:pPr lvl="1"/>
            <a:r>
              <a:rPr lang="en-US" dirty="0"/>
              <a:t>The energy the fluid adds to the structure</a:t>
            </a:r>
          </a:p>
          <a:p>
            <a:pPr lvl="1"/>
            <a:r>
              <a:rPr lang="en-US" dirty="0"/>
              <a:t>The energy the damping removes from the structure</a:t>
            </a:r>
          </a:p>
          <a:p>
            <a:r>
              <a:rPr lang="en-US" dirty="0"/>
              <a:t>If the structure cannot dissipate all of the energy, large oscillations can occur.</a:t>
            </a:r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87C26A-1293-4D6B-BC69-F670E7BD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91BBB8-C18A-E2BE-FB2F-645112FB4946}"/>
                  </a:ext>
                </a:extLst>
              </p14:cNvPr>
              <p14:cNvContentPartPr/>
              <p14:nvPr/>
            </p14:nvContentPartPr>
            <p14:xfrm>
              <a:off x="474120" y="3684240"/>
              <a:ext cx="10852560" cy="2874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91BBB8-C18A-E2BE-FB2F-645112FB494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4760" y="3674880"/>
                <a:ext cx="10871280" cy="28929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5602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502F-28EB-B8EE-60CD-797A478C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1722E3-6B83-9CA6-09D7-14CC9A519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4"/>
            <a:ext cx="8373979" cy="5757305"/>
          </a:xfrm>
        </p:spPr>
        <p:txBody>
          <a:bodyPr>
            <a:normAutofit/>
          </a:bodyPr>
          <a:lstStyle/>
          <a:p>
            <a:r>
              <a:rPr lang="en-US" dirty="0"/>
              <a:t>Lock-in is a high-amplitude vibration that can occur when the vortex shedding frequency is close to the resonance frequency. The shedding frequency “locks-in” to the resonance frequency and tends to stay there, even if the flow speed is changed.</a:t>
            </a:r>
          </a:p>
          <a:p>
            <a:endParaRPr lang="en-US" dirty="0"/>
          </a:p>
          <a:p>
            <a:r>
              <a:rPr lang="en-US" dirty="0"/>
              <a:t>Lock-in occurs because the system cannot dissipate energy fast enough at low amplitudes. The oscillations grow until:</a:t>
            </a:r>
          </a:p>
          <a:p>
            <a:pPr lvl="1"/>
            <a:r>
              <a:rPr lang="en-US" dirty="0"/>
              <a:t>There is enough drag on the body to dissipate the energy, or</a:t>
            </a:r>
          </a:p>
          <a:p>
            <a:pPr lvl="1"/>
            <a:r>
              <a:rPr lang="en-US" dirty="0"/>
              <a:t>Something breaks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C45D3-F462-AADE-828D-10687A81F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Vortex-induced vibration and lock-in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EBD5847-E7C0-6B82-4A1B-7B047AB1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D106C5-E374-A95B-8D66-A75B333E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1EDF03F-0976-6397-8D6D-917A30BBCB2D}"/>
                  </a:ext>
                </a:extLst>
              </p14:cNvPr>
              <p14:cNvContentPartPr/>
              <p14:nvPr/>
            </p14:nvContentPartPr>
            <p14:xfrm>
              <a:off x="6541920" y="205920"/>
              <a:ext cx="5401440" cy="4289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1EDF03F-0976-6397-8D6D-917A30BBCB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32560" y="196560"/>
                <a:ext cx="5420160" cy="43077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23515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AFEF-0E77-AD23-39CE-69ABB153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vortex shedding and lock-in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91612-2AA3-30F6-4BED-2B6FF4593E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7813067" cy="503649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rms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≈0.27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St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Shedding will be louder if the cylinder is longer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Make the cylinder function as multiple shorter cylinders by adding strakes</a:t>
                </a:r>
              </a:p>
              <a:p>
                <a:pPr lvl="1"/>
                <a:r>
                  <a:rPr lang="en-US" b="1" dirty="0"/>
                  <a:t>Coherent length</a:t>
                </a:r>
                <a:r>
                  <a:rPr lang="en-US" dirty="0"/>
                  <a:t>: distance over which sources are coherent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91612-2AA3-30F6-4BED-2B6FF4593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7813067" cy="5036494"/>
              </a:xfrm>
              <a:blipFill>
                <a:blip r:embed="rId2"/>
                <a:stretch>
                  <a:fillRect l="-1404" r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4788E5D-D864-8177-6DB9-E3D364BFE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935" y="848497"/>
            <a:ext cx="3499197" cy="5542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741991-94A0-87AD-B198-1814D6A52677}"/>
              </a:ext>
            </a:extLst>
          </p:cNvPr>
          <p:cNvSpPr txBox="1"/>
          <p:nvPr/>
        </p:nvSpPr>
        <p:spPr>
          <a:xfrm>
            <a:off x="8252935" y="5943178"/>
            <a:ext cx="41803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By </a:t>
            </a:r>
            <a:r>
              <a:rPr lang="en-US" sz="1100" dirty="0" err="1">
                <a:solidFill>
                  <a:schemeClr val="bg1"/>
                </a:solidFill>
              </a:rPr>
              <a:t>StromBer</a:t>
            </a:r>
            <a:r>
              <a:rPr lang="en-US" sz="1100" dirty="0">
                <a:solidFill>
                  <a:schemeClr val="bg1"/>
                </a:solidFill>
              </a:rPr>
              <a:t> - Own work, CC BY-SA 3.0, https://commons.wikimedia.org/w/index.php?curid=14871163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868BE0B-E9BC-D84C-3826-6AD9EF34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E7C3FD-7E61-28DC-3B2F-ECC9FC855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EC76C4-EC78-6112-77C1-53922ED627D8}"/>
                  </a:ext>
                </a:extLst>
              </p14:cNvPr>
              <p14:cNvContentPartPr/>
              <p14:nvPr/>
            </p14:nvContentPartPr>
            <p14:xfrm>
              <a:off x="774000" y="321840"/>
              <a:ext cx="10501200" cy="6121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EC76C4-EC78-6112-77C1-53922ED627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4640" y="312480"/>
                <a:ext cx="10519920" cy="614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0900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6F08-363A-8EDA-5F9F-44CADCF3B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8E4E-F178-2D34-350D-442367E3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vortex shedding and lock-in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C6488F-3BEF-E2F7-61AE-740C4E0B0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56" y="1100695"/>
            <a:ext cx="3499197" cy="55423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C94935-45A5-BF37-B45A-BB6A3BA0D618}"/>
              </a:ext>
            </a:extLst>
          </p:cNvPr>
          <p:cNvSpPr txBox="1"/>
          <p:nvPr/>
        </p:nvSpPr>
        <p:spPr>
          <a:xfrm>
            <a:off x="639156" y="6195376"/>
            <a:ext cx="41803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By </a:t>
            </a:r>
            <a:r>
              <a:rPr lang="en-US" sz="1100" dirty="0" err="1">
                <a:solidFill>
                  <a:schemeClr val="bg1"/>
                </a:solidFill>
              </a:rPr>
              <a:t>StromBer</a:t>
            </a:r>
            <a:r>
              <a:rPr lang="en-US" sz="1100" dirty="0">
                <a:solidFill>
                  <a:schemeClr val="bg1"/>
                </a:solidFill>
              </a:rPr>
              <a:t> - Own work, CC BY-SA 3.0, https://commons.wikimedia.org/w/index.php?curid=14871163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4592D24-3182-BFDB-71B1-57D87CA7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97A73-C3B5-72C2-451F-7F59C17C2544}"/>
              </a:ext>
            </a:extLst>
          </p:cNvPr>
          <p:cNvSpPr txBox="1"/>
          <p:nvPr/>
        </p:nvSpPr>
        <p:spPr>
          <a:xfrm>
            <a:off x="6156462" y="4605184"/>
            <a:ext cx="41803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Robert Blevins, Harris’ Shock and Vibration Handbook, 6</a:t>
            </a:r>
            <a:r>
              <a:rPr lang="en-US" sz="1100" baseline="30000" dirty="0"/>
              <a:t>th</a:t>
            </a:r>
            <a:r>
              <a:rPr lang="en-US" sz="1100" dirty="0"/>
              <a:t> ed., Ch 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852B1-34A4-4D30-BD84-1C2727141A8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5" t="36190" r="24422" b="26259"/>
          <a:stretch/>
        </p:blipFill>
        <p:spPr>
          <a:xfrm rot="153295">
            <a:off x="5235830" y="1570536"/>
            <a:ext cx="6252641" cy="3027596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4562E1-9607-1780-2EDC-5CB34CD8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938401-424B-20C1-013F-E55D1EAC0FAF}"/>
                  </a:ext>
                </a:extLst>
              </p14:cNvPr>
              <p14:cNvContentPartPr/>
              <p14:nvPr/>
            </p14:nvContentPartPr>
            <p14:xfrm>
              <a:off x="6643800" y="1083600"/>
              <a:ext cx="3605040" cy="4786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938401-424B-20C1-013F-E55D1EAC0F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34440" y="1074240"/>
                <a:ext cx="3623760" cy="48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8374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C16401-6D48-4E86-281B-FB025A6D07BA}"/>
              </a:ext>
            </a:extLst>
          </p:cNvPr>
          <p:cNvSpPr txBox="1">
            <a:spLocks/>
          </p:cNvSpPr>
          <p:nvPr/>
        </p:nvSpPr>
        <p:spPr>
          <a:xfrm>
            <a:off x="1" y="1100695"/>
            <a:ext cx="5663681" cy="5036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Changing the shape of the trailing edge of a body in flow can significantly reduce the vortex shedding and lock-in risk.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75" y="32195"/>
            <a:ext cx="5754831" cy="6203790"/>
          </a:xfrm>
        </p:spPr>
      </p:pic>
      <p:cxnSp>
        <p:nvCxnSpPr>
          <p:cNvPr id="9" name="Straight Arrow Connector 8"/>
          <p:cNvCxnSpPr/>
          <p:nvPr/>
        </p:nvCxnSpPr>
        <p:spPr>
          <a:xfrm flipV="1">
            <a:off x="6181642" y="630251"/>
            <a:ext cx="0" cy="1446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>
            <a:off x="6181642" y="2705878"/>
            <a:ext cx="0" cy="33642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73040" y="622015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Worse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3465" y="5022106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Better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13891-9365-F3FD-9D69-F9AB7B632434}"/>
              </a:ext>
            </a:extLst>
          </p:cNvPr>
          <p:cNvSpPr txBox="1"/>
          <p:nvPr/>
        </p:nvSpPr>
        <p:spPr>
          <a:xfrm>
            <a:off x="5118603" y="633478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W.K. Blake, “Excitation of Plates and Hydrofoils by Trailing Edge Flows,” J. </a:t>
            </a:r>
            <a:r>
              <a:rPr lang="en-US" sz="1400" dirty="0" err="1"/>
              <a:t>Vib</a:t>
            </a:r>
            <a:r>
              <a:rPr lang="en-US" sz="1400" dirty="0"/>
              <a:t>., </a:t>
            </a:r>
            <a:r>
              <a:rPr lang="en-US" sz="1400" dirty="0" err="1"/>
              <a:t>Acs</a:t>
            </a:r>
            <a:r>
              <a:rPr lang="en-US" sz="1400" dirty="0"/>
              <a:t>., Stress, and Reliability in Design, 1984.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092D9EB-DE78-C6D7-C006-21E8C6184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/>
          <a:lstStyle/>
          <a:p>
            <a:r>
              <a:rPr lang="en-US" dirty="0"/>
              <a:t>Reducing vortex shedding and lock-in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E4FA8-CA02-AC44-D74E-13BEFC80D74C}"/>
              </a:ext>
            </a:extLst>
          </p:cNvPr>
          <p:cNvSpPr txBox="1"/>
          <p:nvPr/>
        </p:nvSpPr>
        <p:spPr>
          <a:xfrm>
            <a:off x="5454952" y="2188780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Baseline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84288CB4-9F99-62A1-82CB-36CF0B54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621" y="6492875"/>
            <a:ext cx="4114800" cy="365125"/>
          </a:xfrm>
        </p:spPr>
        <p:txBody>
          <a:bodyPr/>
          <a:lstStyle/>
          <a:p>
            <a:r>
              <a:rPr lang="en-US" dirty="0"/>
              <a:t>Nonlinear sources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B81BFCA-EAE6-FBB6-6020-8297870D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1B12757-B117-E586-F31A-988AFD017F38}"/>
                  </a:ext>
                </a:extLst>
              </p14:cNvPr>
              <p14:cNvContentPartPr/>
              <p14:nvPr/>
            </p14:nvContentPartPr>
            <p14:xfrm>
              <a:off x="1377360" y="225360"/>
              <a:ext cx="6869160" cy="5916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1B12757-B117-E586-F31A-988AFD017F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8000" y="216000"/>
                <a:ext cx="6887880" cy="593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1986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EE7A-D3C5-BDCE-B171-69C6BFE03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Aeroelasticity and the Tacoma Narrows Bridge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8122D5-6942-3E94-0C1D-504B315D80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7576393" cy="503649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a 2-D shape, the fluid can cause pitching as well as lift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twisting motion follows the equation: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depend on the speed and geometry.</a:t>
                </a:r>
              </a:p>
              <a:p>
                <a:pPr lvl="1"/>
                <a:r>
                  <a:rPr lang="en-US" dirty="0"/>
                  <a:t>Negative damping occurs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See videos at </a:t>
                </a:r>
                <a:r>
                  <a:rPr lang="en-US" dirty="0">
                    <a:hlinkClick r:id="rId2"/>
                  </a:rPr>
                  <a:t>https://en.wikipedia.org/wiki/Tacoma_Narrows_Bridge_(1940)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8122D5-6942-3E94-0C1D-504B315D8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7576393" cy="5036494"/>
              </a:xfrm>
              <a:blipFill>
                <a:blip r:embed="rId3"/>
                <a:stretch>
                  <a:fillRect l="-1448" t="-2300" r="-885" b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C952E-4B15-1BB4-5917-FD20DDC8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Nonlinear 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96D20-8177-DE2B-4AD0-F15D46FB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62382D-0637-DEB9-1DAF-D1DEE058C1E2}"/>
              </a:ext>
            </a:extLst>
          </p:cNvPr>
          <p:cNvSpPr/>
          <p:nvPr/>
        </p:nvSpPr>
        <p:spPr>
          <a:xfrm rot="21255010">
            <a:off x="9527248" y="866760"/>
            <a:ext cx="2329313" cy="5871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0902AD-C732-0B95-1135-B447E5E34B65}"/>
              </a:ext>
            </a:extLst>
          </p:cNvPr>
          <p:cNvCxnSpPr/>
          <p:nvPr/>
        </p:nvCxnSpPr>
        <p:spPr>
          <a:xfrm>
            <a:off x="7732888" y="411284"/>
            <a:ext cx="15804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D5D487-7830-EC36-B297-689A0AC8A994}"/>
              </a:ext>
            </a:extLst>
          </p:cNvPr>
          <p:cNvCxnSpPr/>
          <p:nvPr/>
        </p:nvCxnSpPr>
        <p:spPr>
          <a:xfrm>
            <a:off x="7732888" y="919285"/>
            <a:ext cx="15804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32F23B-7B50-D33F-A758-4EBDDDB71991}"/>
              </a:ext>
            </a:extLst>
          </p:cNvPr>
          <p:cNvCxnSpPr/>
          <p:nvPr/>
        </p:nvCxnSpPr>
        <p:spPr>
          <a:xfrm>
            <a:off x="7732888" y="1546529"/>
            <a:ext cx="15804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470226B-A8FB-4DAB-C973-A5F2B188F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484" y="2092318"/>
            <a:ext cx="4618516" cy="36142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B8741F-3B65-86B5-E835-0BCACEECD013}"/>
              </a:ext>
            </a:extLst>
          </p:cNvPr>
          <p:cNvSpPr txBox="1"/>
          <p:nvPr/>
        </p:nvSpPr>
        <p:spPr>
          <a:xfrm>
            <a:off x="7413511" y="5685306"/>
            <a:ext cx="41803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Billah and Scanlan, </a:t>
            </a:r>
            <a:r>
              <a:rPr lang="en-US" sz="1100" i="1" dirty="0"/>
              <a:t>Resonance, Tacoma Narrows bridge failure, and undergraduate physics textbooks</a:t>
            </a:r>
            <a:r>
              <a:rPr lang="en-US" sz="1100" dirty="0"/>
              <a:t>, Am. J. Phys 59 (2), 1991</a:t>
            </a:r>
            <a:endParaRPr lang="en-US" sz="1100" i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25F0451-332D-2F7A-8CF9-79917555D80C}"/>
                  </a:ext>
                </a:extLst>
              </p14:cNvPr>
              <p14:cNvContentPartPr/>
              <p14:nvPr/>
            </p14:nvContentPartPr>
            <p14:xfrm>
              <a:off x="146520" y="659160"/>
              <a:ext cx="10886760" cy="5602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25F0451-332D-2F7A-8CF9-79917555D8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160" y="649800"/>
                <a:ext cx="10905480" cy="56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023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96296E-6 L -0.00104 -0.08565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6|5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29482</TotalTime>
  <Words>1429</Words>
  <Application>Microsoft Office PowerPoint</Application>
  <PresentationFormat>Widescreen</PresentationFormat>
  <Paragraphs>290</Paragraphs>
  <Slides>32</Slides>
  <Notes>25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Atkinson Hyperlegible</vt:lpstr>
      <vt:lpstr>Calibri</vt:lpstr>
      <vt:lpstr>Cambria Math</vt:lpstr>
      <vt:lpstr>Office Theme</vt:lpstr>
      <vt:lpstr>Sound sources</vt:lpstr>
      <vt:lpstr>Nonlinear sources</vt:lpstr>
      <vt:lpstr>Friction-induced vibration</vt:lpstr>
      <vt:lpstr>Friction-induced vibration</vt:lpstr>
      <vt:lpstr>Friction-induced vibration</vt:lpstr>
      <vt:lpstr>Friction-induced vibration</vt:lpstr>
      <vt:lpstr>Friction-induced vibration</vt:lpstr>
      <vt:lpstr>Friction-induced vibration</vt:lpstr>
      <vt:lpstr>Friction-induced vibration</vt:lpstr>
      <vt:lpstr>Friction-induced vibration</vt:lpstr>
      <vt:lpstr>Friction-induced vibration</vt:lpstr>
      <vt:lpstr>Friction-induced vibration</vt:lpstr>
      <vt:lpstr>Friction-induced vibration</vt:lpstr>
      <vt:lpstr>Friction-induced vibration</vt:lpstr>
      <vt:lpstr>Friction-induced vibration</vt:lpstr>
      <vt:lpstr>Vortex shedding and lock-in</vt:lpstr>
      <vt:lpstr>Vortex shedding</vt:lpstr>
      <vt:lpstr>Non-dimensional quantities</vt:lpstr>
      <vt:lpstr>Non-dimensional quantities in fluid dynamics</vt:lpstr>
      <vt:lpstr>Non-dimensional quantities in fluid dynamics</vt:lpstr>
      <vt:lpstr>Vortex shedding</vt:lpstr>
      <vt:lpstr>Vortex shedding</vt:lpstr>
      <vt:lpstr>Vortex shedding</vt:lpstr>
      <vt:lpstr>Vortex shedding</vt:lpstr>
      <vt:lpstr>Vortex-induced vibration</vt:lpstr>
      <vt:lpstr>Vortex-induced vibration</vt:lpstr>
      <vt:lpstr>Vortex-induced vibration</vt:lpstr>
      <vt:lpstr>Vortex-induced vibration and lock-in</vt:lpstr>
      <vt:lpstr>Reducing vortex shedding and lock-in</vt:lpstr>
      <vt:lpstr>Reducing vortex shedding and lock-in</vt:lpstr>
      <vt:lpstr>Reducing vortex shedding and lock-in</vt:lpstr>
      <vt:lpstr>Aeroelasticity and the Tacoma Narrows Bridge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Dare</dc:creator>
  <cp:lastModifiedBy>Dare, Tyler Patrick</cp:lastModifiedBy>
  <cp:revision>204</cp:revision>
  <dcterms:created xsi:type="dcterms:W3CDTF">2025-01-05T23:36:15Z</dcterms:created>
  <dcterms:modified xsi:type="dcterms:W3CDTF">2025-04-09T18:21:12Z</dcterms:modified>
</cp:coreProperties>
</file>