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ink/ink3.xml" ContentType="application/inkml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ink/ink4.xml" ContentType="application/inkml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ink/ink5.xml" ContentType="application/inkml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ink/ink8.xml" ContentType="application/inkml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ink/ink9.xml" ContentType="application/inkml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ink/ink10.xml" ContentType="application/inkml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ink/ink11.xml" ContentType="application/inkml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ink/ink12.xml" ContentType="application/inkml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ink/ink13.xml" ContentType="application/inkml+xml"/>
  <Override PartName="/ppt/notesSlides/notesSlide11.xml" ContentType="application/vnd.openxmlformats-officedocument.presentationml.notesSlide+xml"/>
  <Override PartName="/ppt/ink/ink14.xml" ContentType="application/inkml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ink/ink15.xml" ContentType="application/inkml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ink/ink16.xml" ContentType="application/inkml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ink/ink17.xml" ContentType="application/inkml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ink/ink18.xml" ContentType="application/inkml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sldIdLst>
    <p:sldId id="474" r:id="rId2"/>
    <p:sldId id="300" r:id="rId3"/>
    <p:sldId id="285" r:id="rId4"/>
    <p:sldId id="303" r:id="rId5"/>
    <p:sldId id="304" r:id="rId6"/>
    <p:sldId id="305" r:id="rId7"/>
    <p:sldId id="407" r:id="rId8"/>
    <p:sldId id="408" r:id="rId9"/>
    <p:sldId id="409" r:id="rId10"/>
    <p:sldId id="410" r:id="rId11"/>
    <p:sldId id="411" r:id="rId12"/>
    <p:sldId id="412" r:id="rId13"/>
    <p:sldId id="413" r:id="rId14"/>
    <p:sldId id="416" r:id="rId15"/>
    <p:sldId id="414" r:id="rId16"/>
    <p:sldId id="417" r:id="rId17"/>
    <p:sldId id="418" r:id="rId18"/>
    <p:sldId id="415" r:id="rId19"/>
    <p:sldId id="419" r:id="rId20"/>
    <p:sldId id="477" r:id="rId21"/>
    <p:sldId id="478" r:id="rId22"/>
    <p:sldId id="420" r:id="rId23"/>
    <p:sldId id="470" r:id="rId24"/>
    <p:sldId id="472" r:id="rId25"/>
    <p:sldId id="473" r:id="rId26"/>
    <p:sldId id="475" r:id="rId27"/>
    <p:sldId id="47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58" d="100"/>
          <a:sy n="58" d="100"/>
        </p:scale>
        <p:origin x="80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26T18:02:21.1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9606 6023 1268 0,'0'0'236'0,"0"0"-192"0,0 0 1061 0,0 0-877 15,0 0-120-15,0 0 60 0,0 0-72 16,0 0 168-16,0 0 316 0,-6 7-175 16,6-7-17-16,0 0 324 0,0 1-344 15,0 0-108-15,-4 3 48 0,2-1-195 16,-3 1-13-16,5-2 56 0,-4 2-84 15,4-3 16-15,-2 0 32 16,2-1-72-16,0 0 24 0,0 0 100 16,0 0-72-16,2-2 16 0,2-2 32 15,-4 0-148-15,5 0 28 0,1-2 0 16,-2-1-12-16,-2 0-16 0,8-3 8 16,1-3 0-16,3-2-8 0,-2-3 0 15,7 0 12-15,-2-1-12 16,-1-1 0-16,1 2 0 0,3 0 0 15,-5 1 4-15,1 0 0 0,-1 1-4 16,-3 2 44-16,-1 3-16 0,-1 1 28 16,-6 4 57-16,2 0-113 15,-2 1 0-15,3 1 0 0,-1-1 0 16,4 1 0-16,0 2 0 0,5 2 0 16,1 2 0-16,5 5 0 0,-4 2 0 15,3 1 0-15,-3 0 0 0,4 1 0 16,-7-1 0-16,3 0 0 0,-7-2 0 15,0 0 0-15,-4 3 0 16,5-1 0-16,-7 4 0 0,2 0 0 16,-6-1 0-16,4 2 0 0,-2-4 0 15,2 3 0-15,1-3 0 0,-3-1 0 16,6-2 0-16,-8-1 0 0,6-1 0 16,-6-2 0-16,6 0 0 0,-6 1 0 15,4 0 0-15,3-1 0 16,-7 0 0-16,4 0 0 0,-2-1 0 0,-2-3 0 15,4 2 0-15,-4-2 0 16,0 0 0-16,4 0 0 0,-4-3 0 16,0-2 0-16,2-3 0 15,-2-4 0-15,0-3 0 0,0-1 0 0,0 2 0 16,0-1 0-16,0 2 0 16,0-1 0-16,0-2 0 0,0-2 0 15,0-1 0-15,4 1 0 0,-4 2 0 16,0-1 0-16,0 6 0 0,4 3 0 15,-4 2 0-15,0 3 0 16,0-1 0-16,0 0 0 0,0 1 0 16,0 2 0-16,0 0 0 0,0 1 0 15,0 0 0-15,0 2 0 0,2 7 0 16,-2 6 0-16,5 6 0 0,-1 3 0 16,-2 1 0-16,-2-3 0 0,0 1 0 15,0-2 0-15,0-2 0 16,0-1 0-16,0-2 0 0,-2-1 0 15,2-4 0-15,0-3 0 0,0-3 0 16,-4-1 0-16,4 3 0 0,-5-1 0 16,3 0 0-16,-2 2 0 0,-2-3 0 15,2 2 0-15,-2-2 0 16,-5-1 0-16,5-1 0 0,-2-3 0 16,-2 0 0-16,3-1 0 0,-3-4-105 15,-6 0-315-15,-5 4-680 0,0 1-285 16,1 1-368-16</inkml:trace>
  <inkml:trace contextRef="#ctx0" brushRef="#br0" timeOffset="512.41">9405 5916 3877 0,'0'0'977'0,"0"0"-457"0,0 0 276 15,0 0-367-15,0 0-181 0,0 0 32 16,0 0-276-16,21-37 12 0,-4 11 28 16,7-2-40-16,-1 0 48 0,-2 3 60 15,-5 4-24-15,-1 4 52 0,-5 7 88 16,-4 4-192-16,-2 5-20 0,3 1-16 16,-7 4-28-16,4 7 28 0,-4 8-8 15,0 6 20-15,-8 3-12 16,1 2 4-16,-3 2 4 0,0 2-8 0,-3 0 32 15,3-1-28-15,-5-4 44 16,9-4 112-16,2-3-67 0,-2-7-93 16,6-3 0-16,0-3 0 15,0-4 0-15,0-1 0 0,6 0 0 16,0 0 0-16,15-2 0 0,8-2 0 16,4-2 0-16,10-5 0 0,3-1 0 15,-3-2 0-15,-1 2 0 16,-11 1 0-16,-9 0 0 0,-7 3-81 0,-15-7-3328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26T18:03:02.123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18710 5036 1304 0,'0'0'0'0,"0"0"-36"15,0 0-220-15</inkml:trace>
  <inkml:trace contextRef="#ctx0" brushRef="#br0" timeOffset="46131.62">9606 5814 2377 0,'0'0'3137'16,"0"0"-2641"-16,0 0-80 0,0 0 237 16,0 0-449-16,0 0-88 0,0 0 44 15,0 0-84-15,-12 19 56 0,12-11 148 16,6 0-135-16,-2 3-145 0,2 7 0 16,0 1 0-16,-2 1 0 0,-2 4 0 15,3-2 0-15,-1 4 0 0,-2 2 0 16,2 0 0-16,0 2 0 15,-2-2 0-15,6 3 0 0,-1 2 0 16,3 0 0-16,2 3 0 0,3 2 0 16,-1 2 0-16,3 2 0 0,-3 2 0 15,-1 1 0-15,1 2 0 16,3-1 0-16,-1-3 0 0,-1-3 0 16,5-1 0-16,-3-2 0 0,-1-1 0 15,5-1 0-15,-6-1 0 0,1 1 0 16,1-2 0-16,-3-1 0 15,-1 0 0-15,1-3 0 0,-4 0 0 16,3-4 0-16,-3 0 0 0,-2-4 0 16,-1 1 0-16,-1-2 0 0,-2-2 0 15,0-2 0-15,-4-2 0 0,0-4 0 16,0-2 0-16,0-5 0 0,-4 0 0 16,4-1 0-16,-10-2 0 0,-1 0 0 15,-5-9 0-15,-9-8 0 0,2-2 0 16,-2-2 0-16,5-1 0 15,3 1 0-15,1 1 0 0,-1 1 0 16,-2-1 0-16,7 1 0 0,-2 0 0 16,1 5 0-16,-1-1 0 0,7 6 0 15,-1 1 0-15,6 3 0 16,2 3 0-16,0-1 0 0,0 1 0 16,0 2 0-16,0 0 0 0,0 7 0 15,6 10 0-15,5 8 0 0,5 7 0 16,-1 2 0-16,5-1 0 15,-3-4 0-15,6-3 0 0,1-4 0 16,1-3 0-16,-2-6 0 0,4-6 0 16,-2-5 0-16,-5-5 0 0,1-9 0 15,-9-4 0-15,-1-8 0 0,-5-7 0 16,-2-3 0-16,-4-3 0 0,0 1 0 16,0 2 0-16,0 4 0 0,4 4 0 15,2 4 0-15,5 2 0 0,-1 6 0 16,0 6 0-16,1 5-301 15,-9 3-2432-15</inkml:trace>
  <inkml:trace contextRef="#ctx0" brushRef="#br0" timeOffset="58812.98">5397 11302 2517 0,'0'0'980'0,"0"0"357"15,0 0-781-15,0 0 0 0,0 0 521 16,31-32-365-16,-4 4-255 0,4-7-457 16,6 2 0-16,5 3 0 0,-1 3 0 15,7 2-337-15,-11 6-1060 0,4 0-2760 16</inkml:trace>
  <inkml:trace contextRef="#ctx0" brushRef="#br0" timeOffset="60592.98">1397 9600 1592 0,'0'0'2910'0,"0"0"-1934"0,0 0-128 16,0 0 417-16,0 0-664 0,0 0-601 16,0 0 0-16,0 0 0 15,0 0 0-15,15-6 0 0,-15 29 0 16,-4 14 0-16,-9 19 0 0,-3 6 0 16,-5 7 0-16,-2-2 0 0,3-6 0 15,1-1 0-15,3-7 0 16,3-2 0-16,3-4 0 0,4-6 0 15,1-4 0-15,5-5 0 0,5-5 0 16,5-4 0-16,2-7 0 0,9-3 0 16,4-7 0-16,8-6 0 0,8-7 0 15,3-8 0-15,1-8 0 0,-1-3 0 16,-7 1 0-16,-8 0 0 0,-11 5-821 16,-3 6-784-16,-11 2-728 0</inkml:trace>
  <inkml:trace contextRef="#ctx0" brushRef="#br0" timeOffset="60980.98">1784 10061 6819 0,'0'0'940'0,"-12"-35"-507"0,3 14-433 15,-1 5 0-15,0 0 0 0,1 7 0 16,3 3 0-16,0 2 0 0,2 4 0 16,0 3 0-16,-7 10 0 0,-3 14 0 15,-3 11 0-15,1 6 0 16,5 1 0-16,1-7 0 0,10-2 0 15,0-6 0-15,10-6 0 0,7-7 0 16,4-8 0-16,-1-8 0 0,5-1 0 16,-2-10 0-16,-7-5 0 15,-1 0 0-15,-9-4 0 0,-2-1 0 16,-4-3 0-16,0 3 0 0,-2 0 0 16,-4 1 0-16,0 1 0 15,2-1 0-15,2 5-725 0,2 3-1028 16,0 3-220-16</inkml:trace>
  <inkml:trace contextRef="#ctx0" brushRef="#br0" timeOffset="61444.16">2046 9488 6943 0,'0'0'612'0,"0"0"25"0,0 0-637 0,0 0 0 0,0 0 0 15,0 0 0-15,0 0 0 16,0 0 0-16,-20 68 0 0,28-13 0 15,2 5 0-15,1 3 0 0,-5 3 0 16,-2 2 0-16,-4 1 0 0,-4-8 0 16,-6-4 0-16,-3-6 0 15,-1-8 0-15,-1-8 0 0,1-7 0 16,-1-9-409-16,5-10-2512 0,2-9-597 0</inkml:trace>
  <inkml:trace contextRef="#ctx0" brushRef="#br0" timeOffset="61554.32">1893 10011 6162 0,'0'0'681'0,"0"0"67"0,0 0-147 16,52 0-601-16,-29-1 0 0,4-6 0 15,2-1 0-15,-2-2 0 0,6-3-1293 16,-11 4-404-16,1-1-740 0</inkml:trace>
  <inkml:trace contextRef="#ctx0" brushRef="#br0" timeOffset="61819.78">2313 9946 3185 0,'0'0'3710'0,"0"0"-2570"0,0 0-983 0,-43-2-157 16,14 4 0-16,-4 8 0 15,2 1 0-15,-4 5 0 0,12-5 0 16,4-2 0-16,11-2 0 0,2-2 0 16,6 2 0-16,6 2 0 0,10 3 0 15,11 1 0-15,15-1 0 16,-1-5 0-16,7 0 0 0,-5 2 0 15,2-1 0-15,-7 1 0 0,-14 2 0 16,-7 1 0-16,-9 0 0 0,-8 2 0 16,-12 4 0-16,-11 1 0 0,-10 0 0 15,-6 0 0-15,-7-4 0 0,3-5 0 16,6-4 0-16,8-6 0 0,16 0-97 16,7-3-1496-16,6-10-1008 0</inkml:trace>
  <inkml:trace contextRef="#ctx0" brushRef="#br0" timeOffset="62251.91">3107 10174 2753 0,'0'0'3049'0,"0"0"-2120"0,0 0 311 16,0 0-1019-16,0 0-221 0,0 0 0 15,-17-51 0-15,-3 33 0 16,3 6 0-16,-4 8 0 0,-3 4 0 15,1 9 0-15,2 6 0 0,1 9 0 16,3 2 0-16,7 4 0 0,10-1 0 16,6-3 0-16,15-3 0 15,3-9 0-15,14-8 0 0,5-7 0 16,5-10 0-16,-5-8 0 0,-4-1 0 16,-10-2 0-16,-8-1 0 15,-11 2 0-15,-8-2 0 0,-6 5 0 16,-10 3 0-16,-9 3 0 0,-6 1-25 15,8 3-1203-15,-1 0-345 0</inkml:trace>
  <inkml:trace contextRef="#ctx0" brushRef="#br0" timeOffset="62577.97">3491 9370 1840 0,'0'0'3414'0,"-33"-52"-2562"16,17 27 325-16,1 7-525 15,1 3-395-15,3 5-257 0,3 4 0 16,4 5 0-16,-2 1 0 0,2 0 0 16,-9 7 0-16,1 11 0 0,0 8 0 15,1 9 0-15,1 5 0 0,2 2 0 16,6 6 0-16,-3 4 0 15,5 5 0-15,-2 6 0 0,2 3 0 16,-4 3 0-16,0 1 0 0,2-1 0 16,-4-4 0-16,2-4 0 0,0-7 0 15,-3-6 0-15,1-5 0 0,2-7 0 16,-6-8 0-16,3-10-457 0,3-7-2640 16</inkml:trace>
  <inkml:trace contextRef="#ctx0" brushRef="#br0" timeOffset="62697.6">3152 10089 7483 0,'0'0'709'16,"0"0"-709"-16,56-11 0 0,-17 8 0 15,-1 3 0-15,-7 0 0 0,6 0 0 16,-4 3 0-16,6-2 0 0,0-1 0 16,-10 0-1293-16,-4-4-3770 0</inkml:trace>
  <inkml:trace contextRef="#ctx0" brushRef="#br0" timeOffset="63321.84">1238 11151 6258 0,'0'0'969'0,"33"-41"-425"0,-18 13-123 0,-9-3-421 15,-2 1 0-15,-4-1 0 0,0 1 0 16,-4 0 0-16,-4 4 0 0,-3 0 0 16,-1 7 0-16,0 6 0 15,-1 6 0-15,-3 7 0 0,-1 8 0 16,-4 13 0-16,-1 11 0 0,-5 10 0 15,4 6 0-15,-2 6 0 0,7 0 0 16,7-3 0-16,9-7 0 0,10-8 0 16,13-8 0-16,6-9 0 0,6-8 0 15,6-9 0-15,3-5 0 0,5-11 0 16,-1-7-217-16,-1-4-375 16,-5-4-945-16,-12 7-60 0,-5-1-227 0</inkml:trace>
  <inkml:trace contextRef="#ctx0" brushRef="#br0" timeOffset="63604.85">1488 11133 4357 0,'0'0'1877'0,"-20"42"-1224"0,9-20-29 16,1 0 12-16,0-5-591 16,-1-3-45-16,5-3 0 0,2-5 0 15,2-3 0-15,0-3 0 0,2 0 0 16,0 0 0-16,0-9 0 0,6-7 0 16,6-10 0-16,5-14 0 15,4-3 0-15,1-1 0 0,1 9 0 16,-4 10 0-16,-5 8 0 0,-3 10 0 15,-7 3 0-15,2 4 0 0,-4 3 0 16,6 5 0-16,-4 10 0 0,3 6 0 16,-3 5 0-16,-4 4 0 0,0 0 0 15,2 0 0-15,0-4 0 0,4-2 0 16,6-4 0-16,-1-3 0 16,9-3 0-16,1-3 0 0,0-5 0 15,-5-5-1561-15,-3-3-1077 0</inkml:trace>
  <inkml:trace contextRef="#ctx0" brushRef="#br0" timeOffset="63962.11">1829 11279 7511 0,'0'0'681'0,"15"-43"-681"0,-3 7 0 15,-1-4 0-15,-1-3 0 0,-4-2 0 16,0 4 0-16,3 4 0 0,-9 7 0 16,0 11 0-16,0 9 0 15,0 5 0-15,-9 5 0 0,-1 5 0 16,-9 15 0-16,-5 10 0 0,1 11 0 15,2 9 0-15,7 1 0 0,3 2 0 16,7-1 0-16,4-3 0 16,4-6 0-16,11-7 0 0,1-9 0 15,11-9 0-15,8-8 0 0,7-8-133 16,3-8 9-16,3-11-336 16,-1-6-192-16,-5-8 67 0,-13 5-567 15,-3-4-1109-15</inkml:trace>
  <inkml:trace contextRef="#ctx0" brushRef="#br0" timeOffset="64587.7">2100 11336 5058 0,'0'0'800'0,"0"0"-256"0,0 0 45 16,0 0-337-16,0 0-68 0,0 0 12 15,-2-40-96-15,4 17 44 0,0-2 72 16,0-2-128-16,2-4-67 0,7-1-21 16,-5 2 0-16,8 6 0 0,-3 5 0 15,3 5 0-15,1 4 0 0,5 3-273 16,1 4-535-16,-4 2-69 0,1 1-1500 16</inkml:trace>
  <inkml:trace contextRef="#ctx0" brushRef="#br0" timeOffset="64974.87">2404 11078 5294 0,'0'0'1305'15,"-39"-6"-617"-15,22 5-72 0,3 2-464 16,-5 8-128-16,7 4-24 0,-3 4-40 16,3 4 16-16,6-2-108 15,4-2-56-15,2-5 28 0,8-3-108 16,2-5 100-16,3-4 100 0,5-1 56 15,-1-9 12-15,-1-3 20 0,-1-3 140 16,1-1-76-16,-5-2 0 0,-5 3 44 16,0 2-100-16,2 6-4 0,-6 4-24 15,3 2-4-15,-3 2 4 0,2 6 0 16,2 7-24-16,2 10 24 0,3 8 32 16,-1 3-16-16,-4 0-16 15,4 1 64-15,-1 0-40 0,-5 3 56 16,-2 5 148-16,-2 3-80 0,-10 1-67 15,-9 5-81-15,-4 0 0 16,-10 0 0-16,-2-1 0 0,-2-5 0 16,-7-3 0-16,9-9 0 0,-2-8 0 15,6-13 0-15,10-9 0 16,7-9 0-16,8-11 0 0,10-12-193 16,6-11-499-16,17-11-32 0,8-7-681 15,-2 13-152-15,2-4-1152 0</inkml:trace>
  <inkml:trace contextRef="#ctx0" brushRef="#br0" timeOffset="65376.08">2681 11004 6086 0,'0'0'1009'0,"0"0"-553"0,0 0 156 16,0 0-583-16,-31 60-29 0,17-26 0 16,5 1 0-16,5-6 0 15,6-6 0-15,7-5 0 0,3-2 0 16,7-7 0-16,1-4 0 0,3-5 0 15,4-6 0-15,-2-9 0 16,1-5 0-16,-3-5 0 0,-4-2 0 16,-3-1 0-16,-1 2 0 0,-9 4 0 15,-2 5 0-15,-2 7 0 0,2 6 0 16,-4 4 0-16,0 3 0 0,0 8 0 16,0 11 0-16,0 6 0 15,0 6 0-15,0 2 0 0,0-2 0 16,0 4 0-16,0 3 0 0,-6 2 0 15,2 2 0-15,-2 1 0 0,-5 1 0 16,-5 0 0-16,-7 3 0 0,-4-1 0 16,-4-2 0-16,-4-3 0 0,0-5 0 15,-8-8 0-15,3-9 0 0,7-11 0 16,-2-5 0-16,12-9 0 16,-1-11 0-16,5-11 0 0,5-7 0 15,9-5 0-15,10-5 0 0,9-3 0 16,19-6 0-16,-2 12-1133 0,0-5-384 0</inkml:trace>
  <inkml:trace contextRef="#ctx0" brushRef="#br0" timeOffset="65701.73">3473 10488 4201 0,'0'0'1725'0,"-15"44"-992"16,5-9 187-16,-7 9-384 0,-1 2-459 15,5 0-77-15,-3 2 0 0,6 2 0 16,1-2 0-16,3-1 0 16,2-3 0-16,4-5 0 0,2-4 0 15,4-6 0-15,5-5 0 0,1-6-917 16,-4-6-616-16,0-7-3285 0</inkml:trace>
  <inkml:trace contextRef="#ctx0" brushRef="#br0" timeOffset="65949.61">3584 10920 5086 0,'0'0'1460'0,"-45"-17"-83"15,22 14-1108-15,-2 6-269 0,5 9 0 16,-3 7 0-16,-4 5 0 0,2 6 0 16,5 1 0-16,7 1 0 15,7-1 0-15,6-3 0 0,8-4 0 16,11-5 0-16,8-7 0 0,2-6 0 15,6-6 0-15,0-10 0 0,-2-4 0 16,-2-4 0-16,-6-4 0 16,-9 0 0-16,-5-3 0 0,-5 4 0 15,-6-1 0-15,-10 3 0 0,-3 2-341 16,-1 3-603-16,-1 5-1293 0,3 2-953 0</inkml:trace>
  <inkml:trace contextRef="#ctx0" brushRef="#br0" timeOffset="66273.83">3884 10929 3397 0,'0'0'1757'0,"0"0"-52"15,0 0-913-15,0 0-251 0,-47-17-541 16,16 12 0-16,0 3 0 0,-3 2 0 16,3 0 0-16,5 0 0 15,5 2 0-15,4 1 0 0,13-2 0 16,-2 5 0-16,6 0 0 0,0 6 0 15,12 3 0-15,9 2 0 0,6 0 0 16,4-2 0-16,0-3 0 16,0-2 0-16,-4-1 0 0,4 1 0 15,-10-3 0-15,-5 0 0 0,-6-1 0 16,-5-1 0-16,-5 2 0 0,-11 4 0 16,-9 3 0-16,-11 1 0 15,-7 0 0-15,-3-5 0 0,4-5 0 16,6-3 0-16,4-2 0 0,6-2 0 15,11-1-153-15,10 1-667 0,0 1-1001 16,4 0-56-16,13-4-1084 0</inkml:trace>
  <inkml:trace contextRef="#ctx0" brushRef="#br0" timeOffset="66567.88">4153 10903 6414 0,'-33'1'729'0,"2"-1"-313"16,-6 0 217-16,8 1-633 16,4 1 0-16,10 2 0 0,1-1 0 15,8 0 0-15,2-2 0 0,1 3 0 16,3 2 0-16,7 3 0 0,13 3 0 16,9-1 0-16,11 0 0 15,-7 0 0-15,2-3 0 0,-4 1 0 16,-4-1 0-16,-7 0 0 0,-3 2 0 15,-11 2 0-15,-6 1 0 0,-6 1 0 16,-11 0 0-16,-7 1 0 0,-10-1 0 16,-1-3 0-16,-2 1 0 0,0-5 0 15,0 0 0-15,-1-1 0 0,3-1-73 16,8 1-1808-16,5-3-1200 0</inkml:trace>
  <inkml:trace contextRef="#ctx0" brushRef="#br0" timeOffset="83574.61">10015 8226 4394 0,'0'0'1112'0,"0"0"-264"16,0 0 141-16,0 0-573 15,0 0-160-15,0 0-79 0,0 0-177 16,0 0 0-16,-6-13 0 0,6 13 0 0,6 4 0 16,-2 0 0-16,7 1 0 15,5 1 0-15,5-2 0 0,6-4 0 16,4-2 0-16,0-4 0 15,2-2 0-15,2-1 0 0,-2-2 0 16,4 3 0-16,-6-1 0 0,-4 2 0 16,-2 3 0-16,-9-1 0 0,-9 2-505 15,1 2-115-15,-6 1-21 0,-2 0-983 16,0 1-145-16</inkml:trace>
  <inkml:trace contextRef="#ctx0" brushRef="#br0" timeOffset="83978.86">10303 8053 3585 0,'0'0'1249'0,"0"0"-673"0,0 0 64 0,0 0 49 16,0 0-473-16,0 0-88 0,0 0 44 15,0 0-24-15,39 15 4 16,-14-2 32-16,-3-1-176 0,3 1 16 15,2-1-8-15,-6 0-12 0,-1-4-4 16,-3-1 0-16,-11-3-12 0,-2-2-8 16,-4 1-92-16,0 4 4 0,-10 5 108 15,-13 7-16-15,-8 3 32 16,-4 3-16-16,4 0 52 0,8-2-16 16,7-5-36-16,5-3-16 0,7-7-1301 15,4-8-2036-15</inkml:trace>
  <inkml:trace contextRef="#ctx0" brushRef="#br0" timeOffset="117166.64">25364 3091 4021 0,'6'36'1733'0,"0"0"-1153"0,2 13-456 0,3 3-88 0,-5 10 133 15,-2 8-97-15,0 11-20 16,-2 12 108-16,0 8-92 0,0 10 60 16,-2 11 60-16,4 6-140 0,-2 12 56 15,-2 8 88-15,3 11-144 16,-1 11 4-16,2 6 112 0,2 13-4 15,4 6-67-15,-4 7-93 0,1 10 0 16,-5 6 0-16,-2 7 0 0,-4 11 0 16,-5 0 0-16,-3 8 0 15,-3 1 0-15,-1 0 0 0,-3-1 0 16,-3-1 0-16,-5 0 0 0,-2-9 0 16,-2-3 0-16,2-10 0 0,-2-13 0 15,0-7 0-15,0-13 0 0,6-20 0 16,2-14 0-16,5-19 0 15,3-21 0-15,3-17 0 0,4-26 0 16,1-24 0-16,5-20 0 0,0-19 0 16,2-17-1629-16,0-3-312 15,2-38-1013-15</inkml:trace>
  <inkml:trace contextRef="#ctx0" brushRef="#br0" timeOffset="117649.22">25273 3200 3853 0,'0'0'1653'0,"-33"-34"-1417"0,16 17 372 15,-2 4-199-15,-5 1-41 0,-5 4-92 16,-4 1-268-16,-7 2 0 0,3 3-8 15,2 1-140-15,2-1-12 0,8 0-276 16,2-3 3-16,9 2 29 0,1-2-504 16,5 0-21-16,2 2-243 0</inkml:trace>
  <inkml:trace contextRef="#ctx0" brushRef="#br0" timeOffset="118063.69">24903 3169 5226 0,'-5'43'656'16,"1"1"-264"-16,-6 10 189 0,-2 2-277 16,-1 4-52-16,-1 6 24 0,-1 6-232 15,9 6-24-15,0 6-20 16,0 6 16-16,2 8-20 0,1 6 4 16,-1 12-88-16,2 2 88 0,0 7-12 15,2 4 12-15,0 5 0 0,2 6 36 16,-2 2-16-16,0 4 0 0,-2 6-4 15,-4 3 32-15,-2 6-16 0,-3 4 12 16,1 5-20-16,-4 4-20 16,-3 5 4-16,0 1-4 0,1 6-4 15,-3 6 4-15,3 2 16 0,-1 2-8 16,1 6 172-16,-1-2-131 0,1 2-53 16,-3 3 0-16,9-3 0 15,-1 1 0-15,1-1 0 0,2-5 0 16,0-1 0-16,-3-5 0 15,7-10 0-15,-4-4 0 0,0-10 0 16,-1-10 0-16,-3-14 0 0,-3-14 0 16,3-15 0-16,-5-19 0 0,3-22-53 15,2-24-1331-15,-3-20-897 0</inkml:trace>
  <inkml:trace contextRef="#ctx0" brushRef="#br0" timeOffset="118310.53">24272 10403 5422 0,'0'0'1217'0,"0"0"-741"0,72-10-124 0,-10 3 352 15,15 0-683-15,8 2-21 0,8 3 0 16,8 1 0-16,9-2 0 0,3 0 0 16,9-4 0-16,-4-1 0 0,-4 0-561 15,-32-1-736-15,-7-2-696 0</inkml:trace>
  <inkml:trace contextRef="#ctx0" brushRef="#br0" timeOffset="119145.41">29979 3514 6567 0,'0'36'680'0,"-8"3"-260"16,-4 14-420-16,-5 10-8 0,-1 7-4 15,-1 11-28-15,2 9 40 16,3 15 0-16,4 10 8 0,-1 12-8 16,3 12 0-16,0 14 4 0,0 12-4 15,1 13 8-15,1 13 0 16,0 7-4-16,0 10 40 0,2 5 16 15,4 3 20-15,0 10 88 0,6 4-76 16,-2 7-32-16,-4 6-11 0,-2 6-49 16,-8 8 0-16,-9 3 0 15,-6 4 0-15,-6 2 0 0,-8-5 0 16,-7 5 0-16,1-8 0 0,-3-5 0 16,3-10 0-16,4-8 0 0,5-22 0 15,5-12 0-15,9-20 0 0,7-28 0 16,9-20 0-16,6-25 0 15,12-30 0-15,5-24 0 0,-3-23-213 16,3-21-4065-16</inkml:trace>
  <inkml:trace contextRef="#ctx0" brushRef="#br0" timeOffset="119641.3">29574 3357 5182 0,'46'0'636'0,"1"-2"56"0,19-1 1 0,5-2-233 15,7-1-108-15,9-5-175 0,2-2-177 16,4-4 0-16,4-2 0 16,0-5 0-16,5-1 0 0,1-1 0 15,-2 0 0-15,1-2 0 0,-3 3-117 16,-10 1-67-16,-9 3 8 0,-9 3-180 15,-9 1-88-15,-11 4-81 0,-5-1-835 16,-13 3 203-16,-6 4-115 0</inkml:trace>
  <inkml:trace contextRef="#ctx0" brushRef="#br0" timeOffset="119963.55">31120 3667 6342 0,'-35'92'285'16,"8"6"139"-16,-1 19-324 15,7-1-20-15,4 7 96 0,5 10-140 16,2 9 80-16,10 9 172 0,0 7-196 16,10 4 80-16,0 4-91 15,1 5-81-15,-5 3 0 0,-4 7 0 16,-2 2 0-16,-2 3 0 0,0 6 0 16,2 1 0-16,2 6 0 0,8 7 0 15,3-1 0-15,3 2 0 0,3 2 0 16,-3-4 0-16,3 1 0 0,-3-2 0 15,1-5 0-15,-1-4 0 16,1-9 0-16,0-6 0 0,-1-9 0 16,-4-10 0-16,-1-10 0 0,-3-11 0 15,-4-13 0-15,-4-12 0 16,0-11 0-16,-4-15 0 0,-2-9 0 16,2-15 0-16,0-9-453 0,2-5-543 15,-1-16-245-15,3-3-2141 0</inkml:trace>
  <inkml:trace contextRef="#ctx0" brushRef="#br0" timeOffset="120608.37">29324 10683 6222 0,'0'0'545'0,"0"0"-369"0,56 19-36 0,-4-7 176 16,12 0-128-16,6-1 0 0,13 1 56 16,10-3-228-16,8 2-16 0,11-1 0 15,10 1 0-15,4-2 0 0,6-1 0 16,0-4-80-16,-6-4-56 0,-10-1-404 16,-15-7 68-16,-14-4 11 15,-21-7-931-15,-22 5-325 0,-15-6-672 0</inkml:trace>
  <inkml:trace contextRef="#ctx0" brushRef="#br0" timeOffset="120874.69">31123 10311 2921 0,'-11'64'4662'16,"-1"8"-4053"-16,-9 10-609 0,-4-8 0 16,-2-6 0-16,-1-8 0 15,9-6 0-15,7-3 0 0,7-4 0 16,5-4 0-16,5-11-965 0,1-2-972 0</inkml:trace>
  <inkml:trace contextRef="#ctx0" brushRef="#br0" timeOffset="124871.13">25657 3554 1196 0,'0'0'900'0,"0"0"-303"15,0 0-169-15,0 0 160 0,0 0-344 16,0 0-96-16,0 0 217 0,0 0-29 16,-8 38 4-16,31-26 152 0,10 2-316 15,10 0-64-15,11 0-12 16,2-1-96-16,8-4 4 0,4 1 4 16,-2-3-12-16,4-4 0 0,-1-3 16 15,-1-4-4-15,0-8-12 0,-4-4 196 16,-8-3-20-16,-9-2 17 0,-14-3 79 15,-10 2-184-15,-15-3 12 0,-12 1 136 16,-16 1-108-16,-11-1-52 0,-17 4-76 16,-14 3-20-16,-8 4-8 0,-9 6-196 15,-5 2 4-15,-5 4 0 0,-2 3 36 16,-2 6 15-16,8 7 57 16,8 6 100-16,7 7 20 0,12 6-8 15,9 6 197-15,7 8-25 0,11 6 0 16,15 5 64-16,12 4-176 15,14 5-8-15,19-1-48 0,14 4-4 16,13-3-28-16,12-2-360 0,9-4-17 16,8-5 53-16,3-8 188 0,6-5 128 15,-1-6 36-15,-3-9 16 16,-1-6-12-16,-6-10 84 0,-9-9 324 16,-9-5-59-16,-12-9-13 0,-11-6 136 15,-11-4-276-15,-13-7-64 0,-16-7 80 16,-6-5-160-16,-16-5-39 0,-11 2-17 15,-7 4-73-15,-5 5-55 0,-7 8-48 16,-6 5-8-16,-1 5 96 0,-5 7 40 16,0 5 0-16,2 3 48 0,-2 7 0 15,-2 4 0-15,2 6 0 16,-1 8 0-16,4 4-20 0,3 8 20 16,8 6 0-16,9 3-20 0,10 3 16 15,10 2-4-15,9 0-36 16,12-2 44-16,15-1-12 0,14-5-12 15,14-4 24-15,11-8 4 0,12-5 12 16,7-9-16-16,3-7 48 0,5-8-44 16,-5-4 40-16,-3-10 60 0,-9-5-96 15,-10-3 68-15,-17-2 56 16,-10-3-128-16,-13-1 28 0,-13-5 64 16,-8-1-84-16,-13 0 4 0,-13 7-16 15,-8 8-40-15,-9 11-48 0,-10 13-36 16,-4 11 28-16,-4 11 92 0,-6 9-12 15,-1 7 8-15,-3 8 8 0,1 8 0 16,5 5-20-16,4 3 20 0,12 1-4 16,9 0-8-16,10 0 12 15,14-2 0-15,15 0-28 0,12-3 16 16,17-7 8-16,14-3-84 0,12-10-16 16,18-8 12-16,7-10 52 0,9-8 40 15,1-10 12-15,3-6-12 16,-4-7 0-16,-5-9 8 0,-7-6 8 15,-13-7-4-15,-11-1 132 0,-14 0-40 16,-10-2 40-16,-17 2 88 0,-8-3-180 16,-16 3 12-16,-16 2-48 15,-11 5-16-15,-9 8-52 0,-8 9 8 16,0 5-24-16,-6 10 68 0,-2 9 0 16,-5 8-36-16,1 8 36 0,-3 11-12 15,7 3-4-15,6 7 16 0,12 1 8 16,13 4-8-16,12 1 0 0,13 2-12 15,12 1 0-15,10-2 12 0,19-3 0 16,12-6-40-16,17-8 28 16,12-9-200-16,11-8-20 0,5-10 152 15,5-8 28-15,-2-9 52 0,-4-6 4 16,-7-11 264-16,-7-5-64 0,-14-5-28 16,-11-4 72-16,-15-6-176 15,-15-3 28-15,-14-7-43 0,-8-2-57 0,-17 1 0 16,-8 7 0-16,-8 9 0 15,-7 12 0-15,-6 16 0 0,-4 9-69 16,-4 16-19-16,-4 15 48 0,-6 9-20 16,-2 11 60-16,-1 8 0 15,5 6-44-15,8 4 44 0,10 4 0 16,13 4-16-16,8 4 8 0,14 1 8 16,11-1-152-16,10-5-4 0,17-11 12 15,14-7 104-15,17-11 40 0,16-11 0 16,15-10-20-16,10-12 20 0,4-11-4 15,0-9 8-15,-2-7-4 0,-8-10 48 16,-6-4-12-16,-15-4 56 16,-15-2 128-16,-13-1-128 0,-16-1 16 15,-16-2 32-15,-10 1-132 0,-14 2 32 16,-11 6-40-16,-6 9-24 0,-11 10 0 16,-10 9 8-16,-8 13-56 0,-10 12 72 15,-5 11-16-15,-3 9-4 16,-3 6 20-16,2 8 8 0,1 0 0 15,9 3-8-15,7 0 0 0,12-2-8 16,13 0-8-16,12 0-244 16,15-1 60-16,9-6 148 0,14-6 52 15,11-8-36-15,15-9 36 0,15-11-4 16,12-11 16-16,10-10-12 0,5-7 40 16,1-10-32-16,-1-7 44 0,-7-8 76 15,-6-4-64-15,-10 0 60 0,-15 0 108 16,-12 4-176-16,-16 4 13 0,-11 7-69 15,-13 3 0-15,-12 6 0 16,-8 10 0-16,-10 12 0 0,-7 12 0 16,-12 15 0-16,-4 9 0 0,-10 9 0 15,-5 13 0-15,-2 3 0 0,1 8 0 16,1 6 0-16,5 4 0 0,1 0 0 16,9-3 0-16,4-1 0 15,10-6 0-15,17-7 0 0,12-9 0 16,19-11 0-16,13-14 0 15,19-11 0-15,18-15 0 0,16-15 0 16,12-13 0-16,15-17 0 0,4-12 0 16,7-7 0-16,-3-7 0 0,-11-3 0 15,-9 0 0-15,-13 0 0 0,-16 6-89 16,-17 6 25-16,-17 9 64 0,-16 6 0 16,-15 7 28-16,-18 6-24 0,-16 9 28 15,-13 7-28-15,-11 17-4 0,-10 14 0 16,-1 9-12-16,-1 11 12 0,6 6 12 15,5 8 0-15,5 6-12 16,7 7 0-16,6 2-84 0,11 0 0 16,16-3-80-16,14-3 60 0,17-5 76 15,23-8-12-15,14-6-212 16,15-11 20-16,14-12-16 0,11-9 172 16,7-11 72-16,5-12-12 0,2-7 12 15,-4-13 4-15,-11-3 44 0,-7-7-24 16,-13 2 44-16,-17-1 124 15,-12 4-148-15,-17 2 12 0,-16 5 96 16,-19 4-76-16,-18 3 72 0,-15 10 20 16,-15 10-152-16,-7 12-12 0,-7 16 72 15,0 12-56-15,2 12 52 0,1 8 124 16,3 4-79-16,2 1-113 0,15-2 0 16,13 1 0-16,24-4 0 0,27-4 0 15,27-1 0-15,31 2 0 0,26-6-969 16,-15-15 32-16,9-3-543 0</inkml:trace>
  <inkml:trace contextRef="#ctx0" brushRef="#br0" timeOffset="127499.89">25357 10028 1892 0,'0'0'1401'0,"0"0"-1261"0,0 0 344 16,38-18-48-16,-38 18-175 0,0 7 183 15,-2 7-88-15,-1 4-148 0,-1 1 108 16,4-2-156-16,7-3-16 0,5-2 160 16,11-4-119-16,8 0 47 0,10-3 84 15,4-5-148-15,3 0 4 16,2-3-40-16,-3-2-112 0,-1-3-20 15,-7-1 0-15,-4 2 12 0,-4 0-12 16,-4 1 12-16,-4 0 0 0,-7 4-12 16,-5-1 0-16,-5 2-8 15,-6 0-12-15,-2 1-396 0,-13 0-24 16,-16 0 88-16,-10-2-305 0,-9-1 193 16,-1 1 180-16,3-5 196 15,3-5 76-15,-1-6 12 0,3-6-132 16,10 4-673-16,4-2-615 0</inkml:trace>
  <inkml:trace contextRef="#ctx0" brushRef="#br0" timeOffset="129209.84">24121 7159 2209 0,'0'0'1012'0,"0"0"389"0,0 0-669 0,0 0-28 15,0 0-440-15,44 5 13 0,5-5 235 16,13 0-276-16,9 1 8 0,5-1 24 15,11 0-208-15,6 0-16 16,6 2 8-16,9 1-48 0,5-1-4 16,9 3 0-16,0-1-4 0,-2 0 0 15,-6 1-404-15,-11-2-140 0,-12-3-57 16,-12-1-835-16,-28-4 171 0,-9-4-131 16</inkml:trace>
  <inkml:trace contextRef="#ctx0" brushRef="#br0" timeOffset="129431.79">25417 6968 3649 0,'0'0'3330'0,"38"26"-3330"16,3-11 0-16,6-2 4 0,5 1 52 15,2-1-48-15,-2 1 88 0,-1 3-44 16,-1 0-52-16,-9 1-40 0,-10 5-368 15,-16-2-113-15,-15 4 169 16,-15 2 248-16,-16 3 104 0,-8 2 56 16,-11-1 232-16,-3 1-136 0,-7 0-48 15,-5-4-56-15,-3 3-48 0,-6-5-60 16,18-7-1280-16,-2-3-1149 0</inkml:trace>
  <inkml:trace contextRef="#ctx0" brushRef="#br0" timeOffset="129792.81">23915 7133 5082 0,'49'-19'716'0,"3"0"-284"16,6-3 77-16,-15 6-305 0,-8 4-8 15,-10 7 36-15,-13 3-228 0,-3 2 12 16,-7 4-16-16,-2 5-20 0,-8 7 20 16,-7 4 20-16,-12 2-4 0,-10 2-16 15,-13 2 0-15,1 3-28 16,-11 0 28-16,2 4 36 0,4 2-4 15,2-3 108-15,15-5 240 0,12-4-188 16,15-8-159-16,12-2-33 16,19-2 0-16,18-3 0 0,19-2 0 15,14-6-493-15,-12 0-367 0,6 0-2506 0</inkml:trace>
  <inkml:trace contextRef="#ctx0" brushRef="#br0" timeOffset="132865.07">26982 3678 3045 0,'0'0'852'0,"0"0"-564"0,0 0-256 0,60 38-20 0,-12-21 36 15,5 2-48-15,3-3 0 16,2-2 0-16,6 1 12 0,2-2-12 16,7 0 0-16,3-1 0 0,1-1 0 15,1-4 12-15,1-3-4 0,-1-2 53 16,5-2 67-16,-2-2-68 15,-1-4 64-15,-1-2 36 0,-9-2-156 16,-8-2 8-16,-10 0-12 0,-15-2-44 16,-10-1 44-16,-17-2 4 15,-8-2 0-15,-6-2 56 0,-15-3 212 0,-5-2-168 16,-7 1-48-16,-5 0 16 16,-5 1-64-16,-2 2 0 0,-3 5 64 15,-3 2-68-15,-5 6-8 0,-2 4 4 16,-2 5-148-16,0 7 44 0,-2 7-76 15,-4 4 12-15,4 5 52 0,0 7-132 16,0 2 43-16,1 1 101 0,3 4 52 16,4 1 40-16,4 2 12 0,11 3 76 15,6 4 129-15,11 5 3 16,7 3 64-16,9 4-180 0,6 1-24 16,11 1-44-16,9 1-24 0,7-3 0 15,10-3-72-15,7-4-244 16,10-7 252-16,6-6-52 0,8-3 52 15,9-9 60-15,1-5-8 0,5-7 0 16,-2-6 8-16,1-9 4 0,-5-4 20 16,-3-10 168-16,-5-3 196 15,-7-6-96-15,-8-1 8 0,-15-3 84 0,-14-1-280 16,-13-3-28-16,-18 0 76 16,-12 1-36-16,-17 2 12 0,-13 3 57 15,-10 5-149-15,-6 7 16 0,-10 7 20 16,-7 6-52-16,-5 6-16 0,-5 7 0 15,-2 8-20-15,-2 5 16 0,-2 6-12 16,4 7-88-16,6 7-8 0,8 7-261 16,7 5 5-16,12 6 140 15,9 7 76-15,7 5 64 0,15-1 36 16,17-2 48-16,12-3-4 0,23-5 8 16,18-2 36-16,19-4-24 0,15-4 12 15,14-4 20-15,4-5-32 16,8-4-4-16,5-6 8 0,-5-8-12 15,5-6 24-15,-9-6 56 0,-4-7 20 16,-10-5 36-16,-13-4 84 0,-6-5-152 16,-14-7-24-16,-11-6-16 0,-8-4-28 15,-14-7-4-15,-15-4 0 16,-8-2-112-16,-23-1-92 0,-10 5-168 16,-17 8-16-16,-8 8 92 0,-10 14 8 15,-9 7 59-15,-4 15 125 0,3 10 28 16,-3 5 28-16,4 8 48 0,5 3 16 15,3 5-16-15,9 7 36 0,7 7 84 16,3 9-84-16,8 8 17 16,9 10-21-16,8 4-28 0,15 6 88 15,12 0 200-15,8 0-124 0,17-3 36 16,12-10 196-16,12-7-164 0,13-12-68 16,10-14 76-16,5-12-164 15,6-13 16-15,-1-10 89 0,-1-13-85 16,-7-9 48-16,-6-7 108 0,-6-11-128 15,-10-6 44-15,-9-7 100 0,-10-4-232 16,-8-6 4-16,-11-6-36 0,-10 0-8 16,-8-1-68-16,-13 5-116 15,-7 7-32-15,-14 11 116 0,-7 11-84 16,-13 14 84-16,-8 11 72 0,-11 14 8 16,-6 10-16-16,-6 9 36 0,-2 9 4 15,0 6-4-15,2 9 0 0,7 6-4 16,3 7 4-16,9 9 0 0,6 6 4 15,8 5-4-15,8 2 0 16,11-2 0-16,14-1 16 0,13-9-16 16,16-7 104-16,18-9-80 0,18-11 0 15,15-15-12-15,12-10 8 0,11-13-20 16,9-12 60-16,2-7-36 0,0-7 16 16,-4-7-16-16,-9-5-20 15,-12-3-4-15,-12-1 4 0,-15 1 4 16,-14-3-8-16,-15-1 16 0,-8-2-4 15,-12-3-4-15,-11 0 16 0,-12 5-24 16,-11 9 0-16,-5 10-20 16,-5 8-76-16,-4 17 48 0,-2 10 32 15,-2 8-20-15,-2 8 36 0,1 8-4 16,1 8 12-16,2 9-8 0,5 6 0 16,5 6 0-16,8 6 0 0,11 0 0 15,13-1-8-15,9 0 0 0,15-4 0 16,15-3-20-16,16-7 28 0,15-12-4 15,14-12-36-15,14-12 40 16,13-15-16-16,7-12 28 0,1-10-12 16,0-10 116-16,-6-8-4 0,-8-6-12 15,-13-6 212-15,-16-1-232 16,-13-3-16-16,-14-1 40 0,-10 0-96 16,-15-2 12-16,-10-1-20 0,-13-1-8 15,-8 0-68-15,-12 2-96 0,-4 9-76 16,-9 12 92-16,-4 13-108 15,-6 17 16-15,-4 13 15 0,0 16 101 16,-4 9 92-16,6 13 40 0,-1 11 16 16,3 9-12-16,5 11-4 0,1 10 60 15,4 0-56-15,11-1 60 0,18-10 233 16,19-9-73-16,22-13-8 0,24-10 184 16,18-9-180-16,16-7-52 0,13-10-60 15,4-7-104-15,-6-10-8 0,-21-9-656 16,-18-13-1493-16</inkml:trace>
  <inkml:trace contextRef="#ctx0" brushRef="#br0" timeOffset="139260.54">26254 2031 1892 0,'0'0'1713'0,"0"0"-1541"0,0 0 336 16,0 0 5-16,0 0-41 0,0 0 180 15,-18-33-364-15,14 32 52 0,2 1 281 16,0 0-353-16,0 1-52 0,-1 4 128 16,-1 4-151-16,-4 9-193 0,-4 7 0 15,-3 7 0-15,-1 7 0 0,-5 6 0 16,0 5 0-16,-1 4 0 16,-1 3 0-16,0 3 0 0,5 0 0 15,1-1 0-15,3-2 0 0,3-1 0 16,3-6 0-16,2-4 0 0,0-1 0 15,-1-6 0-15,1-1 0 16,-2-6 0-16,-3-5 0 0,3-4 0 16,4-9 0-16,0-6 0 0,2-4 0 15,0-4 0-15,0 0 0 0,0-11 0 16,0-12 0-16,0-8 0 16,-1-6 0-16,1-2 0 0,-4 6 0 15,4 3 0-15,0 7 0 0,0 9 0 16,0 5 0-16,0 4 0 0,2 5 0 15,-2 0 0-15,-2 4 0 0,2 9 0 16,-3 7 0-16,1 7 0 0,4 3 0 16,0-2 0-16,0-1 0 0,2-1 0 15,5 2 0-15,-1-6 0 0,0 0 0 16,4-7 0-16,1-3 0 0,1-6 0 16,3-5 0-16,1-3 0 15,3-10 0-15,1-7 0 0,1-6 0 16,0-6 0-16,1-5 0 0,1-5 0 15,-2 1 0-15,-5 8-1666 16,-1 0-2155-16</inkml:trace>
  <inkml:trace contextRef="#ctx0" brushRef="#br0" timeOffset="152752.15">24287 3428 5734 0,'0'0'684'0,"0"0"-291"0,0 0 23 16,0 0-208-16,0 0-88 0,35 6 176 15,8-14-68-15,17-1-115 0,19-2-113 16,7 0 0-16,14 1 0 0,7 3 0 16,11 0 0-16,8 2 0 0,0 1 0 15,2-1 0-15,1-1 0 0,-3-4 0 16,0-4 0-16,0-4 0 16,-10-2 0-16,-17 0 0 0,-17-1 0 15,-24 2-97-15,-16 1-359 0,-20 3-252 16,-17 0-953-16,-5 3-16 15,-13-2-1452-15</inkml:trace>
  <inkml:trace contextRef="#ctx0" brushRef="#br0" timeOffset="153033.68">25818 2944 4698 0,'0'0'3185'0,"0"0"-3081"15,0 0-84-15,-2-37-20 0,0 35 8 16,0-3-8-16,0 5 0 0,2 0-28 16,10 11-92-16,21 4 112 0,15 7-8 15,10 0-8-15,8 2 24 0,-6-5 0 16,-5 1-124-16,-7-1 40 16,-15 1 72-16,-10 2-40 0,-13 0-16 15,-14 2-80-15,-13 0 108 0,-16 4 36 16,-13 3-24-16,-10-1-44 15,-6 5 60-15,-6-3-48 0,0 0-208 16,0 0-261-16,16-10-1448 0,2-3-716 0</inkml:trace>
  <inkml:trace contextRef="#ctx0" brushRef="#br0" timeOffset="153487.6">24249 3250 3037 0,'60'-40'1993'0,"4"1"-1549"16,13-5-192-16,-7 4 200 0,-8 6-196 15,-4 3-7-15,-10 5 215 0,-7 7-200 16,-4 1-44-16,-2 5 28 16,-6 5-176-16,-2 7 4 0,-6 3-40 15,-9 10-36-15,-8 6 0 0,-8 8-8 16,-16 5 20-16,-14 7-12 0,-13 6 44 15,-11 3-24-15,-14 3-20 0,-3 2 12 16,-5 4 37-16,1 1-49 0,7-3 0 16,6-2 0-16,10-3 0 0,17-5 0 15,10-7 0-15,16-6 0 0,13-5 0 16,15-4 0-16,20-4 0 16,19-4 0-16,14-4 0 0,10-3 0 15,15-5 0-15,-22 0-473 0,-1-3-1556 0</inkml:trace>
  <inkml:trace contextRef="#ctx0" brushRef="#br0" timeOffset="155214.54">23782 10393 1032 0,'0'0'2505'0,"46"0"-1789"16,-15-1-219-16,-4-2-77 0,-1 1 192 16,-1 2-240-16,4 0-16 0,0-1 229 15,8 0-305-15,5-4-28 16,16-1 32-16,14-1-216 0,11-4-32 15,14 1-24-15,14-1-12 0,15-2 0 16,9-1 0-16,7 2-40 16,14-1-12-16,-4 3-24 0,-5 4-28 15,-10 3 56-15,-28 3-112 0,-16 5-108 16,-25 1 76-16,-24 2 72 0,-17-1 76 16,-15-3 40-16,-14 1-248 15,-25 0-593-15,2 1-195 0,-14-2-2422 0</inkml:trace>
  <inkml:trace contextRef="#ctx0" brushRef="#br0" timeOffset="155550.92">25494 10169 5730 0,'0'0'684'0,"0"0"-351"16,51-5-85-16,-32 3-84 0,-2 2-160 15,1 0 16-15,3 0-12 0,0 5-8 16,-1 3 0-16,-1 2 0 0,-3 4-44 16,-3 2-100-16,-7 2-180 15,-6 1 123-15,-10 1 125 0,-9-2 64 0,-4 2 12 16,-8 3 60-16,-8-1 237 15,-6 2-193-15,-11-3 4 0,-4 0 108 16,2-3-168-16,0-2-24 0,4-2-24 16,7-1-284-16,1-6-241 0,15 0-1844 15,4-7-840-15</inkml:trace>
  <inkml:trace contextRef="#ctx0" brushRef="#br0" timeOffset="155941.2">24154 9908 6218 0,'0'0'349'0,"60"4"-49"0,-29 3 276 16,-8 1-412-16,-9 4-68 0,-3 0 136 15,-5 2-168-15,-6 3-20 0,-4 2-36 16,-13 1 4-16,-5 1-24 0,-14 2 4 16,-5 0-112-16,-13 3 120 0,-4 3-8 15,-4 3 16-15,5 1-8 16,-1 5 52-16,6-1-48 0,7 0 92 15,5-3 21-15,13-2-117 0,7-1 0 16,9-5 0-16,9-1 0 16,4-3 0-16,21-2 0 0,12-4 0 15,13-3 0-15,18-5-137 0,15 2-319 16,-13-6-328-16,12-2-2506 0</inkml:trace>
  <inkml:trace contextRef="#ctx0" brushRef="#br0" timeOffset="158845.82">26658 1032 4450 0,'0'0'704'16,"0"0"24"-16,0 0 321 0,0 0-521 15,0 0-168-15,0 0 13 16,0 0-373-16,0 0 0 0,0 0 0 15,-2 7 0-15,-3 14 0 0,1 10 0 16,0 11 0-16,0 4 0 0,0 3 0 16,2-1 0-16,2-3 0 0,2 0 0 15,4-2 0-15,6-4 0 0,3-6 0 16,6-4 0-16,3-8 0 0,5-6 0 16,0-4 0-16,6-9 0 15,1-4 0-15,1-9 0 0,0-4 0 16,-4-4 0-16,-2-5 0 0,-8-3 0 15,-5-5 0-15,-3-3 0 16,-7-3 0-16,-2 0 0 0,-4 0 0 16,-2 1 0-16,-2 2 0 0,-4 4 0 15,2 0 0-15,-2 2 0 0,0 4 0 16,-1 3 0-16,1 3 0 0,4 5 0 16,-2 5 0-16,2 4 0 15,0 3-97-15,2 2-1335 0</inkml:trace>
  <inkml:trace contextRef="#ctx0" brushRef="#br0" timeOffset="160583.89">27596 948 5278 0,'0'0'916'0,"0"0"-219"0,0 0 219 15,0 0-531-15,0 0-385 0,-19 62 0 16,17-16 0-16,0 7 0 0,2 3 0 15,0 0 0-15,-2 0 0 0,0 4 0 16,-4-1 0-16,-2-6 0 0,-1-4 0 16,1-9 0-16,2-8 0 0,2-10 0 15,2-8 0-15,2-8 0 0,0-4 0 16,2-2 0-16,4-2 0 0,4-14 0 16,9-13 0-16,2-8 0 15,3-6 0-15,1 0 0 0,0 10 0 16,-4 7 0-16,-7 10 0 0,-3 9 0 15,-7 7 0-15,0 4 0 16,-4 11 0-16,2 11 0 0,-2 4 0 16,0 2 0-16,0-3 0 0,0-4 0 15,0-2 0-15,2-2 0 0,2-2 0 16,0-3-53-16,4-4-1115 0,-1-5 11 16,3-1-259-16</inkml:trace>
  <inkml:trace contextRef="#ctx0" brushRef="#br0" timeOffset="160738.6">27910 1505 5574 0,'0'0'1109'0,"0"0"335"16,0 0-1379-16,0 0-65 0,0 0 0 15,0 0 0-15,0 0 0 0,0 0 0 16,0 0 0-16,0 0 0 0,-22 5 0 16,19 0 0-16,3-1 0 15,0-3-749-15,5 1-836 0,1-4-564 16</inkml:trace>
  <inkml:trace contextRef="#ctx0" brushRef="#br0" timeOffset="160846.79">28057 1202 3785 0,'0'0'0'0,"0"0"-788"15,0 0-461-15</inkml:trace>
  <inkml:trace contextRef="#ctx0" brushRef="#br0" timeOffset="161298.85">28057 1397 4089 0,'0'0'2265'0,"0"0"-1876"0,0 0-33 16,0 0-16-16,-2-35-336 0,-2 31 8 15,0-1-12-15,-7 5-32 16,-3 3-40-16,-3 10-4 0,-1 4 20 16,3 3 56-16,5-2 8 0,4-2 12 15,4-4-8-15,2-3 156 0,6-3 28 16,4-1 100-16,3-3-23 16,1-2-273-16,1 0 0 0,-1-5 0 15,3-1 0-15,-3-2 0 0,-2 1 0 16,1 1 0-16,-5 2 0 0,-4 3 0 15,-2 1 0-15,0 3 0 0,-2 9 0 16,0 8 0-16,0 7 0 0,-6 5 0 16,2 3 0-16,-2-2 0 0,2 1 0 15,-3-1 0-15,-1 2 0 0,-2 0 0 16,-3 2 0-16,-3 0 0 0,-5-1 0 16,1 1 0-16,-3-1 0 15,-2-3 0-15,2-6 0 0,1-5 0 16,3-9 0-16,2-6 0 0,7-7 0 15,4-15 0-15,6-12 0 0,4-15 0 16,11-18-661-16,7-9-283 16,1 11-309-16,2-6-3033 0</inkml:trace>
  <inkml:trace contextRef="#ctx0" brushRef="#br0" timeOffset="161574.72">28220 1053 7531 0,'0'0'272'0,"-33"64"28"0,17-21-211 16,1 0-89-16,5 2 0 0,2-1 0 16,6-3 0-16,0-3 0 0,2-5 0 15,6-4 0-15,2-7 0 0,4-8 0 16,1-6 0-16,3-5 0 0,1-5 0 16,1-5 0-16,1-6 0 15,0-3 0-15,-1-3 0 0,1 1 0 16,-3 4 0-16,-3 7 0 0,-5 3 0 15,-2 4 0-15,-2 3 0 16,5 7 0-16,-3 7 0 0,2 3 0 16,-4 2 0-16,-2-4 0 0,0-6 0 15,3-4 0-15,1-2 0 0,6-5 0 16,5-1 0-16,-3-1 0 0,3-7-2694 16</inkml:trace>
  <inkml:trace contextRef="#ctx0" brushRef="#br0" timeOffset="162057.9">28723 1369 4173 0,'0'0'3346'0,"0"0"-2926"0,0 0-167 16,0 0-253-16,53-20 0 0,-17 13 0 15,5 0 0-15,0 4 0 16,1 1 0-16,-3 1 0 0,0 1 0 16,0 0 0-16,-3 0 0 0,1 0 0 15,-4-2 0-15,-2-4 0 0,-6 0-513 16,-9 1-776-16,-6-3-3237 0</inkml:trace>
  <inkml:trace contextRef="#ctx0" brushRef="#br0" timeOffset="162308.12">29045 1124 5154 0,'0'0'384'0,"0"0"380"15,0 0-499-15,0 0 123 0,0 0 416 16,0 0-424-16,33 34-327 0,0-20-53 16,4 1 0-16,1-1 0 15,-1-2 0-15,-6-1 0 0,-2-1 0 16,-4-1 0-16,-7 3 0 0,-5 0 0 15,-9 3-113-15,-6 2 33 16,-11 4 80-16,-3 3 92 0,-7 3 9 16,-4 0-101-16,-2 1 0 0,2-5 0 15,7-5 0-15,9-8 0 0,7-5 0 16,4-3-353-16,11-2-3032 0</inkml:trace>
  <inkml:trace contextRef="#ctx0" brushRef="#br0" timeOffset="163559.47">29771 1335 772 0,'0'0'4610'0,"0"0"-3165"0,0 0-789 15,0 0-228-15,0 0-147 16,0 0-281-16,0 0 0 0,45-23 0 15,-20 0 0-15,-2-2 0 0,-3 2 0 16,-3-1 0-16,-3 3 0 0,-3 2 0 16,-3 2 0-16,-4 3 0 0,-4 2 0 15,-8 4 0-15,-5-2 0 0,-5 7 0 16,-7 3 0-16,0 2 0 0,-4 13 0 16,0 4 0-16,5 6 0 15,-3 6 0-15,6 5 0 0,9 1 0 16,5 2 0-16,7-3 0 0,15-1 0 15,6-8 0-15,7-6 0 16,8-8 0-16,5-7 0 0,2-6 0 16,5-11-485-16,-5-4-896 0,-12 2-319 15,-4-4-918-15</inkml:trace>
  <inkml:trace contextRef="#ctx0" brushRef="#br0" timeOffset="163822.35">30091 1280 5038 0,'0'0'836'0,"0"0"-344"0,-21 43 129 15,17-20-397-15,0 1-72 0,0-2 36 16,0 2-84-16,2-3 16 0,-2-1 24 16,0-4-120-16,-1-3 56 0,1-6 89 15,2-2-169-15,2-4 0 0,0-1 0 16,4-6 0-16,5-11 0 0,9-15 0 16,5-8 0-16,4-5 0 15,0 0 0-15,-5 7 0 0,-3 5 0 16,-7 12 0-16,-3 7 0 0,-5 7 0 15,-4 6 0-15,2 1 0 16,-2 4 0-16,2 9 0 0,-2 11 0 16,0 6 0-16,0 2 0 0,-2 0 0 15,2-4 0-15,0-3 0 0,0-3 0 16,2-2 0-16,2-5-513 0,0-4-1696 16,0-5-1805-16</inkml:trace>
  <inkml:trace contextRef="#ctx0" brushRef="#br0" timeOffset="164307.73">30360 1391 5314 0,'0'0'692'0,"0"0"-51"0,0 0 363 15,0 0-616-15,0 0-235 0,0 0-153 16,43-33 0-16,-10 6 0 0,4-4 0 16,-1-1 0-16,-5 2 0 0,-7 2 0 15,-5 3 0-15,-4 2 0 0,-9 3 0 16,-4 2 0-16,-4 3 0 0,-11 5 0 16,-7 6 0-16,-9 5 0 15,-4 11 0-15,-3 7 0 0,-1 7 0 16,6 6 0-16,0 6 0 0,4 2 0 15,5 3 0-15,7-1 0 16,11-2 0-16,8-5 0 0,9-6 0 16,9-6 0-16,9-6 0 0,0-6 0 15,9-7 0-15,1-5-53 0,2-8-751 16,-12 0-177-16,0-1-2132 0</inkml:trace>
  <inkml:trace contextRef="#ctx0" brushRef="#br0" timeOffset="164966.81">30740 1437 1712 0,'0'0'2926'0,"2"37"-2054"0,-2-29 505 0,2-4-673 15,-2-3-272-15,0-1-263 16,2 0-169-16,-2-4 0 0,2-11 0 15,0-11 0-15,3-6 0 0,-1-7 0 16,0 3 0-16,0 4 0 0,0 5 0 16,4 2 0-16,-1 4 0 0,3 7 0 15,-2 1 0-15,5 4 0 0,1 2 0 16,-1 1-13-16,3 2-1031 0,-4 1-1589 16,-1 2-1261-16</inkml:trace>
  <inkml:trace contextRef="#ctx0" brushRef="#br0" timeOffset="165419.17">31025 1235 4994 0,'0'0'1613'0,"0"0"-1181"16,0 0 72-16,-35-18-28 0,19 12-340 16,-3 5-99-16,-2 6-37 0,3 7 0 15,-1 4 0-15,1 5 0 16,3 0 0-16,5 0 0 0,8-1 0 15,2-6 0-15,6-2 0 0,8-4 0 16,5-3 0-16,4-4 0 0,0-2 0 16,-1-5 0-16,-1-5 0 0,0 1 0 15,-5-1 0-15,-1-2 0 0,-5 4 0 16,-6 3 0-16,0 2 0 0,-4 2 0 16,2 1 0-16,-2 0 0 15,0 1 0-15,0 6 0 0,-4 11 0 16,0 10 0-16,0 8 0 0,4 5 0 15,0-1 0-15,2 0 0 0,2 4 0 16,-4 1 0-16,0 3 0 0,-10 4 0 16,-11 0 0-16,-6 1 0 15,-4-2 0-15,-8-4 0 0,2-3 0 16,0-9 0-16,-1-8 0 0,5-10 0 16,6-11 0-16,5-8 0 15,5-12 0-15,11-13 0 0,6-12 0 16,6-10 0-16,11-8 0 0,9-2-549 15,8 0-115-15,9 6 167 0,7 4-3 16,-1 7 192-16,-1 4-144 0,-7 3-765 16,-12 10 269-16,-6 2-133 0</inkml:trace>
  <inkml:trace contextRef="#ctx0" brushRef="#br0" timeOffset="165776.84">31118 1334 2197 0,'0'0'1460'0,"0"0"-147"0,0 0 476 16,0 0-1021-16,0 0-368 15,0 0-135-15,0 0-265 0,-41 42 0 16,35-16 0-16,6-2 0 0,6-6 0 15,4-2 0-15,5-5 0 16,3-3 0-16,1-5 0 0,2-2 0 16,2-3 0-16,-1-6 0 0,1-4 0 15,-2-5 0-15,-5 1 0 0,-1 0 0 16,-5 0 0-16,-2 3 0 0,-2 3 0 16,-1 4 0-16,-5 4 0 0,0 2 0 15,2 0 0-15,2 4 0 16,2 5 0-16,2 10 0 0,1 4 0 15,1 1 0-15,-2 1 0 0,0 0 0 16,-1 2 0-16,-1 5 0 0,-4 4 0 16,-4 6 0-16,-9 6 0 0,-3 3 0 15,-7 3 0-15,-1 0 0 0,-7-5 0 16,0-3 0-16,0-6 0 0,2-7 0 16,2-7 0-16,2-8 0 15,3-12 0-15,3-6 0 0,7-11 0 16,2-12 0-16,5-9 0 0,3-11 0 15,3-10 0-15,5-10 0 16,6-5 0-16,9 3 0 0,4 2 0 16,12 9-277-16,-6 17-2308 0,0 3-1297 0</inkml:trace>
  <inkml:trace contextRef="#ctx0" brushRef="#br0" timeOffset="166178.93">32078 709 6803 0,'0'0'260'0,"-42"17"84"16,17 7-44-16,9 4 185 0,1 10-485 16,7 7 0-16,6 6 0 0,0 5 0 15,2 2 0-15,4 2 0 16,2 1 0-16,-2-1 0 0,1-3 0 15,-1-2 0-15,-2-8 0 0,0-5 0 16,2-9 0-16,2-11 0 0,-2-10 0 16,5-7-749-16,-1-5-232 0,-2 0-1508 15,2-9-1152-15</inkml:trace>
  <inkml:trace contextRef="#ctx0" brushRef="#br0" timeOffset="166441.96">32237 1209 6446 0,'0'0'373'0,"-46"-11"943"0,19 11-1259 0,5 6-57 16,-1 7 0-16,-2 3 0 15,4 6 0-15,3 4 0 0,3 1 0 16,9 3 0-16,6 1 0 0,8-2 0 16,11 0 0-16,6-7 0 0,4-5 0 15,6-9 0-15,-2-5 0 16,0-3 0-16,0-5 0 0,-6-8 0 15,-4-7 0-15,-5-6 0 0,-9-3 0 16,-5-1 0-16,-4 2 0 0,-4-1 0 16,-7 3 0-16,-5 1 0 0,-3 2 0 15,3 5 0-15,1 6-529 0,5 6-1624 16,4 3-336-16</inkml:trace>
  <inkml:trace contextRef="#ctx0" brushRef="#br0" timeOffset="166802.43">32582 1196 6090 0,'0'0'961'16,"0"0"-317"-16,-46-21-147 0,26 17-497 16,-3 3 0-16,-6 1 0 15,0 6 0-15,0 2 0 0,7 3 0 16,3-1 0-16,9 2 0 0,5 1 0 15,5 0 0-15,5 2 0 0,7 1 0 16,5-1 0-16,7-1 0 0,5-1 0 16,2-4 0-16,2-1 0 0,0-2 0 15,0 1 0-15,-2-2 0 0,-4 0 0 16,-6-1 0-16,-11 1 0 0,-5-3 0 16,-5 2 0-16,-5 2 0 15,-11 4 0-15,-15 5 0 0,-8 1 0 16,-9-1 0-16,3-4 0 0,5-3 0 15,9-4 0-15,6-3 0 16,11-1 0-16,10 0 0 0,6-1 0 16,12-3-229-16,13-4-1103 0,8-1 427 15,-4 1-215-15,2 0-2010 0</inkml:trace>
  <inkml:trace contextRef="#ctx0" brushRef="#br0" timeOffset="167095.28">32981 1287 6470 0,'0'0'1233'16,"-39"-14"-785"-16,14 5-407 0,0 0-41 15,0 0 0-15,0 1 0 0,5 2 0 16,1 3 0-16,7 2 0 0,1 1 0 16,1 7 0-16,4 4 0 15,6 3 0-15,0 3 0 0,6-1 0 16,6 1 0-16,5-1 0 0,6-3 0 15,2 1 0-15,1-1 0 16,1-1 0-16,0 1 0 0,-2-2 0 16,-6 1 0-16,-3-1 0 0,-10 1 0 15,-6 1 0-15,-8 3 0 0,-11-1 0 16,-7 3 0-16,-8-1 0 0,-3-1 0 16,0 0 0-16,-4-2-261 15,8-6-775-15,-2-1-397 0</inkml:trace>
  <inkml:trace contextRef="#ctx0" brushRef="#br0" timeOffset="167791.25">26707 2117 5822 0,'0'0'472'0,"0"0"109"0,0 0 75 15,0 0-528-15,2 45 24 0,4-4 132 16,1 9-232-16,-3 5-7 0,6 0-45 16,3-3 0-16,5-1 0 0,5-5 0 15,4-5 0-15,4-9 0 0,0-8 0 16,4-9 0-16,-2-8 0 16,-2-7 0-16,-2-12 0 0,-4-6 0 15,-3-10 0-15,-1-6 0 0,-6-4 0 16,-5-4 0-16,-2 2 0 0,-6 0 0 15,-2 3 0-15,0 2 0 16,-2 7 0-16,0 4-357 0,2 5-663 16,4 7-197-16,7 2-1504 0</inkml:trace>
  <inkml:trace contextRef="#ctx0" brushRef="#br0" timeOffset="168150.88">27563 2006 4297 0,'0'0'549'16,"0"0"3"-16,0 0 148 0,-12 37-207 16,12-7-113-16,0 7 152 15,0 5-368-15,2 2 52 0,0 6 93 16,-2 1-309-16,0 2 0 0,-6 0 0 15,-1 1 0-15,1-6 0 0,0-4 0 16,2-6 0-16,4-8-425 0,0-10-1080 16,2-8-159-16,2-9-717 0</inkml:trace>
  <inkml:trace contextRef="#ctx0" brushRef="#br0" timeOffset="168422.55">27799 2376 4069 0,'0'0'1837'0,"-46"-6"-544"0,21 6-757 16,7 4-156-16,-1 7-303 0,3 5-77 15,1 4 0-15,3 5 0 0,1 6 0 16,5 1 0-16,6-1 0 0,6-4 0 16,11-3 0-16,4-8 0 15,3-4 0-15,3-7 0 0,2-5 0 16,2-2 0-16,-4-8 0 0,-2-3 0 15,-4-5 0-15,-5-1 0 0,-8-2 0 16,-3 0 0-16,-3-3 0 0,-2 3 0 16,-5-2 0-16,1-1 0 0,0 5-713 15,0 2-372-15,0 5-379 0,4 2-3282 0</inkml:trace>
  <inkml:trace contextRef="#ctx0" brushRef="#br0" timeOffset="168807.11">27925 2441 5182 0,'-19'47'1264'0,"7"-11"-691"16,1 6-17-16,3-9-156 0,4-2-288 15,4-6-7-15,6-6-105 0,5-5 0 16,5-3 0-16,1-8 0 0,1-3 0 16,3-6 0-16,-5-7 0 0,3-1 0 15,-2-6 0-15,-5-3 0 16,0 1 0-16,-3-2 0 0,-3 0 0 15,-2 5 0-15,-4 5 0 0,0 7 0 16,0 2 0-16,0 4 0 0,-2 1 0 16,-2 7 0-16,0 9 0 0,2 6 0 15,-1 3 0-15,3 0 0 0,7-6-121 16,3-5-35-16,2-2 56 16,5-5-20-16,2-1 36 0,3-4 84 15,3-2 20-15,0 0-20 0,-2-2 64 16,-3-5 56-16,-1-1-80 0,-3-4 76 15,-3-1 105-15,-3-5-221 16,-4-2 0-16,1 0 0 0,-5-3 0 16,0 3 0-16,-2-1 0 0,0 1 0 15,0 3 0-15,-2 2 0 0,0 5 0 16,2 4-517-16,0-1-2821 0</inkml:trace>
  <inkml:trace contextRef="#ctx0" brushRef="#br0" timeOffset="169199.04">28638 2422 4221 0,'0'0'1473'0,"0"0"-629"0,0 0-143 0,0 0 252 15,0 0-953-15,0 0 0 0,60-21 0 16,-15 14 0-16,7 1 0 0,-2 3 0 16,-7 2 0-16,0 1 0 0,-5 1 0 15,-5 2 0-15,-2-1 0 0,-11 1 0 16,-5-2 0-16,-7 0 0 0,-4-1-1093 16,2 0-288-16,-1-1-476 0</inkml:trace>
  <inkml:trace contextRef="#ctx0" brushRef="#br0" timeOffset="169446.32">29041 2209 5838 0,'0'0'957'0,"0"0"379"0,0 0-1275 16,0 0-61-16,0 0 0 0,0 0 0 16,0 0 0-16,0 0 0 15,48 51 0-15,-24-27 0 0,-1-1 0 16,-2 5 0-16,-3-1 0 0,-1 1 0 15,-5 2 0-15,-3-2 0 0,-9 1 0 16,-5-2 0-16,-7-1 0 0,-2-3 0 16,-1-7 0-16,5-5 0 0,1-5 0 15,3-5-53-15,4-1-1283 0,-4-7-5023 0</inkml:trace>
  <inkml:trace contextRef="#ctx0" brushRef="#br0" timeOffset="170148.99">29636 2242 2044 0,'0'0'3586'0,"0"0"-2661"0,0 0 271 16,0 0-755-16,0 0-441 0,-31 38 0 15,19-6 0-15,2 4 0 0,1-2 0 16,3-3 0-16,4 0 0 0,-2 0 0 16,0-2 0-16,2-2 0 15,0-3 0-15,0-3 0 0,2-7 0 16,0-5 0-16,0-5 0 0,0-4 0 15,6-3 0-15,4-11 0 16,9-13 0-16,6-10 0 0,-1-7 0 16,7 0 0-16,-4 8 0 0,-2 5 0 15,-4 8 0-15,-5 10 0 0,-8 7 0 16,-1 7 0-16,-5 11 0 0,2 5 0 16,-2 5 0-16,0 3 0 15,0 1 0-15,0 0 0 0,2 2 0 16,0-3 0-16,5-3 0 0,-3-2 0 15,2-2 0-15,0-6-109 0,-1-5-1992 16,-1-2-256-16</inkml:trace>
  <inkml:trace contextRef="#ctx0" brushRef="#br0" timeOffset="170427.22">29992 2396 6567 0,'0'0'816'0,"0"0"-136"15,0 0-551-15,0 0-129 16,-37-19 0-16,20 27 0 0,-4 6 0 0,1 6 0 16,1 5 0-16,5 2 0 15,1 4 0-15,7-2 0 0,6-1 0 16,6-6 0-16,9-4 0 0,3-5 0 16,7-5 0-16,0-8 0 15,2-1 0-15,-2-9 0 0,-1-6 0 16,-5-3 0-16,-2-2 0 0,-5-4 0 15,-8 2 0-15,0-3 0 0,-6 3 0 16,-4-1 0-16,-4 3 0 0,-5-1 0 16,-3 2 0-16,-1-1 0 0,7 4-1461 15,1 0-2297-15</inkml:trace>
  <inkml:trace contextRef="#ctx0" brushRef="#br0" timeOffset="171839.24">30463 2522 5610 0,'0'0'692'0,"0"0"225"16,0 0-513-16,0 0-192 0,0 0 128 15,0 0-323-15,52-1-17 0,-25-11 0 16,2-7 0-16,-2-1 0 0,1-4 0 16,-5 2 0-16,0-2 0 0,-7 0 0 15,-1 3 0-15,-5 1 0 0,-6 3 0 16,-4 5 0-16,-4 3 0 0,-10 3 0 16,-5 2 0-16,-1 4 0 15,-7 7 0-15,2 9 0 0,0 5 0 16,4 4 0-16,1 3 0 0,5 3 0 15,5 1 0-15,4 3 0 16,6-2 0-16,6-2 0 0,10-4 0 16,3-4 0-16,8-7 0 0,2-9 0 15,2-6 0-15,0-2-97 0,0-8-419 16,-2-3-32-16,-2-5-537 0,-9 5-83 16,-3-2-289-16</inkml:trace>
  <inkml:trace contextRef="#ctx0" brushRef="#br0" timeOffset="172089.19">30804 2504 3857 0,'0'0'757'0,"0"0"15"16,-6 38-356-16,6-20-292 0,0 0 0 16,-2-2-88-16,0 2 24 0,0-4 184 15,0-3-84-15,0-4 41 0,0-1 299 16,2-4-80-16,-2 1 24 16,2-3-367-16,0-3-77 0,0-12 0 15,10-12 0-15,2-10 0 0,5-8 0 16,1-1 0-16,-1 3 0 0,4 3 0 15,-5 5 0-15,-1 9 0 16,-5 10 0-16,-4 7 0 0,-4 5 0 16,0 3 0-16,-2 1 0 0,0 9 0 15,0 11 0-15,-4 11 0 0,-2 8 0 16,0 1 0-16,0 1 0 0,4-8 0 16,2-2 0-16,4-5 0 15,4-3-473-15,-2-8-671 0,0-4-1742 0</inkml:trace>
  <inkml:trace contextRef="#ctx0" brushRef="#br0" timeOffset="172506.29">31061 2578 5570 0,'0'0'1189'16,"0"0"-581"-16,26-39-132 15,-9 15-127-15,-5-3-349 0,-1 2 0 16,-3-3 0-16,-6 2 0 0,-2 4 0 15,-2 4 0-15,-4 6 0 16,-3 6 0-16,-5 6 0 0,0 9 0 16,-3 7 0-16,0 9 0 0,3 5 0 15,-3 2 0-15,7 1 0 0,4-1 0 16,6-1 0-16,6-8 0 0,9-4 0 16,5-6-13-16,7-4 5 0,6-6-44 15,0-3 52-15,2 0 0 16,-4-2-12-16,-2-2-4 0,-6 1-124 15,-4 2-80-15,-5-2 44 0,-8 3-180 16,-1 0 208-16,-3 0 148 0,-2 1 32 16,0 1 52-16,0-1 156 0,0-1 224 15,-5-4-236-15,1-6-135 0,2-11-93 16,-2-5 0-16,4-6 0 0,0 3 0 16,2 1 0-16,0 4 0 15,2 1 0-15,-2 4-233 0,1 5-387 16,-3 3-1109-16,0 4-236 0,-3-1-1340 0</inkml:trace>
  <inkml:trace contextRef="#ctx0" brushRef="#br0" timeOffset="173031.96">31505 2469 4554 0,'0'0'2357'0,"-19"-38"-1345"16,7 19-743-16,2 6-269 15,-5 3 0-15,1 9 0 0,-3 1 0 16,-1 7 0-16,1 9 0 0,0 4 0 15,5 5 0-15,2 1 0 16,6-1 0-16,4-3 0 0,8-2 0 16,6-3 0-16,5-5 0 0,2-5 0 15,3-5 0-15,3-3 0 0,0-5 0 16,0-5 0-16,-2-2 0 16,-7-1 0-16,1 3 0 0,-9 3 0 0,-3 2 0 15,-3 5 0-15,-4 1 0 16,2 2 0-16,0 10 0 0,-2 13 0 15,-4 6 0-15,-5 6 0 0,-1-1 0 16,0 0 0-16,-3 0 0 0,-3 2 0 16,-3-2 0-16,-3 3 0 0,-3-3 0 15,-4 2 0-15,2-6 0 0,0-1 0 16,0-8 0-16,4-6 0 16,7-7 0-16,6-7 0 0,3-6 0 15,9-16 0-15,5-11 0 0,7-13 0 16,9-7-545-16,8-1-147 0,4-2 235 15,8 1 93-15,3 2 168 16,-1 3-16-16,-3 3-840 0,-11 12-193 16,-7 6-204-16</inkml:trace>
  <inkml:trace contextRef="#ctx0" brushRef="#br0" timeOffset="173401.38">31712 2452 3549 0,'0'0'1501'0,"0"0"388"0,0 0-1049 16,0 0-427-16,0 0-413 15,-48 49 0-15,30-17 0 0,5 0 0 0,5-7 0 16,8-5 0-16,8-6 0 15,7-3 0-15,3-4 0 0,3-5 0 16,4-4 0-16,0-7 0 0,-3-2 0 16,-1-5 0-16,-5 1 0 0,-3-2 0 15,-3 3 0-15,-6 1 0 0,0 3 0 16,-1 4 0-16,-1 3 0 0,-2 3 0 16,0 0 0-16,2 7 0 15,2 10 0-15,0 4 0 0,2 5 0 16,0 1 0-16,-2-1 0 0,1 5 0 15,-3 5 0-15,-2 4 0 16,0 3 0-16,-9 4 0 0,-5 4 0 0,-5 3 0 16,-8 0 0-16,-4 0 0 15,-2-2 0-15,-2-4 0 0,0-5 0 16,2-10 0-16,4-7 0 0,0-9 0 16,6-10 0-16,3-7 0 15,5-11 0-15,3-9 0 0,4-9 0 16,3-12 0-16,5-10 0 0,5-3 0 15,11 0 0-15,9 6 0 0,8 3 0 16,2 1-213-16,-4 9-947 0,-2 2-2470 0</inkml:trace>
  <inkml:trace contextRef="#ctx0" brushRef="#br0" timeOffset="173762.48">32342 2107 5642 0,'-12'33'600'0,"-1"7"-332"0,1 8 505 16,-3 3-305-16,3 0-100 0,2 0-295 16,-1-1-73-16,1-3 0 15,2-3 0-15,0-4 0 0,1-4 0 16,5-8 0-16,2-3 0 0,4-7 0 15,5-5-61-15,1-4-723 16,2-6-93-16,-1-3-1316 0,-1-5-212 0</inkml:trace>
  <inkml:trace contextRef="#ctx0" brushRef="#br0" timeOffset="174037.19">32450 2467 6438 0,'0'0'1133'0,"0"0"-537"0,-46-28-571 15,30 28-25-15,-1 5 0 0,1 8 0 16,-1 6 0-16,-2 3 0 0,7 6 0 16,0-1 0-16,7 0 0 0,5-2 0 15,7 0 0-15,7-4 0 0,3-5 0 16,5-3 0-16,3-6 0 16,4-6 0-16,-2-2 0 0,0-9 0 15,-2-2 0-15,-7-3 0 0,-5-4 0 16,-5 0 0-16,-4-1 0 0,-4 0 0 15,-4 2 0-15,-4 4 0 16,-5 2-169-16,-1 4-1235 0,4 3-377 16,-3 0-684-16</inkml:trace>
  <inkml:trace contextRef="#ctx0" brushRef="#br0" timeOffset="174381.11">32725 2498 5266 0,'0'0'1417'16,"-40"4"-853"-16,18-8-116 0,-1 1 49 16,0-1-497-16,2 3 0 0,-1 1 0 15,1 1 0-15,4 6 0 0,3 4 0 16,6 2 0-16,2 2 0 0,6 3 0 16,4 0 0-16,10 0 0 15,5-2 0-15,6-3 0 0,6-2 0 16,0-4 0-16,4-2 0 0,-4-3 0 15,-2 2 0-15,-7-3 0 0,-3 3 0 16,-7-2 0-16,-3 2 0 0,-7 0 0 16,-2 2 0-16,-11 5 0 15,-9 3 0-15,-5 1 0 0,-8 0 0 16,-2-2 0-16,4-4 0 0,0-2 0 16,6-1 0-16,6-3 0 0,9-2 0 15,8-1-229-15,2 0-791 16,10-4-21-16,13-3-95 0,0 1-781 15,6-6-420-15</inkml:trace>
  <inkml:trace contextRef="#ctx0" brushRef="#br0" timeOffset="174677.09">33062 2514 6250 0,'0'0'853'15,"0"0"-169"-15,-50-32-340 0,27 23-283 16,-4 5-61-16,-2 1 0 0,2 3 0 15,1 5 0-15,7 1 0 16,0 2 0-16,9-1 0 0,2-1 0 16,4 4 0-16,4-1 0 0,10 4 0 15,4 0 0-15,11 0 0 0,8-1 0 16,5-1 0-16,1 1 0 0,-2-3 0 16,-2 1 0-16,-6 0 0 15,-6 0 0-15,-11-3 0 0,-3 1 0 16,-9-1 0-16,-11 4 0 0,-9 1 0 15,-9 5 0-15,-9-3 0 0,-3-4 0 16,-4 0 0-16,1-4 0 0,5-3 0 16,6 0 0-16,8-3 0 0,8 0 0 15,5-3-593-15,4 1-1076 0</inkml:trace>
  <inkml:trace contextRef="#ctx0" brushRef="#br0" timeOffset="185997.54">10960 8844 2189 0,'0'0'172'0,"21"63"908"16,-11-25-692-16,2 4-284 0,-1 3 56 15,5 6 285-15,3-1-165 16,3-1-20-16,-1-3 136 0,6-2-248 16,0-4-44-16,2-1-24 0,-6 0-72 15,1-1-8-15,-3-5 0 0,-4-1-168 16,-5-4-76-16,2-4-180 0,-3 0 160 15,3-3 96-15,-3 1-245 16,-1-1 217-16,-2 0 108 0,0-1-4 16,3 2 68-16,-5-3 16 0,4 1-148 15,1-2 80-15,-1-3 76 0,2 2-8 16,3-5 0-16,-5-2-88 0,5 0-328 16,-5-3 156-16,-4-1 140 0,0-4 84 15,1 2 40-15,1-3 4 16,-6 1 56-16,8 2 112 0,-6-2 132 15,7 3 176-15,-5 0-196 0,0 2 44 16,2 5-43-16,3 4-225 0,-9 2-28 16,2 1-4-16,0-1-16 0,-4-5-8 15,0-2 40-15,2-3-40 16,2-2 20-16,0-3 68 0,-1 5 8 16,7 2 48-16,-2 7 196 0,5 2-112 15,-3 2 28-15,4 3 256 0,-1 1-163 16,-3 1-45-16,5 1 140 0,-5 4-312 15,0 1-44-15,3 0 40 16,-3 2-108-16,4-1 4 0,-3-2 0 16,1 1-20-16,3-1-4 0,1-1 0 15,-1-3 8-15,-3 1-8 0,3 1 0 16,-5 0-4-16,4 1 4 0,-5 2 12 16,1-1 0-16,0 1-12 0,1 0 36 15,-1 2-12-15,0 0 92 16,1 0 117-16,-1-1-233 0,0-3 0 15,-4-3 0-15,5-2 0 0,-3-5 0 16,-2-5 0-16,-2-1 0 0,-2-5 0 16,5-3 0-16,-3-2 0 0,-4-1 0 15,4-2 0-15,-4 2 0 16,2-2 0-16,-2 1 0 0,0-2 0 16,4 1 0-16,-4 2 0 0,0-2 0 15,0 2 0-15,0 0 0 0,-4 1 0 16,4-1 0-16,0-2 0 15,0 1 0-15,0-1 0 0,0 0 0 16,-2 1 0-16,2-1 0 0,0 2 0 16,0-2 0-16,-4 1 0 0,4 1 0 15,0 1 0-15,0-2 0 0,4 3 0 16,2 2 0-16,11 5 0 0,1 2 0 16,1 2 0-16,2 2 0 15,-1-3 0-15,-5 0 0 0,1-1 0 16,-5 0 0-16,-1-1 0 0,-4 1 0 15,2-1 0-15,-6-5 0 0,3-1 0 16,-1-3 0-16,-2 0 0 0,-2 1 0 16,4-1 0-16,-4-3 0 0,0-1 0 15,2-1 0-15,-2-5 0 16,0-7 0-16,0-3 0 0,0-1 0 16,0 1 0-16,0 5 0 0,4 2 0 15,-4 4 0-15,4 4 0 0,-2 1 0 16,2 3 0-16,7 8 0 15,-5 5 0-15,4 4 0 0,1 3 0 16,-5-2 0-16,4 1 0 0,5 1 0 16,-1 3 0-16,-1 0 0 0,3 3 0 15,5 3 0-15,-3-1 0 0,1 3 0 16,2 0 0-16,-1-3 0 0,5 0 0 16,2-3 0-16,-6-3 0 15,6 0 0-15,-1-1 0 0,-5-3 0 16,6-1 0-16,2-2 0 0,-2-2 0 15,-4-3 0-15,1-1 0 0,-1 0 0 16,2-2 0-16,-4-2 0 0,1-1 0 16,-3-1 0-16,-3-1 0 15,-5 0 0-15,-5-2 0 0,0 2 0 16,-2 1 0-16,2 2 0 0,3 4 0 16,-7-1 0-16,2-2 0 0,0-3 0 15,-2-1 0-15,-2-1 0 16,0 0 0-16,4 2 0 0,-4-2 0 15,0-3 0-15,0-1-1029 0,-4-3-2437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26T18:06:38.483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14524 2241 2180 0,'0'0'1853'0,"0"0"-380"0,0 0-969 0,0 0-68 15,0 0 301-15,0 0-417 16,0 0-104-16,0 0 44 0,0 0-176 0,0 0 45 16,4 13-129-16,0-8 0 0,-2 2 0 15,-2 0 0-15,4 4 0 16,-4-3 0-16,4 0 0 0,-4 2 0 16,0-1 0-16,0 4 0 0,-4 5 0 15,4 1 0-15,0 1 0 0,-4 5 0 16,4 6 0-16,0 6 0 15,0 5 0-15,-2 7 0 0,-2 5 0 16,0 3 0-16,4 5 0 0,-2 1 0 16,2 3 0-16,0 9 0 0,-5 2 0 15,5 3 0-15,0 4 0 0,0 0 0 16,5 3 0-16,1 6 0 0,4 2 0 16,0 3 0-16,1 1 0 15,-1 1 0-15,0 2 0 0,-3 1 0 16,-1 0 0-16,2-1 0 0,-6 4 0 15,-2-5 0-15,0 3 0 0,0-1 0 16,-2-1 0-16,-6-5 0 16,6-1 0-16,-7-8 0 0,3-1 0 15,0-7 0-15,0-8 0 0,-2-4 0 16,6-9 0-16,-3-9 0 16,5-10 0-16,-4-9 0 0,4-12 0 15,0-7 0-15,4-9 0 0,1-6 0 16,1-16-517-16,4-2-880 0,0-20-3493 0</inkml:trace>
  <inkml:trace contextRef="#ctx0" brushRef="#br0" timeOffset="770.61">14484 2062 6250 0,'0'0'44'0,"0"0"553"16,0 0-413-16,0 0 4 0,0 0 192 16,0 0-280-16,0 0-52 0,40 3 136 15,11-1-96-15,15 4 32 0,9 2-111 16,5-1-9-16,9 3 0 0,11-2 0 16,5-1 0-16,11-1 0 15,10-1 0-15,4-3 0 0,2 1 0 16,5 0 0-16,3-2 0 0,3 3 0 15,10-3 0-15,0 0 0 0,4-1 0 16,0 0 0-16,2-5 0 0,-4 2 0 16,-8-3 0-16,-4-1 0 0,-15-1 0 15,-12 1 0-15,-13 1 0 16,-12 0 0-16,-19 0 0 0,-14 2 0 16,-16 0 0-16,-11 2 0 0,-15 1-257 15,-10 0-279-15,-6 1-224 0,0 0 163 16,0 0 185-16,0 0-276 15,0 0 67-15,-10 1-511 0</inkml:trace>
  <inkml:trace contextRef="#ctx0" brushRef="#br0" timeOffset="1638.92">14391 5778 2076 0,'0'0'3218'16,"0"0"-2582"-16,0 0-332 0,0 0 473 16,69 10-289-16,-18-11-68 0,13-7-147 15,9-1-273-15,7-3 0 0,9 0 0 16,6 1 0-16,9 0 0 0,5 0 0 15,7 2 0-15,12-1 0 0,8 3 0 16,7 4 0-16,4 0 0 0,8 3 0 16,0 0 0-16,0 3 0 0,-6 1 0 15,-13 2 0-15,-6 0 0 0,-18-1 0 16,-13-3 0-16,-8-2 0 16,-18-1 0-16,-7-5 0 0,-17-2 0 15,-7-7-517-15,-7-6-199 0,-17 3-201 16,-3-7-2312-16</inkml:trace>
  <inkml:trace contextRef="#ctx0" brushRef="#br0" timeOffset="2434.16">17810 2235 2585 0,'0'0'1192'0,"0"0"45"0,0 0-601 0,0 0-116 15,0 0 297-15,0 0-381 0,0 0 4 16,0 0-111-16,0 0-329 0,0 0 0 16,-4-7 0-16,4 16 0 0,0 11 0 15,0 17 0-15,-4 13 0 16,-2 11 0-16,4 5 0 0,0 2 0 16,2 5 0-16,0 4 0 0,4 7 0 15,6 5 0-15,-2 5 0 0,5 2 0 16,1 3 0-16,-1 5 0 15,5 5 0-15,-1 7 0 0,-1 5 0 16,-1 4 0-16,-5 5 0 0,-8 2 0 16,-2 4 0-16,0 1 0 0,-4-1 0 15,-2 2 0-15,0-2 0 0,-9-5 0 16,5-5 0-16,-2-6 0 0,-3-11 0 16,-1-7 0-16,5-7 0 15,-3-11 0-15,3-7 0 0,1-8 0 16,2-11 0-16,0-1 0 15,1-9 0-15,7-5 0 0,0-5 0 16,0-6 0-16,7-7-73 0,1-6-163 16,4-6-204-16,-1-5-613 0,3-4-75 15,-4-3 47-15,-3-1-1976 0</inkml:trace>
  <inkml:trace contextRef="#ctx0" brushRef="#br0" timeOffset="2869.78">17033 5805 7159 0,'0'0'920'0,"43"8"-807"0,9-5-113 15,16 1 0-15,11-3 0 0,10-2 0 16,2-5 0-16,6-3 0 16,-6 0 0-16,-8-1 0 0,-13-1 0 15,-23 0-2778-15</inkml:trace>
  <inkml:trace contextRef="#ctx0" brushRef="#br0" timeOffset="4467.68">16221 3980 1104 0,'0'0'3326'0,"-33"1"-2394"15,16-8 176-15,3-1-547 0,3-3-189 16,1-5 116-16,0-2-360 0,3-2 8 15,7-3-99-15,0 1-37 0,5 1 0 16,1 3 0-16,4 3 0 0,7 3 0 16,-7 3 0-16,6 3 0 15,-1 2 0-15,1 4 0 0,-1 5 0 16,2 1 0-16,-1 4 0 0,3 1 0 16,-7 2 0-16,3 3 0 15,-9 1 0-15,0 1 0 0,-6 3 0 16,-2-2 0-16,-6 1 0 0,-9-1 0 15,3-1 0-15,-9 0 0 0,0-1 0 16,-2-2 0-16,5-2 0 0,3-2 0 16,3-5 0-16,3-2 0 0,5-2 0 15,2-2 0-15,-2-2 0 0,2-7 0 16,2-5 0-16,2-10 0 0,2-3 0 16,8-3 0-16,6 3 0 15,-1 6 0-15,6 3 0 0,-1 5 0 16,5 7 0-16,-8 4 0 0,-5 4 0 15,-8 8 0-15,2 8 0 0,-1 2 0 16,-5 4 0-16,0-3 0 0,0-4 0 16,-5-2 0-16,5-7 0 15,0-3 0-15,-2-3 0 0,2-1 0 16,0-1 0-16,0 0-1393 0,0-9-800 0</inkml:trace>
  <inkml:trace contextRef="#ctx0" brushRef="#br0" timeOffset="6589.72">16072 3864 1584 0,'0'0'2201'0,"37"-33"-1637"0,-16 20-27 0,-5 4 495 16,-1 3-548-16,-3 2-175 0,-2 2-1 16,1 2-220-16,3 5-12 0,-1 5 172 15,-1 5-8-15,1 4-32 0,-7 5 52 16,2 1-207-16,-6 0-53 0,-2 3 0 16,0-2 0-16,-6 2 0 15,-9 1 0-15,-1-1 0 0,-7 0 0 16,-2-3 0-16,0-4 0 0,-1-6 0 15,-1-6 0-15,4-6 0 0,2-4 0 16,3-10 0-16,1-6 0 0,5-6 0 16,1-5 0-16,3-7 0 15,8 0 0-15,0-1 0 0,11 4 0 16,3 2 0-16,9 6 0 0,-3 3 0 16,1 7 0-16,0 7 0 15,-1 5 0-15,-3 3 0 0,-1 7 0 16,-1 2 0-16,1 1 0 0,-1 4 0 15,-1 0 0-15,-1-2 0 0,-7 4 0 16,-2-2 0-16,0-2 0 0,-4-1 0 16,0-1 0-16,-4-2 0 0,-2-2 0 15,-2-1 0-15,-5-2 0 0,-1-3 0 16,-3-1 0-16,5-6 0 0,-1-9-1149 16,5 0-776-16,-2-5-1213 0</inkml:trace>
  <inkml:trace contextRef="#ctx0" brushRef="#br0" timeOffset="7319.83">16099 3971 2024 0,'0'0'1521'16,"0"0"-428"-16,0 0-705 0,0 0 84 15,0 0 324-15,0 0-295 0,0 0-113 16,0 0 84-16,0 0-280 0,6 0-16 15,-2-3-7-15,0-3-169 0,7-7 0 16,5-12 0-16,11-7 0 0,8-7 0 16,9-8 0-16,3-3 0 15,9-9 0-15,12-9 0 0,6-8 0 16,7-2 0-16,-9 3 0 0,-3 7 0 16,-16 9 0-16,-5 9 0 0,-9 5 0 15,-6 4 0-15,-2 8 0 0,-8 2 0 16,-2 6 0-16,-11 5 0 15,-2 4 0-15,-6 4 0 0,-2 5 0 16,-4 1 0-16,-4 1 0 0,-2 3-761 16,-5 0-132-16,9 2-359 0,2 0-2102 0</inkml:trace>
  <inkml:trace contextRef="#ctx0" brushRef="#br0" timeOffset="8390.04">17107 2910 1960 0,'0'0'1041'0,"0"0"-465"0,-2 46 581 16,-6-32-477-16,2 3-52 16,-4-4 253-16,-1 0-449 0,-3-1-48 15,1-3 69-15,-1-1-453 0,2-4 0 16,-3-2 0-16,5-2 0 0,-3-1 0 15,3-1 0-15,2-3 0 0,2-1 0 16,1-5 0-16,-1 0 0 0,6-6 0 16,-4 2 0-16,4-3 0 15,4 0 0-15,7-2 0 0,-1 2 0 16,6 0 0-16,1 4 0 0,-3 4 0 16,7 3 0-16,-6 5 0 0,-3 2 0 15,2 0 0-15,-3 6 0 0,-1 2 0 16,-2 3 0-16,-4 0 0 15,7-2 0-15,-7 3 0 0,-2-1 0 16,-2 1 0-16,0-1 0 0,-6 1 0 16,0 0 0-16,-9 0 0 0,-1 1 0 15,-1-3 0-15,-4-1 0 0,-3-2 0 16,3 0 0-16,4-1 0 16,1-5 0-16,6-1 0 0,5 0 0 15,3-7 0-15,4-7 0 0,19-8 0 16,4-11-53-16,-2 5-2176 0,1-3-3289 0</inkml:trace>
  <inkml:trace contextRef="#ctx0" brushRef="#br0" timeOffset="10701.22">16436 2567 2205 0,'0'0'2421'0,"0"0"-1569"0,0 0 317 0,0 0-601 15,0 0-48-15,0 0-63 0,0 0-457 16,0 0 0-16,0 0 0 15,20-23 0-15,-3 21 0 0,1 2 0 16,5 4 0-16,4 4 0 0,-2 2 0 16,6 3 0-16,-4 1 0 0,10 2 0 15,4 2 0-15,3 2 0 0,3 5 0 16,-1 2 0-16,-3 3 0 0,-4 3 0 16,-5 4 0-16,-8 1 0 15,1 1 0-15,2 0 0 0,-2-2 0 0,-4-3 0 16,-5-4 0-16,1-2 0 15,0-4 0-15,-1-5 0 0,-3-3 0 16,-5-7 0-16,0-2 0 0,-5-3 0 16,-3-2 0-16,-2-1 0 0,0-1 0 15,-2-1-2406-15</inkml:trace>
  <inkml:trace contextRef="#ctx0" brushRef="#br0" timeOffset="11304.03">16382 2576 1844 0,'0'0'2041'0,"0"0"-1224"16,0 0 379-16,0 0-503 0,0 0-101 16,0 0 248-16,0 0-671 15,0 0-169-15,0 0 0 0,0 0 0 16,0 53 0-16,0-26 0 0,0 1 0 16,0 1 0-16,0-3 0 0,0 1 0 15,0 1 0-15,-4-5 0 0,2 0 0 16,-2-6 0-16,4-4 0 15,0-5 0-15,0-4 0 0,0-3 0 16,0-1-421-16,4-4-71 0,2-9-365 16,-2-1-647-16,2-10-1246 0</inkml:trace>
  <inkml:trace contextRef="#ctx0" brushRef="#br0" timeOffset="11731.21">16351 2527 4382 0,'0'0'952'0,"0"0"-20"16,0 0 329-16,0 0-596 0,0 0-665 16,0 0 0-16,64-32 0 0,-12 13 0 15,12-5 0-15,8-2 0 16,-4 2 0-16,1 3 0 0,-12 3 0 16,-9 3 0-16,-11 1 0 0,-6-3 0 15,-14 3 0-15,-7-8-6640 0</inkml:trace>
  <inkml:trace contextRef="#ctx0" brushRef="#br0" timeOffset="15524.08">16893 3727 2969 0,'0'0'2505'0,"0"0"-1485"16,0 0-127-16,0 0-485 0,0 0-116 16,0 0-187-16,0 0-105 15,51 3 0-15,-20-2 0 0,6-1 0 16,1 0 0-16,3 0 0 0,-4 0 0 16,0 0 0-16,-1 0 0 0,-8 1 0 15,-3 0 0-15,-8 1 0 16,1-1-509-16,-9-1-183 0,-5 1-993 15,0-1 44-15,-4 0-1100 0</inkml:trace>
  <inkml:trace contextRef="#ctx0" brushRef="#br0" timeOffset="16058.5">17244 3721 3977 0,'0'0'745'15,"0"0"-417"-15,0 0 272 0,0 0-308 16,0 0-12-16,0 0 181 0,0 0-189 16,0 0 0-16,0 0 168 0,-27-40-336 15,13 20 4-15,-3-5 0 16,1-1-96-16,-5 0-12 0,4-1 0 15,1 0 12-15,5 2-12 0,3-3 0 16,6 0-8-16,2 3 8 0,6-1 0 16,5 1-16-16,1 4 16 0,9 1 0 15,-1 1-28-15,1 1 28 0,0 0 0 16,4 2-8-16,-5 0 8 0,-1 3 0 16,-3 1 4-16,3 1-4 15,-7 2 0-15,-1 4 0 0,-1 2 0 16,0 2 0-16,-3 1-8 0,1 0 8 15,-2 2 0-15,4 9 0 0,7 10 0 16,-3 7 0-16,-1 8 4 0,-1 1-4 16,1-1 28-16,-3 0-16 15,-4 3 28-15,2-1 100 0,-6 0-119 16,3 1-21-16,-5-2 0 0,0-1 0 16,-5 0 0-16,3-1 0 0,-2-4 0 15,0-3 0-15,4-6 0 16,0-4 0-16,0-6 0 0,8-3 0 15,3-4 0-15,1-2 0 0,9-2 0 16,2-1 0-16,1-4 0 0,3-2 0 16,2-1 0-16,-2-4 0 0,-4-4 0 15,-7 3 0-15,-5-6-1597 0</inkml:trace>
  <inkml:trace contextRef="#ctx0" brushRef="#br0" timeOffset="17863.32">16293 2485 3405 0,'-37'-9'1169'0,"-5"2"-1165"0,-1 1 8 0,8 5-4 0,-2 2-4 16,0 6 0-16,-5 7-4 0,-1 4-4 16,-5 6 4-16,-3 6 0 0,-1 6 16 15,-2 7-16-15,-2 4 108 0,-2 9-52 16,1 3 0-16,3 6 20 15,0 4-64-15,2 3 0 0,7 5-12 16,2 2 0-16,1 4-4 0,9 3 4 16,2 5-16-16,4 6 16 0,2 3 8 15,5 5 0-15,3 2-8 0,1 3 0 16,1 2-12-16,3 1 12 0,-3-1 0 16,3 2-8-16,-3-1 8 0,9-2 32 15,2 2 12-15,8-7 200 16,7-4 256-16,7-7-272 0,7-5-48 15,12-7 12-15,0-6-144 16,15-5-24-16,6-10 12 0,4-9-24 16,8-6-12-16,7-12 0 0,3-6 12 15,5-8-12-15,8-11 8 16,6-9 0-16,9-7-4 0,-1-12 16 16,5-9-8-16,0-10-4 0,-3-7 81 15,1-9-77-15,-5-7 40 0,-4-7 104 16,-1-6-76-16,-7-5 124 0,-9-2 204 15,1-7-208-15,-8 0-44 0,-9-6 24 16,-10-3-172-16,-9-2-8 0,-7-2 36 16,-5-1-32-16,-10-1-4 0,-7-2 0 15,-1-4-4-15,-9-2-48 0,-1 0-40 16,-9-1-80-16,0-1 36 0,-7 1-192 16,-5-1 84-16,-7 5 220 0,-7 3 20 15,-8 7-48-15,-7 7 52 16,-11 7-4-16,-5 7 44 0,-12 10 4 15,-3 11 144-15,-7 8-88 0,-7 11 44 16,-7 11 64-16,-7 11-184 0,1 9 16 16,-8 10 68-16,-3 10-92 15,1 13 40-15,-3 7-20 0,-4 11-28 16,3 9-8-16,-3 9 0 0,0 11-12 16,6 10-8-16,-1 10-112 0,1 8-36 15,11 9 80-15,4 8 72 16,10 8-40-16,13 5 36 0,2 5-8 15,14 3-60-15,8 0-8 0,15-4 24 16,17-4 48-16,16-7 24 0,26-8 0 16,18-9 24-16,24-9 32 0,25-16 136 15,13-13-156-15,24-16-36 0,19-19-340 16,14-13-337-16,15-17-255 16,-38-6-877-16,-1-12-64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26T18:07:37.800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4761 1842 1876 0,'0'0'1217'0,"0"0"-169"0,0 0 49 16,0 0-317-16,0 0-131 0,0 0 195 16,0 0-388-16,0 0-231 0,0 0-225 15,-21-23 0-15,4 31 0 0,-3 13 0 16,-9 7 0-16,0 8 0 0,2 7 0 16,2 2 0-16,4 4 0 0,1 4 0 15,7 2 0-15,9-2 0 0,4 4 0 16,2-1 0-16,7-3 0 0,5-2 0 15,3-3 0-15,-1-7 0 16,5-4 0-16,-1-6 0 0,7-9 0 16,4-9 0-16,7-8 0 0,3-5 0 15,2-11 0-15,1-10 0 16,-3-4 0-16,-10-7 0 0,-6 0 0 16,-9 0 0-16,-11 0 0 0,-5 4 0 15,-11-2 0-15,-3 5 0 0,-7 5 0 16,-2 6 0-16,3 4 0 15,-1 4 0-15,2 5 0 0,7-1 0 16,2 1 0-16,3-2 0 0,7 2 0 16,0-6 0-16,0 1-477 0,0-12-4425 0</inkml:trace>
  <inkml:trace contextRef="#ctx0" brushRef="#br0" timeOffset="386.29">5197 2337 6915 0,'0'0'1120'0,"0"0"-963"0,0 0-157 0,0 0 0 0,0 0 0 16,-40 55 0-16,24-15 0 0,4 1 0 16,5-3 0-16,7-8 0 0,7-4 0 15,9-5 0-15,-1-4 0 16,3-9 0-16,1-4-2106 0,-9-8-1083 0</inkml:trace>
  <inkml:trace contextRef="#ctx0" brushRef="#br0" timeOffset="524.22">5302 1976 6755 0,'0'0'240'15,"0"0"-88"-15,0 0 244 0,0 0-304 16,0 0-92-16,0 0-132 0,0 0-556 16,0 0-261-16,0 0-435 0</inkml:trace>
  <inkml:trace contextRef="#ctx0" brushRef="#br0" timeOffset="885.09">5350 2268 5746 0,'0'0'825'0,"0"0"-497"0,0 0 220 16,0 36-228-16,4-9 28 0,2 8-271 15,0 0-77-15,0-1 0 0,5 2 0 16,-1 0 0-16,-2-2 0 0,3-3 0 16,1-7 0-16,-2-8 0 0,5-8 0 15,-5-4 0-15,1-4 0 0,-1-10 0 16,2-6 0-16,3-10 0 15,-5-7 0-15,0-3 0 0,3-3 0 16,1 1 0-16,-7 1 0 0,3 8 0 16,-4 4 0-16,-2 8 0 0,0 7 0 15,-2 6-261-15,3 2-719 16,-5 1-77-16,0 1-1476 0,4 2 8 0</inkml:trace>
  <inkml:trace contextRef="#ctx0" brushRef="#br0" timeOffset="1385.18">5581 2426 144 0,'0'0'3417'0,"0"0"-2512"0,37 44 491 16,-16-37-683-16,4-5-225 0,-2-2 304 16,4-2-455-16,1-5-337 0,-5-4 0 15,-2-3 0-15,-5 0 0 0,-5-3 0 16,-5-1 0-16,-2 2 0 0,0-1 0 16,-4 5 0-16,0 4 0 0,0 4 0 15,-6 3 0-15,4 1 0 0,-4 5 0 16,0 8 0-16,-1 7 0 0,-1 9 0 15,2 3 0-15,0-3 0 16,2-1 0-16,4-5 0 0,0-4 0 16,6-2 0-16,2-4 0 0,2-4-61 15,1-2 57-15,1-2-24 16,-2-4 28-16,5-1 12 0,-5 0 0 16,7-2-12-16,-5-4 8 0,3-1-4 15,-5-4-4-15,4 1 0 0,3-5-20 16,0 5 12-16,-1-3 0 15,-1 4-16-15,-9 2 24 0,-2 4 8 16,-2 2 4-16,0-1 48 0,-2 2-23 16,0 0-37-16,-4 3 0 0,0 0 0 15,2 2 0-15,-2-3 0 0,4 2 0 16,0-4 0-16,0 0 0 0,0 0 0 16,10-4 0-16,0-5 0 0,7-2 0 15,-1 1 0-15,3-2 0 0,-3 2 0 16,-5 2 0-16,-5 2 0 0,0 4 0 15,2-2 0-15,-1 3 0 16,3 1 0-16,2 9 0 0,3 12 0 16,-1 3 0-16,-3 6 0 0,-5-3 0 15,0-1 0-15,0-2 0 16,2-4 0-16,-1-7-1453 0,-3-8-2941 0</inkml:trace>
  <inkml:trace contextRef="#ctx0" brushRef="#br0" timeOffset="4121.2">7140 1891 3921 0,'0'0'2257'0,"0"0"-972"16,0 0-793-16,0 0-255 0,-21 43-237 16,21-11 0-16,2 6 0 0,6 7 0 15,1 1 0-15,5 7 0 0,-3 5 0 16,-1 2 0-16,-6-1 0 0,2-3 0 15,-6-5 0-15,0-8 0 16,0-9 0-16,0-8 0 0,4-5 0 16,-4-9 0-16,2-5 0 0,-2-5-25 15,5-2-2284-15,-5-11-396 0</inkml:trace>
  <inkml:trace contextRef="#ctx0" brushRef="#br0" timeOffset="4355.72">7094 1934 5766 0,'0'0'496'0,"21"-43"-15"0,0 22 391 16,1 4-428-16,9 2-311 0,7 3-133 15,3 2 0-15,0 2 0 0,1 4 0 16,-11 4 0-16,2 0 0 0,-13 4 0 15,1 1 0-15,-4-2-293 16,-11-1-1908-16,2-2-600 0</inkml:trace>
  <inkml:trace contextRef="#ctx0" brushRef="#br0" timeOffset="4556.55">7051 2228 6426 0,'0'0'1253'16,"0"0"-977"-16,54 8-39 0,-11-5-237 16,13-2 0-16,2-1 0 0,0 1 0 15,0-1 0-15,-5 0 0 0,-7 0 0 16,-13 0 0-16,-8 0-1569 0</inkml:trace>
  <inkml:trace contextRef="#ctx0" brushRef="#br0" timeOffset="5051.28">7965 1618 3205 0,'0'0'2769'0,"0"0"-1960"16,0 0-189-16,0 0 169 0,0 0-789 15,-36 51 0-15,3-7 0 0,-2 11 0 16,-6 7 0-16,4 4 0 15,4 9 0-15,-3 4 0 0,14 5 0 16,1 3 0-16,7-2 0 0,14 1 0 16,0-3 0-16,14-6 0 0,7-9 0 15,6-6 0-15,0-10 0 0,6-9 0 16,2-8 0-16,6-10 0 0,-4-8 0 16,7-10 0-16,1-7 0 0,-4-13 0 15,-7 0-1101-15,-10-6-1116 0</inkml:trace>
  <inkml:trace contextRef="#ctx0" brushRef="#br0" timeOffset="5369.57">8202 1927 6542 0,'0'0'505'0,"0"0"191"0,0 0-247 16,0 0-449-16,-41 28 0 0,29 9 0 16,-3 9 0-16,1 8 0 0,7 0 0 15,3 6 0-15,2 3 0 0,2 0 0 16,6 3 0-16,-6-5 0 0,5-5 0 16,1-6 0-16,-6-8 0 0,4-5 0 15,2-10 0-15,-2-3 0 0,2-10 0 16,5-3 0-16,9-6 0 15,1-5 0-15,8-5 0 0,6-5 0 16,-4-4 0-16,-4-2 0 0,4-1 0 16,-4-3 0-16,-6 1-437 0,-1-4-243 15,-9 7-1105-15,-5-2-276 0</inkml:trace>
  <inkml:trace contextRef="#ctx0" brushRef="#br0" timeOffset="5593.23">7814 2439 5674 0,'0'0'428'0,"51"0"529"16,-7-7-237-16,7-1-307 0,3-5-413 15,4-3 0-15,4 1 0 0,-8-3 0 16,2-2 0-16,2 1 0 0,-5-4 0 15,-7 1-1005-15,-9 4-532 16,-14-1-3149-16</inkml:trace>
  <inkml:trace contextRef="#ctx0" brushRef="#br0" timeOffset="5869.49">8467 1712 6066 0,'0'0'521'0,"0"0"-113"0,45 14 256 16,-14 4-232-16,2 10-331 0,3 12-101 15,-5 8 0-15,-2 10 0 0,0 6 0 16,-7 3 0-16,-1 4 0 0,0-1 0 16,-11 1 0-16,-6-1 0 0,-12-3 0 15,-5-3 0-15,-7-5 0 0,-5-6 0 16,2-4 0-16,-2-5 0 0,3-8 0 15,-3-4 0-15,4-4 0 16,9-9 0-16,1-7 0 0,7-6 0 16,4-3 0-16,0-3 0 0,0 0-641 15,0-1-1740-15,11-9-344 0</inkml:trace>
  <inkml:trace contextRef="#ctx0" brushRef="#br0" timeOffset="6913.34">9920 2374 2092 0,'0'0'2406'0,"0"-46"-1518"0,-6 24-184 15,-4 6-67-15,-5 0 183 0,1 7-428 16,-3 1-139-16,-4 8-253 15,5 8 0-15,-11 8 0 0,0 8 0 16,0 7 0-16,-4 2 0 0,6 5 0 16,5-2 0-16,3-1 0 0,11-3 0 15,2-3 0-15,4-6 0 0,10-5 0 16,5-6 0-16,3-5 0 0,11-7 0 16,4-7 0-16,-2-7 0 0,2-8 0 15,-2-2 0-15,0-1 0 0,-6-1 0 16,-4 3 0-16,-9 4 0 0,-1 6 0 15,-1 6 0-15,-10 2 0 16,4 5 0-16,-4 0 0 0,0 0 0 16,2 6 0-16,2 6 0 0,0 4 0 15,3 2 0-15,-1 0 0 16,4-3 0-16,-6-4 0 0,3-4 0 16,-3-1 0-16,2-2 0 0,-2-1 0 15,6 2 0-15,7-1 0 0,-3-2 0 16,-1-2 0-16,1 0 0 15,-1 1 0-15,-3 3-189 0,4-1-83 16,-7 2 128-16,-1 0 76 0,-2-2-8 16,2 2 36-16,-2-1 40 0,0-1 4 15,3 0 12-15,-7-2-16 0,4-1 216 16,-4-4 40-16,0-4 0 0,0-9-215 16,0-3-41-16,6-2 0 0,-2-1 0 15,2 2 0-15,1-1 0 0,3 7 0 16,-4 2 0-16,-2 5 0 0,2 3 0 15,-1 1 0-15,-1 4 0 16,-2 0 0-16,2 3 0 0,6 7 0 16,-4 5 0-16,5 2 0 0,-7 1 0 15,6 0 0-15,-4 1 0 16,5 1 0-16,-5 1 0 0,4 2 0 16,-6-5-977-16,3-3-2425 0</inkml:trace>
  <inkml:trace contextRef="#ctx0" brushRef="#br0" timeOffset="7193.61">10724 2413 4538 0,'0'0'1156'16,"0"0"-600"-16,0 0-19 0,-14-34 255 15,3 28-404-15,-1-1-163 0,-5 1-225 16,-1 2 0-16,1 4 0 15,-3 8 0-15,-3 5 0 0,2 8 0 16,1 3 0-16,-1 5 0 0,4 0 0 16,7 0 0-16,6-3 0 0,4 0 0 15,10-3 0-15,7-2 0 16,3-6 0-16,7-4 0 0,2-4 0 16,-2-3 0-16,4-4 0 0,-4-7 0 15,-6-4-201-15,-5-1-2228 0,-1-1-812 0</inkml:trace>
  <inkml:trace contextRef="#ctx0" brushRef="#br0" timeOffset="7566.4">10728 1831 6346 0,'0'0'729'0,"0"0"71"16,0 0-512-16,-10 72-259 0,6-16-29 15,4 7 0-15,0 3 0 0,4-2 0 16,6 4 0-16,3 1 0 0,1 0 0 16,3-1 0-16,-3-3 0 0,3-4 0 15,-7-13 0-15,-4-15-557 0,1-9-4705 16</inkml:trace>
  <inkml:trace contextRef="#ctx0" brushRef="#br0" timeOffset="9950.35">12033 2316 2433 0,'0'0'1904'0,"0"0"-607"0,0 0-693 16,0 0-19-16,0 0 343 15,0 0-496-15,0 0-423 0,0 0-9 16,-44-32 0-16,19 28 0 0,3 4 0 16,-3 0 0-16,-2 5 0 0,0 1 0 15,2 2 0-15,3 1 0 0,1 2 0 16,0 1 0-16,11 1 0 0,0-1 0 16,6-4 0-16,4 1 0 0,0-5 0 15,4 1 0-15,12 3 0 0,11 1 0 16,14 1 0-16,5-3 0 15,1 1 0-15,-3-1 0 0,-3 1 0 16,-10 4 0-16,-4 2 0 0,-12 3 0 16,-9-1 0-16,-6 4 0 0,-4 1 0 15,-7 0 0-15,-9-1 0 16,-3-1 0-16,-4 0 0 0,-8-2 0 16,4-3 0-16,-2-4 0 0,6-6 0 15,6-4 0-15,3-4 0 0,9-9-721 16,5-7-384-16,0 3-1540 15,4-10-928-15</inkml:trace>
  <inkml:trace contextRef="#ctx0" brushRef="#br0" timeOffset="10164.35">12206 1853 5462 0,'0'0'768'15,"0"0"185"-15,-20 49-329 0,13-17-239 16,1 5-385-16,-2 3 0 0,2 6 0 16,4 5 0-16,-2 5 0 0,4 6 0 15,0-2 0-15,4 1 0 16,-2-5 0-16,-2-3 0 0,4-6 0 16,-2-9 0-16,6-11 0 0,-6-9 0 15,2-8-1153-15,1-7-1757 0</inkml:trace>
  <inkml:trace contextRef="#ctx0" brushRef="#br0" timeOffset="10352.23">11996 2245 6346 0,'0'0'473'0,"0"0"51"0,37-33 300 16,-10 22-799-16,-3-1-25 0,7 1 0 15,-8 4 0-15,2 2 0 0,-2 3 0 16,-3 2 0-16,-5 0 0 15,1 0 0-15,1 6 0 0,-3-2-945 16,-7-1-1244-16,3-1-208 0</inkml:trace>
  <inkml:trace contextRef="#ctx0" brushRef="#br0" timeOffset="10616.44">12332 2502 4093 0,'0'0'2065'16,"0"0"-1552"-16,0 0-105 0,0 0 108 16,-20 34-248-16,20-31-24 0,0-2-159 15,-2-1-85-15,2 0 0 0,-4-5 0 16,4-6 0-16,0-6 0 0,-5-8 0 16,5-4 0-16,5-3 0 0,1-1 0 15,4 1 0-15,0 0 0 0,5 3 0 16,-3 7 0-16,-1 4 0 15,-1 7 0-15,-6 4 0 0,2 4 0 16,-2 2 0-16,1 1-237 0,-3 0-855 16,2 2-1458-16,2 5-827 0</inkml:trace>
  <inkml:trace contextRef="#ctx0" brushRef="#br0" timeOffset="10944.54">12459 2341 6230 0,'0'0'1025'0,"0"0"-597"0,0 0 81 16,0 0-509-16,0 0 0 0,0 0 0 16,-17 36 0-16,7-12 0 0,6 2 0 15,1 3 0-15,6-3 0 0,7 2 0 16,0-2 0-16,11-2 0 15,4-4 0-15,6-7 0 0,2-3 0 16,-2-8 0-16,0-2 0 0,0-9 0 16,-8-7 0-16,-3-4 0 0,-3-6 0 15,-7-5 0-15,0-1 0 16,-5-2 0-16,-5 2 0 0,0 3 0 16,-7 4 0-16,-1 11 0 0,6 3 0 15,-2 7 0-15,-2 1-89 0,2 1-1600 16,-7-3-804-16</inkml:trace>
  <inkml:trace contextRef="#ctx0" brushRef="#br0" timeOffset="11517.76">13008 2369 1428 0,'0'0'3198'0,"0"0"-2130"15,0 0 293-15,0 0-493 16,0 0-599-16,-4-34-269 0,-2 25 0 16,-8 3 0-16,-7 4 0 0,0 4 0 15,3 9 0-15,-3 13 0 0,6 4 0 16,5 8 0-16,4 2 0 15,6 1 0-15,0-1 0 0,12-5 0 16,9-2 0-16,4-9 0 0,8-5 0 16,2-9 0-16,8-8 0 0,-1-6 0 15,-5-7 0-15,0-8 0 0,-6-6-721 16,-6 3-1640-16,-8-3-2421 0</inkml:trace>
  <inkml:trace contextRef="#ctx0" brushRef="#br0" timeOffset="11736.47">13294 1842 6534 0,'0'0'389'15,"0"0"499"-15,0 0-668 16,-31 47-59-16,18-13-161 0,-1 8 0 16,8 1 0-16,-1 3 0 0,3 5 0 15,0 6 0-15,4 4 0 0,8 2 0 16,-6 1 0-16,3-2 0 15,1-8 0-15,-2-5 0 0,2-11 0 16,-6-10 0-16,4-10 0 0,-4-12-1341 16,0-4-836-16,-4-6-1981 0</inkml:trace>
  <inkml:trace contextRef="#ctx0" brushRef="#br0" timeOffset="11923.55">13062 2273 6218 0,'0'0'397'15,"37"-6"631"-15,-12 5-479 0,-2-1-549 16,6 1 0-16,-6 0 0 0,1 1 0 16,-5 0 0-16,2-2 0 0,-1 1 0 15,-1-3 0-15,-7 2 0 16,3-2 0-16,-3 0-893 0,-1 0-216 16,-3 0-199-16,-2 1-1658 0</inkml:trace>
  <inkml:trace contextRef="#ctx0" brushRef="#br0" timeOffset="12158.14">13383 2291 4233 0,'0'0'1333'0,"-7"54"100"16,7-25-685-16,0-7-303 0,7 1-445 15,3-3 0-15,0-1 0 0,7-4 0 16,-3 1 0-16,3-4 0 0,3-4 0 16,-3-3 0-16,-3-3 0 0,3-2 0 15,-3-4 0-15,-3-6 0 0,-1-6 0 16,-4-4 0-16,5-2 0 15,-9-8 0-15,2 1 0 0,2-1 0 16,-6-2 0-16,0 1 0 0,4 5 0 16,0 1 0-16,-2 7 0 0,7 6 0 15,-7 5 0-15,6 4-141 16,2 3-551-16,-1 0-333 0,1 0 229 16,-2 2-316-16,-2 4-2502 0</inkml:trace>
  <inkml:trace contextRef="#ctx0" brushRef="#br0" timeOffset="12419.07">13629 2588 1320 0,'0'0'4102'16,"0"0"-3558"-16,0 0-280 0,0 0-16 16,0 0-155-16,20-35 99 0,-7 10 272 15,1 0-76-15,-2-3-96 0,3-2-7 16,-1-2-285-16,-1-2 0 15,-3 3 0-15,5 4 0 0,-3 4 0 16,-4 5 0-16,-2 5 0 0,-1 2 0 16,-3 6 0-16,2 2 0 0,-4 1 0 15,4 2 0-15,-2 2-657 16,2 6-179-16,2 8-705 0,-2-2 228 16,-4 0-219-16</inkml:trace>
  <inkml:trace contextRef="#ctx0" brushRef="#br0" timeOffset="12698.71">13870 2354 164 0,'0'0'3641'16,"0"0"-2528"-16,0 0-465 0,0 0 449 16,0 0-497-16,0 0-24 0,-45-30-223 15,28 31-353-15,1 11 0 0,1 4 0 16,-1 5 0-16,-1 0 0 0,11 3 0 16,2-5 0-16,4-1 0 0,4-3 0 15,6-4 0-15,3-4 0 0,3-6 0 16,-1-1 0-16,1-6 0 15,1-3 0-15,-3-2 0 0,1-1 0 16,-9 0 0-16,0 4 0 0,3 3 0 16,-9 2 0-16,2 3 0 0,-2 0 0 15,0 0 0-15,4 7 0 16,-4 7 0-16,6 11 0 0,0 0 0 16,-2 0 0-16,2-8 0 0,3-5 0 15,1-3 0-15,0-7-1137 0,-3-2-468 16,-1 0-516-16</inkml:trace>
  <inkml:trace contextRef="#ctx0" brushRef="#br0" timeOffset="12884.39">14127 1927 7159 0,'0'0'760'0,"0"0"-487"15,0 0-273-15,-19 41 0 0,13-3 0 16,-4 10 0-16,5 3 0 15,5 1 0-15,5 4 0 0,5-2 0 16,0 0 0-16,1-2 0 0,-1-5 0 16,-4-3 0-16,-6-5 0 0,0-14-1509 15,0-10-4150-15</inkml:trace>
  <inkml:trace contextRef="#ctx0" brushRef="#br0" timeOffset="13339.73">14695 2623 5150 0,'0'0'2409'0,"0"0"-2025"0,-10 57-135 0,6-23-249 16,-3 4 0-16,3-1 0 0,2 2 0 15,-2 0 0-15,0 3 0 0,-2-2 0 16,2-3 0-16,-3-4 0 15,1-6 0-15,2-4 0 0,-2-7 0 16,6-7-453-16,-4-5-860 0,4-4-455 0</inkml:trace>
  <inkml:trace contextRef="#ctx0" brushRef="#br0" timeOffset="13625.37">14654 2407 6034 0,'0'0'296'0,"16"-54"289"0,3 31-1 16,0 9-428-16,-1 3-20 0,3 3 0 16,-5 3-128-16,7 1-8 0,-2 4 0 15,-1 3 4-15,1 2-4 0,0 5 0 16,-7 6-28-16,-3 0 0 0,-9 8-104 16,-2 1-8-16,0 2 112 0,0 4 16 15,-11 2-4-15,1-1 16 0,-2-1 0 16,-7-4 4-16,7-3-4 15,-3-6 0-15,-1-4-12 0,1-3-32 16,3-4-64-16,-3-4-132 0,5-3-8 16,8-7-321-16,2-7-107 0,2 2-72 15,2-8-1461-15</inkml:trace>
  <inkml:trace contextRef="#ctx0" brushRef="#br0" timeOffset="13857.34">15038 2588 3017 0,'0'0'2693'0,"0"0"-1384"16,0 0-797-16,0 0-120 0,0 0-123 16,-37 19-269-16,37-34 0 0,0-10 0 15,4-7 0-15,7-1 0 0,1 2 0 16,-2 6 0-16,5 5 0 15,-1 3 0-15,-1 3 0 0,3 1 0 16,3 1 0-16,-3 2 0 0,7-1 0 16,-4-1-1061-16,-7 5-992 0,-2 0-1553 0</inkml:trace>
  <inkml:trace contextRef="#ctx0" brushRef="#br0" timeOffset="14132.38">15326 2297 4341 0,'0'0'3782'16,"-42"2"-3713"-16,22 2-69 0,-1 5 0 16,0 2 0-16,5 4 0 0,-1 3 0 15,1 6 0-15,5 1 0 0,3 2 0 16,8 1 0-16,0 1 0 0,10-5 0 16,11-4 0-16,6-5 0 0,2-8 0 15,0-6 0-15,2-3 0 0,-6-11 0 16,2-4 0-16,-7-3 0 15,-5-4 0-15,-7 0 0 0,-8-1 0 16,-6 2 0-16,-5 2 0 0,-1 3 0 16,-7 4-1497-16,7 3-268 0,-3-1-632 0</inkml:trace>
  <inkml:trace contextRef="#ctx0" brushRef="#br0" timeOffset="14521.5">15510 2597 3521 0,'-15'54'1525'0,"3"7"-369"16,-3 7-719-16,-1-5-121 0,1-3 108 15,5-6-200-15,4-6-52 0,2-9 64 16,4-13-212-16,0-9 16 0,4-10 77 16,6-9-117-16,0-17 0 0,5-10 0 15,-3-15 0-15,-1-7 0 0,-7-6 0 16,-2-8 0-16,2-5 0 15,0-4 0-15,2 3 0 0,11 4 0 16,-1 7 0-16,5 12 0 0,0 6 0 16,3 13 0-16,-1 5 0 0,-2 7 0 15,-2 8 0-15,-3 2 0 16,-4 5 0-16,3 3 0 0,-5 4 0 16,-4 5 0-16,-6 3 0 0,0 2 0 15,-10 7 0-15,-2 1 0 0,-3 5 0 16,-1 1 0-16,-1 3 0 15,-1 0 0-15,-3-1 0 0,2-2 0 16,-1-3 0-16,1-5 0 0,7-2 0 16,-3-5 0-16,5-7 0 0,4-2-1185 15,6-6 88-15,0-4-187 0,0-3-3290 0</inkml:trace>
  <inkml:trace contextRef="#ctx0" brushRef="#br0" timeOffset="14857.33">15778 2472 4141 0,'0'0'2353'0,"58"-34"-1528"0,-31 14-137 16,-6 2-503-16,-3 0-185 0,-7 3 0 16,-5-2 0-16,-4 4 0 0,-2 0 0 15,-6 5 0-15,-5 0 0 16,1 5 0-16,-6 3 0 0,-9 12 0 16,2 8 0-16,-4 9 0 0,0 6 0 15,2 4 0-15,5 2 0 0,9-4 0 16,9-2 0-16,9-7 0 15,9-3 0-15,15-7 0 0,2-7 0 16,9-4 0-16,-1-5 0 0,2-2 0 16,-1-5 0-16,-5-2 0 0,-8-1 0 15,-6 2 0-15,-9 0 0 0,-8 1 0 16,-6 2 0-16,4-2 0 0,-4-2 0 16,0-1 0-16,0-7 0 0,-4-4 0 15,4-3 0-15,0-3 0 0,0 0 0 16,0 0 0-16,6 3 0 15,3 4 0-15,-1-1 0 0,2 4 0 16,-1-1 0-16,1 1 0 0,-4-2 0 16,0-1 0-16,-2 4 0 0,-4-1-1601 0</inkml:trace>
  <inkml:trace contextRef="#ctx0" brushRef="#br0" timeOffset="15293.77">16347 1810 3137 0,'0'0'3914'0,"0"0"-3350"0,0 0-80 0,0 0-391 0,0 0-93 16,0 0 0-16,29 49 0 15,-29 2 0-15,0 12 0 0,-9 6 0 16,-1-2 0-16,-2 3 0 0,-3-1 0 16,3-5 0-16,2-6 0 0,-1-8 0 15,1-6 0-15,4-5 0 0,-3-11 0 16,3-4 0-16,2-10-101 0,2-5-2568 16,-6-9-236-16</inkml:trace>
  <inkml:trace contextRef="#ctx0" brushRef="#br0" timeOffset="15433.63">16124 2352 6639 0,'0'0'508'0,"39"-32"-136"16,-4 17 301-16,2 2-673 0,7 0 0 15,-9 1 0-15,2 2 0 16,0 2 0-16,0 3 0 0,-2 0 0 16,-1 1 0-16,-3-1-265 0,-7 2-639 15,-3-1-285-15,-4 1-2721 0</inkml:trace>
  <inkml:trace contextRef="#ctx0" brushRef="#br0" timeOffset="15540.33">16591 2273 7123 0,'0'0'892'0,"-19"45"-715"0,13-19-177 15,0-1 0-15,-3-2 0 0,7-1 0 16,-2-4 0-16,4-4 0 0,4-3 0 16,3-4 0-16,3-7 0 0,0-1-997 15,1-5-572-15,-5-7-848 0</inkml:trace>
  <inkml:trace contextRef="#ctx0" brushRef="#br0" timeOffset="15664.57">16729 1984 6054 0,'0'0'669'0,"0"0"-665"16,0 0 56-16,0 0-60 0,0 0-685 16,0 0-811-16</inkml:trace>
  <inkml:trace contextRef="#ctx0" brushRef="#br0" timeOffset="15942.7">16723 2373 2977 0,'0'0'3457'0,"0"0"-2232"15,0 0-692-15,0 0-533 0,0 0 0 16,0 0 0-16,54 15 0 0,-17-29 0 16,4-5 0-16,1-2 0 0,-5-1 0 15,-2 1 0-15,-12 0 0 0,-7 0 0 16,-5 4 0-16,-7 5 0 15,-8 2 0-15,-7 7 0 0,-7 6 0 16,-11 10 0-16,-11 8 0 0,1 6 0 16,2 1 0-16,6 4 0 0,4-1 0 15,11-1 0-15,9-3 0 16,9-7 0-16,17-2 0 0,10-6 0 16,10-6 0-16,5-6 0 0,-1-4 0 15,-2-4-101-15,-3-7-1219 0,-12 4-205 16,-1-5-444-16</inkml:trace>
  <inkml:trace contextRef="#ctx0" brushRef="#br0" timeOffset="16220.58">17213 2222 7211 0,'0'0'812'0,"-31"-31"-643"0,12 17-169 16,1 7 0-16,1 1 0 0,3 6 0 15,3 0 0-15,-1 7 0 0,2 2 0 16,3 4 0-16,3 3 0 15,4 0 0-15,4 0 0 0,9 3 0 16,5-1 0-16,9-1 0 0,4 0 0 16,-2-1 0-16,2 0 0 0,0 0 0 15,-10-2 0-15,2 0 0 16,-9-3 0-16,-8 2 0 0,-6-1 0 16,-8 2 0-16,-11 1 0 0,-7 2 0 15,-7-2 0-15,-9-2 0 0,1-2 0 16,-3-4 0-16,3-6 0 15,0-1 0-15,10-7 0 0,10 0-1718 16,5-6-1163-16</inkml:trace>
  <inkml:trace contextRef="#ctx0" brushRef="#br0" timeOffset="17167.66">18242 2118 3293 0,'0'0'2481'0,"-20"34"-1192"16,9-9-817-16,3 5 20 0,0 4-327 15,-3 4-165-15,7 0 0 0,-4-1 0 16,4-3 0-16,-6-2 0 15,5-7 0-15,-1-1 0 0,6-10 0 16,-4-5 0-16,4-5 0 0,0-4 0 16,4 0 0-16,7-12 0 0,5-14 0 15,9-8 0-15,-2-8 0 16,4-1 0-16,-7 3 0 0,1 0 0 16,0 2 0-16,-3 5 0 0,-5 9 0 15,-7 12 0-15,-2 6 0 0,0 5 0 16,-4 2 0-16,2 11 0 15,-2 12 0-15,0 6 0 0,0 6 0 16,4-3 0-16,-2-3 0 0,2-6 0 16,1-6 0-16,1-4 0 0,-2-6 0 15,0-4 0-15,-2-3 0 0,4-2 0 16,5-11 0-16,3-8 0 0,3-8 0 16,1-4 0-16,-1 3 0 0,1 2 0 15,1 3 0-15,-2 5 0 0,-1 6 0 16,-1 7 0-16,-5 6 0 15,0 5 0-15,1 6 0 0,-1 6 0 16,0 3 0-16,1 3 0 0,-3 2 0 16,2-3 0-16,0 2 0 0,1-4 0 15,5-2 0-15,-1-2 0 16,-1-1 0-16,3-2 0 0,-7-4 0 16,-4-2-649-16,3-1-3965 0</inkml:trace>
  <inkml:trace contextRef="#ctx0" brushRef="#br0" timeOffset="17603.84">18939 2369 2925 0,'0'0'2477'0,"0"0"-1333"0,0 0-591 0,0 0 399 15,45 13-811-15,-22 11-141 0,-2 8 0 16,-3 5 0-16,-11-2 0 0,-5 2 0 16,-6 1 0-16,-11-1 0 0,-8-2 0 15,-6 0 0-15,-4-6 0 0,2-2 0 16,-2-6 0-16,8-8 0 15,7-8 0-15,5-10 0 0,11-4-713 16,2-8-2685-16</inkml:trace>
  <inkml:trace contextRef="#ctx0" brushRef="#br0" timeOffset="18054.43">19627 1814 6082 0,'0'0'881'16,"11"-42"-337"-16,-9 21 141 0,-4 3-685 16,-7 5 0-16,-3 4 0 0,-7 7 0 15,-8 5 0-15,-4 12 0 0,-8 13 0 16,-6 11 0-16,-3 8 0 15,1 7 0-15,5 5 0 0,9 1 0 16,8 1 0-16,15-4 0 0,14-1 0 16,13-3 0-16,18-5 0 0,15-6 0 15,7-9 0-15,10-4 0 0,9-10 0 16,1-7 0-16,1-9 0 0,-8-4 0 16,-12-11 0-16,-21 1 0 0,-12-5-6052 15</inkml:trace>
  <inkml:trace contextRef="#ctx0" brushRef="#br0" timeOffset="19477.04">20043 2401 1104 0,'0'0'4'0,"0"0"-4"0,0 0 0 16,0 0-4-16,0 0 4 0,0 0 16 16,0 0-16-16,0 0 0 0,2-2-4 15,0-2 4-15,0 3 4 0,2-3 40 16,-2 2-40-16,4-2 44 15,-1 1 676-15,-1 1-355 0,2-1 175 16,-2 2 564-16,2 0-267 0,5 1-41 16,5 0 393-16,5 7-453 0,-1 7-192 15,7 10-439-15,-6 2-109 16,0 7 0-16,-11 4 0 0,-2 1 0 16,-8 0 0-16,-8-2 0 0,-4 1 0 15,-9 0 0-15,-10-1 0 0,-4-3 0 16,-2-4 0-16,-1-5 0 15,-3-7 0-15,8-9 0 0,6-10 0 16,8-7-1902-16,7-9-1663 0</inkml:trace>
  <inkml:trace contextRef="#ctx0" brushRef="#br0" timeOffset="21434.48">20622 1616 5866 0,'0'0'628'0,"0"0"109"15,0 0 119-15,0 0-751 0,-21 62-105 16,15-13 0-16,-5 11 0 0,1 2 0 16,2 2 0-16,6 2 0 0,2 1 0 15,4 0 0-15,-2-2 0 16,4-4 0-16,-2-6 0 0,-4-7 0 16,0-10 0-16,4-10 0 0,-4-9 0 15,2-8 0-15,3-10-485 0,-5-1-1068 16,6-6-404-16</inkml:trace>
  <inkml:trace contextRef="#ctx0" brushRef="#br0" timeOffset="21983.8">20601 2124 4253 0,'0'0'721'0,"0"0"627"16,0 0-643-16,0 0-165 0,10-35 60 16,13 24-575-16,2-3-25 0,4 4 0 15,-2 1 0-15,-5 6 0 0,-1 1 0 16,-4 2 0-16,-1 3 0 15,-8 2 0-15,-1 2 0 0,-7 2 0 16,0 5 0-16,-5 2 0 0,-5-1 0 16,-6 3 0-16,-5 3 0 0,-2 1 0 15,-2 1 0-15,-2 0 0 16,7 0 0-16,3-2 0 0,7-1 0 16,2-2 0-16,8 1 0 0,2 1 0 15,8-2 0-15,7-3 0 0,5-1 0 16,3-4 0-16,2-3 0 15,0-1 0-15,0-1 0 0,-4-4 0 16,-9 0-1085-16,0-1-780 0</inkml:trace>
  <inkml:trace contextRef="#ctx0" brushRef="#br0" timeOffset="22497.65">21052 2368 2477 0,'0'0'2641'0,"0"0"-1509"0,0 0-671 0,10-34-21 0,-6 19 36 16,0 1-256-16,-2 3-8 0,-2 4-79 15,0 2-133-15,-2 1 0 0,-10 0 0 16,-9 4 0-16,-4 6 0 15,-8 6 0-15,-6 5 0 0,6 0 0 16,6-1 0-16,10-1 0 0,13 1 0 16,8-2 0-16,13 1 0 0,14 2 0 15,10-2 0-15,7 2 0 16,8 1 0-16,-3-2 0 0,-3 2 0 16,-11-3 0-16,-12 1 0 0,-12-1 0 15,-13-1 0-15,-6 1 0 0,-13-1 0 16,-12-1 0-16,-6 0 0 15,-8-1 0-15,-7-4 0 0,0-4 0 16,1-4 0-16,1-5 0 0,7-6 0 16,8 3-1149-16,6-4-1212 0</inkml:trace>
  <inkml:trace contextRef="#ctx0" brushRef="#br0" timeOffset="25514.78">22800 1774 1832 0,'0'0'3850'16,"-8"-39"-3070"-16,0 17-223 15,-3 4 335-15,-1-1-644 0,-4 3-215 16,-3 5-33-16,-2 2 0 0,-1 4 0 16,1 5 0-16,-2 5 0 0,2 6 0 15,7 3 0-15,-3 5 0 16,3 4 0-16,2 1 0 0,1 6 0 16,11-1 0-16,-2 4 0 0,2 3 0 15,2 4 0-15,9 5 0 0,1 2 0 16,0 0 0-16,3 3 0 15,3 1 0-15,-1 0 0 0,2 1 0 16,-7-3 0-16,5-3 0 0,-7-3 0 16,-2-8 0-16,-2-5 0 0,1-5 0 15,-5-7 0-15,0-4 0 0,-2-7-1629 16,0-5-617-16</inkml:trace>
  <inkml:trace contextRef="#ctx0" brushRef="#br0" timeOffset="25664.49">22488 2421 6847 0,'0'0'408'0,"0"0"48"16,0 0 25-16,27-39-481 0,2 24 0 15,6-1 0-15,0 1 0 16,-4 2 0-16,4-5 0 0,3 0 0 16,-1-3 0-16,10-4 0 0,-1 0-233 15,-9 4-1184-15,-4 1-4041 0</inkml:trace>
  <inkml:trace contextRef="#ctx0" brushRef="#br0" timeOffset="25791.04">22960 2227 5242 0,'0'0'1565'15,"-27"62"-1229"-15,16-27 148 0,5-4-156 16,4-4-292-16,2-2-8 0,4-4-28 16,0-4-16-16,3-4-136 0,-3-7-896 15,0-3-65-15,-2-5-404 0</inkml:trace>
  <inkml:trace contextRef="#ctx0" brushRef="#br0" timeOffset="25932.84">23007 1793 4450 0,'0'0'628'0,"0"0"-628"16,0 0 0-16,0 0-328 0,0 0-501 15,0 0-111-15</inkml:trace>
  <inkml:trace contextRef="#ctx0" brushRef="#br0" timeOffset="26213.87">23104 2449 5630 0,'0'0'868'0,"-14"45"-223"0,10-31 199 16,4-10-639-16,0-4-205 0,0-4 0 16,8-14 0-16,4-13 0 0,5-8 0 15,3-7 0-15,1 0 0 0,-6 7 0 16,-3 4 0-16,2 8 0 15,-7 9 0-15,-3 8 0 0,-2 7 0 16,-2 3 0-16,-2 3 0 0,-4 8 0 16,-1 9 0-16,-1 4 0 0,0 4 0 15,2 2 0-15,2-4 0 16,-1 3 0-16,1-1-329 0,4 2-143 16,0-4 128-16,4-1-56 0,5-6 231 15,5-5 161-15,3-3 4 0,3-8-28 16,3-3-20-16,0-3-828 15,-5-5-220-15,-1-5-605 0</inkml:trace>
  <inkml:trace contextRef="#ctx0" brushRef="#br0" timeOffset="26661.93">23482 2318 4762 0,'0'0'808'0,"0"-38"-144"0,0 16 593 16,-6-1-749-16,0 2-315 0,-4 3-193 16,-1 6 0-16,1 4 0 0,0 6 0 15,-3 3 0-15,-1 9 0 0,-5 9 0 16,1 8 0-16,1 7 0 15,5 2 0-15,3 1 0 0,9-1 0 16,5-8 0-16,7-3 0 0,9-7 0 16,-1-7 0-16,11-8 0 0,-4-4 0 15,4-10 0-15,-4-4-557 16,-2-8-359-16,-11 3-1413 0,-1-2-665 0</inkml:trace>
  <inkml:trace contextRef="#ctx0" brushRef="#br0" timeOffset="26833.02">23563 1711 6939 0,'0'0'892'0,"-16"45"-644"0,11-8-135 16,1 5-113-16,4 7 0 0,0 6 0 16,4 4 0-16,1 2 0 0,3 1 0 15,-4 1 0-15,4-2 0 0,-2-7 0 16,1-4 0-16,-1-17-1461 15,-4-7-4458-15</inkml:trace>
  <inkml:trace contextRef="#ctx0" brushRef="#br0" timeOffset="27497.38">24690 2022 7063 0,'0'0'340'0,"0"0"449"0,0 0-789 16,0 0 0-16,0 0 0 0,0 0 0 15,0 0 0-15,51 63 0 0,-20-20 0 16,-2 4 0-16,0-1 0 15,-2 0 0-15,-2-1 0 0,-2-1 0 16,-5-4 0-16,-1-2 0 0,-5-8 0 16,-1-8 0-16,-3-6 0 0,-2-9-53 15,-2-5-1099-15,-2-2-361 0</inkml:trace>
  <inkml:trace contextRef="#ctx0" brushRef="#br0" timeOffset="27689.39">24655 2469 7127 0,'0'0'772'0,"0"0"-479"16,0 0-293-16,20-48 0 0,5 15 0 15,10-5 0-15,2-6 0 16,5 5 0-16,-3-1 0 0,-4-2 0 16,-4 2 0-16,0 2 0 0,-2-1 0 15,0-3 0-15,-8 10-1213 0,-3-5-2917 0</inkml:trace>
  <inkml:trace contextRef="#ctx0" brushRef="#br0" timeOffset="28229.49">25552 1615 2048 0,'0'0'865'0,"0"0"323"0,-4-39-579 0,4 30-81 0,-3 5 456 16,-1 2-375-16,2 1-53 15,-6 1 136-15,-4 11-579 0,-9 16-113 16,-4 15 0-16,-4 13 0 0,0 12 0 16,4 8 0-16,3 6 0 0,-1 6 0 15,8 1 0-15,5-1 0 16,6-1 0-16,4-8 0 0,6-7 0 16,7-10 0-16,5-13 0 0,9-8 0 15,6-12 0-15,4-9 0 0,5-10 0 16,3-6 0-16,1-8 0 15,-1-8 0-15,1-6 0 0,-7-7-1381 16,-12 3-736-16,-9-2-2061 0</inkml:trace>
  <inkml:trace contextRef="#ctx0" brushRef="#br0" timeOffset="28514.15">25818 1697 7439 0,'0'0'520'15,"0"0"-287"-15,-41 43-233 16,27-13 0-16,1 9 0 0,1 7 0 16,-1 6 0-16,3 4 0 0,0 0 0 15,1 3 0-15,5-2 0 0,2 0 0 16,2-1 0-16,11-5 0 15,1-6 0-15,7-6 0 0,1-8 0 16,7-6 0-16,4-7 0 0,0-9 0 16,4-5 0-16,-2-5 0 0,0-9 0 15,0-3 0-15,-6-2 0 0,-6-2 0 16,-7-3-133-16,-3 7-811 0,-7-5-1733 0</inkml:trace>
  <inkml:trace contextRef="#ctx0" brushRef="#br0" timeOffset="28714.86">25461 2190 6919 0,'0'0'476'0,"0"0"168"0,0 0-491 15,72 7-153-15,-16-14 0 0,10-7 0 16,2-6 0-16,-6-4 0 15,2-1 0-15,-2-2 0 0,-4-4 0 16,-4 1 0-16,-17 9-649 0,-8-4-2901 0</inkml:trace>
  <inkml:trace contextRef="#ctx0" brushRef="#br0" timeOffset="28929.53">26143 1596 6875 0,'0'0'460'0,"39"26"216"16,-14-2-495-16,-2 8-181 0,-1 7 0 16,1 11 0-16,-2 6 0 0,0 7 0 15,-7 3 0-15,-4 1 0 16,-10 2 0-16,-8 0 0 0,-15-1 0 16,-6-1 0-16,-4-4 0 0,0-7 0 15,6-17-465-15,0-8-5438 0</inkml:trace>
  <inkml:trace contextRef="#ctx0" brushRef="#br0" timeOffset="30139.61">27567 2135 2697 0,'0'0'2549'15,"8"-54"-1649"-15,-14 28-239 0,-4 7 375 16,-5 3-687-16,-1 8-349 0,-7 8 0 16,0 10 0-16,-1 10 0 0,-1 8 0 15,2 8 0-15,4 4 0 0,7 3 0 16,6-1 0-16,6-2 0 15,8-6 0-15,7-4 0 0,1-5 0 16,5-9 0-16,6-10 0 0,4-6 0 16,2-9-137-16,-2-14-711 0,-6 4-217 15,-5-9-2352-15</inkml:trace>
  <inkml:trace contextRef="#ctx0" brushRef="#br0" timeOffset="30309.62">27598 1712 6318 0,'0'0'1133'16,"-12"47"-717"-16,8-12-91 0,2 7-325 15,-3 6 0-15,1 7 0 0,2 4 0 16,-2 0 0-16,4 5 0 0,-2-1 0 16,2-3 0-16,2-4 0 0,6-7 0 15,7-11 0-15,5-11 0 0,5-14-669 16,-2-7-1252-16,2-7-716 0</inkml:trace>
  <inkml:trace contextRef="#ctx0" brushRef="#br0" timeOffset="30469.51">27807 2308 7563 0,'0'0'440'15,"-21"53"-251"-15,15-33-189 0,2-7 0 16,4-5 0-16,0-3 0 15,0-3 0-15,2-2-217 0,2-1-1380 16,0-2-303-16,2-13-1134 0</inkml:trace>
  <inkml:trace contextRef="#ctx0" brushRef="#br0" timeOffset="30578.64">27912 1802 5946 0,'0'0'84'0,"0"0"-84"0,-8-40-1140 16,0 33-2682-16</inkml:trace>
  <inkml:trace contextRef="#ctx0" brushRef="#br0" timeOffset="31089.51">28084 2149 1136 0,'0'0'52'16,"0"0"2605"-16,0 0-1904 0,0 0-185 16,0 0 340-16,0 0-307 0,0 0 63 15,0 0 189-15,0 0-853 16,0 0 0-16,-31-29 0 0,16 30 0 16,-3 5 0-16,-3 5 0 0,3 3 0 15,3 3 0-15,1 2 0 0,3-1 0 16,5-1 0-16,6-1 0 15,2-3 0-15,15 0 0 0,7-1 0 16,10-1 0-16,5 0 0 0,6-2 0 16,3 1 0-16,-5-2 0 0,-8 4-453 15,-10 3 109-15,-14 3 96 0,-11 5 108 16,-7-2 140-16,-9 2 12 0,-3-3 416 16,-6-1-188-16,-1-5-68 0,-3-2 28 15,0-5-180-15,4-3-4 0,2-4-16 16,4-5-68-16,5-5-112 15,8 0-564-15,2 0-181 0,4 1-423 0</inkml:trace>
  <inkml:trace contextRef="#ctx0" brushRef="#br0" timeOffset="31464.02">28200 2958 6450 0,'0'0'465'0,"0"0"-145"0,-17 38 372 0,17-36-520 0,0-2-79 0,2-9-93 16,0-11 0-16,2-11 0 0,3-8 0 15,-1-5 0-15,0-3 0 0,2-7 0 16,1-5 0-16,1-9 0 15,2-6 0-15,3-3 0 0,5-3 0 16,7 8 0-16,8 8 0 0,7 9 0 16,-5 14 0-16,-4 11 0 0,-10 11 0 15,-13 11 0-15,-2 7 0 16,-3 4 0-16,-3 12 0 0,0 5 0 16,-2 5 0-16,-2 2 0 0,-7-1 0 15,-7 1 0-15,-3 3 0 0,-6-1 0 16,-4 2 0-16,0-1 0 15,-2-3 0-15,7-3 0 0,3-7-153 16,11-8-591-16,6-4-329 0,-1-5-2376 0</inkml:trace>
  <inkml:trace contextRef="#ctx0" brushRef="#br0" timeOffset="31692.93">28632 1848 4165 0,'0'0'2197'0,"0"0"-1508"16,-29 54 83-16,23-22-424 0,-1 7-327 16,-1 5-21-16,2 2 0 0,2 4 0 15,0 1 0-15,-1 2 0 16,3-3 0-16,2-1 0 0,0-9 0 16,0-2 0-16,7-10 0 0,1-6 0 15,6-9 0-15,5-12-1369 0,-5-1-548 16,1-7-656-16</inkml:trace>
  <inkml:trace contextRef="#ctx0" brushRef="#br0" timeOffset="31988.52">28830 2189 6563 0,'0'0'1528'16,"0"0"-1427"-16,-43-33-101 0,24 35 0 16,1 11 0-16,-5 5 0 0,0 6 0 15,2 4 0-15,5 1 0 0,1-2 0 16,7-1 0-16,6-5 0 15,4-1 0-15,8-2 0 0,7-5 0 16,2-2 0-16,3-5 0 0,5-5 0 16,0-3 0-16,-4-7 0 0,-3 0 0 15,-5-2 0-15,-3-1 0 16,-3 4 0-16,-7 1 0 0,0 3 0 16,0 3 0-16,-2 1 0 0,-2 2 0 15,0 9 0-15,0 3 0 0,2 4 0 16,0 0 0-16,4-5 0 15,4-6 0-15,2-1 0 0,5-6 0 16,3 0 0-16,5-7-257 0,-8 1-2232 16,-1-4-1465-16</inkml:trace>
  <inkml:trace contextRef="#ctx0" brushRef="#br0" timeOffset="32371.05">29250 2129 5646 0,'0'0'780'0,"-50"-16"-119"0,19 15 419 16,0 1-1055-16,2 6-25 0,4 6 0 16,3 3 0-16,5 9 0 0,3 3 0 15,1 8 0-15,9 4 0 0,4 0 0 16,4 0 0-16,9-2 0 15,5-4 0-15,7-6 0 0,6-6 0 16,6-9 0-16,7-5 0 0,-3-6 0 16,-4-2 0-16,-6-6-45 0,-6 0-939 15,-8 0-1769-15,-9-1-1069 0</inkml:trace>
  <inkml:trace contextRef="#ctx0" brushRef="#br0" timeOffset="33048.8">29401 2377 4918 0,'0'0'1260'16,"35"-46"-491"-16,-23 21-69 0,-1 1-155 15,-7 1-545-15,-2-1 0 0,-4-2 0 16,-2 2 0-16,-5 2 0 0,-1 3 0 16,-5 3 0-16,-3 7 0 0,-3 4 0 15,1 5 0-15,1 12 0 0,0 8 0 16,1 9 0-16,-1 5 0 15,3 6 0-15,3 2 0 0,9-2 0 16,6-2 0-16,10-6 0 0,9-6 0 16,8-7 0-16,4-6 0 0,4-6 0 15,5-7 0-15,-3-2 0 16,2-5 0-16,-6-5 0 0,-4-1 0 16,-4 0-177-16,-6-4 45 0,-6 4 84 15,-5 4 48-15,-2 2 4 0,-4 3 4 16,-2 4-8-16,0 0 36 15,0 6-28-15,1 6 16 0,1 8-8 16,-2 0-12-16,-2 1-4 0,2-5 0 16,0-7-4-16,0-4 4 0,0-1 0 15,0-2 4-15,0-1-4 0,4-1 40 16,1-8-32-16,1-9 56 0,2-4 52 16,-2-5-116-16,3 1 29 0,-3 4-29 15,2 1 0-15,-1 5 0 0,-1 7 0 16,-4 5 0-16,0 2 0 15,-2 1-29-15,-2 2-75 0,2 7 104 16,-2 7-24-16,0 1 24 0,-2 3 0 16,0-3 0-16,-2-3 8 0,4 1-8 15,0-6 4-15,0-3 0 16,0-2-4-16,2-2 24 0,2-2-16 16,0 0 24-16,7-6 45 0,1-8-77 15,3-5 0-15,-1-5 0 0,-2-1 0 16,-1 4 0-16,1 2 0 15,-4 1 0-15,-1 5 0 0,-3 5 0 16,0 3 0-16,-2 2 0 0,0 1 0 16,0 2 0-16,2 0 0 0,-2 5 0 15,0 7 0-15,0 4 0 0,-2 7 0 16,-4 1 0-16,0-2 0 0,-2-3 0 16,4-2 0-16,2-3 0 0,0-6-941 15,2 1-12-15,4-5-179 0,-2-1-1061 16</inkml:trace>
  <inkml:trace contextRef="#ctx0" brushRef="#br0" timeOffset="33619.97">30019 2416 4874 0,'0'0'1288'0,"0"0"-491"0,0 0 315 0,47-49-991 16,-26 29-121-16,0-1 0 0,-1 0 0 16,3-2 0-16,-4-1 0 0,-5 1 0 15,-2-2 0-15,-3 4 0 0,-7 2 0 16,-2 2 0-16,-2 8 0 15,-7 3 0-15,-5 6 0 0,-5 7 0 16,-5 10 0-16,-3 9 0 0,-2 7 0 16,0 4 0-16,4 2 0 0,4-2 0 15,9-2 0-15,10-9 0 0,6-2 0 16,11-6 0-16,7-9 0 0,5-3 0 16,2-6 0-16,2-4 0 0,-4-10 0 15,0-1 0-15,-4-8 0 0,-5 1 0 16,-1-1 0-16,-5 1 0 15,-4 0 0-15,-1 4 0 0,-3 3 0 16,-4 7 0-16,0 2 0 0,0 6 0 16,0-1 0-16,0 1 0 0,0 1 0 15,4 7 0-15,2 3 0 16,2 1 0-16,1-1 0 0,-3 0 0 16,-4 0 0-16,-2 1 0 0,-2 1 0 15,-6 2 0-15,-1 1 0 0,-1-3 0 16,2-4 0-16,4-3 0 15,1-2 0-15,3-4 0 0,3 0 0 16,5-7 0-16,6-8 0 0,9-6 0 16,2-4 0-16,4 0 0 0,-2 3 0 15,-7 5 0-15,-1 2 0 0,-9 4 0 16,-2 4 0-16,-3 3 0 0,-5 3 0 16,0 1 0-16,0 0 0 0,0 6 0 15,-2 7 0-15,-1 7 0 0,-1 5 0 16,2 1 0-16,0-2 0 15,2-4 0-15,0-6 0 0,2-3 0 16,0-3 0-16,2-4 0 0,-1-3 0 16,1-1 0-16,2-3-749 0,4-10-156 15,1 1-1640-15,-1-11-816 0</inkml:trace>
  <inkml:trace contextRef="#ctx0" brushRef="#br0" timeOffset="33838.56">30645 1771 6474 0,'0'0'969'0,"8"-43"-220"0,-4 31-749 0,-1 8 0 0,-1 4 0 16,-2 4 0-16,2 10 0 0,6 20 0 15,0 14 0-15,0 10 0 0,1 10 0 16,-9-1 0-16,-2 3 0 0,-5 1 0 16,-5 3 0-16,0-6 0 0,-3-5 0 15,3-7 0-15,4-12 0 0,3-13 0 16,3-8 0-16,2-10 0 15,0-7 0-15,2-3-1165 0,0-9-780 0</inkml:trace>
  <inkml:trace contextRef="#ctx0" brushRef="#br0" timeOffset="33979.24">30581 2264 8192 0,'0'0'0'0,"0"0"0"0,0 0 0 15,58-41 0-15,-29 31 0 0,4 0 0 16,0 3 0-16,-2-1 0 15,2-2 0-15,-2 1 0 0,-4-5-361 16,-4 4-1856-16,-3-4-2413 0</inkml:trace>
  <inkml:trace contextRef="#ctx0" brushRef="#br0" timeOffset="34870.99">24746 3041 1216 0,'0'0'660'0,"0"0"1309"0,0 0-744 16,0 0-329-16,0 0-183 0,0 0 287 16,0 0-580-16,0 0-327 0,-11-10-93 15,19 39 0-15,5 12 0 0,3 7 0 16,-1 5 0-16,-1-4 0 0,-1-1 0 16,-1-3 0-16,-2-5 0 15,1-9 0-15,-3-8 0 0,-2-10 0 16,0-7 0-16,3-7 0 0,1-17 0 15,7-11 0-15,1-14 0 0,5-8 0 16,0 0 0-16,-5-1 0 0,3-1 0 16,-2 4 0-16,-7 7 0 0,0 8 0 15,-5 12-1654-15,-1 5-1035 0</inkml:trace>
  <inkml:trace contextRef="#ctx0" brushRef="#br0" timeOffset="35537.64">24865 4085 2697 0,'0'0'2365'0,"11"-46"-1349"0,-7 17-423 16,-4 1 283-16,0-1-652 0,-10 0-60 15,-1 3 93-15,-5 4-257 0,-3 6 0 16,0 10 0-16,3 6 0 16,-3 12 0-16,1 13 0 0,-3 7 0 15,2 8 0-15,3 7 0 0,6 0 0 16,5-2 0-16,10-6 0 0,9-5 0 16,5-10 0-16,5-7 0 15,5-9 0-15,-2-7 0 0,-4-2 0 0,0-7 0 16,-3-5 0-16,-3 1 0 15,-3-1 0-15,-1-1 0 0,-5 5 0 16,-2 3 0-16,0 3 0 0,1 2 0 16,1 1 0-16,4 1 0 0,5 7 0 15,1 4 0-15,1 0 0 0,0-3 0 16,-1-1 0-16,5-5 0 0,-4-2-2166 16,3-2-275-16</inkml:trace>
  <inkml:trace contextRef="#ctx0" brushRef="#br0" timeOffset="36032.86">25574 2649 2909 0,'0'0'2697'16,"0"0"-2013"-16,0 0 345 0,2-36-453 16,-4 36-279-16,-2 0-297 0,-4 11 0 15,-11 15 0-15,-10 24 0 0,-6 14 0 16,2 10 0-16,4 3 0 15,13-3 0-15,8 0 0 0,8-2 0 16,6-2 0-16,8-6 0 0,7-8 0 16,2-5 0-16,1-7 0 0,3-8 0 15,0-7 0-15,-2-9 0 0,2-13-13 16,2-7-843-16,-9-6-137 0,1-8-1864 16</inkml:trace>
  <inkml:trace contextRef="#ctx0" brushRef="#br0" timeOffset="36292.18">25829 2756 5902 0,'0'0'849'0,"0"0"175"0,-38 48-607 16,16-10-417-16,-5 9 0 0,4 1 0 15,-2 3 0-15,9 1 0 0,1 3 0 16,5-1 0-16,6 1 0 15,4-3 0-15,6-4 0 0,4-6 0 16,9-3 0-16,2-8 0 0,8-6 0 16,6-6 0-16,4-8 0 0,2-8 0 15,1-4 0-15,-1-10 0 0,-4-4 0 16,-8-4 0-16,-4-1 0 0,-11-3 0 16,-7 1 0-16,-7-2 0 0,-4 1-1309 15,-3 5-92-15,-1 1-588 0</inkml:trace>
  <inkml:trace contextRef="#ctx0" brushRef="#br0" timeOffset="36483.12">25597 3207 6098 0,'0'0'509'16,"0"0"43"-16,0 0-84 0,0 0-344 15,60-20 248-15,-21-2-303 0,7-4-69 16,-3-3 0-16,3-3 0 15,-3 0 0-15,-2-1 0 0,-5-3-1597 16,-9 10-516-16,-7 0-2317 0</inkml:trace>
  <inkml:trace contextRef="#ctx0" brushRef="#br0" timeOffset="36684.12">26054 2705 5474 0,'0'0'804'0,"0"0"-359"0,0 0-13 16,0 0-116-16,25 33 60 15,-7-7-31-15,5 7-345 0,-2 5 0 16,-5 6 0-16,-1 4 0 0,-3 6 0 16,-1 3 0-16,-5 1 0 0,-2 1 0 15,0-1 0-15,-4 0 0 16,-8-3 0-16,-3-4 0 0,-1-5 0 16,-2-7 0-16,-3-8 0 0,3-6-9 15,1-11-723-15,3-5-1465 16,2-9-1333-16</inkml:trace>
  <inkml:trace contextRef="#ctx0" brushRef="#br0" timeOffset="37338.46">25473 3616 3049 0,'0'0'1296'0,"0"0"-531"0,0 0 7 0,0 0 289 16,0 0-489-16,0 0-112 0,0 0-243 16,0 0-217-16,0 0 0 0,-33 48 0 15,14 8 0-15,-1 11 0 0,1 2 0 16,1-4 0-16,-1 7 0 0,4 0 0 16,5 2 0-16,4-6 0 0,4-7 0 15,4-10 0-15,8-11 0 16,7-12 0-16,4-9 0 0,5-9 0 15,10-10-709-15,-10-3-352 0,3-8-491 0</inkml:trace>
  <inkml:trace contextRef="#ctx0" brushRef="#br0" timeOffset="37631.37">25676 3834 1196 0,'0'0'4906'0,"0"0"-4273"0,0 0 275 16,0 0-444-16,0 0-379 0,-11 32-85 16,3 2 0-16,-2 8 0 0,-1 4 0 15,-1 2 0-15,0 4 0 0,1 3 0 16,1 2 0-16,0-1 0 0,1-6 0 16,3-3 0-16,0-7 0 0,6-6 0 15,0-8 0-15,10-8 0 16,7-10 0-16,8-6 0 0,6-5 0 15,4-10 0-15,6-6 0 0,0-4 0 16,1-3 0-16,-7-1 0 16,-4-1-365-16,-6 0-1212 0,-11 7-436 15,-3 3-1820-15</inkml:trace>
  <inkml:trace contextRef="#ctx0" brushRef="#br0" timeOffset="37776.82">25421 4242 5698 0,'0'0'272'16,"0"0"-128"-16,54-6 204 0,-10-5 369 15,5-5-349-15,-1-6-120 0,-1-5-112 16,1-4-136-16,-1-3-268 0,-3-2-917 16,-13 8-275-16,-6 0-1109 0</inkml:trace>
  <inkml:trace contextRef="#ctx0" brushRef="#br0" timeOffset="37965.62">25965 3731 4718 0,'0'0'1476'16,"0"0"-723"-16,0 43 83 0,8-15-427 16,5 5-409-16,10 5 0 0,3 6 0 15,10 7 0-15,-1 3 0 16,2 4 0-16,-10 0 0 0,-11 2 0 15,-16 1 0-15,-22 4 0 0,-22 1 0 16,-14 4 0-16,7-16-241 0,-11-5-3801 0</inkml:trace>
  <inkml:trace contextRef="#ctx0" brushRef="#br1" timeOffset="48638.74">6133 10143 3053 0,'0'0'1737'0,"0"0"-961"0,0 0-320 16,0 0-96-16,-6 35-324 15,6-10-8-15,0 6 0 0,-4 0-24 16,4-2-4-16,0-1 0 0,0-1 8 16,0-1-8-16,0-1 0 0,0 0 0 15,0-3-8-15,-2-2-224 16,0-4-524-16,0-4-268 0,2-4-2518 0</inkml:trace>
  <inkml:trace contextRef="#ctx0" brushRef="#br1" timeOffset="48855.67">6143 10699 1836 0,'0'0'1421'16,"-6"37"-969"-16,2-18 176 0,2-1-175 0,2 1-117 16,0 0 164-16,0-1-248 15,2 0-36-15,2 1 136 0,2-1-195 16,-6 1-29-16,5-2-56 0,-5 1-60 15,2 0-24-15,2 0-16 0,-4 0-237 16,0-2-75-16,0 2-712 0,0 0 143 16,0-5-107-16,0-1-1661 0</inkml:trace>
  <inkml:trace contextRef="#ctx0" brushRef="#br1" timeOffset="48947.72">6160 11193 1800 0,'0'0'1581'0,"-2"35"-821"0,2-18-71 15,-4-1-373-15,4-2-288 0,0 0-28 16,0 0-276-16,0-1-204 15,4 0-733-15,-4-3 36 0,2-1-679 0</inkml:trace>
  <inkml:trace contextRef="#ctx0" brushRef="#br1" timeOffset="49041.31">6164 11409 2024 0,'0'0'1073'0,"0"0"-233"15,-6 48 29-15,2-35-585 0,-2-1-112 16,1 1-96-16,1 0-76 0,4-1-20 16,0 0-384-16,0 0-197 0,0-3-267 15,0 0-1341-15</inkml:trace>
  <inkml:trace contextRef="#ctx0" brushRef="#br1" timeOffset="49114.47">6139 11622 2357 0,'0'0'372'0,"0"0"-372"0,0 0-56 16,0 0-585-16,0 0-731 0</inkml:trace>
  <inkml:trace contextRef="#ctx0" brushRef="#br1" timeOffset="49239.05">6129 11706 2601 0,'0'0'1556'0,"0"0"-435"15,-6 47-565-15,4-28-188 0,-2 2-136 16,4 1-144-16,-7 2 1 0,7-2 51 15,0-1-84-15,0-3-16 16,0-4-40-16,2-5-20 0,3-3-168 16,-5-1-949-16,0-5-980 0</inkml:trace>
  <inkml:trace contextRef="#ctx0" brushRef="#br1" timeOffset="50339.88">6195 10234 3329 0,'0'0'1053'0,"0"0"-981"15,0 0-44-15,0 0-24 0,44 6 4 0,-18-3-16 16,10 1-169-16,1 3-571 15,4 1 128-15,-8-1-501 0,2-2-215 16</inkml:trace>
  <inkml:trace contextRef="#ctx0" brushRef="#br1" timeOffset="50497.8">7448 10272 3345 0,'0'0'228'15,"41"-15"-148"-15,-20 6-40 16,-7 5-32-16,-3 0-4 0,1 3-4 16,3-2 4-16,-1 3-4 0,3 0 0 15,-1 0-8-15,-1-1-256 0,-3 0-664 0</inkml:trace>
  <inkml:trace contextRef="#ctx0" brushRef="#br1" timeOffset="50623.66">7960 10258 4554 0,'0'0'224'16,"0"0"0"-16,0 0-28 0,48 1-192 16,-31-2-4-16,3 1 0 0,1 0-340 15,0 0-389-15,1 0-1956 0</inkml:trace>
  <inkml:trace contextRef="#ctx0" brushRef="#br1" timeOffset="50698.95">8393 10244 1200 0,'0'0'3013'0,"0"0"-1680"16,0 0-885-16,0 0-276 0,0 0-172 15,0 0-504-15,0 0-1497 0</inkml:trace>
  <inkml:trace contextRef="#ctx0" brushRef="#br1" timeOffset="51322.27">6177 11901 4690 0,'0'0'1048'0,"0"0"-644"0,0 0-8 16,0 0 73-16,55 35-309 0,-17-28-56 16,5-3-60-16,7-3-32 15,-1-1-12-15,9 0 0 0,4 0-172 16,0 0-44-16,2-1-297 0,-2 0-171 15,-18-2-172-15,-3 1-1894 0</inkml:trace>
  <inkml:trace contextRef="#ctx0" brushRef="#br1" timeOffset="51448.04">7274 11935 4786 0,'0'0'208'0,"50"-13"-140"0,-23 6-68 16,-7 2-32-16,3 2-348 0,-2 2-945 15,-7 1 128-15,-1 1-559 0</inkml:trace>
  <inkml:trace contextRef="#ctx0" brushRef="#br1" timeOffset="51531.35">7555 11953 1216 0,'0'0'404'0,"64"-9"-300"16,-26-6-104-16,3 1-456 0,0 0 212 16,-1 2 244-16,-9 2 0 15,-2 5-308-15</inkml:trace>
  <inkml:trace contextRef="#ctx0" brushRef="#br1" timeOffset="51673.45">7954 11880 1364 0,'0'0'720'15,"0"0"-303"-15,44 23 39 0,-28-16-292 16,-1-3-20-16,1-3 40 16,-1 0-112-16,1-1 44 0,5-1 556 15,0-3-115-15,-5 3-73 0,-1-1-244 16,1 2-240-16,1 0-4 0,-3 0-180 16,-4 0-400-16,-1-4-413 0</inkml:trace>
  <inkml:trace contextRef="#ctx0" brushRef="#br1" timeOffset="52310.76">8471 10336 2128 0,'0'0'125'0,"0"0"167"16,-6 51-12-16,2-26-148 0,2 2 36 15,-2 5-4-15,-1 5-152 0,3 1-4 16,-2 5-8-16,0 3-104 0,-2 0-232 16,0 1-977-16,-5-2 897 15,3-3 416-15,2-3 72 0,4-12-72 16,2-1-500-16</inkml:trace>
  <inkml:trace contextRef="#ctx0" brushRef="#br1" timeOffset="52655.65">8465 11148 2321 0,'0'0'740'0,"-15"42"-300"0,9-18 376 16,-4-3-471-16,4-1-69 0,-5 1 100 16,7-2-300-16,4 0-44 0,0-2 0 15,4 0-28-15,3-1-4 0,3-1 12 16,-4 1-4-16,2 0-8 0,-1 1 0 15,-1-1-16-15,-6 2-120 0,0 1-424 16,-6 0-69-16,-1 1-83 16,-3 0-565-16,0 1 169 0,-1-2 688 15,3-2 420-15,2 1 872 0,4-3-212 16,-2 1-199-16,4-2-161 16,0-1 20-16,0 0 232 0,4-1-348 15,-2 1-140-15,2-1-64 0,2-1-136 16,-6-1-128-16,0-1-164 0,4 0 32 15,-4-2-96-15,0 2-437 0,0 1 929 16,0 2 460-16,0-2 801 16,0-1-653-16,-4-2-80 0,4-2 221 15,0 0-349-15,-6 0-224 0,6 0-128 16,-4 0-36-16,4-3-20 0,-2 2 8 16,2-1-280-16,-4-1-388 0,4 0-1517 0</inkml:trace>
  <inkml:trace contextRef="#ctx0" brushRef="#br1" timeOffset="55699.08">6179 7106 2397 0,'0'0'948'0,"0"0"-376"15,0 0-107-15,0 0 331 0,0 0-344 16,0 0-32-16,0 0 169 16,0 0-353-16,0 0-80 0,0-4 52 15,0 4-128-15,0 4 44 0,-2-1 132 16,-1 6-152-16,3 6 16 0,-6 7 12 15,6 2-132-15,-4 4 32 0,4-2 52 16,4-3-76-16,-4 5 5 0,2-2-13 16,2 2 0-16,-4 2 0 0,0-2 0 15,0 4 0-15,0 3 0 0,0-1 0 16,0 4 0-16,0 0 0 16,0-1 0-16,-4-2 0 0,4 1 0 15,0-3 0-15,0-2 0 0,0-3 0 16,4 1 0-16,1-4 0 15,1 0 0-15,-6-2 0 0,4 1 0 16,-2-1 0-16,2 0 0 0,-4 1 0 16,0 0 0-16,0-2 0 0,0 3 0 15,0-2 0-15,-4 0 0 0,4 0 0 16,-4-2 0-16,2-1 0 16,2-1 0-16,0-1 0 0,0-1 0 15,0-1 0-15,0 0 0 0,0 0 0 16,-4 4 0-16,4 0 0 0,0 3 0 15,0 1 0-15,0 0 0 0,0 1 0 16,0 2 0-16,0-2 0 0,0 2 0 16,0-5 0-16,0 1 0 0,0-4 0 15,4-2 0-15,-4 0 0 16,2-1 0-16,2-1 0 0,0 3 0 16,-4-1 0-16,0 2 0 0,2 2 0 15,-2-1 0-15,0 2 0 0,0 0 0 16,-2 0 0-16,2-2 0 15,0 2 0-15,0-3 0 0,0 1 0 16,0-1 0-16,0-1 0 0,0-1 0 16,0-1 0-16,0 0 0 0,0-1 0 15,0-1 0-15,0-2 0 16,2 1 0-16,0 1 0 0,0-2 0 16,-2-1 0-16,0 1 0 0,0-3 0 15,0-1 0-15,0-5 0 0,0-2 0 16,0-1-785-16,0-9-824 0</inkml:trace>
  <inkml:trace contextRef="#ctx0" brushRef="#br1" timeOffset="57769.53">6301 9096 2305 0,'0'0'620'0,"0"0"-172"0,0 0-364 16,-36-15-72-16,28 12 96 0,4 2 228 15,0 1-68-15,0 0-11 0,2 0 183 16,2 1-248-16,0 2-16 0,-4-1 152 16,4 3-52-16,0-2-36 15,0 2 116-15,-2-1-159 0,2 0-9 16,0 0 76-16,-5-1-160 0,5 1 32 16,0-2 104-16,0 0-148 0,-4 0-8 15,4-2 24-15,0 0-108 0,0 0 24 16,4 0 76-16,1 0-76 15,-3 0 24-15,2 0 44 0,6 1-84 16,2 2 8-16,9 1 5 0,4 1-21 16,6 1 0-16,2-3 0 15,2 1 0-15,2-2 0 0,1-2 0 16,3 0 0-16,2-2 0 0,-1-1 0 16,5 0 0-16,-5 0 0 0,1-1 0 15,2 2 0-15,-3-2 0 0,1 0 0 16,-1 1 0-16,-1 0 0 0,2 1 0 15,-1 1 0-15,1 1 0 0,2 0 0 16,-1 0 0-16,-3 0 0 0,1 3 0 16,-5 0 0-16,0 0 0 15,-6 1 0-15,-2 0 0 0,0-1 0 16,0 0 0-16,0-1 0 0,2-2 0 16,-4 0 0-16,4 0 0 0,-2 0 0 15,0 0 0-15,-7 2 0 0,3 3 0 16,-2-1 0-16,-3 2 0 15,1 0 0-15,4 1 0 0,-2 1 0 16,8-2 0-16,0 0 0 0,0-1 0 16,6-2 0-16,0-1 0 15,0-1 0-15,1-1 0 0,-3 0 0 16,-2 0 0-16,-2 0 0 0,-6 1 0 16,-3 1 0-16,-5-2 0 0,4 2 0 15,-1 0 0-15,5 2 0 0,-2 2 0 16,2-1 0-16,1 1 0 0,1-1 0 15,-2 1 0-15,-2-2 0 0,2 1 0 16,-3-1 0-16,3-1 0 0,-4 2 0 16,0-2 0-16,-3 1 0 15,1-3 0-15,-3-1-425 0,-5-1-567 16,-1-6-2642-16</inkml:trace>
  <inkml:trace contextRef="#ctx0" brushRef="#br1" timeOffset="58701.81">6265 7077 2457 0,'0'0'1564'0,"0"0"-1031"0,0 0-213 16,0 0 0-16,0 0 36 0,0 0-80 15,0 0-56-15,0 0 96 0,0 0-55 16,9-2 35-16,11 2 132 16,3 1-268-16,2 4-48 0,-4 1 36 15,1 1-108-15,3 1 52 0,4-1 84 16,2-1-92-16,6 0-51 0,3-3-33 15,3-2 0-15,5-1 0 0,3 0 0 16,7-5 0-16,0 0 0 0,0 1 0 16,0 0 0-16,-7-1 0 0,3 2 0 15,-2 0 0-15,-5 2 0 0,1 0 0 16,-1 1 0-16,-3 0 0 0,1 0 0 16,-3 1 0-16,5 0 0 15,1-1 0-15,3 0 0 0,3 0 0 16,0-2 0-16,2-3 0 0,8-2 0 15,4-1 0-15,0-1 0 0,5 2 0 16,-3 3 0-16,-4 0 0 16,-2 1 0-16,-6 1 0 0,0 0 0 15,-4 2 0-15,-3 0 0 0,1 0 0 16,-4 0 0-16,-1 0 0 16,-4 0 0-16,3 0 0 0,1 0 0 15,-3-2 0-15,-3-1 0 0,-6 2 0 16,-2-1 0-16,-8 1 0 0,-12-1 0 15,-5 0-477-15,-6 1-627 0,-8-8-4115 0</inkml:trace>
  <inkml:trace contextRef="#ctx0" brushRef="#br1" timeOffset="59600.09">8843 7134 1460 0,'0'0'312'0,"0"0"-300"0,0 0 56 0,0 0 945 16,0 0-641-16,0 0 12 0,0 0 312 16,-4-33-355-16,8 29 11 0,-4 2 300 15,0 2-208-15,0 0-56 0,0 0 73 16,0 5-241-16,-6 6 4 0,2 10 120 16,-2 4-224-16,1 7 20 15,1 2 49-15,2 2-189 0,2 4 0 16,0 4 0-16,-4 1 0 0,4 5 0 15,-6 1 0-15,2-1 0 16,0 1 0-16,-3-2 0 0,1 1 0 16,0-1 0-16,-4-2 0 0,6 1 0 15,-1 0 0-15,3 0 0 16,2 0 0-16,2 3 0 0,3 0 0 16,-1 2 0-16,-2 0 0 0,2-2 0 15,-4 1 0-15,0-4 0 0,0-1 0 16,0 1 0-16,-4-2 0 0,-2 2 0 15,-1-3 0-15,3-1 0 0,-2-2 0 16,2-3 0-16,-2-1 0 0,2 2 0 16,4 0 0-16,-5 0 0 0,3 2 0 15,2 2 0-15,0 1 0 16,-4 0 0-16,4 0 0 0,-6-4 0 16,2-1 0-16,2-3 0 0,-2-7 0 15,0-9 0-15,2-7 0 0,-3-8 0 16,5-4 0-16,0-3 0 15,-6-13 0-15,2-11-1125 0,-2-1-880 16,2-1-2013-16</inkml:trace>
  <inkml:trace contextRef="#ctx0" brushRef="#br1" timeOffset="63028.16">4403 11225 2297 0,'0'0'384'0,"0"0"636"16,0 0-1020-16,0 0 0 0,31 1 52 16,-6-4-40-16,4-1 0 0,8-3 92 15,0 2 20-15,4-1 68 0,3 2 209 16,-3 0-125-16,1 1-88 0,-5 3-92 15,0 0-88-15,-2-1-8 16,4 1 8-16,-1 0-4 0,3 0-4 16,0 0 0-16,5-2-60 0,1-2-56 15,1 0-140-15,-5-1 116 0,3-1 124 16,-9 0 16-16,0 2 0 0,-6 0 108 16,-10 1 204-16,-3 1-140 0,-3 1-36 15,-1 1 16-15,-1 0-148 16,1 0 8-16,7-1-12 0,0 0-20 15,5-1-128-15,5 0-360 0,0 0 136 16,7-1 67-16,-7 2-35 0,6-1 296 16,-4 1 44-16,0 1 60 15,-4-2 104-15,-2 1 68 0,-6-1 133 16,-1 0-153-16,-3-1-28 0,-1 2 64 16,1 0-192-16,1 1-32 0,5 0-12 15,2 2-12-15,8 3 0 0,2 0-124 16,4 2-76-16,7-1 88 0,1-2 44 15,7 1 60-15,2-4 8 0,4 1 124 16,-2-2 128-16,2 0 28 16,-6-3 252-16,-7 0-364 0,-3-1-136 15,-13 2-32-15,-11-3-56 0,-9 1-464 16,-7-4-4722-16</inkml:trace>
  <inkml:trace contextRef="#ctx0" brushRef="#br1" timeOffset="65114.88">4835 8030 1928 0,'0'0'40'0,"0"0"1845"16,0 0-1569-16,0 0-164 0,0 0 57 15,0 0-169-15,41-15-28 0,-20 15 0 16,6 0-8-16,0 0-4 0,8 4 4 15,2-2 4-15,0 1-8 0,7-2 0 16,1 0 12-16,3-1-12 0,1 0 0 16,3-5 4-16,0-1-4 0,6-1 0 15,-1-1 8-15,-5-2-8 16,2 3 0-16,-2-1 4 0,-1 3-4 16,-7 3 44-16,-1 2-28 0,-6 0 36 15,-2 3-8-15,-2 2-44 0,-4 1 0 16,-2-1 0-16,0 1-4 15,-2-1-76-15,-6-1-100 0,1 0 136 16,-1-3 36-16,-3-1-401 0,-5-4-535 16,-1-1-933-16</inkml:trace>
  <inkml:trace contextRef="#ctx0" brushRef="#br1" timeOffset="66443.92">5151 8169 2249 0,'0'0'1648'0,"0"0"-955"0,0 0 479 16,0 0-488-16,0 0-187 0,0 0 135 15,0 0-372-15,0 0-48 0,0 0-67 16,-16-11-145-16,16 11 0 0,0 0 0 16,0 0 0-16,0 6 0 0,0 7 0 15,0 9 0-15,0 5 0 16,0 4 0-16,0 2 0 0,-4-1 0 16,4 0 0-16,-2 2 0 0,2 2 0 15,0 2 0-15,-5 0 0 16,5 2 0-16,0 1 0 0,0 1 0 15,-2 2 0-15,2 0 0 0,-2 0 0 16,2 1 0-16,0 0 0 0,0-1 0 16,4-1 0-16,3-3 0 0,-3 2 0 15,6-2 0-15,-6 2 0 16,2-2 0-16,-1 2 0 0,-3 1 0 16,2-1 0-16,-4 1 0 0,0 1 0 15,0-1 0-15,0 0 0 0,0 0 0 16,0 0 0-16,0-1 0 0,0 0 0 15,0-1 0-15,0 0 0 0,0-2 0 16,0-1 0-16,0 0 0 16,0 1 0-16,0-1 0 0,0 1 0 15,-4 2 0-15,-1 2 0 0,3 1 0 16,-4-1 0-16,-2 0 0 16,2 2 0-16,0-2 0 0,-5 2 0 15,3-2 0-15,2 1 0 0,0 0 0 0,-1-1 0 16,3 2 0-16,-2 2 0 15,2-1 0-15,4 0 0 0,-6-2 0 16,2 1 0-16,-1 0 0 0,3 0 0 16,-4-1 0-16,2 1 0 15,-2 1 0-15,2 0 0 0,-3-1 0 16,3-3 0-16,0-4 0 0,2-7 0 16,-2-7 0-16,-2-9 0 0,6-7 0 15,-6-8 0-15,1-15 0 0,-5-14 0 16,2 1-997-16,0-9-680 0</inkml:trace>
  <inkml:trace contextRef="#ctx0" brushRef="#br1" timeOffset="67107.83">5087 8188 252 0,'0'0'0'0,"33"-34"0"0,-14 18 564 0,-9 6-64 15,-4-1-148-15,-4 5-144 0,1 3 321 16,-3-1 183-16,0 0 320 16,0 0-431-16,-3 0-133 0,1 3 140 15,-2-1-256-15,2 2-32 0,2 0 213 16,-4 0-269-16,4 0-36 0,0 3 12 15,-6 3-156-15,-4 7 72 0,-7 7 33 16,-4 4-189-16,-6 2 0 0,-1 0 0 16,1 0 0-16,0 0 0 0,0 0 0 15,-2-3 0-15,6-1 0 16,3-2 0-16,3-1 0 0,-2-3 0 16,11-2 0-16,-2 0 0 0,6-5 0 15,0-2 0-15,1-2 0 0,3-3-61 16,3-1-751-16,5-1 224 15,8-3 95-15,-1-7-271 0,1-4 112 16,-3 1-25-16,-3 0-1279 0</inkml:trace>
  <inkml:trace contextRef="#ctx0" brushRef="#br1" timeOffset="67370.09">5081 8106 6526 0,'0'0'977'0,"0"0"-288"0,0 0-689 16,0 0 0-16,0 0 0 0,0 0 0 15,0 0 0-15,0 0 0 16,37 9 0-16,-6 12 0 0,6 7 0 16,1 3 0-16,-5 0 0 0,4 1 0 15,2-1 0-15,-6-1 0 0,2-6 0 16,-8-2 0-16,-10-2 0 15,-1-5 0-15,-7-1 0 0,-3-6 0 16,-4-4 0-16,0-1 0 0,-2-3-1109 16,0-3-1140-16</inkml:trace>
  <inkml:trace contextRef="#ctx0" brushRef="#br1" timeOffset="68748.95">2259 8910 3077 0,'0'0'1925'0,"0"0"-577"0,0 0-703 15,0 0-77-15,0 0 61 16,0 0-629-16,0 0 0 0,-12 39 0 16,22-12 0-16,9 7 0 0,2 3 0 15,5 2 0-15,-3 3 0 0,4-2 0 16,2 0 0-16,-6-2 0 0,2-3 0 15,-5-6 0-15,-1-2 0 0,-1-7 0 16,-7-5 0-16,-1-4 0 0,-6-4 0 16,2-4 0-16,-6-2-813 15,0-1-1648-15,0-1-933 0</inkml:trace>
  <inkml:trace contextRef="#ctx0" brushRef="#br1" timeOffset="68987">2214 9454 4426 0,'0'0'1484'16,"0"0"-755"-16,0 0-1 0,0 0 97 16,23-41-825-16,-5 10 0 0,3-6 0 15,0-2 0-15,-1 1 0 0,7-5 0 16,-4 0 0-16,4-4 0 0,4-1 0 15,4 0 0-15,2-1 0 0,4 3 0 16,-1 1 0-16,-7 11 0 0,-6 2-2718 0</inkml:trace>
  <inkml:trace contextRef="#ctx0" brushRef="#br1" timeOffset="69467.28">2989 8515 3017 0,'0'0'1957'0,"0"0"-1245"0,0 0 32 16,0 0 237-16,0 0-541 0,0 0-124 15,0 0-291-15,0 0-25 0,-8 65 0 16,-3-21 0-16,-3 4 0 0,2 0 0 15,-5 6 0-15,-4 2 0 16,1 5 0-16,-7 0 0 0,0 2 0 16,2 2 0-16,4-1 0 15,5-2 0-15,6-5 0 0,-1-6 0 16,11-8 0-16,6-8 0 0,9-6 0 16,1-6 0-16,9-6 0 0,4-5 0 15,6-6 0-15,-4-6 0 0,7-5 0 16,-7-9 0-16,6-6 0 0,-6-7 0 15,-4-6-205-15,-7 5-1119 0,-5 0-2834 0</inkml:trace>
  <inkml:trace contextRef="#ctx0" brushRef="#br1" timeOffset="69761.81">3142 8757 6899 0,'0'0'784'0,"0"0"-275"0,0 0-509 16,0 0 0-16,0 0 0 0,-25 44 0 15,23-17 0-15,-2 5 0 16,-2 4 0-16,2 3 0 0,-7 4 0 16,1 5 0-16,-9 3 0 0,3 0 0 15,-1-3 0-15,5-4 0 0,4-8 0 16,4-5 0-16,6-8 0 0,8-5 0 15,6-4 0-15,11-9 0 0,4-5 0 16,7-7 0-16,-1-7 0 0,4-6 0 16,0-3 0-16,-1-3 0 15,-11 2 0-15,-2 2 0 0,-17 0 0 16,-6 4-453-16,-4 4-808 0,-4 3-479 0</inkml:trace>
  <inkml:trace contextRef="#ctx0" brushRef="#br1" timeOffset="69991.06">2958 9148 4157 0,'0'0'505'0,"0"0"103"0,0 0 965 15,0 0-897-15,0 0-288 0,0 0-103 16,39-27-285-16,7 3 0 0,1-2 0 15,3 2 0-15,-5 6 0 0,-7 0 0 16,-7 1 0-16,-11 5 0 0,-5-2-2766 0</inkml:trace>
  <inkml:trace contextRef="#ctx0" brushRef="#br1" timeOffset="70319.27">3367 8449 4349 0,'0'0'2470'16,"0"0"-1866"-16,0 0-188 0,0 0-63 15,33 50-353-15,-8-22 0 0,8 8 0 16,-6 3 0-16,6 6 0 0,0 6 0 16,0 2 0-16,-12 4 0 0,-6 2 0 15,-13 0 0-15,-9 1 0 16,-13-2 0-16,-7 0 0 0,-4-4 0 16,0-4 0-16,-2-4 0 0,2-8 0 15,2-8 0-15,6-11-713 0,-2-7-2701 16</inkml:trace>
  <inkml:trace contextRef="#ctx0" brushRef="#br1" timeOffset="82648.41">3632 9357 2160 0,'0'0'1573'0,"0"0"-496"0,0 0-101 16,0 0-480-16,0 0-91 15,0 0 71-15,0 0-260 0,25-34-12 16,-9 30 56-16,5 3-144 0,-5 2 20 16,5 5-39-16,-6 6-97 0,-1 2 0 15,1 6 0-15,-7 2 0 0,-2 2 0 16,-6 2 0-16,-6 2 0 15,-7 0 0-15,-5 4 0 0,-3 1 0 16,0-1 0-16,-5 0 0 16,5-5 0-16,0-6 0 0,5-7 0 0,5-7 0 15,1-7 0-15,10-1-2226 0,0-17-1708 16</inkml:trace>
  <inkml:trace contextRef="#ctx0" brushRef="#br1" timeOffset="83143.37">3878 8938 4990 0,'0'0'548'0,"0"0"148"15,0 0 405-15,0 0-529 0,0 0-287 16,0 0-285-16,-35-31 0 0,33 35 0 16,4 8 0-16,12 8 0 0,9 5 0 15,8 4 0-15,4-1 0 0,2 1 0 16,1 0 0-16,-7 3 0 15,0 1 0-15,-9 0 0 0,-1-1 0 16,-7-3 0-16,-1-4 0 16,-5-6 0-16,-2-7 0 0,-2-4 0 0,-1-4 0 15,1-1-389-15,-4-2-1772 16,0-1-24-16</inkml:trace>
  <inkml:trace contextRef="#ctx0" brushRef="#br1" timeOffset="83347.99">3905 9357 5434 0,'0'0'672'15,"0"0"925"-15,0 0-1108 0,0 0-489 16,0 0 0-16,0 0 0 0,2-33 0 16,6 8 0-16,2-7 0 0,11-6 0 15,6-6 0-15,4 1 0 0,2-2 0 16,-2 0 0-16,-8 1 0 15,-2 3 0-15,-9-2 0 0,0 13-2070 16,-12-3-2636-16</inkml:trace>
  <inkml:trace contextRef="#ctx0" brushRef="#br1" timeOffset="83781.36">4027 8588 6390 0,'0'0'965'0,"0"0"-489"16,0 0-115-16,0 0-361 0,0 0 0 16,0 0 0-16,0 0 0 15,0 0 0-15,0 0 0 0,0 0 0 0,10 20 0 16,-10-17 0-16,-2 1 0 16,0-2 0-16,0-1 0 0,2 1 0 15,-4-2 0-15,0 0 0 0,2-2 0 16,-3-2 0-16,5-1 0 0,0 0 0 15,5-3 0-15,1 2 0 0,0 1 0 16,2 1 0-16,3 2 0 0,-5 2 0 16,4 6 0-16,-6 7 0 0,2 4 0 15,-6 0-373-15,2 1-319 16,-2-5-665-16,3-5-616 0</inkml:trace>
  <inkml:trace contextRef="#ctx0" brushRef="#br1" timeOffset="84245.99">4436 8528 2669 0,'0'0'2525'0,"0"0"-1493"16,0 0-471-16,0 0 251 0,0 0-440 15,-16 57-151-15,5-21-221 16,-3 6 0-16,1 8 0 0,-3 1 0 16,1 6 0-16,-3 1 0 0,5 3 0 15,-1-1 0-15,3-2 0 0,5-1 0 16,4-7 0-16,2-5 0 0,6-9 0 15,5-7 0-15,-1-5 0 0,7-9 0 16,-1-4 0-16,5-10 0 0,4-2 0 16,-3-10 0-16,3-4 0 15,2-3-889-15,-6 3-432 0,-7-2-524 0</inkml:trace>
  <inkml:trace contextRef="#ctx0" brushRef="#br1" timeOffset="84557.97">4537 8801 6074 0,'0'0'921'0,"0"0"-321"0,0 0-3 16,0 0-597-16,0 0 0 0,0 0 0 15,-8 41 0-15,4-11 0 0,0 6 0 16,2 2 0-16,-2-2 0 0,-1 0 0 15,3 0 0-15,2-1 0 0,0-3 0 16,0-3 0-16,0-5 0 0,0-3 0 16,7-5 0-16,3-3 0 15,0-5 0-15,5-4 0 0,3-4 0 16,3-4 0-16,4-5 0 0,2-4 0 16,-7-1 0-16,1-3 0 0,0 1 0 15,-5 0 0-15,-5 2 0 16,-1-1-773-16,-8 4-1476 0,-2 1-308 0</inkml:trace>
  <inkml:trace contextRef="#ctx0" brushRef="#br1" timeOffset="84753.33">4409 9056 4734 0,'0'0'800'0,"0"0"241"16,0 0-585-16,0 0 28 0,31 8 116 15,-8-8-523-15,2-11-77 0,-3-4 0 16,7-5 0-16,0-2 0 0,0-2-573 16,-2 2-327-16,-6 8-245 15,-11-3-2605-15</inkml:trace>
  <inkml:trace contextRef="#ctx0" brushRef="#br1" timeOffset="84988.32">4641 8535 4454 0,'0'0'1140'0,"0"0"-736"0,0 0 461 16,0 0-285-16,31 50-120 0,-15-25-171 16,7 4-289-16,6 3 0 0,-2 4 0 15,-2 7 0-15,-3 3 0 0,-1 4 0 16,-11 3 0-16,-10 4 0 0,-6 1 0 15,-19 6 0-15,-8 2 0 0,-8 0 0 16,-7-4 0-16,-3-8 0 0,13-16-2174 16,-5-14-3708-16</inkml:trace>
  <inkml:trace contextRef="#ctx0" brushRef="#br1" timeOffset="94229.11">14238 6992 2649 0,'0'0'3417'0,"0"0"-2896"0,0 0-113 0,0 0 420 16,0 0-459-16,0 0-369 15,0 0 0-15,0 0 0 0,0 0 0 16,0 28 0-16,7 0 0 0,1 6 0 15,-6 9 0-15,2-1 0 0,-4 11 0 16,-4 5 0-16,-2 5 0 16,-1 9 0-16,-3 5 0 0,2 5 0 15,2 3 0-15,2 3 0 16,4 0 0-16,0 1 0 0,0 0 0 16,4 3 0-16,2 1 0 0,-6-1 0 15,0-4 0-15,-2-1 0 0,-6-7 0 16,-3-2 0-16,5-4 0 0,-4-10 0 15,-3-7 0-15,-1-11 0 0,-1-15 0 16,5-13 0-16,4-11 0 0,0-12 0 16,1-4-1517-16,5-18-1573 0</inkml:trace>
  <inkml:trace contextRef="#ctx0" brushRef="#br1" timeOffset="94794.69">14265 6954 4514 0,'0'0'816'0,"0"0"-160"0,0 0 213 0,0 0-485 16,0 0-48-16,0 0-100 15,0 0-236-15,58-38 52 0,-17 35 172 16,7 3-128-16,6 3-87 0,8 8-9 15,6 2 0-15,10 1 0 0,11 5 0 16,11 0 0-16,7 0 0 0,9-2 0 16,10-2 0-16,10-2 0 0,-1-4 0 15,-3 0 0-15,0-5 0 0,-12-1 0 16,-4-3 0-16,-11 0 0 0,-12 0 0 16,-8-3-185-16,-17 0-271 15,-10-2-1213-15,-21 2-280 0,-16-4-1356 0</inkml:trace>
  <inkml:trace contextRef="#ctx0" brushRef="#br1" timeOffset="95299.22">14156 9018 7151 0,'0'0'80'0,"35"10"488"0,8-7-175 15,15-1-393-15,10-2 0 0,1 0 0 16,13-1 0-16,9-3 0 0,15 0 0 15,13-1 0-15,14 3 0 0,7 1 0 16,7 0 0-16,2 1 0 0,-9 0 0 16,-7 0 0-16,-7 0 0 15,-12 0 0-15,-13 0 0 0,-12-1 0 16,-17-2 0-16,-14-2 0 0,-21-3 0 16,-10-5-1449-16,-12 2-632 0,-13-5-2061 0</inkml:trace>
  <inkml:trace contextRef="#ctx0" brushRef="#br1" timeOffset="95810.62">16460 7063 5506 0,'0'0'772'0,"0"0"-203"0,0 0-245 0,0 0 144 15,-41 55-176-15,25-13-31 0,1 13-261 16,9 5 0-16,2 7 0 0,8 12 0 15,2 11 0-15,11 14 0 0,1 8 0 16,3 10 0-16,-5 10 0 0,1 5 0 16,-9 6 0-16,-8 0 0 0,-10-9 0 15,-5-8 0-15,-5-14 0 16,3-17 0-16,1-17 0 0,1-21 0 16,5-22 0-16,4-15 0 0,-3-19 0 15,7-6-1361-15,-4-20-5098 0</inkml:trace>
  <inkml:trace contextRef="#ctx0" brushRef="#br1" timeOffset="97714.89">14480 9108 2905 0,'0'0'2033'0,"0"0"-885"16,0 0-535-16,0 0-77 0,0 0 176 15,0 0-467-15,0 0-245 0,0 0 0 16,0 0 0-16,0 33 0 0,0-8 0 15,-4 6 0-15,4 3 0 0,-6 2 0 16,2 3 0-16,2 5 0 0,-7 3 0 16,7 5 0-16,-8 3 0 15,6-2 0-15,-2 4 0 0,-1 0 0 16,3 5 0-16,-2 2 0 0,2-3 0 16,4 2 0-16,0-2 0 15,0-3 0-15,6-3 0 0,-2 1 0 16,3 0 0-16,-3-3 0 0,0 1 0 15,-2-3 0-15,-2-4 0 0,0-2 0 16,0-6 0-16,0-3 0 0,-6-5 0 16,2-5 0-16,-3-4 0 15,3-4 0-15,2-4 0 0,-2-2 0 16,4-3 0-16,0-2 0 0,-4-3 0 16,4 0 0-16,0 0 0 0,-2-1 0 15,-2-1 0-15,-1 0 0 0,5-2 0 16,-6 0 0-16,2 0 0 0,2-3 0 15,-2-1 0-15,-2 0-301 16,6-2-791-16,-4 1 43 0,2-3-299 0</inkml:trace>
  <inkml:trace contextRef="#ctx0" brushRef="#br1" timeOffset="98238.77">14350 10634 1844 0,'0'0'1317'0,"0"0"-261"0,0 0-647 15,0 0 3-15,0 0 248 16,0 0-308-16,0 0-20 0,0 0 325 16,0 0-269-16,14 37 24 0,-14-33-59 15,0 1-353-15,0 1 0 0,0-1 0 16,0-2 0-16,0 2 0 0,0-4 0 15,-4-1 0-15,-2-1 0 0,0-9 0 16,-9-4 0-16,-1-6 0 16,-5-3 0-16,-4-2 0 0,-4-3 0 15,1-2 0-15,-1 1 0 0,0-2 0 16,6 2 0-16,8 2 0 0,5 5 0 16,4 3 0-16,2 7 0 0,4 4 0 15,0 4 0-15,0 2 0 0,0-1 0 16,0 3 0-16,0 0 0 15,0 5 0-15,8 9 0 0,2 8 0 16,3 6 0-16,7 6 0 16,1 1 0-16,4 3 0 0,4-1 0 0,2-1 0 15,0-3 0-15,0-5 0 16,2-5 0-16,-2-5 0 0,-4-6 0 16,2-5 0-16,-11-5 0 0,3-5 0 15,-2-10 0-15,-7-7 0 0,5-11 0 16,-3-7 0-16,3-2 0 0,-3-4 0 15,3 0 0-15,-1 3 0 16,5-1 0-16,6 3 0 0,-9 12 0 16,3 1-2774-16</inkml:trace>
  <inkml:trace contextRef="#ctx0" brushRef="#br1" timeOffset="101171.83">11123 9985 2605 0,'0'0'2313'0,"0"0"-1669"0,4-35-16 16,-4 31 329-16,0 0-461 15,0 3-116-15,0 1-211 0,0 6-169 16,2 12 0-16,7 21 0 16,-7 12 0-16,2 11 0 0,-4 4 0 0,0 0 0 15,-4 3 0-15,2 0 0 16,-2-2 0-16,-1-6 0 0,5-11 0 16,0-7 0-16,9-11 0 0,-7-12 0 15,4-10-485-15,-2-6-828 0,2-6-2945 0</inkml:trace>
  <inkml:trace contextRef="#ctx0" brushRef="#br1" timeOffset="101419.28">11140 9956 6194 0,'0'0'617'0,"0"0"103"15,56-25-59-15,-23 8-661 16,4-1 0-16,-2 1 0 16,2 1 0-16,4 1 0 0,-3 2 0 0,-5 3 0 15,-2 3 0-15,-11 6 0 16,1 1 0-16,-11 2 0 0,-7 10-269 16,-3-4-1424-16,-3 3-1124 0</inkml:trace>
  <inkml:trace contextRef="#ctx0" brushRef="#br1" timeOffset="101591.42">11146 10301 4061 0,'0'0'2618'0,"45"3"-1606"0,-14-2-511 15,0-1-501-15,-2 0 0 0,6 0 0 16,3 0 0-16,-1-1 0 15,-2-6 0-15,-12 1-2246 0,-3-6-3212 16</inkml:trace>
  <inkml:trace contextRef="#ctx0" brushRef="#br1" timeOffset="102386.24">11539 10580 4185 0,'0'0'1289'0,"0"0"-601"0,0 0-211 0,-52-3-41 16,29 9-220-16,-2 2 20 0,3 1 84 15,-3 1-156-15,-2-3-8 0,6 3-131 16,5-2-25-16,1-2 0 0,5-2 0 15,4 1 0-15,2-1 0 0,2-1 0 16,2 2 0-16,0 0 0 0,2-1 0 16,12 0 0-16,11 0 0 0,4-1 0 15,6 1 0-15,-4-1-85 16,0 4-147-16,-8 1-16 0,-3 1 12 16,-9 4 96-16,-5 0 132 0,-6 1 8 15,0 2 72-15,-6-2 28 16,-5 2 64-16,-5 0 76 0,-3-1-200 15,3 1 24-15,-7-2-12 0,4-1-48 16,3-3-4-16,-1-2 0 0,3-5-24 16,8-3-148-16,2-2-828 15,1-3-449-15,3-6-612 0</inkml:trace>
  <inkml:trace contextRef="#ctx0" brushRef="#br1" timeOffset="102996.05">11491 11321 3609 0,'0'0'2105'0,"-14"38"-1060"0,7-25-529 0,7-8-76 15,0-3 16-15,0 1-435 0,0-3-21 16,0-5 0-16,0-12 0 0,0-15 0 16,5-10 0-16,-3-6 0 0,2-6 0 15,0-2 0-15,-2-5 0 16,2-6 0-16,-4-1 0 0,6 0 0 15,-2 2 0-15,11 7 0 0,1 12 0 16,5 8 0-16,2 10 0 0,-2 8 0 16,-5 7 0-16,3 9 0 0,-7 5 0 15,-2 3 0-15,1 6 0 16,-1 5 0-16,0 3 0 0,-3 3 0 16,-7 1 0-16,0 0 0 0,-11 3 0 15,-1 1 0-15,-7 0 0 0,1-1 0 16,-3 0 0-16,0-2 0 0,5-3 0 15,-5-4 0-15,11-4 0 0,2-3-889 16,1-4-4-16,7-2-283 0,0-2-1914 16</inkml:trace>
  <inkml:trace contextRef="#ctx0" brushRef="#br1" timeOffset="103197.49">11733 10821 4514 0,'0'0'720'0,"0"0"112"0,0 0-420 16,0 0-127-16,0 0 243 15,0 0-108-15,0 0-96 0,0 0-167 16,-21-37-157-16,21 20 0 0,0 1 0 16,4 2 0-16,7 2 0 0,-1-2 0 15,7 0 0-15,-1-3-293 0,-1 4-1492 16,1 0-548-16</inkml:trace>
  <inkml:trace contextRef="#ctx0" brushRef="#br1" timeOffset="103334.84">11907 10623 5942 0,'0'0'961'16,"0"0"-49"-16,-13 48-535 0,9-26-377 16,0 3 0-16,4 1 0 0,0 0 0 15,4 0 0-15,2-3 0 16,5-1 0-16,-5-3-573 0,2-5-796 15,-2-4-491-15</inkml:trace>
  <inkml:trace contextRef="#ctx0" brushRef="#br1" timeOffset="103447.42">12002 10368 4874 0,'0'0'476'0,"10"-44"-224"15,-6 34-144-15,-4 7-108 0,0 7-16 16,0 2-1361-16,0 9-583 0</inkml:trace>
  <inkml:trace contextRef="#ctx0" brushRef="#br1" timeOffset="103992.74">12049 10877 5178 0,'0'0'1228'0,"0"0"-547"0,0 0 47 15,0 0-351-15,0 0-377 16,29-62 0-16,-10 24 0 0,-1 0 0 15,3 8 0-15,-4 4 0 0,-5 9 0 16,-4 6 0-16,-2 5 0 0,-6 5 0 16,5 1 0-16,-5 3-9 15,0 8-307-15,-9 7 120 0,3 4-280 16,0 1 180-16,2 1 100 0,-2-4-21 16,6-2 145-16,0-1 68 0,0-4-12 15,6-2 16-15,4-4 0 0,0-3 28 16,5-4-8-16,-3-5 52 0,-1-3 113 15,-1-3-129-15,0-3-12 0,-6 0 12 16,-1-2-4-16,-3 2 56 0,0 2 56 16,0 3-112-16,-3 3 16 15,3 2 8-15,-4 2-76 0,0-2 12 16,2 3-12-16,2 0-4 0,0 1 4 16,0 0-36-16,0 7 24 0,6 5 12 15,-6 9 60-15,0 6-16 16,4 5 76-16,-4 5 104 0,0 1-108 15,3 7-4-15,1 4-16 0,0 2-84 16,-2 1-12-16,-2 1 4 0,-6-2 12 16,-5 1-16-16,-5 0 53 15,-9-1-53-15,-2-1 0 0,-10-6 0 16,0-6 0-16,-9-10 0 0,3-7 0 16,1-11 0-16,1-7 0 0,8-9 0 15,6-11 0-15,7-5 0 0,9-6 0 16,11-2 0-16,6-4 0 0,19 0 0 15,8-3 0-15,4-1 0 0,15-4 0 16,0-4 0-16,-9 11 0 0,-1-8-3194 16</inkml:trace>
  <inkml:trace contextRef="#ctx0" brushRef="#br1" timeOffset="104730.55">12347 10314 2753 0,'0'0'2285'16,"0"0"-1117"-16,0 0-427 0,0 0 291 15,0 0-819-15,37 1-213 0,-16-1 0 16,2 0 0-16,1 0 0 0,-3-1 0 15,0-3 0-15,1 0 0 0,-3 1 0 16,-2-1 0-16,-1 1 0 0,1-1-521 16,-9 2-1380-16,-6-3-900 0</inkml:trace>
  <inkml:trace contextRef="#ctx0" brushRef="#br1" timeOffset="104941.57">12359 10489 6166 0,'0'0'857'0,"0"0"312"16,0 0-1169-16,46 13 0 0,-9-14 0 15,0-7 0-15,9-3 0 0,-7-1 0 16,-8 3 0-16,-6-1-1497 0</inkml:trace>
  <inkml:trace contextRef="#ctx0" brushRef="#br1" timeOffset="106138.6">13031 9762 2953 0,'0'0'3173'0,"0"0"-2328"16,0 0 287-16,0 0-1043 0,0 0-89 16,0 0 0-16,0 0 0 0,-33 4 0 15,29 33 0-15,-2 9 0 0,6 7 0 16,-4 5 0-16,4 0 0 15,0 9 0-15,-2 4 0 0,-7 7 0 16,3 4 0-16,-4 0 0 0,6-4 0 16,-7-5 0-16,5-10 0 0,2-9 0 15,2-13 0-15,2-13 0 16,0-10 0-16,0-9-1181 0,0-9-2365 0</inkml:trace>
  <inkml:trace contextRef="#ctx0" brushRef="#br1" timeOffset="106580.54">12905 10432 3497 0,'0'0'1877'0,"0"0"-576"0,0-45-653 16,8 27-4-16,5-1-419 0,3 0-225 15,5 3 0-15,4-2 0 16,2 6 0-16,4 1 0 0,-5 4 0 16,5 2 0-16,-4 3 0 0,-2 2 0 15,-8 4 0-15,-1 1 0 0,-10 2 0 16,3 1 0-16,-9 5 0 0,-4 5 0 15,-7 3 0-15,-9 2 0 16,-7-2 0-16,-4 3 0 0,-7-3 0 0,5 3 0 16,-2-2 0-16,8 0 0 15,7-2 0-15,9-4 0 0,7-1 0 16,4-1 0-16,11 1 0 0,3 3 0 16,9 2 0-16,8-1 0 0,-2 0 0 15,4-1 0-15,-2-3 0 16,0-1 0-16,-4-4 0 0,-5-4 0 15,-1-5 0-15,-2-1-1650 0,-11-6-2151 0</inkml:trace>
  <inkml:trace contextRef="#ctx0" brushRef="#br1" timeOffset="107123.08">13471 10592 3109 0,'0'0'2417'0,"0"0"-1513"0,0 0-71 0,0 0 96 16,0 0-929-16,-35 4 0 0,17 8 0 15,-7 1 0-15,4 0 0 0,5 0 0 16,-1-1 0-16,-1-1 0 0,1 0 0 15,7 1 0-15,-1-1 0 0,1-1 0 16,4 1 0-16,6 0 0 0,0 0 0 16,6 0 0-16,4 1 0 0,5 0 0 15,1-2 0-15,5-2 0 16,4-1 0-16,-2-1 0 0,-3-2 0 16,-3 0 0-16,-7 0 0 0,-6-1 0 15,2 2 0-15,-6 4 0 16,-6 4 0-16,-14 9 0 0,-7 3 0 15,-8-1 0-15,-3 0 0 0,7-7 0 16,4-5 0-16,7-6 0 0,3-5 0 16,11-6 0-16,2-8 0 15,8-6-689-15,6-8-472 0,1 5-1552 16</inkml:trace>
  <inkml:trace contextRef="#ctx0" brushRef="#br1" timeOffset="107575.1">13604 10188 2629 0,'0'0'3041'0,"0"0"-1452"0,0 0-893 0,0 0-459 0,0 0-237 15,0 0 0-15,0 0 0 0,0 0 0 16,41 36 0-16,-24 0 0 0,-3 5 0 16,3 0 0-16,3 3 0 15,1 2 0-15,0 2 0 0,-1-1 0 16,-3-5 0-16,-1-3 0 0,-1-7 0 16,-5-5 0-16,-4-6 0 0,5-2 0 15,-5-8 0-15,-2-4 0 16,-4-6-937-16,0-1-1180 0,0-2 252 0</inkml:trace>
  <inkml:trace contextRef="#ctx0" brushRef="#br1" timeOffset="107855.05">13556 10719 1804 0,'0'0'2489'0,"0"0"-1236"16,0 0 308-16,0 0-661 0,0 0-715 16,21-40-185-16,0 4 0 0,12-11 0 15,8-9 0-15,6-1 0 0,1-2 0 16,-7 3 0-16,-5 6 0 15,-10 5 0-15,-9 5 0 0,-7 11 0 16,-4 4-137-16</inkml:trace>
  <inkml:trace contextRef="#ctx0" brushRef="#br1" timeOffset="108870.18">15921 9029 5398 0,'0'0'900'0,"0"0"-255"0,0 0 451 15,0 0-943-15,0 0-153 0,0 0 0 16,-29 36 0-16,21-5 0 0,2 11 0 15,-1 7 0-15,3 7 0 0,-2 9 0 16,2 10 0-16,0 8 0 0,-2 5 0 16,-1 4 0-16,1 4 0 0,2-1 0 15,4 1 0-15,-4-6 0 16,4-6 0-16,0-4 0 0,0-8 0 16,-2-7 0-16,2-8 0 0,0-7 0 15,2-12 0-15,2-10 0 0,-4-10 0 16,0-7 0-16,0-7 0 15,0-4 0-15,0-2 0 0,-6-7-977 16,-2-2-240-16,-3-1-1148 0,5 3 452 16</inkml:trace>
  <inkml:trace contextRef="#ctx0" brushRef="#br1" timeOffset="109290.52">15774 10512 1368 0,'0'0'3126'0,"0"0"-1478"16,0 0-971-16,-12 48-185 0,12-33-32 16,-4-1-340-16,4-1-16 0,0-4 36 15,0-1-96-15,0-3-31 16,0-1-13-16,0-2 0 0,0 2 0 16,0-2 0-16,0-2 0 0,0 0 0 15,-7-6 0-15,1-6 0 0,-4-9 0 16,-5-6 0-16,-1-7 0 15,1-6 0-15,-1-2 0 0,1-6 0 16,-1-3 0-16,3 2 0 0,-1 7 0 16,8 8 0-16,2 12 0 0,0 10 0 15,4 8 0-15,0 2 0 16,0 2 0-16,0 10 0 0,0 11 0 16,0 10 0-16,0 7 0 0,4 6 0 15,6 0 0-15,4 2 0 0,5-1 0 16,2-3 0-16,4-7 0 0,1-6 0 15,1-8 0-15,2-7 0 0,-2-10 0 16,-4-4 0-16,-5-8 0 0,-1-8 0 16,-7-2 0-16,1-7 0 15,-5-3 0-15,4-2 0 0,-4-2 0 16,5-2 0-16,-5 8-1137 0,4-3-1925 16</inkml:trace>
  <inkml:trace contextRef="#ctx0" brushRef="#br1" timeOffset="109897.66">16465 9882 2517 0,'0'0'3297'0,"0"0"-2184"16,0 0-41-16,-40 26-879 0,24-1-193 15,5 6 0-15,5 2 0 0,2 1 0 16,4 4 0-16,0 5 0 15,0 4 0-15,4 6 0 0,-4 2 0 16,0 6 0-16,-4-4 0 0,4-4 0 16,-6-5 0-16,2-9 0 0,4-11 0 15,0-10 0-15,0-11-81 16,0-6-1263-16,0-4-421 0</inkml:trace>
  <inkml:trace contextRef="#ctx0" brushRef="#br1" timeOffset="110082.81">16386 9986 5694 0,'0'0'869'0,"48"-17"-129"16,-11 5 149-16,0 1-889 0,6-3 0 16,-1 0 0-16,3 2 0 0,-5-1 0 15,-5 1 0-15,-2 1 0 0,-8 3 0 16,-5 2-349-16,-14 1-1780 15,3 3-2293-15</inkml:trace>
  <inkml:trace contextRef="#ctx0" brushRef="#br1" timeOffset="110285.52">16392 10344 2885 0,'0'0'3521'0,"0"0"-2288"0,0 0-680 16,0 0-553-16,0 0 0 0,48 45 0 16,-13-34 0-16,2 0 0 0,2-5 0 15,3-4 0-15,-5-1 0 16,4-1 0-16,-10 0 0 0,-4-4-1613 0</inkml:trace>
  <inkml:trace contextRef="#ctx0" brushRef="#br1" timeOffset="110799.66">16907 10608 1348 0,'0'0'20'16,"0"0"853"-16,0 0 487 0,0 0-616 15,0 0-51-15,0 0 375 16,0 0-399-16,0 0-33 0,0 0 145 16,0 0-781-16,-31-23 0 0,21 17 0 15,-3 2 0-15,-1 2 0 0,-3 5 0 16,1 6 0-16,1 7 0 0,-1 7 0 15,-3 6 0-15,3 4 0 0,3 5 0 16,5 0 0-16,2-2 0 0,6-4 0 16,12-5 0-16,3-6 0 15,5-7 0-15,7-7 0 0,4-6 0 16,0-5 0-16,2-10 0 0,-2-4 0 16,-4-6-617-16,-6 3-1104 0,-3-2-1112 15</inkml:trace>
  <inkml:trace contextRef="#ctx0" brushRef="#br1" timeOffset="111034.94">16959 10194 6831 0,'-15'46'508'0,"11"0"-40"0,-2 10-83 16,6-2-385-16,0 1 0 0,6 1 0 16,2-2 0-16,-6 0 0 15,7-2 0-15,-7-4 0 0,6-3 0 16,0-5 0-16,1-10-157 0,3-7-771 16,-2-12-1834-16,5-8-1543 0</inkml:trace>
  <inkml:trace contextRef="#ctx0" brushRef="#br1" timeOffset="111359.67">17275 10606 3701 0,'0'0'2769'0,"-33"-42"-1552"16,8 24-797-16,4 6-335 0,1 9-85 16,-1 3 0-16,-2 8 0 0,3 7 0 15,-1 7 0-15,6 2 0 0,-1 3 0 16,6 0 0-16,5-3 0 0,5-2 0 15,3-3 0-15,7-6 0 0,8-6 0 16,3-6 0-16,6-2 0 0,2-10 0 16,0-2 0-16,-4-2 0 0,-9 2 0 15,1 3 0-15,-9 3 0 16,-4 5 0-16,-2 2 0 0,-2 0 0 16,0 3 0-16,-4 7 0 0,2 3 0 15,2 2 0-15,0-4 0 16,6-1 0-16,5-4 0 0,3 1 0 15,-2-1 0-15,3-4 0 0,-5-2 0 16,-4 0-429-16,1 0-1592 0,-3 0-400 0</inkml:trace>
  <inkml:trace contextRef="#ctx0" brushRef="#br1" timeOffset="111671.33">17560 10602 1452 0,'0'0'4830'15,"0"0"-4049"-15,-43-37-233 0,26 29 33 16,-8 0-581-16,3 4 0 0,-5 0 0 16,-2 3 0-16,2 1 0 15,6 0 0-15,5 3 0 0,10 0 0 16,1 4 0-16,1 3 0 0,4 5 0 16,4 3 0-16,11 0 0 0,6-2 0 15,5-3 0-15,1 2 0 16,4-3 0-16,-4 1 0 0,4 0 0 15,-8-2 0-15,-2 0 0 0,-7-1 0 16,-8 1 0-16,-6 1 0 0,0 1 0 16,-12-1 0-16,-3 2 0 15,-5-1 0-15,-1-4 0 0,0-3 0 16,1-4 0-16,3-2 0 0,3-2 0 16,1-7-537-16,3-5-335 0,6 1-1197 15,4-6-112-15</inkml:trace>
  <inkml:trace contextRef="#ctx0" brushRef="#br1" timeOffset="111980.38">17558 10132 3705 0,'0'0'3246'0,"0"0"-2746"0,0 0-296 16,2 44 268-16,0-8-407 0,0 9-65 15,5 2 0-15,-3 1 0 0,0 3 0 16,-2 3 0-16,-2 1 0 15,-2-1 0-15,-6-5 0 0,1-4 0 16,3-9 0-16,-2-12 0 0,6-7 0 16,-2-7 0-16,2-7 0 15,0-3 0-15,2-1 0 0,6-12 0 16,11-10 0-16,2-7 0 0,5 1 0 16,-1 3 0-16,-4 10 0 0,-9 8 0 15,-1 5 0-15,-3 5 0 0,-6 10 0 16,-2 7 0-16,0 2 0 0,0 3 0 15,-2-3 0-15,-2-4 0 0,4-2 0 16,0-3 0-16,0-4 0 0,4-2 0 16,-2-4-797-16,2-2-1788 0</inkml:trace>
  <inkml:trace contextRef="#ctx0" brushRef="#br1" timeOffset="112370.34">17843 10840 3145 0,'-12'43'2021'0,"2"-2"-877"0,1 9-703 0,9-3-33 16,0 0 124-16,2-1-312 0,1-3-48 16,1-3-63-16,-4-4-109 0,0-5 0 15,-4-6 0-15,1-6 0 16,-1-8 0-16,0-4 0 0,2-5-105 15,-2-2-155-15,0-11-604 0,0-10 71 16,-2-8 105-16,6-9-601 16,4 9 369-16,0-3-40 0</inkml:trace>
  <inkml:trace contextRef="#ctx0" brushRef="#br1" timeOffset="112619.46">17843 10819 3389 0,'0'0'1073'0,"19"-57"383"15,-9 27-699-15,1 11-197 0,-5 5 320 16,0 4-803-16,-2 6-77 0,2-1 0 15,5 1 0-15,3 3 0 0,7 1 0 16,-3 0 0-16,3 6 0 0,-6 4 0 16,-5 2 0-16,-8 2 0 15,-2 2 0-15,-10 4 0 0,-9 1 0 16,-6 1 0-16,-2 1 0 16,-4-1 0-16,0-3 0 0,5-1 0 0,1-4 0 15,8-3 0-15,5-6 0 16,8-2 0-16,0-3 0 0,8 0 0 15,8-2-405-15,17-9-916 0,8-5 401 16,7-4 68-16,3-2-617 0,-12 5 497 16,-2 1-385-16</inkml:trace>
  <inkml:trace contextRef="#ctx0" brushRef="#br1" timeOffset="112853.12">18164 10715 2449 0,'0'0'864'0,"0"0"1165"16,0 0-712-16,0 0-465 0,-39-26-171 15,14 26-681-15,4 0 0 0,0 7 0 16,5 1 0-16,-1 3 0 0,3 5 0 15,-1 4 0-15,5 4 0 0,2 4 0 16,4 2 0-16,4 1 0 0,10-3 0 16,6-5 0-16,5-4 0 15,10-9 0-15,2-5 0 0,2-5 0 16,3-8 0-16,-7-7 0 0,-5 0 0 16,-5-4 0-16,-11 0 0 0,-3 0 0 15,-7-2 0-15,-7 2 0 16,-3 0 0-16,-4 1 0 0,-3 3 0 15,1 2-425-15,1 1-2016 0,5 1-436 0</inkml:trace>
  <inkml:trace contextRef="#ctx0" brushRef="#br1" timeOffset="113117.64">18327 10261 5786 0,'0'0'781'0,"10"-33"535"15,-5 23-1007-15,-5 6-309 0,4 4 0 16,-4 0 0-16,0 4 0 0,0 11 0 16,0 17 0-16,0 11 0 15,-4 10 0-15,-3 7 0 0,3-1 0 16,-2 3 0-16,-2 1 0 0,2-1 0 16,-5-4 0-16,7-5 0 0,-2-5 0 15,4-6 0-15,2-6 0 16,0-6 0-16,2-9 0 0,2-7 0 15,2-5 0-15,5-5 0 0,3-5-341 16,-2-6-447-16,3-7-557 0,-9 1 61 16,2-4-457-16</inkml:trace>
  <inkml:trace contextRef="#ctx0" brushRef="#br1" timeOffset="113215.15">18321 10668 5046 0,'0'0'928'0,"0"0"493"16,0 0-877-16,47-36-291 0,-26 29-253 15,6-1 0-15,0-1 0 0,2-8 0 16,-6 3-441-16,-3-6-1736 0</inkml:trace>
  <inkml:trace contextRef="#ctx0" brushRef="#br1" timeOffset="113803.17">18809 10339 2405 0,'0'0'2441'0,"0"0"-1165"0,0 0-331 0,0 0 180 16,0 0-1125-16,0 0 0 0,0 0 0 15,0 0 0-15,0 0 0 0,0 0 0 16,64 5 0-16,-23-2 0 0,3-2 0 16,-7 0 0-16,-4-1 0 15,-4 0 0-15,-2 0 0 0,-7 0 0 16,-5 0 0-16,-9 0 0 0,-2 0 0 16,-4 0-1637-16,0 0-424 0,-6 0-1801 15</inkml:trace>
  <inkml:trace contextRef="#ctx0" brushRef="#br1" timeOffset="113965.03">18794 10541 5298 0,'0'0'1004'0,"0"0"-107"0,-18 46 96 16,26-35-993-16,8-1 0 0,9-3 0 15,10-1 0-15,5-4 0 0,5-2 0 16,-1 0 0-16,7 0 0 0,1-4 0 15,2 2 0-15,4-4 0 0,-5-4 0 16,-18 1-649-16,-1-4-2248 0</inkml:trace>
  <inkml:trace contextRef="#ctx0" brushRef="#br1" timeOffset="114806.57">20380 9940 3125 0,'0'0'2669'0,"0"0"-1708"16,-31-37-149-16,16 28-187 0,-3-3-625 15,-3 4 0-15,-4 2 0 16,5 1 0-16,-7 5 0 0,6 5 0 16,-6 7 0-16,-4 8 0 0,-6 7 0 15,0 11 0-15,-9 6 0 0,1 7 0 16,-5 7 0-16,9 6 0 0,-3 5 0 15,17 6 0-15,7 3 0 0,20 1 0 16,12-4 0-16,19-9 0 0,17-14 0 16,12-11 0-16,6-14 0 15,0-9 0-15,-4-6 0 0,-8-5 0 16,-9-5 0-16,-10-2 0 0,-10 0 0 16,-8-1 0-16,-9-2 0 0,-6 1-357 15,-8-4-4817-15</inkml:trace>
  <inkml:trace contextRef="#ctx0" brushRef="#br1" timeOffset="115786.61">20659 10361 2693 0,'0'0'3557'0,"0"0"-2088"16,0 0-996-16,0-34-473 0,4 34 0 15,0 1 0-15,6 12 0 0,9 14 0 16,2 10 0-16,12 9 0 0,-2 6 0 15,4-2 0-15,0-2 0 0,-2-4 0 16,-6-2 0-16,-2-5 0 0,-9-6 0 16,-3-3 0-16,-5-5 0 15,-4-8 0-15,-2-6 0 0,-2-3 0 16,0-5 0-16,4-1-857 0,-4-5-716 16</inkml:trace>
  <inkml:trace contextRef="#ctx0" brushRef="#br1" timeOffset="115964.16">20580 10801 4093 0,'0'0'3006'16,"0"0"-2210"-16,0 0-499 0,42-39-297 16,-9 8 0-16,8-6 0 0,0 0 0 15,1 3 0-15,-3 1 0 0,-6 3 0 16,0 3 0-16,-2 2 0 0,0-1 0 15,-4 2 0-15,0 2 0 0,-6-2-385 16,-7 6-1492-16,-2 0-1188 0</inkml:trace>
  <inkml:trace contextRef="#ctx0" brushRef="#br1" timeOffset="116405.17">20890 10068 6114 0,'0'0'1005'15,"0"0"-149"-15,0 0-639 0,0 0-217 16,0 0 0-16,0 33 0 0,4-26 0 16,-4 1 0-16,0-1 0 0,-4-1 0 15,-2 1 0-15,-10-1 0 0,-3-2 0 16,-4 0 0-16,3-4 0 15,7 0 0-15,5-5 0 0,2 3 0 16,2-2 0-16,4 1 0 0,0-1 0 16,0-2 0-16,8-2 0 0,4 1 0 15,7-1 0-15,-3 3 0 16,1 2 0-16,-3 3 0 0,-5 0 0 16,-1 3 0-16,-6-1-369 0,-2-2-6618 0</inkml:trace>
  <inkml:trace contextRef="#ctx0" brushRef="#br1" timeOffset="119718.79">15311 4685 1672 0,'0'0'504'16,"0"0"1173"-16,0 0-428 15,0 0-553-15,0 0-72 0,0 41 113 16,-2-20-341-16,-2 3-100 0,-2 4 45 16,2 2-341-16,-3 3 0 0,-1 5 0 15,6 3 0-15,-2 4 0 0,0 4 0 16,4 3 0-16,-2 5 0 0,2 4 0 16,0 3 0-16,0 3 0 0,-4 1 0 15,2 3 0-15,-3 1 0 0,1 4 0 16,2 1 0-16,-2 4 0 15,0-3 0-15,4-1 0 0,0-3 0 16,0-2 0-16,4-2 0 16,0-2 0-16,2 0 0 0,5 0 0 15,-5-1 0-15,0-3 0 0,2-2 0 16,-6-3 0-16,3-7 0 0,-1-1 0 16,-4-3 0-16,0-5 0 15,-4-3 0-15,-1-5 0 0,-1-6 0 16,0-6 0-16,0-5 0 0,4-6 0 15,-4-6 0-15,6-6 0 0,-7-5 0 16,3-19 0-16,-2 3-885 0,2-20-2501 0</inkml:trace>
  <inkml:trace contextRef="#ctx0" brushRef="#br1" timeOffset="120210.49">15278 4782 1732 0,'0'0'2145'0,"0"0"-1440"16,0 0-517-16,0 0-20 0,2-34 148 15,-2 28-176-15,4 3 0 0,-4 0 448 16,0 3-47-16,0 0-53 15,0 0 228-15,0 9-460 0,0 5-187 16,0 13-69-16,11 10 0 0,5 8 0 16,5 7 0-16,0 3 0 0,5 5 0 15,1 3 0-15,-2 0 0 16,-4-3 0-16,-5-3 0 0,1-6 0 16,-7-5 0-16,0-8 0 0,-1-6 0 15,-7-8 0-15,4-9 0 16,-6-6 0-16,0-6 0 0,0-3-241 15,-6-3-1039-15,0-13-1030 0</inkml:trace>
  <inkml:trace contextRef="#ctx0" brushRef="#br1" timeOffset="120813.38">15311 4698 3277 0,'0'0'1985'0,"0"0"-1153"15,0 0-183-15,0 0 199 0,0 0-460 16,0 0-175-16,0 0-213 15,0 0 0-15,0 0 0 0,-31 37 0 16,15-12 0-16,-5 7 0 0,-8 12 0 16,-12 8 0-16,-11 13 0 0,-12 11 0 15,-4 7 0-15,-5 6 0 0,9-1 0 16,6-8 0-16,13-8 0 0,14-20 0 16,21-18 0-16,3-21 0 0,7-12-1417 15,7-23-4918-15</inkml:trace>
  <inkml:trace contextRef="#ctx0" brushRef="#br1" timeOffset="122535.25">16308 4553 5086 0,'0'0'752'16,"0"0"-156"-16,0 0 353 0,0 0-541 16,0 0-196-16,-9 36-23 0,9-2-189 15,-2 8 0-15,2 7 0 0,0 2 0 16,0 7 0-16,0 3 0 15,-4 5 0-15,4 1 0 0,-2 0 0 16,-2-3 0-16,0-4 0 0,2-8 0 16,0-4 0-16,2-13 0 0,0-10 0 15,2-12 0-15,0-7 0 0,4-6-109 16,-2-13-1103-16,6 0-181 0,-3-14-3049 0</inkml:trace>
  <inkml:trace contextRef="#ctx0" brushRef="#br1" timeOffset="122849.71">16262 4588 6262 0,'0'0'1285'0,"0"0"-640"0,0 0-645 16,0 0 0-16,0 0 0 0,37 6 0 16,-2-6 0-16,13-5 0 0,6-6 0 15,-3-3 0-15,1-1 0 0,-9 2 0 16,-1 4 0-16,-15 3 0 0,-3 2 0 15,-7 4 0-15,-7 0 0 16,-3 0-4047-16</inkml:trace>
  <inkml:trace contextRef="#ctx0" brushRef="#br1" timeOffset="123144.24">16266 5029 6643 0,'0'0'1048'0,"0"0"-547"15,44 8-501-15,-20-8 0 0,7-2 0 16,0-5 0-16,-2-4 0 0,6 1 0 16,-1 0 0-16,-3 3 0 0,-5 2 0 15,-1-2 0-15,-4 2 0 16,-5-4-1654-16</inkml:trace>
  <inkml:trace contextRef="#ctx0" brushRef="#br1" timeOffset="123814.52">17190 4320 3817 0,'0'0'1469'0,"0"0"-305"0,0 0-595 15,-41 57-53-15,24-21 141 0,1 6-657 16,-3 5 0-16,3 2 0 15,1 7 0-15,-3 8 0 0,3 9 0 16,1 6 0-16,3 4 0 0,1 2 0 16,4-1 0-16,2-2 0 0,4-4 0 15,8-9 0-15,4-8 0 0,9-15 0 16,0-13 0-16,5-13 0 0,3-9 0 16,0-11 0-16,2-9 0 0,0-11 0 15,0-7-557-15,-10 2-483 0,-4-1-1630 16</inkml:trace>
  <inkml:trace contextRef="#ctx0" brushRef="#br1" timeOffset="124204.55">17407 4634 5278 0,'0'0'768'0,"0"0"141"0,0 0 223 16,0 0-1027-16,0 0-105 0,0 0 0 15,0 0 0-15,-20 69 0 0,11-19 0 16,1 3 0-16,2 0 0 15,0 2 0-15,-3 2 0 0,3 2 0 16,2-3 0-16,4-4 0 0,0-6 0 16,4-9 0-16,6-8 0 0,5-7 0 15,4-9 0-15,9-7 0 16,1-6 0-16,9-14 0 0,-3-9 0 16,2-4 0-16,-2-6 0 0,-4-2 0 15,-2 2 0-15,-8 3 0 16,-3 3 0-16,-9 7 0 0,-9 7-1105 15,0 6-360-15,-2 1-428 0</inkml:trace>
  <inkml:trace contextRef="#ctx0" brushRef="#br1" timeOffset="124421.75">17180 4960 6671 0,'0'0'1200'0,"0"0"-879"16,0 0-321-16,0 0 0 0,64-1 0 16,-19-7 0-16,9-4 0 0,4-3 0 15,-4-3 0-15,4-1 0 0,0-1 0 16,-3-2 0-16,-3 3 0 16,-15 6-533-16,-4-1-3649 0</inkml:trace>
  <inkml:trace contextRef="#ctx0" brushRef="#br1" timeOffset="124808.42">17827 4270 6362 0,'0'0'1261'0,"0"0"-841"15,0 0-271-15,0 0-149 0,0 0 0 16,41 36 0-16,-14-7 0 15,10 10 0-15,-6 9 0 0,4 4 0 16,-6 8 0-16,0 5 0 0,-8 6 0 16,-13 4 0-16,-8 4 0 0,-6-1 0 15,-11-3 0-15,-7-5 0 0,3-7 0 16,-2-3 0-16,3-7 0 0,-1-5 0 16,-2-6 0-16,-2-10 0 0,11-10-877 15,-7-11-3433-15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26T18:10:23.532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13356 3492 1156 0,'0'0'344'16,"0"0"2001"-16,0 0-1620 0,0 0 287 15,0 0-348-15,0 0-187 0,0 0 183 16,0 0-432-16,0 0-124 16,4 8 32-16,-2 23 72 0,2 9-75 15,-4 7-133-15,0 3 0 0,0 8 0 16,0 7 0-16,-4 4 0 16,2 2 0-16,-2-2 0 0,-3-1 0 15,3-5 0-15,0-9 0 0,-2-5 0 16,6-9 0-16,0-8 0 0,0-7 0 15,0-7 0-15,0-7 0 16,0-6 0-16,0-5-89 0,0-4-1363 16,0-4-121-16,4-13-1168 0</inkml:trace>
  <inkml:trace contextRef="#ctx0" brushRef="#br0" timeOffset="439.62">13360 3458 4125 0,'0'0'917'0,"0"0"-45"0,0 0 429 15,0 0-681-15,0 0-263 0,0 0-357 16,33-9 0-16,-6 2 0 0,10-1 0 15,2-2 0-15,1 1 0 0,1-2 0 16,0 1 0-16,1 0 0 16,-3-1 0-16,-4 2 0 0,-2 1 0 15,-8 0 0-15,-5 1 0 0,-3 3 0 16,-7 1-169-16,-3 2-735 0,-3 1-89 16,-4 6-1584-16</inkml:trace>
  <inkml:trace contextRef="#ctx0" brushRef="#br0" timeOffset="718.81">13345 3910 5466 0,'0'0'1233'0,"0"0"-281"15,0 0-411-15,0 0-541 0,0 0 0 16,33 7 0-16,3-6 0 16,1-1 0-16,8 0 0 0,-1-4 0 15,3-1 0-15,5-2 0 0,-5 0 0 16,-5-1 0-16,-3-1 0 0,0-1 0 15,-10 2 0-15,-4-5-2850 0</inkml:trace>
  <inkml:trace contextRef="#ctx0" brushRef="#br0" timeOffset="1282.13">14271 3779 2032 0,'0'0'2370'0,"0"0"-1062"0,0 0-544 0,0 0-43 16,0 0 119-16,0 0-683 15,0 0-157-15,40 3 0 0,-3-3 0 16,6-1 0-16,5-4 0 0,-3-1 0 15,-1-2 0-15,-7 1 0 16,-6 1 0-16,-6 1 0 0,-9 0 0 16,-3 2 0-16,-5 1 0 0,-6 0-833 15,-2 2-640-15,4 0-328 0</inkml:trace>
  <inkml:trace contextRef="#ctx0" brushRef="#br0" timeOffset="1501.01">14313 3987 5718 0,'0'0'933'16,"0"0"-305"-16,0 0 285 0,37 4-913 15,-8-7 0-15,8-3 0 0,0-2 0 16,1 0 0-16,3-1 0 0,-4 1 0 15,6 1 0-15,-5 0 0 16,-7 2 0-16,4-1 0 0,-14 0-521 16,-5-2-3445-16</inkml:trace>
  <inkml:trace contextRef="#ctx0" brushRef="#br0" timeOffset="2268.78">15295 3781 4490 0,'0'0'932'0,"0"0"233"0,0 0-629 0,-17 46-136 15,11-12-4-15,2 7-204 0,0-1-111 16,4-1-81-16,0 0 0 16,-7 4 0-16,3-4 0 0,-2 1 0 15,2-4 0-15,-2-8 0 0,0-4 0 16,1-11 0-16,5-6 0 0,0-4 0 15,0-5 0-15,7-11 0 16,7-14 0-16,7-9 0 0,1-11 0 16,3-4 0-16,-2 1 0 0,-2-2 0 15,4 8 0-15,-3 11 0 0,-7 10 0 16,-9 13 0-16,-2 5 0 0,-4 5 0 16,4 6 0-16,-2 8 0 0,7 11 0 15,-7 6 0-15,-2 4 0 0,0-2 0 16,0-4 0-16,4 0 0 0,-4-4 0 15,6-4 0-15,-2-6 0 16,-2-5 0-16,2-5 0 0,0-4 0 16,3-1 0-16,7-8 0 0,3-11 0 15,3-9 0-15,1-4 0 0,-5-2 0 16,5 5 0-16,-4 3 0 16,-1 6 0-16,-1 7 0 0,-5 4 0 15,0 6 0-15,3 3 0 0,1 5 0 16,3 8 0-16,3 6 0 0,-3 6 0 15,-3 3 0-15,-3 5 0 16,1 0 0-16,-4-2 0 0,-1-1 0 16,-1-2 0-16,-2-3 0 0,2-3 0 15,-2-2 0-15,3-8-629 0,-7-5-4305 0</inkml:trace>
  <inkml:trace contextRef="#ctx0" brushRef="#br0" timeOffset="3345.97">16246 4063 3165 0,'0'0'940'0,"0"0"-259"0,20-44 479 16,-14 30-556-16,1 0-59 0,-7-2 147 15,0 2-384-15,-7-1-211 16,-3 0-97-16,0 1 0 0,-3 3 0 16,-3 4 0-16,1 6 0 0,-5 3 0 15,3 11 0-15,-8 9 0 0,3 6 0 16,-3 7 0-16,4 3 0 16,5 2 0-16,1-2 0 0,9 0 0 15,6-7 0-15,6-8 0 0,9-4 0 16,5-6 0-16,3-7 0 0,8-6 0 15,-2-2 0-15,4-11 0 16,0-6 0-16,-2 0 0 0,0-2 0 16,-4 1 0-16,-6 4 0 0,-5 5 0 15,-8 6 0-15,-1 4 0 0,-3 2 0 16,2 10 0-16,4 8 0 0,7 7 0 16,-7 2 0-16,5 1 0 0,-3-5 0 15,7-1 0-15,1-5 0 0,3-2 0 16,0-3 0-16,-5-6 0 0,-5-1-4291 15</inkml:trace>
  <inkml:trace contextRef="#ctx0" brushRef="#br0" timeOffset="6419.91">6972 6349 2753 0,'0'0'3593'15,"0"0"-2308"-15,0 0-724 0,0 0-561 16,0 0 0-16,0 0 0 0,0 0 0 15,38-4 0-15,-12 4 0 0,5 0 0 16,3-7 0-16,3-2 0 0,-2-2 0 16,-2-2 0-16,2 0 0 15,2-3 0-15,5-1 0 0,-11 3 0 0,-4-3-1429 16</inkml:trace>
  <inkml:trace contextRef="#ctx0" brushRef="#br0" timeOffset="7920.91">7872 5602 2865 0,'0'0'1513'0,"0"0"-633"16,0 0-372-16,0 0-108 0,0 0 93 16,-15 39-261-16,13-3 32 0,2 9 200 15,0 9-240-15,0 6-36 0,0 8-27 16,0 8-161-16,0 6 0 15,2 5 0-15,-2 3 0 0,0 2 0 16,0-3 0-16,0-9 0 16,4-7 0-16,0-12 0 0,-4-10 0 15,7-7 0-15,-7-10 0 0,4-6 0 16,-2-9 0-16,2-9-69 0,-4-5-863 16,4-4-249-16,-4-6-2356 0</inkml:trace>
  <inkml:trace contextRef="#ctx0" brushRef="#br0" timeOffset="8382.62">7872 6282 5082 0,'0'0'952'0,"0"0"-259"16,0 0 355-16,14-39-631 0,-2 22-417 15,9-2 0-15,4 1 0 16,-2 3 0-16,8-3 0 0,0 5 0 16,-4 4 0-16,-1 3 0 0,-1 6 0 15,-8 2 0-15,-3 7 0 0,-1 2 0 16,-3 3 0-16,-10 4 0 0,0 1 0 15,0 5 0-15,-12 1 0 16,-3 2 0-16,-6 3 0 0,-1 0 0 16,-3 0 0-16,4-2 0 0,-4-2 0 15,3-4 0-15,1-2 0 0,7-2 0 16,5-2 0-16,5-2 0 0,4 0 0 16,0-1 0-16,4 0 0 15,2 0 0-15,7-1 0 0,1-1 0 0,1-2 0 16,3 1 0-16,7-4 0 15,-4-2 0-15,6 0 0 0,0-3 0 16,2 1 0-16,0 2-1025 16,-9-3-336-16,-1 0-3145 0</inkml:trace>
  <inkml:trace contextRef="#ctx0" brushRef="#br0" timeOffset="8806.17">8438 6563 5090 0,'0'0'1104'0,"-41"-11"-439"15,14 11 291-15,2 2-632 0,2 4-271 16,3 3-53-16,5-1 0 0,-1 4 0 16,5 0 0-16,1-1 0 0,10 1 0 15,0 1 0-15,10 3 0 16,7-2 0-16,3 3 0 0,7 1 0 16,4-2 0-16,0 0 0 0,2-1 0 15,-2-1 0-15,0 0 0 16,-10 1 0-16,0-1 0 0,-11 3 0 15,-4 2 0-15,-6 3 0 0,-12 3 0 16,-3-4 0-16,-1 4 0 0,-9-6 0 16,2-1 0-16,-6-4 0 0,3-7 0 15,-1-3 0-15,0-4 0 0,0-2 0 16,-4-6 0-16,10-4-9 0,1 2-2520 16,9-7-708-16</inkml:trace>
  <inkml:trace contextRef="#ctx0" brushRef="#br0" timeOffset="9335.94">8717 6077 4954 0,'0'0'1709'0,"0"0"-989"16,0 0-84-16,0 0-463 0,0 0-173 15,6 47 0-15,15-6 0 16,4 9 0-16,8 3 0 0,2 1 0 16,2 3 0-16,0 3 0 0,-4-1 0 15,-2-3 0-15,-6-6 0 0,-4-7 0 16,-2-8 0-16,-5-7 0 0,0-9 0 16,-3-6 0-16,-5-8 0 0,-2-4 0 15,-2-2-325-15,-2-10-519 16,0 0-1005-16,-6-3-708 0</inkml:trace>
  <inkml:trace contextRef="#ctx0" brushRef="#br0" timeOffset="9553.57">8717 6699 5386 0,'0'0'1044'16,"0"0"-159"-16,0-35-8 15,17 6-877-15,3-4 0 0,11-6 0 16,6-5 0-16,7-6 0 0,3 1 0 16,-1-1 0-16,-5 5 0 0,-4 6 0 15,-6 3 0-15,-8 6 0 0,-2 3 0 16,0 1 0-16,-15 9 0 0,2-1-5091 0</inkml:trace>
  <inkml:trace contextRef="#ctx0" brushRef="#br0" timeOffset="11152.54">9620 6484 6310 0,'0'0'1313'0,"0"0"-965"0,0 0-127 16,54 16-221-16,-13-7 0 0,7-1 0 15,0 0 0-15,-1-6 0 0,5-2 0 16,-1-3 0-16,7-6 0 0,-4 0 0 16,-6-4 0-16,-17 4-1650 0,-7-3-2027 15</inkml:trace>
  <inkml:trace contextRef="#ctx0" brushRef="#br0" timeOffset="11760.12">11076 5908 1452 0,'0'0'324'15,"0"0"-276"-15,0 0-28 0,0 0 160 16,37-30 413-16,-33 25-37 0,-2 0 528 16,-2 1-351-16,0-1 3 0,-2-1 333 15,-6 0-529-15,2-1-60 16,-5-3-103-16,-3 1-377 0,-3 5 0 15,-10 4 0-15,0 13 0 0,-10 10 0 16,-4 11 0-16,-7 8 0 0,1 10 0 16,-5 10 0-16,5 4 0 0,5 6 0 15,11 4 0-15,8 1 0 16,15-4 0-16,12-4 0 0,11-6 0 16,12-9 0-16,10-8 0 0,10-8 0 15,9-9 0-15,4-7 0 0,2-7 0 16,0-4 0-16,-4-4 0 15,-10-2 0-15,-5-3 0 0,-8 1 0 16,-12-3 0-16,-2 1 0 0,-11-1-261 16,-4 0-1528-16,-2-4-724 0</inkml:trace>
  <inkml:trace contextRef="#ctx0" brushRef="#br0" timeOffset="13521.36">11580 6363 2669 0,'0'0'1801'16,"0"0"-413"-16,0 0-587 0,-4-35-65 16,4 34 61-16,0 1-797 0,0 0 0 15,10 7 0-15,5 7 0 16,12 14 0-16,4 9 0 0,2 8 0 16,4 4 0-16,-6 3 0 0,0 1 0 15,-4 1 0-15,-2-2 0 16,-5-2 0-16,1-5 0 0,-5-6 0 15,-3-6 0-15,1-7 0 0,-3-5 0 16,-5-8 0-16,-2-6 0 0,-4-5-1413 16,0-2-20-16,-4-5-548 0</inkml:trace>
  <inkml:trace contextRef="#ctx0" brushRef="#br0" timeOffset="13706.04">11574 6850 5282 0,'0'0'1397'0,"0"0"-817"0,37-50 104 16,0 11-435-16,7-10-249 0,1 0 0 15,3-3 0-15,-7 5 0 16,-8 2 0-16,-6 7 0 0,-6 6 0 16,-7 4 0-16,-8 3 0 0,0 3 0 15,-6 1 0-15,0 6-2554 0,0-4-2648 16</inkml:trace>
  <inkml:trace contextRef="#ctx0" brushRef="#br0" timeOffset="14158.35">11795 5981 2653 0,'0'0'2849'0,"0"0"-2189"0,0 0 649 16,0 0-693-16,37 21-511 0,-31-15-105 15,1-1 0-15,1 0 0 0,-6-1 0 16,2 2 0-16,-4-2 0 0,0 3 0 16,-6 0 0-16,-4 0 0 0,-5-1 0 15,-6-2 0-15,5-4 0 16,6 0 0-16,3-1 0 0,3-3 0 15,-2-2 0-15,6-3 0 0,10-3 0 16,1-2 0-16,5 3 0 0,1 3 0 16,-7 6 0-16,-6 2 0 0,2 0 0 15,1 4 0-15,-3 7 0 16,-4 8-21-16,0-3-1964 0,-4-1-1084 0</inkml:trace>
  <inkml:trace contextRef="#ctx0" brushRef="#br0" timeOffset="15538.01">12506 6495 3429 0,'0'0'949'15,"0"0"-17"-15,0 0 445 0,0 0-705 16,0 0-160-16,0 0-191 0,0 0-321 15,46 9 0-15,-9-13 0 16,10-3 0-16,-3 1 0 0,-3 1 0 16,0 3 0-16,-3 0 0 0,-1 2 0 15,-2 0 0-15,-2 3 0 0,-8 1 0 16,-2 0-249-16,-13 0-935 0,-2 0-2190 0</inkml:trace>
  <inkml:trace contextRef="#ctx0" brushRef="#br0" timeOffset="15760.46">12725 6325 6094 0,'0'0'1153'0,"0"0"-517"15,0 0-327-15,-16 58-309 0,12-17 0 16,4 3 0-16,6-2 0 0,4-5 0 15,0-2 0-15,7-4 0 16,4-6 0-16,-1-3 0 0,1-7 0 16,-5-4-1561-16,-5-5-1305 0</inkml:trace>
  <inkml:trace contextRef="#ctx0" brushRef="#br0" timeOffset="16318.43">13707 5777 4570 0,'0'0'628'0,"0"0"829"0,0 0-625 15,0 0-188-15,0 0-583 0,0 0-61 16,-27 51 0-16,13-2 0 0,3 12 0 15,7 5 0-15,4 2 0 16,0 9 0-16,4 5 0 0,3 3 0 16,3-1 0-16,0-2 0 0,5-7 0 15,-9-7 0-15,4-11 0 0,-4-11 0 16,3-11 0-16,-3-13 0 0,0-10 0 16,-2-9-113-16,0-3-1199 0,-2-11-2574 15</inkml:trace>
  <inkml:trace contextRef="#ctx0" brushRef="#br0" timeOffset="16537.14">13662 5824 6382 0,'0'0'573'16,"35"-9"19"-16,-8 5 53 0,4-1-645 15,10-1 0-15,7-2 0 16,1-2 0-16,9 1 0 0,-2 2 0 16,-2 1 0-16,-13 3 0 0,-10 2 0 15,-8 1 0-15,-13 0-693 0,-6 1-2473 0</inkml:trace>
  <inkml:trace contextRef="#ctx0" brushRef="#br0" timeOffset="16741.16">13672 6385 6971 0,'0'0'1028'16,"68"-13"-835"-16,-22 1-193 0,-3-2 0 15,-2 2 0-15,3 0 0 0,-7 0 0 16,4 2 0-16,-3-2 0 0,-10 3 0 15,-5-2-1637-15</inkml:trace>
  <inkml:trace contextRef="#ctx0" brushRef="#br0" timeOffset="17208.32">14586 5570 3329 0,'0'0'1257'0,"0"0"131"16,0 0-583-16,0 0-65 0,0 0-67 16,0 0-673-16,0 0 0 0,-38 59 0 15,18 7 0-15,-3 16 0 0,-6 12 0 16,2-2 0-16,0 5 0 15,11 2 0-15,1 0 0 0,9 0 0 16,2-3 0-16,8-4 0 16,6-10 0-16,3-11 0 0,8-12 0 15,-1-12 0-15,7-13 0 0,4-12 0 16,0-10 0-16,4-8 0 0,-2-8 0 16,-2-7 0-16,0-8 0 0,-4-6 0 15,-4-6 0-15,-4-5-1037 0,-7 8-852 16,-2-2-956-16</inkml:trace>
  <inkml:trace contextRef="#ctx0" brushRef="#br0" timeOffset="17519.88">14889 5814 6891 0,'0'0'1280'0,"0"0"-1259"0,0 0-21 15,-41 2 0-15,20 18 0 0,5 12 0 16,-5 11 0-16,7 7 0 0,-3 7 0 16,5 6 0-16,2 3 0 15,1 3 0-15,3-1 0 0,6-1 0 16,4-6 0-16,2-8 0 0,11-9 0 16,4-8 0-16,10-10 0 0,2-7 0 15,2-6 0-15,2-8 0 0,0-5 0 16,-2-5 0-16,-2-8 0 0,-2 0 0 15,-4-7 0-15,-2-2 0 16,-8 0 0-16,-7-3 0 0,-10 2-1077 16,0 4-972-16,-4 3-1133 0</inkml:trace>
  <inkml:trace contextRef="#ctx0" brushRef="#br0" timeOffset="17691.15">14491 6381 6470 0,'0'0'473'0,"0"0"175"16,0 0-47-16,0 0-601 16,57 25 0-16,-3-27 0 0,12-7 0 0,3-8 0 15,-5-5 0-15,4 0 0 0,-4-7 0 16,-2 0 0-16,-4-4 0 16,-7-3 0-16,-13 11-1894 0,-16-1-779 0</inkml:trace>
  <inkml:trace contextRef="#ctx0" brushRef="#br0" timeOffset="17941.13">15152 5558 6214 0,'0'0'1045'16,"0"0"-633"-16,52 2 109 0,-34 13-521 15,11 8 0-15,-6 10 0 16,4 11 0-16,-2 12 0 0,2 11 0 15,-1 9 0-15,-1 7 0 0,-2 5 0 16,-9 2 0-16,-7 2 0 0,-9 1 0 16,-13-3 0-16,-10-3 0 0,-8-6 0 15,0-7 0-15,-2-9 0 16,2-7 0-16,-2-9 0 0,4-8 0 16,0-10 0-16,10-12-641 0,2-10-2396 15</inkml:trace>
  <inkml:trace contextRef="#ctx0" brushRef="#br0" timeOffset="21054.84">16103 6184 4257 0,'0'0'1297'16,"0"0"-148"-16,0 0 340 0,0 0-1489 15,0 0 0-15,0 0 0 0,0 0 0 16,41-4 0-16,-2-1 0 0,11 0 0 15,6-4 0-15,0 1 0 16,2 1 0-16,-5-1 0 0,-1 2 0 16,-9 2 0-16,-7 2 0 0,-10 2 0 15,-9 1 0-15,-7 1 0 0,-6 3-273 16,-4-3-1120-16,-4 4-339 0</inkml:trace>
  <inkml:trace contextRef="#ctx0" brushRef="#br0" timeOffset="21349.2">16136 6408 5410 0,'0'0'1068'0,"0"0"-191"0,0 0-40 16,0 0-837-16,0 0 0 0,52-3 0 16,-15 1 0-16,4 1 0 0,7 1 0 15,-5 0 0-15,-2 4 0 16,5 2 0-16,-3 0 0 0,5 0 0 15,4-2 0-15,-11-3 0 0,-2-1-1589 0</inkml:trace>
  <inkml:trace contextRef="#ctx0" brushRef="#br0" timeOffset="22376.35">17711 6153 5882 0,'0'0'556'0,"0"0"285"0,0 0-121 16,0 0-564-16,0 0-119 0,10 61-37 16,-3-25 0-16,3 3 0 0,-2-1 0 15,-6 2 0-15,4 0 0 0,-3-1 0 16,-3-1 0-16,2-3 0 0,-2-3 0 16,0-9 0-16,0-8 0 0,0-5 0 15,0-7 0-15,0-3 0 16,4-5 0-16,2-9 0 0,4-12 0 15,7-10 0-15,-3-5 0 0,1-3 0 16,-3 0 0-16,-1 2 0 0,5 2 0 16,-6 9 0-16,5 9 0 15,-9 9 0-15,0 7 0 0,5 6 0 16,-5 7 0-16,2 8 0 0,2 7 0 16,-3 5 0-16,-1 2 0 0,-2 0 0 15,2-1 0-15,-2-2 0 0,2-5 0 16,-1-2 0-16,-1-6 0 0,-2-6 0 15,2-3 0-15,-2-2 0 16,2-2 0-16,6-11 0 0,7-10 0 16,4-11 0-16,3-7 0 0,3-2 0 15,-2 5 0-15,-2 3 0 0,-2 8 0 16,-5 8 0-16,-8 10 0 0,-1 7 0 16,-1 0 0-16,2 11 0 15,0 13 0-15,3 10 0 0,-1 10 0 0,0 3 0 16,-1-1 0-16,-1-3 0 15,0-4 0-15,-2-6 0 0,5-3 0 16,1-6 0-16,-2-7 0 16,-5-6 0-16,-1-8-1101 0,-2-7-4450 0</inkml:trace>
  <inkml:trace contextRef="#ctx0" brushRef="#br0" timeOffset="23332.96">18604 6200 6338 0,'0'0'969'0,"0"0"-281"0,0 0-491 0,0 0-197 15,0 0 0-15,0 0 0 16,48 11 0-16,-11 13 0 0,10 8 0 16,5 4 0-16,2 5 0 0,-3 6 0 15,-3 0 0-15,-11 2 0 0,-10-1 0 16,-6-4 0-16,-7-2 0 0,-3-9 0 16,-5-6 0-16,2-6 0 15,-6-8 0-15,2-5 0 0,-2-7-505 16,-2-1-1432-16,0 0 84 0,-6-9-1636 0</inkml:trace>
  <inkml:trace contextRef="#ctx0" brushRef="#br0" timeOffset="23540.58">18689 6666 5954 0,'0'0'1205'15,"0"0"-425"-15,0 0-527 0,0 0-253 16,16-44 0-16,11 8 0 0,4-8 0 15,6-1 0-15,-1 3 0 16,1 1 0-16,0 2 0 0,4 2 0 16,-3 2 0-16,-1 2 0 0,0 1 0 15,-2 0 0-15,-4 8-197 0,-4-2-2972 0</inkml:trace>
  <inkml:trace contextRef="#ctx0" brushRef="#br0" timeOffset="24084.96">18834 5864 4974 0,'0'0'1060'0,"0"0"445"0,0 0-852 15,0 0-653-15,0 0 0 0,0 0 0 16,0 0 0-16,0 0 0 0,0 0 0 16,0 0 0-16,-19 9 0 0,9 3 0 15,-11 0 0-15,-2-1 0 0,3-3 0 16,-1-4 0-16,8-4 0 0,3 0 0 15,2-3 0-15,6-1 0 16,2-1 0-16,2-6 0 0,8-2 0 16,5-5 0-16,3 4 0 0,3 3 0 15,0 4 0-15,-7 5 0 0,7 1 0 16,-7 1 0-16,-1 0 0 0,-5 3 0 16,-2 0 0-16,-4 1 0 0,2 2 0 15,-4 1-673-15,0-1-752 16,-4-2-4381-16</inkml:trace>
  <inkml:trace contextRef="#ctx0" brushRef="#br0" timeOffset="24579.29">19119 5836 4638 0,'0'0'1176'0,"0"0"-351"0,0 0 223 0,0 0-543 0,0 0-505 15,0 0 0-15,0 0 0 16,16 38 0-16,-12-33 0 0,-1 1 0 0,-3-2 0 16,0-1 0-16,0 1 0 15,-3-1 0-15,-5 1 0 0,-2-1 0 16,-7 0 0-16,1-2 0 0,5-1 0 15,5-3 0-15,0-4 0 16,4-3 0-16,2-3 0 0,8 0 0 16,3 2 0-16,3 4 0 0,1 2 0 15,-3 1 0-15,0 1 0 0,-3 2 0 16,-3 0 0-16,-2 0 0 0,-2 0 0 16,2 0 0-16,-2 1 0 0,2 0 0 15,-4 0 0-15,0 2 0 0,0 1 0 16,-4 0 0-16,-6-1-1205 0</inkml:trace>
  <inkml:trace contextRef="#ctx0" brushRef="#br0" timeOffset="38017.94">8880 9742 3141 0,'0'0'3574'0,"0"0"-2566"15,0 0-539-15,0 0-469 16,0 0 0-16,0 0 0 0,0 0 0 16,0 0 0-16,0 0 0 0,4 64 0 15,-1-20 0-15,-3 7 0 16,0 0 0-16,0 2 0 0,-7 1 0 16,1-3 0-16,2-5 0 0,0-6 0 15,2-6 0-15,2-8 0 0,0-10 0 16,0-5 0-16,0-9 0 0,0-2 0 15,6-7 0-15,0-13 0 0,9-16 0 16,-1-8 0-16,3-8 0 0,-5-1 0 16,-2 2 0-16,1 2 0 0,-1 9 0 15,-6 15 0-15,2 11 0 0,-6 9 0 16,0 5 0-16,5 0 0 16,1 12 0-16,-2 12 0 0,2 5 0 15,-2 8 0-15,2-2 0 0,-1-4 0 16,-3-1 0-16,6-5 0 15,2-2 0-15,-1-7 0 0,-1-4 0 16,-2-6 0-16,0-4 0 0,2-2 0 16,-1-7 0-16,7-12 0 0,-1-7 0 15,3-7 0-15,-1-4 0 16,-1-1 0-16,3 0 0 0,-1 5 0 16,-1 6 0-16,-5 8 0 0,-4 11 0 15,-2 3 0-15,2 5 0 0,5 3 0 16,1 14 0-16,7 9 0 0,4 11 0 15,1 3 0-15,-3-1 0 0,2-3 0 16,-7-4 0-16,3 0 0 0,-3-1 0 16,1-3 0-16,-7-1 0 0,1-6 0 15,-5-7 0-15,-2-7-2010 0</inkml:trace>
  <inkml:trace contextRef="#ctx0" brushRef="#br0" timeOffset="38659.31">9790 9851 5914 0,'0'0'1357'0,"0"0"-589"0,0 0-615 0,0 0-153 16,0 0 0-16,0 0 0 16,45 24 0-16,-14 4 0 0,2 6 0 15,-2 4 0-15,3 1 0 0,-3 1 0 16,0 3 0-16,-5-1 0 15,-5 2 0-15,0 1 0 0,-1-4 0 16,-3-7 0-16,-7-4 0 0,1-8 0 16,-1-3 0-16,-6-8 0 0,-2-5 0 15,-2-4 0-15,0-2 0 16,-6-5-309-16,-4-4-747 0,3-2-1670 16</inkml:trace>
  <inkml:trace contextRef="#ctx0" brushRef="#br0" timeOffset="38874.87">9784 10375 6294 0,'0'0'1201'0,"0"0"-504"16,22-39-697-16,3 7 0 0,2-5 0 16,8-3 0-16,-2-4 0 0,5 0 0 15,-3 4 0-15,-4-1 0 0,2 1 0 16,-8 4 0-16,-5 0 0 0,-3 2 0 15,-7 0 0-15,-4 11 0 16,-6-3-293-16</inkml:trace>
  <inkml:trace contextRef="#ctx0" brushRef="#br0" timeOffset="39346.24">9815 9479 6150 0,'0'0'757'0,"0"0"15"0,0 0-259 15,0 0-513-15,0 0 0 0,43 10 0 16,-22-5 0-16,-5 0 0 0,-1 1 0 15,-11-3 0-15,-2 1 0 0,2 2 0 16,-4 1 0-16,0 5 0 0,-14 4 0 16,-3 0 0-16,-10 2 0 0,2-3 0 15,9-4 0-15,-5-5 0 0,11-3 0 16,4-3 0-16,2 0 0 16,4-4 0-16,10-7 0 0,11-9 0 15,10-3 0-15,6-2-625 0,-6 5-359 16,-4 5-1822-16</inkml:trace>
  <inkml:trace contextRef="#ctx0" brushRef="#br0" timeOffset="39596.08">10156 9491 2893 0,'0'0'3994'15,"0"0"-3202"-15,0 0-279 0,0 0-513 16,0 0 0-16,-4 38 0 0,-3-29 0 15,7 2 0-15,-4-4 0 0,0-1 0 16,4 1 0-16,-2-3 0 0,-2-2 0 16,4-2 0-16,-10 0 0 0,-1-7 0 15,1-4 0-15,0-2 0 0,3 2 0 16,3 0 0-16,4 2 0 16,0 2 0-16,0-3 0 0,9 1 0 15,7 1 0-15,5-1 0 0,-1 4 0 16,1 1 0-16,-2 4 0 0,-1 0 0 15,-5 0-61-15,-5 0-2672 0</inkml:trace>
  <inkml:trace contextRef="#ctx0" brushRef="#br0" timeOffset="40017.87">10571 10106 6174 0,'0'0'1465'0,"0"0"-912"0,44 0-553 0,-30 0 0 16,7 0 0-16,2-1 0 0,1-3 0 15,3 2 0-15,4-4 0 0,0 0 0 16,2 0 0-16,-6 0 0 0,-6 2 0 16,0 1 0-16,-11 2 0 0,-4 0-921 15,-6 0-1272-15,0-3-2245 0</inkml:trace>
  <inkml:trace contextRef="#ctx0" brushRef="#br0" timeOffset="40221.17">10749 9969 6595 0,'0'0'1460'0,"0"0"-1323"15,0 0-137-15,0 0 0 16,-8 41 0-16,12-11 0 0,-4 1 0 16,6 1 0-16,-2-5 0 0,2-1 0 15,-1-3 0-15,5-5 0 0,0-6-741 16,-4-6-1496-16,1-6-2661 0</inkml:trace>
  <inkml:trace contextRef="#ctx0" brushRef="#br0" timeOffset="40750.97">11876 9542 3493 0,'0'0'933'0,"0"0"435"0,0 0-559 0,0 0-225 15,0 0 184-15,-48-32-531 0,21 33-237 16,0 6 0-16,3 4 0 0,-7 5 0 15,2 8 0-15,-7 7 0 16,-5 8 0-16,2 12 0 0,-7 8 0 16,3 9 0-16,2 4 0 0,10 3 0 15,4-3 0-15,23-7 0 16,8-4 0-16,18-8 0 0,18-8 0 16,3-8 0-16,11-11 0 0,8-12 0 15,2-5 0-15,4-9 0 0,-2-4 0 16,-8-2 0-16,-10 1 0 0,-11 2 0 15,-16-1 0-15,-11 3 0 0,-4-1 0 16,-6-1-1553-16,0-6-1389 0</inkml:trace>
  <inkml:trace contextRef="#ctx0" brushRef="#br0" timeOffset="41173.42">12299 9975 6266 0,'0'0'921'15,"0"0"-205"-15,0 0-427 0,0 0-289 0,0 0 0 16,0 0 0-16,23 43 0 0,-2-1 0 15,4 5 0-15,-3 4 0 16,-1-1 0-16,4 1 0 0,-2-1 0 16,-3-4 0-16,1-2 0 0,0-9 0 15,1-7 0-15,-1-9 0 16,-7-7 0-16,-3-7 0 0,-5-5 0 16,-6-6-613-16,0-3-864 0,-6-7-3841 0</inkml:trace>
  <inkml:trace contextRef="#ctx0" brushRef="#br0" timeOffset="41361.17">12231 10484 2657 0,'0'0'3809'16,"0"0"-2404"-16,0 0-1084 0,0 0-321 16,54-48 0-16,-13 6 0 0,7-8 0 15,-1-1 0-15,-5 5 0 0,-5 3 0 16,0 4 0-16,-6 4 0 15,0 2 0-15,-8 1 0 0,-5 9 0 16,-7-4-1706-16</inkml:trace>
  <inkml:trace contextRef="#ctx0" brushRef="#br0" timeOffset="41708.9">12479 9664 6398 0,'0'0'785'0,"0"0"224"0,37-31-1009 16,-26 26 0-16,-7 3 0 0,2 2 0 16,-6 0 0-16,4 2 0 0,-4 3 0 15,0 5 0-15,0 2 0 16,-4 2 0-16,-2 0 0 0,0-5 0 16,2 0 0-16,-1-4 0 0,-1-1 0 15,0-3 0-15,-4 3 0 0,1-3 0 16,7-1 0-16,-2 0-673 0,4-12-2777 0</inkml:trace>
  <inkml:trace contextRef="#ctx0" brushRef="#br0" timeOffset="42364.22">12926 10234 6975 0,'0'0'1008'0,"0"0"-799"16,47-16-209-16,-12 7 0 0,7 1 0 16,-3 2 0-16,2 0 0 0,5 3 0 15,-9 3 0-15,-8 0 0 0,2 3 0 16,-10 1 0-16,-1 1 0 15,-5-1 0-15,-9 0 0 0,0-3-801 16,-6 0-732-16</inkml:trace>
  <inkml:trace contextRef="#ctx0" brushRef="#br0" timeOffset="42567.1">13093 10086 7187 0,'0'0'804'0,"0"0"-603"0,-10 58-201 16,10-20 0-16,-4 7 0 0,4 0 0 15,0 0 0-15,0-4 0 16,0-6 0-16,14-4 0 0,3-10 0 16,3-9 0-16,-3-8-505 0,1-7-2044 0</inkml:trace>
  <inkml:trace contextRef="#ctx0" brushRef="#br0" timeOffset="42958">13670 9608 4854 0,'0'0'692'0,"0"0"-44"15,0 0 317-15,0 0-361 16,0 0-244-16,-4 38-291 0,0 13-69 16,-3 14 0-16,3 10 0 0,-2 2 0 15,2 1 0-15,4 2 0 16,-6 1 0-16,6-1 0 0,0-4 0 16,-4-5 0-16,4-7 0 0,0-10 0 15,0-11 0-15,0-10 0 0,-2-12 0 16,2-10-889-16,0-6-280 0,0-12-1916 0</inkml:trace>
  <inkml:trace contextRef="#ctx0" brushRef="#br0" timeOffset="43432.07">13608 10247 5498 0,'0'0'1040'0,"0"0"129"16,0 0-693-16,0 0-467 0,64-52-9 15,-27 29 0-15,2 2 0 0,-6 6 0 16,-6 3 0-16,0 0 0 0,-8 7 0 16,-3 2 0-16,-5 0 0 0,-5 3 0 15,0 0 0-15,-6 0 0 16,0 5 0-16,0 1 0 0,0 7 0 16,-16 7 0-16,-1 6 0 0,-4 4 0 15,-3 1 0-15,5-1 0 0,0 0 0 16,3 1 0-16,-1 0 0 15,7-3 0-15,6 0 0 0,2-2 0 16,2-4 0-16,2 0 0 0,6-3 0 16,2-3 0-16,3-5 0 0,3-4 0 15,5-6 0-15,6-1 0 16,2-7 0-16,-2-5 0 0,6-7 0 16,-8 3-1261-16,-3-2-920 0</inkml:trace>
  <inkml:trace contextRef="#ctx0" brushRef="#br0" timeOffset="43776.88">14203 10418 5838 0,'0'0'1125'16,"0"0"-177"-16,0 0-667 0,-47-20-281 15,26 16 0-15,2 3 0 0,-5 1 0 16,1 0 0-16,2 3 0 15,0 4 0-15,3 6 0 0,5 3 0 16,3 2 0-16,6 1 0 0,4 1 0 16,4-1 0-16,13-2 0 0,3-2 0 15,7 0 0-15,8-3 0 16,-2 0 0-16,5-2 0 0,-3 1 0 16,-4 0 0-16,0 3 0 0,-13 1 0 15,1 0 0-15,-13 1 0 0,-6 0 0 16,-6 2 0-16,-8 0 0 0,-7 2 0 15,-6-1 0-15,-4-1 0 0,-6 1 0 16,-5-3 0-16,5-2 0 0,0-1 0 16,2-4 0-16,8-5 0 15,6-1-1846-15,5-6-499 0</inkml:trace>
  <inkml:trace contextRef="#ctx0" brushRef="#br0" timeOffset="44318.02">14544 10144 6042 0,'0'0'837'0,"0"0"476"16,0 0-1313-16,0 0 0 0,0 0 0 15,0 0 0-15,31 41 0 0,4-4 0 16,5 7 0-16,5-1 0 0,-1-3 0 16,-3 3 0-16,-4-3 0 0,-6-2 0 15,-4 0 0-15,-6-6 0 16,-5-4 0-16,-8-4 0 0,-1-6 0 16,-7-6 0-16,0-4 0 0,0-4 0 15,-4-3-1317-15,1-1-484 0,-11-5-676 0</inkml:trace>
  <inkml:trace contextRef="#ctx0" brushRef="#br0" timeOffset="44517.92">14538 10640 6350 0,'0'0'1317'0,"0"0"-792"0,0 0-525 16,0 0 0-16,31-36 0 0,2 6 0 15,15-9 0-15,-3-3 0 0,7-2 0 16,-3-4 0-16,-1 0 0 0,-3 0 0 15,-1 3 0-15,-9 5 0 0,-8 2 0 16,0 2 0-16,-11 13 0 0,-5-3-2482 0</inkml:trace>
  <inkml:trace contextRef="#ctx0" brushRef="#br0" timeOffset="45049.15">15673 10111 5974 0,'0'0'1169'0,"0"0"-361"0,0 0-567 15,0 0-241-15,47 0 0 0,-5-4 0 16,5 1 0-16,5-2 0 0,-4-2 0 16,-1 1 0-16,-3 1 0 0,-3 0 0 15,-6 4 0-15,-8 1 0 16,-11 0 0-16,1 0 0 0,-13 0 0 16,2 0 0-16,-6 1-937 0,0 1-904 0</inkml:trace>
  <inkml:trace contextRef="#ctx0" brushRef="#br0" timeOffset="45332.12">15687 10340 5090 0,'0'0'1160'0,"33"2"-91"0,-2-2-196 15,3 1-873-15,-3 3 0 16,0-2 0-16,-5 1 0 0,3-1 0 16,0-1 0-16,6 0 0 0,-1-1 0 15,3-2 0-15,-2-5 0 0,-2-5 0 16,-12 2-149-16,-1-4-2640 0</inkml:trace>
  <inkml:trace contextRef="#ctx0" brushRef="#br0" timeOffset="45863.61">17186 9586 4482 0,'0'0'1144'0,"0"0"-240"0,0 0 253 15,0 0-652-15,0 0-505 0,0 0 0 16,0 0 0-16,0 0 0 0,-10 32 0 16,4 15 0-16,-1 17 0 0,5 13 0 15,0 6 0-15,2 8 0 0,0 3 0 16,-4 1 0-16,4-4 0 16,-6-4 0-16,2-9 0 0,4-10 0 15,0-15 0-15,0-14 0 0,0-13 0 16,4-15 0-16,2-10 0 15,-2-3-153-15,0-16-3156 0</inkml:trace>
  <inkml:trace contextRef="#ctx0" brushRef="#br0" timeOffset="46066.26">17134 9735 6559 0,'0'0'1064'15,"0"0"-736"-15,52-17-87 0,-4 6-241 16,5-4 0-16,3 5 0 0,-2-1 0 16,2 4 0-16,-13 2 0 0,-6 4 0 15,-6 1 0-15,-10 0 0 0,-7 1 0 16,-7 0 0-16,-5-1-617 16,-2 1-2380-16</inkml:trace>
  <inkml:trace contextRef="#ctx0" brushRef="#br0" timeOffset="46252.14">17132 10114 6118 0,'0'0'1009'16,"0"0"-477"-16,64 28 1 0,-18-21-533 0,1-3 0 15,-3-3 0-15,1 0 0 16,-5-1 0-16,-3 0 0 0,0 0 0 15,-6 0 0-15,0-7 0 0,-4 1-1153 16,0-7-2345-16</inkml:trace>
  <inkml:trace contextRef="#ctx0" brushRef="#br0" timeOffset="46752.17">18215 9473 3677 0,'0'0'749'0,"0"0"-161"15,17-38 576-15,-17 36-623 0,0 1-49 16,0 1 260-16,-10 6-523 0,-3 10-229 15,-12 16 0-15,-6 14 0 16,5 14 0-16,-5 10 0 0,0 5 0 16,-3 12 0-16,10 7 0 0,-5 5 0 15,4 2 0-15,10 0 0 0,3-3 0 16,8-3 0-16,4-7 0 16,6-10 0-16,9-13 0 0,11-14 0 15,10-13 0-15,3-14 0 0,6-12 0 16,3-10 0-16,4-7 0 0,-9-10 0 15,-6-7 0-15,-8-6 0 0,-12 5-597 16,-7-6-2288-16</inkml:trace>
  <inkml:trace contextRef="#ctx0" brushRef="#br0" timeOffset="47063.68">18484 9735 7007 0,'0'0'1116'0,"0"0"-1047"15,0 0-69-15,0 0 0 0,-43 68 0 16,24-17 0-16,-4 7 0 16,9 4 0-16,2 6 0 0,5 0 0 15,3 0 0-15,4 1 0 0,0-2 0 16,6-6 0-16,3-4 0 0,3-13 0 15,3-5 0-15,1-14 0 0,5-6 0 16,-5-10 0-16,5-6 0 0,6-7 0 16,-6-5 0-16,3-9 0 0,-3 0 0 15,2-3 0-15,-7-2 0 16,1 0 0-16,-5 0 0 0,-1-2 0 16,-9 3-1129-16,2 4-628 0,-4-1-1088 0</inkml:trace>
  <inkml:trace contextRef="#ctx0" brushRef="#br0" timeOffset="47266.97">18073 10340 6943 0,'0'0'688'0,"33"6"-276"0,8-6-263 16,13-4-149-16,6-2 0 0,0-1 0 15,-2 0 0-15,6 0 0 0,-2-3 0 16,0 2 0-16,-2-1 0 0,-19 0-1201 16,-4-1-1264-16</inkml:trace>
  <inkml:trace contextRef="#ctx0" brushRef="#br0" timeOffset="47690.98">18914 9396 5474 0,'0'0'936'0,"0"0"-195"16,0 0-9-16,0 0-484 0,31 39-187 15,-10-3-61-15,6 10 0 16,0 9 0-16,6 6 0 0,-4 13 0 16,0 9 0-16,-5 4 0 0,-3 3 0 15,-7-1 0-15,-11-2 0 16,-10-4 0-16,-17 1 0 0,-16-3 0 0,-16-1 0 16,-6-5 0-16,-8-9 0 15,6-10 0-15,12-20 0 0,7-14-2670 0</inkml:trace>
  <inkml:trace contextRef="#ctx0" brushRef="#br1" timeOffset="63097.7">8029 8961 6510 0,'0'0'177'0,"0"0"319"15,0 0-352-15,16 51-116 0,-5-12 64 16,-5 10 168-16,4 7-164 0,-2 2 0 15,-1 9-44-15,3 3-52 16,0 8-16-16,1 8-304 0,-5 7 136 16,0 11 32-16,2 10-36 0,-2 10 100 15,-6 6 88-15,5 5 16 0,1 5 20 16,-4 4 172-16,2-3 360 16,0-3-340-16,-4-6-95 0,0-9-133 15,-4-9 0-15,-8-13 0 0,-3-14 0 16,-1-10 0-16,-3-11 0 0,-4-15 0 15,7-9 0-15,-5-10 0 0,7-13 0 16,3-6 0-16,5-6 0 0,0-5 0 16,2 0 0-16,4-1 0 15,0 5 0-15,10 1 0 0,2 5 0 16,13 2 0-16,0-2 0 0,4-2 0 16,6-2 0-16,6-5 0 0,7 0 0 15,12-2 0-15,6-1 0 0,13 0 0 16,12 1 0-16,8-1 0 15,17 2 0-15,10 2 0 0,10 3 0 16,11 4 0-16,16 2 0 0,11-2 0 16,10 0 0-16,20-1 0 0,16-2 0 15,11-1 0-15,21-1 0 16,11-4 0-16,16-2 0 0,14-4 0 16,11-4 0-16,8 2 0 0,3 0 0 15,11 0 0-15,5 2 0 0,0 4 0 16,10 0 0-16,2 0 0 0,8 2 0 15,7 3 0-15,4 3 0 0,4 2 0 16,1 3 0-16,3 3 0 0,-4 5 0 16,-6 0 0-16,-9 4 0 15,-16 0 0-15,-8 0 0 0,-23-5 0 0,-21 1 0 16,-18-4 0-16,-30-4 0 16,-20-2-441-16,-23-6-335 0,-28-2 211 15,-32-7-259-15,-31-9 212 0,-39 2-249 16,-29-8-3132-16</inkml:trace>
  <inkml:trace contextRef="#ctx0" brushRef="#br1" timeOffset="63852.47">8560 8981 6975 0,'89'-12'28'0,"27"2"-16"0,37-4 32 15,4-1-44-15,20-1-4 0,14-1-4 16,9-4-84-16,13-1 88 0,10-1-16 16,13 0 20-16,16-4 0 0,11 0 4 15,14-5 36-15,8-2 0 0,15-1 196 16,14-1-72-16,10-3 0 0,13 1 24 16,6-1-128-16,13 2 4 15,2 2 36-15,3 1-92 0,9 4 24 16,-4 0-32-16,6-1 28 0,7 3-24 15,-9 1-4-15,2 2-4 0,2 2 4 16,-12 5 16-16,-1 1-16 0,-9 4 0 16,-21 0-4-16,-9 3-24 15,-18 0-68-15,-25 1-60 0,-12 2-20 16,-32 0 28-16,-24 2-48 0,-27 0 60 16,-31 2 36-16,-37 3-4 0,-21 3 32 15,-31 11 72-15,-21 12 0 16,-16 10 0-16,-10 14 60 0,-7 16 500 15,-4 15-248-15,0 16-68 0,-1 19-87 16,-5 15-157-16,0 13 0 0,0 14 0 16,0 12 0-16,0 10 0 0,0 14 0 15,-7 10 0-15,1 8 0 0,-6 12 0 16,-1 5 0-16,-3 2 0 16,-9 1 0-16,-6-3 0 0,-6-1 0 15,-4-10 0-15,-3-10 0 0,-3-12 0 16,-7-26 0-16,10-51-1397 15,-9-24-2409-15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26T18:11:46.769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0070C0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10224 4461 4253 0,'0'0'641'0,"50"10"-229"0,-9-8 4 15,-4-2-172-15,9 0 76 0,1-4-144 16,7 1-43-16,-2-2 7 0,5 3-136 15,-3-1-4-15,-6 1-84 0,-7 2-529 16,-16 0-279-16,-4 0-1637 0</inkml:trace>
  <inkml:trace contextRef="#ctx0" brushRef="#br0" timeOffset="1389">10127 584 5722 0,'0'0'1029'16,"0"0"-437"-16,-29-32 12 0,10 20-359 16,-3 3-245-16,-3 1 0 15,-2 6 0-15,-10 3 0 0,-1 11 0 16,-3 7 0-16,-2 12 0 0,-5 3 0 16,3 5 0-16,7 3 0 0,7-5 0 15,5 0 0-15,9-2 0 16,7-1 0-16,10-4 0 0,10 0 0 15,17-4 0-15,14-3 0 0,7-1 0 16,6-5 0-16,3-1 0 0,-9-3 0 16,-3 0 0-16,-7 0 0 0,-11 0 0 15,-11-2 0-15,-6-1-113 16,-10-2 53-16,0 1 60 0,-10 3 64 16,-11 4-28-16,-5 6 37 0,-8 1-73 15,-1-1 0-15,-2 0 0 0,0 0 0 16,10-5 0-16,2-3 0 0,13-6-405 15,8-5-435-15,10-3-45 0,4-1-1812 16,11-8-584-16</inkml:trace>
  <inkml:trace contextRef="#ctx0" brushRef="#br0" timeOffset="1685.17">10261 1031 6494 0,'0'0'753'0,"0"0"19"0,0 0-599 16,0 0-173-16,-35-8 0 0,33 8 0 16,-6 0 0-16,-3 4 0 15,1 7 0-15,-6 10 0 0,-1 12 0 16,2 9 0-16,3 3 0 0,4-4 0 16,8-8 0-16,4-7 0 0,10-7 0 15,7-3 0-15,2-8 0 0,8-4 0 16,0-4 0-16,0-4 0 0,-4-4 0 15,-7-4 0-15,-7-3 0 0,-5-2 0 16,-6-4 0-16,-2-1 0 0,-6-2 0 16,-4-1 0-16,-5-5 0 15,3-1 0-15,-5 0 0 0,7 0-645 16,0 9-1392-16,5-1-208 0</inkml:trace>
  <inkml:trace contextRef="#ctx0" brushRef="#br0" timeOffset="1914.98">10447 623 6346 0,'0'0'953'15,"0"0"-193"-15,0 0-627 16,0 0-133-16,0 0 0 0,0 0 0 16,-16 46 0-16,14-4 0 0,2 5 0 15,2 5 0-15,2 4 0 0,2-1 0 16,-2 3 0-16,2-1 0 0,-6-4 0 15,4-5 0-15,-1-6 0 0,1-8 0 16,-4-6 0-16,4-9 0 0,-4-8-805 16,0-6-216-16,0-5-203 15,0-6-2606-15</inkml:trace>
  <inkml:trace contextRef="#ctx0" brushRef="#br0" timeOffset="2172.9">10571 934 7779 0,'0'0'413'16,"0"0"-413"-16,0 0 0 0,-31 32 0 16,25-15 0-16,6 2 0 15,0 2 0-15,6 2 0 0,5 3 0 16,-1 0 0-16,2 0 0 0,3-4 0 16,1-3 0-16,5-5 0 0,-4-5 0 15,-3-5 0-15,0-4 0 0,-1-2 0 16,-3-7 0-16,1-4 0 0,-1-4 0 15,-4-4 0-15,2-1 0 0,-1-1 0 16,-1 0 0-16,4 0 0 0,-6 3 0 16,2 6 0-16,-6 3 0 15,5 6 0-15,-5 1 0 0,0 2 0 16,0 0-469-16,0 1-740 0,-5 1-531 0</inkml:trace>
  <inkml:trace contextRef="#ctx0" brushRef="#br0" timeOffset="2422.92">10797 1149 5234 0,'0'0'808'0,"0"0"13"0,49-5 508 0,-24-10-1329 15,2-5 0-15,-6-4 0 0,-5-1 0 16,-6-4 0-16,1 1 0 16,-7 2 0-16,-2 2 0 0,-2 6 0 15,-2 6 0-15,-2 5 0 0,-2 4 0 16,1 3 0-16,-5 8 0 0,-11 13 0 15,1 6 0-15,3 6 0 0,7 3 0 16,4-4 0-16,10 0 0 0,8-4 0 16,5-5 0-16,14-5 0 15,14-8 0-15,5-6 0 0,16-5 0 16,2-9 0-16,-14 0-1637 0,4-3-1161 0</inkml:trace>
  <inkml:trace contextRef="#ctx0" brushRef="#br0" timeOffset="2930.72">12148 558 6166 0,'0'-43'437'0,"-22"22"67"16,-7-4-20-16,-4-2 36 0,-4 1-439 15,1 1-81-15,3 3 0 0,2 6 0 16,0 5 0-16,4 4 0 0,1 7 0 16,1 7 0-16,-2 10 0 15,0 6 0-15,2 7 0 0,9 2 0 16,9 2 0-16,7 3 0 0,11 1 0 16,12 7 0-16,8 2 0 0,4 0 0 15,-2 1 0-15,-6-3 0 0,-3 4 0 16,-3 1 0-16,-4 0 0 0,-3-3 0 15,-4-2 0-15,-3-5 0 0,-7-2 0 16,2-5 0-16,-2-5 0 0,0-2 0 16,-2-7 0-16,-5-3-389 15,-7-8-1248-15,4-4-380 0,-1-4-1568 0</inkml:trace>
  <inkml:trace contextRef="#ctx0" brushRef="#br0" timeOffset="3073.11">11737 1086 6242 0,'0'0'136'0,"0"0"213"0,48-11 171 16,-26 6-48-16,9-1 1 0,5 1-473 16,-5 2 0-16,2-2 0 0,4 1 0 15,0-1 0-15,0 0-61 16,5 0-731-16,-5 0-201 0,-8 2-871 16,-11-2-686-16</inkml:trace>
  <inkml:trace contextRef="#ctx0" brushRef="#br0" timeOffset="3336.85">12254 978 5142 0,'0'0'748'0,"0"0"-140"0,0 0 101 16,0 0-309-16,0 0-108 0,0 0 1 16,-44-18-293-16,24 33 0 15,-5 8 0-15,8 4 0 0,1 1 0 16,10-1 0-16,2 1 0 0,4 1 0 16,10-1 0-16,0 0 0 0,7-2 0 15,-1-4 0-15,9-2 0 16,-2-4 0-16,6-6 0 0,-2-6 0 15,-5-4 0-15,3-10 0 0,-8-7 0 16,-3-6 0-16,-8-7 0 0,-1 0 0 16,-5 0 0-16,-9-3 0 0,-1 1 0 15,-2 0 0-15,-3 3 0 16,5 3 0-16,-1 8 0 0,5 8-97 16,6 6-431-16,0 3-72 0,0 1-833 15,0 0-444-15,11 7-460 0</inkml:trace>
  <inkml:trace contextRef="#ctx0" brushRef="#br0" timeOffset="3522.78">12438 1213 4418 0,'0'0'700'0,"0"0"-56"16,0 0 517-16,0 0-693 0,0 0-72 16,0 0 9-16,0 0-405 0,0 0 0 15,21-60 0-15,-17 22 0 16,6 4 0-16,-4 4 0 0,9 5 0 15,-5 2 0-15,2 3 0 0,7 3 0 16,-2-1 0-16,9 1 0 0,-9 3-877 16,4 1-1120-16</inkml:trace>
  <inkml:trace contextRef="#ctx0" brushRef="#br0" timeOffset="3926.68">13310 796 7079 0,'0'0'652'16,"0"0"-208"-16,0 0-427 0,0 0-17 15,0 0 0-15,56 32 0 0,-29-3 0 16,4 3 0-16,2-1 0 0,-2-2 0 15,0-1 0-15,-4-3 0 0,0-1 0 16,-7 0 0-16,-1-4 0 0,-7 0 0 16,-5-5 0-16,-3-4-113 15,-4-4-2244-15,-6-3-172 0</inkml:trace>
  <inkml:trace contextRef="#ctx0" brushRef="#br0" timeOffset="4096.6">13240 1191 6126 0,'0'0'609'0,"0"0"75"0,0 0 89 15,0 0-773-15,43-42 0 0,-1 2 0 16,9-6 0-16,-3 0 0 0,-1 3 0 16,-5 7 0-16,-5 1 0 0,4 2 0 15,-14 9 0-15,0-1-1353 0</inkml:trace>
  <inkml:trace contextRef="#ctx0" brushRef="#br0" timeOffset="4406.33">14038 294 5254 0,'0'0'640'0,"0"0"-92"16,0 0 57-16,0 0 151 15,0 0-392-15,-31 46-339 0,14-11-25 16,-3 8 0-16,1 1 0 0,2 4 0 16,-3 15 0-16,-1 6 0 0,3 6 0 15,-3 4 0-15,6-3 0 0,9-1 0 16,2-5 0-16,4-5 0 0,10-13 0 15,5-7 0-15,8-11 0 0,3-9 0 16,16-8 0-16,-1-8 0 0,7-9 0 16,-5-2 0-16,-2-11 0 15,-3-6-393-15,-18 1-827 0,-5-2-917 0</inkml:trace>
  <inkml:trace contextRef="#ctx0" brushRef="#br0" timeOffset="4690.89">14255 643 7471 0,'0'0'424'0,"0"0"-127"16,0 0-297-16,0 0 0 0,0 0 0 16,-31-9 0-16,21 26 0 0,-3 12 0 15,-1 15 0-15,3 13 0 0,5 7 0 16,6-2 0-16,0-4 0 0,10-10 0 15,1-2 0-15,1-8 0 0,3-6 0 16,1-6 0-16,9-4 0 0,-2-7 0 16,8-3 0-16,0-6 0 15,6-5 0-15,0-3 0 0,-2-7 0 16,-8-6 0-16,0-1 0 0,-10-6 0 16,-7-2-1509-16,-2 3-508 0,-8-1-2001 0</inkml:trace>
  <inkml:trace contextRef="#ctx0" brushRef="#br0" timeOffset="4872.67">13903 1006 7379 0,'0'0'64'0,"42"2"652"16,-1-7-683-16,11-6-33 0,2-4 0 15,8-2 0-15,-2-2 0 0,-3-2 0 16,-5-1 0-16,6-1 0 0,-10-1 0 15,-11 5-725-15,-12 0-1272 0</inkml:trace>
  <inkml:trace contextRef="#ctx0" brushRef="#br0" timeOffset="5120.76">14612 480 8007 0,'0'0'185'15,"0"0"-185"-15,0 0 0 0,0 0 0 16,46 16 0-16,-13 4 0 0,13 8 0 16,13 13 0-16,-1 9 0 0,4 6 0 15,-8 6 0-15,-29 0 0 16,-11 1 0-16,-14 4 0 0,-14-4 0 16,-7-3 0-16,-6-8 0 0,-4-5 0 15,0-3 0-15,-6-4 0 0,6-4 0 16,0-4 0-16,4-7 0 0,0-6 0 15,11-6-1185-15,-5-7-1829 0</inkml:trace>
  <inkml:trace contextRef="#ctx0" brushRef="#br0" timeOffset="6444.81">17794 4542 4081 0,'0'0'1365'0,"0"0"-16"0,0 0-805 0,0 0-228 16,0 0 80-16,37-5-255 0,-4 5-141 15,21-1 0-15,8-5 0 16,16-2 0-16,11-3 0 0,17-1 0 15,7 0 0-15,9 2 0 16,9 0 0-16,3 3 0 0,2 4 0 0,1 2 0 16,-7 2 0-16,-4 5 0 15,-6 3 0-15,-13 3 0 0,-13 2 0 16,-22 2 0-16,-20 0 0 0,-28 0 0 16,-20-1 0-16,-24-1 0 0,-30-4 0 15,-26-2 0-15,-26-2 0 0,-22-3 0 16,-12-1-85-16,-7 1 37 0,-1 1 44 15,-1 1-12-15,13 2 16 16,12 2 8-16,14-1 12 0,28 2 12 16,28-2 61-16,27 0-93 0,28 2 0 15,42 0 0-15,30 3 0 0,36-2 0 16,38 1 0-16,27 1-397 0,-31 0-787 16,12-1-2410-16</inkml:trace>
  <inkml:trace contextRef="#ctx0" brushRef="#br1" timeOffset="28653.24">10236 10175 5598 0,'0'0'724'0,"0"0"-107"0,0 0 415 16,0 0-811-16,0 0-221 0,0 0 0 15,0 0 0-15,0 0 0 0,21 23 0 16,0 7 0-16,10 8 0 0,0 4 0 16,0 3 0-16,-2 5 0 0,2 4 0 15,0 4 0-15,-4-2 0 16,-7-4 0-16,-3-5 0 0,1-6 0 15,-7-7 0-15,-1-5 0 0,-4-7 0 16,0-4 0-16,1-8-401 16,-3-4-543-16,0-3-1181 0,-4-3 8 0</inkml:trace>
  <inkml:trace contextRef="#ctx0" brushRef="#br1" timeOffset="28986.98">10224 10826 6042 0,'0'0'857'16,"0"0"-5"-16,33-37-411 0,-16 12-441 15,3-2 0-15,1-3 0 0,4-3 0 16,2-6 0-16,6-4 0 0,2-3 0 16,6-3 0-16,-2 0 0 15,3 1 0-15,-5-2 0 0,-6 3 0 16,-6 11-1473-16,-9-1-2121 0</inkml:trace>
  <inkml:trace contextRef="#ctx0" brushRef="#br1" timeOffset="29439.35">11198 9722 4157 0,'0'0'661'0,"0"0"55"0,0 0 373 15,0 0-601-15,0 0-92 0,-38 27 72 16,22 2-251-16,-5 10-217 0,-4 7 0 16,9 5 0-16,-5 7 0 0,0 7 0 15,5 4 0-15,4 2 0 0,-3 1 0 16,9 2 0-16,2-1 0 15,0-1 0-15,8-4 0 0,2-3 0 16,8-8 0-16,3-8 0 16,-1-7 0-16,5-12 0 0,4-5 0 15,-2-10 0-15,12-10 0 0,-4-5 0 16,6-10 0-16,-4-8 0 0,2-10-589 16,-14 5-832-16,2-7-4761 0</inkml:trace>
  <inkml:trace contextRef="#ctx0" brushRef="#br1" timeOffset="29746.2">11450 9906 7419 0,'0'0'428'0,"-37"41"-83"15,20-11-345-15,3 3 0 0,3 6 0 16,5 5 0-16,2 5 0 0,2 3 0 15,2 3 0-15,0 4 0 0,0 1 0 16,-4-2 0-16,4-3 0 0,4-6 0 16,2-8 0-16,0-7 0 15,9-7 0-15,1-6 0 0,1-10 0 16,8-4 0-16,1-7 0 0,1-5 0 16,4-7 0-16,0-6 0 15,-4-2 0-15,-2-4 0 0,-4-2 0 16,-5 0 0-16,-10 2 0 0,-6 2-1477 15,0 6-252-15,-4 2-628 0</inkml:trace>
  <inkml:trace contextRef="#ctx0" brushRef="#br1" timeOffset="29932.3">11123 10428 7531 0,'0'0'661'0,"0"0"-661"15,58 10 0-15,-27-12 0 0,6-8 0 16,-4-2 0-16,9-3 0 0,-1-4 0 16,7-1 0-16,-1-4 0 15,-1-2 0-15,-13 6-13 0,-6-1-2676 0</inkml:trace>
  <inkml:trace contextRef="#ctx0" brushRef="#br1" timeOffset="30416.19">11933 9676 4966 0,'0'0'680'0,"0"0"421"16,0 0-605-16,0 0-20 0,0 0-136 15,0 0-336-15,0 0 52 0,36 31 17 16,-3 8-73-16,2 8 0 0,8 5 0 16,-6 4 0-16,-1 10 0 0,-3 7 0 15,-9 5 0-15,-7 6 0 16,-13 0 0-16,-4 2 0 0,-14-4 0 15,-9-2 0-15,-8-6 0 0,0-8 0 16,4-14 0-16,0-7 0 16,2-15 0-16,9-16 0 0,1-14 0 15,9-6-1117-15,2-14-2837 0</inkml:trace>
  <inkml:trace contextRef="#ctx0" brushRef="#br1" timeOffset="30877.26">12663 10279 5394 0,'0'0'1493'0,"0"0"-689"0,0 0-303 0,0 0-501 16,0 0 0-16,0 0 0 0,37 19 0 15,-1-18 0-15,1-1 0 0,-4 0 0 16,2 0 0-16,-4 0 0 0,0 2 0 16,-8-1 0-16,-3-1 0 0,1 0 0 15,-6 0 0-15,-3-3 0 16,2 0 0-16,-3-2 0 0,-5 0-1117 15,0 1-1809-15</inkml:trace>
  <inkml:trace contextRef="#ctx0" brushRef="#br1" timeOffset="31095.78">12661 10540 6735 0,'0'0'840'0,"39"-7"-223"0,-10-5-617 16,0 1 0-16,6-1 0 0,-2 3 0 15,-2 2 0-15,5 1 0 0,1 4 0 16,-4-1 0-16,-6 2 0 0,4-1 0 16,-6-2 0-16,-9 2 0 15,-6-7-2898-15</inkml:trace>
  <inkml:trace contextRef="#ctx0" brushRef="#br1" timeOffset="33044.44">13986 10094 4986 0,'0'0'1072'0,"0"0"289"0,0 0-645 16,0 0-659-16,0 0-57 0,0 0 0 16,37 17 0-16,-2 10 0 15,5 11 0-15,5 5 0 0,-3 4 0 16,-3 4 0-16,2 0 0 0,1 2 0 15,-9 0 0-15,-4-3 0 0,-7-5 0 16,-5-4 0-16,-3-6 0 0,-7-5 0 16,-3-3 0-16,0-6-741 0,-4-7-1460 15,-4-5 164-15</inkml:trace>
  <inkml:trace contextRef="#ctx0" brushRef="#br1" timeOffset="33239.01">14034 10719 6522 0,'0'0'781'15,"0"0"-165"-15,31-54-343 0,-4 12-273 16,10-9 0-16,4-4 0 0,3-4 0 16,1-2 0-16,9 0 0 15,-7 4 0-15,1 5 0 0,-9 8 0 16,-10 5 0-16,0 9 0 0,-10 8 0 15,-5 4 0-15,-4 7-901 0,-3 5-4462 0</inkml:trace>
  <inkml:trace contextRef="#ctx0" brushRef="#br1" timeOffset="33679.14">14844 10584 4982 0,'0'0'676'0,"0"0"557"15,-29-34-461-15,15 30-243 0,-1 4-529 16,-3 11 0-16,-1 6 0 0,-2 12 0 16,1 4 0-16,3 8 0 0,5 6 0 15,1 0 0-15,7 4 0 16,4 0 0-16,4 0 0 0,9-6 0 15,7-7 0-15,5-11 0 0,8-11 0 16,13-13 0-16,1-10 0 16,3-14 0-16,8-8 0 0,-2-11 0 15,-9 8-1245-15,-3-8-3610 0</inkml:trace>
  <inkml:trace contextRef="#ctx0" brushRef="#br1" timeOffset="34376.33">15710 9602 4874 0,'0'0'1436'15,"0"0"-783"-15,0 0-165 0,-52 50 24 16,26-13-316-16,-5 7-163 0,4 9-33 16,-4 8 0-16,4 4 0 0,0 8 0 15,-4 4 0-15,4 5 0 0,2 2 0 16,9-1 0-16,5-2 0 0,5-5 0 16,6-6 0-16,11-8 0 15,3-9 0-15,5-9 0 0,5-11 0 16,3-8 0-16,4-10 0 0,0-9 0 15,2-9 0-15,-2-10 0 0,4-10-77 16,-12 4-1792-16,-2-7-352 0</inkml:trace>
  <inkml:trace contextRef="#ctx0" brushRef="#br1" timeOffset="34689.25">15946 9864 5858 0,'0'0'1349'16,"0"0"-725"-16,0 0-263 0,-35 48-361 15,18-13 0-15,1 9 0 0,-1 4 0 16,-2 0 0-16,3 7 0 16,6 2 0-16,-1 3 0 0,5 3 0 15,2-5 0-15,4-2 0 0,4-9 0 16,10-6 0-16,-1-7 0 0,3-8 0 15,3-6 0-15,4-7 0 0,-3-6 0 16,7-6 0-16,-2-3 0 16,2-9 0-16,0-4 0 0,0-3 0 15,-2-1 0-15,-9-2 0 0,-1 1 0 16,-5-3 0-16,-8 3-465 0,-2-4-471 16,0 8-197-16,-6-1-2180 0</inkml:trace>
  <inkml:trace contextRef="#ctx0" brushRef="#br1" timeOffset="34897.82">15567 10382 7107 0,'0'0'1000'0,"0"0"-915"0,0 0-85 16,48 8 0-16,0-10 0 15,14-6 0-15,0-3 0 0,-5-2 0 16,3 0 0-16,-2-1 0 0,-6 1 0 15,0-1 0-15,-13 0 0 0,-4-1 0 16,-12-1-373-16,-9 3-1872 0,-3-3-1821 16</inkml:trace>
  <inkml:trace contextRef="#ctx0" brushRef="#br1" timeOffset="35365.33">16512 9562 5866 0,'0'0'1093'0,"0"0"-361"0,39-9-231 0,-14 14-501 15,6 11 0-15,2 9 0 0,7 9 0 16,-1 9 0-16,2 8 0 0,1 8 0 16,-11 9 0-16,-9 6 0 0,-11 8 0 15,-11 5 0-15,-7 3 0 0,-17 1 0 16,-5 0 0-16,-11 1 0 0,-1-9 0 16,-2-6 0-16,5-12 0 15,3-12 0-15,8-9 0 0,11-12 0 16,6-15 0-16,10-8-313 0,0-9-1564 0</inkml:trace>
  <inkml:trace contextRef="#ctx0" brushRef="#br1" timeOffset="35752.39">17366 10436 6506 0,'0'0'493'0,"0"0"403"0,45-4-599 0,3-6-297 16,14-2 0-16,6-2 0 0,2 0 0 16,-1 4 0-16,-7 4 0 15,-15 2 0-15,-5 4 0 0,-16 0 0 16,-9 1 0-16,-7 2 0 0,-4-1 0 15,-6-2-689-15,0 4-924 0</inkml:trace>
  <inkml:trace contextRef="#ctx0" brushRef="#br1" timeOffset="35955.47">17659 10145 5710 0,'0'0'312'0,"0"0"541"16,-26 48 215-16,19-16-819 0,1 6-249 16,2 3 0-16,4 3 0 15,0-3 0-15,6-1 0 0,9-6 0 16,5-5 0-16,3-4 0 0,4-3 0 16,2-7 0-16,-6-4-1970 15,-3-9-2904-15</inkml:trace>
  <inkml:trace contextRef="#ctx0" brushRef="#br1" timeOffset="36359.46">18784 10112 6270 0,'0'0'837'0,"0"0"-277"0,0 0-35 16,52 59-525-16,-19-16 0 0,8 4 0 15,0 3 0-15,3-6 0 0,-3 1 0 16,-2-1 0-16,-3-2 0 0,-12-2 0 16,-3-3 0-16,-4-4 0 0,-7-6 0 15,-6-5 0-15,-2-6 0 16,-2-9 0-16,0-2-465 0,-2-5-467 15,-2 0-1373-15,-2-11-1025 0</inkml:trace>
  <inkml:trace contextRef="#ctx0" brushRef="#br1" timeOffset="36642.56">18699 10786 3461 0,'0'0'1157'0,"0"0"784"15,0 0-821-15,0 0-607 0,0 0-513 16,46-47 0-16,-13 7 0 0,18-10 0 16,3-9 0-16,4 2 0 15,0-4 0-15,4 1 0 0,-4 2 0 16,-4 3 0-16,-3 5 0 0,-5 4 0 15,-11 7 0-15,-6 4 0 0,-13 11-517 16,-5 1-6822-16</inkml:trace>
  <inkml:trace contextRef="#ctx0" brushRef="#br1" timeOffset="37089.08">19551 10769 6555 0,'0'0'1112'0,"-6"55"-587"0,6-15-525 16,4 4 0-16,-2 6 0 0,-2 4 0 16,0 1 0-16,4 1 0 15,-2-4 0-15,-2-5 0 0,0-8 0 0,2-6 0 16,-2-8 0-16,2-7 0 16,-2-10-1253-16,0-5-724 0,4-4-1793 0</inkml:trace>
  <inkml:trace contextRef="#ctx0" brushRef="#br1" timeOffset="37386.97">19545 10733 6134 0,'0'0'553'0,"12"-51"343"0,7 18-287 15,5 3-609-15,5 3 0 0,2 6 0 16,7 7 0-16,3 6 0 0,0 8 0 16,1 10 0-16,-3 7 0 0,-8 6 0 15,-10 6 0-15,-5 1 0 0,-10 1 0 16,-6-1 0-16,-8 0 0 0,-6-6 0 16,-7-2 0-16,-2-6 0 15,-6-3 0-15,-4-7 0 0,0-3 0 16,-2-4 0-16,4-6 0 0,4-4 0 15,6-3-337-15,11 1-835 0,6-3-357 16</inkml:trace>
  <inkml:trace contextRef="#ctx0" brushRef="#br1" timeOffset="37867.43">20498 9882 5190 0,'0'0'648'0,"33"-37"97"0,-17 23 203 0,-10 8-540 16,3 0-155-16,-7 5-253 0,0 0 0 15,-2 1 0-15,0 0 0 16,0 2 0-16,-2 16 0 0,-11 19 0 15,-5 14 0-15,-5 14 0 0,-2 7 0 16,0 4 0-16,-4 5 0 0,3 4 0 16,-3 3 0-16,6 0 0 0,4-4 0 15,7-6 0-15,6-8 0 0,6-10 0 16,10-6 0-16,9-9 0 0,7-10 0 16,8-7 0-16,5-12 0 15,8-11 0-15,3-7 0 0,0-14 0 16,-3-13 0-16,-16 4-1301 0,0-7-800 15</inkml:trace>
  <inkml:trace contextRef="#ctx0" brushRef="#br1" timeOffset="38193.9">20901 10049 6651 0,'0'0'1028'0,"0"0"-515"0,0 0-513 16,0 0 0-16,0 0 0 0,0 0 0 16,-17 39 0-16,7-3 0 0,-1 4 0 15,1 8 0-15,0 0 0 0,-1 2 0 16,-5 5 0-16,-5-1 0 16,-6 2 0-16,-4-3 0 0,0-5 0 15,4-7 0-15,7-7 0 0,3-6 0 16,9-8 0-16,8-2 0 0,8-5 0 15,13-4 0-15,10-3 0 0,12-4 0 16,5-2 0-16,8-4 0 16,2-3 0-16,-5-3 0 0,-5 2 0 15,-11-2 0-15,-6 2 0 0,-14 2 0 16,-9 1-413-16,-6 2-1156 0,-2-1 25 16,-6-4-845-16</inkml:trace>
  <inkml:trace contextRef="#ctx0" brushRef="#br1" timeOffset="38412.48">20609 10508 2629 0,'0'0'4534'16,"0"0"-3505"-16,0 0-1029 0,0 0 0 15,0 0 0-15,35 27 0 0,-6-24 0 16,11-4 0-16,5-7 0 0,9-5 0 15,10-2 0-15,8-2 0 0,7-1 0 16,6-4 0-16,-3-1 0 0,-7-4 0 16,-22 7-2398-16,-9-2-2804 0</inkml:trace>
  <inkml:trace contextRef="#ctx0" brushRef="#br1" timeOffset="38786.44">21424 9739 3617 0,'0'0'1013'0,"0"0"-545"0,0 0 108 16,37 15 457-16,-14 8-581 15,8 10 28-15,0 11 73 0,-5 8-553 16,1 8 0-16,-6 9 0 0,2 2 0 16,-5 5 0-16,-3-1 0 15,-13 1 0-15,-4-3 0 0,-17-2 0 16,-10-4 0-16,-6-7 0 0,0-9 0 15,-2-6 0-15,8-8 0 0,0-6 0 16,8-5 0-16,3-9 0 0,5-6 0 16,5-8-521-16,6-3-1092 0,2-6-4417 15</inkml:trace>
  <inkml:trace contextRef="#ctx0" brushRef="#br2" timeOffset="44081.42">13651 11045 2753 0,'0'0'176'0,"0"0"-128"16,0 0-36-16,0 0 20 0,0 0 8 15,0 0-40-15,0 0-4 0,0 0-44 16,-33-40 48-16,33 34 184 0,0 0 240 16,4 1 232-16,-4 3 389 15,0-1-385-15,0 3-59 0,0 0 227 16,0 5-440-16,-4 7-64 0,-2 10-251 15,-2 9-73-15,2 7 0 0,-1 3 0 16,3 2 0-16,4 4 0 0,0 2 0 16,0 1 0-16,6 2 0 0,5 0 0 15,-3-1 0-15,-2 0 0 0,5-5 0 16,-5-4 0-16,4-9 0 16,0-5 0-16,1-6 0 0,-1-9-513 15,0-6-1228-15,-3-4-332 0,-3-6-1792 0</inkml:trace>
  <inkml:trace contextRef="#ctx0" brushRef="#br2" timeOffset="44506.32">13730 11782 2156 0,'0'0'1057'0,"0"0"-973"16,0 0 180-16,0 0 284 0,0 0-63 16,0 0-201-16,0 0 0 0,0 0 204 15,0 0-196-15,0 0-60 0,18-11 237 16,1 11-165-16,10 2-72 16,4 1 64-16,4-1-244 0,5 0-28 15,9-2-24-15,3 0 12 0,14-4-12 16,7-3 0-16,14 0 0 15,6 0 0-15,14-2 0 0,7 0 0 16,8 2 0-16,4 1 0 0,6 0 4 16,1-1-4-16,1-1 0 0,-1-2 8 15,-3 1-8-15,-2-2 0 0,-4 2-4 16,-8-2 4-16,-4 0 0 16,-13 2-32-16,-2-1-24 0,-10 4 0 15,-8 1-28-15,-9 2 36 0,-10 2-32 16,-4 1-4-16,-10 0 4 0,-7 2-264 15,-8 2-97-15,-12-2-83 0,-11 0-1377 16,-6-2-1832-16</inkml:trace>
  <inkml:trace contextRef="#ctx0" brushRef="#br2" timeOffset="44861.31">16744 10979 5786 0,'0'0'540'0,"-21"38"269"0,7-6-393 0,3 4-92 0,-1 6-7 16,4 0-317-16,1 1 0 0,7 0 0 16,0-1 0-16,9-2 0 15,-1-1 0-15,0 0 0 0,-2-1 0 16,5-1-77-16,-7-1-639 0,-2-1-12 15,-2-11-1205-15,-6-3-436 0</inkml:trace>
  <inkml:trace contextRef="#ctx0" brushRef="#br2" timeOffset="46093.21">15028 11795 4045 0,'0'0'341'0,"0"0"419"16,0 0-436-16,21 44-72 0,-11-21-4 16,0 4-224-16,-6-2-8 0,3-3-4 15,-1 2-12-15,-4 0-8 0,0-3-180 16,-2-1-4-16,4-1 64 16,-4-1-172-16,0 0-200 0,0-4-141 15,0-2-603-15,0-5-337 0</inkml:trace>
  <inkml:trace contextRef="#ctx0" brushRef="#br2" timeOffset="46668.23">15096 12077 3721 0,'0'0'536'15,"0"0"-496"-15,-37 3 4 0,25-3 153 16,-3 0-65-16,-1 0 120 16,-1 0 192-16,-2 0-220 0,-3-3-4 15,-9 1 144-15,-2 0-128 0,-9 0-43 16,-5 1-25-16,-9 0-164 15,-8 1 20-15,-11 0-24 0,-11 0-28 16,-16 4-217-16,-9 2-47 0,-9 1 264 16,-10 0 28-16,-3-1 0 0,-9 0 0 15,-9 0 0-15,-2-1 8 16,-4 0 8-16,-7 0 0 0,1-1 172 16,-4-4-59-16,-1 0 51 0,-10-4 120 15,-1 0-168-15,-10 1-52 0,-1-1-64 16,-10 1-4-16,-9-1-12 0,2 1 44 15,-8-1-16-15,-6 3 108 0,-2-1 112 16,-5 0-192-16,-3 0-24 0,2 1-20 16,1-1-4-16,-1 0-8 0,5 0 4 15,1-3 4-15,6 1-8 0,6-3 44 16,7 0-16-16,-1 3 72 16,4-2 61-16,3 2-161 0,4 2 0 15,6 2 0-15,2 0 0 0,8 1 0 16,10 1 0-16,5 0 0 15,10 0 0-15,10-2 0 0,5 0 0 16,10 0 0-16,8-2 0 0,8-3 0 16,9 0-89-16,6-1-1111 0,24 1-601 15,7 0-1433-15</inkml:trace>
  <inkml:trace contextRef="#ctx0" brushRef="#br2" timeOffset="47878.22">2402 12505 4914 0,'0'0'1164'16,"0"0"-71"-16,0 0-457 0,0 0-251 16,0 0-385-16,-31 34 0 0,10-8 0 15,5 2 0-15,-5 2 0 0,0-2 0 16,5 1 0-16,-3-2 0 15,3-3 0-15,3-3 0 0,7-4 0 16,4-7-437-16,2-4-1548 0,4-6-244 0</inkml:trace>
  <inkml:trace contextRef="#ctx0" brushRef="#br2" timeOffset="48065.54">2547 12549 6546 0,'0'0'813'0,"-23"41"-249"0,11-17-295 16,1 0-269-16,1 1 0 0,0-1 0 16,1 2 0-16,-1-2 0 0,0 3 0 15,-1-1 0-15,-1-1-45 16,6-5-2000-16,-3-5-660 0</inkml:trace>
  <inkml:trace contextRef="#ctx0" brushRef="#br2" timeOffset="48749.04">3128 12823 5462 0,'0'0'1109'0,"0"0"-353"0,-38-5 109 0,20 5-865 15,1 3 0-15,1 4 0 0,-1 6 0 16,-4 6 0-16,-1 8 0 0,1 9 0 16,0 5 0-16,5 6 0 15,1 4 0-15,5 3 0 0,6 2 0 16,4-2 0-16,4-2 0 0,6-8 0 16,11-6 0-16,0-8 0 0,10-13 0 15,2-7 0-15,8-10 0 0,0-8 0 16,3-10 0-16,-3-5-469 0,-12 2-2208 15,-8-1-1505-15</inkml:trace>
  <inkml:trace contextRef="#ctx0" brushRef="#br2" timeOffset="49107.82">3386 13007 768 0,'0'0'6479'0,"0"0"-5771"0,-43-13-471 16,32 13-237-16,5 0 0 0,2 6 0 16,-6 8 0-16,-1 10 0 0,5 4 0 15,-4 6 0-15,6 0 0 0,4 0 0 16,0 2 0-16,6-1 0 0,2-3 0 15,4-6 0-15,3-5 0 0,6-9 0 16,5-4 0-16,1-7 0 0,-2-4 0 16,2-7 0-16,-6-4 0 15,-5-3 0-15,-1-4 0 0,-9-4 0 16,-6-1 0-16,0-3 0 0,-6 1 0 16,-5-3 0-16,1-1 0 0,-9 1 0 15,3 5 0-15,3 6-821 16,-3 3-1056-16</inkml:trace>
  <inkml:trace contextRef="#ctx0" brushRef="#br2" timeOffset="49573.72">3543 13130 6987 0,'0'0'792'0,"-6"62"-379"0,6-30-413 16,-6-6 0-16,4-3 0 0,0-6 0 15,2-4 0-15,0-5 0 0,0-3 0 16,0-3 0-16,0-1 0 0,0-1 0 16,0-4 0-16,0-13 0 15,4-10 0-15,2-7 0 0,-4-5 0 16,6 2 0-16,3 8 0 0,-5 4 0 16,0 10 0-16,0 7 0 0,-4 4 0 15,4 4 0-15,-1 1 0 0,3 8 0 16,4 5 0-16,1 6 0 15,1 2 0-15,-4 0 0 0,1-2 0 16,-5-1 0-16,-2 2 0 0,2-3 0 16,-6 0 0-16,0-4 0 0,-4-4 0 15,2-5 0-15,0-3 0 16,0-2 0-16,2-1 0 0,0-10 0 16,10-10 0-16,1-5 0 0,5-4 0 15,1 2 0-15,-3 2 0 0,1 4 0 16,-1 5 0-16,-4 4 0 0,-1 5 0 15,-7 5 0-15,0 2 0 0,4 1 0 16,-4 8 0-16,6 7 0 0,3 15 0 16,-5 4 0-16,4 3 0 15,-4-4 0-15,1-7 0 0,1-2 0 16,-6-5 0-16,2-4 0 0,0-4 0 16,-4-5 0-16,0-6-2862 0</inkml:trace>
  <inkml:trace contextRef="#ctx0" brushRef="#br2" timeOffset="50272.11">3996 13315 4942 0,'0'0'1164'0,"0"0"-483"16,0 0 63-16,0 0-83 0,0 0-661 15,0 0 0-15,0 51 0 16,8-5 0-16,-2 7 0 0,5 3 0 16,-1-1 0-16,0 2 0 0,1 2 0 15,-1 0 0-15,-4-2 0 0,0-4 0 16,-2-8 0-16,1-8 0 0,1-15 0 15,-6-10 0-15,2-9-97 0,0-3-2072 16,0-18-208-16</inkml:trace>
  <inkml:trace contextRef="#ctx0" brushRef="#br2" timeOffset="50517.29">4031 13279 5382 0,'0'0'712'0,"10"-35"653"0,-4 15-701 16,5-3-595-16,5 0-69 0,5-3 0 16,4 2 0-16,2 1 0 15,4 4 0-15,2 6 0 0,-4 10 0 16,-5 4 0-16,-5 11 0 0,-9 6 0 16,-5 6 0-16,-5 5 0 0,-9 4 0 15,-7 3 0-15,-5 0 0 0,-6 2 0 16,-4-1 0-16,0-2 0 0,-2-6 0 15,6-5 0-15,4-8 0 0,11-10 0 16,6-9 0-16,6-12-461 0,6-13-1340 16,6 2 36-16,9-7-103 0</inkml:trace>
  <inkml:trace contextRef="#ctx0" brushRef="#br2" timeOffset="50723.49">4372 12778 5958 0,'0'0'797'16,"-4"52"-21"-16,2-14-115 0,-2 2-661 16,4 5 0-16,-7 5 0 15,3 3 0-15,0 5 0 0,-2 2 0 16,0 0 0-16,2-2 0 0,-1-4 0 16,3-7 0-16,2-8 0 0,7-11 0 15,-1-11 0-15,4-10 0 0,-2-7-1557 16,1-8-1101-16</inkml:trace>
  <inkml:trace contextRef="#ctx0" brushRef="#br2" timeOffset="51299.36">4446 13417 5562 0,'0'0'544'0,"0"0"497"0,0 0-493 16,0 0-192-16,0 0-215 0,0 0-141 15,42-12 0-15,-11-3 0 0,0-6 0 16,4-6 0-16,-6 0 0 0,-2-4 0 16,-7 1 0-16,-7 1 0 15,-5 2 0-15,-6 4 0 0,-4 3 0 0,-8 4 0 16,-9 3 0-16,-4 4 0 16,-4 3 0-16,-4 6 0 0,-2 1 0 15,2 9 0-15,0 7 0 0,11 8 0 16,-3 5 0-16,9 9 0 0,3 4 0 15,7 3 0-15,8 3 0 0,9-3 0 16,7-2 0-16,7-9 0 0,4-7 0 16,4-9 0-16,2-11 0 15,-1-7 0-15,-3-5 0 0,0-10 0 16,-4-5-1005-16,-11 3-596 0,1-4-724 0</inkml:trace>
  <inkml:trace contextRef="#ctx0" brushRef="#br2" timeOffset="51767.52">4845 13212 4081 0,'0'0'1209'16,"0"45"-477"-16,-4-15 277 15,2 0-637-15,-2-1-64 0,4-2 173 16,0-3-481-16,0-4 0 0,0-4 0 16,0-5 0-16,4-4 0 0,-4-3 0 15,0-3 0-15,2-1 0 0,-2-2 0 16,4-12 0-16,3-11 0 0,1-10 0 15,2-5 0-15,0-2 0 0,3 5 0 16,-3 2 0-16,3 8 0 0,-3 8 0 16,-2 7 0-16,-4 8 0 15,-2 2 0-15,5 2 0 0,1 11 0 16,-2 6 0-16,-2 7 0 0,-2 1 0 16,2 2 0-16,1-3 0 0,1-1 0 15,-4-3 0-15,2-5 0 0,0-5 0 16,-2-3 0-16,0-4 0 15,0-3 0-15,2 0 0 0,3-2 0 16,3-7 0-16,0-8 0 0,3-5 0 16,1-3 0-16,1 2 0 15,1 4 0-15,-3 2 0 0,-5 6 0 16,2 2 0-16,-8 4 0 0,2 2 0 16,1 1 0-16,-3 2 0 0,2 0 0 15,-4 11 0-15,4 11 0 0,-4 5 0 16,0 6 0-16,0-2 0 0,0-6 0 15,6-3 0-15,4-4 0 0,7-5 0 16,8-3 0-16,4-7 0 0,10-7-961 16,-2-4-1396-16,-4-6-889 0</inkml:trace>
  <inkml:trace contextRef="#ctx0" brushRef="#br2" timeOffset="52517.45">5362 13375 4257 0,'0'0'929'0,"0"0"15"0,0 0-279 0,41 12-41 16,-14-12 149-16,4-7-773 0,0-5 0 15,-6-3 0-15,2-2 0 0,0-4 0 16,-6-2 0-16,-1 0 0 15,-7 0 0-15,-3 1 0 0,-6 1 0 16,-4 1 0-16,-4-1 0 0,-6 5 0 16,-3 0 0-16,-3 4 0 0,-5 5 0 15,0 7 0-15,-3 5 0 16,1 12 0-16,2 8 0 0,-6 9 0 16,9 6 0-16,1 6 0 0,7 2 0 15,8-2 0-15,4-2 0 0,8-7 0 16,9-6 0-16,8-8 0 0,2-11 0 15,6-8 0-15,0-6 0 0,0-12 0 16,4-5 0-16,-8-7-45 0,-4-4-1680 16,-6 5-552-16,-5-2-1540 0</inkml:trace>
  <inkml:trace contextRef="#ctx0" brushRef="#br2" timeOffset="52821.31">5790 13239 4954 0,'0'0'792'0,"0"43"-344"16,0-17 361-16,0 2-569 15,-4-2 36-15,4-1 192 0,-4-1-263 16,2-3-205-16,-2-8 0 0,4-3 0 16,0-4 0-16,0-6 0 15,0 0 0-15,0-6 0 0,4-10 0 16,2-11 0-16,4-8 0 0,1-4 0 16,-1-1 0-16,0 7 0 0,1 4 0 15,-1 5 0-15,-4 11 0 0,-4 7 0 16,0 3 0-16,-2 3 0 0,6 6 0 15,-6 5 0-15,7 8 0 0,-3 5 0 16,-2 3 0-16,0 0 0 0,-2 1 0 16,0-1 0-16,-2 1 0 15,0-2 0-15,2-5 0 0,0-7 0 16,2-7 0-16,6-7-321 0,-2 0-1200 16,5-12-3545-16</inkml:trace>
  <inkml:trace contextRef="#ctx0" brushRef="#br2" timeOffset="53055.85">6032 12689 6943 0,'0'0'1249'16,"0"0"-1249"-16,0 0 0 0,0 0 0 16,0 0 0-16,-15 58 0 0,15-9 0 15,0 6 0-15,5 6 0 0,1 1 0 16,4 5 0-16,0 3 0 0,1 4 0 15,-7-2 0-15,-2-4 0 0,2-6 0 16,-4-8 0-16,-4-10 0 0,0-14 0 16,2-12 0-16,2-12 0 15,-4-6-2494-15,-3-9-627 0</inkml:trace>
  <inkml:trace contextRef="#ctx0" brushRef="#br2" timeOffset="53174.93">5891 13209 6182 0,'0'0'1289'0,"0"0"-617"15,25-40-623-15,-8 28-49 0,3 1 0 16,1 1 0-16,2 2 0 0,2 2 0 16,1 2 0-16,1 4 0 0,4 1 0 15,-6 6 0-15,4 3-1113 16,-2 0 196-16,-9-3-327 0,3 1-1570 0</inkml:trace>
  <inkml:trace contextRef="#ctx0" brushRef="#br2" timeOffset="53517.42">6284 13183 1240 0,'0'0'1817'0,"0"0"68"16,0 0-473-16,0 0-631 0,0 0 87 15,-56-25-679-15,33 21-189 0,-3 5 0 16,5 8 0-16,0 6 0 0,3 6 0 16,5 3 0-16,-1 2 0 15,8-1 0-15,6-3 0 0,4-3 0 16,8-5 0-16,7-3 0 0,3-5 0 16,3-5 0-16,2-1 0 0,-4-2 0 15,-2-5 0-15,-3-2 0 0,-1 1 0 16,-7 1 0-16,0 3 0 15,1 4 0-15,-1 6 0 0,2 7-145 16,3 8-139-16,-3 4-200 0,5 1 280 16,1-2 20-16,3-2 140 0,-8-4 20 15,1-7 24-15,-10-2 44 16,2-6 120-16,-6-2 176 0,0-1 248 16,0-3-355-16,-4-8-233 0,-2-10 0 15,-2-5 0-15,2-5 0 0,3-1 0 16,3 0 0-16,3-1 0 0,5 1 0 15,2-1 0-15,7 2 0 0,3 2 0 16,1 3 0-16,6 4-29 0,0 1-1115 16,-7 6-145-16,-3 6-376 0</inkml:trace>
  <inkml:trace contextRef="#ctx0" brushRef="#br2" timeOffset="53919.31">6615 13099 3653 0,'0'0'1473'16,"-21"42"168"-16,11-16-837 0,2 1-220 15,1 4-547-15,5 0-37 16,0-1 0-16,2-4 0 0,4-4 0 15,7-5 0-15,3-6 0 0,3-5 0 16,-1-4 0-16,1-4 0 0,1-7 0 16,-5-4 0-16,1-4 0 0,-3-3 0 15,-7 1 0-15,2-1 0 16,-6-1 0-16,6 4 0 0,-6 3 0 16,0 7 0-16,0 3 0 0,0 4 0 15,4 0 0-15,2 8 0 0,1 9 0 16,3 6 0-16,0 7 0 0,-1 6 0 15,-1 2 0-15,0 7 0 0,-2 5 0 16,-2 5 0-16,-4 3 0 0,-4 4 0 16,-2 4 0-16,-4 1 0 15,-7 0 0-15,3-1 0 0,-11-6 0 16,2-3 0-16,-4-10 0 0,-8-5 0 16,2-11 0-16,-4-9 0 15,6-8 0-15,0-12 0 0,0-6 0 16,0-12 0-16,4-12 0 0,0-10 0 15,6-7 0-15,11 0 0 0,10 0 0 16,17 4 0-16,10 3 0 0,8-5 0 16,-4-1 0-16,6-3 0 0,-6 11 0 15,0-1-1569-15</inkml:trace>
  <inkml:trace contextRef="#ctx0" brushRef="#br2" timeOffset="54526.19">7777 13128 2913 0,'0'0'1497'0,"0"0"-677"0,0 0 444 16,0 0-643-16,0 0-45 0,0 0-75 16,0 0-501-16,-38-31 0 15,9 31 0-15,0 8 0 0,-2 5 0 16,5 4 0-16,-3 2 0 0,6 2 0 16,6 0 0-16,7-1 0 0,6-2 0 15,4-3 0-15,10-2 0 16,7-3 0-16,8-1 0 0,1-3 0 15,12-3 0-15,-3 1 0 0,2 0 0 16,-6 0 0-16,-4 3 0 0,-6 3 0 16,-11 3 0-16,-10 2 0 0,-4 3 0 15,-7 1 0-15,-5 1 0 16,-5 0 0-16,1-1 0 0,-7-1 0 16,-4-3 0-16,6-2 0 0,2-5 0 15,2-4 0-15,11-4 0 0,0-1 0 16,6-5 0-16,4-5 0 0,8-3 0 15,2-4 0-15,11 1 0 0,-3 1-717 16,7-2-31-16,-4 6-129 0,-5 0-1444 0</inkml:trace>
  <inkml:trace contextRef="#ctx0" brushRef="#br2" timeOffset="54789.24">8025 13203 5890 0,'0'0'1245'0,"0"0"-188"0,0 0-1057 15,-34-9 0-15,8 19 0 0,-5 7 0 16,2 10 0-16,2 9 0 0,4 2 0 16,9 4 0-16,7-2 0 0,7-3 0 15,17-5 0-15,8-9 0 16,8-4 0-16,8-9 0 0,0-8 0 16,-1-2 0-16,-1-9 0 0,-6-9 0 15,-6-5 0-15,-8-6 0 0,-11-3 0 16,-4-3 0-16,-8-2 0 0,-4 1 0 15,-7 1 0-15,-1 0 0 0,-3-2 0 16,0 0 0-16,9-1 0 0,0 0 0 16,6 0-1073-16,4 9-392 15,4 2-3297-15</inkml:trace>
  <inkml:trace contextRef="#ctx0" brushRef="#br2" timeOffset="55006.36">8229 12664 6743 0,'0'0'1228'0,"0"0"-1007"16,0 0-221-16,-6 53 0 0,6-6 0 15,0 8 0-15,0 5 0 16,0-5 0-16,0 1 0 0,6 1 0 16,-2 1 0-16,-2-1 0 0,3 0 0 15,-1-4 0-15,-2-4 0 0,2-8 0 16,2-7 0-16,2-11 0 0,3-16 0 15,1-9-377-15,3-7-1080 0,-5-9-3433 0</inkml:trace>
  <inkml:trace contextRef="#ctx0" brushRef="#br2" timeOffset="55284.16">8413 13162 3761 0,'0'0'1145'0,"0"0"-189"16,0 0 273-16,0 0-513 15,0 0-331-15,0 0-385 0,-37 9 0 16,31 21 0-16,6 6 0 0,6 2 0 16,0-4 0-16,9-4 0 15,1-4 0-15,-1-4 0 0,1-3 0 16,-1-6 0-16,1-6 0 0,-3-7 0 16,1-3 0-16,-4-10 0 0,5-9 0 15,-9-5 0-15,4-6 0 0,-3-4 0 16,-3 0 0-16,-4-2 0 0,0 4 0 15,0 2 0-15,-4 5 0 0,4 9 0 16,-7 5 0-16,7 7 0 0,0 1-2050 16,0 0-1651-16</inkml:trace>
  <inkml:trace contextRef="#ctx0" brushRef="#br2" timeOffset="55641.63">8802 12579 5126 0,'0'0'1024'0,"0"0"-387"0,-37 46-49 16,26-14 229-16,1 7-817 0,4 5 0 16,2 5 0-16,4 5 0 0,6 4 0 15,4 4 0-15,5 1 0 0,1 1 0 16,-1-4 0-16,-3-3 0 15,-2-4 0-15,-1-4 0 0,-7-5 0 16,-2-7 0-16,-2-8 0 0,-7-7-333 16,3-9-1112-16,-8-9-3557 0</inkml:trace>
  <inkml:trace contextRef="#ctx0" brushRef="#br2" timeOffset="55814.3">8676 13194 6106 0,'0'0'977'0,"0"0"-373"0,37-36-99 15,-23 28-505-15,3 2 0 0,-3 1 0 16,3 0 0-16,4-1 0 0,-1-3 0 16,7 1 0-16,0-5 0 15,4 1-65-15,0-4-1095 0,-4 4-185 16,-4-1-2541-16</inkml:trace>
  <inkml:trace contextRef="#ctx0" brushRef="#br2" timeOffset="55923.94">9054 13048 4069 0,'0'0'1469'0,"-21"57"236"0,11-21-885 15,0 2-691-15,3-2-129 0,1 1 0 16,6-3 0-16,0-6 0 0,0-6 0 16,6-5 0-16,1-5 0 15,1-6 0-15,-8-4 0 0,2-2 0 16,2-7-821-16,-4-1-520 0,0-16-3505 0</inkml:trace>
  <inkml:trace contextRef="#ctx0" brushRef="#br2" timeOffset="56034.16">9174 12741 5614 0,'0'0'1117'0,"0"0"-589"0,0 0-216 16,0 0-312-16,0 0-48 0,0 0-708 15,16 39-697-15,-11-21-1112 0</inkml:trace>
  <inkml:trace contextRef="#ctx0" brushRef="#br2" timeOffset="56323.97">9321 13177 6879 0,'0'0'688'16,"-52"-2"-140"-16,25-3-471 15,2 5-77-15,3 2 0 0,3 5 0 0,7 4 0 16,-3 3 0-16,13 1 0 16,2 2 0-16,0-1 0 0,12 1 0 15,5-1 0-15,8-3 0 0,2-2 0 16,-3-4 0-16,-1-3 0 0,2-4 0 15,-4-2 0-15,-5-5 0 0,-5-3 0 16,-5-5 0-16,-2-3 0 0,-4-6 0 16,0-1 0-16,-4-2 0 15,-2-3 0-15,-1 2 0 0,3 2 0 16,4 8-409-16,0 6-347 0,0 6-105 16,4 5-1252-16,7 1 76 0</inkml:trace>
  <inkml:trace contextRef="#ctx0" brushRef="#br2" timeOffset="56557.57">9420 13244 5478 0,'0'0'1277'16,"-19"43"-517"-16,13-27-83 0,6-10-677 15,0 0 0-15,0-6 0 16,4 0 0-16,7-6 0 0,5-8 0 16,5-7 0-16,1-5 0 0,-1 1 0 15,-4 4 0-15,-3 5 0 0,3 2 0 16,-3 6 0-16,-1 6 0 0,1 9 0 15,1 10 0-15,-3 7 0 0,2 7 0 16,-7 3 0-16,3 2 0 0,-4-1 0 16,2-2 0-16,-1-5 0 15,-1-6 0-15,4-8 0 0,-6-7-69 16,7-6-4065-16</inkml:trace>
  <inkml:trace contextRef="#ctx0" brushRef="#br2" timeOffset="57227.8">9784 12658 5098 0,'0'0'1104'0,"0"0"125"15,0 0-585-15,4 41-527 0,6-21-117 16,3 0 0-16,1-1 0 0,3-5 0 16,3-1 0-16,1-1 0 0,0-5 0 15,-1-3 0-15,-1-4 0 0,-1-3-125 16,-7 0-1099-16,1-5-609 0</inkml:trace>
  <inkml:trace contextRef="#ctx0" brushRef="#br2" timeOffset="57392.72">10036 12636 7875 0,'0'0'317'0,"0"0"-317"16,47 47 0-16,-20-27 0 15,4 3 0-15,0 2 0 0,7 0 0 16,-1-2 0-16,-10 0 0 0,2-4 0 16,-13-5-1073-16,-6-3-4218 0</inkml:trace>
  <inkml:trace contextRef="#ctx0" brushRef="#br2" timeOffset="63689.44">2656 14091 2909 0,'0'0'3650'0,"-47"-20"-2582"0,14 14-503 0,-5 7-565 16,-9 10 0-16,1 2 0 0,3 3 0 16,6-1 0-16,6 0 0 0,2 1 0 15,2-1 0-15,4 3 0 0,3-1 0 16,5 1 0-16,5 0 0 0,8-1 0 15,4 0 0-15,10-2 0 0,13-1 0 16,14 0 0-16,11 1 0 16,16 0 0-16,13-2 0 0,-1 5 0 15,-10 1 0-15,-14 3 0 0,-21 7 0 16,-14 3 0-16,-7 2 0 0,-12 3 0 16,-6-1 0-16,-9 0 0 0,-7 1 0 15,-9-4 0-15,-4 0 0 0,-5-4 0 16,-5-7 0-16,-3-3 0 15,1-8 0-15,5-5 0 0,5-5 0 16,10-3 0-16,11-6 0 0,1-2-17 16,13-2-359-16,8 0-368 15,9-1 219-15,8-2 9 0,12-4-504 16,-8 5-101-16,4-4-151 0</inkml:trace>
  <inkml:trace contextRef="#ctx0" brushRef="#br2" timeOffset="63951.5">2911 14479 6815 0,'0'0'996'0,"0"0"-615"15,0 0-381-15,-36-17 0 0,16 16 0 16,-5 1 0-16,2 8 0 0,0 9 0 16,9 7 0-16,-3 3 0 0,7 6 0 15,4 2 0-15,4-1 0 16,2-1 0-16,8-3 0 0,9-4 0 15,7-6 0-15,5-7 0 0,6-8 0 16,-4-5 0-16,1-5 0 0,-6-5 0 16,-5-5 0-16,-9-1 0 15,-5-2 0-15,-7-5 0 0,-9 2 0 16,-3-4 0-16,0 0 0 0,-5-3-173 16,7 5-2244-16,-1-5-3021 0</inkml:trace>
  <inkml:trace contextRef="#ctx0" brushRef="#br2" timeOffset="64166.34">3121 13926 6915 0,'0'0'952'16,"-27"45"-627"-16,13-8-325 0,-7 8 0 16,-1 9 0-16,7 1 0 0,5 2 0 15,2 0 0-15,8 1 0 16,8-1 0-16,2 0 0 0,-4 0 0 15,5-5 0-15,-3-7 0 0,0-6 0 16,-2-6 0-16,3-11 0 16,1-10 0-16,4-12-477 0,-3-1-1800 15,1-14-84-15</inkml:trace>
  <inkml:trace contextRef="#ctx0" brushRef="#br2" timeOffset="64392.57">3270 14419 6206 0,'0'0'1129'0,"0"0"-272"15,0 0-857-15,0 0 0 0,0 0 0 16,-6 48 0-16,-4-4 0 16,-1 2 0-16,5-1 0 0,6-10 0 15,6-7 0-15,7-3 0 0,5-7 0 16,5-7 0-16,2-4 0 16,-2-7 0-16,-1-4 0 0,1-10 0 15,-2-7 0-15,-7-4 0 0,-1-4 0 16,-7-2 0-16,-6-2 0 0,-2-2 0 15,-2-1 0-15,-11-3 0 0,7-2 0 16,-2 0 0-16,5 0 0 0,5 0-537 16,0 14-720-16,5-3-2104 0</inkml:trace>
  <inkml:trace contextRef="#ctx0" brushRef="#br2" timeOffset="64595.47">3564 13921 3449 0,'0'0'2833'0,"0"0"-1688"0,0 0-380 15,0 0-765-15,-17 55 0 0,11-11 0 16,2 12 0-16,-2 8 0 16,6 0 0-16,0 4 0 0,0 3 0 15,6 0 0-15,-6-5 0 0,2-2 0 16,0-7 0-16,0-7 0 0,-2-9 0 16,0-6 0-16,0-12-413 15,-2-9-964-15,-2-11-2925 0</inkml:trace>
  <inkml:trace contextRef="#ctx0" brushRef="#br2" timeOffset="64719.13">3421 14537 6482 0,'0'0'1145'16,"0"0"-580"-16,0 0-565 0,27-33 0 15,-2 20 0-15,4-2 0 16,2 0 0-16,0 2 0 0,4-1 0 16,2 0 0-16,0-1 0 0,3 2 0 15,-12 5-405-15,-5 0-1628 0</inkml:trace>
  <inkml:trace contextRef="#ctx0" brushRef="#br2" timeOffset="64874.89">3812 14406 5182 0,'0'0'2501'0,"-13"37"-1992"0,3-10-509 16,2 7 0-16,-3 2 0 0,-1 4 0 16,6-5 0-16,-2-5 0 0,5-6 0 15,3-11 0-15,11-5 0 16,-1-7 0-16,7-7-285 0,-1-3-1404 15,-1-9-852-15</inkml:trace>
  <inkml:trace contextRef="#ctx0" brushRef="#br2" timeOffset="64976.47">3905 14160 6783 0,'0'0'1409'16,"0"0"-1409"-16,0 0 0 0,0 0 0 15,0 0 0-15,0 0 0 0,0 0-133 16,10 44-919-16,0-23-225 0,7 3-2281 0</inkml:trace>
  <inkml:trace contextRef="#ctx0" brushRef="#br2" timeOffset="65462.73">4080 14488 6478 0,'0'0'553'0,"0"0"179"16,0 0-303-16,-49-26-429 0,28 26 0 15,-2 4 0-15,1 6 0 16,3 7 0-16,-2 1 0 0,11 1 0 15,0 0 0-15,10-1 0 0,0-2 0 16,10-2 0-16,3-3 0 0,7-4 0 16,5-4 0-16,-2-3 0 0,2-6 0 15,-5-5 0-15,-3-3 0 16,-3-3 0-16,-8-2 0 0,-4 1 0 16,1 1 0-16,-3 0 0 0,0 5-117 15,-5 5-387-15,5 2 60 0,-4 3-165 16,2 2 209-16,2 0 264 0,-4 0-80 15,4 0-192-15,4 5-140 0,2 0-241 16,-1 3 633-16,3 4 156 16,2 7 8-16,1 4 4 0,-3 7 44 15,-8 0 449-15,0-2-37 0,-4 1 76 16,-7-4 372-16,5-5-323 0,0-8-5 16,6-5 49-16,0-5-637 15,0-2 0-15,6-7 0 0,7-10 0 0,5-11 0 16,1-7 0-16,1 0 0 15,-1-1 0-15,-7 10 0 0,3 2 0 16,-5 7 0-16,-6 6 0 0,3 5 0 16,-3 4 0-16,2 2 0 15,0 8 0-15,4 12 0 0,1 16 0 16,1 5 0-16,-4 2 0 0,3-6 0 16,-5-8 0-16,4-2 0 0,1-6-1413 15,-5-6-1037-15</inkml:trace>
  <inkml:trace contextRef="#ctx0" brushRef="#br2" timeOffset="65985.69">5224 14149 1896 0,'0'0'3278'0,"0"-56"-2514"0,0 21 321 0,0 3-357 0,-7-1-287 16,-7-2-441-16,-7 2 0 0,-1 6 0 16,-7 4 0-16,-2 7 0 15,-2 11 0-15,-1 5 0 0,3 8 0 16,0 9 0-16,-4 5 0 0,4 6 0 15,2 4 0-15,2 1 0 0,7-1 0 16,1 0 0-16,7-1 0 0,6-4 0 16,4 4 0-16,4 1 0 15,6 2 0-15,6 4 0 0,7 5 0 16,0 1 0-16,3 1 0 0,-1 1 0 16,-2-2 0-16,-5 0 0 0,-1-4 0 15,-5-3 0-15,-4-5 0 0,-1-6 0 16,-3-6 0-16,-2-2 0 0,-2-4-1069 15,-3-3-256-15,-5-3-408 0</inkml:trace>
  <inkml:trace contextRef="#ctx0" brushRef="#br2" timeOffset="66146.28">4841 14583 5234 0,'0'0'1156'0,"0"0"-547"15,0 0-81-15,0 0 137 0,48-28-665 16,-23 24 0-16,-3 4 0 0,7 0 0 15,-2 0 0-15,6 0 0 0,4-1-369 16,1-1-363-16,1-1-781 0,-10 2 64 16,0 1-520-16</inkml:trace>
  <inkml:trace contextRef="#ctx0" brushRef="#br2" timeOffset="66439.5">5275 14569 4309 0,'0'0'1377'0,"0"0"-500"0,0 0 267 15,0 0-772-15,-39-1-259 0,22 1-113 16,1 0 0-16,-1 7 0 0,3 5 0 15,2 3 0-15,1 4 0 0,3 3 0 16,6 0 0-16,2 1 0 16,6-2 0-16,9-3 0 0,1-4 0 15,7-4 0-15,2-7 0 0,1-3 0 16,-1-3 0-16,2-4 0 0,-6-2 0 16,0-3-65-16,-9-2-251 0,-4-4 172 15,-6 0 8-15,-2-1 104 0,0-1 32 16,-6 0 0-16,-4 1-44 15,-1-2-64-15,-5-2 0 0,-1-1 16 16,3 1 0-16,-3-1-156 0,7 0-69 16,2 8-19-16,8 0-236 0,4 6 52 15,6 3-277-15,0 2-459 16,1 5-213-16</inkml:trace>
  <inkml:trace contextRef="#ctx0" brushRef="#br2" timeOffset="66595.23">5370 14582 1144 0,'0'0'1525'0,"0"0"-737"15,27 43-200-15,-21-39-15 0,-1-1 663 16,-1-2-431-16,-4-1-57 16,0 0 37-16,0 0-785 0,0-6 0 15,0-3 0-15,0-11 0 0,2-3 0 16,4-3 0-16,4 0 0 0,5 0 0 16,5-1 0-16,-5-2 0 0,4-1 0 15,1-4 0-15,-5 8-837 16,5-3-2433-16</inkml:trace>
  <inkml:trace contextRef="#ctx0" brushRef="#br2" timeOffset="67809.95">6658 14298 6619 0,'0'0'1112'16,"0"0"-651"-16,0 0-461 0,-16 42 0 15,12-5 0-15,1 9 0 0,1 7 0 16,2 0 0-16,0 2 0 0,2 1 0 15,-2 1 0-15,0 1 0 0,0-6 0 16,0-3 0-16,0-8 0 16,3-10 0-16,1-6 0 0,-2-12 0 15,6-8 0-15,-2-7 0 0,5-20-221 16,-1 0-2344-16,0-10-1413 0</inkml:trace>
  <inkml:trace contextRef="#ctx0" brushRef="#br2" timeOffset="67981.53">6625 14325 6146 0,'0'0'513'0,"44"-21"211"15,-9 12-92-15,4 1-455 16,2-3-177-16,1 4 0 0,-5 0 0 16,-4 1 0-16,-4 5 0 0,-8 1 0 15,-5 0 0-15,-10 2-757 0,-2 0-1716 16,-2 3-1097-16</inkml:trace>
  <inkml:trace contextRef="#ctx0" brushRef="#br2" timeOffset="68142.53">6621 14650 6571 0,'0'0'1136'0,"0"0"-651"16,48 12-485-16,-13-12 0 0,8-1 0 15,-6-6 0-15,5-1 0 0,-5-1 0 16,0-3 0-16,-6 1 0 0,-8-1 0 16,-5 5-581-16,-1-3-5734 0</inkml:trace>
  <inkml:trace contextRef="#ctx0" brushRef="#br2" timeOffset="68547.48">7566 13949 3497 0,'0'0'1893'0,"-40"8"-893"0,11 8-279 15,-2 11-117-15,-10 9-127 0,-2 9-477 16,1 8 0-16,5 6 0 16,6 7 0-16,10 8 0 0,11 2 0 15,0 4 0-15,10 0 0 0,4-2 0 16,8-1 0-16,7-3 0 0,4-7 0 15,-3-6 0-15,7-8 0 16,4-9 0-16,-6-6 0 0,4-8 0 16,-2-9 0-16,-2-7 0 0,-1-5 0 15,-1-9 0-15,-2-10 0 0,0-11-85 16,-7 1-2192-16,-2-10-1256 0</inkml:trace>
  <inkml:trace contextRef="#ctx0" brushRef="#br2" timeOffset="68876.39">7708 14155 6839 0,'0'0'852'0,"0"0"-351"16,0 0-501-16,0 0 0 0,-20 39 0 15,9 4 0-15,-5 11 0 0,1 7 0 16,9-4 0-16,6 5 0 16,0-2 0-16,2-1 0 0,6-1 0 15,5-6 0-15,1-7 0 0,3-5 0 16,3-6 0-16,1-8 0 0,0-3 0 16,0-9 0-16,5-4 0 15,-1-8 0-15,-2-4 0 0,2-7 0 16,-3-5 0-16,-1-3 0 0,-4 0 0 15,-3-4 0-15,-4 0 0 0,-5-4-253 16,-3 7-899-16,-2-2-2578 0</inkml:trace>
  <inkml:trace contextRef="#ctx0" brushRef="#br2" timeOffset="69067.5">7419 14657 6326 0,'0'0'661'15,"0"0"-177"-15,39 21-48 16,0-19-151-16,5-3-285 0,3-10 0 16,5-7 0-16,0-6 0 0,2-7 0 15,-1-3 0-15,-1-4-233 0,-15 8-1035 16,-2-1-2454-16</inkml:trace>
  <inkml:trace contextRef="#ctx0" brushRef="#br2" timeOffset="69266.33">8018 14001 5434 0,'0'0'1265'0,"0"0"-581"16,0 0-68-16,0 0-423 0,0 0-193 15,44 13 0-15,-24 13 0 16,1 9 0-16,-4 7 0 0,1 11 0 16,-1 10 0-16,-5 6 0 0,-4 9 0 15,-1 3 0-15,-7 2 0 0,-15-1 0 16,3-4 0-16,-9-7 0 0,5-5 0 15,-3-9 0-15,2-9 0 16,5-12 0-16,8-13 0 0,-2-11 0 0,6-7-325 16,0-5-1492-16,10-6-976 0</inkml:trace>
  <inkml:trace contextRef="#ctx0" brushRef="#br2" timeOffset="69653.56">8649 14466 6635 0,'0'0'788'16,"0"0"-264"-16,0 0-279 0,0 0-245 0,52 6 0 15,-24-5 0-15,12-1 0 16,-3 0 0-16,0 0 0 0,4-1 0 15,-3-3 0-15,-1 1 0 0,-10-2 0 16,0-1 0-16,-9 1 0 0,-9 2-1017 16,-5 0-416-16</inkml:trace>
  <inkml:trace contextRef="#ctx0" brushRef="#br2" timeOffset="69814.59">8587 14678 5766 0,'0'0'885'0,"0"0"-321"0,0 0 376 16,58 13-903-16,-27-13-37 15,10 0 0-15,0-5 0 0,7-1 0 16,-5-1 0-16,5-1 0 0,-3 1 0 16,-12 0-2026-16,-2-5-1503 0</inkml:trace>
  <inkml:trace contextRef="#ctx0" brushRef="#br2" timeOffset="70240.81">9459 14232 5690 0,'0'0'468'0,"0"0"-67"0,-16-34 523 16,5 30-596-16,1 4 12 0,-2 7-299 15,-9 10-41-15,-4 9 0 16,-2 12 0-16,-4 8 0 0,4 10 0 16,-4 8 0-16,11 6 0 0,-1 2 0 15,11 2 0-15,10-8 0 0,10-3 0 16,17-11 0-16,8-8 0 15,13-13 0-15,9-13 0 0,5-12 0 16,2-11 0-16,-6-16 0 0,0-14 0 16,-6-6 0-16,-15-9 0 15,-6-2 0-15,-14-3 0 0,-7 0 0 16,-10-4 0-16,-14 0 0 0,-5-2 0 16,-6 2 0-16,-2 5 0 0,-4 5 0 15,6 8 0-15,3 8 0 0,5 13 0 16,3 9 0-16,10 7 0 0,1 4 0 15,3 9 0-15,0-1-105 0,-10 11-3677 0</inkml:trace>
  <inkml:trace contextRef="#ctx0" brushRef="#br2" timeOffset="73676.73">2939 15749 2789 0,'0'0'2369'0,"0"0"-1397"0,0 0-363 0,0 0 515 16,5-42-795-16,-14 29-329 0,1 0 0 16,-2 1 0-16,-1-1 0 0,-3 0 0 15,-1 1 0-15,-1 6 0 0,-1 5 0 16,1 5 0-16,1 11 0 0,-1 12 0 15,1 9 0-15,3 3 0 0,6 3 0 16,2-1 0-16,6-4 0 0,6-4 0 16,4-6 0-16,7-8 0 15,0-8 0-15,3-9 0 0,3-7 0 16,0-10 0-16,0-7 0 0,-3-3 0 16,-3-1 0-16,-2 3 0 15,-11 5 0-15,0 8 0 0,-4 5 0 16,0 5 0-16,-2 3 0 0,0 12 0 15,4 11 0-15,2 6 0 0,5 3 0 16,-1-3 0-16,0-8 0 16,3-2 0-16,1-4 0 0,1-8 0 15,1-3-73-15,-3-5-791 0,-1-2-1257 16,-4-3-344-16</inkml:trace>
  <inkml:trace contextRef="#ctx0" brushRef="#br2" timeOffset="73985.75">3285 16021 6526 0,'0'0'965'0,"0"0"-264"0,0 0-701 0,0 0 0 0,0 0 0 16,0 0 0-16,0 0 0 0,0 0-401 15,0 0-1068-15,14 9-692 0</inkml:trace>
  <inkml:trace contextRef="#ctx0" brushRef="#br2" timeOffset="74358.19">3510 15250 5094 0,'0'0'1020'0,"0"0"-255"0,0 0 291 16,0 0-799-16,-4 69-257 0,4-16 0 16,0 9 0-16,4 4 0 15,2-3 0-15,5 2 0 0,-1-1 0 16,-4 0 0-16,2-3 0 0,-1-5 0 16,-1-2 0-16,-2-5 0 15,2-5 0-15,-4-8 0 0,2-7-877 16,0-13-620-16,-4-10-4133 0</inkml:trace>
  <inkml:trace contextRef="#ctx0" brushRef="#br2" timeOffset="74676.25">3586 15733 5998 0,'0'0'785'0,"0"0"-161"0,19-40 140 15,-7 24-743-15,9 0-21 0,-2 2 0 16,3 1 0-16,1 3 0 0,0 4 0 16,-2 3 0-16,1 1 0 15,-5 2 0-15,-3 6 0 0,-3 4 0 16,-5 3 0-16,-6 3 0 0,-4 1 0 16,-7 4 0-16,-1 0 0 0,-9-1 0 15,-3 2 0-15,-3 0 0 16,0-1 0-16,0-1 0 0,2-1 0 15,9-4 0-15,5-2 0 0,7-1 0 16,4 1 0-16,4-3 0 16,11-1 0-16,1 0 0 0,1-3 0 15,8-4 0-15,1-2 0 0,-1-4 0 16,4-3-425-16,-8-1-695 0,-2 2-2466 0</inkml:trace>
  <inkml:trace contextRef="#ctx0" brushRef="#br2" timeOffset="75065.42">4062 15701 5750 0,'0'0'1001'0,"-41"-18"167"0,14 16-895 16,0 5-273-16,6 11 0 15,0 3 0-15,1 7 0 0,9 2 0 16,1-1 0-16,6-3 0 0,4-5 0 16,4-3 0-16,6-3 0 0,3-3 0 15,1-4 0-15,3-3 0 0,-1-1 0 16,-1-4 0-16,-1-1 0 0,-1-1 0 15,-3 2 0-15,-4 1 0 0,3 2 0 16,-9 1 0-16,6 1 0 16,-2 8 0-16,2 9 0 0,-2 13 0 15,2 4 0-15,1-1 0 0,3-8 0 16,0-12 0-16,5-6 0 0,5-8-21 16,-7-1-2308-16,1-7-1176 0</inkml:trace>
  <inkml:trace contextRef="#ctx0" brushRef="#br2" timeOffset="75219.12">4341 15919 5210 0,'0'0'2982'16,"0"0"-2982"-16,0 0 0 0,0 0 0 16,0 0 0-16,0 0 0 0,-17 43 0 15,13-29 0-15,4-1 0 0,13-12 0 16,-1-2-1009-16,5-9-1460 0</inkml:trace>
  <inkml:trace contextRef="#ctx0" brushRef="#br2" timeOffset="75792.64">3741 16037 7075 0,'0'0'1117'0,"0"0"-1117"0,0 0 0 16,0 0 0-16,42-35 0 0,-15 22 0 15,-11 2-1445-15,1 2-2893 0</inkml:trace>
  <inkml:trace contextRef="#ctx0" brushRef="#br2" timeOffset="76924">5418 15353 4598 0,'0'0'992'0,"0"0"-136"0,0 0 297 16,-46-36-669-16,26 30-375 0,1 4-109 15,-2 1 0-15,-3 1 0 0,1 0 0 16,2 1 0-16,1 1 0 0,-1 4 0 16,0 0 0-16,5 6 0 15,-5 3 0-15,5 8 0 0,-3 5 0 16,7 9 0-16,-5 6 0 0,9 2 0 16,8 1 0-16,4-2 0 0,12 0 0 15,3-3 0-15,4-2 0 16,-1-2 0-16,-3 1 0 0,-2-3 0 15,-3 0 0-15,-4-1 0 0,-3-2 0 16,-7-3 0-16,0-3 0 16,0-3 0-16,-5-5-257 0,3-5-1019 15,-2-5-53-15,0-3-464 0</inkml:trace>
  <inkml:trace contextRef="#ctx0" brushRef="#br2" timeOffset="77081.58">4982 15943 5658 0,'0'0'965'16,"0"0"-493"-16,37-18 176 16,-10 9-199-16,4 2-449 0,0 2 0 15,6 1 0-15,-4-2 0 0,2 3 0 16,-2-3 0-16,-2 0 0 0,0 0 0 16,-4 0-573-16,-6 2-932 15,-5 1-408-15</inkml:trace>
  <inkml:trace contextRef="#ctx0" brushRef="#br2" timeOffset="77314.89">5441 16144 5542 0,'0'0'808'0,"0"0"-83"0,-44 4 119 15,34-16-571-15,4-8-273 0,0-7 0 16,6-6 0-16,6-3 0 0,10-3 0 15,1 2 0-15,-1 2 0 0,3 5 0 16,-3 5 0-16,-3 3 0 16,1 3 0-16,1 1 0 0,-5 0 0 15,0 4-289-15,1-1-827 0,-5 5-393 16,-2 2-3301-16</inkml:trace>
  <inkml:trace contextRef="#ctx0" brushRef="#br2" timeOffset="77639.34">5550 15971 5070 0,'0'0'536'0,"0"0"64"0,0 0 89 15,0 0-265-15,42-1 132 0,-30-15-239 16,7-5-317-16,-7-2 0 0,2 0 0 16,-3 1 0-16,-5 2 0 0,0 0 0 15,-2 0 0-15,0 2 0 0,-4 2 0 16,0 3 0-16,-6 6 0 0,2 3 0 15,0 0 0-15,-2 0 0 0,-5 2 0 16,-3 2 0-16,2 2 0 0,1 9 0 16,1 4 0-16,0 3 0 15,3 8 0-15,3 2 0 0,-2 6 0 16,2 2 0-16,4 1 0 0,4-4 0 16,8-2 0-16,7-5 0 15,4-6 0-15,8-6 0 0,2-5 0 16,2-4 0-16,-4-5 0 0,0-3 0 15,-4-8 0-15,-6 1-1654 0,-5-4-575 0</inkml:trace>
  <inkml:trace contextRef="#ctx0" brushRef="#br2" timeOffset="77947.52">5819 16047 5778 0,'0'0'961'0,"35"-26"-101"16,-14 7-267-16,-1 1-593 0,-3-1 0 15,-3 1 0-15,-1-2 0 0,-3 2 0 16,1-1 0-16,-7 0 0 0,-2 2 0 16,-2 0 0-16,-6 5 0 15,-1 2 0-15,-7 4 0 0,1 6 0 16,-1 0 0-16,-1 13 0 0,-1 4 0 15,1 5 0-15,3 7 0 0,-2 0 0 16,7 2 0-16,3-4 0 16,4-2 0-16,11-5 0 0,3-4 0 15,9-4 0-15,6-4 0 0,4-6 0 16,4-3-245-16,4-10-635 0,-8 1-1593 16,7-9-57-16</inkml:trace>
  <inkml:trace contextRef="#ctx0" brushRef="#br2" timeOffset="78432.67">6611 16010 3293 0,'4'-42'1489'0,"4"3"-557"16,2-3-188-16,5 7 193 0,-1 9-497 15,-3 6-188-15,1 6-172 0,-2 1-80 16,7 2 0-16,-3 1 0 0,3 0-132 16,-1 0-116-16,3 2-304 15,2 0 108-15,-3 5-13 0,-3 0-1179 16,-5 3-845-16</inkml:trace>
  <inkml:trace contextRef="#ctx0" brushRef="#br2" timeOffset="78709.44">6968 15971 3617 0,'0'0'1529'0,"35"-19"-409"15,-18 0 213-15,-7-2-869 0,1-4-335 16,-5-3-129-16,-2-2 0 0,2 1 0 16,-6-1 0-16,-6 3 0 0,-2 3 0 15,-5 6 0-15,-5 6 0 16,-1 6 0-16,-6 7 0 0,5 9 0 15,-3 8 0-15,2 7 0 0,1 3 0 16,-1 4 0-16,11-1 0 16,3 1 0-16,7-1 0 0,11-3 0 15,5-3 0-15,11-5 0 0,4-5 0 16,2-5 0-16,6-8 0 0,-1-4-241 16,-9-3-1071-16,2-4-721 0</inkml:trace>
  <inkml:trace contextRef="#ctx0" brushRef="#br2" timeOffset="79159.62">7305 15759 5790 0,'0'0'853'0,"0"0"-337"0,0 0 220 16,0 0-580-16,0 0-15 0,-39-16-141 15,24 12 0-15,5 3 0 0,4 1 0 16,2 0 0-16,-2 0 0 0,6 1 0 15,0 5 0-15,0 1 0 0,2 4 0 16,6 1 0-16,4-2 0 0,5 0 0 16,1-2 0-16,3 0 0 15,2 1 0-15,-2 2 0 0,-1 3 0 16,-9 2-261-16,-1 2 137 0,-6 3 124 16,-4-1 40-16,-2 5 8 15,-6 2 156-15,-7 1-111 0,-5 3-93 16,-5 1 0-16,-2 0 0 0,0-1 0 15,0-4 0-15,2-5 0 0,5-6 0 16,7-6-165-16,3-5-1019 16,4-2-37-16,6-3-364 0</inkml:trace>
  <inkml:trace contextRef="#ctx0" brushRef="#br2" timeOffset="79516.84">7367 16510 5234 0,'0'0'1204'0,"-16"41"-627"0,7-28 11 15,9-12-264-15,0-1-260 0,0-10 44 16,5-15-15-16,1-11-93 0,4-9 0 16,5-7 0-16,-3-3 0 15,2-4 0-15,3-8 0 0,-3-4 0 16,1-2 0-16,-3 0 0 0,-1 3 0 15,-1 8 0-15,7 10 0 0,-3 13 0 16,3 14 0-16,-7 12 0 0,4 8 0 16,-1 5 0-16,1 8 0 15,-3 6 0-15,1 2 0 0,-4 3 0 16,-2 3 0-16,-6 0 0 0,-4 4 0 16,-6 1 0-16,-2 2 0 0,-9-1 0 15,4-2 0-15,-3-3 0 0,5-6 0 16,3-2 0-16,1-6 0 0,7-3-861 15,4-2-324-15,0-1-235 0,7 0-1502 16</inkml:trace>
  <inkml:trace contextRef="#ctx0" brushRef="#br2" timeOffset="80059.67">7814 15844 5366 0,'0'0'1120'16,"0"0"-375"-16,-17-36 216 0,7 24-961 15,0 2 0-15,-5 1 0 0,-1 7 0 16,1 3 0-16,-4 7 0 0,1 6 0 16,1 6 0-16,1 2 0 15,5 2 0-15,3 0 0 0,8-2 0 16,2-2 0-16,11-2 0 0,1-5 0 16,7-4 0-16,-3-3 0 0,3-6 0 15,4-1 0-15,-4-6 0 0,-1-4 0 16,-3-2 0-16,-3-1 0 0,-3-2 0 15,-3 0 0-15,0 0 0 0,-2 6 0 16,-6 3 0-16,0 4 0 16,4 3 0-16,-4 0 0 0,7 4 0 15,-1 7 0-15,4 6 0 0,0 2 0 16,5 2 0-16,-9-1 0 0,-2-4 0 16,-2 0 0-16,-2-2 0 15,0-5 0-15,-2-2 0 0,-2-4 0 16,0-1 0-16,2-2 0 0,-2-5 0 15,0-7 0-15,4-12 0 0,4-6 0 16,2-4 0-16,8 2 0 16,-3 6 0-16,3 2 0 0,3 4 0 15,-7 4 0-15,0 6 0 0,1 5 0 16,-9 4 0-16,2 2 0 0,2 9 0 16,-2 8 0-16,-2 5 0 0,-2 4 0 15,-2 2 0-15,-4-3 0 0,6-2 0 16,0-4 0-16,6-5 0 0,5-3 0 15,5-6 0-15,-1-5 0 0,5-5 0 16,3-6-129-16,4-6-275 16,0-2-448-16,2 0 59 0,-6 1 49 15,-3 2-557-15,-5 4 241 0,-5 2-581 0</inkml:trace>
  <inkml:trace contextRef="#ctx0" brushRef="#br2" timeOffset="80619.23">8335 15818 1892 0,'0'0'917'0,"0"0"11"0,27-33-223 15,-23 25-361-15,-4 1 260 0,0 2-108 16,-4 2 88-16,-3-1 289 0,-9 4-445 16,-5 0-76-16,-4 8-283 15,3 5-69-15,-5 2 0 0,8-1 0 16,3-2 0-16,3 0 0 0,5-3 0 16,2-3 0-16,6-1 0 0,0-3 0 15,0 2 0-15,6 0 0 0,2 1 0 16,5-2 0-16,3 0 0 0,3-1 0 15,1-2 0-15,-1 2 0 0,2 0 0 16,-1 0 0-16,-1 4 0 16,-3 1 0-16,1 4 0 0,-7 0 0 15,-3 0 0-15,1 3 0 0,-8-3 0 16,0 4 0-16,-4-1 0 0,-7 2 0 16,1-1 0-16,-7-1 0 15,-1-1 0-15,-1-2 0 0,1-4 0 16,5-1 0-16,-1-3 0 0,8 0 0 15,1-2 0-15,3-1 0 0,2 0 0 16,0 0 0-16,7 0-529 16,5-4 361-16,7-2 96 0,1-3-12 15,3-3 28-15,2-2 56 0,6-4 0 16,-4-2 8-16,4-2-8 0,-2-2 40 16,0 1 24-16,-3-1 84 0,-5 3 160 15,-9 1-72-15,3 2-131 0,-9 3-105 16,-6 3 0-16,0-1 0 0,-4 1 0 15,2 4 0-15,-4 2 0 0,2 4 0 16,-7 2 0-16,1 6 0 0,-11 11 0 16,1 10 0-16,-3 10 0 15,2 7 0-15,5 4 0 0,1 3 0 16,5-3 0-16,4-3 0 0,8-7 0 16,12-10 0-16,7-7 0 15,6-10 0-15,8-9 0 0,2-5 0 16,6-9 0-16,-5-7 0 0,3-1 0 15,-14 2-537-15,-2-2-4405 0</inkml:trace>
  <inkml:trace contextRef="#ctx0" brushRef="#br3" timeOffset="89955.61">18590 11185 4834 0,'0'0'72'0,"0"0"176"15,0 0 588-15,-38 9-428 0,22 5-99 16,3 4 211-16,5 3-264 0,6 2-52 15,4 3 56-15,4 3-120 0,5 2-35 16,-1 2-105-16,0-1 0 16,1 0 0-16,-7 0 0 0,0 1 0 15,-4-1 0-15,0-1 0 0,-4-2 0 16,0-3 0-16,0-4-801 16,-3-8-252-16,7-6-459 0</inkml:trace>
  <inkml:trace contextRef="#ctx0" brushRef="#br3" timeOffset="90436.14">18441 11635 4706 0,'0'0'1072'0,"0"0"-508"15,0 0-3-15,0 0 103 16,0 0-412-16,0 0-92 0,0 0-16 15,0 0-116-15,0 0 13 0,0 0-41 16,47 13 0-16,-16-7 0 0,2 0 0 16,13-2 0-16,6-2 0 0,8-2 0 15,12 0 0-15,8 0 0 0,16-4 0 16,11 2 0-16,7-3 0 16,6 2 0-16,10-1 0 0,2 2 0 15,9 0 0-15,1 0 0 0,11 0 0 16,0-3 0-16,4 2 0 0,0-1 0 15,1-2 0-15,-8-1 0 0,-5-2 0 16,-8-3 0-16,-11-2 0 16,-8-2 0-16,-15-3 0 0,-10 0-565 15,-10-3-211-15,-17 2-913 0,-21 5 248 16,-10 3-424-16</inkml:trace>
  <inkml:trace contextRef="#ctx0" brushRef="#br3" timeOffset="90923.17">21734 10826 6514 0,'0'0'637'0,"0"0"-157"15,0 0-4-15,-29 57-416 0,25-12-35 16,4 10-25-16,2 5 0 16,8-1 0-16,-2 1 0 0,1 3 0 15,-3-2 0-15,-6 1 0 0,0 2-453 16,-2-15-872-16,-7-5-3297 0</inkml:trace>
  <inkml:trace contextRef="#ctx0" brushRef="#br3" timeOffset="92229.5">18676 11750 4370 0,'0'0'716'0,"0"0"444"16,0 0-655-16,0 0-45 16,3 33 212-16,-6-4-363 0,-1 7-309 15,-2 10 0-15,2 4 0 0,0 7 0 16,2 6 0-16,2 6 0 15,0 2 0-15,2 3 0 0,2-2 0 16,2-1 0-16,-2-3 0 0,-4-1 0 16,-4 0 0-16,-2-3 0 0,0 0 0 15,-3-4 0-15,1-9 0 0,0-6 0 16,2-8 0-16,2-10 0 0,-1-4 0 16,3-10 0-16,-2-5 0 15,4-4-189-15,-2-4-127 0,-2 0-424 16,4-1-173-16,-4-8-639 0</inkml:trace>
  <inkml:trace contextRef="#ctx0" brushRef="#br3" timeOffset="92416.02">18552 12995 5598 0,'0'0'1665'0,"0"0"-1057"0,0 0-287 16,36 14-321-16,-5-9 0 15,8-4 0-15,2-1 0 0,7 2 0 16,-1 0 0-16,5 2 0 0,0 3 0 16,-5 2 0-16,1-1 0 0,-17-1-325 15,0-2-1572-15</inkml:trace>
  <inkml:trace contextRef="#ctx0" brushRef="#br3" timeOffset="93111.89">19623 12771 5070 0,'0'0'1212'0,"0"0"-319"0,-31 50 59 16,27-22-887-16,-2 9-65 0,4 3 0 16,2 7 0-16,2 2 0 0,4 7 0 15,-2 0 0-15,2 0 0 16,-4 0 0-16,-2-2 0 0,0-6 0 16,-2-5 0-16,0-7 0 0,-2-9 0 15,2-10 0-15,2-7 0 0,-2-7-1161 16,2-6-2673-16</inkml:trace>
  <inkml:trace contextRef="#ctx0" brushRef="#br3" timeOffset="93407.5">19609 12733 6470 0,'0'0'233'0,"14"-37"795"16,1 18-567-16,1 7-461 0,1 4 0 15,10 1 0-15,4 2 0 0,6 4 0 16,0 1 0-16,2 8 0 0,-4 5 0 16,-6 6 0-16,-8 5 0 0,-4 3 0 15,-11 4 0-15,-6 1 0 16,-4 2 0-16,-13 3 0 0,-4 1 0 16,-8 0 0-16,-6 0 0 0,-6-5 0 15,4-2 0-15,4-6 0 0,8-7 0 16,4-9 0-16,11-4 0 15,10-4 0-15,0-1-245 0,4 0-815 0,13 2 207 16,3 1-323-16,1 1 75 16,0 0-1148-16</inkml:trace>
  <inkml:trace contextRef="#ctx0" brushRef="#br3" timeOffset="93941.23">20107 13111 5942 0,'0'0'1309'0,"0"0"-368"15,-48-43-941-15,28 39 0 0,-1 5 0 16,0 10 0-16,-1 9 0 0,1 5 0 15,2 6 0-15,3 2 0 16,5-1 0-16,5-1 0 0,6-1 0 16,11-5 0-16,3 0 0 0,3-5 0 15,-1-3 0-15,5-5 0 0,-1-2 0 16,-3-6 0-16,4-4 0 0,-1-1 0 16,-3-7 0-16,4-5 0 15,-5-4 0-15,1-2 0 0,-3-2 0 16,-4 3 0-16,1 3 0 0,-3 7-233 15,-6 2 13-15,4 4 180 0,-6 2 12 16,7 0 56-16,-3 5-8 0,4 6 184 16,2 7-144-16,3 7 8 0,3 1 0 15,-1 1-60-15,1-2-8 16,5-3 0-16,-5-1 4 0,3 0-4 16,-2-6 0-16,-3-1 8 0,-4-6-8 15,-3-2 53-15,-5-2-53 0,-2-3 0 16,0-1 0-16,0 0 0 15,0-5 0-15,-7-6 0 0,-3-10 0 16,0-7 0-16,6-3 0 0,-3-1 0 16,12 4 0-16,7 1 0 0,2-1 0 15,7 1 0-15,0-3 0 0,4 2 0 16,-3-1 0-16,3 0 0 0,0 1 0 16,-6 5 0-16,-3 0-2862 0</inkml:trace>
  <inkml:trace contextRef="#ctx0" brushRef="#br3" timeOffset="94678.61">20690 12601 3905 0,'0'0'408'0,"0"0"329"15,0 0-157-15,0 0-84 16,0 0 317-16,0 0-281 0,0 0-48 16,0 0-247-16,0 0-237 0,-31 38 0 15,20 24 0-15,7 14 0 0,4 6 0 16,9-2 0-16,7 0 0 15,5 0 0-15,-1 0 0 0,-3-7 0 16,-7-3 0-16,3-9 0 0,-5-9 0 16,-6-10 0-16,-2-8 0 0,-6-11 0 15,2-9-1473-15,-2-8-3810 0</inkml:trace>
  <inkml:trace contextRef="#ctx0" brushRef="#br3" timeOffset="94818.24">20543 13226 7307 0,'0'0'760'0,"0"0"-635"0,0 0-125 16,43-39 0-16,-20 29 0 0,2 2 0 15,0 0 0-15,4 2 0 0,0-2 0 16,2-3 0-16,4-1-13 16,2-5-1716-16,-8 4-424 0,0-1-1904 0</inkml:trace>
  <inkml:trace contextRef="#ctx0" brushRef="#br3" timeOffset="94973.85">20965 13155 6038 0,'-9'38'1097'16,"7"-3"-421"-16,0 5-295 0,-2-5-381 15,2-2 0-15,0-7 0 0,2-5 0 16,0-8 0-16,0-7 0 0,2-4 0 16,0-5 0-16,9-14-1325 15,-5 1-484-15,4-19-1621 0</inkml:trace>
  <inkml:trace contextRef="#ctx0" brushRef="#br3" timeOffset="95064.51">21128 12726 4918 0,'0'0'348'0,"0"0"-348"0,0 0-36 16,0 0-1557-16</inkml:trace>
  <inkml:trace contextRef="#ctx0" brushRef="#br3" timeOffset="95311.05">21310 13168 4402 0,'0'0'964'0,"-46"-17"601"0,24 14-737 16,1 3-395-16,0 10-433 15,3 9 0-15,-1 8 0 0,7 6 0 16,1 5 0-16,5 3 0 0,4-2 0 15,4 2 0-15,7-5 0 0,5-4 0 16,3-6 0-16,7-4 0 0,-1-10 0 16,6-6 0-16,-2-6 0 0,0-8 0 15,-5-7 0-15,-1-1-541 16,-2-5-2708-16</inkml:trace>
  <inkml:trace contextRef="#ctx0" brushRef="#br3" timeOffset="95559.62">21448 13225 6330 0,'0'0'1113'0,"0"0"-633"16,0 0-211-16,-12 54-269 0,12-20 0 16,12 2 0-16,3-1 0 15,4-5 0-15,3-5 0 0,-1-2 0 16,4-6 0-16,-3-5 0 0,-1-6 0 15,-4-6 0-15,-3-4 0 0,-6-10 0 16,1-8 0-16,-5-6 0 0,-2-5 0 16,-2-5 0-16,0-3 0 15,-4-3 0-15,2-1 0 0,0 3 0 0,2 10-1682 16,0 8-1463-16</inkml:trace>
  <inkml:trace contextRef="#ctx0" brushRef="#br3" timeOffset="95783.76">21787 12773 7131 0,'0'0'1061'0,"0"0"-1061"16,0 0 0-16,0 0 0 15,7 57 0-15,1-19 0 0,-2 9 0 16,0 2 0-16,5-1 0 0,-1 2 0 15,0 3 0-15,5-3 0 0,-3-3 0 16,5-4 0-16,-3-4 0 0,3-5 0 16,-1-7 0-16,-1-7 0 0,1-8-577 15,-5-6-972-15,5-6-392 0</inkml:trace>
  <inkml:trace contextRef="#ctx0" brushRef="#br3" timeOffset="96207.13">22137 13172 4490 0,'0'0'1044'0,"-13"-57"389"0,1 29-685 16,-9 7-308-16,3 6-403 0,-3 7-37 16,2 6 0-16,3 6 0 0,-3 6 0 15,5 8 0-15,-3 5 0 0,7 5 0 16,0 3 0-16,3 4 0 0,7 0 0 16,0-3 0-16,13-4 0 15,1-4 0-15,5-5 0 0,4-7 0 16,-3-6 0-16,3-5 0 0,0-4 0 15,-5-5 0-15,-1-3 0 0,-3 0 0 16,-3 0 0-16,-5 6-141 0,-2 3-31 16,4 2 92-16,1 4 72 0,5 8 4 15,5 5-28-15,-1 2 32 16,-1 1 0-16,1-6 0 0,-3-3 0 16,-3-2 4-16,-6-4 12 0,-1-2-16 15,-3-2 248-15,-2-1-79 0,0 0-169 16,0-1 0-16,-7-5 0 15,1-4 0-15,0-6 0 0,2-4 0 16,4-4 0-16,4-1 0 0,6 0 0 16,-1-1 0-16,9 2 0 0,1 0 0 15,2 1 0-15,-1-2 0 0,7 0 0 16,2-1 0-16,0-1-293 16,-8 5-1996-16,3-1-1981 0</inkml:trace>
  <inkml:trace contextRef="#ctx0" brushRef="#br3" timeOffset="96796.88">23472 13033 5674 0,'0'0'752'0,"0"0"517"0,0 0-772 0,-23-33-497 16,7 31 0-16,-3 2 0 0,-3 3 0 16,-5 5 0-16,0 4 0 0,-4 2 0 15,2 4 0-15,0-1 0 0,4 1 0 16,6-1 0-16,5-3 0 0,14 1 0 15,0-1 0-15,19 0 0 0,5-1 0 16,10 1 0-16,5-3 0 16,8-2 0-16,1 0 0 0,-3-1 0 15,-5 3 0-15,-16 3 0 0,-9 5 0 16,-13 3-41-16,-10 3 41 0,-7 0 41 16,-5-1-41-16,-3-3 0 15,0-3 0-15,-2-3 0 0,0-3 0 16,1-6 0-16,3-3 0 0,0-3 0 15,9-1 0-15,4-3 0 0,4 0 0 16,1 1 0-16,3-1-397 0,5-2-924 16,7-5 273-16,0 3-85 0,11-2-2356 15</inkml:trace>
  <inkml:trace contextRef="#ctx0" brushRef="#br3" timeOffset="97048.34">23850 13158 6394 0,'0'0'1145'0,"0"0"-492"16,-39-17-653-16,21 14 0 16,-3 2 0-16,-2 1 0 0,-2 10 0 15,1 3 0-15,-1 8 0 0,2 5 0 16,2 4 0-16,7 4 0 0,6 1 0 16,8-1 0-16,8-2 0 15,8-4 0-15,9-7 0 0,10-8 0 16,3-8 0-16,1-6 0 0,0-10 0 15,-6-4 0-15,-4-6 0 0,-10-4 0 16,-5-1 0-16,-8-5 0 0,-6 3 0 16,-2-1 0-16,-6 2 0 0,-2 3 0 15,-1 1 0-15,-3 3-841 0,4 5-1436 16,-1 1 36-16</inkml:trace>
  <inkml:trace contextRef="#ctx0" brushRef="#br3" timeOffset="97352.44">24049 12638 6615 0,'-13'35'968'15,"11"0"-612"-15,2 9-103 0,2 2-253 16,1 5 0-16,3 1 0 0,2 3 0 16,-4 0 0-16,0 1 0 15,-2 2 0-15,-2 0 0 0,0-2 0 0,-2-5 0 16,-4-2 0-16,2-8 0 16,0-8 0-16,2-10 0 0,2-9 0 15,0-10-1241-15,0-4-756 0,6-10-1273 16</inkml:trace>
  <inkml:trace contextRef="#ctx0" brushRef="#br3" timeOffset="97599.36">24181 13182 6635 0,'0'0'520'16,"0"0"372"-16,0 0-747 0,0 0-145 16,0 0 0-16,0 0 0 15,-33 47 0-15,25-11 0 0,6 2 0 16,2-5 0-16,2-1 0 0,8-6 0 15,3-5 0-15,1-6 0 0,3-6 0 16,1-6 0-16,3-5 0 0,-3-8 0 16,5-5 0-16,-4-7 0 15,-5-1 0-15,1-5 0 0,-3 0 0 16,-4-2 0-16,-1 4 0 0,-3 1 0 16,-4 0 0-16,0 3 0 0,2-2 0 15,0-1-1197-15,0 4-704 0,4-1-1109 16</inkml:trace>
  <inkml:trace contextRef="#ctx0" brushRef="#br3" timeOffset="97829.49">24597 12626 2633 0,'0'0'4170'0,"0"0"-2781"15,0 0-1389-15,0 0 0 0,0 0 0 16,-9 51 0-16,9-2 0 0,2 9 0 15,7 7 0-15,1 0 0 0,0 3 0 16,1 2 0-16,-5-1 0 0,0-1 0 16,-4-4 0-16,-2-5 0 0,0-7 0 15,-4-10 0-15,0-9 0 0,0-11 0 16,2-10 0-16,-2-9 0 16,-1-3-2926-16,-7-12-1540 0</inkml:trace>
  <inkml:trace contextRef="#ctx0" brushRef="#br3" timeOffset="97941.78">24419 13211 7015 0,'0'0'536'16,"-8"-33"92"-16,12 22-615 0,14 5-13 16,9-4 0-16,6-3 0 0,2-3 0 15,-1 1 0-15,-3 0 0 0,4 2 0 16,-2-1 0-16,2 3 0 0,-2 4 0 16,-8 1-1161-16,-7 3-2309 0</inkml:trace>
  <inkml:trace contextRef="#ctx0" brushRef="#br3" timeOffset="98096.48">24880 13141 5934 0,'0'34'865'0,"0"-4"91"0,-2 9-519 16,-4 0-437-16,-5 2 0 15,1-1 0-15,2-6 0 0,1-5 0 16,5-8 0-16,2-8 0 0,7-8 0 16,5-6 0-16,2-12 0 0,7-7-53 15,-6 0-2120-15,1-3-164 0</inkml:trace>
  <inkml:trace contextRef="#ctx0" brushRef="#br3" timeOffset="98192.32">25070 12987 5422 0,'0'0'732'15,"0"0"-283"-15,0 0-185 0,0 0-264 16,0 0-28-16,43 31-517 0,-28-13-163 16,-5-3-144-16,-1-2-1237 0</inkml:trace>
  <inkml:trace contextRef="#ctx0" brushRef="#br3" timeOffset="98457.34">25159 13220 4686 0,'0'0'732'0,"0"0"-104"15,0 0 105-15,0 0-449 0,0 0 0 16,0 0 240-16,0 0-244 0,0 0-239 16,0 0-41-16,0 0 0 0,-8 21 0 15,-13-15 0-15,-2 5 0 0,-2 6 0 16,11 1 0-16,0 3 0 0,3 3 0 15,7 0 0-15,4 1 0 0,6-1 0 16,9-5 0-16,3-6 0 16,5-6 0-16,2-7 0 0,-2-4 0 15,-1-7 0-15,-3-5 0 0,-5-3 0 16,1-1 0-16,-7-1 0 0,-2-2-165 16,-2-2-103-16,1 1-620 15,-3-2-77-15,0 8-295 0,0 3-3050 0</inkml:trace>
  <inkml:trace contextRef="#ctx0" brushRef="#br3" timeOffset="98732.78">25310 13330 5058 0,'0'0'1288'16,"-23"50"421"-16,13-33-1572 0,6-7-137 16,-1-6 0-16,5-2 0 0,0-1 0 15,7-1 0-15,3-8 0 0,9-10 0 16,1-5 0-16,5-6 0 0,0 0 0 15,0 1 0-15,2 3 0 16,-1 3 0-16,1 4 0 0,-2 5 0 16,-2 6 0-16,-2 6 0 0,-1 4 0 15,-1 10 0-15,-1 10 0 0,1 4 0 16,-2 8 0-16,-3 3 0 16,-2-1 0-16,-1-2 0 0,-3-3 0 15,0-4 0-15,-1-5 0 0,-5-6 0 16,-2-6-889-16,0-4-672 0</inkml:trace>
  <inkml:trace contextRef="#ctx0" brushRef="#br3" timeOffset="99299.37">19509 12291 4161 0,'0'0'817'0,"0"0"-33"0,-49 32 225 15,24-14-489-15,2 2-256 0,-1 0 4 16,7-1-228-16,0-4 4 0,7-1-44 16,4-3-4-16,2-5 0 0,0-1-140 15,4-3-224-15,0 1-64 16,0-1-717-16,4-2-223 0,6-4-345 0</inkml:trace>
  <inkml:trace contextRef="#ctx0" brushRef="#br3" timeOffset="99442.45">19619 12386 4742 0,'0'0'1180'0,"-62"54"153"0,19-22-649 15,5-3-431-15,7-2-253 0,11-7 0 16,14-3 0-16,6-8 0 16,6-5-821-16,4-4-672 0,17-5-4093 0</inkml:trace>
  <inkml:trace contextRef="#ctx0" brushRef="#br3" timeOffset="100112.86">25612 12450 5290 0,'0'0'900'16,"0"0"145"-16,0 0-517 0,0 0-168 16,43 23-291-16,-14-6-69 0,0 1 0 15,0-2 0-15,-6-3 0 0,-3-1 0 16,-3-1 0-16,-7-5-33 0,-4 0-679 15,-4-3-1645-15,-2 1-957 0</inkml:trace>
  <inkml:trace contextRef="#ctx0" brushRef="#br3" timeOffset="100297.47">25911 12419 6727 0,'0'0'476'0,"0"0"513"15,25 44-989-15,-2-19 0 0,2 1 0 16,0-4 0-16,1 3 0 0,1-6 0 16,0-2 0-16,-6-4 0 0,-5-5-1177 15,-1-6-1521-15</inkml:trace>
  <inkml:trace contextRef="#ctx0" brushRef="#br3" timeOffset="104922.06">27551 12369 1776 0,'0'0'1825'16,"0"0"-1213"-16,0 0 393 0,-7 38-145 15,-5 2-255-15,-5 16 287 0,1 8-476 16,1 1-215-16,1 4-201 16,6 1 0-16,-1 2 0 0,3-3 0 15,0 0 0-15,2-1 0 0,0-2 0 16,0-1 0-16,-1-6 0 0,3-8 0 15,2-9 0-15,0-12 0 0,0-11 0 16,2-9 0-16,1-8 0 0,1-4 0 16,6-14 0-16,7-16 0 0,5-14 0 15,3-7 0-15,-2-4 0 16,0 7 0-16,1 4 0 0,-3 9 0 16,-2 13 0-16,-3 12 0 0,-5 9 0 15,-3 10 0-15,-2 11 0 0,-2 6 0 16,0 8 0-16,-2 0 0 0,0 1 0 15,3-3 0-15,3-2 0 16,2-5 0-16,7-6 0 0,3-3 0 16,7-5-309-16,-2-7-1088 0,-6-2-59 15,1-2-353-15</inkml:trace>
  <inkml:trace contextRef="#ctx0" brushRef="#br3" timeOffset="105218.68">27983 13047 6074 0,'0'0'1125'0,"-33"-31"-225"0,16 27-807 16,-2 6-93-16,1 10 0 0,-1 9 0 16,-1 4 0-16,-1 6 0 0,2 1 0 15,3-1 0-15,7-3 0 16,7-2 0-16,4-4 0 0,9-6 0 16,5-3 0-16,3-6 0 0,2-7 0 15,-3-3 0-15,-1-8 0 0,-1-3 0 16,-3-3 0-16,-3-2 0 0,0-1 0 15,-3 3 0-15,1 1 0 16,-4 4 0-16,-2 6 0 0,0 4 0 16,0 4 0-16,0 9 0 0,0 8 0 15,4 5 0-15,-1 4 0 0,1 0 0 16,-2-1 0-16,2-4-313 0,4-3-379 16,7-4 55-16,0-7-1015 15,1-2-165-15</inkml:trace>
  <inkml:trace contextRef="#ctx0" brushRef="#br3" timeOffset="105517.85">28388 13026 6843 0,'0'0'1064'0,"0"0"-779"16,0 0-285-16,-29-36 0 0,8 36 0 15,-4 4 0-15,-6 8 0 0,4 3 0 16,7-1 0-16,3 2 0 0,7-2 0 15,4 0 0-15,6-1 0 16,2 2 0-16,10-2 0 0,7 0 0 16,8-2 0-16,6 0 0 0,4 0 0 15,2 2 0-15,1 0 0 16,-3 0 0-16,-4 2 0 0,-6-1 0 0,-9 0 0 16,-7 2 0-16,-7-1 0 15,-4 2 0-15,-6 2 0 0,-9 0 0 16,-6 1 0-16,-8 1 0 0,-2 0 0 15,-4-2 0-15,-2-4 0 0,2-1 0 16,0-2 0-16,2 0 0 0,0-1 0 16,8-4-1822-16,-4-2-1279 0</inkml:trace>
  <inkml:trace contextRef="#ctx0" brushRef="#br3" timeOffset="106079.5">19015 13983 5618 0,'0'0'248'0,"0"0"633"0,0 0-453 0,0 0-88 0,-26 72 120 16,19-21-243-16,3 9-217 0,-2 3 0 16,6-2 0-16,-2 6 0 0,-6 2 0 15,4-1 0-15,-5 0 0 16,1-10 0-16,2-6 0 0,0-9 0 16,1-10 0-16,1-8 0 0,-2-10-733 15,6-5-2044-15,0-10-1313 0</inkml:trace>
  <inkml:trace contextRef="#ctx0" brushRef="#br3" timeOffset="106254.55">18805 14491 5918 0,'0'0'829'0,"0"0"-313"0,0 0 256 16,0 0-615-16,39-31-157 0,-10 14 0 15,6-1 0-15,2-4 0 0,-4-2 0 16,4-3 0-16,1-5 0 0,-3-8-197 15,-2 9-1616-15,-8-6-928 0</inkml:trace>
  <inkml:trace contextRef="#ctx0" brushRef="#br3" timeOffset="106577.98">19309 13928 4734 0,'-4'42'1148'15,"-2"2"-91"-15,-5 11-405 0,5 3-264 16,-4 2-175-16,4 3-213 15,-3 4 0-15,3-3 0 0,0-2 0 16,2-5 0-16,2-7 0 0,2-7 0 16,0-8 0-16,2-11 0 15,2-10 0-15,2-8 0 0,-2-6 0 16,9-13 0-16,1-14 0 0,9-14 0 16,-2-6 0-16,-3-3 0 0,-5 12 0 15,1 10 0-15,-8 9 0 0,-2 11 0 16,-2 5 0-16,-2 3 0 0,0 6 0 15,0 12 0-15,0 7 0 0,0 7 0 16,-6 1 0-16,6 0 0 0,-4-4 0 16,2-5 0-16,2-3 0 0,0-7 0 15,0-3 0-15,0-4 0 16,0-4-1553-16,0-1-64 0,0-2-488 0</inkml:trace>
  <inkml:trace contextRef="#ctx0" brushRef="#br3" timeOffset="106810.62">19470 14658 3425 0,'0'0'1665'0,"48"-25"20"0,-21 1-757 16,-5-2-439-16,-1-1-489 0,-6-4 0 15,-1 1 0-15,-8 1 0 16,0-1 0-16,-6 0 0 0,0 2 0 16,-6 4 0-16,-4 4 0 0,-5 8 0 15,-1 7 0-15,1 7 0 0,-3 13 0 16,-3 14 0-16,0 10 0 0,3 7 0 15,3 6 0-15,7-1 0 0,8-2 0 16,6-8 0-16,11-3 0 0,8-8 0 16,6-6 0-16,6-9 0 0,6-10 0 15,9-6-121-15,-11-5-715 16,7-10-2522-16</inkml:trace>
  <inkml:trace contextRef="#ctx0" brushRef="#br3" timeOffset="107397.64">20977 14366 5826 0,'0'0'1117'0,"0"0"-181"0,-45-14-623 0,18 12-313 15,-2 2 0-15,-4 1 0 16,-4 3 0-16,-5 5 0 0,5 1 0 16,0 3 0-16,4 4 0 0,4 4 0 15,12 1 0-15,7 1 0 0,8 0 0 16,8 0 0-16,11-3 0 0,9-2 0 15,14-7 0-15,9-6 0 0,7-5 0 16,-2-2 0-16,0-5 0 0,-13 1 0 16,-14 1 0-16,-11 5 0 0,-14 4 0 15,-6 8 0-15,-10 4 0 0,-11 3 0 16,-8 4 0-16,-4-4 0 16,-5 2 0-16,3-2 0 0,-2-2 0 15,6-3 0-15,8-5 0 0,6-3 0 16,11-5 0-16,6-1 0 15,4 0 0-15,4-1 0 0,12-4 0 16,15-3-473-16,7-4-555 0,-7-1 19 16,0 1-179-16</inkml:trace>
  <inkml:trace contextRef="#ctx0" brushRef="#br3">21085 14408 5926 0,'0'0'1077'0,"0"0"-269"0,-48-11-427 15,38 12-381-15,-1 8 0 0,-1 7 0 16,-2 10 0-16,1 9 0 0,1 4 0 16,-1-1 0-16,7-4 0 15,6-4 0-15,2-8 0 0,6-4 0 16,5-8 0-16,3-6 0 0,1-4 0 16,4-6 0-16,-1-8 0 0,1-5 0 15,-2-3 0-15,-3-5 0 0,-1 2 0 16,-7 1 0-16,2 2 0 15,-6 4 0-15,0 6 0 0,-1 5 0 16,-3 4 0-16,0 2 0 0,0 1 0 16,0 1 0-16,4 9 0 0,-2 6 0 15,0 4 0-15,-2 4 0 16,0 0 0-16,0-3 0 0,0 0 0 16,-2-2 0-16,2-2 0 0,0-4 0 15,8-3 0-15,6-7 0 0,7-3 0 16,6-8 0-16,2-10 0 0,2-6 0 15,0-5 0-15,-4-5 0 0,-7 0 0 16,-1 3 0-16,-9 4-33 0,-5 6 17 16,-5 6 32-16,0 7 17 15,-3 6-33-15,1 2 0 0,-4 1 0 0,0 9 0 16,0 10 0-16,2 5 0 16,-3 3 0-16,5-2 0 0,0-4 0 15,2-4 0-15,0-1 0 0,4-7 0 16,-4-3 0-16,7-4 0 15,-3-1 0-15,0-2 0 0,4-1 0 16,5-9 0-16,-1-9 0 0,5-5 0 16,-3-5 0-16,1 1 0 0,-3 4 0 15,-2 4 0-15,1 5 0 16,-5 6 0-16,-2 6 0 0,-4 2 0 16,4 1 0-16,-2 2 0 0,0 10 0 15,-2 8 0-15,0 5 0 0,-4 4 0 16,0 0 0-16,2-3 0 0,2-4 0 15,0-5 0-15,2-3 0 0,6-5 0 16,3-4 0-16,1-3 0 0,0-2 0 16,3-6 0-16,-5-4 0 15,9-4 0-15,-3 0 0 0,-3 0 0 16,1 2 0-16,-6 5 0 0,-1 2 0 16,-5 4 0-16,-2 1 0 0,0 0 0 15,0 7 0-15,0 10 0 0,-7 3 0 16,3 0 0-16,2 0 0 15,2-2 0-15,0-5 0 0,0 1 0 16,4-4 0-16,5-2 0 0,1-3 0 16,2-3 0-16,3-2 0 15,-1 0-517-15,-1-6-3 0,1-1-56 16,1-2 183-16,-3 0 193 0,-4 2 92 16,-1 1 76-16,-3 2 32 0,-2 1 300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26T18:14:05.706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21872 14557 4538 0,'0'0'1252'0,"0"0"-295"0,0 0 359 16,0 0-1187-16,0 0-129 0,0 0 0 15,0 0 0-15,0 0 0 0,-6 5 0 16,23-1 0-16,3-1 0 0,5-3 0 15,6-5 0-15,-2-5 0 0,6-7 0 16,-2-2 0-16,2-2 0 0,-6-3 0 16,-4 1 0-16,-13 3 0 0,-7 4 0 15,-10-1 0-15,-11 7 0 0,-11 5 0 16,-4 5 0-16,-10 5 0 16,-3 10 0-16,-1 6 0 0,1 4 0 15,5 6 0-15,4 1 0 0,12 1 0 16,5 0 0-16,11-1 0 15,7-1 0-15,13-2 0 0,8-5 0 16,7-2 0-16,12-5 0 0,7-5 0 16,11-6 0-16,4-6 0 15,6-6 0-15,-1-9 0 0,-20 2-1449 16,-8-5-3698-16</inkml:trace>
  <inkml:trace contextRef="#ctx0" brushRef="#br0" timeOffset="512.32">23635 14006 4273 0,'0'0'1377'0,"-20"-49"-781"15,5 28-215-15,-1 4-45 0,-3 4 36 16,1 3-244-16,-1 3-4 0,2 1 44 16,-3 5-112-16,3 1 24 0,1 7 48 15,-3 5-120-15,0 7 40 0,1 7 69 16,-1 5-117-16,1 8 0 16,1 3 0-16,5 3 0 0,3 4 0 15,7-1 0-15,7 2 0 0,5 0 0 16,8 0 0-16,3 1 0 15,4-1 0-15,2-1 0 0,-4-1 0 16,-1-2 0-16,-1-5 0 0,-7-2 0 16,1-4 0-16,-11-6 0 15,-4-2 0-15,-2-8 0 0,-6-6-381 16,-3-8-303-16,-1-5-65 0,4-4-1288 16,-5-7-704-16</inkml:trace>
  <inkml:trace contextRef="#ctx0" brushRef="#br0" timeOffset="640.82">23301 14542 5478 0,'0'0'260'0,"35"-20"200"0,-6 10 513 16,8 2-545-16,2-2-8 0,5 6-247 15,-1 0-173-15,-2 4 0 0,3 0 0 16,-5 0-409-16,-2 0-471 16,-10 0-1874-16</inkml:trace>
  <inkml:trace contextRef="#ctx0" brushRef="#br0" timeOffset="918.73">23799 14545 5442 0,'0'0'960'16,"0"0"-315"-16,-35-22 235 0,20 11-704 15,-3 3-87-15,1 8-89 16,-2 7 0-16,1 7 0 0,-3 9 0 16,3 5 0-16,1 3 0 0,7 0 0 15,3-3 0-15,7-1 0 0,5-3 0 16,9-1 0-16,5-5 0 0,3-5 0 15,5-4 0-15,4-4 0 0,-2-5 0 16,0-2 0-16,-4-7 0 0,-2-3 0 16,-7-2 0-16,-3-1 0 0,-5-2 0 15,-4-1 0-15,-4-2 0 16,0-1 0-16,-4-3 0 0,0 0 0 16,-2 0 0-16,-1 2-357 0,1 0-451 15,-2 5-901-15,4 5-28 0,2 3-468 0</inkml:trace>
  <inkml:trace contextRef="#ctx0" brushRef="#br0" timeOffset="1096.94">23910 14780 1556 0,'0'0'3562'0,"0"0"-2234"15,0 0-559-15,0 0-145 0,0 0-271 16,-24-60-353-16,34 28 0 0,4-4 0 15,7 0 0-15,4 2 0 0,0 3 0 16,-1 7 0-16,-1 7 0 0,-6 5 0 16,-7 4 0-16,-6 3 0 0,0 1-1165 15,0 2-500-15,3-4-864 0</inkml:trace>
  <inkml:trace contextRef="#ctx0" brushRef="#br0" timeOffset="1472.33">24113 14618 5442 0,'-17'34'1645'0,"3"-6"-857"16,2 1-471-16,3-11-317 0,3-5 0 16,6-5 0-16,0-7 0 15,4-1 0-15,11-11 0 0,9-11 0 16,3-7 0-16,4-4 0 0,-4 0 0 16,-10 6 0-16,3 4 0 0,-7 8 0 15,-5 4 0-15,0 7 0 0,-6 4 0 16,3 0 0-16,1 3 0 0,-4 10 0 15,2 6 0-15,-4 3 0 0,0 1 0 16,0-3 0-16,4-4 0 0,-2-7 0 16,0-1 0-16,0-4 0 0,0 0 0 15,5-4 0-15,3-2 0 16,4-7 0-16,1-3 0 0,3-2 0 16,-3 0 0-16,-1 3 0 0,1 3 0 15,1 3 0-15,1 2 0 0,-3 3 0 16,3 4 0-16,-5 6 0 15,1 2 0-15,-3 3 0 0,-4 2 0 16,-2 0 0-16,1 1 0 0,-5 1 0 16,2-1 0-16,0 0 0 0,2-3 0 15,-4-3-529-15,6-5-4013 0</inkml:trace>
  <inkml:trace contextRef="#ctx0" brushRef="#br0" timeOffset="1925.72">25521 14564 1652 0,'0'0'2205'0,"2"-33"-684"0,-11 20-385 15,-3 2-211-15,-7 5-172 16,1 4-753-16,-5 3 0 0,5 11 0 16,-5 5 0-16,2 5 0 0,0 4 0 15,5 3 0-15,6-2 0 0,3-3 0 16,7-4 0-16,4-1 0 0,7-4 0 15,3-3 0-15,3-3 0 0,1-7 0 16,3-2 0-16,2-5 0 0,4-5 0 16,-2-1 0-16,-1 0 0 0,-5 2 0 15,-5 4 0-15,-5 5 0 16,-5 0 0-16,-2 6 0 0,-2 6 0 16,2 4 0-16,0 3 0 0,0-1 0 15,6-7 0-15,7-4 0 0,-1-6 0 16,9-1-165-16,-4-3-575 15,1-5-97-15,-3 1-1276 0,-3-1 181 0</inkml:trace>
  <inkml:trace contextRef="#ctx0" brushRef="#br0" timeOffset="2222.13">25913 14498 4530 0,'0'0'2173'15,"0"0"-1037"-15,-4-39-783 0,-8 32-353 16,-5 2 0-16,-1 5 0 0,-7 1 0 15,-2 9 0-15,-2 0 0 0,2 6 0 16,7-1 0-16,-1 3 0 0,9-1 0 16,3-1 0-16,5 0 0 0,4 0 0 15,6-2 0-15,9 2 0 0,5-2 0 16,3-2 0-16,6 0 0 16,0-3 0-16,-2 2 0 0,-4 1 0 15,-1 1 0-15,-5 1 0 0,-3 0 0 16,-7 3 0-16,-3-1 0 15,-8 3 0-15,-7 1 0 0,-5 3 0 16,-7 0 0-16,-6-3 0 0,0-2 0 16,4-7 0-16,3-6 0 15,9-5 0-15,5 0-1021 0,4-7-2537 0</inkml:trace>
  <inkml:trace contextRef="#ctx0" brushRef="#br0" timeOffset="2640.18">27131 13969 3645 0,'0'0'1709'0,"0"0"-685"0,0 0 625 15,0 0-1484-15,0 0-165 0,-21 43 0 16,3 2 0-16,-3 8 0 0,7 5 0 15,7-2 0-15,5 3 0 0,4 6 0 16,2 4 0-16,3 5 0 0,-5-1 0 16,0-2 0-16,-2-4 0 0,-4-10 0 15,0-9 0-15,-3-11 0 16,7-13 0-16,0-13-121 0,0-8-1351 16,4-15-3167-16</inkml:trace>
  <inkml:trace contextRef="#ctx0" brushRef="#br0" timeOffset="2810.99">27083 14046 7723 0,'0'0'344'15,"0"0"-219"-15,0 0-125 0,0 0 0 16,44-17 0-16,-13 13 0 16,2 0 0-16,2 2 0 0,0 2 0 15,0-3 0-15,3 1 0 0,-1 0 0 16,0 0 0-16,-8 2 0 0,-11 0-2738 15,-7 3-2124-15</inkml:trace>
  <inkml:trace contextRef="#ctx0" brushRef="#br0" timeOffset="2980.93">27071 14480 7363 0,'0'0'596'0,"50"6"-363"16,-9-6-233-16,2-6 0 15,1 0 0-15,-3 0 0 0,-2 2 0 16,-6 1 0-16,1-2 0 0,-1 3 0 16,0 0 0-16,-6 0-769 0,-5-3-2369 0</inkml:trace>
  <inkml:trace contextRef="#ctx0" brushRef="#br0" timeOffset="3322.28">27985 13806 4742 0,'0'0'732'16,"0"0"96"-16,-29 63 393 0,0-12-801 16,-8 9-171-16,-1 4-249 0,1 1 0 15,2 6 0-15,4 4 0 16,2 8 0-16,10 3 0 0,9 2 0 16,10-4 0-16,4-3 0 0,11-5 0 15,7-5 0-15,5-6 0 0,4-9 0 16,2-10 0-16,3-14 0 0,1-12 0 15,2-13 0-15,2-11 0 0,-1-19 0 16,-1-11 0-16,-8 2-517 0,-6-10-2901 0</inkml:trace>
  <inkml:trace contextRef="#ctx0" brushRef="#br0" timeOffset="3602.29">28295 14065 7159 0,'0'0'1033'0,"0"0"-1033"0,0 0 0 16,0 0 0-16,0 0 0 0,-33 57 0 16,18-20 0-16,-3 4 0 0,-1 5 0 15,-2 6 0-15,-1 7 0 16,-5 5 0-16,2 2 0 0,2-2 0 16,7-7 0-16,7-7 0 0,9-10 0 15,17-6 0-15,10-5 0 0,12-10 0 16,9-2 0-16,3-9 0 0,5-8 0 15,-2-4 0-15,2-8 0 0,-9-5 0 16,-3-4 0-16,-11-6 0 0,-15-1 0 16,-12-3 0-16,-6-3 0 0,-4 8-2078 15,-8-3-1159-15</inkml:trace>
  <inkml:trace contextRef="#ctx0" brushRef="#br0" timeOffset="3760">27939 14414 6426 0,'0'0'437'0,"35"5"535"0,7-5-615 16,11-5-357-16,9-8 0 0,7-2 0 15,7-3 0-15,-4-3 0 16,-1 0 0-16,-11-1 0 0,-7-3-1057 16,-19 4-1196-16,-3-1-224 0</inkml:trace>
  <inkml:trace contextRef="#ctx0" brushRef="#br0" timeOffset="3991.37">28733 13844 6498 0,'0'0'429'0,"0"0"-61"0,33 52 529 16,-12-14-897-16,-5 10 0 16,-3 3 0-16,-1 6 0 0,0 6 0 15,-1 3 0-15,-1 9 0 0,0 4 0 16,-5 6 0-16,-5-1 0 15,-5-4 0-15,-13-5 0 0,-7-7 0 16,-4-8 0-16,-2-10 0 0,2-7 0 16,0-11 0-16,6-10 0 15,1-9 0-15,1-9 0 0,7-5 0 0,5-5-1998 16,3-6-1639-16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26T18:14:52.900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25938 2789 3053 0,'0'0'1945'16,"0"0"-1473"-16,0 0-224 0,-2 46 472 15,0-21-311-15,2 3-129 0,0 4 104 16,0 4-192-16,0 4-20 0,0 5 116 16,0 5-259-16,2 5-29 15,-2 6 0-15,0 9 0 0,-2 4 0 16,-2 7 0-16,0 7 0 0,0 2 0 15,0 5 0-15,-1 0 0 0,3 4 0 16,-2 3 0-16,2 5 0 0,2 2 0 16,-2 1 0-16,0 2 0 15,2 2 0-15,-2 0 0 0,2 0 0 16,-2 0 0-16,-4-6 0 16,-1-1 0-16,-5-7 0 0,0-7 0 15,-3-10 0-15,1-12 0 0,1-15 0 16,1-14 0-16,4-16 0 0,1-14-1045 15,5-6-452-15,0-14-404 0</inkml:trace>
  <inkml:trace contextRef="#ctx0" brushRef="#br0" timeOffset="840.29">25808 2764 3901 0,'0'0'681'0,"0"0"-197"0,0 0-96 16,0 0-72-16,68 8-28 0,-12-4 84 15,16-1 197-15,9 1-397 0,16-1 96 16,11 0 132-16,5 0-360 0,7 1-20 16,6-2-4-16,5 2-4 15,5-1-12-15,2 1 8 0,5-2 8 16,6 3-16-16,4-3 28 0,4 1-20 16,-2-1-8-16,-2-2 0 0,-8 0-4 15,-7-1 4-15,-8-4 0 0,-8 0 4 16,-8-1-4-16,-13 0 0 15,-10 0 8-15,-10 0-8 0,-15 1 0 16,-8 1-4-16,-8 3 4 0,-13 0 0 16,-6 1 4-16,-8 0-8 0,-9 1 4 15,-6 2-156-15,-6 0-8 0,-2 0-112 16,0 2 140-16,-2 6 136 0,-6 3-24 16,0 5 36-16,-3 4-12 15,-1 5 120-15,2 4 8 0,1 9 12 16,3 7 120-16,4 6-148 0,4 6 40 15,6 6-119-15,3 8-33 0,-1 8 0 16,5 9 0-16,-5 6 0 0,0 8 0 16,-4 5 0-16,1 3 0 15,-1 5 0-15,-2 1 0 0,2 2 0 16,2-3 0-16,-1-1 0 0,1-3 0 16,-2-1 0-16,0-3 0 15,1-5 0-15,-3-6 0 0,0-7 0 16,-2-2 0-16,-2-5 0 0,0-4 0 15,0-5 0-15,-2-10 0 0,0-5 0 16,2-10 0-16,2-7 0 0,0-9 0 16,0-7 0-16,0-7 0 0,0-8 0 15,-2-5 0-15,0-4 0 0,0-4 0 16,0 0-25-16,-4-6-119 16,-8-8-664-16,-3 2-325 0,-10-10-487 0</inkml:trace>
  <inkml:trace contextRef="#ctx0" brushRef="#br0" timeOffset="1170.07">25975 5628 7707 0,'65'9'448'0,"9"1"-411"0,21 0-37 0,4 4 0 16,9 0 0-16,10-1 0 16,16 0 0-16,15 1 0 0,18-3 0 15,17 2 0-15,17-3 0 0,7 1 0 16,5-2 0-16,-6 1 0 15,-13-3 0-15,-20-3 0 0,-13-2 0 16,-24-4 0-16,-19-6 0 0,-15-5 0 16,-18-4 0-16,-13-7-813 0,-22 3-744 15,-15-8-936-15</inkml:trace>
  <inkml:trace contextRef="#ctx0" brushRef="#br0" timeOffset="2312.36">27455 4415 1296 0,'0'0'2933'16,"0"0"-2460"-16,0 0-145 0,0 0 348 16,0 0-304-16,0 0-8 15,38-37 161-15,-34 33-309 0,0 2-44 16,-2 0 4-16,-2 2-144 0,0 0 0 15,-2 0-4-15,-6 4-24 0,-7 4-8 16,-8 1-112-16,-1 2-44 16,1-2 68-16,2-2 24 0,9-3 0 15,2-2 68-15,3-1-8 0,5-1 12 16,2-1-4-16,0-3 52 0,2-3-36 16,7-4 40-16,3-3 76 15,5 0-96-15,-1-1 32 0,5 5 60 16,-3 3-72-16,3 3 60 0,2 4 76 15,-7 4-184-15,1 5-4 0,-9 4 8 16,-2 2 0-16,-6 2-12 0,-2 2 4 16,-6 0-4-16,-2-4-4 0,-1 0-172 15,3-4-248-15,0-2-188 0,4-6-1697 16,-3-3-1725-16</inkml:trace>
  <inkml:trace contextRef="#ctx0" brushRef="#br0" timeOffset="2767.95">27356 4468 4794 0,'0'0'984'0,"0"0"-628"0,40-34 133 0,-7 5 163 0,8-3-324 16,4-2-92-16,5-5 20 0,6-2-196 16,2-5-23-16,8-4-37 15,2-4 0-15,9-5 0 0,3-3 0 16,7-2 0-16,0 0 0 0,-4 6 0 15,-11 5 0-15,-16 10 0 0,-19 12 0 16,-18 15 0-16,-13 12-33 0,-8 4-807 16,-13 7-221-16,5 1-207 0,-13 5-2866 0</inkml:trace>
  <inkml:trace contextRef="#ctx0" brushRef="#br0" timeOffset="3321.53">28454 3556 5174 0,'0'0'652'0,"0"0"-296"16,0 0 537-16,0 0-441 0,0 0-176 15,25 33-28-15,-25-18-220 0,-4 0 32 16,-7-2-7-16,-3 0-53 0,-3-1 0 16,-3-1 0-16,-5 0 0 15,0-3 0-15,0-2 0 0,0-3 0 16,5-3 0-16,5-3 0 0,3-6 0 16,4-2 0-16,5-5 0 0,3-4 0 15,5-1 0-15,5-2 0 16,2 3 0-16,7 3 0 0,2 6 0 15,3 6 0-15,1 5 0 0,0 1 0 16,2 5 0-16,-2 4 0 0,2 1 0 16,-5 3 0-16,-3 0 0 0,-5 4 0 15,-3-3 0-15,-5 2 0 0,-4-2 0 16,-2-1 0-16,0-2-801 0,-4-5-3349 16</inkml:trace>
  <inkml:trace contextRef="#ctx0" brushRef="#br0" timeOffset="4145.53">28514 3790 2024 0,'0'0'3322'0,"0"0"-2414"0,0 0-7 16,0 0-141-16,0 0-483 0,8-55-277 16,-8 27 0-16,-4-5 0 0,-8-6 0 15,-7 2 0-15,-8-5 0 0,-4-2 0 16,-10 0 0-16,-7-1 0 16,-6 1 0-16,-5 2 0 0,-8 0 0 15,-3 7 0-15,-4 4 0 0,-3 2 0 16,3 8 0-16,1-2 0 0,9 5 0 15,11 1 0-15,11 0 0 0,13 3 0 16,17-2 0-16,10-1-505 0,4 5-355 16,8-1-2726-16</inkml:trace>
  <inkml:trace contextRef="#ctx0" brushRef="#br0" timeOffset="4784.14">27544 3144 1152 0,'0'0'2093'0,"0"0"-1333"0,0 0-83 16,0 0-333-16,0 0-64 0,0 0 256 15,0 0-168-15,0 0-11 0,-37-19 107 16,29 22-236-16,2 5 104 0,0 9 148 16,1 4-359-16,3 5-121 0,2 0 0 15,0 1 0-15,0-1 0 16,0-2 0-16,0-1 0 0,2-8 0 15,0-5 0-15,1-4 0 16,1-4-225-16,2-2-167 0,2-9 204 0,2-8 64 16,1-7-244-16,-3-6-69 15,-4-1 185-15,-4 0 180 0,0-5 56 16,-4 0 16-16,0-3 68 0,0 2 104 16,-2 3 77-16,6 6 243 0,0 4-248 15,0 9 56-15,8 4 140 0,6 4-331 16,7 7-109-16,8 0 0 15,6 2 0-15,2 5 0 0,5 1 0 16,-3 0 0-16,-2 3 0 0,0-3 0 16,-4-2 0-16,-8 0 0 0,-4-6-3170 0</inkml:trace>
  <inkml:trace contextRef="#ctx0" brushRef="#br0" timeOffset="5329.24">26474 3738 5382 0,'0'0'1052'0,"0"0"-451"0,0 0-181 0,0 0 36 16,0 0-188-16,35-3-255 0,-6 3-13 16,4 0 0-16,0 3 0 0,-2 0 0 15,2-2 0-15,-4-1 0 0,0 0 0 16,-6 0 0-16,-7-1 0 0,-4-2 0 16,-5 3-505-16,-3-1-175 0,-4-1-861 15,0 1-96-15,0-1-492 0</inkml:trace>
  <inkml:trace contextRef="#ctx0" brushRef="#br0" timeOffset="5827.49">26746 3756 3549 0,'0'0'780'0,"0"0"273"15,0 0-569-15,0 0-132 0,0 0 145 16,-35-3-233-16,27-2-64 0,-2-4 88 16,-5-5-208-16,1-1 0 0,-1-3 76 15,3-3-88-15,2 2 60 0,3-6 85 16,5-3-213-16,2-4 0 0,4-5 0 16,7-1 0-16,5 0 0 0,3 3 0 15,2 6 0-15,1 5 0 16,-1 6 0-16,0 2 0 0,-1 3 0 15,1 0 0-15,0 3 0 0,-1 3 0 16,1 2 0-16,-2 4 0 0,-1 1-85 16,-1 8-35-16,-3 3 0 15,-1 6 120-15,-5 2-24 0,0 5 20 16,-6 3 4-16,-2 1 4 0,-2 3 16 16,-6 0-20-16,-2-1 68 0,-1-2 8 15,1-1 60-15,0-3-87 16,-1-1-49-16,3-1 0 0,-2-2 0 15,-1 1 0-15,3-2 0 0,2-1 0 16,4-3 0-16,2 0 0 0,0-6 0 16,6-2 0-16,4-1 0 0,5-1 0 15,3 0 0-15,3-1 0 0,0-1 0 16,-1-1 0-16,-1 0 0 0,-2-2 0 16,-3 0 0-16,3-3 0 0,3-4-445 15,-3 1-1344-15,3-3-808 0</inkml:trace>
  <inkml:trace contextRef="#ctx0" brushRef="#br0" timeOffset="6712.26">28458 4101 4554 0,'0'0'1372'15,"0"0"-752"-15,-12 44 277 0,10-38-477 16,2-4-172-16,0-2-167 0,0 0-81 16,2-2 0-16,4-9 0 15,4-10 0-15,3-5 0 0,3-4 0 16,1 0 0-16,-3 5 0 0,-1 5 0 15,-3 3 0-15,-2 8 0 0,-2 2 0 16,-2 5 0-16,-1 2 0 0,-1 4 0 16,0 7 0-16,0 9 0 0,-2 3 0 15,0 4 0-15,0-2 0 0,0-3 0 16,0-4 0-16,6-2 0 0,2-4 0 16,3-5 0-16,5-4 0 0,3-3 0 15,1-7 0-15,3-2 0 16,-4-3 0-16,-3 1 0 0,-3 1 0 15,-7 4 0-15,0 2 0 0,-4 2 0 16,0 2 0-16,2 9 0 0,0 9 0 16,3 9 0-16,-1 6 0 15,0 1 0-15,2-3 0 0,1-2 0 16,3-3 0-16,0-2 0 0,1-3 0 16,-1-1 0-16,-6-5-2014 15,1-2-2716-15</inkml:trace>
  <inkml:trace contextRef="#ctx0" brushRef="#br0" timeOffset="20365.82">5786 6395 6510 0,'0'0'813'0,"4"35"-293"0,-4-7-171 16,0 2-349-16,0 7 0 0,0 7 0 15,2 0 0-15,-2 3 0 16,0 4 0-16,0 1 0 0,4 4 0 16,-4 1 0-16,-4 0 0 0,2-4 0 15,2-4 0-15,-4-7 0 16,4-6 0-16,-4-10-981 0,4-8-100 15,-2-9-379-15</inkml:trace>
  <inkml:trace contextRef="#ctx0" brushRef="#br0" timeOffset="20850.37">5745 6459 6218 0,'0'0'729'0,"0"0"499"0,0 0-1211 0,41-14-17 0,-6 5 0 15,4 0 0-15,3 2 0 16,-9 1 0-16,6 2 0 0,-8 0 0 16,-2 2 0-16,-4 1 0 0,-5 0 0 15,-3 1 0-15,-7 0 0 0,1 0 0 16,-11 0-1842-16,0 2-823 0</inkml:trace>
  <inkml:trace contextRef="#ctx0" brushRef="#br0" timeOffset="21050.37">5732 6753 6567 0,'0'0'696'0,"0"0"233"16,0 0-929-16,60 10 0 0,-19-12 0 16,-3-4 0-16,3 0 0 15,-6 3 0-15,2 0 0 0,-10-1 0 16,-4 1 0-16,-9 0 0 0,-3 0-973 0</inkml:trace>
  <inkml:trace contextRef="#ctx0" brushRef="#br0" timeOffset="21627.78">6652 6185 5090 0,'0'0'1356'0,"0"0"-547"0,0 0-57 0,0 0-567 16,0 0-185-16,0 0 0 0,-35 7 0 15,18 20 0-15,-7 9 0 0,1 11 0 16,-4 5 0-16,0 6 0 0,-4 8 0 16,0 6 0-16,0 5 0 0,-6 2 0 15,6 3 0-15,4 0 0 16,10-5 0-16,9-6 0 0,16-7 0 16,9-10 0-16,10-8 0 0,0-11 0 15,4-6 0-15,0-8 0 16,-4-7 0-16,-1-7 0 0,-1-5 0 15,-4-6 0-15,0-10 0 0,-5 0-1305 16,-3-5-848-16</inkml:trace>
  <inkml:trace contextRef="#ctx0" brushRef="#br0" timeOffset="21921.68">6778 6386 7275 0,'0'0'704'0,"0"0"-491"16,-41 35-213-16,30-7 0 0,1 9 0 15,-2 8 0-15,3 4 0 16,7 6 0-16,0 3 0 0,2 5 0 16,0 1 0-16,0 1 0 0,2-4 0 15,5-7 0-15,-3-4 0 16,4-10 0-16,2-5 0 0,5-7 0 15,5-6 0-15,1-9 0 0,6-6 0 16,4-7 0-16,2-11 0 0,2-3 0 16,-4-9 0-16,-4-1 0 0,-4-3 0 15,-9-2 0-15,-3 5-1365 16,-9-2-1205-16</inkml:trace>
  <inkml:trace contextRef="#ctx0" brushRef="#br0" timeOffset="22121.58">6402 6875 6498 0,'0'0'481'0,"0"0"139"16,72 2-27-16,-20-10-593 0,8-5 0 16,-2-3 0-16,2 2 0 0,-2-2 0 15,-5 2 0-15,-1 0 0 16,-9 2 0-16,-12-1 0 0,-10 5-1569 15,-11-2-1177-15</inkml:trace>
  <inkml:trace contextRef="#ctx0" brushRef="#br0" timeOffset="22472.76">7109 6166 5730 0,'0'0'1425'0,"0"0"-689"15,0 0-435-15,0 0-301 0,10 50 0 16,7-14 0-16,3 11 0 0,3 4 0 16,-2 3 0-16,-1 10 0 0,1 3 0 15,0 4 0-15,-1 1 0 16,-3 0 0-16,-13 0 0 0,-8 2 0 16,-10-3 0-16,-7-4 0 0,-6-7 0 15,4-8 0-15,-2-10 0 0,9-12 0 16,-1-9 0-16,3-12 0 0,8-8-2302 0</inkml:trace>
  <inkml:trace contextRef="#ctx0" brushRef="#br0" timeOffset="23164.96">7789 6706 5206 0,'0'0'1096'16,"0"0"373"-16,0 0-1048 0,0 0-421 16,0 0 0-16,41-3 0 0,-6-1 0 15,3 0 0-15,-1-2 0 16,-4 2 0-16,-2 3 0 0,-4 1 0 15,-2 0 0-15,-5 0 0 0,-3 1 0 16,-3-1 0-16,3 0 0 0,-11 0 0 16,2-3-557-16,-6 1-2268 15,2-2-1945-15</inkml:trace>
  <inkml:trace contextRef="#ctx0" brushRef="#br0" timeOffset="23577.57">7803 6852 8155 0,'0'0'37'0,"0"0"-37"15,0 0 0-15,58 12 0 0,-16-12 0 16,9-4 0-16,-3-4 0 0,-1-2 0 16,-7 0 0-16,-5 2 0 0,-4-1 0 15,-8 4-1241-15,-3-3-3097 0</inkml:trace>
  <inkml:trace contextRef="#ctx0" brushRef="#br0" timeOffset="24270.22">9060 6366 4153 0,'0'0'1897'15,"0"0"-1028"-15,0 0-281 0,-16 41 8 16,16-2-507-16,0 10-89 0,0 5 0 16,4-1 0-16,-2 4 0 0,-2 3 0 15,0 4 0-15,-2 2 0 0,-6-2 0 16,-5-4 0-16,7-4 0 0,-4-10 0 15,5-12 0-15,5-12-177 0,0-13-2064 16,0-8-760-16</inkml:trace>
  <inkml:trace contextRef="#ctx0" brushRef="#br0" timeOffset="24670.23">9058 6389 4582 0,'0'0'976'0,"17"-47"-392"15,-7 23-155-15,11 3 39 16,-1 3-324-16,3 3 0 0,8 6 136 16,0 5-168-16,6 4 20 0,1 10 28 15,-1 8-160-15,-2 5 16 0,-8 5-16 16,-13 3-12-16,-3 1-24 0,-11 3 16 15,-9-3-28-15,-3-2 48 0,-3-1 12 16,-5-3 12-16,-1-3-16 0,-2-2 164 16,-4-2-107-16,-2-5-65 0,3-2 0 15,-7-4 0-15,2 0 0 16,0-4 0-16,0 2 0 0,8-2 0 16,8 0 0-16,5 0 0 0,0 4 0 15,10 7 0-15,0 4 0 16,0 4 0-16,4 4 0 0,6 1 0 15,3 1 0-15,1 3 0 0,7 0 0 16,-1 2 0-16,1-2 0 0,2-2 0 16,-3-1 0-16,5-4 0 0,-2-4 0 15,-2-2 0-15,3-6 0 16,-5-1 0-16,-4-5-849 0,-5-4-2137 0</inkml:trace>
  <inkml:trace contextRef="#ctx0" brushRef="#br0" timeOffset="25000.3">9426 6952 6510 0,'0'0'1217'16,"0"0"-752"-16,33-23-465 0,-8 8 0 16,-4-3 0-16,-1-1 0 0,1-1 0 15,-5-3 0-15,1 1 0 16,-7-1 0-16,1 2 0 0,-5 1 0 15,-6 1 0-15,-2 1 0 0,-8 3 0 16,-1 4 0-16,-3 5 0 0,-3 6 0 16,-4 7 0-16,1 11 0 0,-7 5 0 15,0 7 0-15,2 3 0 16,3 3 0-16,3 1 0 0,13-2 0 16,6 2 0-16,10-5 0 0,7-4 0 15,9-4 0-15,3-5 0 0,4-3 0 16,9-7 0-16,1-3 0 0,5-6 0 15,-9 0 0-15,-2-6-1561 0</inkml:trace>
  <inkml:trace contextRef="#ctx0" brushRef="#br0" timeOffset="27956.9">10367 6117 2713 0,'0'0'964'0,"0"0"-131"0,0 0 387 16,0 0-576-16,0 0-207 0,0 0 219 15,0 0-348-15,0-34-96 0,-7 30-7 16,-3 1-205-16,-4-1 0 0,-3 3 0 15,-4 1 0-15,1 0 0 0,-5 1 0 16,2 4 0-16,-4 1 0 0,3 3 0 16,1 2 0-16,-2 3 0 0,8 3 0 15,1 0 0-15,6 1 0 16,-1 1 0-16,7 3 0 0,-2 0 0 16,6 3 0-16,0-2-41 0,6 0-43 15,4 0 16-15,5-2-4 0,-3 2 72 16,9-2-8-16,-5 0-4 15,5-1 12-15,0 0 0 0,-5-2 4 16,3 0-4-16,-7 1 12 0,-7-1-4 16,-1 0-8-16,-8 3 12 0,-7-1 4 15,-5 2-16-15,-9-3 28 0,2 0-12 16,-2-2-16-16,3-2 4 16,1-1 0-16,6-2-4 0,-1-1 0 15,6-3 0-15,5-2 0 0,-1-2 0 16,2 1-24-16,4 1 20 0,0-1 0 15,0 1-48-15,0 0 52 0,8 0-8 16,1 1 4-16,5-1 4 0,7 1 20 16,-1 0 0-16,1 0-20 15,-4 1 4-15,-3 4-4 0,-1 3 0 16,-3 4-208-16,-6 4-112 0,-8 2 124 16,-2 2 132-16,-9 2 48 0,3 4 16 15,-7-1 60-15,3 2 4 16,-5 0 64-16,4 3 72 0,-3 0-108 15,3 1 32-15,1 0 124 0,5 1-127 16,1 0-121-16,10 0 0 0,0 0 0 16,10-3 0-16,7-3 0 15,4-3 0-15,5-4 0 0,5-4 0 16,-4-1 0-16,-2-5 0 0,-2-5-137 16,-9-3-1764-16,-1-8-2028 0</inkml:trace>
  <inkml:trace contextRef="#ctx0" brushRef="#br0" timeOffset="30285.12">10809 6660 3773 0,'0'0'2437'16,"0"0"-1840"-16,0 0 259 0,0 0-456 15,0 0-271-15,0 0-129 16,0 0 0-16,0 54 0 0,4-16 0 16,2 4 0-16,1 3 0 0,1 7 0 15,-6 4 0-15,-2 3 0 0,-2-1 0 16,-6-2 0-16,-1-8 0 0,1-7 0 15,-2-8 0-15,3-7 0 0,3-4 0 16,2-9 0-16,2-5 0 16,0-6-81-16,6-2-803 0,-6-2-1 15,11-10-1692-15</inkml:trace>
  <inkml:trace contextRef="#ctx0" brushRef="#br0" timeOffset="30656.19">10776 6647 4842 0,'0'0'956'0,"0"0"-216"0,41-8 449 0,-18 7-724 16,8-2-465-16,0 0 0 0,6-2 0 15,0-2 0-15,1-2 0 0,-3 1 0 16,-2 0 0-16,-2 1 0 0,-6 1 0 16,-9 1 0-16,-5 2-269 15,-5 0-719-15,-2 3-17 0,-4 0-1444 0</inkml:trace>
  <inkml:trace contextRef="#ctx0" brushRef="#br0" timeOffset="30890.29">10782 6941 3841 0,'0'0'1569'0,"0"0"-893"0,0 0 141 15,0 0 259-15,17 32-863 16,18-30-213-16,8-2 0 0,13-3 0 15,-6-6 0-15,-5 0 0 0,-8 3 0 16,-10 0 0-16,0-1 0 0,-6-3 0 16,-7 1-25-16,-1-4-6146 0</inkml:trace>
  <inkml:trace contextRef="#ctx0" brushRef="#br0" timeOffset="32516.42">10693 6397 3713 0,'0'0'1885'0,"0"0"-957"0,0 0 297 16,0 0-784-16,0 0-441 0,52 0 0 15,-9 4 0-15,13 0 0 0,4 1 0 16,-2-3 0-16,-2 3 0 0,-5 0 0 15,-11 1 0-15,-3-3 0 0,-8-1-857 16,-6-3-2008-16</inkml:trace>
  <inkml:trace contextRef="#ctx0" brushRef="#br0" timeOffset="35162.23">11586 7186 4133 0,'0'0'833'16,"0"0"-285"-16,0 0 396 0,0 0-635 15,42 5-41-15,-22-5 172 16,1-2-236-16,0-4-20 0,-5-2 72 16,5-3-183-16,-5-1-73 0,1-1 0 15,-1-1 0-15,-1-4 0 0,-5 2 0 16,-4-1 0-16,-1-1 0 0,-5 1 0 15,-5 1 0-15,-1-1 0 0,-8 3 0 16,1 1 0-16,-7 2 0 0,-7 4 0 16,0 6 0-16,-4 2 0 15,4 10 0-15,-4 6 0 0,0 6 0 16,4 8 0-16,-2 5 0 0,6 3 0 16,7 1 0-16,8 2 0 0,6 0 0 15,8 0 0-15,4-2 0 16,11-1 0-16,10-5 0 0,6-4 0 15,11-8 0-15,5-8 0 0,9-10 0 16,0-5 0-16,-4-8 0 0,-8-5 0 16,-9-5 0-16,-14 1-949 0,-8-6-1724 15</inkml:trace>
  <inkml:trace contextRef="#ctx0" brushRef="#br0" timeOffset="35768.17">12173 6678 5470 0,'0'0'828'0,"0"0"-271"0,0 0 323 0,0 0-528 16,0 0-247-16,0 0-105 0,0 0 0 15,0 0 0-15,6 39 0 0,5-2 0 16,-1 3 0-16,0 2 0 0,1-1 0 16,-5-1 0-16,4 3 0 15,-6 0 0-15,-4-3 0 0,0-2 0 0,-8-4 0 16,2-3 0-16,-6-5 0 16,-3-3 0-16,-1-7 0 0,-3-1 0 15,2-8 0-15,1-5 0 0,-5-4 0 16,5-9 0-16,-1-8 0 0,-1-12 0 15,5-10 0-15,5-14-25 0,2-11-1752 16,0 12-280-16,1-7-1860 0</inkml:trace>
  <inkml:trace contextRef="#ctx0" brushRef="#br0" timeOffset="35907.64">12215 6187 6811 0,'0'0'664'15,"0"0"-228"-15,0 0-155 0,0 0-281 16,0 0 0-16,0 0 0 0,37 1 0 16,-17 6-605-16,-3-1-1412 0,6 3-704 15</inkml:trace>
  <inkml:trace contextRef="#ctx0" brushRef="#br0" timeOffset="36470.82">12527 6529 4253 0,'0'0'949'0,"0"0"147"0,0 0-627 15,0 0-73-15,0 0 100 16,0 0-256-16,-33 41 53 0,18-12-293 16,3 3 0-16,4-3 0 0,1-4 0 15,7-2 0-15,0-2 0 0,0-3 0 16,7-3 0-16,-3-5 0 0,0-4 0 15,2-2 0-15,4-2 0 0,7-3 0 16,-3-5 0-16,-1-6 0 0,1-3 0 16,-1-4 0-16,-3 2 0 15,4 1 0-15,-7 0 0 0,3 4 0 16,-2 3 0-16,-6 4 0 0,2 2 0 16,-4 2 0-16,0 1 0 0,3 1 0 15,1 7 0-15,0 4 0 16,2 2 0-16,0 0 0 0,5-4 0 15,3-3 0-15,3-1 0 0,3-5 0 16,1-1 0-16,0-5 0 0,1-4 0 16,-1-4 0-16,-7-4 0 15,-1 1 0-15,-5 0 0 0,-6 0 0 16,-2-2 0-16,-6-1 0 0,-4-2 0 16,-1-1 0-16,5-2 0 0,-4 1 0 15,6-2 0-15,4 4 0 0,0 3 0 16,8 2-325-16,-6 6-1012 0,2-3-3749 0</inkml:trace>
  <inkml:trace contextRef="#ctx0" brushRef="#br0" timeOffset="36983.29">13116 6160 3545 0,'0'0'1653'0,"-13"33"-833"16,9-8-167-16,-2 5 199 0,-4 5-508 15,4 4-104-15,-5 5-155 0,1 1-85 16,0 2 0-16,3-1 0 0,-1-1 0 16,8-5 0-16,0-4 0 15,4-6 0-15,2-5 0 0,5-3 0 16,-1-6 0-16,7-5 0 0,-3-6 0 16,7-5 0-16,2-2 0 0,1-6 0 15,-1-2 0-15,2-1 0 0,-4-2 0 16,-9 1 0-16,2-1 0 0,-7 0-829 15,-3 1-368-15,0 0-768 0</inkml:trace>
  <inkml:trace contextRef="#ctx0" brushRef="#br0" timeOffset="37173.96">12841 6498 6286 0,'0'0'228'0,"47"-16"973"0,-3 5-724 16,8 1-477-16,3-2 0 15,-1 2 0-15,0-1 0 0,2 0 0 16,-13-2 0-16,-12 4-13 0,-6-1-3500 0</inkml:trace>
  <inkml:trace contextRef="#ctx0" brushRef="#br0" timeOffset="38346.01">13488 6153 2393 0,'0'0'1468'15,"0"0"-635"-15,27-36 327 0,-17 28-552 16,5 0-203-16,-5 2 191 0,7 0-372 16,3 1-24-16,7 3 105 15,0 2-305-15,4 6 0 0,6 6 0 16,-6 3 0-16,0 4 0 0,-6 3 0 16,-9 4 0-16,-3 1 0 0,-9 2 0 15,-4 1 0-15,-10 0 0 0,-3 1 0 16,-7 3 0-16,-5-2 0 0,-6 3 0 15,0 1 0-15,-2 1 0 0,2-2 0 16,4 0 0-16,2-3 0 0,4-3 0 16,9-3 0-16,6-3 0 15,2-2 0-15,4-2 0 0,4-4 0 16,6-2 0-16,-4-2 0 0,7-3 0 16,-3-3 0-16,-2 1 0 0,-6-3 0 15,7 2 0-15,-3 1 0 16,0 5 0-16,2 1 0 0,-6 2 0 15,-2 2 0-15,0 3 0 0,-10 3 0 16,-6 2 0-16,1 1 0 0,5-1 0 16,-3 0 0-16,3 0 0 0,4-2 0 15,2 0 0-15,4 0 0 16,0-2 0-16,4 1 0 0,2-1 0 16,0-2 0-16,5 1 0 0,5-2 0 15,-1 1 0-15,1 2 0 0,-1 0 0 16,1 5 0-16,-6 1 0 0,1 4 0 15,-7 3 0-15,-4-1 0 0,-4 3 0 16,-7-1 0-16,-3-2 0 16,-3-1 0-16,-3-2 0 0,-3-2 0 15,-2-1 0-15,2-4 0 0,-1 2 0 16,-3-4 0-16,0 0 0 0,2-1 0 16,-2-1 0-16,7 0 0 15,-1-2 0-15,4-2-105 0,7-3-999 16,-4-5-197-16</inkml:trace>
  <inkml:trace contextRef="#ctx0" brushRef="#br0" timeOffset="41749.21">16004 6976 1656 0,'0'0'368'0,"0"0"-167"16,27-36 1655-16,-17 23-1191 0,-4 0-97 15,2 1 364-15,-6 0-383 16,-2-1-5-16,-2 1 309 0,-8-1-853 15,-4 1 0-15,-9 1 0 0,-2 2 0 16,-6 6 0-16,4 2 0 0,0 2 0 16,0 7 0-16,3 6 0 15,1 7 0-15,-2 7 0 0,8 2 0 16,3 4 0-16,8 0 0 0,6-6 0 16,6 0 0-16,11-8 0 0,7-7 0 15,1-6 0-15,4-7 0 0,2-6 0 16,-4-7 0-16,-2-2 0 0,-9-4 0 15,1-1 0-15,-7 1 0 0,-6-1 0 16,0 1 0-16,-1 3 0 0,-3 3 0 16,0 6 0-16,0 2 0 15,0 4 0-15,0 1 0 0,0 0 0 16,0 5 0-16,4 13 0 0,6 11 0 16,2 10 0-16,-1 6 0 0,-7 4 0 15,0-3 0-15,-8 4 0 16,-6 2 0-16,-7 2 0 0,-8 1 0 15,-4 3 0-15,-6-3 0 0,2-3 0 16,-2-6 0-16,4-7 0 0,4-8 0 16,2-7 0-16,2-10 0 0,3-7 0 15,5-7 0-15,-1-6 0 16,5-7 0-16,5-7 0 0,2-8 0 16,4-5 0-16,0-5 0 0,10 1 0 15,5 0 0-15,6 3 0 0,1 4 0 16,9 4 0-16,4 1 0 0,5 4 0 15,9-3 0-15,1 0 0 0,2 1 0 16,-5 0 0-16,-3 2 0 16,-9 3 0-16,-2-1 0 0,-13 2 0 15,1 2 0-15,-6-1 0 0,-5 1 0 16,-4 1 0-16,0-3 0 0,3-2 0 16,-7 0 0-16,2-2 0 0,0 0 0 15,-2-2 0-15,-2 0 0 16,0 2 0-16,0 4 0 0,0 4 0 15,-2 4 0-15,-2 7 0 0,-2 2 0 16,-9 7 0-16,-6 13 0 0,-5 12 0 16,-5 10 0-16,4 3 0 0,10-3 0 15,3 2 0-15,12-7 0 16,4-1 0-16,12-8 0 0,7-9 0 16,6-6 0-16,4-5 0 0,2-8 0 15,4-1 0-15,-2-11 0 0,-4-2 0 16,-4-4 0-16,-4-2 0 0,-5-2 0 15,-5-1 0-15,-3 0 0 0,-4 3-97 16,-2 5 53-16,1 4 44 0,-3 6 60 16,-2 3-12-16,0 2-15 15,4 6-33-15,-4 6 0 0,4 5 0 16,-2 4 0-16,-2-1 0 0,0-1 0 16,0-3 0-16,-6 0 0 15,2-3 0-15,2-3 0 0,-3-5 0 16,5-2 0-16,0-3 0 0,0 0 0 15,0-10 0-15,11-10 0 0,3-8 0 16,3-8 0-16,-1-2 0 0,1 3 0 16,4 1 0-16,-5 6 0 0,-1 6 0 15,-5 7 0-15,0 8 0 16,-10 6 0-16,6 1 0 0,-6 4 0 16,5 9 0-16,-5 7 0 0,4 5 0 15,-4 3 0-15,0 1 0 0,-4-3 0 16,4 1 0-16,0-2 0 0,0-4 0 15,6-3 0-15,4-5-217 0,5-1-1256 16,-5-5 265-16,2-5-177 0</inkml:trace>
  <inkml:trace contextRef="#ctx0" brushRef="#br0" timeOffset="42127.46">16764 7202 3913 0,'0'0'1513'0,"0"0"-272"16,17-39 223-16,-13 21-1403 0,-2-2-61 15,4-4 0-15,-6-2 0 16,0 0 0-16,0-3 0 0,0 1 0 15,2-1 0-15,-2 7 0 0,0 5 0 16,0 8 0-16,0 5 0 0,-2 4 0 16,-6 4 0-16,-6 16 0 15,-3 5 0-15,3 8 0 0,1 3 0 16,9-8 0-16,4 0 0 0,6-6 0 16,9-2 0-16,1-6 0 0,9-2 0 15,-2-4 0-15,4-1 0 0,-7-3 0 16,1 1 0-16,-7-3 0 0,-1 2 0 15,-7-3 0-15,-2 0 0 0,-4 3 0 16,6-2 0-16,-6 3 0 16,2-1 0-16,1 0 0 0,-3 1 0 15,4-4 0-15,-2-1 0 0,0-1 0 16,4-12 0-16,0-9 0 0,5-6 0 16,3-5 0-16,-2 2 0 0,3 4 0 15,-5 3 0-15,-4 4 0 16,5 5 0-16,1 1 0 0,-2 3 0 15,5 2 0-15,1 1-453 0,3 3-1012 16,0 2-363-16</inkml:trace>
  <inkml:trace contextRef="#ctx0" brushRef="#br0" timeOffset="42423.41">17312 6946 4838 0,'0'0'2149'16,"0"0"-1185"-16,0 0-723 0,0 0-241 15,0 0 0-15,-41-18 0 0,18 18 0 16,-8 7 0-16,0 10 0 0,6 4 0 15,-2 5 0-15,9-1 0 0,5-4 0 16,7-2 0-16,6-3 0 0,6-6 0 16,7-3 0-16,3-3 0 15,5-4 0-15,-2-1 0 0,-1-6 0 16,-5-3 0-16,1-2 0 0,-2-2 0 16,1 1 0-16,-7 3 0 0,0 0 0 15,-6 6 0-15,0 2 0 16,0 1 0-16,0 1 0 0,4 1 0 15,-2 10 0-15,3 9 0 0,1 4 0 16,-2 4 0-16,6-2 0 0,-4-3 0 16,3-1 0-16,-3-2 0 0,-2-2 0 15,-2-2 0-15,-2-7-785 16,0-2-412-16,0-4-199 0,4-3-2534 0</inkml:trace>
  <inkml:trace contextRef="#ctx0" brushRef="#br0" timeOffset="42640.23">17544 6469 6563 0,'0'0'628'0,"0"0"373"0,0 0-1001 15,0 0 0-15,0 0 0 16,0 0 0-16,0 38 0 0,4 8 0 16,-2 11 0-16,2 9 0 0,-4 4 0 15,0 9 0-15,-2 5 0 16,-8 0 0-16,-5-3 0 0,-1-9 0 15,1-9 0-15,-1-12 0 0,5-17-493 16,1-10-1436-16</inkml:trace>
  <inkml:trace contextRef="#ctx0" brushRef="#br0" timeOffset="43198.35">18815 6679 4690 0,'0'0'884'0,"-12"-51"409"0,-3 24-537 0,-1 3-292 0,-9 0-359 15,-2 3-105-15,0 1 0 0,-4 1 0 16,6 2 0-16,-2 4 0 0,0 5 0 16,7 3 0-16,-7 5 0 0,4 11 0 15,-2 5 0-15,5 4 0 16,3 5 0-16,3 4 0 0,3 3 0 16,5 1 0-16,6 3 0 0,2-2 0 15,13 4 0-15,3 1 0 16,1 5 0-16,6 1 0 0,-9 5 0 15,1 1 0-15,-9 1 0 0,-2 2 0 16,-4-1 0-16,-2-5 0 0,0-1 0 16,-2-7 0-16,-4-6 0 0,-2-5 0 15,2-8 0-15,3-9 0 16,1-5 0-16,0-5-637 0,2-2-1116 16,-4-7-280-16</inkml:trace>
  <inkml:trace contextRef="#ctx0" brushRef="#br0" timeOffset="43338.38">18387 7114 5986 0,'0'0'809'0,"0"0"-373"0,0 0 164 16,54-8-260-16,-21 8-319 15,4-1-21-15,0-1 0 0,3 1 0 16,-3-1 0-16,0-2 0 0,4 1 0 16,-3-3-821-16,-12 1-752 0,-5 1-376 0</inkml:trace>
  <inkml:trace contextRef="#ctx0" brushRef="#br0" timeOffset="43618.26">18836 7120 4081 0,'0'0'1037'16,"0"0"-357"-16,0 0 201 15,0 0-509-15,0 0-24 0,0 0 184 16,0 0-271-16,0 0-261 0,0 0 0 16,-44 7 0-16,19 7 0 0,5 4 0 15,-1 4 0-15,0 0 0 0,9 1 0 16,2-2 0-16,10 0 0 0,2-3 0 15,10 0 0-15,1-5 0 0,9-5 0 16,-1-3 0-16,0-5 0 16,-1-3 0-16,1-6 0 0,-2-5 0 15,-7-4 0-15,0-3 0 0,-3-3 0 16,-7-2 0-16,-2 1 0 0,0 0 0 16,-7 0 0-16,5 2 0 0,-2-1 0 15,-2 1 0-15,2 3 0 16,2 2-81-16,2 5-1063 0,2 4 159 15,2 4-131-15,4 3-1405 0</inkml:trace>
  <inkml:trace contextRef="#ctx0" brushRef="#br0" timeOffset="43781.41">18984 7195 3853 0,'0'0'1441'0,"0"0"-501"0,0 0 321 15,0 0-781-15,0 0-263 0,0 0-217 16,0 0 0-16,0 0 0 0,0-36 0 15,9 5 0-15,3-1 0 0,1 5 0 16,-1 3 0-16,2 3 0 0,-1 6 0 16,3 2 0-16,-1 2-733 15,5 1-1020-15,-7 3-100 0,-1 3-1620 0</inkml:trace>
  <inkml:trace contextRef="#ctx0" brushRef="#br0" timeOffset="44177.25">19201 7040 5698 0,'-10'35'921'15,"2"-6"-225"-15,-2 5 181 0,3-5-877 16,1-4 0-16,2-3 0 0,4-7 0 16,0-4 0-16,4-5 0 15,-2-4 0-15,2-2 0 0,9-9 0 16,-1-8 0-16,5-9 0 0,-1-5 0 16,-3 1 0-16,-1 2 0 0,0 2 0 15,-1 2 0-15,-5 9 0 0,-2 4 0 16,0 7 0-16,-4 4 0 0,2 2 0 15,2 7 0-15,1 8 0 0,-3 3 0 16,2 1 0-16,-2 1 0 0,0-3 0 16,0-4 0-16,2-1 0 15,-2-3 0-15,2-4 0 0,0-3 0 16,1-4 0-16,5-2 0 0,6-7 0 16,3-5 0-16,0-3 0 0,-3 3 0 15,1 2 0-15,-7 6 0 16,0 1 0-16,1 3 0 0,-1 2 0 15,0 8 0-15,1 6 0 0,-1 6 0 16,0 3 0-16,-3 1 0 0,1 2 0 16,-2-3 0-16,0-3 0 0,-2-4 0 15,3-2 0-15,-3-5 0 16,-2-6 0-16,6-1-1730 0</inkml:trace>
  <inkml:trace contextRef="#ctx0" brushRef="#br0" timeOffset="44781.34">20704 6685 2217 0,'0'0'1392'0,"9"-41"-808"0,-5 18 45 16,-4 4 767-16,-2-6-675 0,-7 1-53 15,-7-2-83-15,-5 0-585 0,-6 3 0 16,-6 1 0-16,-2 4 0 15,-2 7 0-15,2 9 0 0,-3 5 0 16,5 12 0-16,-2 10 0 0,-2 7 0 16,6 6 0-16,4 1 0 0,7-1 0 15,9 4 0-15,11 0 0 16,11 5 0-16,13 3 0 0,7 6 0 16,4 1 0-16,-4 5 0 0,-6 1 0 15,-4-2 0-15,-11 0 0 0,-6-6 0 16,-4-1 0-16,-8-8 0 0,-6-6 0 15,-1-4 0-15,-3-9 0 0,-3-8-273 16,2-8-427-16,1-10-97 16,3-1-1512-16,3-12-684 0</inkml:trace>
  <inkml:trace contextRef="#ctx0" brushRef="#br0" timeOffset="44921.22">20285 7218 5746 0,'0'0'1269'0,"0"0"-749"16,49-11 28-16,-24 7-439 0,6 0-109 15,-4 1 0-15,0-1 0 0,4 0 0 16,4-1 0-16,-2-1 0 0,2-1 0 16,-4-3-325-16,-2 3-1468 0,-8 1 44 15,-11 1-800-15</inkml:trace>
  <inkml:trace contextRef="#ctx0" brushRef="#br0" timeOffset="45167.3">20694 7113 2737 0,'0'0'2837'15,"0"0"-1668"-15,0 0-377 0,-41-10-135 16,22 16-657-16,2 8 0 0,-1 5 0 15,3 4 0-15,1 2 0 0,10 5 0 16,4-3 0-16,4 0 0 16,10 2 0-16,1-3 0 0,3-5 0 15,1-3 0-15,4-6 0 0,-3-6 0 16,5-6 0-16,-2-1 0 0,-2-9 0 16,-5-4 0-16,-5-8 0 0,-1-2 0 15,0-5 0-15,-6 3 0 16,-2-2 0-16,-2 0 0 0,0 1 0 15,-6 0 0-15,-4 1-549 0,0 1-175 16,-1 4 127-16,-1 6-431 0,1 5 160 16,1 6 107-16,4 4-191 0,4 0 327 15,0 3-275-15</inkml:trace>
  <inkml:trace contextRef="#ctx0" brushRef="#br0" timeOffset="45340.68">20830 7282 2000 0,'0'0'1289'0,"7"36"-493"0,-7-23 273 15,0-6-321-15,0-3 21 0,-5-4 515 16,5 0-1047-16,-2-11-237 16,2-13 0-16,7-5 0 0,5-7 0 15,2-1 0-15,7 5 0 0,0 1 0 16,-5 1 0-16,5 2 0 0,0 1 0 16,-1 1 0-16,-1-5 0 0,-5 8-365 15,1-4-6550-15</inkml:trace>
  <inkml:trace contextRef="#ctx0" brushRef="#br0" timeOffset="45930.87">22046 7021 5398 0,'0'0'176'0,"0"0"620"16,0-44-331-16,0 31-85 0,-10 0 76 16,-7 2-352-16,-4-1 4 0,-1 3 201 15,-5 4-309-15,-2 1 0 0,6 5 0 16,-2 9 0-16,0 7 0 0,5 5 0 15,5 4 0-15,5 0 0 0,10-2 0 16,8-4 0-16,13-1 0 0,6-6 0 16,8-5 0-16,6 0 0 15,3-5 0-15,1 2 0 0,-4 1 0 16,-12 3 0-16,-8 3-37 0,-11 2-171 16,-10 5 84-16,-6 1 104 0,-10 1 20 15,-7 0 368-15,-2-2-347 16,-4-1-21-16,0-3 0 0,-2-2 0 15,2-2 0-15,2-4 0 0,5-4 0 16,3-3 0-16,7 0 0 0,5 0 0 16,3-2 0-16,4-1-45 0,0-5-431 15,7 0-136-15,7-6-637 16,0 0-19-16,1-2-397 0</inkml:trace>
  <inkml:trace contextRef="#ctx0" brushRef="#br0" timeOffset="46099.68">22269 7063 6791 0,'-14'39'1368'16,"-1"4"-1335"-16,1 5-33 15,1-6 0-15,1-5 0 0,4-6 0 16,6-8 0-16,-1-4 0 0,3-8 0 16,0-4 0-16,3-8-177 15,-1-5-1087-15,0-13-2358 0</inkml:trace>
  <inkml:trace contextRef="#ctx0" brushRef="#br0" timeOffset="46207.49">22385 6520 5834 0,'0'0'44'16,"0"0"44"-16,0 0 44 0,0 0-132 16,0 0-684-16,-13 39-981 0</inkml:trace>
  <inkml:trace contextRef="#ctx0" brushRef="#br0" timeOffset="46467.28">22323 7294 6514 0,'0'0'989'0,"-2"42"-329"15,2-31-631-15,4-10-29 0,2-5 0 16,7-13 0-16,3-17 0 0,5-9 0 16,1-8 0-16,-1-2 0 15,-6 8 0-15,-1 5 0 0,-4 10 0 0,-3 10 0 16,-5 11 0-16,2 6 0 0,-4 3 0 15,0 5 0-15,0 9 0 16,-4 10 0-16,4 4 0 0,0 4 0 16,4-1 0-16,-2-3 0 0,2 1 0 15,0-4 0-15,2 0 0 0,3-4 0 16,-3-3 0-16,2-7 0 16,0-5-341-16,3-6-627 0,-5-4-1117 15,2-3 208-15</inkml:trace>
  <inkml:trace contextRef="#ctx0" brushRef="#br0" timeOffset="46685.34">22635 7117 5098 0,'0'0'1721'0,"0"0"-861"15,0 0-347-15,0 0-513 0,0 0 0 16,0 0 0-16,0 0 0 0,8 51 0 16,-4-29 0-16,3-2 0 0,1-2 0 15,4-3 0-15,1-2 0 0,3-2 0 16,1-6 0-16,-3-5 0 15,7-1 0-15,-7-12 0 0,3-3 0 16,-5-5 0-16,1-5 0 0,-3-4 0 16,-6 3 0-16,0-1 0 0,-4 4 0 15,-6 2 0-15,-4 4 0 0,-1 7 0 16,7 2 0-16,-2 2-3046 0</inkml:trace>
  <inkml:trace contextRef="#ctx0" brushRef="#br0" timeOffset="47204.35">23160 6972 4802 0,'0'0'1857'0,"0"0"-1193"0,-37-1-80 0,18 3-299 16,-4 4-285-16,1-3 0 0,3 1 0 16,3-1 0-16,-1 0 0 15,11-1 0-15,-2 1 0 0,1-1 0 16,7 1 0-16,-2 2 0 0,2 6 0 16,2 7 0-16,13 2 0 0,3 0 0 15,5-1 0-15,4-5 0 0,8 0 0 16,2-1 0-16,-1 0 0 0,-3-2 0 15,-11 3 0-15,-7 0 0 16,-13 0 0-16,-2-1 0 0,-10 1 0 16,-5 0 0-16,-8-1 0 0,-1 0 0 15,-7-3 0-15,4-3 0 0,0-5 0 16,0-2 0-16,10-1 0 16,5-4 0-16,6-3 0 0,6-5 0 15,2 0-1025-15,4 1-344 0,6 0-2353 0</inkml:trace>
  <inkml:trace contextRef="#ctx0" brushRef="#br0" timeOffset="47493.35">23365 7065 6218 0,'0'0'1397'16,"0"0"-820"-16,0 0-577 0,0 0 0 16,0 0 0-16,0 0 0 0,-38 4 0 15,22 21 0-15,-3 8 0 0,3 4 0 16,-1 0 0-16,11-4 0 15,2-2 0-15,4-6 0 0,6-4 0 16,7-6 0-16,7-9 0 0,5-6 0 16,4-10 0-16,2-12 0 0,-2-5 0 15,-2-5 0-15,-7-1 0 0,-7-2 0 16,-5 2 0-16,-8 2 0 0,-4 3 0 16,-8 3 0-16,-3 6 0 15,-1 4 0-15,-1 3 0 0,3 5 0 16,3 2 0-16,5 1-289 0,4 2-1116 15,0 2-111-15,2-6-369 0</inkml:trace>
  <inkml:trace contextRef="#ctx0" brushRef="#br0" timeOffset="47676.16">23569 7017 4874 0,'0'0'1648'16,"-6"38"22"-16,0-12-1670 0,0 2 0 15,-3 6 0-15,1 0 0 0,0-2 0 16,2-2 0-16,-3-4 0 15,7-6 0-15,0-5 0 0,2-4 0 16,0-4 0-16,0-5 0 0,2-2 0 16,5-9 0-16,1-16-1289 0,0 1-600 15,2-10-812-15</inkml:trace>
  <inkml:trace contextRef="#ctx0" brushRef="#br0" timeOffset="47766.31">23679 6616 7987 0,'0'0'160'0,"6"-46"-115"0,-6 34-45 15,0 10 0-15,0 3 0 0,0 7 0 16,0 10 0-16,10 11 0 0,1 5-1229 16,1-7-632-16,1-1-588 0</inkml:trace>
  <inkml:trace contextRef="#ctx0" brushRef="#br0" timeOffset="48000.12">23838 7057 7259 0,'0'0'933'15,"0"0"-933"-15,-39-30 0 16,22 27 0-16,-1 5 0 0,-5 9 0 16,2 4 0-16,3 6 0 0,1 2 0 15,11 1 0-15,4 1 0 0,2-5 0 16,6-1 0-16,6-7 0 16,7-5 0-16,2-6 0 0,1-5 0 15,-1-10 0-15,0-6 0 0,-5-3 0 16,-1-7 0-16,-3-3 0 0,-1-7-685 15,-3 9-972-15,-2-4-756 0</inkml:trace>
  <inkml:trace contextRef="#ctx0" brushRef="#br0" timeOffset="48156.27">23910 6656 6458 0,'0'0'1129'0,"-2"36"-589"16,0-3-475-16,0 10-65 0,-4 3 0 15,2 1 0-15,0 2 0 0,0 0 0 16,2-3 0-16,2-2 0 0,4-5 0 15,6-3 0-15,2-5 0 0,1-3 0 16,1-7 0-16,3-5-1433 16,-7-8-188-16</inkml:trace>
  <inkml:trace contextRef="#ctx0" brushRef="#br0" timeOffset="48451.16">24096 7057 2693 0,'0'0'4258'15,"-14"-60"-3162"-15,4 31-951 0,-3 15-145 16,1 6 0-16,-1 8 0 0,-1 1 0 15,-1 9 0-15,1 5 0 0,2 5 0 16,3 3 0-16,1 5 0 0,4 3 0 16,2 1 0-16,2-1 0 0,0-3 0 15,6-1 0-15,0-4 0 16,5-7 0-16,1-7 0 0,2-6 0 16,3-5 0-16,4-10 0 0,-3-6 0 15,3-4 0-15,-2-3 0 0,-7-1 0 16,-4 1 0-16,-4 5 0 15,-2 7 0-15,-2 6 0 0,0 5 0 16,0 4 0-16,-2 11 0 0,0 12 0 16,-4 8 0-16,2 2 0 0,4-3 0 15,0-4 0-15,0-8 0 0,6-4 0 16,2-4 0-16,5-7-1686 16,-7-5-182-16,4-2-445 0</inkml:trace>
  <inkml:trace contextRef="#ctx0" brushRef="#br0" timeOffset="48636.4">24305 6721 6430 0,'0'0'1061'15,"0"0"-360"-15,0 0-701 0,0 0 0 16,0 0 0-16,6 33 0 0,-6 14 0 16,-2 13 0-16,0 6 0 0,2-1 0 15,0-2 0-15,2-3 0 0,5-5 0 16,-1-8 0-16,-2-5 0 0,8-8 0 15,3-5 0-15,-7-10-1321 16,2-10-988-16</inkml:trace>
  <inkml:trace contextRef="#ctx0" brushRef="#br0" timeOffset="49137.34">25576 6749 4181 0,'-24'-35'1753'15,"-1"-1"-1229"-15,-2-7 621 0,6 7-701 16,3-4-299-16,1 1-145 0,1 3 0 16,1 1 0-16,-3 8 0 15,1 7 0-15,-2 9 0 0,-1 11 0 16,-5 7 0-16,-4 13 0 0,-2 8 0 15,-2 6 0-15,4 3 0 0,4 3 0 16,5 2 0-16,9-1 0 0,9 4 0 16,8 1 0-16,11 1 0 0,6 4 0 15,3 3 0-15,1 3 0 16,-2 3 0-16,-2 5 0 0,-7-1 0 16,-3-1 0-16,-7-5 0 0,-4-3 0 15,-4-4 0-15,-4-6 0 0,-7-6 0 16,1-4 0-16,-5-9 0 0,-1-6 0 15,1-8 0-15,1-10 0 16,3-2-1065-16,-1-7-2397 0</inkml:trace>
  <inkml:trace contextRef="#ctx0" brushRef="#br0" timeOffset="49248.35">25107 7261 5726 0,'0'0'1265'15,"40"-18"-697"-15,-7 12 32 0,2 4-567 16,0 1-33-16,2 1 0 0,0 0 0 15,1 1 0-15,1 0 0 0,2-1 0 16,-8 0-1169-16,0-1-544 0</inkml:trace>
  <inkml:trace contextRef="#ctx0" brushRef="#br0" timeOffset="49539.46">25665 7177 5858 0,'0'0'945'0,"0"0"-361"16,-41-7 221-16,18 19-805 0,-4 9 0 15,-4 7 0-15,-2 6 0 16,2 5 0-16,9 0 0 0,5 0 0 16,13-2 0-16,10-7 0 0,15-2 0 15,10-7 0-15,10-5 0 0,0-8 0 16,5-8 0-16,-5-6 0 16,-1-8 0-16,-9-9 0 0,-7-4 0 15,-7-5 0-15,-7-2 0 0,-6-2 0 16,-6 2 0-16,-8-1 0 0,-4 1 0 15,-5 4 0-15,0 3 0 0,5 7 0 16,1 4 0-16,7 8 0 0,2 2 0 16,4 5 0-16,0 0-1257 15,4 1-2845-15</inkml:trace>
  <inkml:trace contextRef="#ctx0" brushRef="#br0" timeOffset="49724.61">25796 7477 6162 0,'0'0'945'0,"0"0"140"0,0 0-1085 16,0 0 0-16,0 0 0 0,4-44 0 15,8 7 0-15,7-4 0 0,3 0 0 16,3 6 0-16,2 2 0 16,0 2 0-16,0 6 0 0,2 0 0 15,-2 1 0-15,0 1 0 0,-1-1 0 16,-5 5-541-16,4 0-2612 0</inkml:trace>
  <inkml:trace contextRef="#ctx0" brushRef="#br0" timeOffset="50113.22">26393 7139 6282 0,'0'0'1801'16,"0"0"-1692"-16,0 0-109 0,-52-8 0 15,15 22 0-15,-4 7 0 0,1 9 0 16,5 2 0-16,8 0 0 0,7 0 0 16,9 0 0-16,7-3 0 15,8-1 0-15,9-2 0 0,10-5 0 16,10-5 0-16,6-8 0 0,9-8 0 16,1-6 0-16,-1-8 0 0,-3-7 0 15,-6-3 0-15,-6-2-553 0,-10 4-880 16,-4 0-2424-16</inkml:trace>
  <inkml:trace contextRef="#ctx0" brushRef="#br0" timeOffset="50250.7">26627 7201 6931 0,'0'0'816'16,"-15"38"-371"-16,7-16-445 16,0 1 0-16,1-2 0 0,3-2 0 15,2-1 0-15,2-5 0 0,0-4 0 16,0-2 0-16,0-3 0 0,0-4-1505 15,0 0-336-15,2-6-1185 0</inkml:trace>
  <inkml:trace contextRef="#ctx0" brushRef="#br0" timeOffset="50376.17">26769 6753 5146 0,'0'0'0'0,"0"0"-24"16,0 0-124-16,0 0-577 0,0 0-215 15,0 0-705-15</inkml:trace>
  <inkml:trace contextRef="#ctx0" brushRef="#br0" timeOffset="50966.52">26806 7203 3161 0,'-10'51'1889'0,"-2"-6"-917"16,-1 1-111-16,3-14 303 16,2-10-1019-16,1-10-145 0,5-9 0 15,2-3 0-15,7-7 0 0,5-17 0 16,9-8 0-16,3-6 0 0,-1-1 0 15,0 6 0-15,-4 6 0 0,-5 6 0 16,-6 10 0-16,-4 6 0 0,-4 5 0 16,0 0 0-16,-2 4 0 15,-2 7 0-15,0 10 0 0,2 2 0 16,2 1 0-16,10-1 0 0,5-6 0 16,6 1 0-16,3-3-417 0,3-3-3 15,0-4-160-15,-2-4 167 0,0-4 233 16,-5-1 168-16,-1-5 12 0,-5-6 108 15,-1-2 297-15,-7-3-193 16,-6 1-24-16,-4-2 332 0,-4-1-308 16,-7 6-28-16,-3 6 9 0,1 4-193 15,-4 7 0-15,3 7 0 0,-1 3 0 16,5 4 0-16,3-3 0 16,9 1 0-16,2-5 0 0,6-1 0 15,5-4 0-15,1-5 0 0,5-1 0 16,-3-5 0-16,1-3 0 0,-1-5 0 15,-1 1 0-15,-1-1 0 0,-2 4 0 16,1 3 0-16,-5 3 0 0,2 6 0 16,4 14 0-16,1 13 0 0,1 15 0 15,-1 11 0-15,-1 3 0 16,-1 3 0-16,-3 3 0 0,-4 0 0 16,-4-4 0-16,-8-2 0 0,-11-2 0 15,-8-5 0-15,-12 0 0 0,-5-1 0 16,-11-6 0-16,-5-3 0 15,-4-8 0-15,-3-8 0 0,8-8 0 16,3-9 0-16,10-6 0 0,7-7 0 16,12-10 0-16,11-12 0 0,14-10 0 15,10-10 0-15,19-6 0 16,14-4 0-16,11 4 0 0,8 5 0 16,10 2 0-16,2 3 0 0,-1 4-917 15,-16 10-832-15,-3 2-1052 0</inkml:trace>
  <inkml:trace contextRef="#ctx0" brushRef="#br0" timeOffset="51076.42">27559 7527 6655 0,'0'0'1537'0,"0"0"-1537"0,0 0 0 16,0 0 0-16,0 0 0 0,0 0 0 16,0 0 0-16,0 0-1025 0,0 0-1837 0</inkml:trace>
  <inkml:trace contextRef="#ctx0" brushRef="#br1" timeOffset="58945.6">12690 7192 2469 0,'0'0'1052'0,"0"0"529"15,0 0-845-15,0 0-136 0,0 0 233 16,0 0-457-16,0 0-132 0,-27 36 57 15,27-29-301-15,0 1 0 0,0 5 0 16,0 2 0-16,0 0 0 0,0 2 0 16,0 0 0-16,0 3 0 15,0 1 0-15,4 1 0 0,-4 1 0 16,7-1 0-16,-7 0 0 0,4-3 0 16,-4-3 0-16,0 1 0 0,0-3 0 15,0-1 0-15,0 1 0 0,0 1 0 16,0-1 0-16,0 0 0 15,0 4 0-15,0-2 0 0,0 2 0 16,2 1 0-16,2 0 0 0,-4 4 0 16,4 0 0-16,-2 5 0 0,-2 0 0 15,4 3 0-15,-4 2 0 16,0 3 0-16,0 3 0 0,0 1 0 16,0 5 0-16,4 0 0 0,-2 4 0 15,-2 0 0-15,0 0 0 0,5-1 0 16,-5 0 0-16,0 0 0 0,0 0 0 15,0 1 0-15,0-1 0 0,-5 3 0 16,-1 0 0-16,6 0 0 0,-4 0 0 16,-2-3 0-16,2-1 0 15,2-3 0-15,-2-2 0 0,4-2 0 16,0-1 0-16,0-1 0 0,0-1 0 16,0-1 0-16,-5 1 0 0,3-3 0 15,2 0 0-15,-4-1 0 16,2-4 0-16,-2-1 0 0,0-2 0 15,4-4 0-15,-2-1 0 0,-2-3 0 16,4 0 0-16,-4-2 0 0,1 0 0 16,-5-3 0-16,6-2 0 15,-2-4 0-15,0-5 0 0,2-2 0 16,-2-2 0-16,-3-18 0 0,3-23-189 16,-2 4-2092-16,2-17-2301 0</inkml:trace>
  <inkml:trace contextRef="#ctx0" brushRef="#br1" timeOffset="59460.18">12636 7157 3345 0,'0'0'928'0,"0"0"-547"0,0 0 71 15,0 0 220-15,0 0-312 0,0 0-28 16,0 0 129-16,0 0-221 0,0 0 104 15,-33 17 172-15,15-1-355 16,1 1-161-16,1 0 0 0,-1 1 0 16,3 1 0-16,-1 3 0 0,3-2 0 15,1 0 0-15,7-4 0 0,-2-2 0 16,6-4 0-16,0-4-349 16,0-3-555-16,6-3-161 0,5-2-1156 15,-5-4-232-15</inkml:trace>
  <inkml:trace contextRef="#ctx0" brushRef="#br1" timeOffset="59711.31">12636 7146 4506 0,'0'0'1600'0,"0"0"-1019"16,0 0-49-16,0 0 344 0,52 31-779 16,-29-12-97-16,2 2 0 0,-3-1 0 15,3 1 0-15,2-4 0 0,8-1 0 16,-6-4 0-16,2-4 0 16,0-1 0-16,-10-1 0 0,-5-3-1445 15,-5 1-1781-15</inkml:trace>
  <inkml:trace contextRef="#ctx0" brushRef="#br1" timeOffset="60630.53">12568 9475 2389 0,'0'0'952'0,"0"0"-252"0,0 0 233 16,0 0-361-16,0 0-56 0,0 0 297 15,0 0-281-15,0 0-48 0,0 0-183 16,21-12-301-16,-5 21 0 0,11 7 0 16,4 6 0-16,6-1 0 15,11-1 0-15,8-9 0 0,8-4 0 16,14-7 0-16,22-8 0 0,9-10 0 16,17-4 0-16,2-2 0 15,-4-1 0-15,-16 3 0 0,-19 5 0 16,-23 5 0-16,-27 6 0 0,-18 6 0 15,-13 5-437-15,-16 8-1476 0,2 0 617 16,-5 1 115-16</inkml:trace>
  <inkml:trace contextRef="#ctx0" brushRef="#br1" timeOffset="61597.81">14476 8931 5006 0,'0'0'948'16,"0"0"269"-16,0 0-585 0,0 0-344 0,-54 45-187 16,23-8-101-16,4 7 0 15,-4 2 0-15,0 4 0 0,11 1 0 16,-3 1 0-16,9 0 0 0,3 1 0 16,5-6 0-16,6-7 0 0,0-5 0 15,6-10 0-15,5-7 0 16,3-7 0-16,9-11 0 0,8-2 0 15,-4-9 0-15,8-7 0 0,-2-3 0 16,-8-3 0-16,2-2 0 0,-7 6 0 16,-3 2 0-16,-9 9 0 15,-6 4-173-15,2 5 113 0,-4 4 48 16,0 10-20-16,0 9 32 0,0 7 56 16,4 3-24-16,5-1 44 0,1-4 4 15,4-3-60-15,11-6-7 0,2-4-13 16,6-8 0-16,2-6 0 0,-2-4 0 15,5-8 0-15,-7-8 0 0,0-6 0 16,0-6 0-16,-9-2 0 16,-3-5 0-16,-7-1 0 0,-3 0 0 15,-7-1 0-15,-2-1 0 0,0 2 0 16,0 2 0-16,-2 3 0 0,-7 4 0 16,3 7 0-16,0 6 0 0,2 8 0 15,4 3 0-15,0 5-1565 16,0-5-1281-16</inkml:trace>
  <inkml:trace contextRef="#ctx0" brushRef="#br1" timeOffset="62002.89">15710 9170 6995 0,'0'0'828'0,"-16"59"-459"0,11-21-369 16,5 2 0-16,-6 4 0 0,6 3 0 15,-4-3 0-15,4-1 0 0,0-7 0 16,0-4 0-16,4-6 0 0,2-5 0 15,3-7-605-15,-3-7-756 0,4-6-2813 16</inkml:trace>
  <inkml:trace contextRef="#ctx0" brushRef="#br1" timeOffset="62142.67">15979 8875 3789 0,'0'0'3290'0,"0"0"-3178"15,0 0 44-15,0 0-56 0,0 0-100 16,0 0-64-16,0 0-480 0,-17 33 15 16,17-13-311-16,0-2-1853 0</inkml:trace>
  <inkml:trace contextRef="#ctx0" brushRef="#br1" timeOffset="62500.17">16188 9132 5286 0,'0'0'840'0,"0"0"25"16,-5-36-525-16,-1 26-36 15,2 2-56-15,2 1-204 0,-2 3 28 16,0 2 121-16,-4 1-193 0,-7 1 0 16,1 3 0-16,3 6 0 0,-1 2 0 15,8 2 0-15,0 2 0 16,4-1 0-16,2 3 0 0,4-2 0 15,6 2 0-15,3-1 0 0,1 1 0 16,1 1 0-16,-3-1 0 0,3-1 0 16,-3 2 0-16,3-1 0 15,-3-1 0-15,-3 0 0 0,-1-1 0 16,-8 2 0-16,-2-1 0 0,-10 3 0 16,-3 1 0-16,-7 0 0 0,-5 2 0 15,-2-2 0-15,0-2 0 0,6-3 0 16,-1-3 0-16,3-4 0 0,7-3 0 15,3-2 0-15,3-1 0 0,2-2-193 16,2 0-1119-16,2-4-353 0</inkml:trace>
  <inkml:trace contextRef="#ctx0" brushRef="#br1" timeOffset="63360.3">17668 8624 3497 0,'0'0'2773'0,"0"0"-1900"16,0 0-285-16,-35 54-340 0,14-17-64 16,-6 7-155-16,0 2-29 0,0-7 0 15,2-4 0-15,5-3 0 0,3-6 0 16,13-6-117-16,2-6-463 15,4-5-208-15,2-7-1626 0,9-3-807 0</inkml:trace>
  <inkml:trace contextRef="#ctx0" brushRef="#br1" timeOffset="63546.55">17837 8747 7667 0,'-35'34'525'0,"2"0"-525"0,0 8 0 15,4-2 0-15,2-2 0 0,13-7 0 16,5-4 0-16,9-7 0 0,9-6 0 16,5-6 0-16,11-8 0 15,-4-2-2846-15,1-9-2460 0</inkml:trace>
  <inkml:trace contextRef="#ctx0" brushRef="#br1" timeOffset="63967.8">18147 9311 6542 0,'-10'-33'1301'0,"0"3"-952"16,-5-5-349-16,-1 8 0 0,-1 6 0 15,5 5 0-15,-3 11 0 0,1 5 0 16,-3 12 0-16,1 14 0 0,-5 9 0 16,0 11 0-16,5 10 0 15,1 2 0-15,11 0 0 0,4-2 0 16,4-5 0-16,7-8 0 0,5-9 0 16,5-11 0-16,6-12 0 0,4-11 0 15,0-15 0-15,4-15 0 0,-2-11-281 16,-8 5-1340-16,-5-9-816 0</inkml:trace>
  <inkml:trace contextRef="#ctx0" brushRef="#br1" timeOffset="64166.65">18284 8749 7035 0,'0'0'1157'0,"0"0"-1157"0,-17 57 0 15,7-16 0-15,2 6 0 0,-1 1 0 16,5 3 0-16,0 1 0 15,4 2 0-15,0 1 0 0,4 1 0 16,0-3 0-16,7-4 0 0,1-10 0 16,2-6 0-16,3-13-821 15,-5-6-1000-15,-1-10-980 0</inkml:trace>
  <inkml:trace contextRef="#ctx0" brushRef="#br1" timeOffset="64462.97">18461 9295 2397 0,'0'0'3265'0,"0"0"-2264"0,-16 49-325 16,12-21-452-16,0 3-96 15,4 1 168-15,0-2-144 0,4-3-99 16,0-4-53-16,2-6 0 0,-2-5 0 16,-2-5 0-16,-2-4 0 15,0-3 0-15,0-4 0 0,0-9 0 16,0-8 0-16,-4-11 0 0,2-6 0 15,-2-5 0-15,8 3 0 0,2-3 0 16,9 4 0-16,3 5 0 0,5 4 0 16,0 5 0-16,4 3 0 15,0 2 0-15,-3 3 0 0,-1 4 0 16,-2 3 0-16,-3 3 0 0,-5 6 0 16,-7 1-537-16,-2 0-415 0,0 0-821 15,3 0-456-15</inkml:trace>
  <inkml:trace contextRef="#ctx0" brushRef="#br1" timeOffset="64675.59">18803 9233 6755 0,'0'0'900'0,"0"0"-363"0,0 0-537 15,0 0 0-15,10 45 0 0,-8-9 0 16,-2 7 0-16,0 2 0 0,-4-4 0 16,2 0 0-16,2-7 0 15,0-4 0-15,0-4 0 0,0-11 0 16,0-3 0-16,0-6-621 0,0-6-3561 0</inkml:trace>
  <inkml:trace contextRef="#ctx0" brushRef="#br1" timeOffset="64833.82">18904 8882 5718 0,'0'0'2474'16,"0"0"-2474"-16,0-39 0 0,-2 36 0 15,0 2 0-15,0 0 0 16,-3 1 0-16,5 8 0 0,0 2-613 16,0 1-3469-16</inkml:trace>
  <inkml:trace contextRef="#ctx0" brushRef="#br1" timeOffset="65319.28">19040 9102 5502 0,'0'0'836'16,"0"0"-83"-16,0 0-25 15,21 40-472-15,-19-1-139 0,-2 7-117 16,0 2 0-16,4-1 0 0,0-1 0 16,2-1 0-16,5-4 0 0,-3-5 0 15,0-5 0-15,-1-8 0 0,1-5 0 16,-4-7 0-16,-2-7 0 0,4-1 0 15,-2-3 0-15,3-2 0 0,1-9 0 16,2-13 0-16,3-7 0 16,5-8 0-16,3-5 0 0,-3-3 0 15,7-3 0-15,-2 1 0 0,-2 5 0 16,-1 9 0-16,-3 10-353 0,-7 6-1196 0</inkml:trace>
  <inkml:trace contextRef="#ctx0" brushRef="#br1" timeOffset="65467.01">19435 9345 7091 0,'-4'33'1076'0,"-4"4"-1051"16,-1 5-25-16,1-7 0 0,0-5 0 16,6-6 0-16,2-8 0 0,0-5 0 15,0-8 0-15,2-3 0 0,2-6-641 16,0-2-880-16,2-16-704 0</inkml:trace>
  <inkml:trace contextRef="#ctx0" brushRef="#br1" timeOffset="66223.83">19571 8893 5014 0,'0'0'280'0,"0"0"-280"0,0 0-12 15,15 49-96-15,-15-14-348 16,0 7-313-16,-4 3-951 0,4 0 451 15,-2 4 1269-15,0 1 528 0,2 3 669 16,0-3-405-16,0-2 277 0,0-1-481 16,2-6 8-16,0-6 269 15,4-7-517-15,-2-9 108 0,0-10-120 16,0-4-296-16,-1-5 16 0,7-4 108 16,2-11-88-16,3-16 4 0,5-6-39 15,3-6-41-15,-4 1 0 0,-3 11 0 16,-1 8 0-16,-7 8 0 0,-4 9 0 15,0 3 0-15,-4 2 0 0,0 1 0 16,0 1 0-16,-4 10 0 0,0 10 0 16,-2 2 0-16,6 3 0 15,0-3 0-15,8-3-89 0,4-2-63 16,9-4-188-16,0-2-108 0,4-5 140 16,-3-3 3-16,3-4 185 0,-2 0 120 15,-4-7 32-15,-3-4 121 16,-4-1 67-16,-1-2 332 0,-3-2-292 15,-6-2-56-15,-2 1 96 0,0 1-259 16,-6 4-41-16,-4 3 0 0,-5 7 0 16,3 3 0-16,-3 7 0 15,3 6 0-15,1 1 0 0,3 0 0 16,6 2 0-16,2-3 0 0,6-1 0 16,1-1 0-16,7-5 0 0,3-1 0 15,-1-6 0-15,3 0 0 0,-3-6 0 16,1-1 0-16,-7 1 0 0,-4 1 0 15,1 4 0-15,-3 1 0 0,0 3 0 16,2 12 0-16,4 13 0 0,-1 13 0 16,-3 8 0-16,-4 5 0 15,0-2 0-15,0 0 0 0,-2 4 0 16,-4-4 0-16,-4 0 0 0,-11-1 0 16,-6-1 0-16,-8-3 0 15,-4-2 0-15,-7-3 0 0,-3-8 0 16,-5-3 0-16,1-6 0 0,5-7 0 15,7-9 0-15,4-8 0 16,4-8 0-16,4-14 0 0,10-11 0 16,3-10 0-16,8-5 0 0,12-4 0 15,17-1 0-15,14-1 0 0,17-2 0 16,10-1 0-16,8 4 0 0,2 0 0 16,1 4 0-16,-5 0 0 0,-20 14-1481 15,-7-1-2297-15</inkml:trace>
  <inkml:trace contextRef="#ctx0" brushRef="#br1" timeOffset="66706.82">21103 9030 2409 0,'0'0'96'0,"29"-47"792"0,-23 21-228 0,-6 2 169 16,-4-2-337-16,-10-1-108 0,-3 0 208 15,-3-2-331-15,-5-1-25 0,2 0 436 16,0 1-388-16,-2 2-16 0,-3 4-147 16,-1 6-121-16,-2 6 0 0,-5 7 0 15,10 4 0-15,-1 10 0 16,0 6 0-16,-2 6 0 0,2 6 0 16,6 3 0-16,3 3 0 0,5 0 0 15,11 1 0-15,4 1 0 0,11 1 0 16,9 1 0-16,5 3 0 15,0 5 0-15,4 5 0 0,-4 4 0 16,0 8 0-16,-2 1 0 0,-9 3 0 16,-1-3 0-16,-9-3 0 15,-6-7 0-15,0-5 0 0,0-4 0 16,-10-5 0-16,3-6 0 0,-7-8 0 16,4-6 0-16,-7-7 0 0,5-9-73 15,-3-6-687-15,5-5-213 0,-2-4-2556 0</inkml:trace>
  <inkml:trace contextRef="#ctx0" brushRef="#br1" timeOffset="66849.38">20758 9444 5498 0,'0'0'296'15,"0"0"877"-15,0 0-689 0,46-22-84 16,-13 14-59-16,4 0-341 0,-4 2 0 16,0 2 0-16,-4-2-21 0,4 5-351 15,-4-1-756-15,-8 2-29 16,-5 0-332-16</inkml:trace>
  <inkml:trace contextRef="#ctx0" brushRef="#br1" timeOffset="67301.42">21089 9643 3297 0,'0'0'1485'16,"0"0"-805"-16,0 0 80 0,0 0 337 16,0 0-597-16,-4-34-127 0,-1 7-373 15,3-5 0-15,2-1 0 0,0-1 0 16,7 2 0-16,1 3 0 0,4 3 0 15,-1 4 0-15,3 3 0 0,-1 4 0 16,5 3 0-16,1 3 0 0,-3 1-33 16,-1 4-679-16,-1 1-12 15,-8 3-569-15,3 0 377 0,-7 2 91 16,2 0 45-16,-2 6 768 0,-2 2 12 16,0 4 956-16,0 3-183 0,2 1-121 15,2-3 296-15,4-1-511 16,7-1-105-16,1-2 80 0,7-3-172 15,2-4 16-15,2-3 33 0,0-2-289 16,-2-4 0-16,-9-5 0 0,-1 0 0 16,-9-2 0-16,-4-3 0 15,-2 1 0-15,-6-3 0 0,-7 0 0 16,-5 3 0-16,-3 1 0 0,-4 7 0 16,-4 6 0-16,2 7 0 0,-4 11 0 15,4 4 0-15,5 7 0 0,3 1 0 16,5 0 0-16,5 0 0 0,11-3 0 15,9-2 0-15,14-5 0 0,8-3 0 16,4-9 0-16,4-3 0 16,7-6-13-16,1-8-355 0,-1-2 180 15,-5-8-636-15,-10 5-1257 0,-8-3-2065 0</inkml:trace>
  <inkml:trace contextRef="#ctx0" brushRef="#br1" timeOffset="67737.06">21711 9323 4946 0,'0'0'948'0,"0"0"-191"0,0 0 3 15,-39-39-520-15,24 37-112 0,-1 2 100 16,-5 6-124-16,0 6-23 0,-1 7-81 16,1 2 0-16,0 5 0 0,7 1 0 15,10-2 0-15,4-3 0 0,8-2 0 16,8-8 0-16,9-5 0 0,-2-5 0 15,6-2-93-15,-4-7-95 0,-3-3-60 16,-5-5 44-16,-3-1 152 0,-5-2 28 16,-1-1 36-16,-6-1-12 15,4 2 40-15,-6 0-28 0,0 4 4 16,0 4 80-16,0 2 4 0,0 6 4 16,-2 0 28-16,-2 2-104 0,0 8 4 15,-6 12-32-15,-3 6-20 16,-3 9 20-16,-5 4 0 0,0 0 16 15,-1 3-16-15,-1 3 24 0,0 0-20 16,7-1 76-16,5-2 53 16,5-3-133-16,6-2 0 0,2-5 0 15,8-4 0-15,7-4 0 0,4-9 0 16,-1-5 0-16,7-9 0 0,2-5 0 16,-2-9 0-16,0-7 0 0,-2-7-993 15,-3-5 357-15,-5-4-9 0,-3-3-775 16,-7 9 43-16,1-3-1328 0</inkml:trace>
  <inkml:trace contextRef="#ctx0" brushRef="#br1" timeOffset="68017.14">21814 9282 3453 0,'0'0'1117'0,"0"0"-389"0,0 0 721 0,-14 45-637 16,8-30-179-16,4 1-633 0,0 5 0 15,-1 4 0-15,-1 7 0 0,2 4 0 16,-2-1 0-16,4-2 0 16,0-4 0-16,2-2 0 0,6-5 0 15,3-7 0-15,5-4 0 0,3-8 0 16,0-4 0-16,7-12 0 0,3-6 0 16,2-8 0-16,-2-4 0 0,-2-2 0 15,-6-4 0-15,-5 1 0 0,-3-1 0 16,-3-2 0-16,-4 4 0 0,-4 8 0 15,0 9 0-15,-2 9 0 0,0 5-265 16,-2 4-799-16,2 0 11 0,-6 4-1552 16</inkml:trace>
  <inkml:trace contextRef="#ctx0" brushRef="#br1" timeOffset="68580.37">22075 9488 3073 0,'0'0'2441'0,"0"0"-524"0,0 0-1365 15,0 0-343-15,29-52-209 0,-19 24 0 16,0-3 0-16,1 2 0 0,-1 1 0 16,0 2 0-16,-3 1 0 15,3 2 0-15,0 5 0 0,-10 4 0 16,4 4 0-16,-4 6 0 0,0 2 0 16,-4 1 0-16,-6 1 0 0,-2 7 0 15,-3 13 0-15,-1 5 0 0,1 7 0 16,5 1 0-16,10 0 0 0,0-1 0 15,8-3 0-15,4-5 0 0,3-4 0 16,1-5 0-16,-3-3 0 0,1-6 0 16,-1-5 0-16,-3-1 0 15,4-8 0-15,1-5 0 0,1-5 0 16,1-1 0-16,0 0 0 0,-3-2 0 16,3 4 0-16,-5 4 0 0,-4 5 0 15,-2 2 0-15,-1 4 0 16,1 2 0-16,-2 3 0 0,0 10 0 15,0 7 0-15,-4 4 0 0,0-1 0 16,0-4 0-16,-2-4 0 0,2-6 0 16,0-1 0-16,0-5 0 15,0-1 0-15,0-1 0 0,2-1 0 16,4-3 0-16,5-8 0 0,7-8 0 16,5-5 0-16,0-1 0 0,4 1 0 15,-7 4 0-15,7 3 0 0,-8 5 0 16,-7 4 0-16,-1 5 0 0,-3 2 0 15,-4 1 0-15,0 4 0 0,0 9 0 16,-2 8 0-16,-2 8 0 0,0 1 0 16,-8-2 0-16,2-3 0 15,-2-7 0-15,8-3 0 0,0-3 0 16,0-5 0-16,0-2 0 0,6-2-545 16,-4-3-1468-16,0 0-72 15,4-1-1236-15</inkml:trace>
  <inkml:trace contextRef="#ctx0" brushRef="#br1" timeOffset="69231.61">22740 9350 1104 0,'0'0'2981'0,"21"-32"-1280"0,-13 16-1185 0,1 7-91 0,-3 1 63 16,-4 4-156-16,0 2 20 0,-2 1-59 15,-2 1-293-15,-11 4 0 0,-5 9 0 16,-3 8 0-16,1 3 0 0,-1 4 0 15,4 0 0-15,5 1 0 0,2 2 0 16,3-2 0-16,5-2 0 0,4-4 0 16,9-3 0-16,1-6 0 15,5-4 0-15,5-6 0 0,-1-4 0 16,2-2 0-16,0-8 0 0,-3-5 0 16,1-3 0-16,-3-1 0 15,-1-1 0-15,-5-3 0 0,-5-1 0 16,1 0 0-16,-6 6 0 0,-2 5 0 15,0 8 0-15,0 3 0 0,0 2 0 16,0 0 0-16,0 1 0 0,0 5 0 16,-2 1 0-16,2 2 0 15,0 0 0-15,2-3 0 0,2 1 0 16,2 0 0-16,0-2 0 0,1-2 0 16,1 0 0-16,-2-3 0 0,2 0 0 15,-1-2 0-15,-1-2 0 0,-2-1 0 16,0-1 0-16,0 2 0 0,0 0 0 15,-2 1 0-15,1 3 0 0,-1 4 0 16,2 13 0-16,2 12 0 0,0 10 0 16,-4 8 0-16,0 1 0 15,-2 0 0-15,0-1 0 0,0 2 0 16,-4 1 0-16,-2-2 0 0,-2 2 0 16,-7 0 0-16,-1-4 0 15,-5 0 0-15,-6-3 0 0,0-4 0 16,-2 0 0-16,0-7 0 0,0-2 0 15,3-9 0-15,-1-7 0 16,2-3 0-16,2-8 0 0,2-3 0 16,1-9 0-16,5-7 0 0,5-9 0 15,2-7 0-15,4-11 0 0,4-10 0 16,10-8 0-16,6-6 0 0,9 3 0 16,8 4 0-16,9 14 0 0,3 7 0 15,3 3 0-15,-1 0 0 0,-3-5 0 16,-9 9-1922-16,-4-3-1863 0</inkml:trace>
  <inkml:trace contextRef="#ctx0" brushRef="#br1" timeOffset="69670.37">23234 8577 3041 0,'0'0'1901'0,"0"0"-1137"0,0 0-468 16,0 0 236-16,36 43-299 15,-14-16 3-15,3 3 24 0,0-1-248 16,-2-7 4-16,4-1-16 0,-1-5-36 16,-1-2-244-16,2-5-757 15,-10-4-584-15,-3-3-1304 0</inkml:trace>
  <inkml:trace contextRef="#ctx0" brushRef="#br1" timeOffset="69841.33">23511 8599 7055 0,'0'0'896'0,"19"33"-655"15,-2-14-241-15,1-1 0 0,7-1 0 16,2 0 0-16,8-1 0 0,-2-2 0 16,6-1 0-16,-12-5-145 0,-2-4-1360 0</inkml:trace>
  <inkml:trace contextRef="#ctx0" brushRef="#br1" timeOffset="70528.45">24189 9636 1892 0,'0'0'3090'0,"0"0"-1878"15,23-42-531-15,-17 40-49 0,1 4 53 16,5 12-685-16,9 16 0 0,6 11 0 16,-1 11 0-16,-1 3 0 0,-6 0 0 15,-9-1 0-15,-10 1 0 0,-8-4 0 16,-11-3 0-16,-8-3 0 0,-2-7 0 15,1-6 0-15,5-7 0 0,6-11 0 16,7-9 0-16,6-5-1273 16,2-12-2977-16</inkml:trace>
  <inkml:trace contextRef="#ctx0" brushRef="#br1" timeOffset="71140.56">25287 9268 3009 0,'0'0'2921'0,"6"-35"-1964"16,-2 27-321-16,-4 8-24 0,0 8-555 16,0 11-57-16,-2 14 0 15,-2 7 0-15,-2 4 0 0,-2-2 0 16,2-6 0-16,-1 0 0 0,-1-6 0 16,0-2 0-16,2-5 0 0,-1-5 0 15,1-6 0-15,4-4 0 0,0-4 0 16,2-4 0-16,0-2 0 0,8-10 0 15,7-11 0-15,8-8 0 0,8-8 0 16,2-1 0-16,2 0 0 16,0 1 0-16,0 5 0 0,-6 9 0 15,-6 10 0-15,-7 7 0 0,-7 6 0 16,-5 6 0-16,-4 10 0 0,-7 10 0 16,-3 7 0-16,-4 4 0 0,-1 1 0 15,3-2 0-15,1-2 0 16,7-6 0-16,6-4 0 0,9-7 0 15,5-4-73-15,5-9-1520 0,-2-2-239 16,1-1-774-16</inkml:trace>
  <inkml:trace contextRef="#ctx0" brushRef="#br1" timeOffset="71386.84">25769 9327 6703 0,'0'0'1440'16,"-44"-20"-1391"-16,22 20-49 0,-1 6 0 15,2 6 0-15,0 6 0 0,3 4 0 16,-3 6 0-16,5 4 0 0,5 3 0 16,5-2 0-16,4 3 0 15,8-3 0-15,11-2 0 0,3-5 0 16,9-7 0-16,0-5 0 0,2-8 0 16,0-6 0-16,-2-5 0 15,-6-9 0-15,-2-7 0 0,-5-6 0 16,-5-2 0-16,-3-2 0 0,-4-2 0 15,-4-2 0-15,0-4-1033 0,0 9-268 16,0-1-388-16</inkml:trace>
  <inkml:trace contextRef="#ctx0" brushRef="#br1" timeOffset="71604.98">26182 8714 5010 0,'0'0'1272'0,"0"0"21"16,0 0-789-16,-27 64-391 0,17-16-113 16,-2 9 0-16,-3 6 0 0,5 1 0 15,-1 3 0-15,5 3 0 16,-2-2 0-16,4-3 0 0,-2-6 0 16,1-8 0-16,-1-6 0 0,-2-8 0 15,-2-9 0-15,-3-4 0 16,5-12-625-16,-4-5-2725 0</inkml:trace>
  <inkml:trace contextRef="#ctx0" brushRef="#br1" timeOffset="71745.92">25934 9204 6711 0,'0'0'888'0,"68"-22"-295"0,-22 9-593 15,-5 3 0-15,0-1 0 0,1 0 0 16,-1-1 0-16,0-3 0 0,-9 4-1185 15,-4-5-1256-15</inkml:trace>
  <inkml:trace contextRef="#ctx0" brushRef="#br1" timeOffset="72444.11">11855 10389 3157 0,'0'0'2889'0,"0"0"-1640"0,0 0-701 15,0 0-199-15,0 0-349 0,0 0 0 16,0 0 0-16,4 66 0 0,-4-9 0 15,0 6 0-15,0 4 0 0,-4 4 0 16,-2 1 0-16,0 3 0 16,-9 1 0-16,5-4 0 0,-7-4 0 15,7-11 0-15,4-11 0 0,-3-14 0 16,7-11-1189-16,-8-9-616 0</inkml:trace>
  <inkml:trace contextRef="#ctx0" brushRef="#br1" timeOffset="72596.94">11601 10917 6066 0,'0'0'456'0,"33"-25"37"15,-6 10 283-15,4 3-524 0,6 0-103 16,4 0-149-16,-6 3 0 16,5 1 0-16,-1-1 0 0,-2 1-853 15,-14 1-500-15,2-1-4613 0</inkml:trace>
  <inkml:trace contextRef="#ctx0" brushRef="#br1" timeOffset="72847.74">12091 10802 6174 0,'0'0'857'0,"-38"12"-193"0,18-1-167 16,-1 6-497-16,-2 6 0 0,3 4 0 16,-1 5 0-16,0 2 0 0,7 0 0 15,6-1 0-15,3-4 0 0,5 0 0 16,7-5 0-16,3-4 0 0,6-5 0 15,5-6 0-15,4-5 0 16,2-4 0-16,0-9 0 0,0-4 0 16,2-6 0-16,-11-3 0 0,-3-4 0 15,-1 0 0-15,-8-3 0 0,-2 0 0 16,-4 2 0-16,0 1 0 16,-4 2 0-16,0 2 0 0,-2-1 0 15,6 6-369-15,-4-2-4525 0</inkml:trace>
  <inkml:trace contextRef="#ctx0" brushRef="#br1" timeOffset="73330.97">12762 10500 5362 0,'0'0'272'0,"0"0"677"0,0 0 351 0,0 0-991 15,0 0-309-15,-33 19 0 16,15 15 0-16,1 11 0 0,1 7 0 16,1 3 0-16,3 5 0 0,4 7 0 15,1 2 0-15,7-1 0 0,4-4 0 16,3-6 0-16,9-9 0 0,1-11 0 16,8-10 0-16,1-11 0 0,1-12 0 15,2-6 0-15,-6-12 0 0,-2-7 0 16,-11-3 0-16,-4-5 0 0,-6-1 0 15,-6 0 0-15,-11 3 0 16,-7 6 0-16,-3 5 0 0,-8 6 0 16,2 8 0-16,-3 1 0 0,10 7 0 15,3 2 0-15,12 1 0 0,7 0 0 16,8-1-1009-16,9-4-180 16,1-2-103-16,7-3-1878 0</inkml:trace>
  <inkml:trace contextRef="#ctx0" brushRef="#br1" timeOffset="73612.78">12998 10996 2725 0,'0'0'3753'0,"0"0"-2144"16,0 0-1504-16,52-16-105 0,-34 0 0 16,7-2 0-16,-8-2 0 0,3 0 0 15,-9 0 0-15,-1 0 0 0,-4 1 0 16,-2 0 0-16,-4 2 0 0,-4 2 0 15,-2 1 0-15,-4 3 0 16,-1 2 0-16,-5 2 0 0,-5 3 0 16,-4 4 0-16,-2 11 0 0,-4 9 0 15,-2 9 0-15,-2 7 0 0,2 5 0 16,8 1 0-16,9 2 0 16,10-6 0-16,16-4 0 0,13-6 0 15,12-8 0-15,8-9 0 0,9-6 0 16,6-7 0-16,4-10 0 0,-13 1-897 15,-1-11-336-15</inkml:trace>
  <inkml:trace contextRef="#ctx0" brushRef="#br1" timeOffset="74000.42">14123 10950 4141 0,'0'0'273'0,"-15"-35"111"0,-1 20 428 16,-1 8-188-16,-8 6-147 0,2 2 327 15,-3 12-436-15,-3 7-59 0,2 10-309 16,4 7 0-16,4 3 0 0,9 5 0 16,0 1 0-16,10 2 0 0,4-1 0 15,6-2 0-15,7-6 0 0,8-6 0 16,8-8 0-16,2-9 0 15,8-11 0-15,5-7 0 0,-1-12 0 16,-1-12-949-16,-13 5-548 0,-2-7-892 0</inkml:trace>
  <inkml:trace contextRef="#ctx0" brushRef="#br1" timeOffset="74545.06">14426 11014 6979 0,'0'0'776'0,"-41"-28"-339"0,20 17-437 16,-3 9 0-16,5 3 0 0,-2 8 0 16,1 8 0-16,-1 5 0 0,11 7 0 15,-5 5 0-15,13 2 0 0,-2 2 0 16,10-2 0-16,5-4 0 0,9-8 0 16,7-4 0-16,8-10 0 0,2-8 0 15,-4-4 0-15,3-9 0 0,-9-5 0 16,-3-3 0-16,-11-4 0 15,-9 1 0-15,-4-5 0 0,-4 3 0 16,-7-2 0-16,1 2 0 0,0-1 0 16,-1 3 0-16,-1 1 0 0,6 3 0 15,2 7 0-15,4 2 0 0,4 5 0 16,8 4-641-16,3 0 41 16,-3 9-41-16,7 6-403 0,-9 6 200 15,0 3-137-15,-3 6 301 0,-5 2 676 16,-4 5 4-16,-9 1 556 0,5-2 192 15,-2-3 65-15,2-3 475 16,1-6-583-16,5-5-109 0,0-10 133 16,9-5-729-16,3-7 0 0,5-12 0 15,7-10 0-15,-3-8 0 0,2-5 0 16,-5-1 0-16,-1-2 0 0,-7 5 0 16,1 7 0-16,-5 10 0 0,-2 10 0 15,-2 6 0-15,-2 4 0 0,4 13 0 16,6 14 0-16,1 8 0 0,-1 7 0 15,3-1 0-15,1-5 0 16,1-4 0-16,-3-2 0 0,7-4 0 16,-3-5-1930-16,-6-7-3 0,3-7-1968 0</inkml:trace>
  <inkml:trace contextRef="#ctx0" brushRef="#br1" timeOffset="75014.14">15274 10489 3177 0,'0'0'1889'0,"-17"-49"-1253"16,3 21-192-16,-3 6 249 0,1 0-289 16,-5 1-160-16,-4 4 36 0,-1 4-236 15,-5 4 16-15,4 5-12 0,-4 4-32 16,2 7 4-16,4 6 76 0,0 5-96 15,2 2 52-15,9 5 37 16,1 2-89-16,5 4 0 0,2 6 0 16,0 6 0-16,6 4 0 0,0 5 0 15,2 4 0-15,6 0 0 0,5 4 0 16,5 2 0-16,1-1 0 0,1-1 0 16,1-2 0-16,0-5 0 0,-7-6 0 15,-1-3 0-15,-3-6 0 0,-2-6 0 16,-6-5 0-16,-2-6 0 15,0-5 0-15,-6-7-105 0,0-5-635 16,-2-4-1353-16,-3-1-504 0</inkml:trace>
  <inkml:trace contextRef="#ctx0" brushRef="#br1" timeOffset="75144.23">14879 11091 4309 0,'0'0'697'16,"33"-8"-5"-16,-4 6 317 0,-2 1-561 15,0 0-76-15,4 0-192 16,-4-2-172-16,6-2-16 0,-2-2-204 16,0-3-552-16,-6 2-261 0,-3-2-1964 0</inkml:trace>
  <inkml:trace contextRef="#ctx0" brushRef="#br1" timeOffset="75385.17">15243 10956 1804 0,'0'0'2762'0,"0"0"-1210"16,-29 34-951-16,21-12-137 0,2 7 196 15,1 2-436-15,5 2-99 16,5-1-125-16,5 0 0 0,2 0 0 16,3-4 0-16,1-2 0 0,5-5 0 15,-5-4 0-15,5-5 0 16,4-7 0-16,-4-5 0 0,1-4 0 16,-1-11 0-16,0-5 0 0,-5-6 0 15,-1-3 0-15,-3-2 0 0,-4-1 0 16,-1-1 0-16,-3 2 0 0,-2 0 0 15,-2 3 0-15,4 1-1001 16,-4 10-832-16,4-1-640 0</inkml:trace>
  <inkml:trace contextRef="#ctx0" brushRef="#br1" timeOffset="75987.03">15758 10911 3117 0,'0'0'3065'0,"0"0"-2040"0,-38 10-161 15,28-10-743-15,-6 0-121 16,1 0 0-16,-3 0 0 0,-3 0 0 16,-4 1 0-16,2 5 0 0,-2 3 0 15,5 3 0-15,3 1 0 0,3 2 0 16,12 2 0-16,2 0 0 16,8 1 0-16,6 0 0 0,7 0 0 15,6-1 0-15,4-4 0 0,4-1 0 16,-2-2 0-16,0 0 0 0,-4-1 0 15,-6 1 0-15,-6-1 0 16,-9-3 0-16,-6 2 0 0,-2 4 0 16,-8 1 0-16,-5 4 0 0,-10-2 0 15,3 0 0-15,-3-2 0 0,-2 0 0 16,0-4 0-16,3-2 0 0,1-4 0 16,7 0 0-16,3-2 0 0,5-1 0 15,0 0-325-15,6 0-139 0,0 0-252 16,12-1 91-16,7-4 437 15,4-1 180-15,6-1 16 0,4-4 4 16,0 0 260-16,8-2-8 0,0-4 5 16,3-2 191-16,-3 0 52 0,0-1-36 15,-10 1-423-15,-4 0-53 0,-6 1 0 16,-7 2 0-16,-1-2 0 16,-7 0 0-16,-6 1 0 0,0 0 0 15,-6 1 0-15,-4 0 0 0,-1 3 0 16,-5 1 0-16,-1 6 0 15,-1 6 0-15,-5 6 0 0,2 13 0 16,-4 6 0-16,-2 9 0 0,5 3 0 16,1 3 0-16,11-1 0 0,10-2 0 15,6-3 0-15,15-7 0 0,5-7 0 16,14-7 0-16,-1-7 0 0,9-6 0 16,3-7 0-16,-3-9 0 0,-7-4 0 15,0-4-357-15,-8-4-671 0,-8 7-1301 16,-4-1-169-16</inkml:trace>
  <inkml:trace contextRef="#ctx0" brushRef="#br1" timeOffset="76174">16318 11047 2769 0,'0'0'2009'0,"0"0"-677"16,2-48 261-16,-4 36-1104 0,-6 2-489 15,-3 4 0-15,-1 4 0 0,-5 4 0 16,-7 11 0-16,3 7 0 16,-6 7 0-16,6 4 0 0,1 3 0 15,7 0 0-15,9 0 0 0,4-1 0 16,10-4 0-16,7-4 0 0,4-4 0 15,5-8 0-15,1-8 0 16,2-5 0-16,0-10 0 0,-4-9 0 16,-2-7 0-16,-5-9-369 0,-5-6-891 15,1 8-61-15,-8-4-488 0</inkml:trace>
  <inkml:trace contextRef="#ctx0" brushRef="#br1" timeOffset="76313.08">16425 10546 6434 0,'0'0'1233'0,"0"0"-708"15,0 0-525-15,0 0 0 0,-12 65 0 16,4-14 0-16,1 11 0 16,1 4 0-16,6 0 0 0,0 2 0 15,6 0 0-15,5-4 0 0,-3-5 0 16,0-8 0-16,3-6 0 16,-1-8 0-16,-2-14-1493 0,5-12-2197 0</inkml:trace>
  <inkml:trace contextRef="#ctx0" brushRef="#br1" timeOffset="76874.91">17329 11077 996 0,'0'0'3217'0,"0"0"-2356"16,20-37 788-16,-16 34-917 16,-1 2-208-16,-1 1-311 0,0 4-213 15,2 9 0-15,-2 9 0 0,0 6 0 16,-2 5 0-16,2-1 0 0,2-2 0 15,0 0 0-15,2-5 0 16,1-3 0-16,7-6 0 0,-1-4 0 16,1-7 0-16,-2-5 0 0,7-3 0 15,-2-9 0-15,3-5 0 0,1-8 0 16,-2-3 0-16,1-2 0 0,-5 0 0 16,-5 3 0-16,0 8 0 0,-3 7 0 15,-7 7 0-15,0 5 0 0,0 5 0 16,0 14 0-16,-3 12 0 0,3 6 0 15,0 1 0-15,9-5 0 16,3-9 0-16,7-5 0 0,6-6 0 16,1-7 0-16,10-6 0 0,-3-10 0 15,-2-9 0-15,-4-3 0 0,-3-6 0 16,-5-2 0-16,-9-1 0 16,-6-1 0-16,-4 3 0 0,0 1 0 15,-6 3 0-15,-2 4 0 0,-4 3 0 16,1 4 0-16,7 5 0 0,-2 3 0 15,6 3 0-15,0-3-925 16,0 2-224-16,4 0-243 0,8-3-2574 0</inkml:trace>
  <inkml:trace contextRef="#ctx0" brushRef="#br1" timeOffset="77046.99">18005 10966 5770 0,'0'0'2085'0,"-17"38"-1748"0,7-7-337 0,-5 8 0 16,5 8 0-16,-2 5 0 0,1 0 0 15,3-2 0-15,6-6 0 16,4-9 0-16,6-4 0 0,5-12 0 16,7-9 0-16,3-10 0 0,-4-5-537 15,-3-13-3301-15</inkml:trace>
  <inkml:trace contextRef="#ctx0" brushRef="#br1" timeOffset="77186.07">18143 10519 7675 0,'0'0'500'0,"-6"-50"-483"0,2 32-17 16,2 12 0-16,2 4 0 0,-4 1 0 15,2 1 0-15,-3 6-245 0,1 0-1960 16,2 3-588-16</inkml:trace>
  <inkml:trace contextRef="#ctx0" brushRef="#br1" timeOffset="77387.21">18273 10628 7503 0,'0'0'689'0,"-14"34"-689"15,6 0 0-15,-5 9 0 0,5 13 0 16,4 2 0-16,4 4 0 16,0 3 0-16,0-3 0 0,6-3 0 15,0-6 0-15,-2-9 0 0,5-4 0 16,-7-8 0-16,-2-7 0 0,0-8 0 15,-4-8 0-15,-3-6-1129 16,1-6-1733-16</inkml:trace>
  <inkml:trace contextRef="#ctx0" brushRef="#br1" timeOffset="77513.08">18189 11030 2012 0,'0'0'3010'0,"41"-38"-2302"0,-18 16-80 16,-3 2-395-16,-5-5-61 0,-3-1-172 15,-1-5-12-15,3-1-729 16,-8 8-1604-16,0-2-824 0</inkml:trace>
  <inkml:trace contextRef="#ctx0" brushRef="#br1" timeOffset="77794.08">18451 10622 2373 0,'0'0'2521'0,"13"34"-901"0,-13 2-979 15,0 5-173-15,-7 10 101 0,1 8-569 16,-4 3 0-16,2 1 0 15,-1-4 0-15,1-4 0 0,2-7 0 16,2-9 0-16,4-5 0 0,4-14 0 16,2-7 0-16,4-11 0 0,7-7 0 15,8-11 0-15,2-11 0 0,4-7 0 16,2-1 0-16,-2-1 0 0,-2 6 0 16,-3 7 0-16,-3 9 0 0,-6 8 0 15,-7 9 0-15,0 11 0 0,-5 10 0 16,-5 6 0-16,0 5 0 0,-5 4 0 15,-1-3 0-15,0-3 0 16,2-5 0-16,8-4 0 0,6-6 0 16,11-9 0-16,-2-4-1601 0,5-5-1269 0</inkml:trace>
  <inkml:trace contextRef="#ctx0" brushRef="#br1" timeOffset="78478.14">20132 10899 6599 0,'0'0'960'0,"-50"58"-327"15,23-21-633-15,9 4 0 0,-1 2 0 16,2 0 0-16,9 0 0 0,4-3 0 16,2-2 0-16,2-5 0 0,4-7 0 15,6-5 0-15,7-9 0 0,4-8 0 16,6-5 0-16,4-13 0 15,2-8 0-15,-2-6 0 0,-2-3 0 16,-3-1 0-16,-3 4 0 0,-8 4 0 16,-5 9 0-16,-8 8 0 0,-2 4 0 15,-6 5 0-15,-4 8 0 0,-1 7 0 16,-5 8 0-16,3 1 0 16,5 0 0-16,8-4 0 0,0-3 0 15,10-3 0-15,11-4 0 0,0-3 0 16,6-7 0-16,8-3 0 0,2-9 0 15,0-7 0-15,0-4 0 16,-2-5 0-16,-4-4 0 0,-4-2 0 16,-4-2 0-16,-2-3 0 0,-5-2 0 15,-1-4 0-15,-3-2 0 0,-4 0 0 16,-3 3 0-16,-5 3 0 0,-9 8 0 16,-1 8 0-16,-5 9 0 0,3 9 0 15,2 7 0-15,6 12 0 0,-3 6-977 16,7-1-464-16,0 0-368 0</inkml:trace>
  <inkml:trace contextRef="#ctx0" brushRef="#br1" timeOffset="78786.98">20721 11347 2917 0,'0'0'2757'0,"0"0"-1476"15,0 0-577-15,0-33-171 0,0 9-533 16,-4 4 0-16,2 4 0 0,-7 7 0 15,-5 8 0-15,-3 2 0 16,-3 12 0-16,-7 9 0 0,0 8 0 16,-4 8 0-16,0 7 0 0,4 2 0 15,6 1 0-15,9 0 0 0,12-4 0 16,10-3 0-16,13-8 0 0,12-9 0 16,9-10 0-16,11-9 0 0,5-12 0 15,-2-12 0-15,0-11 0 0,-6-8 0 16,-15-1 0-16,-16-4 0 15,-11 2 0-15,-12-2 0 0,-17 2 0 16,-5 0 0-16,-12 7 0 0,-7 3 0 16,-3 5 0-16,11 8-1549 0,4 2-1637 0</inkml:trace>
  <inkml:trace contextRef="#ctx0" brushRef="#br1" timeOffset="79297.96">21254 10988 1592 0,'0'0'248'0,"0"0"949"0,15-37-309 0,-9 33 437 15,-4 2-333-15,0 1-247 0,2 1 287 16,2 0-859-16,9 7-173 0,7 2 0 15,9 0 0-15,7-3 0 16,7-3 0-16,-1-3 0 0,3-3 0 16,3-4 0-16,-11-1 0 0,-2-2 0 15,-6 1 0-15,-10-2 0 0,-7 5-713 16,-5 2-1620-16,-7 1-468 0</inkml:trace>
  <inkml:trace contextRef="#ctx0" brushRef="#br1" timeOffset="79469.47">21267 11154 6294 0,'0'0'1593'15,"0"0"-1288"-15,2 38-305 0,12-25 0 16,7 1 0-16,10-1 0 0,6-5 0 16,6 0 0-16,9-4 0 0,0-1 0 15,-1-1 0-15,-1-2 0 0,-2-4 0 16,-13-1 0-16,-2-4-1629 0</inkml:trace>
  <inkml:trace contextRef="#ctx0" brushRef="#br1" timeOffset="79913.24">22199 11230 1216 0,'0'0'4198'0,"0"0"-3094"15,0 0 49-15,0 0-632 0,0 0-521 16,0 0 0-16,-6 38 0 16,14 9 0-16,2 8 0 0,5 3 0 15,-1-5 0-15,7-1 0 0,4-2 0 16,1-5 0-16,6-5 0 0,-4-4 0 15,-1-10 0-15,-2-3 0 16,-6-7 0-16,-7-5 0 0,-2-7 0 16,-3-3 0-16,-3-1 0 0,-2-3 0 15,0-3-749-15,0-7-840 0</inkml:trace>
  <inkml:trace contextRef="#ctx0" brushRef="#br1" timeOffset="80284.2">22366 11654 2068 0,'0'0'629'16,"0"0"1132"-16,-6 35-1361 16,12-26 16-16,5-2 368 0,-1 0-372 15,-2-2-23-15,0-4 219 0,-3-1-252 16,1-1 13-16,2-10-369 0,4-6 0 15,7-7 0-15,-2-9 0 16,-1-4 0-16,1-3 0 0,-1-7 0 16,1-6 0-16,-3-6 0 0,5-3 0 15,-3-5 0-15,1-6 0 0,-1-4 0 16,7-3 0-16,2-5 0 0,6 0 0 16,0-1 0-16,6 2 0 0,-2 4 0 15,-2 6 0-15,-6 11 0 0,-6 8 0 16,-2 10 0-16,-7 12 0 0,-6 11 0 15,-6 8 0-15,0 9 0 0,0 3 0 16,0 0 0-16,-2-1 0 16,-2 2-89-16,2 1-695 0,0 0-37 15,2 0-1320-15,0 0-960 0</inkml:trace>
  <inkml:trace contextRef="#ctx0" brushRef="#br1" timeOffset="80600.5">22802 10354 6118 0,'0'0'597'0,"0"0"327"0,0 0-371 0,0 0-553 0,0 0 0 0,0 0 0 16,64-39 0-16,-6 30 0 16,13 0 0-16,-1 1 0 0,8-2 0 15,3 0 0-15,0-3 0 0,-1 0 0 16,1-2 0-16,-5-1 0 16,-1 0 0-16,-7-1 0 0,-2-4 0 15,-20 6-985-15,-9-3-4134 0</inkml:trace>
  <inkml:trace contextRef="#ctx0" brushRef="#br1" timeOffset="81100.75">23472 10290 2949 0,'0'0'2809'0,"0"0"-1504"0,0 0-753 0,0 0-160 0,-39 43-207 16,24-8-185-16,5 9 0 16,4 2 0-16,4 1 0 0,2 1 0 15,-2-4 0-15,2 0 0 0,0-5 0 16,-2-4 0-16,0-1 0 16,-3-7 0-16,-1-4 0 0,-2-5 0 15,6-5 0-15,0-3 0 0,-4-6-493 16,6-2-587-16,0-2-1290 0,0-3-715 15</inkml:trace>
  <inkml:trace contextRef="#ctx0" brushRef="#br1" timeOffset="81467.17">23358 10677 3845 0,'0'0'989'15,"0"0"-445"-15,0 0-204 16,0 0-24-16,0 0-24 0,38-30 145 16,-18 20 231-16,5 3-316 0,0-1-52 15,6-1-191-15,2 1-109 0,-4 2 0 16,4 2 0-16,-8 1 0 16,-4 3 0-16,-9 0 0 0,-4 0 0 15,-8 0 0-15,-2 0 0 0,-10 6 0 16,-11 4 0-16,-8 1 0 0,-8 0 0 15,-1 2 0-15,5 1 0 0,2 1 0 16,10 0 0-16,5 4 0 16,12 0 0-16,6 0 0 0,6 1 0 15,8-3 0-15,9 1 0 0,6-4 0 16,4-2 0-16,2-2 0 0,-2-4 0 16,0-1 0-16,-2-4-257 0,-2-1-1700 15,-6-2 84-15,-4-3-1476 0</inkml:trace>
  <inkml:trace contextRef="#ctx0" brushRef="#br1" timeOffset="81793">23979 10640 6502 0,'0'0'1077'16,"0"0"-464"-16,-42-16-613 0,20 11 0 15,-7 3 0-15,-2 0 0 0,-3 0 0 16,6 1 0-16,-3 1 0 0,4 0 0 15,6 5 0-15,2 2 0 0,9 3 0 16,10 3 0-16,0 1 0 16,8 3 0-16,7 4 0 0,5-1 0 15,5 5 0-15,4 0 0 0,0 2 0 16,6-3 0-16,-2 2 0 0,-2-2 0 16,2 0 0-16,-4-1 0 0,-4-3 0 15,-6-3 0-15,-9-4 0 0,-8-5 0 16,-4 0 0-16,-12-1 0 0,-9 1 0 15,-8-3 0-15,-4-1 0 16,0-3 0-16,0-1 0 0,-1 0 0 16,7 0 0-16,5 0-701 0,5 2-400 15,7-1-1932-15</inkml:trace>
  <inkml:trace contextRef="#ctx0" brushRef="#br1" timeOffset="82089.53">23088 11143 6559 0,'0'0'772'0,"0"0"-168"16,41 5-347-16,2-6-257 0,15-1 0 16,6 0 0-16,7 1 0 0,3 1 0 15,-2 0 0-15,-3 2 0 0,-1 4 0 16,-6-1 0-16,-4 1 0 16,-5-2 0-16,-3-1-585 0,-15-3-1352 15,-4 0-1645-15</inkml:trace>
  <inkml:trace contextRef="#ctx0" brushRef="#br1" timeOffset="82215.42">23462 11278 1212 0,'0'0'0'0</inkml:trace>
  <inkml:trace contextRef="#ctx0" brushRef="#br1" timeOffset="82735.06">23402 11430 6082 0,'0'0'769'0,"-17"54"-277"0,11-17 280 16,0 0-695-16,-2 1-77 0,1-3 0 16,3-2 0-16,0-6 0 0,2-6 0 15,0-5 0-15,0-7 0 0,2-6 0 16,0-1 0-16,2-2 0 15,2-8 0-15,11-11 0 0,5-16 0 16,15-9 0-16,3-2 0 0,3 0 0 16,-6 9 0-16,-2 5 0 0,-4 7 0 15,-10 12 0-15,-9 6 0 16,-8 7 0-16,-2 4 0 0,0 8 0 16,0 6 0-16,4 3 0 0,-2 2 0 15,-2-4 0-15,5-4 0 0,-5-3 0 16,6-4 0-16,-4-5 0 0,2 0 0 15,2-3 0-15,2 0 0 16,5-7 0-16,1-6 0 0,1-2 0 16,-1 1 0-16,-1 2 0 0,-3 4 0 15,0 3 0-15,5 4 0 0,-1 6 0 16,1 11 0-16,-1 10 0 0,5 9 0 16,-3 4 0-16,-1 2 0 0,-5-3 0 15,-2-4 0-15,1-6 0 0,-7-11 0 16,6-7 0-16,-2-6 0 15,9-12 0-15,-3-3-885 0,5-13-2337 0</inkml:trace>
  <inkml:trace contextRef="#ctx0" brushRef="#br1" timeOffset="84642.45">25229 10643 2393 0,'0'0'3705'0,"0"0"-3024"16,0 0-157-16,0 0 200 0,-27 37-559 15,13-20-165-15,-3 3 0 0,-3 0 0 16,5-1 0-16,-1 0 0 0,1-2 0 15,5-5 0-15,6-5 0 0,2-3-121 16,2-2-475-16,4 0-1561 16,4-4-852-16</inkml:trace>
  <inkml:trace contextRef="#ctx0" brushRef="#br1" timeOffset="84815.18">25330 10764 6579 0,'0'0'1212'0,"0"0"-811"15,-41 51-401-15,16-22 0 16,1 4 0-16,-1 0 0 0,4-1 0 16,5-5 0-16,9-3 0 0,7-6 0 15,15-7 0-15,8-7 0 0,-3-4-1357 16,7-8-3145-16</inkml:trace>
  <inkml:trace contextRef="#ctx0" brushRef="#br1" timeOffset="85451.71">25667 11047 5378 0,'0'0'816'0,"0"0"189"0,-10 50-425 0,8-18-212 0,0 7-323 16,0 1-45-16,-2 2 0 0,0-1 0 15,-1-2 0-15,1-3 0 16,0-6 0-16,0-2 0 0,2-6 0 16,0-6 0-16,2-5 0 0,0-6 0 15,0-5 0-15,0-2 0 16,6-12 0-16,9-17 0 0,1-8 0 16,7-8 0-16,0-1 0 0,-3 5 0 15,3-1 0-15,-2 2 0 0,1 3 0 16,-1 9 0-16,-2 13 0 15,-7 9 0-15,-4 8 0 0,-1 9 0 16,-5 13 0-16,0 13 0 0,0 9 0 16,-2 4 0-16,0 0 0 0,0 0 0 15,4 2 0-15,2-3 0 0,0-3 0 16,7-6 0-16,3-12 0 0,5-9-329 16,-5-9-1388-16,3-8-824 0</inkml:trace>
  <inkml:trace contextRef="#ctx0" brushRef="#br1" timeOffset="85777.24">26172 11273 6302 0,'0'0'1065'15,"-21"-48"-240"-15,9 24-825 16,-1 3 0-16,-3 5 0 0,-1 4 0 16,1 6 0-16,-1 6 0 0,1 8 0 15,-5 10 0-15,4 4 0 0,-3 7 0 16,1 3 0-16,7-1 0 0,1-2 0 15,9-3 0-15,4-3 0 16,11-4 0-16,3-4 0 0,5-5 0 16,4-4 0-16,4-6 0 0,-4-7 0 15,-1-3 0-15,-1-2 0 0,-4-1 0 16,-9 4 0-16,-2 2 0 0,-4 2 0 16,-1 4 0-16,-1 1 0 0,-2 11 0 15,0 11 0-15,-2 7 0 0,-3 3 0 16,3-1 0-16,0-6 0 15,2-4 0-15,2-3 0 0,7-9 0 16,-1-8 0-16,6-8 0 0,1-14 0 16,-3 0-1293-16,-1-8-1060 0</inkml:trace>
  <inkml:trace contextRef="#ctx0" brushRef="#br1" timeOffset="85985.22">26397 10534 7287 0,'0'0'905'16,"0"0"-905"-16,0 0 0 0,0 0 0 16,0 0 0-16,-16 62 0 0,14-5 0 15,2 10 0-15,2 7 0 0,4 3 0 16,0 6 0-16,-2 5 0 0,-2-4 0 16,-2-4 0-16,0-6 0 0,-2-11 0 15,0-8 0-15,0-9 0 0,-2-12 0 16,-2-12 0-16,-5-15 0 15,-3-11-1137-15,4-5-604 0,-3-9-820 0</inkml:trace>
  <inkml:trace contextRef="#ctx0" brushRef="#br1" timeOffset="86148.37">26153 11136 2957 0,'0'0'3606'0,"0"0"-2666"16,-18-38-251-16,22 33-689 0,10-3 0 15,9-5 0-15,4 3 0 0,6 4 0 16,-6 3 0-16,-4 3 0 0,-3 4 0 15,-1 1 0-15,-1 2 0 16,1 0 0-16,0-1 0 0,-3-2-113 16,-3-1-1335-16,-1-1-437 0</inkml:trace>
  <inkml:trace contextRef="#ctx0" brushRef="#br1" timeOffset="86376.05">26494 11146 5310 0,'0'0'1349'0,"-6"61"-653"0,4-22 141 16,-2 0-837-16,4 3 0 15,6-3 0-15,4-4 0 0,3-6 0 16,5-6 0-16,3-7 0 0,0-6 0 16,-1-9 0-16,-1-5 0 0,-4-8 0 15,-3-6 0-15,-4-4 0 16,-6-3 0-16,-2-2 0 0,0-4 0 16,-2-4 0-16,0-1 0 0,2 1 0 15,4 0 0-15,5 7 0 0,1 3 0 16,2 5 0-16,1 3 0 0,1 1 0 15,5 1 0-15,-1 0 0 16,1 2-1185-16,-5 2-68 0,1 3-1784 0</inkml:trace>
  <inkml:trace contextRef="#ctx0" brushRef="#br1" timeOffset="86754.12">26939 11134 5110 0,'0'0'1597'0,"0"0"-637"0,0 0-435 16,0 0-525-16,0 0 0 0,0 0 0 15,0 0 0-15,0 0 0 16,0 0 0-16,0 0 0 0,-23-33 0 16,19 22 0-16,-6 4 0 0,-3 3 0 15,1 4 0-15,-7 7 0 0,3 6 0 16,-3 8 0-16,2 4 0 16,3 2 0-16,8-2 0 0,4-3 0 15,2-2 0-15,10-4 0 0,4-1 0 16,1-5 0-16,-3-3 0 0,-3-3 0 15,-5-2 0-15,2 0 0 16,-2-1 0-16,2-1 0 0,0-3 0 16,1-4 0-16,3-3 0 0,-4 1 0 15,0-1 0-15,-1 4 0 0,-3 3 0 16,-2 1 0-16,2 1 0 0,0 3 0 16,4 9 0-16,4 11 0 0,3 3 0 15,1 3 0-15,1-3 0 0,-3-5 0 16,0-5 0-16,-1-4 0 15,-1-5 0-15,-2-5 0 0,-1-1-1209 16,-3-10-2385-16</inkml:trace>
  <inkml:trace contextRef="#ctx0" brushRef="#br1" timeOffset="86958.15">27288 10632 3877 0,'0'0'2990'0,"8"-38"-1665"0,-6 28-1325 15,0 9 0-15,-2 1 0 16,3 7 0-16,-1 14 0 0,-2 22 0 16,0 15 0-16,0 13 0 0,-5 8 0 15,-3 2 0-15,-2 4 0 0,-3-5 0 16,5-6 0-16,2-9 0 0,4-12 0 16,2-9 0-16,2-9 0 0,0-13 0 15,2-11 0-15,-2-6-657 0,4-11-4577 0</inkml:trace>
  <inkml:trace contextRef="#ctx0" brushRef="#br1" timeOffset="87558.36">28286 10906 2625 0,'5'-34'2061'0,"-1"1"-961"0,2-7-520 15,-2 1-55-15,-4 1 291 0,0 1-520 16,-10 1-107-16,-7 1-189 0,-6 4 0 15,-5 5 0-15,-6 8 0 16,-3 9 0-16,0 9 0 0,-4 12 0 16,-3 12 0-16,1 6 0 0,2 4 0 15,5 3 0-15,10-4 0 0,11-1 0 16,9-1 0-16,8-4 0 0,10 2 0 16,9 1 0-16,8 0 0 0,6 5 0 15,2 2 0-15,0 6 0 0,-1 6 0 16,-12 2 0-16,-9 4 0 0,-9 3 0 15,-6 3 0-15,-10-1 0 16,-3-3 0-16,-1-3 0 0,-3-6 0 16,3-9 0-16,1-7 0 0,3-8 0 15,4-10 0-15,2-8-137 16,2-5-759-16,2-11-1645 0</inkml:trace>
  <inkml:trace contextRef="#ctx0" brushRef="#br1" timeOffset="87694.18">27863 11269 6086 0,'0'0'809'0,"0"0"187"16,0 0-695-16,0 0-301 0,51-36 0 15,-11 26 0-15,5 0 0 0,-4 4 0 16,-3 3 0-16,-5-1 0 0,-2 1 0 16,0 0-269-16,-11 0-1075 0,-3-1-3067 0</inkml:trace>
  <inkml:trace contextRef="#ctx0" brushRef="#br1" timeOffset="88201.75">28249 11469 5870 0,'0'0'889'16,"0"0"-221"-16,0 0 97 0,0 0-765 16,0 0 0-16,0 0 0 0,0 0 0 15,0 0 0-15,-29-46 0 0,38 9 0 16,7-3 0-16,5 0 0 15,6 3 0-15,4 3 0 0,0 3 0 16,-4 4 0-16,-5 2 0 0,-1 5 0 16,-4 3 0-16,-5 5 0 0,-6 4 0 15,0 4 0-15,-6 2-469 0,0 2-675 16,-4 4 155-16,-6 7 57 0,-7 11-1129 16,-3 4-8-16,1 4 2069 0,7 0 580 15,5-1 1061-15,5 0-661 0,6-3 625 16,11-3-829-16,10-5-199 15,4-5 183-15,10-3-408 0,2-7-84 16,5-3-143-16,-5-5-125 0,-8-6 0 16,-8-1 0-16,-8-1 0 0,-11-3 0 15,-4 0 0-15,-4-1 0 16,-4 1 0-16,-7 0 0 0,1 1 0 16,-3 1 0-16,-1 5 0 0,1 4 0 15,-1 5 0-15,-3 13 0 16,1 8 0-16,-3 5 0 0,4 7 0 15,3 3 0-15,4-2 0 0,5-2 0 16,5-2 0-16,13-4 0 0,10-6 0 16,5-4 0-16,10-7 0 0,5-7 0 15,7-2-269-15,-3-9 209 0,3-3 32 16,-7-4-404-16,-14 3-489 0,-4-3-2420 0</inkml:trace>
  <inkml:trace contextRef="#ctx0" brushRef="#br1" timeOffset="88776.57">29053 11223 5466 0,'0'0'816'16,"-18"-54"-383"-16,-1 32 555 0,-1 8-608 0,-3 7-271 0,-2 7-109 15,0 7 0-15,-2 8 0 16,2 9 0-16,1 4 0 0,3 4 0 16,4 3 0-16,5-1 0 0,6 0 0 15,6-3 0-15,8-4 0 16,7-3 0-16,3-11 0 0,5-3 0 16,2-8 0-16,0-8 0 0,3-7 0 15,-3-6 0-15,0-5 0 0,-2 0 0 16,-5-2 0-16,-3 1 0 0,-1 4 0 15,-3 4 0-15,-5 4 0 16,0 6 0-16,-6 5 0 0,0 2 0 16,0 8 0-16,-8 10 0 0,-7 14 0 15,-1 9 0-15,-9 7 0 0,-2 3 0 16,-2 3 0-16,-2 6 0 0,0 5 0 16,2 0 0-16,7 1 0 0,7-8 0 15,11-9 0-15,4-10 0 16,14-10 0-16,3-10 0 0,8-12 0 15,2-11 0-15,4-11 0 0,2-16 0 16,2-9 0-16,-4-9-409 0,-6 9-1104 16,-3-5-3417-16</inkml:trace>
  <inkml:trace contextRef="#ctx0" brushRef="#br1" timeOffset="89031.59">29252 11096 6066 0,'0'0'901'0,"0"0"324"0,0 0-1225 15,0 0 0-15,-27 35 0 0,12 1 0 16,1 6 0-16,2 3 0 16,3-2 0-16,1 0 0 0,6 0 0 15,2-3 0-15,4-2 0 0,4-9 0 16,5-3 0-16,-1-9 0 0,5-7 0 16,-1-8 0-16,3-5 0 0,-1-11 0 15,1-7 0-15,-2-10 0 0,-3-1 0 16,1-1 0-16,-5-4 0 15,-2 3 0-15,0 1 0 0,-1 3 0 16,1 7 0-16,-4 6 0 0,0 7 0 16,-2 6-149-16,2 3-883 0,-2 1-197 15,3 0-1372-15,-1 3-316 0</inkml:trace>
  <inkml:trace contextRef="#ctx0" brushRef="#br1" timeOffset="89501.73">29440 11333 4237 0,'0'0'1149'0,"0"0"-249"0,37 36 337 0,-18-33-681 15,1-3-443-15,1-5-113 16,0-6 0-16,-3-3 0 0,-3-3 0 16,-3-4 0-16,-3 0 0 0,-3-1 0 15,-4 2 0-15,-2 0 0 0,0 4 0 16,-4 5 0-16,0 5 0 0,1 5 0 16,-5 1 0-16,-2 9 0 0,-7 12 0 15,3 6 0-15,1 5 0 0,7 0 0 16,6-5 0-16,2-2 0 15,9-3 0-15,-1-5 0 0,2-2 0 16,1-6 0-16,-1-3 0 0,-1-5 0 16,-5-1 0-16,4-2 0 0,0-5 0 15,3-2 0-15,-3 1 0 16,-2 2 0-16,-3 5 0 0,1 0 0 16,0 0 0-16,0 1 0 0,-2 3 0 15,-2 2 0-15,-2 1 0 0,0-1 0 16,0-1 0-16,0-1 0 0,0-3 0 15,0-1 0-15,0-10 0 16,9-9 0-16,1-4 0 0,4-6 0 16,3 2 0-16,2 1 0 0,1 2 0 15,1 6 0-15,-5 5 0 0,1 5 0 16,-5 7 0-16,-1 2 0 0,-5 11 0 16,-4 4 0-16,-2 5 0 0,0 6 0 15,-2 0 0-15,-2 0 0 0,2-4 0 16,2-1 0-16,0-6 0 15,2-3 0-15,2-3 0 0,4-5-325 16,5-3-1444-16,-1-1 32 0,2 0-532 0</inkml:trace>
  <inkml:trace contextRef="#ctx0" brushRef="#br1" timeOffset="90150.7">30066 11314 4382 0,'0'0'1308'0,"6"-43"-536"0,-1 18-27 0,1-1 211 0,2 2-927 15,0 2-29-15,-1 7 0 16,-5 6 0-16,0 6 0 0,-2 3 0 16,0 3 0-16,-11 13 0 0,-9 16 0 15,-9 11 0-15,-6 6 0 0,2 1 0 16,10-7 0-16,6-3 0 0,9-4 0 16,8-7 0-16,8-5 0 0,9-10 0 15,8-6 0-15,4-8 0 0,6-8 0 16,4-8 0-16,-2-6 0 15,-6-1 0-15,-4-3 0 0,-6 1 0 16,-7 0 0-16,-6 0 0 0,1 1 0 16,-7 2 0-16,2 0 0 0,-2 2 0 15,0 6 0-15,-2 6 0 16,2 4 0-16,-2 2 0 0,2 2 0 16,-2 3 0-16,0 6 0 0,0 9 0 15,0 4 0-15,-4 5 0 0,2-1 0 16,0-2 0-16,0 0 0 0,2-3 0 15,2-4 0-15,4-5 0 16,0-3 0-16,3-3 0 0,3-4 0 16,2-1 0-16,1-1 0 0,-3-6 0 15,-1 0 0-15,-5-1 0 0,0 3 0 16,-4 0 0-16,4 0 0 0,-2 2 0 16,1 2 0-16,3 13 0 0,-2 16 0 15,4 11 0-15,-3 9 0 0,-3 6 0 16,-4-2 0-16,0 3 0 15,-4 2 0-15,-5 0 0 0,-5-2 0 16,-3 1 0-16,-5-1 0 0,-3-2 0 16,-6-3 0-16,-2-1 0 0,0-10 0 15,-5-5 0-15,3-8 0 16,-2-7 0-16,4-6 0 0,0-3 0 16,4-5 0-16,4-6 0 0,5-5 0 15,5-8 0-15,7-7 0 0,8-9 0 16,4-9 0-16,12-11 0 0,7-10 0 15,6-8 0-15,10-4 0 16,5 1-129-16,5-4-215 0,3-2-448 16,-15 18-849-16,-4-3-2257 0</inkml:trace>
  <inkml:trace contextRef="#ctx0" brushRef="#br1" timeOffset="90570.64">30583 10656 1544 0,'0'0'3606'0,"0"0"-2746"0,0 0 365 15,0 0-529-15,0 0-435 16,0 0-261-16,0 0 0 0,0 0 0 16,43 50 0-16,-24-26 0 0,0-2 0 15,-3-3 0-15,1-3 0 0,-1-2 0 16,-1-6-193-16,-7-3-1035 16,2-4-485-16</inkml:trace>
  <inkml:trace contextRef="#ctx0" brushRef="#br1" timeOffset="90727.29">30784 10624 5778 0,'0'0'997'16,"0"0"-469"-16,26 40 208 0,-11-15-583 16,-3 5-153-16,-3 2 0 0,-1 3 0 15,2-2 0-15,-2-3 0 0,3-7-1081 16,-3-8-680-16,-2-6-1701 0</inkml:trace>
  <inkml:trace contextRef="#ctx0" brushRef="#br1" timeOffset="105380.42">4839 12955 1604 0,'0'0'1637'0,"-35"1"-1109"0,25-4 52 16,3 1-247-16,3 0 19 0,0-2 28 16,2 2-164-16,-2-2 60 0,2 2 184 15,2 1-251-15,0 1-37 0,0 0 108 16,0 0-168-16,2 0 24 0,2 4 100 15,6 2-188-15,5 2-4 16,4 0-24-16,5-2-4 0,7-2-16 16,7-1 16-16,3-3-4 0,8 0-12 15,7 0 0-15,8-4 16 0,5 2-16 16,3-2 52-16,2 1 4 16,5-1 40-16,2 3 40 0,1-1-104 15,7 0 24-15,-4 0 25 0,4 2-81 16,4-1 0-16,2-1 0 15,2-1 0-15,6 1 0 0,3-3 0 16,-3 1 0-16,9 2 0 0,-7 0 0 16,11-2 0-16,-2 1 0 0,3-1 0 15,7-2 0-15,-2 0 0 0,9-1 0 16,-3-2 0-16,4-1 0 0,3 3 0 16,-3-1 0-16,4 1 0 0,1-1 0 15,-1 0 0-15,5 0 0 0,-3 0 0 16,5-1 0-16,1 2 0 0,-1 1 0 15,0 2 0-15,-3 1 0 16,-3 1 0-16,-5 0 0 0,-2 1 0 16,-8 1 0-16,4 0 0 0,-10 2 0 15,0 1 0-15,-7 2 0 0,-3-1 0 16,-1 0 0-16,-1 0 0 16,-3-2 0-16,4-1 0 0,-1 2 0 15,-3-3 0-15,-2 0 0 0,-8 0 0 16,-2 0 0-16,-6-4 0 0,-5 1-45 15,-10-3-371-15,-14-6-604 16,-12 1-213-16,-20-4-968 0</inkml:trace>
  <inkml:trace contextRef="#ctx0" brushRef="#br2" timeOffset="116029.6">7313 13633 2269 0,'0'0'2973'16,"0"0"-1989"-16,0 0-251 0,0 0 423 16,0 0-1079-16,0 0-77 0,0 0 0 15,0 0 0-15,34 42 0 0,-14-8 0 16,3 4 0-16,6-1 0 0,-2 6 0 16,-4 1 0-16,1 0 0 0,-7-2 0 15,-1-2 0-15,-1-4 0 0,-1-5 0 16,-3-5 0-16,-1-7 0 15,-2-1 0-15,1-7 0 0,-7-5 0 16,2-3-1674-16,-4-3-6 0,0-5-465 0</inkml:trace>
  <inkml:trace contextRef="#ctx0" brushRef="#br2" timeOffset="116307.71">7225 14176 5626 0,'0'0'1005'0,"0"0"-241"16,0 0 33-16,0 0-797 0,57-61 0 15,-19 18 0-15,3-6 0 0,2-2 0 16,-1-2 0-16,-5 1 0 0,-4 4 0 16,-4 5 0-16,-8 6 0 0,-5 9 0 15,-5 3 0-15,-9 8 0 16,-2 1-2426-16</inkml:trace>
  <inkml:trace contextRef="#ctx0" brushRef="#br2" timeOffset="116694.74">7768 14083 5426 0,'0'0'680'0,"0"0"161"16,0 0-345-16,-16 58-196 0,16-21 80 15,4 3-311-15,2 3-69 0,0-3 0 16,3 4 0-16,-7-2 0 0,2 0 0 16,-4-3 0-16,0-3 0 0,0-7 0 15,0-4-249-15,-4-7-139 0,2-6-721 16,-3-6-55-16,3-6-533 0</inkml:trace>
  <inkml:trace contextRef="#ctx0" brushRef="#br2" timeOffset="117000.75">7797 14048 3937 0,'0'0'1549'15,"37"-51"-757"-15,-14 29-143 0,-4 6 115 16,-1 7-516-16,1 6 5 0,-3 3-253 16,-1 4 0-16,-5 5 0 0,3 2 0 15,-3 5 0-15,0 0 0 0,-6 2 0 16,-1 4 0-16,-3-1 0 0,-3-1 0 16,-7 2 0-16,-4-1 0 0,-3-2 0 15,1-3 0-15,-5-1 0 16,0-6 0-16,1-3 0 0,-1-4 0 15,-2-3 0-15,9-2-1241 0,-3-5-712 0</inkml:trace>
  <inkml:trace contextRef="#ctx0" brushRef="#br2" timeOffset="118664.25">7210 13497 3117 0,'0'0'2769'0,"0"0"-1072"0,0 0-1088 15,0 0-609-15,0 0 0 0,0 0 0 16,0 0 0-16,58-1 0 15,-17 7 0-15,1 6 0 0,-3-3 0 16,6 0 0-16,-3-4 0 0,-5-3 0 16,-10-2 0-16,-2 0-1794 0</inkml:trace>
  <inkml:trace contextRef="#ctx0" brushRef="#br2" timeOffset="119318.91">8486 13308 1836 0,'0'0'2794'0,"0"0"-1614"0,0 0-367 0,0 0 371 15,0 0-799-15,0 0-385 0,0 0 0 16,0 0 0-16,-48 60 0 0,27-13 0 16,-3 9 0-16,1 7 0 0,2 7 0 15,-4 8 0-15,9 6 0 0,5 3 0 16,5-1 0-16,6-7 0 15,0-8 0-15,13-11 0 0,1-9 0 16,9-8 0-16,-2-10 0 0,3-8 0 16,3-9 0-16,-2-8 0 15,4-8 0-15,2-11 0 0,4-9 0 16,-12 2-1225-16,2-8-2861 0</inkml:trace>
  <inkml:trace contextRef="#ctx0" brushRef="#br2" timeOffset="119579.53">8727 13430 4898 0,'0'0'1777'0,"0"0"-633"16,-47 40-771-16,32-20-373 0,-1 10 0 15,-1 6 0-15,3 6 0 0,3 8 0 16,5 4 0-16,6 5 0 15,0 5 0-15,11 3 0 0,-1 0 0 16,2-5 0-16,3-6 0 0,-3-8 0 16,7-11 0-16,2-7 0 15,-5-8 0-15,7-9 0 0,2-8 0 16,1-5 0-16,-1-9 0 0,-2-9 0 16,-2-3 0-16,-1-5 0 0,-9-4 0 15,-5 6-1053-15,-2 0-2449 0</inkml:trace>
  <inkml:trace contextRef="#ctx0" brushRef="#br2" timeOffset="119767.19">8417 13949 5366 0,'0'0'648'0,"0"0"-43"0,58 7 631 16,-31-10-899-16,6-4-337 15,2-3 0-15,2-3 0 0,5-2 0 16,-1-4 0-16,7-5 0 0,-1-6 0 16,-10 7-1593-16,-6-5-1113 0</inkml:trace>
  <inkml:trace contextRef="#ctx0" brushRef="#br2" timeOffset="120046.87">9044 13218 1560 0,'0'0'4078'15,"0"0"-3186"-15,0 0-263 0,0 0 215 16,10 47-655-16,0-12-189 0,5 7 0 16,1 8 0-16,5 5 0 0,-4 7 0 15,-1 5 0-15,5 3 0 0,-7 0 0 16,-3 1 0-16,-5 1 0 15,-12-3 0-15,-15 0 0 0,-10-5 0 16,0-9 0-16,-2-6 0 0,2-13 0 16,10-12-185-16,11-10-691 15,4-13-717-15</inkml:trace>
  <inkml:trace contextRef="#ctx0" brushRef="#br2" timeOffset="121333.86">9651 13707 2197 0,'0'0'2893'0,"0"0"-1284"16,0 0-585-16,0 0-555 15,0 0-469-15,0 0 0 0,0 0 0 16,0 0 0-16,54 5 0 0,-23-1 0 16,0-1 0-16,2-3 0 0,-2 0 0 15,0 0 0-15,0 0 0 16,-4-3 0-16,0-1 0 0,-6 1 0 16,-5 1 0-16,-1 0 0 0,-13 1-1273 15,2-2-448-15</inkml:trace>
  <inkml:trace contextRef="#ctx0" brushRef="#br2" timeOffset="121817.13">9668 13885 6346 0,'0'0'1113'0,"0"0"-380"0,0 0-733 0,0 0 0 0,0 0 0 16,0 0 0-16,41 6 0 0,3-5 0 16,7 0 0-16,3-1 0 0,-2-4 0 15,-1-5 0-15,3 1 0 16,-17 1 0-16,5-5-4595 0</inkml:trace>
  <inkml:trace contextRef="#ctx0" brushRef="#br2" timeOffset="122530.03">10885 13526 5702 0,'0'0'969'0,"-18"-34"-217"0,16 25-104 0,-2 6-527 16,0 2-121-16,4-1 0 0,-3 2 0 16,3 7 0-16,3 11 0 0,11 17 0 15,9 10 0-15,8 9 0 0,14 4 0 16,3 3 0-16,5 5 0 0,-1 7 0 16,0 5 0-16,-13-1 0 0,-8 1 0 15,-4-7 0-15,-8-5 0 16,-3-8 0-16,-6-9 0 0,1-9 0 15,-5-10 0-15,-6-10 0 0,0-11 0 16,0-7 0-16,0-6 0 0,-6-3-1393 16,2-17-3994-16</inkml:trace>
  <inkml:trace contextRef="#ctx0" brushRef="#br2" timeOffset="122838.94">10844 14405 2104 0,'0'0'541'0,"0"0"1296"16,0 0-385-16,0 0-607 0,0 0 27 15,0 0-331-15,0 0-541 0,0 0 0 16,0 0 0-16,41-55 0 0,-14 12 0 16,6-8 0-16,3-5 0 15,7-6 0-15,9-7 0 0,1-6 0 16,3-5 0-16,-2-4 0 0,-7 2 0 16,-9 2 0-16,-7 7 0 0,-15 19-1133 15,-5 6-1941-15</inkml:trace>
  <inkml:trace contextRef="#ctx0" brushRef="#br2" timeOffset="123120.7">10902 13084 6458 0,'0'0'841'16,"6"44"-301"-16,9-21-187 0,12-3-353 16,10-6 0-16,10-9 0 0,11-5 0 15,15-11 0-15,-3-4 0 0,2-1 0 16,-8 2 0-16,-16 4-2074 15,-13 3-1115-15</inkml:trace>
  <inkml:trace contextRef="#ctx0" brushRef="#br2" timeOffset="124033.14">11838 14141 5182 0,'0'0'1076'0,"0"0"177"0,0 0-765 16,0 0-295-16,31 7-193 0,5-8 0 15,1-6 0-15,2-5 0 16,2-4 0-16,5-2 0 0,-7-4 0 15,2-2 0-15,-5-1 0 0,-14 1 0 16,-1 0 0-16,-11 1 0 0,-10 3 0 16,0 2 0-16,-14 2 0 0,-3 3 0 15,-10 2 0-15,-4 6 0 0,-12 5 0 16,-2 5 0-16,-3 12 0 0,-6 9 0 16,7 9 0-16,-1 8 0 0,13 5 0 15,8 3 0-15,7 2 0 0,13 0 0 16,9 6 0-16,17 1 0 15,8-3 0-15,6-4 0 0,12-9 0 16,7-10 0-16,6-15 0 0,2-13 0 16,-2-11 0-16,0-14 0 15,-3-13 0-15,-17 4-553 0,-5-6-2704 0</inkml:trace>
  <inkml:trace contextRef="#ctx0" brushRef="#br2" timeOffset="125168.62">12626 13573 4297 0,'0'0'3006'0,"0"0"-2117"16,0 0-889-16,0 0 0 0,0 0 0 16,31 45 0-16,-14-12 0 0,-1 7 0 15,-1 2 0-15,-9 1 0 16,-2-1 0-16,0-1 0 0,-4 2 0 16,0-3 0-16,-8-4 0 0,-3-1 0 15,-5-4 0-15,-7-6 0 16,-6-5 0-16,0-8 0 0,-2-8 0 15,2-4 0-15,7-11 0 0,7-10 0 16,3-8 0-16,1-14 0 0,7-9 0 16,2-11 0-16,2-9 0 0,-4-10-1017 15,4 18-832-15,0-9-1184 0</inkml:trace>
  <inkml:trace contextRef="#ctx0" brushRef="#br2" timeOffset="125339.88">12674 12976 3733 0,'0'0'1861'0,"0"0"-1713"0,0 0-116 15,41 6-32-15,-31-10-256 16,1 2-360-16,-9 2-221 0,6 0 589 16,-6 3 220-16,2 8 20 0,2 12 16 15,-2-2-16-15,3 4-1528 0</inkml:trace>
  <inkml:trace contextRef="#ctx0" brushRef="#br2" timeOffset="125824.97">12920 13420 5122 0,'0'0'2405'0,"0"0"-1813"0,-32 44-519 16,18-21-73-16,2 7 0 0,-3 0 0 15,5 2 0-15,-1 3 0 16,1-2 0-16,8-4 0 0,2-4 0 16,2-5 0-16,13-8 0 0,-5-4 0 15,6-4 0-15,-1-7 0 16,1-7 0-16,-1-6 0 0,-3-6 0 15,-1 0 0-15,-1-2 0 0,-4 3 0 16,-2 3 0-16,3 5 0 0,-7 4 0 16,0 5 0-16,0 4 0 0,0 0 0 15,0 1 0-15,4 11 0 0,-4 6 0 16,6 4 0-16,-2 1 0 0,2-5 0 16,5-4 0-16,3-5 0 0,7-5 0 15,-5-4 0-15,5-1 0 0,2-5 0 16,-5-4 0-16,1-2 0 15,-5-1 0-15,-3 1 0 0,-1-1 0 16,-4 3 0-16,-2 1 0 0,0-1 0 16,-1-1 0-16,1 0 0 0,0-2 0 15,-4-2 0-15,0-5 0 16,0-4 0-16,0-6 0 0,0 6-1365 16,0-4-588-16</inkml:trace>
  <inkml:trace contextRef="#ctx0" brushRef="#br2" timeOffset="126120.66">13461 12823 3865 0,'0'0'2966'0,"0"0"-2034"0,0 0-503 16,0 0-429-16,0 0 0 0,0 0 0 15,0 0 0-15,-14 57 0 0,14-7 0 16,0 10 0-16,8 4 0 15,4 5 0-15,-1 2 0 0,-1 3 0 16,0-3 0-16,-6-4 0 0,3-7 0 16,-7-7 0-16,4-8 0 0,-4-8 0 15,0-8 0-15,0-6 0 16,0-8 0-16,2-6 0 0,8-4 0 16,1-5 0-16,9 0 0 0,5-7 0 15,-2-6 0-15,-5-3 0 16,1-4 0-16,-5-2 0 0,-3 2-2114 15,-5 0-1155-15</inkml:trace>
  <inkml:trace contextRef="#ctx0" brushRef="#br2" timeOffset="126275.25">13219 13179 2661 0,'0'0'4818'0,"0"0"-4105"16,48 14-713-16,-11-6 0 0,15 1 0 15,-1-4 0-15,3-2 0 16,4-3 0-16,-4 0 0 0,-13-3 0 16,-6-4-3094-16</inkml:trace>
  <inkml:trace contextRef="#ctx0" brushRef="#br2" timeOffset="127612.96">15104 14317 4714 0,'0'0'856'15,"0"0"329"-15,0 0-641 0,34 17-184 16,-3 3 173-16,6 7-533 0,-2 4 0 16,-8 4 0-16,-7-1 0 15,-9 3 0-15,-5 4 0 0,-6 1 0 16,-10 1 0-16,-5 1 0 0,-8-2 0 16,-3 1 0-16,-5-4 0 0,4-2 0 15,0-7 0-15,2-8 0 16,0-8 0-16,9-8 0 0,5-6 0 15,5-13 0-15,6-1-1045 0,4-10-2553 0</inkml:trace>
  <inkml:trace contextRef="#ctx0" brushRef="#br2" timeOffset="128611.23">16562 13917 6887 0,'-44'-16'648'0,"7"7"-152"0,-8 3-335 16,1 6-161-16,1 3 0 0,2 6 0 15,-1 1 0-15,11 2 0 0,10 2 0 16,5 0 0-16,6 1 0 0,5 3 0 16,5 1 0-16,9 0 0 0,3 1 0 15,17-4 0-15,4 0 0 0,11-6 0 16,5-4 0-16,9 0 0 15,2-3 0-15,-2 0 0 0,-11 3 0 16,-11 5 0-16,-20 7 0 0,-12 3 0 16,-12 5 0-16,-9 1 0 15,-9 2 0-15,-1-4 0 0,-8 1 0 16,-3-4 0-16,1-4 0 0,0-2 0 16,0-5 0-16,2-6 0 0,12-2 0 15,2-5 0-15,11-7 0 16,6-3 0-16,8-6-361 0,8-3-984 15,9-3 277-15,0 5-29 0,3 0-1348 0</inkml:trace>
  <inkml:trace contextRef="#ctx0" brushRef="#br2" timeOffset="128802.18">16771 14008 7703 0,'0'0'489'0,"-15"47"-489"0,5-16 0 16,4 2 0-16,-5 2 0 15,5 0 0-15,-4-1 0 0,6-2 0 16,-3-2 0-16,3-2 0 0,-2-2 0 16,2-6 0-16,-2-3 0 15,2-6-1037-15,-3-7-2869 0</inkml:trace>
  <inkml:trace contextRef="#ctx0" brushRef="#br2" timeOffset="128958.31">16812 13548 8192 0,'0'0'0'0,"0"0"0"0,6-35 0 15,-6 33 0-15,0 2 0 0,4 1 0 16,-2 7 0-16,9 10 0 0,-3 0-1966 16,4 5-535-16</inkml:trace>
  <inkml:trace contextRef="#ctx0" brushRef="#br2" timeOffset="129220.81">16845 14208 6655 0,'-12'36'928'0,"3"-3"-319"0,9 2-609 16,0-9 0-16,0-6 0 0,0-6 0 16,4-7 0-16,1-6 0 0,1-4 0 15,4-15 0-15,11-15 0 16,2-11 0-16,1-11 0 0,-3-3 0 15,-4 4 0-15,-1-2 0 0,3 9 0 16,-7 7 0-16,5 12 0 0,-7 14 0 16,-6 8 0-16,-2 6 0 0,-2 6 0 15,2 11 0-15,0 11 0 0,4 10 0 16,-1 4 0-16,-5 3 0 0,6-5 0 16,-2-3 0-16,6-3 0 0,1-5 0 15,5-5 0-15,-1-4 0 16,1-7-33-16,-6-3-1503 0,1-8-533 0</inkml:trace>
  <inkml:trace contextRef="#ctx0" brushRef="#br2" timeOffset="129675">17308 14023 1192 0,'0'0'564'0,"0"0"1237"0,4-33-428 0,-10 30-301 0,0-2-79 16,-3 0 204-16,3 4-1197 0,-4 3 0 16,-5 15 0-16,3 14 0 0,-2 11 0 15,9 6 0-15,5 0 0 16,9-4 0-16,7-2 0 0,5-2 0 16,6-5 0-16,4-10 0 0,2-9 0 15,2-10 0-15,2-8 0 16,0-14 0-16,-6-7 0 0,-6-10 0 15,-6-6 0-15,-5-1 0 0,-3-1 0 16,-5-1 0-16,-6 4 0 0,4 1 0 16,-4 2 0-16,0 7 0 0,0 5-973 15,4 7-556-15,-4 6-544 0</inkml:trace>
  <inkml:trace contextRef="#ctx0" brushRef="#br2" timeOffset="130142.84">18015 13998 6763 0,'0'0'780'0,"-52"-29"-131"16,30 21-649-16,-1 4 0 0,0 4 0 15,0 1 0-15,-1 5 0 0,3 2 0 16,0 3 0-16,1 0 0 0,7 0 0 16,5-1 0-16,2 0 0 0,6-1 0 15,4 2 0-15,8-1 0 0,7 1 0 16,10-1 0-16,2-2 0 15,6-2 0-15,4 0 0 0,1 2 0 16,-7 2 0-16,-8 3 0 0,-11 4 0 16,-12 4 0-16,-8 5 0 15,-10 2 0-15,-9 3 0 0,-2-3 0 16,-6 0 0-16,4-4 0 0,-4-4 0 16,2-5 0-16,-2-4 0 0,4-7 0 15,5-1 0-15,5-3 0 16,7 0 0-16,8-4 0 0,-2 1-433 15,4-2-559-15,10-2-49 0,-4-2-1232 16,15-2 288-16</inkml:trace>
  <inkml:trace contextRef="#ctx0" brushRef="#br2" timeOffset="130395.42">18373 14042 3233 0,'0'0'1793'0,"0"0"-273"0,0-48 65 15,-15 36-1524-15,-1-1-61 0,-9 4 0 16,-2 4 0-16,0 2 0 15,-4 6 0-15,2 12 0 0,-2 8 0 16,2 5 0-16,2 5 0 0,11 3 0 16,5 1 0-16,11 0 0 15,5 0 0-15,13-2 0 0,7-5 0 16,12-7 0-16,4-8 0 0,7-7 0 16,4-8 0-16,-5-4 0 0,-10-7 0 15,1-3 0-15,-18-4 0 16,-9-1 0-16,-7-3 0 0,-4-2 0 15,-8-1 0-15,1-2 0 0,-5 1 0 16,2 0 0-16,1-2 0 0,3 1 0 16,2 2-869-16,4 6-316 0,4 1-1556 0</inkml:trace>
  <inkml:trace contextRef="#ctx0" brushRef="#br2" timeOffset="130581.59">18637 13950 5382 0,'0'0'1189'15,"-23"53"432"-15,9-19-1621 0,-5 1 0 16,1 2 0-16,1 1 0 0,3-5 0 16,8-2 0-16,3-6 0 15,3-5 0-15,3-7 0 0,-3-5 0 16,6-3 0-16,-2-5 0 0,0 0 0 16,4-7-613-16,-4-4-1704 0,5-8-348 0</inkml:trace>
  <inkml:trace contextRef="#ctx0" brushRef="#br2" timeOffset="130702.87">18679 13499 7607 0,'0'0'585'0,"0"0"-585"16,0 0 0-16,0 0 0 0,-11 33-17 15,15-13-1175-15,7 3-597 0</inkml:trace>
  <inkml:trace contextRef="#ctx0" brushRef="#br2" timeOffset="130955.26">18846 14051 6138 0,'0'0'1489'0,"-12"-39"-924"0,3 15-565 15,3 5 0-15,-2 7 0 16,2 7 0-16,-5 5 0 0,-5 14 0 15,-5 13 0-15,-4 9 0 0,0 8 0 16,7 0 0-16,8 0 0 0,7-4 0 16,3-5 0-16,13-10 0 0,8-8 0 15,3-9 0-15,5-10 0 0,2-14 0 16,6-13 0-16,-1-9 0 0,-3-5 0 16,-4-6-981-16,-11 11-416 0,-3-7-2377 0</inkml:trace>
  <inkml:trace contextRef="#ctx0" brushRef="#br2" timeOffset="131095.35">18984 13419 5378 0,'0'0'1397'0,"0"0"-257"16,-12 43-863-16,8-3-277 0,-2 17 0 15,-5 9 0-15,-1 10 0 16,-7 10 0-16,9 2 0 0,4-2 0 16,6-5 0-16,10-8 0 0,7-6 0 15,-3-8 0-15,3-10 0 16,-1-8-37-16,-1-15-1159 0,-5-13-1882 0</inkml:trace>
  <inkml:trace contextRef="#ctx0" brushRef="#br2" timeOffset="131438.22">19139 14080 5206 0,'0'0'1797'16,"-4"-40"-1001"-16,2 21-403 0,-6 9-393 16,4 3 0-16,-4 3 0 0,-7 4 0 15,3 7 0-15,-3 9 0 0,-3 6 0 16,1 4 0-16,1 2 0 15,5 0 0-15,5-2 0 0,2-1 0 16,4-4 0-16,4-2 0 0,2-4 0 16,-2-5 0-16,3-4 0 15,3-5 0-15,0-1 0 0,3-6 0 16,1-4 0-16,-4-3 0 0,5-1 0 16,-3 0 0-16,3 0 0 0,-1 2 0 15,-1 5 0-15,-3 6 0 16,4 2 0-16,-1 7 0 0,-3 4 0 15,1 1 0-15,-1-1 0 0,0-2 0 16,-4-2 0-16,-1-4 0 0,-3-1 0 16,0-1 0-16,0 2 0 0,-2-4 0 15,6-1-593-15,-2-9-359 0,2 1-1466 16,3-9-939-16</inkml:trace>
  <inkml:trace contextRef="#ctx0" brushRef="#br2" timeOffset="131611.82">19414 13496 7163 0,'0'0'1008'16,"0"0"-987"-16,0 0-21 0,5 42 0 15,1 11 0-15,-2 18 0 16,0 13 0-16,2 5 0 0,5-3 0 16,-1-3 0-16,2-6 0 0,-1-7 0 15,-1-9 0-15,-4-4 0 16,-2-7 0-16,0-11 0 0,-2-10 0 15,-2-12 0-15,0-9-1473 0,0-9-4530 0</inkml:trace>
  <inkml:trace contextRef="#ctx0" brushRef="#br2" timeOffset="132217.32">20770 14079 6607 0,'0'0'1152'0,"-33"-21"-719"15,13 15-433-15,-5 6 0 0,0 3 0 16,0 7 0-16,0 7 0 0,5 1 0 16,3 1 0-16,5 3 0 15,6 3 0-15,4 0 0 0,2 2 0 16,6-2 0-16,8-4 0 0,7-3 0 16,6-6 0-16,4-8 0 0,-2-4 0 15,0-5 0-15,2-8 0 16,-9-3 0-16,1 1 0 0,-6 2 0 15,-5 3 0-15,-4 6 0 0,-1 2 0 16,-5 2 0-16,2 6 0 0,-4 11 0 16,0 8 0-16,0 4 0 0,-2 4 0 15,-2-5 0-15,-1-2 0 0,5-4 0 16,5-6 0-16,1-9 0 0,8-6 0 16,3-5-249-16,-1-12-683 0,-1-1-1589 15,-3-6-801-15</inkml:trace>
  <inkml:trace contextRef="#ctx0" brushRef="#br2" timeOffset="132405.12">21151 13572 6454 0,'-8'-37'1685'0,"1"14"-1632"16,3 7-53-16,4 14 0 0,0 5 0 16,0 12 0-16,-4 19 0 0,-2 17 0 15,0 18 0-15,-1 11 0 16,1 4 0-16,2 5 0 0,0-1 0 15,-6-5 0-15,-1-8 0 0,3-10 0 16,-2-7 0-16,-1-9 0 0,-1-10 0 16,4-13-429-16,-3-8-1636 0</inkml:trace>
  <inkml:trace contextRef="#ctx0" brushRef="#br2" timeOffset="132545.23">20938 14189 7527 0,'0'0'665'0,"68"-48"-665"15,-20 23 0-15,-3 5 0 0,-1 0 0 16,1-1 0-16,-2 3 0 0,3-3 0 16,3-2 0-16,-11 3-2022 0,3-5-323 15</inkml:trace>
  <inkml:trace contextRef="#ctx0" brushRef="#br2" timeOffset="133104.2">22449 13840 1240 0,'0'0'1753'0,"0"0"-685"0,0 0 233 15,0 0-389-15,0 0-171 0,-41-36 283 16,18 31-871-16,-6 2-153 0,-4 3 0 16,-2 6 0-16,-3 5 0 0,1 4 0 15,0 4 0-15,4 0 0 0,4 3 0 16,8-3 0-16,15-2 0 0,4-1 0 16,4-1 0-16,15-1 0 0,3 3 0 15,11-2 0-15,9-1 0 0,3-2 0 16,3 1 0-16,-1 0 0 15,-8 1 0-15,-8 2 0 0,-16 1 0 16,-13 4 0-16,-7 1 0 0,-7 1 0 16,-7 0 0-16,-1-4 0 15,-3-3 0-15,-2-3 0 0,0-3 0 16,-2-5 0-16,2-3 0 0,0-3 0 16,11-4 0-16,3-2 0 0,5 1-13 15,4 1-735-15,4 1-1077 16,0 1-240-16,0-3-1296 0</inkml:trace>
  <inkml:trace contextRef="#ctx0" brushRef="#br2" timeOffset="133947.44">22589 13969 5994 0,'0'0'1097'0,"0"0"-273"0,-41-21-547 15,29 17-277-15,-1 4 0 0,-1 5 0 16,-3 8 0-16,1 7 0 15,-1 6 0-15,1 5 0 0,1-2 0 16,1 3 0-16,10-2 0 0,2-1 0 16,2-3 0-16,4-5 0 15,6-4 0-15,2-4 0 0,1-6 0 16,3-2 0-16,1-5 0 0,-1-8 0 16,3-2 0-16,-2-5 0 0,-3 0 0 15,-2 1 0-15,-1-3 0 16,-3 1 0-16,2-1 0 0,-3 0 0 15,1 0 0-15,-2 1 0 0,4 1 0 16,1 2 0-16,-5 6 0 0,-2 3-173 16,-2 2-87-16,2 2 76 0,0 3-220 15,1 11 132-15,-3 10 192 0,-2 5 76 16,0 5 8-16,0-2 32 0,4-2 200 16,-2-4-20-16,2-2 40 0,6-3 128 15,-1-5-256-15,-3-3-44 16,0-5-51-16,-2-2-33 0,0-5 0 15,0-1 0-15,3-4 0 0,1-10 0 16,2-8-93-16,1-8-119 0,3-2 32 16,-6-1-84-16,1 2 156 15,-5 3 108-15,2 4 132 0,0 7 172 16,-2 7 28-16,-2 6-243 0,2 2-89 16,-4 1 0-16,7 1 0 0,-3 6 0 15,2 8 0-15,-2 7 0 16,-4 8 0-16,-2 1 0 0,-6 1 0 15,2-4 0-15,-1-1 0 0,3-2 0 16,0-5 0-16,4-3 0 0,0-7 0 16,4-3 0-16,2-6 0 0,5-11 0 15,9-8 0-15,1-7 0 0,2-6 0 16,0-1 0-16,-5-3 0 0,3 1 0 16,-5 1 0-16,1 5 0 0,-3 4 0 15,-5 12 0-15,-3 6 0 0,-6 6 0 16,0 1 0-16,0 4 0 15,0 7 0-15,0 7 0 0,0 1 0 16,0 2 0-16,2 0 0 0,2-6 0 16,4-2 0-16,1-3 0 15,1-3 0-15,0-2 0 0,-1-4 0 16,-1-1 0-16,0-3 0 0,2-9 0 16,3-2 0-16,1-4 0 0,-3 1 0 15,-1 2 0-15,-4 4 0 16,-2 4 0-16,-2 3 0 0,0 3 0 15,-2 1 0-15,2 3 0 0,1 10 0 16,1 9 0-16,-2 7 0 0,0 3 0 16,0-1 0-16,0-6 0 0,2-3 0 15,2-3 0-15,3-3 0 0,-1-6 0 16,2 0-709-16,0-4-444 0,-1-2-1548 16,-3-3-612-16</inkml:trace>
  <inkml:trace contextRef="#ctx0" brushRef="#br2" timeOffset="134180.89">23303 14279 5130 0,'0'0'1537'0,"33"-35"-12"0,-11 7-1525 0,5-5 0 16,2-8 0-16,-4-5 0 15,0-5 0-15,-4-3 0 0,-5 4 0 16,1 9 0-16,-9 16 0 0,-2 14 0 16,-6 8 0-16,-4 7 0 0,-8 10 0 15,-13 21 0-15,-4 13 0 16,-4 12 0-16,0 7 0 0,8-10 0 15,12-3 0-15,9-4 0 0,8-9 0 16,13-6 0-16,10-9 0 0,10-10 0 16,11-9 0-16,10-10 0 0,6-12 0 15,4-9 0-15,8-5-41 0,-18 7-3068 16,4-7-1801-16</inkml:trace>
  <inkml:trace contextRef="#ctx0" brushRef="#br2" timeOffset="134766.76">24673 13842 320 0,'0'0'820'0,"31"-45"-812"0,-12 20 12 0,-3 0 1545 0,1-3-1049 16,-1-4 536-16,1-1-383 0,-5-4-149 15,-3-1 120-15,-5-2-360 16,-4-2-47-16,-6 1 267 0,-5 4-160 16,-5 2-200-16,-7 7 112 0,-2 8-164 15,-4 5 20-15,-4 6 13 0,-2 6-121 16,-2 5 0-16,2 8 0 15,4 3 0-15,2 4 0 0,6 3 0 16,4 0 0-16,7 2 0 0,2 1 0 16,3 3 0-16,7 3 0 0,2 6 0 15,7 3 0-15,5 5 0 0,5 5 0 16,4 4 0-16,1 4 0 0,3 0 0 16,0 3 0-16,-2-1 0 0,-7-1 0 15,-7-5 0-15,-7-1 0 0,0-6 0 16,-4-5 0-16,0-3 0 15,-4-7 0-15,4-6 0 0,-4-7 0 16,0-6 0-16,2-6-573 0,0-3-307 16,2-2-1550-16,-7-7-1139 0</inkml:trace>
  <inkml:trace contextRef="#ctx0" brushRef="#br2" timeOffset="134938.49">24411 14132 2413 0,'0'0'3881'0,"0"0"-2536"15,0 0-792-15,0 0-553 0,0 0 0 16,33-29 0-16,6 16 0 0,2 0 0 16,-1 1 0-16,-7 5 0 0,-2 0 0 15,-2 3 0-15,-3 1 0 0,1 3 0 16,-4 0 0-16,-2 3-369 0,-3 5-1184 16,-7 0 217-16,-1 0-313 0</inkml:trace>
  <inkml:trace contextRef="#ctx0" brushRef="#br2" timeOffset="135473.45">24820 14262 3901 0,'0'0'1093'16,"-8"35"359"-16,6-25-763 15,0-5-129-15,2-3-63 0,-3 0-497 16,3 0 0-16,0-2 0 0,-2-4 0 16,2-9 0-16,0-11 0 0,-2-5 0 15,2-6 0-15,4 3 0 16,5 5 0-16,-1 3 0 0,6 3 0 15,1 5 0-15,4 0 0 0,1 3 0 16,1 0 0-16,-3 1 0 0,1 3 0 16,-11 2 0-16,3 3 0 0,-7 3-301 15,-2 1-243-15,0 0 156 0,0 0-273 16,-2 3 109-16,0 3 60 0,0 5-180 16,0 1 199-16,-2-1 381 0,2-1 92 15,0 2 344-15,2-2 261 16,4 1 699-16,0 1-707 0,1-1-129 15,-1-4 268-15,2 0-615 0,2-4-121 16,3-1 0-16,-1-3 0 0,1-5 0 16,-1-4 0-16,0-3 0 15,-1-1 0-15,-1-4 0 0,-2-2 0 16,1-4 0-16,-1-1 0 0,-6 1 0 16,0-1 0-16,-4 6 0 0,-4 4 0 15,-5 5 0-15,-3 8 0 16,-3 5 0-16,1 10 0 0,-3 10 0 15,-3 6 0-15,-3 6 0 0,4 4 0 16,2 1 0-16,9 1 0 0,6-2 0 16,4-3 0-16,8-4 0 0,7-7 0 15,3-5 0-15,5-8 0 0,6-7 0 16,4-7 0-16,2-10 0 0,0-8-321 16,-2-5-363-16,-2-2-217 0,-8 6-1636 15,-4-1-152-15</inkml:trace>
  <inkml:trace contextRef="#ctx0" brushRef="#br2" timeOffset="135830.04">25337 13996 2293 0,'0'0'2036'0,"0"0"-1203"0,10-37-181 0,-8 31 137 0,-2 2-405 0,0 1 56 15,0-1 196-15,-2-1-507 16,0 1-129-16,-2 1 0 0,-2 3 0 16,-5 3 0-16,-5 13 0 0,-5 7 0 15,-2 7 0-15,1 7 0 16,1-2 0-16,0 3 0 0,5-1 0 15,5-1 0-15,9-6 0 0,2-5 0 16,9-7 0-16,3-6 0 0,5-9 0 16,-1-6 0-16,1-9 0 0,1-7 0 15,-1-5 0-15,1-5 0 0,-1-3 0 16,-3-3 0-16,5 2 0 0,-5-1 0 16,-1 7 0-16,-7 6 0 0,-2 11 0 15,-4 7 0-15,-4 3 0 0,-4 10 0 16,-7 14 0-16,-5 9 0 15,-5 11 0-15,-8 11 0 0,0 2 0 16,-2 10 0-16,-3 5 0 0,7 7 0 16,7 1 0-16,7-4 0 15,11-5 0-15,6-11 0 0,6-11 0 16,6-12 0-16,7-12 0 0,2-11 0 16,1-13 0-16,7-11 0 0,2-15 0 15,-6 1-701-15,-6-7-2801 0</inkml:trace>
  <inkml:trace contextRef="#ctx0" brushRef="#br2" timeOffset="136033.65">25572 14416 8192 0,'0'0'0'0,"0"0"0"0,0 0 0 0,0 0 0 0,0 0 0 16,0 0 0-16,0 0 0 0,0 0 0 16,0 0-4091-16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26T18:17:39.745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9426 851 5686 0,'0'0'32'0,"-45"-23"480"15,22 14 185-15,2 0-385 0,1 2-40 0,-1 3-152 16,-6 1-100-16,6 3-20 16,1 5 12-16,3 3-12 0,1 7 0 15,1 4 0-15,5 1-8 0,4 2 8 16,6 2 0-16,0 1-40 0,10-1 40 16,6 2-4-16,1-3 8 0,8 1-4 15,6-2 48-15,6 2-48 16,0-2 0-16,5 0 8 0,-1-1-8 15,-8 0-4-15,-8 0-300 0,-9-1 100 16,-5 0 76-16,-11-1 84 0,0 1 32 16,-11 0 12-16,-3 0 120 15,-3 2 16-15,-8 0 64 0,-3 2 24 16,-8-3-172-16,-1 1 20 0,0-7-40 16,2-3-32-16,8-7-16 0,0-4-312 15,6-1-272-15,11-4-225 0,4-1-1052 16,2 2 349-16,8-2-401 0</inkml:trace>
  <inkml:trace contextRef="#ctx0" brushRef="#br0" timeOffset="318.83">9695 1191 6402 0,'0'0'681'16,"-33"-3"-301"-16,18 3 349 0,-1 0-729 15,1 5 0-15,-5 6 0 0,3 5 0 16,0 5 0-16,3 5 0 0,4 2 0 16,3 0 0-16,7-2 0 15,0-1 0-15,11-4 0 0,5-2 0 16,5-4 0-16,6-4 0 0,-2-4 0 16,6-5 0-16,-2-2 0 0,0-6 0 15,-3-3 0-15,-5-4 0 0,-11 0 0 16,1-2 0-16,-11 1 0 0,-4 0 0 15,-3 0 0-15,-3-2 0 16,0 0 0-16,-1-4 0 0,7-5-129 16,-2 2-2456-16,-4-5-1257 0</inkml:trace>
  <inkml:trace contextRef="#ctx0" brushRef="#br0" timeOffset="555.76">9885 653 6935 0,'0'0'480'16,"0"0"12"-16,-43 54-207 15,38-24-285-15,3 4 0 0,2 8 0 16,0 7 0-16,2 8 0 0,7 8 0 16,-3 3 0-16,4 3 0 0,1-4 0 15,-5-4 0-15,4-2 0 0,-4-10 0 16,3-7 0-16,-3-11 0 0,0-8 0 15,2-10 0-15,-6-7 0 0,2-6-97 16,-4-6-935-16,3 0 59 16,1-15-1672-16</inkml:trace>
  <inkml:trace contextRef="#ctx0" brushRef="#br0" timeOffset="850.1">9988 1078 6675 0,'0'0'1040'0,"0"0"-563"0,0 0-477 16,0 46 0-16,4-10 0 15,3 5 0-15,-1-1 0 0,4-4 0 16,5 1 0-16,1-3 0 0,1-2 0 16,-3-2 0-16,3-9 0 0,-1-5 0 15,5-7 0-15,-7-7 0 0,3-7 0 16,0-9 0-16,-3-9 0 0,-2-8 0 15,-1-6 0-15,-3-3 0 16,-2-4 0-16,0 1 0 0,-1 5 0 16,1 8 0-16,-6 8 0 0,4 9 0 15,-4 8 0-15,0 2 0 0,0 3 0 16,0 4-1710-16,-4 0-382 0,4 12-370 16</inkml:trace>
  <inkml:trace contextRef="#ctx0" brushRef="#br0" timeOffset="1083.04">10274 1359 4510 0,'0'0'872'16,"41"7"-72"-16,-20-10 337 0,-1-8-517 16,1-6-367-16,0-4-253 15,-11-1 0-15,0-2 0 0,-10-1 0 16,0 2 0-16,-8 0 0 0,-4 5 0 16,-3 5 0-16,-1 6 0 0,1 8 0 15,3 11 0-15,-7 8 0 0,3 8 0 16,-5 6 0-16,4 4 0 15,7-2 0-15,6 0 0 0,8-4 0 16,11-4 0-16,5-3 0 0,9-7 0 16,10-8 0-16,5-9 0 0,10-5 0 15,12-15 0-15,-13 3-125 0,5-7-1752 16</inkml:trace>
  <inkml:trace contextRef="#ctx0" brushRef="#br0" timeOffset="1563.39">11679 732 5694 0,'0'-33'412'0,"-10"5"165"0,-9-5 39 0,-3 3-208 0,-9-5-172 16,-11-4-68-16,3-1-160 0,-11 1-8 15,7 4 4-15,2 8 16 16,7 9-20-16,-1 12 49 0,8 10-49 15,1 11 0-15,-1 15 0 0,6 7 0 16,5 4 0-16,-3 4 0 0,9 5 0 16,8-1 0-16,2-1 0 15,6 2 0-15,8-5 0 0,3 4 0 16,5 4 0-16,9 4 0 0,-4 3 0 16,4 1 0-16,-4-1 0 0,-2-4 0 15,-4-3 0-15,-5-3 0 0,-5-7 0 16,-1-5 0-16,-6-6 0 0,-4-7 0 15,0-7 0-15,0-7 0 16,-4-4 0-16,4-7-1013 0,-4 0-84 16,-2-9-2272-16</inkml:trace>
  <inkml:trace contextRef="#ctx0" brushRef="#br0" timeOffset="1702.1">11270 1147 6410 0,'0'0'669'0,"0"0"-445"16,0 0 400-16,54 6-359 0,-19 4-265 15,2 1 0-15,-4-1 0 0,2-3 0 16,2-2 0-16,5-1 0 0,1 0-285 16,9 1-607-16,-15-1-1501 15,0-1-729-15</inkml:trace>
  <inkml:trace contextRef="#ctx0" brushRef="#br0" timeOffset="2105.02">11826 1162 6082 0,'0'0'1185'0,"0"0"-553"0,-50-28-339 16,38 26-293-16,-2 2 0 0,1 4 0 15,-1 6 0-15,1 4 0 16,3 4 0-16,2 0 0 0,8 2 0 16,0-2 0-16,0 0 0 0,8 0 0 15,-2-2 0-15,7-1 0 0,1-2 0 16,3-3 0-16,-3-1 0 0,3 0 0 16,-1-1 0-16,-1 1 0 15,1-2 0-15,-6 0-77 0,5-2-211 16,-3 0 36-16,-1-3-84 0,-3-2 144 15,-6 0 152-15,-2 0 28 0,4 0 24 16,0-4 0-16,-4 0 8 16,2-2-20-16,-2 1-8 0,0-1-124 15,0 4-112-15,-2-2 3 0,-2 2-259 16,4 2 328-16,-4 0 172 0,-2 0 476 16,-5 0 25-16,-3 1 63 0,4-1 264 15,1 0-747-15,5-1-81 0,0-5 0 16,4-7 0-16,-2-11 0 0,2-7 0 15,0-5 0-15,2-3 0 16,8 3 0-16,5 3 0 0,1 4 0 16,5 7 0-16,2 3 0 0,-3 4 0 15,1 4 0-15,-6 1 0 0,1 1 0 16,1 2 0-16,-7 1 0 0,5-4-745 16</inkml:trace>
  <inkml:trace contextRef="#ctx0" brushRef="#br0" timeOffset="2602.96">13120 826 4386 0,'0'0'3205'0,"0"0"-2717"0,0 0-375 0,0 0-113 15,0 0 0-15,0 0 0 0,37 58 0 16,-10-5 0-16,8 6 0 0,-2 3 0 15,9-3 0-15,-5-5 0 16,4-2 0-16,5-5 0 0,-3-5 0 16,-6-8 0-16,-6-9 0 0,-10-9 0 15,0-11 0-15,-9-4 0 0,-2-2 0 16,-10-3-1678-16,0-10-1275 0</inkml:trace>
  <inkml:trace contextRef="#ctx0" brushRef="#br0" timeOffset="2773.32">13151 1384 6414 0,'0'0'1309'15,"0"0"-840"-15,0 0-469 0,0 0 0 16,33-45 0-16,-8 9 0 0,6-7 0 16,2-1 0-16,-4 2 0 0,4 2 0 15,4-3 0-15,5 1 0 0,1 0 0 16,2 5 0-16,-1 5 0 15,-13 10-193-15,-6 3-3344 0</inkml:trace>
  <inkml:trace contextRef="#ctx0" brushRef="#br0" timeOffset="3113.37">13655 1306 5458 0,'0'0'960'15,"-14"46"-643"-15,14-14 247 16,0 1-68-16,4 3-264 0,6 2-67 16,-3 6-165-16,1 3 0 0,-6 0 0 15,2 0 0-15,-4-2 0 0,0-4 0 16,0-6 0-16,0-8 0 0,0-9 0 16,0-10-749-16,0-6-796 0,0-6-896 15</inkml:trace>
  <inkml:trace contextRef="#ctx0" brushRef="#br0" timeOffset="3405.88">13676 1287 3405 0,'0'0'3554'15,"-10"-36"-2902"-15,14 13-84 0,8-2-555 16,9 0-13-16,4 0 0 0,-3 2 0 15,5 3 0-15,-2 5 0 0,2 7 0 16,-2 4 0-16,-4 6 0 16,-3 12 0-16,-3 7 0 0,-1 4 0 15,-12 7 0-15,-2 0 0 0,-6 1 0 16,-9 2 0-16,-1-2 0 16,-11-1 0-16,0-1 0 0,-4-5 0 15,0-4 0-15,0-10 0 0,0-8 0 16,8-4 0-16,7-11-97 0,8 1-1275 15,1-8-429-15</inkml:trace>
  <inkml:trace contextRef="#ctx0" brushRef="#br0" timeOffset="3751.23">13147 692 5954 0,'0'0'1361'15,"0"0"-729"-15,0 0-387 0,0 0-245 16,0 0 0-16,62-13 0 0,-21 13 0 16,7 2 0-16,3 0 0 0,-1-1 0 15,2-1 0-15,1 0 0 0,3-3 0 16,-14 1-1513-16,-9-3-1821 0</inkml:trace>
  <inkml:trace contextRef="#ctx0" brushRef="#br0" timeOffset="4456.28">14466 488 2096 0,'0'0'3530'0,"0"0"-2806"15,0 0-127-15,0 0-365 0,-40 28-56 16,16 2 200-16,-3 20-184 16,-4 7-44-16,4 9-27 0,-4 13-121 15,0 1 0-15,4 10 0 0,2 5 0 16,2 2 0-16,9-4 0 0,4-3 0 15,10-9 0-15,10-9 0 0,4-6 0 16,9-12 0-16,8-11 0 0,6-14 0 16,9-12 0-16,1-13 0 15,1-7 0-15,-5-12 0 0,-1-11 0 16,-5-8-149-16,-16 5-571 0,-3-7-2081 0</inkml:trace>
  <inkml:trace contextRef="#ctx0" brushRef="#br0" timeOffset="4751.39">14658 808 6811 0,'0'0'1088'0,"0"0"-795"0,-37 45-293 16,18-14 0-16,-2 6 0 0,9 5 0 15,-4 8 0-15,-3 3 0 16,0 5 0-16,1 3 0 0,7 1 0 15,1-1 0-15,10-5 0 0,8-7 0 16,5-7 0-16,12-10 0 0,6-6 0 16,2-8 0-16,12-8 0 15,3-7 0-15,-1-5 0 0,-3-8 0 16,3-3 0-16,-10-8 0 0,-2-2 0 16,-12-3 0-16,-8-2 0 0,-9-2-617 15,-2 9-1132-15,-8-2-724 0</inkml:trace>
  <inkml:trace contextRef="#ctx0" brushRef="#br0" timeOffset="4891.49">14323 1245 6022 0,'0'0'845'0,"0"0"-381"0,37 3-216 16,0-9 365-16,15-8-613 15,4-6 0-15,4-4 0 0,-2-5 0 16,0 1 0-16,-2-3 0 0,-7-1 0 15,-10 8-1037-15,-10-1-3329 0</inkml:trace>
  <inkml:trace contextRef="#ctx0" brushRef="#br0" timeOffset="5169.27">15047 459 4057 0,'0'0'2914'15,"0"0"-2446"-15,0 0-84 0,0 0-15 16,0 0-369-16,0 0 0 16,43 39 0-16,-6 9 0 0,9 26 0 15,7 21 0-15,1 9 0 0,-13-4 0 16,-9-6 0-16,-16-13 0 0,-8-4 0 16,-16-6 0-16,-4-2 0 0,-7-7 0 15,-8-6 0-15,0-6 0 16,-6-7 0-16,-4-9 0 0,-2-7 0 15,-1-11 0-15,9-7 0 0,13-6-457 16,5-2-1648-16</inkml:trace>
  <inkml:trace contextRef="#ctx0" brushRef="#br0" timeOffset="8895.18">11001 5170 1800 0,'0'0'4678'0,"0"0"-3721"0,0 0-200 16,0 0-757-16,0 0 0 0,0 0 0 16,0 0 0-16,0 0 0 0,6 68 0 15,7-23 0-15,5 1 0 16,5-1 0-16,2-1 0 0,2 1 0 16,0-1 0-16,-2-5 0 0,-9-3 0 15,5-4 0-15,-9-8 0 16,7-6 0-16,-9-8 0 0,-4-5-373 15,-2-3-1060-15,-4-2-351 0</inkml:trace>
  <inkml:trace contextRef="#ctx0" brushRef="#br0" timeOffset="9115.09">10813 5750 7079 0,'0'0'992'15,"0"0"-871"-15,0 0-121 0,0 0 0 16,37-50 0-16,1 10 0 0,3-10 0 16,2-6 0-16,3 2 0 15,-3-3 0-15,3 2 0 0,-7 2 0 16,2 3 0-16,-6 5 0 0,-4 6 0 16,-12 12 0-16,-5 2-2766 0</inkml:trace>
  <inkml:trace contextRef="#ctx0" brushRef="#br0" timeOffset="9472.04">11365 5561 5126 0,'0'0'2469'0,"0"0"-1917"15,-37 37-507-15,37-6-45 0,0 10 0 16,6 4 0-16,4 3 0 0,5 2 0 16,-3-1 0-16,-4 0 0 0,-1-1 0 15,-1-3 0-15,-6-4 0 0,0-9 0 16,0-7-537-16,0-10-479 0,0-7-1778 0</inkml:trace>
  <inkml:trace contextRef="#ctx0" brushRef="#br0" timeOffset="9721.43">11371 5555 6390 0,'0'0'637'0,"31"-34"187"0,-10 17-483 16,0 4-341-16,-1 2 0 0,3 1 0 15,-2 4 0-15,-1 4 0 0,-5 2 0 16,-3 6 0-16,-1 6 0 15,-7 4 0-15,-4 5 0 0,-11 8 0 16,-9 4 0-16,-11 6 0 0,-11 3 0 16,-5-2 0-16,-1-2 0 0,9-5 0 15,4-8 0-15,8-11 0 0,12-7 0 16,9-10-77-16,6-4-811 0,4-11-2550 0</inkml:trace>
  <inkml:trace contextRef="#ctx0" brushRef="#br0" timeOffset="10013.6">11061 4873 4301 0,'0'0'405'0,"0"0"391"0,0 0 493 16,0 0-753-16,0 0-164 0,0 0 121 15,31 34-493-15,-6-20 0 0,8-4 0 16,4-9 0-16,11-1 0 0,-1-8 0 16,3-3 0-16,-3-2 0 0,-3 0 0 15,-3 0 0-15,-10 3-1129 0,-8 2-3986 0</inkml:trace>
  <inkml:trace contextRef="#ctx0" brushRef="#br0" timeOffset="10493.29">11971 5228 2809 0,'0'0'3914'0,"0"0"-2874"16,0 0-752-16,66-4-147 0,-23-4-141 15,3 1 0-15,-7 0 0 0,-8 1 0 16,-4 0 0-16,2 0 0 0,-13 1 0 16,1 1 0-16,-11 0-601 0,-2 3-1248 15,-4 1-548-15</inkml:trace>
  <inkml:trace contextRef="#ctx0" brushRef="#br0" timeOffset="10642.28">11944 5497 6458 0,'0'0'581'16,"0"0"-125"-16,62 9 241 0,-21-11-697 15,1-6 0-15,-5 1 0 16,-4-1 0-16,-2-2 0 0,-4 3 0 15,0-2 0-15,-7 0 0 0,-5 0-3442 0</inkml:trace>
  <inkml:trace contextRef="#ctx0" brushRef="#br0" timeOffset="12316.55">13120 4846 4233 0,'0'0'1049'0,"0"0"-173"0,0 0 389 16,0 0-569-16,0 0-623 0,0 0-73 15,0 0 0-15,31 33 0 0,0 12 0 16,10 9 0-16,7 8 0 0,-1 1 0 16,1 5 0-16,4 3 0 0,-9 3 0 15,0-2 0-15,-1-3 0 0,-7-6 0 16,-2-6 0-16,-2-10 0 15,-4-7 0-15,0-6 0 0,-9-12 0 16,-7-7 0-16,-9-6 0 0,-4-6-389 16,-13-4-1160-16,1-2-215 15,-5-4-1238-15</inkml:trace>
  <inkml:trace contextRef="#ctx0" brushRef="#br0" timeOffset="12550.4">13242 5791 4117 0,'0'0'1225'0,"0"0"-349"0,8-36 265 15,9 2-549-15,3-9-351 0,7-7-241 16,0-7 0-16,4-7 0 0,4-6 0 16,5-3 0-16,5-2 0 0,7 0 0 15,-5 5 0-15,-3 7 0 0,-9 9 0 16,-6 9 0-16,-4 8 0 15,-9 8 0-15,-8 5 0 0,-1 6-841 16,-7 3-2601-16</inkml:trace>
  <inkml:trace contextRef="#ctx0" brushRef="#br0" timeOffset="12862.59">13161 4449 6635 0,'0'0'204'0,"0"0"484"16,0 0-200-16,0 0-311 0,48 32-177 16,6-28 0-16,14-4 0 0,4-6 0 15,3-4 0-15,-7 1 0 0,-2 2 0 16,-12 2 0-16,-17 4-801 16,-10-2-1272-16</inkml:trace>
  <inkml:trace contextRef="#ctx0" brushRef="#br0" timeOffset="15536.16">14145 5562 1244 0,'0'0'804'16,"0"0"785"-16,0 0-836 0,0 0-325 15,0 0 464-15,0 0-524 0,0 0-92 16,0 0 69-16,0 0-117 0,11-3 140 16,3 3 356-16,7-3-551 15,6-4-173-15,-3-3 0 0,-5-1 0 16,2-2 0-16,-3-2 0 0,-5-1 0 16,1 0 0-16,-8-3 0 0,1-1 0 15,-7 1 0-15,0-3 0 0,0 2 0 16,-7 2 0-16,-3 3 0 15,-6 0 0-15,-1 4 0 0,-12 4 0 16,6 5 0-16,-8 4 0 0,0 10 0 16,0 8 0-16,-6 8 0 0,6 9 0 15,2 2 0-15,4 6 0 0,9-1 0 16,12 1 0-16,8-1 0 0,12-4 0 16,9-3 0-16,8-5 0 0,9-10 0 15,5-5 0-15,1-9 0 16,-1-6 0-16,-5-2 0 0,-1-4 0 15,-14 1-2346-15,-5-8-1836 0</inkml:trace>
  <inkml:trace contextRef="#ctx0" brushRef="#br0" timeOffset="16387.56">14701 5061 5602 0,'0'0'912'0,"0"0"-215"0,0 0 195 16,0 0-803-16,0 0-89 0,11 43 0 15,3-11 0-15,-1 6 0 0,5 1 0 16,-5-2 0-16,3-1 0 15,-8 3 0-15,-1 0 0 0,-7-3 0 16,-5-1 0-16,-5-2 0 0,0-6 0 16,-7-5 0-16,-3-5 0 15,-1-6 0-15,-2-8 0 0,2-3 0 16,1-7 0-16,3-9 0 0,3-7 0 16,-3-6 0-16,3-12 0 0,1-6-477 15,-1-10-287-15,4-6-529 0,3 12 393 16,3-1-581-16</inkml:trace>
  <inkml:trace contextRef="#ctx0" brushRef="#br0" timeOffset="16501.54">14753 4634 3853 0,'0'0'3258'0,"0"0"-2177"16,-14-46-1081-16,12 40 0 0,2 2 0 15,0 1 0-15,0 1 0 0,2 1 0 16,2 1-613-16,12 4-1076 0</inkml:trace>
  <inkml:trace contextRef="#ctx0" brushRef="#br0" timeOffset="17132.53">15036 4933 4806 0,'0'0'1740'0,"0"0"-995"0,0 0-149 15,0 0-291-15,0 0-305 16,0 0 0-16,-20 35 0 0,9-7 0 16,5 3 0-16,-2 0 0 0,6-4 0 15,-2-1 0-15,4-2 0 0,0-4 0 16,6-4 0-16,-2-5 0 15,6-6 0-15,1-4 0 0,5-3 0 16,1-7 0-16,-7-4 0 0,0-1 0 16,1-3 0-16,-3 2 0 0,-2 1 0 15,-4 3 0-15,2 4 0 0,-4 2 0 16,0 4 0-16,0 1 0 0,0 0 0 16,0 6 0-16,4 6 0 0,-1 7 0 15,5 3 0-15,2 1 0 0,3-4 0 16,3-6 0-16,5-4 0 15,4-3 0-15,6-2 0 0,-5-3 0 16,-3-2 0-16,6-4 0 0,-12-2 0 16,3-3 0-16,-7 0 0 0,-3-2 0 15,-6-2 0-15,2-3 0 16,-6-3 0-16,0-3 0 0,-6-4 0 16,-4-1 0-16,-5-2 0 0,3 4 0 15,-5 5 0-15,7 5 0 0,2 8-1193 16,8 3-408-16</inkml:trace>
  <inkml:trace contextRef="#ctx0" brushRef="#br0" timeOffset="18342.7">15669 4546 4906 0,'0'0'972'0,"0"0"-308"0,10-40 381 16,-10 36-549-16,0 1-387 0,0 3-109 16,4 4 0-16,-4 7 0 0,4 15 0 15,-4 14 0-15,0 7 0 0,0 9 0 16,-4 0 0-16,-2 4 0 0,-4 0 0 16,-1 2 0-16,1-2 0 0,0-7 0 15,6-7 0-15,4-8 0 0,4-6 0 16,8-7 0-16,3-7 0 15,9-8 0-15,5-4 0 0,2-5 0 16,7-4 0-16,-3-8 0 0,2-2 0 16,-6-2 0-16,-4-2 0 0,-7 2 0 15,-5 2-117-15,-9-3-891 16,-6 7-213-16,-4-3-2769 0</inkml:trace>
  <inkml:trace contextRef="#ctx0" brushRef="#br0" timeOffset="18512.56">15448 4907 7043 0,'0'0'1056'16,"57"-8"-963"-16,-11-3-93 0,4-1 0 16,5 2 0-16,-1 0 0 0,-2 3 0 15,-1 1 0-15,-7 5 0 0,-13 0-545 16,-10 1-1896-16</inkml:trace>
  <inkml:trace contextRef="#ctx0" brushRef="#br0" timeOffset="23629.27">10788 7296 5382 0,'0'0'648'0,"0"0"-111"16,0 0 475-16,0 0-644 0,0 0-123 15,0 0-245-15,0 0 0 0,35 49 0 16,-1-12 0-16,7 5 0 16,-4-1 0-16,-6-2 0 0,4 0 0 15,-8 1 0-15,0-1 0 0,-4-1 0 16,-5-3 0-16,-7-5 0 16,-1-4 0-16,-4-8 0 0,-6-7 0 0,4-5 0 15,-2-1 0-15,-2-5 0 16,0 0-533-16,-2 0-395 0,-2-2-1774 0</inkml:trace>
  <inkml:trace contextRef="#ctx0" brushRef="#br0" timeOffset="23986.51">10766 7839 1272 0,'0'0'3978'0,"0"0"-2413"15,0 0-769-15,0 0-215 0,0 0-581 16,33-44 0-16,-2 8 0 0,0-5 0 16,10-6 0-16,-4 1 0 0,5-2 0 15,1-5 0-15,-2 0 0 0,1 1 0 16,-9 5 0-16,-8 6 0 16,-13 9 0-16,-2 5 0 0,-10 4-229 15,0 9-2816-15,0 1-1789 0</inkml:trace>
  <inkml:trace contextRef="#ctx0" brushRef="#br0" timeOffset="24548.39">10766 7118 4858 0,'0'0'976'0,"0"0"105"0,51-6-349 0,-14 0-187 16,11-1-545-16,0 2 0 0,-5 0 0 15,2 4 0-15,-7 1 0 0,-11 0-1001 16,-7-2-3765-16</inkml:trace>
  <inkml:trace contextRef="#ctx0" brushRef="#br0" timeOffset="24953.71">11235 7946 6691 0,'0'0'744'16,"-6"66"-508"-16,6-27 240 0,6 1-431 15,-2 1-45-15,2 3 0 0,2 0 0 16,-6 1 0-16,-2-2 0 0,0-5 0 16,0-3 0-16,0-6 0 0,-6-8 0 15,2-5-201-15,-2-9-275 16,2-4-1281-16,2-6-548 0</inkml:trace>
  <inkml:trace contextRef="#ctx0" brushRef="#br0" timeOffset="25219.01">11224 7831 6851 0,'0'0'1341'0,"0"-41"-1341"16,15 23 0-16,6 3 0 16,1 1 0-16,9 3 0 0,4 4 0 15,-1 4 0-15,7 3 0 0,-6 5 0 0,-2 5 0 16,-6 3 0-16,-10 1 0 15,-3 1 0-15,-14 7 0 0,-6 2 0 16,-13 5 0-16,-8 3 0 0,-10-1 0 16,-6-3 0-16,-3-5 0 0,-3-8 0 15,3-9 0-15,15-5-509 16,4-7-2873-16</inkml:trace>
  <inkml:trace contextRef="#ctx0" brushRef="#br0" timeOffset="25716.94">10956 6757 4434 0,'0'0'1156'15,"0"0"-396"-15,0 0 249 0,47-12-553 16,-30 12-79-16,-3 0-377 16,1 2 0-16,-5 1 0 0,-4 2 0 15,0 1 0-15,-6 2 0 0,0 5 0 16,-6 2 0-16,-4 1 0 0,-7-3 0 15,3-1 0-15,-3-5 0 0,3-3 0 16,4-4 0-16,3 0 0 0,1-3 0 16,2-1 0-16,4-6 0 0,4-5 0 15,7-2 0-15,5-2 0 0,1 3 0 16,-3 6-497-16,-2-2-1320 0</inkml:trace>
  <inkml:trace contextRef="#ctx0" brushRef="#br0" timeOffset="26297.21">11812 7343 6282 0,'0'0'837'0,"0"0"-205"0,0 0-191 15,0 0-441-15,47-14 0 0,-12 10 0 16,2 3 0-16,3 1 0 16,1 0 0-16,-4 0 0 0,5-1 0 15,-5-2 0-15,-2 1 0 0,-8 0 0 16,0-3 0-16,-11 1 0 0,-1 2 0 15,-9 0-1557-15,-6 0-308 16,0 0-1185-16</inkml:trace>
  <inkml:trace contextRef="#ctx0" brushRef="#br0" timeOffset="26471.61">11890 7527 5226 0,'0'0'1124'0,"0"0"-487"0,37 7 568 16,-6-6-1205-16,0-1 0 0,2-1 0 15,3-1 0-15,-3-1 0 0,4 1 0 16,-6-3 0-16,4 0 0 16,-6-5 0-16,-4 0-1101 0,-5-4-2973 0</inkml:trace>
  <inkml:trace contextRef="#ctx0" brushRef="#br0" timeOffset="27633.52">13097 7388 7103 0,'0'0'960'16,"0"0"-831"-16,0 0-129 0,0 0 0 15,19 40 0-15,2-4 0 0,-1 9 0 16,1 5 0-16,-5 1 0 16,3 1 0-16,-7 0 0 0,-1-1 0 15,-7-2 0-15,-4 1 0 0,-6-2 0 16,-13-3 0-16,-2-3 0 0,-1-8 0 15,-9-7 0-15,0-8 0 0,4-8 0 16,0-9 0-16,0-4 0 16,2-11 0-16,3-10 0 0,3-6 0 15,2-11 0-15,1-9 0 0,6-9-317 16,-5-10 181-16,5-7 132 16,-1-3-12-16,5-6 16 0,6-1 0 0,4-1 0 15,9 8-16-15,5 3-988 16,-1 24-357-16,-1 4-752 0</inkml:trace>
  <inkml:trace contextRef="#ctx0" brushRef="#br0" timeOffset="27766.36">13205 6932 7263 0,'0'0'16'15,"0"0"380"-15,0 0-376 0,0 0-20 16,0 0-68-16,0 0-504 0,0 0-237 15,37-3-1192-15,-16 8-572 0</inkml:trace>
  <inkml:trace contextRef="#ctx0" brushRef="#br0" timeOffset="28236.4">13486 7275 6799 0,'0'0'1393'15,"0"0"-1393"-15,-21 56 0 0,11-24 0 16,0 0 0-16,-1 0 0 16,5-2 0-16,-2-2 0 0,6 0 0 15,2-6 0-15,0-3 0 0,6-5 0 16,0-4 0-16,-2-4 0 0,9-5 0 15,-3-1 0-15,9-6 0 16,-7-6 0-16,-2-5 0 0,5-4 0 16,-5 1 0-16,-4 0 0 0,5 4 0 15,-7 8 0-15,-2 3 0 0,-2 5 0 16,4 4 0-16,-4 10 0 0,0 3 0 16,4 4 0-16,-2-2 0 15,4-2 0-15,5-6 0 0,3-2 0 0,7-3 0 16,0-3 0-16,1-1 0 15,3-1 0-15,2-1 0 0,-2-3 0 16,2-1 0-16,-5-4 0 0,-7-1 0 16,-1-3 0-16,-8 0 0 0,-3-2 0 15,-3-4 0-15,-3-3 0 0,-3-4 0 16,-2-2 0-16,2-4 0 16,0 1 0-16,-3 0 0 0,-1 3 0 15,10 4 0-15,-2 7-369 0,2 2-2048 0</inkml:trace>
  <inkml:trace contextRef="#ctx0" brushRef="#br0" timeOffset="28752.82">14156 6654 5274 0,'0'0'688'0,"0"0"69"0,0 0 379 15,0 0-799-15,0 0-337 0,0 0 0 0,-27 41 0 16,37 1 0-16,11 15 0 15,6 6 0-15,10 1 0 0,8 10 0 16,3 6 0-16,-1 2 0 0,-3 1 0 16,-5-3 0-16,-6-7 0 0,-6-8 0 15,0-10 0-15,-8-12 0 0,-3-8 0 16,-4-9 0-16,-7-12 0 16,1-6 0-16,-6-4 0 0,0-4-729 15,-6-8-2308-15</inkml:trace>
  <inkml:trace contextRef="#ctx0" brushRef="#br0" timeOffset="29002.76">14108 7593 5322 0,'0'0'956'16,"0"0"-63"-16,0 0 128 15,0 0-1021-15,19-38 0 0,-11 10 0 16,11-10 0-16,-3-6 0 0,5-5 0 16,6-4 0-16,8-4 0 0,8-7 0 15,9-3 0-15,6-3 0 0,-4-3 0 16,3 2 0-16,-5 5 0 0,-9 9 0 16,-12 7 0-16,-14 18 0 15,-7 9-2974-15</inkml:trace>
  <inkml:trace contextRef="#ctx0" brushRef="#br0" timeOffset="29621.92">14883 7460 3989 0,'0'0'865'0,"0"0"-437"0,33 23 608 15,-12-16-507-15,2-6-85 0,-3-2 296 16,5-8-579-16,6-6-161 0,-4-4 0 16,-2-2 0-16,-2-4 0 0,-3-1 0 15,-3 1 0-15,-7 4 0 0,-10-1 0 16,-6 5 0-16,-11 1 0 16,-11 2 0-16,-6 7 0 0,-11 3 0 15,-3 7 0-15,-9 6 0 0,3 10 0 16,6 8 0-16,7 9 0 0,8 9 0 15,12 2 0-15,11 1 0 16,10-4 0-16,12-4 0 0,13-1 0 16,12-7 0-16,11-6 0 0,10-10 0 15,4-10 0-15,-4-6 0 0,-1-8 0 16,-3-6 0-16,-8-3 0 16,-7-6 0-16,-10-4-217 0,-13 7-2432 15,-3-4-1013-15</inkml:trace>
  <inkml:trace contextRef="#ctx0" brushRef="#br0" timeOffset="30033.57">14112 6405 6971 0,'0'0'820'0,"0"0"-419"0,0 0-401 0,64 12 0 0,-8-9 0 15,8 0 0-15,4-2 0 16,-3-1 0-16,1 0 0 0,2-4 0 15,-4-2 0-15,4 2 0 0,-4 0-189 16,-16 2-2212-16,-3 0-80 0</inkml:trace>
  <inkml:trace contextRef="#ctx0" brushRef="#br0" timeOffset="30739.31">15431 6945 5806 0,'0'0'716'0,"0"0"409"0,0 0-580 16,0 0-545-16,0 0 0 16,0 0 0-16,21 45 0 0,-5-13 0 15,5 2 0-15,-5 4 0 0,1-3 0 16,-7 1 0-16,-1 2 0 0,-7 0 0 15,-2-4 0-15,-11-2 0 0,1-3 0 16,-7-3 0-16,1-7 0 0,1-4 0 16,-1-5 0-16,-1-5 0 0,1-5 0 15,1-8 0-15,5-4 0 0,4-9 0 16,0-6 0-16,2-9 0 16,-1-10 0-16,5-6 0 0,-2-7-485 15,-2-3-1356-15,4 13-164 0,0 3-1168 0</inkml:trace>
  <inkml:trace contextRef="#ctx0" brushRef="#br0" timeOffset="30895">15598 6567 6931 0,'0'0'908'16,"0"0"-555"-16,0 0-353 15,0 0 0-15,0 0 0 0,0 0 0 0,0 0 0 16,0 0 0-16,0 0-101 15,0 0-1159-15,23 25-17 0,-2-8-1560 0</inkml:trace>
  <inkml:trace contextRef="#ctx0" brushRef="#br0" timeOffset="31299.1">15857 6964 6154 0,'0'0'593'0,"0"0"143"15,0 0-27-15,0 0-709 0,0 0 0 16,-37 10 0-16,26 15 0 16,1 7 0-16,0 0 0 0,3 0 0 15,3-6 0-15,4-2 0 0,4-5 0 16,1-6 0-16,3-4 0 0,2-5 0 16,5-4 0-16,5-6 0 0,1-8 0 15,0-4 0-15,-1-6 0 0,-1 0 0 16,-5 0 0-16,1 1 0 15,-5 8 0-15,-4 4 0 0,-3 5 0 16,-3 5 0-16,0-1 0 0,0 2 0 16,-3 2 0-16,-3 8 0 0,-2 6 0 15,-2 4 0-15,3 4 0 0,3-3 0 16,4-2 0-16,0-2 0 0,11-4 0 16,3-3 0-16,3-3 0 15,3-4 0-15,1-3 0 0,4-6 0 16,-7-6 0-16,1-2 0 0,-7-5 0 15,-1-4 0-15,-1-3 0 0,-4-4 0 16,-2-5-45-16,-4 8-1616 16,5-4-876-16</inkml:trace>
  <inkml:trace contextRef="#ctx0" brushRef="#br0" timeOffset="31549.5">16440 6320 6715 0,'0'0'1252'16,"0"0"-1027"-16,-35 32-225 0,12-4 0 16,-2 10 0-16,-4 8 0 0,0 4 0 15,7 1 0-15,1 5 0 0,6 3 0 16,7 3 0-16,6-4 0 0,6-1 0 16,7-6 0-16,9-8 0 15,5-7 0-15,4-6 0 0,6-8 0 16,2-7 0-16,0-6 0 0,5-8 0 15,-1-1 0-15,-4-7 0 0,-4-3 0 16,-4-2 0-16,-10-6 0 16,-5-4 0-16,-9 4-1209 0,-5-5-1677 0</inkml:trace>
  <inkml:trace contextRef="#ctx0" brushRef="#br0" timeOffset="31730.66">16072 6732 7811 0,'0'0'381'0,"37"-3"-381"0,9-5 0 16,20-2 0-16,12-2 0 0,5 0 0 15,6 2 0-15,-4-2 0 0,-1 0 0 16,-1-4 0-16,-25 3-29 0,-11-2-5990 0</inkml:trace>
  <inkml:trace contextRef="#ctx0" brushRef="#br0" timeOffset="32407.17">10704 9121 5502 0,'0'0'1237'0,"0"0"216"0,0 0-1453 15,0 0 0-15,10 37 0 0,0-5 0 16,7 7 0-16,8 1 0 16,6-3 0-16,2-3 0 0,-2-3 0 15,2-4 0-15,-4-3 0 0,-2-2 0 16,-1-4 0-16,-5-2 0 0,-4-6 0 15,-7-2 0-15,-6-5 0 0,-4 0-621 16,0-1-1100-16,-8-2-776 0</inkml:trace>
  <inkml:trace contextRef="#ctx0" brushRef="#br0" timeOffset="32600.65">10697 9585 7479 0,'0'0'713'0,"38"-32"-713"0,-12 3 0 16,5-6 0-16,3-2 0 0,1-1 0 16,-4-2 0-16,-4 4 0 0,-1-1 0 15,-5 4 0-15,0 1 0 16,-1-1 0-16,-3 2 0 0,-3 9-381 16,-3 0-3073-16</inkml:trace>
  <inkml:trace contextRef="#ctx0" brushRef="#br0" timeOffset="33003.85">11196 9612 6647 0,'0'35'824'0,"-5"5"-464"0,1 9 1 16,4 1-361-16,0 0 0 0,0-2 0 15,0 0 0-15,0-4 0 16,0-3 0-16,0-4 0 0,4-5 0 16,-4-8 0-16,0-3 0 0,0-8 0 15,0-6-713-15,0-5-1000 0,-4-3-748 16</inkml:trace>
  <inkml:trace contextRef="#ctx0" brushRef="#br0" timeOffset="33273.12">11171 9544 6290 0,'0'0'305'0,"0"0"651"0,0 0-315 16,20-33-641-16,-3 18 0 0,4 0 0 15,5 6 0-15,-1 5 0 0,-2 6 0 16,2 6 0-16,-2 4 0 0,-3 5 0 16,-5 1 0-16,-3 4 0 0,-8 3 0 15,-4 0 0-15,-4 3 0 0,-12-1 0 16,-5-1 0-16,-6 2 0 16,-10-2 0-16,4-4 0 0,-7-4 0 15,7-9 0-15,2-8 0 0,11-4 0 16,3-14 0-16,11-5 0 0,6-10-841 15,0 2-1608-15,2-6-357 0</inkml:trace>
  <inkml:trace contextRef="#ctx0" brushRef="#br0" timeOffset="33813.65">10588 9051 6082 0,'0'0'529'0,"0"0"443"0,0 0-363 0,0 0-609 0,62-12 0 15,-8 1 0-15,14-2 0 16,0 4 0-16,-6 0 0 0,-2 0 0 16,-2 2 0-16,-7 1 0 0,-9 2 0 15,-11 2-733-15,-10 2-1908 0</inkml:trace>
  <inkml:trace contextRef="#ctx0" brushRef="#br0" timeOffset="34185.41">10683 8713 5838 0,'0'0'1289'0,"0"0"-525"16,0 0-463-16,0 0-301 0,0 0 0 16,0 0 0-16,0 0 0 15,-17 33 0-15,17-30 0 0,0-1 0 16,0 1 0-16,0 0 0 0,0-2 0 15,-4 2 0-15,4-1 0 0,0 0-361 16,0 0-791-16,4-1-365 0,3-1-3185 0</inkml:trace>
  <inkml:trace contextRef="#ctx0" brushRef="#br0" timeOffset="34313.78">10993 8745 4998 0,'0'0'1052'16,"0"0"585"-16,0 0-1132 0,0 0-505 15,-21 40 0-15,9-22 0 16,2-2 0-16,3-6 0 0,3-6 0 16,4-2 0-16,6 1 0 0,9-3 0 15,1-1-841-15,5-8-3101 0</inkml:trace>
  <inkml:trace contextRef="#ctx0" brushRef="#br0" timeOffset="34954.97">11781 9147 5322 0,'0'0'1449'15,"0"0"-553"-15,0 0-371 0,0 0-525 16,0 0 0-16,0 0 0 0,62 6 0 15,-29-13 0-15,4-1 0 0,-2-1 0 16,-4 2 0-16,0 0 0 0,-4 0 0 16,-6 1 0-16,-1 0 0 15,-7 0 0-15,-7 1 0 0,2 2 0 0,-6 0-993 16,-2 1-556-16,0 0-592 0</inkml:trace>
  <inkml:trace contextRef="#ctx0" brushRef="#br0" timeOffset="35146.37">11807 9340 5494 0,'0'0'936'16,"0"0"-151"-16,46 14 192 16,-15-11-977-16,6-2 0 0,-4-1 0 15,2 0 0-15,3-2 0 0,-7-1 0 16,0 0 0-16,-5-3 0 0,-9 2-437 15,-1-3-2436-15</inkml:trace>
  <inkml:trace contextRef="#ctx0" brushRef="#br0" timeOffset="35863.9">12872 9300 5378 0,'0'0'968'0,"0"0"17"15,0 0-124-15,0 0-861 16,43 1 0-16,-12 2 0 0,7 1 0 16,-3 2 0-16,-2-1 0 0,2-2 0 15,-2 1 0-15,2-3 0 0,-2-1 0 16,2-1 0-16,-2-8 0 16,-12 0-317-16,0-2-2120 0</inkml:trace>
  <inkml:trace contextRef="#ctx0" brushRef="#br0" timeOffset="36531.82">13540 9202 3661 0,'0'0'725'0,"0"0"63"0,0 0 544 16,0 0-551-16,0 0-129 0,0 0-399 0,0 0-253 0,0 0 0 15,-48 36 0-15,34-2 0 0,1 1 0 16,5 0 0-16,-2 0 0 0,10-2 0 15,0-3 0-15,4-3 0 0,2-3 0 16,8-5 0 0,3-6 0-16,4-5 0 0,-1-7 0 0,5-1 0 15,-2-7 0-15,2-5 0 0,-5-2 0 16,-1-4 0-16,-5 1 0 16,-3 2 0-16,-7 6 0 0,-2 4 0 15,-2 2 0-15,0 2 0 0,0 1 0 16,0 5 0-16,-2 8 0 0,-2 6 0 15,4 0 0-15,4 0 0 0,6-7 0 16,3-6 0-16,3-3 0 0,3-3 0 16,-3-6 0-16,5-3 0 0,-5-4 0 15,1 0 0-15,-7-3 0 16,5-1 0-16,-9 0 0 0,0 2 0 16,-2-2 0-16,-4 3 0 0,0-2 0 15,0-3 0-15,-4 1 0 0,2-2 0 16,-6-3 0-16,2-1 0 0,-1-2 0 15,3 0 0-15,4-2-677 16,0 7-784-16,0-1-3181 0</inkml:trace>
  <inkml:trace contextRef="#ctx0" brushRef="#br0" timeOffset="36948.33">13825 8667 6903 0,'0'0'980'15,"0"0"-671"-15,0 0-309 0,0 0 0 16,29-37 0-16,-6 24 0 0,3-1 0 15,3 3 0-15,-6 5 0 0,-2 1 0 16,-1 3 0-16,1 2 0 16,-8 3 0-16,-3 6 0 0,-6 4 0 15,-8 4 0-15,-2 6 0 0,-9 4 0 16,-1 2 0-16,-5 2 0 16,0-1 0-16,5-1 0 0,5-4 0 15,5-2 0-15,6-5 0 0,6-2 0 16,5-2 0-16,9-1 0 0,5-5 0 15,-2 0 0-15,4-2 0 0,-2-1 0 16,-3-1 0-16,-1 0 0 0,-2-2 0 16,-1-1 0-16,-3-1 0 0,-5 0-2702 15,0 0-1272-15</inkml:trace>
  <inkml:trace contextRef="#ctx0" brushRef="#br0" timeOffset="37363.76">14449 8747 4522 0,'0'0'1344'0,"0"0"-367"0,0 0-45 15,0 0-515-15,0 0-417 0,0 0 0 16,0 0 0-16,15 51 0 0,1-9 0 15,5 4 0-15,10 1 0 0,0-2 0 16,2 2 0-16,4-2 0 16,-2 1 0-16,-2 1 0 0,-2-3 0 15,-4-2 0-15,-6-2 0 0,-5-3 0 16,-5-7 0-16,-3-4 0 16,-6-8 0-16,-2-5 0 0,0-8 0 15,0-2-217-15,0-3-883 0,-10-6-1546 0</inkml:trace>
  <inkml:trace contextRef="#ctx0" brushRef="#br0" timeOffset="37584.94">14344 9538 5986 0,'0'0'1001'15,"0"0"103"-15,62-59-1003 0,-25 18-101 16,4-7 0-16,7-7 0 0,-5-2 0 15,5-3 0-15,-1 0 0 16,-1 1 0-16,-9 2 0 0,4 6 0 16,-14 6 0-16,0 7 0 0,-10 5 0 15,-3 4 0-15,-4 2-101 0,-5 9-1556 16,-5 0-968-16</inkml:trace>
  <inkml:trace contextRef="#ctx0" brushRef="#br0" timeOffset="38050.12">14455 8541 7707 0,'31'-1'485'0,"21"-7"-485"0,10-3 0 0,6-2 0 0,1 1 0 16,-1 0 0-16,-8 2 0 0,-2 3 0 15,-17 0 0-15,-6 3 0 16,-18-1-1525-16,-1 2-4098 0</inkml:trace>
  <inkml:trace contextRef="#ctx0" brushRef="#br0" timeOffset="38658.03">15243 9170 3917 0,'0'0'853'0,"0"0"903"0,37 34-859 0,-16-21-253 0,4-3-519 15,2-4-125-15,-1-4 0 16,5-2 0-16,0-6 0 0,0-5 0 16,-4-3 0-16,-2-3 0 0,-6-2 0 15,1-2 0-15,-9 1 0 0,-1-3 0 16,-6 2 0-16,-4 0 0 0,-10 1 0 15,-5 3 0-15,-5 1 0 16,-7 4 0-16,-4 6 0 0,-6 6 0 16,-1 6 0-16,1 11 0 0,0 11 0 15,2 6 0-15,8 8 0 0,10 3 0 16,7 3 0-16,10-2 0 16,17-1 0-16,7-5 0 0,14-10 0 15,5-6 0-15,9-8 0 0,1-9 0 16,-1-5 0-16,-4-3 0 0,-7-8 0 15,-8 1-837-15,-8-1-1648 0</inkml:trace>
  <inkml:trace contextRef="#ctx0" brushRef="#br0" timeOffset="39248.82">15966 8824 5270 0,'0'0'584'0,"0"0"293"0,0 0 403 0,0 0-1099 16,0 0-181-16,0 0 0 0,0 0 0 15,0 0 0-15,0 0 0 0,44 9 0 16,-15 27 0-16,-2 6 0 16,-5 2 0-16,-5-6 0 0,-7 1 0 15,1-1 0-15,-7 0 0 0,-4 1 0 16,-4-1 0-16,-9-3 0 0,-3-3 0 15,-9-3 0-15,-2-6 0 0,-4-5 0 16,-4-4 0-16,2-6 0 0,8-5 0 16,2-3 0-16,-2-8 0 0,13-7 0 15,2-9 0-15,-1-8 0 0,7-11 0 16,4-6 0-16,0-6 0 16,6-5-685-16,-1 13-1232 0,5-3-332 0</inkml:trace>
  <inkml:trace contextRef="#ctx0" brushRef="#br0" timeOffset="39372.87">15997 8367 7515 0,'0'0'677'0,"0"0"-677"15,0 0 0-15,0 0 0 0,0 0 0 16,0 0 0-16,0 0 0 16,44-14 0-16,-19 26 0 0,-9-4-1722 15,5-2-1527-15</inkml:trace>
  <inkml:trace contextRef="#ctx0" brushRef="#br0" timeOffset="39917.41">16341 8758 5074 0,'0'0'840'0,"0"0"-47"0,0 0 147 16,0 0-592-16,0 0-151 0,0 0-197 15,-48 55 0-15,34-25 0 0,1-2 0 16,9-3 0-16,2-3 0 0,2 0 0 16,2-4 0-16,8-4 0 15,1-3 0-15,5-4 0 0,3-6 0 16,2-2 0-16,-1-8 0 0,3-4 0 16,-2-3 0-16,-5-1 0 0,-1-2 0 15,-3 0 0-15,-2 2 0 0,-6 5 0 16,1 4 0-16,-3 5 0 0,-2 3 0 15,0 0 0-15,-2 6 0 16,-3 5 0-16,1 7 0 0,2 2 0 16,2 1 0-16,2-4 0 0,9-4 0 15,7-2 0-15,1-4 0 0,2-6 0 16,-1-1 0-16,1 0 0 16,-5-5 0-16,-1-1 0 0,-5-1 0 15,-4-4 0-15,1 0 0 0,-7-5 0 16,4-3 0-16,-4 1 0 0,0-4 0 15,6-2 0-15,-2-4 0 0,2-2 0 16,-2 7-1385-16,3-4-508 0</inkml:trace>
  <inkml:trace contextRef="#ctx0" brushRef="#br0" timeOffset="40241.14">16897 8232 5786 0,'0'0'993'0,"0"0"-537"0,0 0 501 0,20 49-957 16,-16-15 0-16,-4 11 0 0,-2 4 0 16,-8-1 0-16,-2 4 0 15,-3 2 0-15,5-3 0 0,4 0 0 16,-1-2 0-16,3-3 0 0,8-6 0 15,3-5 0-15,3-5 0 0,0-4 0 16,5-6 0-16,1-2 0 0,1-5 0 16,-1-4 0-16,3-2 0 0,2-3 0 15,-3-2 0-15,3-2 0 16,4-1 0-16,-5-4 0 0,-3-4 0 16,-1-1 0-16,-5-6 0 0,-5 3 0 15,-2-4-3570-15</inkml:trace>
  <inkml:trace contextRef="#ctx0" brushRef="#br0" timeOffset="40425.62">16556 8620 6659 0,'0'0'1068'0,"0"0"-603"0,72 3-465 16,-8-3 0-16,19 0 0 0,1-1 0 15,5 1 0-15,-4 4 0 0,-4 1 0 16,-11-2 0-16,-20-1-205 0,-9-3-6658 0</inkml:trace>
  <inkml:trace contextRef="#ctx0" brushRef="#br1" timeOffset="75980.36">14265 9677 4017 0,'0'0'200'0,"0"0"-27"0,0 0-85 15,0 0-48-15,0 0 84 0,0 0 60 16,11 52-152-16,-7-32-12 16,-2-1-12-16,2-1 4 0,2 0-12 15,2-4 0-15,3-1-20 0,-5 0-20 16,6-5-4-16,-1 1-8 0,-1-6 20 15,-2 1 12-15,-6-3 20 16,2 0 0-16,1 0 68 0,-3-1 60 16,-2 2 24-16,4-2 200 0,-4 0-48 15,0 0 4-15,0 0 136 16,0 0-299-16,0-3-73 0,6 1-28 16,-2-2-36-16,13-3-8 0,3 0 0 15,11 0-4-15,0-3 4 0,2 2 0 16,5 0-4-16,3-3 4 0,6 1 0 15,1-1 12-15,4 0-12 0,10 2 0 16,-2-2 0-16,6 2 0 0,2-1 0 16,2 0-16-16,-1 4 4 0,5 1-28 15,2 1 16-15,-1 3 24 0,-1 0 4 16,5 1 4-16,3 4-8 16,-1 5 0-16,-2 2 0 0,-1 4-4 15,-3 0-4-15,-7 2-97 0,-2 1 61 16,-12-3-44-16,-7 2 28 0,-5-3 60 15,-7-3-4-15,-6-1 8 16,-4-3-4-16,-9-2 16 0,-1 0-8 16,-9-4-8-16,0-1 0 0,-6 0-32 15,0 0-208-15,0-1-148 16,0-5-16-16,0-4 76 0,-2-4 24 16,4-2 292-16,6-4 12 0,11 2 0 15,6 1-12-15,1 2-44 0,10-1 8 16,-3 0 48-16,4 0 8 0,4 0 152 15,-4 0-68-15,5 2-36 0,-1 0-32 16,-4 1-20-16,-2 2-4 0,-1 4 16 16,3 3-16-16,0 3 148 0,0 1 96 15,5 5-196-15,-1 0-32 0,0-1-16 16,1 0-240-16,-14-2-172 16,-1-2-1429-16</inkml:trace>
  <inkml:trace contextRef="#ctx0" brushRef="#br1" timeOffset="77301.96">14044 7757 4438 0,'0'0'92'0,"33"29"-52"15,-8-11-40-15,-9 2-32 0,5 4-205 16,-4 0-71-16,1 1 176 0,5-2 132 16,-2 0 0-16,10-3 0 0,0-2 8 15,2-4-8-15,4-5 208 0,-2-4 117 16,6-3-125-16,-3-4 32 0,-1-5 184 16,4-5-268-16,-4-1-36 0,5-4 8 15,-3-1-48-15,6-4 36 16,3 2 64-16,4 4-124 0,6 0-24 15,-5 5-24-15,5 3-12 0,0 4-12 16,-4 2-40-16,2 2-48 0,-3 3-68 16,3 4-200-16,-2 0 252 15,-2 1 108-15,1 2 20 0,-1 0-12 16,-4 2 12-16,-1 2-4 0,-3 1 12 16,-3-2-8-16,-4-3 0 0,-6 1-24 15,-4-3 24-15,-6-2 20 16,-1-1-12-16,-3-5 52 0,1 0 60 15,-1-5-120-15,-3-2 16 0,3 0-8 16,-5-4-4-16,3 2-4 0,-1-2 0 16,-1 3-44-16,3-1-84 0,3 2-56 15,4 1 152-15,1 0 32 0,10-2 8 16,3 0 4-16,4-2 12 0,11 1 28 16,-1 0-48-16,3-1-4 0,8 3 0 15,-4-1-12-15,2-1 12 16,-2 1 0-16,0 1 0 0,-2 0 0 15,-3-3 0-15,-1 1-304 0,-19-1-429 16,-2-3-2484-16</inkml:trace>
  <inkml:trace contextRef="#ctx0" brushRef="#br1" timeOffset="78157.3">13846 5887 3577 0,'0'0'300'0,"35"17"-284"15,-15-5-16-15,-3 2 0 0,4 0-24 16,1-1 24-16,-1 2 24 15,4-1-20-15,6 0 24 0,-4-1 32 16,0 1-24-16,4-2 44 0,0-2 140 16,-5-2-3-16,8-5-5 0,-3-3-64 15,6-2-128-15,-2-6-8 0,2-5 20 16,-4-4-20-16,2-3 28 0,-2-3 20 16,-4 0-52-16,2-3-8 0,-2 2 12 15,8 1-4-15,-1 2-8 16,1 6 0-16,4 2-12 0,3 2 12 15,3 5-4-15,5 4 4 0,4 0 0 16,-3 4 8-16,1 2-4 0,-2 2-8 16,2 2-228-16,-7 0-16 0,5 2 160 15,-5 0 80-15,5-1 8 16,2 0 24-16,2-2 280 0,3 0-176 16,-1-2-28-16,4 1 64 0,-4 0-36 15,4-3 68-15,-2 2 120 0,0-4-224 16,0-1-24-16,-2 0-40 0,-2 0-28 15,-2 0-180-15,-7-1-716 16,-10-2 99-16,-10-1-387 0</inkml:trace>
  <inkml:trace contextRef="#ctx0" brushRef="#br0" timeOffset="85630.46">8182 10661 5014 0,'0'0'824'0,"0"0"-103"16,0 0 267-16,0 0-684 0,-33 22-60 16,12-1-147-16,0 6-97 0,-6 6 0 15,3 6 0-15,-1 7 0 16,-2 9 0-16,0 12 0 0,-4 9 0 15,8 7 0-15,-2 8 0 0,9 2 0 16,1 1 0-16,9 1 0 0,2-1 0 16,8-4 0-16,7-8 0 15,-1-9 0-15,11-12 0 0,5-10 0 16,5-8 0-16,0-10 0 0,0-7 0 16,3-9 0-16,-10-8 0 0,-1-9 0 15,-6-2-1121-15,-7-11-1136 0</inkml:trace>
  <inkml:trace contextRef="#ctx0" brushRef="#br0" timeOffset="86066.17">8293 11466 6438 0,'0'0'837'0,"0"0"80"0,0 0-917 15,0 0 0-15,62 18 0 0,-31-10 0 16,11-3 0-16,-5-2 0 0,6 0 0 16,3 0 0-16,1-3 0 0,-5 0 0 15,-13-4-37-15,-5 0-4049 0</inkml:trace>
  <inkml:trace contextRef="#ctx0" brushRef="#br0" timeOffset="86738.44">9071 11304 4209 0,'0'0'445'0,"0"0"691"15,0 0-323-15,0 0-237 0,0 0 232 16,0 0-603-16,0 0-205 0,-38 20 0 16,26 17 0-16,2 8 0 15,5 2 0-15,-1-6 0 0,6 1 0 16,0-1 0-16,0-3 0 0,2-5 0 16,7-7 0-16,-3-7 0 0,8-5 0 15,3-9 0-15,-1-5 0 16,5-5 0-16,2-10 0 0,2-7 0 15,-1-2 0-15,-1-3 0 0,-8 2 0 16,-3 3 0-16,-4 8 0 0,-2 6 0 16,-6 5 0-16,0 5-117 0,0 11-143 15,5 10 96-15,-5 7-76 16,2 3 108-16,2-2 16 0,2-5 24 16,8-5 36-16,3-4 56 0,4-9-4 15,1-5-4-15,9-4 8 0,5-8 216 16,-5-3-12-16,-3-2 60 0,1-2 192 15,-10-1-407-15,-5 0-49 0,-3 1 0 16,-7-1 0-16,-4-2 0 0,0-1 0 16,-4-4 0-16,-2-3 0 15,-5-4 0-15,1-7 0 0,0-2 0 16,5-4 0-16,3-4-829 0,-2 12-572 16,4 1-2356-16</inkml:trace>
  <inkml:trace contextRef="#ctx0" brushRef="#br0" timeOffset="87108.49">9463 10858 2685 0,'0'0'3009'0,"0"0"-1988"0,0 0-253 0,0 0-59 15,0 0-709-15,17-36 0 0,3 17 0 16,5-1 0-16,2 2 0 0,-4 7 0 16,2 4 0-16,-3 4 0 0,-3 4 0 15,-2 9 0-15,-7 4 0 16,-6 7 0-16,-4 4 0 0,-4 5 0 16,-6 3 0-16,-1 0 0 0,-5 0 0 15,-3 2 0-15,3 0 0 16,-1 0 0-16,3-5 0 0,7-2 0 15,1-6 0-15,6-4 0 0,10-5 0 16,3-2 0-16,6-3 0 0,3-2 0 16,-1 0 0-16,0-2 0 15,-5 1 0-15,-6-1 0 0,5-1 0 16,-3 0 0-16,-1-2 0 0,3-2 0 16,-8-3-473-16,1-4-2212 0</inkml:trace>
  <inkml:trace contextRef="#ctx0" brushRef="#br0" timeOffset="87815.13">9961 11328 5270 0,'0'0'736'0,"0"0"529"0,0 0-649 0,0 0-311 15,0 45-305-15,-4-6 0 0,4 7 0 16,0-4 0-16,4-6 0 15,3-1 0-15,-3-5 0 0,-4-2 0 16,0-3 0-16,0-10 0 0,0-4 0 16,0-6 0-16,0-4 0 15,0-1 0-15,0-6 0 0,2-7 0 16,8-14 0-16,5-9 0 0,5-4 0 16,3-5 0-16,2 6 0 0,6 2 0 15,-4 8 0-15,0 11 0 0,-11 11 0 16,-1 7 0-16,-5 8 0 0,-4 9 0 15,-2 2 0-15,-4 5 0 0,0 0 0 16,0-1 0-16,-4-1 0 0,4-3 0 16,0-1 0-16,4-6 0 15,3-4 0-15,-1-6 0 0,4-2 0 16,11-9 0-16,-1-9 0 0,5-6 0 16,2-3 0-16,-6 2 0 15,1 4 0-15,-7 6 0 0,-5 8 0 16,-8 5 0-16,2 5 0 0,1 11 0 15,1 12 0-15,-2 7 0 0,-2 4 0 16,2 0 0-16,2-5 0 0,5-2 0 16,-1-3 0-16,0-3 0 0,5-5 0 15,-5-5-273-15,-4-4-3633 0</inkml:trace>
  <inkml:trace contextRef="#ctx0" brushRef="#br0" timeOffset="89236.59">10650 11448 6470 0,'0'0'405'0,"0"0"487"0,0 0-467 15,0 0-425-15,0 0 0 0,0 0 0 16,58 6 0-16,-21-5 0 0,4 0 0 16,-4-1 0-16,1 0 0 15,-5-2 0-15,2 0 0 0,-8 0 0 16,-2 0 0-16,-3-2-49 0,-11 2-1163 16,-5-4-2674-16</inkml:trace>
  <inkml:trace contextRef="#ctx0" brushRef="#br0" timeOffset="89407.4">10776 11321 6198 0,'0'0'805'16,"0"0"-125"-16,-8 54-171 16,8-24-509-16,4 5 0 0,0-3 0 15,6-1 0-15,3-2 0 0,7-3 0 16,5-4 0-16,-2-6-269 0,2-5-2464 15,-5-8-1573-15</inkml:trace>
  <inkml:trace contextRef="#ctx0" brushRef="#br0" timeOffset="89937.56">11448 11531 4085 0,'0'0'2650'0,"0"0"-1798"16,0 0-247-16,0 0-605 0,0 0 0 16,0 0 0-16,0 0 0 0,-4 34 0 15,24 12 0-15,7 8 0 16,4-1 0-16,0 0 0 0,-4 2 0 15,-4 2 0-15,-5 2 0 0,-7-1 0 16,-9-2 0-16,-4-5 0 0,-7-5 0 16,-3-4 0-16,-7-8 0 0,3-6 0 15,-7-6 0-15,2-11 0 16,-3-7 0-16,1-5 0 0,-4-12 0 16,-4-12 0-16,6-9 0 0,-6-17 0 15,8-11 0-15,3-9 0 0,3-4 0 16,7 3 0-16,6 8 0 0,10 7 0 15,13 6 0-15,-1 4 0 0,7 1 0 16,6 2 0-16,-10 12 0 0,1-1-2870 0</inkml:trace>
  <inkml:trace contextRef="#ctx0" brushRef="#br0" timeOffset="90050.05">11634 11109 8192 0,'0'0'0'0,"0"0"0"0,0 0 0 16,0 0 0-16,0 0 0 0,0 0 0 16,0 0-841-16,0 0-2221 0</inkml:trace>
  <inkml:trace contextRef="#ctx0" brushRef="#br0" timeOffset="90514.22">11896 11421 6779 0,'0'0'1312'0,"0"0"-1211"0,0 0-101 16,-41 25 0-16,24 4 0 0,-3 4 0 15,3 4 0-15,7-5 0 16,4 0 0-16,2-4 0 0,4-1 0 15,4-5 0-15,6-5 0 0,0-7 0 16,11-5 0-16,-4-6 0 0,-1-6 0 16,1-5 0-16,-3-2 0 15,-4-1 0-15,1 1 0 0,-1 1 0 16,-8 6 0-16,2 2 0 0,-4 4 0 16,0 0 0-16,0 2 0 0,4 7 0 15,-2 7 0-15,3 0 0 0,1 0 0 16,4 0 0-16,5-7 0 0,1-1 0 15,5-3 0-15,6-4 0 0,-2-2 0 16,-3-5 0-16,3-2 0 0,-8-4 0 16,-1-1 0-16,-6-2 0 15,-5 1 0-15,-1 1 0 0,-2-1 0 16,-2 0 0-16,0 1 0 0,-2-3 0 16,-2 1 0-16,-1-1 0 15,-1-2 0-15,6-1 0 0,0-4-69 16,4 5-1640-16</inkml:trace>
  <inkml:trace contextRef="#ctx0" brushRef="#br0" timeOffset="91168.5">12773 11086 1388 0,'0'0'1489'0,"0"0"-841"0,16-42-4 16,-12 27 381-16,-2 0-329 0,3 1-11 16,-5 1 335-16,0 0-508 0,0 1-427 15,-7 3-85-15,-3 1 0 16,-4 5 0-16,-9 4 0 0,-8 11 0 15,-10 12 0-15,-7 14 0 0,0 9 0 16,-5 10 0-16,1 9 0 16,4 4 0-16,13 5 0 0,8-2 0 15,13 1 0-15,14-8 0 0,14-8 0 0,13-7 0 16,11-13 0-16,7-9 0 16,7-10 0-16,1-9 0 0,5-10 0 15,-4-4 0-15,-6-6 0 0,-9-3 0 16,-12 2 0-16,-11 1 0 0,-1 0 0 15,-13-2 0-15,-2 4-1041 0,0-3-3465 0</inkml:trace>
  <inkml:trace contextRef="#ctx0" brushRef="#br0" timeOffset="92534.07">13349 11479 3269 0,'0'0'1905'0,"0"0"-941"0,0 0 673 16,0 0-1220-16,0 0-417 15,0 0 0-15,60-10 0 0,-22 8 0 16,3-1 0-16,-4 1 0 0,-2 2 0 16,-8 0 0-16,0 0 0 15,-2 0 0-15,-4 0 0 0,-5 0 0 16,5-1 0-16,-5-5 0 0,-1 0-625 15,-9 1-708-15,-2-3-3425 0</inkml:trace>
  <inkml:trace contextRef="#ctx0" brushRef="#br0" timeOffset="92718.42">13471 11301 5966 0,'0'0'36'0,"0"0"1333"16,0 0-669-16,0 0-579 0,-6 60-121 15,8-25 0-15,2 5 0 0,1 2 0 16,1-6 0-16,4-1 0 0,7-1 0 16,3-7 0-16,-3-2 0 15,4-6 0-15,-5-6-1766 0,-6-2-1419 0</inkml:trace>
  <inkml:trace contextRef="#ctx0" brushRef="#br0" timeOffset="93067.55">14164 10847 5686 0,'0'0'788'0,"0"0"-355"16,0 50 531-16,0-10-643 0,0 11-321 15,-8 5 0-15,1 5 0 16,3 3 0-16,-2 4 0 0,2 1 0 15,4 1 0-15,4 1 0 0,-4-1 0 16,6-4 0-16,-2-5 0 0,1-7 0 16,-3-9 0-16,6-13 0 15,-2-7-433-15,0-11-607 0,-2-9-2374 0</inkml:trace>
  <inkml:trace contextRef="#ctx0" brushRef="#br0" timeOffset="93437.64">14116 11480 5094 0,'0'0'892'0,"0"0"-271"16,0-49 155-16,13 30-360 15,7 0-84-15,11 2-271 0,7 3-61 0,3 3 0 16,2 6 0-16,-1 4 0 15,-5 3 0-15,-10 5 0 0,-6 5 0 16,-11 1 0-16,-6 0 0 0,-4 4 0 16,-6-1 0-16,-9 3 0 15,-5 5 0-15,-11-2 0 0,0 4 0 16,-9-2 0-16,5 2 0 0,4-2 0 16,8 0 0-16,9-4 0 0,8-3 0 15,2-1 0-15,8-4 0 0,8 1 0 16,7-1 0-16,4-5 0 0,3-1 0 15,5-2 0-15,0-2 0 0,0 1 0 16,-4 0-265-16,-10-2-839 0,-3 1-1854 0</inkml:trace>
  <inkml:trace contextRef="#ctx0" brushRef="#br0" timeOffset="93833.1">14674 11625 6122 0,'0'0'1029'0,"0"0"-261"16,0 0-495-16,0 0-273 0,0 0 0 15,-41-29 0-15,20 29 0 0,-5 0 0 16,3 4 0-16,2 0 0 0,3 3 0 16,1 1 0-16,7 1 0 15,4-1 0-15,1 4 0 0,5 1 0 16,5 4 0-16,5 0 0 0,11 2 0 16,1 2 0-16,9-1 0 15,-4 0 0-15,4 0 0 0,0-1 0 16,-4 0 0-16,-6-3 0 0,-7 0 0 15,-8 1 0-15,-6-1 0 0,-14 1 0 16,-5 2 0-16,-12-1 0 0,-4-2 0 16,-6-3 0-16,-3-3 0 0,7-5 0 15,2-4 0-15,8-5 0 16,4-4 0-16,9-1-453 0,4-2-2997 0</inkml:trace>
  <inkml:trace contextRef="#ctx0" brushRef="#br0" timeOffset="94773.11">14794 10668 1224 0,'0'0'184'15,"0"0"428"-15,0 0-191 0,0 0-237 16,0 0-56-16,21-33 108 0,-15 28-88 16,0 4-12-16,1 0 116 15,1 1-48-15,-6 0 172 0,2 1 389 16,0 2-233-16,-2 4 16 0,2 5 389 16,7 9-397-16,3 7-104 0,5 5-107 15,6 7-329-15,6 2 0 0,2 10 0 16,2 3 0-16,-2 8 0 0,2 6 0 15,-8 7 0-15,-6 7 0 0,-15 8 0 16,-6 6 0-16,-17 4 0 0,-3 1 0 16,-7-2 0-16,-4-7 0 15,-6-3 0-15,1-4 0 0,-3-3 0 16,-2-6 0-16,-1-9 0 0,1-9 0 16,8-15 0-16,2-12 0 15,0-17 0-15,10-11 0 0,1-7 0 16,9-11 0-16,9-6 0 0,2 0-1005 15,2-1-708-15</inkml:trace>
  <inkml:trace contextRef="#ctx0" brushRef="#br0" timeOffset="95797.44">15698 11103 6090 0,'0'0'509'0,"0"0"499"16,-25-41-464-16,21 38-503 0,-2 0-41 15,4 1 0-15,-1 2 0 0,3 6 0 16,9 17 0-16,13 20 0 0,9 13 0 16,7 10 0-16,9 5 0 15,-1 0 0-15,-3 3 0 0,3 2 0 16,-7 1 0-16,-4-2 0 0,-2-5 0 16,-4-12 0-16,-6-7 0 15,2-8 0-15,-9-10 0 0,1-8 0 16,-9-8 0-16,-6-8 0 0,2-7 0 15,-4-2 0-15,-6-4-1029 0,-2-3-664 16,-3-11-476-16</inkml:trace>
  <inkml:trace contextRef="#ctx0" brushRef="#br0" timeOffset="96090.6">15646 12031 4089 0,'0'0'889'16,"0"0"207"-16,0 0-351 0,0 0-105 16,0 0 93-16,0 0-733 0,48-58 0 15,-22 10 0-15,1-6 0 16,4-5 0-16,7-7 0 0,3-8 0 15,6-6 0-15,5-2 0 0,2 0 0 16,2 4 0-16,-9 8 0 0,-8 7 0 16,-10 9 0-16,-6 10 0 15,-8 7 0-15,-9 5-205 0,-2 10-3052 16,-4 5-1041-16</inkml:trace>
  <inkml:trace contextRef="#ctx0" brushRef="#br0" timeOffset="96539.67">15778 10807 7231 0,'0'0'872'0,"0"0"-783"16,0 0-89-16,0 0 0 0,0 0 0 16,0 0 0-16,69-3 0 0,-12-5 0 15,12 0 0-15,-3 0 0 16,-6 5 0-16,-4 3 0 0,-3 0 0 15,-11 0-705-15,-5 0-3369 0</inkml:trace>
  <inkml:trace contextRef="#ctx0" brushRef="#br0" timeOffset="97048.99">16460 11743 5706 0,'0'0'1205'16,"0"0"-657"-16,0 0-84 0,0 0-195 16,0 0-269-16,34 26 0 0,-6-23 0 15,10-3 0-15,1-7 0 0,-4-5 0 16,2-4 0-16,-6 0 0 0,2-2 0 15,-8-3 0-15,-4-1 0 0,-5-1 0 16,-1 0 0-16,-9-1 0 0,-6 2 0 16,-10 1 0-16,-7 3 0 0,-14 7 0 15,-2 7 0-15,-12 9 0 16,-7 18 0-16,-2 10 0 0,0 11 0 16,3 9 0-16,5 4 0 15,9-1 0-15,16 1 0 0,13-2 0 0,10 0 0 16,23-6 0-16,8-3 0 0,13-10 0 15,11-12 0-15,8-12 0 16,3-12 0-16,0-12 0 0,-8-8-13 16,-19 1-1043-16,-1-5-2686 0</inkml:trace>
  <inkml:trace contextRef="#ctx0" brushRef="#br0" timeOffset="97488.43">17105 11123 6094 0,'0'0'1081'0,"0"0"-461"0,0 0-223 0,0 0-397 16,0 0 0-16,0 0 0 16,40 39 0-16,-15-6 0 0,-3 5 0 15,-1 3 0-15,0 4 0 0,-7 4 0 16,-8 4 0-16,0 1 0 0,-8 3 0 15,-12-4 0-15,-3-1 0 0,-7-3 0 16,-5-6 0-16,0-5 0 0,0-8 0 16,4-8 0-16,0-8 0 0,4-9 0 15,3-7 0-15,3-9 0 16,5-12 0-16,6-12 0 0,4-14 0 16,0-15-1121-16,0 11-1192 0,0-9-2365 15</inkml:trace>
  <inkml:trace contextRef="#ctx0" brushRef="#br0" timeOffset="97643.16">17234 10699 7423 0,'0'0'769'0,"0"0"-769"0,0 0 0 0,0 0 0 16,0 0 0-16,0 0 0 15,0 0 0-15,0 0 0 0,0 0-1293 16,0 0-1953-16</inkml:trace>
  <inkml:trace contextRef="#ctx0" brushRef="#br0" timeOffset="98202.27">17418 11054 3021 0,'0'0'1793'15,"0"0"-917"-15,-11 40-104 0,1-14 257 16,-7 5-677-16,3 0-96 0,-3 1-163 16,5-2-93-16,2-1 0 0,1-3 0 15,7-3 0-15,-2-5 0 16,4-5 0-16,10-5 0 0,5-4 0 16,4-4 0-16,9-9 0 0,3-7 0 15,-2-5 0-15,2-2 0 16,0-3 0-16,-10 1 0 0,0 3 0 0,-9 4 0 15,-4 6 0-15,-5 6 0 16,-3 4 0-16,0 2 0 0,-7 2 0 16,3 8 0-16,-6 7 0 15,0 5 0-15,1 0 0 0,5 0 0 0,4-5 0 16,0 1 0-16,15-5 0 16,-3-1 0-16,9-4 0 0,-1-3 0 15,5-5 0-15,-2 0 0 0,2-8 0 16,-3-2 0-16,-5-4 0 0,-3-2 0 15,1-3 0-15,-3-3 0 0,-3-3 0 16,-1-2 0-16,0-4 0 0,-2-5 0 16,1-6 0-16,-3 7-1613 0,0-6-4494 0</inkml:trace>
  <inkml:trace contextRef="#ctx0" brushRef="#br0" timeOffset="98440.24">18120 10400 6947 0,'0'0'1016'0,"-41"53"-787"0,24-17-229 16,-7 3 0-16,3 9 0 0,-6 3 0 15,6 3 0-15,-1 5 0 16,3 4 0-16,3 2 0 0,9 3 0 16,3-2 0-16,4-3 0 0,15-5 0 15,1-6 0-15,5-8 0 0,6-12 0 16,8-6 0-16,-4-10 0 0,2-9 0 15,4-7 0-15,-2-8 0 0,-4-9 0 16,-4-7 0-16,-6-1 0 0,-9-4 0 16,-1-2 0-16,-7-1 0 15,-4-1-1197-15,-6 8-788 0,-7 2-1793 0</inkml:trace>
  <inkml:trace contextRef="#ctx0" brushRef="#br0" timeOffset="98607.74">17759 10950 6230 0,'0'0'1421'0,"0"0"-1077"16,51 14-147-16,-3-11-197 0,14-2 0 15,4-2 0-15,6-4 0 0,7 0 0 16,-1-3 0-16,-20 1-1141 16,-2-7-3177-16</inkml:trace>
  <inkml:trace contextRef="#ctx0" brushRef="#br0" timeOffset="99152.19">18581 11579 4958 0,'0'0'1256'0,"0"0"181"0,0 0-896 15,33-28-541-15,-10 22 0 0,8 1 0 16,4 4 0-16,3 0 0 16,3-1 0-16,2-1 0 0,5-1 0 15,-3 1 0-15,-1-3 0 0,-3 0 0 16,-8-1 0-16,-6-1 0 0,-13 1-297 15,-3 2-1216-15,-11 0-572 0</inkml:trace>
  <inkml:trace contextRef="#ctx0" brushRef="#br0" timeOffset="99366.5">18563 11764 6130 0,'0'0'1345'0,"0"0"-628"15,51 28-717-15,-13-23 0 0,15-3 0 16,3-2 0-16,4-2 0 0,2-3 0 16,-4 0 0-16,0 2 0 0,4-3 0 15,-8-3 0-15,-13 0 0 0,-4-7-5203 0</inkml:trace>
  <inkml:trace contextRef="#ctx0" brushRef="#br0" timeOffset="100053.28">20039 11073 4085 0,'0'0'405'0,"0"0"987"16,0 0-675-16,0 0-113 0,-15 50 385 15,3-8-989-15,1 10 0 16,5 7 0-16,2 0 0 0,4 5 0 16,2 5 0-16,2 0 0 0,5 2 0 15,-3-1 0-15,0-4 0 16,-2-3 0-16,-2-9 0 0,-2-6 0 0,0-9 0 15,-2-8 0-15,-2-11 0 16,2-9-245-16,2-10-1320 0,-2-1-275 16,2-18-1162-16</inkml:trace>
  <inkml:trace contextRef="#ctx0" brushRef="#br0" timeOffset="100269.3">19948 11049 5742 0,'0'0'941'15,"0"0"-585"-15,39-7-60 16,-2 2 472-16,15 1-679 0,6 1-89 16,8-1 0-16,4 0 0 0,-4 1 0 15,-6 1 0-15,-8 0 0 0,-15 2 0 16,-6 0 0-16,-14 0-21 0,-7 2-927 15,-6 0-1493-15,-8 0-345 0</inkml:trace>
  <inkml:trace contextRef="#ctx0" brushRef="#br0" timeOffset="100473.01">19964 11497 7007 0,'0'0'768'0,"0"0"-351"0,40 11-417 16,-7-11 0-16,4-6 0 0,0-2 0 16,0-4 0-16,0 0 0 15,1-3 0-15,-3-4 0 0,-8 3 0 0,-5-5-3422 16</inkml:trace>
  <inkml:trace contextRef="#ctx0" brushRef="#br0" timeOffset="100865.09">20066 10698 6651 0,'0'0'1016'16,"0"0"-491"-16,0 0-525 0,74 6 0 15,-12-6 0-15,17-4 0 0,5-4 0 16,-5 1 0-16,-1 1 0 0,-9 2 0 16,-5 3 0-16,-9 1 0 15,-7-2 0-15,-21 2-1445 0,0-3-4782 0</inkml:trace>
  <inkml:trace contextRef="#ctx0" brushRef="#br0" timeOffset="101665.26">20890 11904 5106 0,'0'0'1793'16,"0"0"-917"-16,0 0-459 0,0 0-417 16,0 0 0-16,0 0 0 15,0 0 0-15,52-1 0 0,-19-11 0 16,4-2 0-16,-2-5 0 0,3-1 0 16,-3-4 0-16,-4 1 0 0,-8-3 0 15,-1-2 0-15,-3-3 0 0,-9-1 0 16,-6-1 0-16,-6 1 0 0,-10 3 0 15,-15 4 0-15,-8 8 0 16,-9 6 0-16,-7 10 0 0,-1 7 0 16,-2 10 0-16,3 9 0 0,3 6 0 15,11 6 0-15,6 6 0 0,16 3 0 16,9 3 0-16,17 1 0 16,13-1 0-16,14-4 0 0,-38-45 0 15,111 69 0-15,-43-51 0 0,7-17 0 16,-5-8 0-16,-6-16 0 0,-20 2-97 15,-7-4-2660-15</inkml:trace>
  <inkml:trace contextRef="#ctx0" brushRef="#br0" timeOffset="102206.54">21525 11096 5050 0,'0'0'2113'0,"0"0"-1361"0,10 52-475 0,1-18-277 0,-1 5 0 16,0 1 0-16,1 4 0 16,-1 4 0-16,0 0 0 0,-4 1 0 15,-1 2 0-15,-5 0 0 0,-2-2 0 16,-9-3 0-16,-3-3 0 0,-5-5 0 15,-4-6 0-15,-3-7 0 0,-3-9 0 16,2-7 0-16,0-7 0 16,2-7 0-16,4-10 0 0,5-9 0 15,5-12 0-15,9-10 0 0,2-14 0 16,7-14-1037-16,-1 14-456 0,8-10-564 0</inkml:trace>
  <inkml:trace contextRef="#ctx0" brushRef="#br0" timeOffset="102379.92">21686 10650 7367 0,'0'0'825'0,"0"0"-825"0,0 0 0 0,0 0 0 16,0 0 0-16,0 0 0 0,0 0 0 16,0 0 0-16,0 0 0 15,33 27 0-15,-12-5-417 0,2 3-1428 16,-7-4-328-16</inkml:trace>
  <inkml:trace contextRef="#ctx0" brushRef="#br0" timeOffset="102786.24">21920 11009 6747 0,'0'0'856'16,"0"0"-267"-16,-40 16-589 0,22 5 0 15,-3 5 0-15,9 2 0 16,-3 1 0-16,9-2 0 0,0-1 0 16,6-2 0-16,2-3 0 0,4-4 0 15,2-3 0-15,3-4 0 0,1-5 0 16,-1-3 0-16,3-3 0 16,0-6 0-16,1-3 0 0,-1-4 0 15,-3-1 0-15,3-1 0 0,-3 2 0 16,-3 1 0-16,-2 3 0 0,-2 4 0 15,-2 3 0-15,0 3 0 0,-2 0 0 16,4 0 0-16,-2 2 0 0,3 5 0 16,3 3 0-16,0 2 0 0,0 1 0 15,1-1 0-15,-3-2 0 16,-2-4 0-16,0 0 0 0,7-2 0 16,-1 2 0-16,0-2 0 0,-2-1 0 15,1-3 0-15,1-4 0 0,5-8 0 16,1-4 0-16,3-6 0 0,-7-5 0 15,0-5 0-15,-1-7 0 16,-7-7 0-16,4 10-1918 0,-6-5-1243 0</inkml:trace>
  <inkml:trace contextRef="#ctx0" brushRef="#br0" timeOffset="103077.24">22447 10534 7171 0,'0'0'972'0,"0"0"-923"0,0 0-49 16,0 0 0-16,0 0 0 0,-4 34 0 16,-5 0 0-16,-1 6 0 0,0 5 0 15,-1 5 0-15,-3 9 0 16,0 4 0-16,-1 4 0 0,1 5 0 16,5-3 0-16,1-5 0 0,6-5 0 15,4-9 0-15,8-6 0 0,7-7 0 16,14-8 0-16,6-7 0 0,7-11 0 15,3-8 0-15,3-6 0 16,-3-11 0-16,-3-8 0 0,-13-6 0 16,-4-4 0-16,-13-9 0 0,-8 8-1397 15,-6-3-912-15</inkml:trace>
  <inkml:trace contextRef="#ctx0" brushRef="#br0" timeOffset="103232.53">22193 10922 7059 0,'0'0'908'0,"0"0"-683"0,55 7-225 16,-7-7 0-16,10 1 0 0,6-1 0 15,0 2 0-15,4 1 0 16,0-1 0-16,-6-2 0 0,-16 0-205 16,-7 0-4637-16</inkml:trace>
  <inkml:trace contextRef="#ctx0" brushRef="#br0" timeOffset="114910.64">7677 14504 3101 0,'0'0'2213'16,"0"0"-1113"-16,0 0-483 0,0 0 391 15,0 0-855-15,0 0-153 0,0 0 0 16,0 0 0-16,48 52 0 0,-23-19 0 16,-3 5 0-16,3-1 0 0,2-1 0 15,0-1 0-15,-6 2 0 0,-1-4 0 16,-3-1 0-16,-7-4 0 0,0-5 0 15,-5-6 0-15,-3-6-553 16,2-5-728-16,-4-2 137 0,0-4-201 0</inkml:trace>
  <inkml:trace contextRef="#ctx0" brushRef="#br0" timeOffset="115258.43">7698 14909 6843 0,'0'0'916'0,"0"0"-483"15,27-52-433-15,-13 25 0 0,9-5 0 16,8-5 0-16,0-3 0 16,10-3 0-16,3-2 0 0,-3 1 0 15,-10 5 0-15,-4 4 0 0,-15 10-141 16,-7 2-1904-16</inkml:trace>
  <inkml:trace contextRef="#ctx0" brushRef="#br0" timeOffset="115595.57">7677 14225 7775 0,'0'0'417'0,"0"0"-417"0,0 0 0 16,0 0 0-16,52-7 0 0,-4-6 0 15,9-2 0-15,1 1 0 0,-10 2 0 16,-11 6-897-16,-6 2-1688 0</inkml:trace>
  <inkml:trace contextRef="#ctx0" brushRef="#br0" timeOffset="115981.73">8186 14895 5794 0,'0'0'156'0,"6"62"52"16,0-24 337-16,5 1-389 0,-1 1-20 16,0 4-12-16,1 0-116 0,-5-2 0 15,2-1 4-15,-8-3-12 16,2-5-24-16,-2-7-448 0,0-7-117 16,0-8-331-16,0-7-2782 0</inkml:trace>
  <inkml:trace contextRef="#ctx0" brushRef="#br0" timeOffset="116257.29">8182 14819 5142 0,'0'0'740'0,"37"-51"-100"0,-10 30 193 15,4 6-489-15,0 5-64 16,0 7-67-16,-4 3-213 0,-7 10 0 16,-3 4 0-16,-7 5 0 0,-4 4 0 15,-6 3 0-15,-6 0 0 0,-6 2 0 16,-3 0 0-16,-5-2 0 16,-1-2 0-16,-2-7 0 0,3-4 0 15,5-7 0-15,3-6 0 0,3-7 0 16,9-8-641-16,0 1-2032 0,9-8-1161 0</inkml:trace>
  <inkml:trace contextRef="#ctx0" brushRef="#br0" timeOffset="116943.51">8849 13968 4265 0,'0'0'989'0,"0"0"-117"0,0 0 265 15,0 0-757-15,-37 63-48 0,12-11-115 16,3 13-217-16,-3 3 0 0,8 1 0 16,1 7 0-16,-1 7 0 0,3 3 0 15,3-4 0-15,11-6 0 0,0-9 0 16,11-5 0-16,3-9 0 0,7-10 0 15,6-9 0-15,4-12 0 16,2-14 0-16,4-8 0 0,-2-11 0 16,2-14-437-16,-10 4-719 0,-6-7-637 0</inkml:trace>
  <inkml:trace contextRef="#ctx0" brushRef="#br0" timeOffset="117224.47">9079 14191 7267 0,'0'0'664'0,"-35"42"-403"0,18-9-261 16,-4 6 0-16,7 7 0 0,2 4 0 16,5 3 0-16,3 5 0 0,4-1 0 15,4 1 0-15,3-3 0 0,3-7 0 16,6-3 0-16,-5-5 0 0,5-7 0 15,-1-6 0-15,1-8 0 16,9-8 0-16,-2-8 0 0,4-4 0 16,2-11 0-16,-2-7 0 0,-5-2 0 15,3-5-73-15,-8-2-783 0,-3 6 43 16,-8-2-2228-16</inkml:trace>
  <inkml:trace contextRef="#ctx0" brushRef="#br0" timeOffset="117377.27">8839 14644 6426 0,'0'0'669'0,"0"0"23"16,45-4-287-16,-11-3-405 0,3-1 0 16,4-3 0-16,0-2 0 0,3-1 0 15,1-3 0-15,-1-3 0 0,-9-4 0 16,-12 6-869-16,-9-4-1584 0</inkml:trace>
  <inkml:trace contextRef="#ctx0" brushRef="#br0" timeOffset="117643.56">9317 13915 5994 0,'0'0'785'0,"0"0"-49"0,0 0-328 15,37 13-139-15,-10 13-269 0,2 10 0 16,-1 9 0-16,-7 4 0 16,0 7 0-16,-7 4 0 0,3 5 0 15,-7 6 0-15,-6 4 0 0,-4 1 0 16,-4 1 0-16,-6-2 0 0,-7-6 0 16,-3-4 0-16,-5-8 0 0,2-7 0 15,2-10 0-15,1-12 0 0,-1-12 0 16,9-8-421-16,-3-8-1540 0</inkml:trace>
  <inkml:trace contextRef="#ctx0" brushRef="#br0" timeOffset="118420.33">9972 14428 5538 0,'0'0'1000'0,"0"0"-467"0,37-11 588 16,-10 5-1121-16,4-2 0 0,2 3 0 16,2 3 0-16,-4 1 0 0,-4 1 0 15,0 0 0-15,0 0 0 0,-7 0 0 16,5 2 0-16,-8-1 0 0,-7 1-289 15,-4-1-811-15,-2 0-381 0,-4 0-3229 16</inkml:trace>
  <inkml:trace contextRef="#ctx0" brushRef="#br0" timeOffset="118575.48">10009 14614 5546 0,'0'0'1089'0,"0"0"-341"15,43 12 24-15,-12-11-735 0,0-1-37 16,2 0 0-16,-1-3 0 16,3-1 0-16,-2-1 0 0,2-1 0 15,-8 1 0-15,-7-2-1557 0</inkml:trace>
  <inkml:trace contextRef="#ctx0" brushRef="#br0" timeOffset="120543.89">11270 14172 2605 0,'0'0'3173'0,"0"0"-2252"0,0 0 271 16,0 0-891-16,0 0-301 16,0 0 0-16,0 0 0 0,27 55 0 15,0-2 0-15,0 10 0 0,8 2 0 16,2-1 0-16,0 0 0 0,0 1 0 16,-6-2 0-16,0-3 0 15,0-5 0-15,-4-6 0 0,0-7 0 16,-2-4 0-16,-2-6 0 0,-9-6 0 15,-1-8 0-15,-9-8 0 16,0-6-741-16,-8-4-1012 0</inkml:trace>
  <inkml:trace contextRef="#ctx0" brushRef="#br0" timeOffset="120747.24">11233 14966 6082 0,'0'0'1093'15,"0"0"-265"-15,0 0-639 16,20-36-189-16,-1 5 0 0,6-10 0 16,6-1 0-16,-4 0 0 0,0-2 0 15,4 3 0-15,-5-2 0 0,-1 0 0 16,2-2 0-16,4-1 0 0,-4 0 0 16,0 0 0-16,-6 10-309 15,-7 3-1884-15</inkml:trace>
  <inkml:trace contextRef="#ctx0" brushRef="#br0" timeOffset="121058.79">11276 13837 6711 0,'0'0'328'16,"0"0"672"-16,0 0-847 15,48 7-153-15,-3-7 0 0,5-2 0 16,6-5 0-16,-3-1 0 0,-1 0 0 15,-4 1 0-15,-1 0 0 0,-6 3 0 16,-3 0 0-16,-11 3-1409 16,-7-2-2229-16</inkml:trace>
  <inkml:trace contextRef="#ctx0" brushRef="#br0" timeOffset="121539.65">12115 14614 5726 0,'0'0'1105'0,"0"0"-293"0,0 0-263 16,0 0-549-16,0 0 0 0,0 0 0 16,0 0 0-16,38-13 0 0,-16-3 0 15,7-3 0-15,-2-4 0 0,-4-1 0 16,2-2 0-16,-9 1 0 0,-1 2 0 15,-9 3 0-15,-6 3 0 0,-15 6 0 16,-3 4 0-16,-13 7 0 16,-11 8 0-16,1 10 0 0,-2 9 0 15,-3 9 0-15,9 4 0 0,4 6 0 16,8 1 0-16,15-1 0 0,10-3 0 16,14-2 0-16,9-1 0 15,12-3 0-15,13-6 0 0,5-8 0 16,5-9 0-16,0-11 0 0,0-3 0 15,-6-8 0-15,-5-6 0 16,-9 2-309-16,-12-5-1324 0</inkml:trace>
  <inkml:trace contextRef="#ctx0" brushRef="#br0" timeOffset="121926.25">12612 14055 6330 0,'0'0'1841'0,"0"0"-1820"15,0 0-21-15,0 0 0 0,0 0 0 16,-3 61 0-16,3-23 0 0,0 3 0 15,11 0 0-15,1-5 0 16,3-2 0-16,1-1 0 0,-1-1 0 16,-3-2 0-16,-8-2 0 0,-4-2 0 15,-4-1 0-15,-8 0 0 0,-5-4 0 16,-8-3 0-16,-2-1 0 0,1-9 0 16,-3-1 0-16,2-7 0 0,6-2 0 15,0-8 0-15,9-4 0 0,2-5 0 16,3-3 0-16,7-6 0 0,3-5 0 15,7-7 0-15,0 7-869 0,5-4-2685 16</inkml:trace>
  <inkml:trace contextRef="#ctx0" brushRef="#br0" timeOffset="122051.36">12632 13729 5326 0,'0'0'1721'0,"0"0"-953"16,0 0-391-16,0 0-377 0,0 0 0 15,0 0 0-15,0 0 0 0,0 0 0 16,0 0 0-16,8 30 0 16,3-17-929-16,-5-5-552 0,6-5-3857 0</inkml:trace>
  <inkml:trace contextRef="#ctx0" brushRef="#br0" timeOffset="122472.42">12888 14008 5902 0,'0'0'1281'0,"0"0"-565"0,0 0-423 16,0 0-293-16,0 0 0 0,0 0 0 16,0 0 0-16,-16 43 0 15,16-10 0-15,0-1 0 0,0-4 0 16,6-4 0-16,4-1 0 0,-3-5 0 15,3-5 0-15,-6-6 0 0,2-4 0 16,-1-3 0-16,1-3 0 16,4-10 0-16,0-10 0 0,5-4 0 15,-5-3 0-15,1 2 0 0,-5 7 0 16,-4 5 0-16,2 4 0 0,0 7 0 16,-4 3 0-16,2 2 0 0,2 3 0 15,-4 6 0-15,6 7 0 0,-1 4 0 16,-1 1 0-16,-2-5 0 0,2-5 0 15,0-2 0-15,2-4 0 0,5-1 0 16,-1-4 0-16,2 0 0 16,3-5 0-16,-5-2 0 0,-4 1 0 15,-2-1 0-15,3-5 0 0,-7-2 0 16,0-5 0-16,0 2-2210 0,0-4-2240 0</inkml:trace>
  <inkml:trace contextRef="#ctx0" brushRef="#br0" timeOffset="122737.3">13430 13425 7431 0,'0'0'448'0,"0"0"-135"0,0 0-313 16,0 0 0-16,-58 46 0 0,35-5 0 16,-5 6 0-16,5 5 0 0,8 2 0 15,5 3 0-15,0 5 0 0,3 6 0 16,1-1 0-16,6-2 0 0,0-9 0 15,11-7 0-15,1-10 0 0,7-8 0 16,-1-8 0-16,11-8 0 16,-2-11 0-16,6-4 0 0,-2-9 0 15,0-6 0-15,-6-7 0 0,-2-1 0 16,-9-5 0-16,-4 7-673 0,-7-1-1240 0</inkml:trace>
  <inkml:trace contextRef="#ctx0" brushRef="#br0" timeOffset="122851.33">13072 13933 6851 0,'0'0'436'0,"38"3"-228"0,9-5 489 16,11-7-697-16,14-4 0 0,3-4 0 16,10-5-17-16,-17 6-999 0,-2-7-3038 0</inkml:trace>
  <inkml:trace contextRef="#ctx0" brushRef="#br0" timeOffset="123339.31">14050 14520 4105 0,'0'0'3062'0,"0"0"-2262"0,0 0-575 0,0 0-225 15,0 0 0-15,52 28 0 16,-19-25 0-16,12-3 0 0,-3-2 0 16,-3-5 0-16,2-2 0 0,-5 0 0 15,-10 0 0-15,-3-1 0 0,-8 2-545 16,-9 2-1384-16,-6-1-1048 0</inkml:trace>
  <inkml:trace contextRef="#ctx0" brushRef="#br0" timeOffset="123526.32">14071 14716 6114 0,'0'0'1321'0,"35"2"-564"0,-8-2-757 16,4-3 0-16,2-3 0 16,-2-1 0-16,6-3 0 0,5 2 0 15,-1 0 0-15,6-3 0 0,1 4 0 16,-11 0 0-16,5-3-3414 0</inkml:trace>
  <inkml:trace contextRef="#ctx0" brushRef="#br0" timeOffset="124697.4">18315 13557 4053 0,'0'0'2033'0,"0"0"-1148"0,0 0 3 16,0 0-555-16,0 0-333 0,0 56 0 16,-4-14 0-16,-1 7 0 0,3 3 0 15,2 0 0-15,0 4 0 0,4 1 0 16,-1-1 0-16,1-1 0 0,-4-7 0 15,0-3 0-15,0-7 0 0,-4-8 0 16,4-7 0-16,0-9 0 16,4-8-417-16,-2-5-731 0,2-3-505 0</inkml:trace>
  <inkml:trace contextRef="#ctx0" brushRef="#br0" timeOffset="124928.31">18284 13426 6502 0,'0'0'493'0,"62"-16"-9"0,-15 7 229 15,7 2-713-15,8 0 0 0,2 2 0 16,4 0 0-16,-6 2 0 0,-10 0 0 15,-13 2 0-15,-10 0 0 0,-10 1 0 16,-11 0-41-16,-6 0-1127 0,-2 2-1602 16</inkml:trace>
  <inkml:trace contextRef="#ctx0" brushRef="#br0" timeOffset="125127.69">18259 13845 6599 0,'0'0'1593'16,"35"9"-1593"-16,8-6 0 0,15-3 0 16,4 0 0-16,-4-1 0 0,-4-1 0 15,-7 1 0-15,3 1 0 0,-6-3 0 16,-9 0 0-16,-4-7-1650 0</inkml:trace>
  <inkml:trace contextRef="#ctx0" brushRef="#br0" timeOffset="125516.62">18131 13104 5890 0,'0'0'969'0,"0"0"-161"15,0 0-283-15,0 0-525 0,80-10 0 16,-7 7 0-16,18 0 0 0,6 1 0 16,-6 2 0-16,-2 4 0 0,-5 0 0 15,-5 1-1305-15,-21-1-916 16,-11-3-1677-16</inkml:trace>
  <inkml:trace contextRef="#ctx0" brushRef="#br0" timeOffset="126358.86">15247 14470 6426 0,'0'0'405'0,"37"8"-353"15,21-3 168-15,21 1 4 0,16 0-24 16,21 3 76-16,14 1-172 0,23 1 28 16,14 2 21-16,17-1-153 15,15-1 0-15,18-3 0 0,25-2 0 16,20-4 0-16,17 1 0 0,21-3 0 15,14-4 0-15,17 1 0 16,2-1 0-16,1 3 0 0,-5 1 0 16,-6 0 0-16,-13 4 0 0,-25 4 0 15,-12 1 0-15,-23 3 0 0,-25 3 0 16,-18 1 0-16,-17 0 0 0,-29 0-689 16,-45-4-732-16,-17-4-624 0</inkml:trace>
  <inkml:trace contextRef="#ctx0" brushRef="#br0" timeOffset="127541.77">15183 15373 4626 0,'0'0'932'0,"33"17"-24"0,-6-11-259 15,8-2-113-15,-2 0 5 0,4-2-541 16,3-1 0-16,-3-1 0 0,-4-2 0 15,2-3 0-15,-8-2-749 0,-6 0-732 16,-5-1-960-16</inkml:trace>
  <inkml:trace contextRef="#ctx0" brushRef="#br0" timeOffset="128040.78">15698 15240 5294 0,'0'0'812'0,"0"0"-131"15,0 0 403-15,0 0-763 16,0 0-321-16,0 0 0 0,0 0 0 16,-29 44 0-16,16-6 0 0,3 2 0 15,0-2 0-15,3-4 0 0,3 0 0 16,0-4 0-16,4-2 0 0,4-7 0 15,0-5 0-15,7-6 0 16,1-6 0-16,9-4 0 0,0-7 0 16,-1-6 0-16,1-6 0 0,-5-3 0 15,1-2 0-15,-7 1 0 0,-1 2 0 16,-3 3 0-16,-4 7 0 0,-2 4 0 16,0 2 0-16,0 5 0 0,0 4 0 15,-6 8 0-15,4 12 0 0,-3 9 0 16,1 2 0-16,4 0 0 15,4-6 0-15,7-3 0 0,5-7 0 16,5-5 0-16,2-4 0 0,8-7 0 16,-2-4 0-16,-2-8 0 0,-5-8 0 15,-1-3 0-15,-4-5 0 16,-7-3 0-16,-6-1 0 0,2-3 0 16,-6 0 0-16,0-3 0 0,0-1 0 15,0 1 0-15,-6 3 0 0,2 2 0 16,-2 4 0-16,2 3 0 0,1 4 0 15,3 3 0-15,3 4-1289 16,1-2-1060-16</inkml:trace>
  <inkml:trace contextRef="#ctx0" brushRef="#br0" timeOffset="128643.8">16057 14794 5406 0,'0'0'984'0,"0"0"-263"0,0 0 360 0,0 0-1081 16,0 0 0-16,0 0 0 0,0 0 0 15,42-10 0-15,-11 1 0 0,4 0 0 16,-6 2 0-16,-4 2 0 0,-5 3 0 15,-3 1 0-15,-7 1 0 0,1 0 0 16,-7 3 0-16,-2 0 0 16,2 5 0-16,-4 6 0 0,-6 7 0 15,-3 4 0-15,-3 1 0 0,2 0 0 16,1-1 0-16,3-1 0 0,4-3 0 16,2-1 0-16,2-1 0 0,9-4 0 15,-5-1 0-15,4-3 0 0,0-1 0 16,-3-2 0-16,-3-3 0 0,2-2 0 15,-4-1-141-15,4-2-1680 0</inkml:trace>
  <inkml:trace contextRef="#ctx0" brushRef="#br0" timeOffset="129659.5">16403 15219 4758 0,'0'0'1700'16,"0"0"-1183"-16,-11 54-153 0,11-30-24 16,0 3-256-16,4 2-16 0,-2-1 36 15,3-2-72-15,-3-1 36 0,-2-3 56 16,0-4-91-16,0-2-33 0,0-6 0 16,0-2 0-16,0-5 0 0,0-3 0 15,0 0 0-15,0 0 0 0,4-11 0 16,4-11 0-16,4-8 0 15,5-4 0-15,4-2 0 0,-1 5 0 16,-3 6 0-16,-3 7 0 0,-3 8 0 16,-7 8 0-16,-2 1 0 0,-2 1 0 15,0 8 0-15,4 6 0 16,-2 11 0-16,2 1 0 0,0-1 0 16,-2-3 0-16,3-5 0 0,1-3-189 15,-2-3 69-15,2-4 24 0,-2-3 60 16,0-4 36-16,3 0 20 0,3-8 20 15,6-8 120-15,1-6 61 0,4-6-221 16,-3 0 0-16,1 2 0 16,2 3 0-16,-5 5 0 0,-4 7 0 15,-3 6 0-15,-5 4 0 0,0 3 0 16,-2 10 0-16,2 7 0 0,2 8 0 16,-1 3 0-16,-5-2 0 0,6-3 0 15,2-2 0-15,2-3 0 0,3-5 0 16,-3-2-141-16,0-5-907 15,-3-4-2666-15</inkml:trace>
  <inkml:trace contextRef="#ctx0" brushRef="#br0" timeOffset="129891.79">16950 15407 5950 0,'0'0'865'0,"48"-5"23"0,-17-3-399 15,-2 0-489-15,-2-2 0 0,-5 3 0 16,-1-1 0-16,-4 1 0 0,-1 0 0 16,-5-2 0-16,1 1 0 0,-4-4 0 15,3-1 0-15,-3-1-853 0,-6 2-1704 16,2-2-1373-16</inkml:trace>
  <inkml:trace contextRef="#ctx0" brushRef="#br0" timeOffset="130069.65">17101 15194 6030 0,'0'0'969'0,"0"0"35"0,0 0-815 15,11 45-189-15,-1-19 0 16,-4 4 0-16,0 1 0 0,3-3 0 16,-3-2 0-16,0-4 0 0,4-2 0 15,1-9 0-15,-1-2 0 0,0-8-3855 0</inkml:trace>
  <inkml:trace contextRef="#ctx0" brushRef="#br0" timeOffset="130630.99">17670 15394 4910 0,'0'0'1124'0,"0"0"-752"0,0 0 1 16,0 0 63-16,0 0-132 0,56 32 24 15,-30 0 17-15,1 8-345 0,0 3 0 16,-2 6 0-16,-4 0 0 16,-3 4 0-16,-3 0 0 0,-5-1 0 15,-4 0 0-15,-2-3 0 0,-4-2 0 16,-4-3 0-16,-6-6 0 0,0-4 0 15,-7-4 0-15,-4-8 0 16,-1-5 0-16,-5-9 0 0,2-7 0 16,4-6 0-16,1-10 0 0,3-12 0 15,7-11 0-15,4-10 0 0,1-11 0 16,5-8 0-16,0-6 0 0,7-6-153 16,1-1-903-16,-2-2 443 0,4 19-1568 15,1 4-872-15</inkml:trace>
  <inkml:trace contextRef="#ctx0" brushRef="#br0" timeOffset="130772.72">17848 14991 7547 0,'0'0'645'0,"0"0"-645"16,0 0 0-16,0 0 0 0,0 0 0 15,0 0 0-15,0 0 0 0,31 42-733 16,-21-35-616-16,2-1-3593 0</inkml:trace>
  <inkml:trace contextRef="#ctx0" brushRef="#br0" timeOffset="131221.34">18133 15251 6478 0,'0'0'901'0,"0"0"-417"16,-48 40-155-16,32-12-329 0,3 7 0 16,3 1 0-16,2 0 0 0,1-3 0 15,7-3 0-15,0-4 0 0,11-5 0 16,-5-5 0-16,8-5 0 16,-3-6 0-16,1-5 0 0,-1-3 0 15,5-10 0-15,-3-4 0 0,-1-3 0 16,-2 0 0-16,-10 20 0 0,17-37 0 15,-13 24 0-15,-2 6 0 0,0 3 0 16,-2 3 0-16,0 1 0 16,0 0 0-16,0 5 0 0,2 8 0 15,-2 6 0-15,4 5 0 0,2-3 0 16,5-2 0-16,-1-6 0 0,11-2 0 16,-1-6 0-16,3-2 0 0,2-3 0 15,-4-2 0-15,-5-4 0 0,-5-4 0 16,-1-1 0-16,-4-2 0 15,0-3 0-15,-4-3 0 0,0-1 0 16,3-5 0-16,-3 0 0 0,2-4 0 16,0-1 0-16,2 0 0 0,4 4 0 15,7 1-189-15,2 3-603 16,1 1 224-16,-1 0-349 0,-3 6-103 16,-3-1-709-16</inkml:trace>
  <inkml:trace contextRef="#ctx0" brushRef="#br0" timeOffset="131608.7">19003 14965 3497 0,'0'0'836'0,"0"0"325"0,-6-34-393 0,4 30-167 16,-4-1 351-16,-7 5-575 16,-12 5-377-16,-6 8 0 0,-6 9 0 15,0 6 0-15,4 4 0 0,-2 8 0 16,2 5 0-16,-2 6 0 0,4 4 0 15,4 4 0-15,10 1 0 16,3 2 0-16,14-1 0 0,10-4 0 16,11-9 0-16,14-9 0 0,8-12 0 15,9-10 0-15,6-13 0 0,6-9 0 16,-6-11 0-16,0-6 0 0,-7-7 0 16,-20 8 0-16,-8-3-1501 0</inkml:trace>
  <inkml:trace contextRef="#ctx0" brushRef="#br0" timeOffset="132137.53">19280 15466 2341 0,'0'0'4013'16,"0"0"-3176"-16,64 3 83 0,-20-8-839 15,3-2-81-15,-6 0 0 0,3 0 0 16,-7 0 0-16,-2-1 0 0,-2-1 0 16,-8 1 0-16,-4-3 0 0,-5-2 0 15,-5 1 0-15,-5-4-13 0,-4 5-2148 16,-2-3-624-16</inkml:trace>
  <inkml:trace contextRef="#ctx0" brushRef="#br0" timeOffset="132310.39">19501 15212 6470 0,'0'0'1241'0,"-25"65"-760"15,19-22-481-15,0 3 0 0,2 5 0 16,0 1 0-16,4-3 0 0,10-5 0 15,5-8 0-15,7-8 0 0,7-7 0 16,0-12 0-16,6-9-285 16,-12-3-1704-16,-2-12-1604 0</inkml:trace>
  <inkml:trace contextRef="#ctx0" brushRef="#br0" timeOffset="132666.35">19902 14994 4502 0,'0'0'972'0,"0"0"-208"16,0 0-131-16,11 54 55 0,-11-11-55 15,0 10-633-15,-2 2 0 0,-3-3 0 16,1 2 0-16,0 2 0 0,-2 2 0 16,4-2 0-16,-2-3 0 0,0-2 0 15,-1-5 0-15,5-5 0 0,0-9 0 16,0-8-37-16,5-9-863 15,1-8-1585-15,-2-7-989 0</inkml:trace>
  <inkml:trace contextRef="#ctx0" brushRef="#br0" timeOffset="133053.76">19929 15472 5150 0,'0'0'796'0,"0"0"385"15,35-27-501-15,-8 13-295 0,0-1-385 16,-2 3 0-16,-2 1 0 15,-3 2 0-15,-3 4 0 0,-5 1 0 16,-4 2 0-16,-3 2 0 0,-3 0 0 16,-2 0 0-16,0 4 0 0,-7 6 0 15,-11 9 0-15,-7 5 0 0,-6 4 0 16,0 4 0-16,0-2 0 16,2 1 0-16,6 2 0 0,9-2 0 15,6-1 0-15,8 0 0 0,0-3 0 16,14-2 0-16,7-2 0 0,1-4 0 15,9-5 0-15,7-5 0 0,-1-4 0 16,6-5 0-16,-3-2 0 16,-7-6-37-16,-4 1-1251 0,-7-3-4479 0</inkml:trace>
  <inkml:trace contextRef="#ctx0" brushRef="#br0" timeOffset="133395.39">20427 15642 7155 0,'0'0'856'0,"-35"1"-675"16,17-2-181-16,-3 0 0 0,-4 0 0 15,2 1 0-15,-4 0 0 16,3 1 0-16,3 3 0 0,0 3 0 16,11-1 0-16,8 3 0 0,2 1 0 15,8 2 0-15,11 5 0 0,4-1 0 16,12 0 0-16,4 4 0 0,0-2 0 15,5 1 0-15,-7-1 0 16,0 1 0-16,-10 0 0 0,-8-2 0 16,-13 0 0-16,-2-1 0 0,-10 1 0 15,-13-1 0-15,-4 1 0 0,-12-2 0 16,-6-1 0-16,-7-2 0 0,-3-4 0 16,-3-1 0-16,6-4 0 0,11-3 0 15,6-3 0-15,10-3-565 0,9-5-3849 0</inkml:trace>
  <inkml:trace contextRef="#ctx0" brushRef="#br0" timeOffset="134488.47">22277 14697 4730 0,'0'0'952'16,"0"0"-176"-16,0 0 117 0,0 0-513 15,0 0-32-15,0 0-235 0,0 0-113 16,0 0 0-16,-8 39 0 0,18-28 0 15,9-1 0-15,6-1 0 16,6-7 0-16,2-3 0 0,-2-11 0 16,-2-2 0-16,0-6 0 0,-2-4 0 15,0-4 0-15,-7-4 0 0,-1 0 0 16,-7-3 0-16,-8 4 0 0,-4 1 0 16,-6 1 0-16,-8 4 0 0,-11 5 0 15,2 6 0-15,-8 5 0 0,-4 9 0 16,-4 8 0-16,-1 12 0 0,-1 8 0 15,2 9 0-15,4 8 0 0,4 6 0 16,8 6 0-16,8 2 0 16,9 3 0-16,10-2 0 0,15-5 0 15,12-8 0-15,12-9 0 0,9-9 0 16,6-14 0-16,6-5 0 16,4-10 0-16,0-11 0 0,-1-9 0 15,-5-12 0-15,-19 3-1730 0,-12-4-4680 0</inkml:trace>
  <inkml:trace contextRef="#ctx0" brushRef="#br0" timeOffset="135101.67">22929 13953 5718 0,'0'0'1549'0,"0"0"-709"0,0 0-755 0,0 0-85 0,0 0 0 0,0 0 0 16,-11 54 0-16,15-7 0 15,7 9 0-15,5 3 0 0,1-3 0 16,3 1 0-16,-3-3 0 0,-3-1 0 15,-7-3 0-15,-3-3 0 16,-6-3 0-16,-7-6 0 0,-7-5 0 16,-5-7 0-16,-4-7 0 0,-1-7 0 15,-3-9 0-15,-2-5 0 0,6-9 0 16,4-7 0-16,7-10 0 0,7-8 0 16,7-11-733-16,0 8-744 0,7-7-2345 0</inkml:trace>
  <inkml:trace contextRef="#ctx0" brushRef="#br0" timeOffset="135273.72">23050 13430 7899 0,'0'0'293'0,"0"0"-293"16,0 0 0-16,0 0 0 0,0 0 0 15,0 0 0-15,0 0 0 16,0 0 0-16,0 0 0 0,42 2 0 15,-11 12-481-15,0 1-1656 0,-4 0-380 0</inkml:trace>
  <inkml:trace contextRef="#ctx0" brushRef="#br0" timeOffset="135785.4">23323 13896 5946 0,'0'0'869'0,"0"0"-205"16,0 0 49-16,0 0-713 15,0 0 0-15,0 0 0 0,-27 36 0 16,13-4 0-16,2 4 0 0,1 0 0 15,9-5 0-15,2-2 0 0,0-4 0 16,2-5 0-16,9-4 0 16,-3-5 0-16,4-5 0 0,1-5 0 15,-1-2 0-15,3-7 0 0,1-4 0 16,-1-3 0-16,-1-3 0 0,-4-1 0 16,3 0 0-16,-5 1 0 0,0 5 0 15,-4 6 0-15,-2 3 0 0,-2 3 0 16,0 1 0-16,3 3 0 0,-1 5 0 15,0 5 0-15,4 0 0 0,2 3 0 16,2-1 0-16,3-2 0 16,-1-2 0-16,7-3 0 0,6-2 0 15,0-4 0-15,-1-2 0 0,-1-1 0 16,-6-5 0-16,-3-3 0 0,-10-5 0 16,2 0 0-16,-4-3 0 15,-2-2 0-15,-4-2 0 0,0-1 0 16,-6-2 0-16,6 0 0 0,0 2 0 15,2 1 0-15,2 1-581 0,6-1-604 16,-2 6-23-16,6-3-2310 0</inkml:trace>
  <inkml:trace contextRef="#ctx0" brushRef="#br0" timeOffset="136155.7">23987 13355 5750 0,'0'0'800'0,"0"0"377"0,0 0-712 0,0 0-465 16,0 0 0-16,0 0 0 0,0 0 0 15,-29 57 0-15,8-1 0 16,3 6 0-16,-1 3 0 0,5-3 0 15,-1 1 0-15,-1 0 0 0,1 1 0 16,3-7 0-16,3-3 0 16,1-5 0-16,8-10 0 0,0-8 0 15,8-6 0-15,5-6 0 0,8-6 0 16,5-4 0-16,10-5 0 0,7-4 0 16,0-5 0-16,3-3 0 0,-1-3 0 15,-5-1 0-15,-7-2 0 0,-9-4 0 16,-7-6 0-16,-9-5 0 0,-8 4-1377 15,0-1-2073-15</inkml:trace>
  <inkml:trace contextRef="#ctx0" brushRef="#br0" timeOffset="136357.07">23627 13808 6238 0,'0'0'1493'16,"54"13"-1032"-16,-7-12-461 0,13-1 0 15,7 0 0-15,3-4 0 0,-4 1 0 16,0-1 0-16,-6 0 0 0,-8-3 0 16,-15 1-1129-16,-8-5-1957 0</inkml:trace>
  <inkml:trace contextRef="#ctx0" brushRef="#br2" timeOffset="146536.72">14863 12938 4846 0,'0'0'176'15,"0"0"-64"-15,0 0-88 0,12 36-24 16,7 5-12-16,-1 14 12 0,1 11 32 15,-3 4-28-15,1 13 36 16,-1 9 52-16,-5 11-84 0,-7 9 12 16,-4 8 116-16,-4 5-128 0,-7 4 16 15,-1 3 100-15,-2 7-12 0,-3 4 32 16,3 7 152-16,1 6-148 0,-3 8-40 16,-3 0 93-16,-4 7-109 15,-4 1 108-15,-2-5 32 0,-4-6-152 16,7-7 72-16,-6-14-84 0,6-12-52 15,5-17-32-15,4-21-180 16,9-22-368-16,6-24-425 0,2-24-2825 0</inkml:trace>
  <inkml:trace contextRef="#ctx0" brushRef="#br2" timeOffset="147024.06">15353 12972 4085 0,'0'0'112'0,"-13"-42"129"0,15 24 15 0,9 3-208 16,9-2 44-16,7 2-56 0,14 1-20 16,11 3 0-16,8 1 132 0,8 3-44 15,15 1 4-15,12 0 24 16,10 4-124-16,11 2 8 0,10 0-16 16,7 3 4-16,7 1-12 0,13 1 0 15,4 0-76-15,11-1 60 0,16 5 12 16,6-2 0-16,12 0 12 0,11-1 0 15,13-2 4-15,5 1-4 0,9 2 4 16,2-2 4-16,2 2 0 0,-2 2 32 16,4 0-16-16,0 1 20 15,-5 1 52-15,1 3-96 0,-10 0 8 16,-11 2-8-16,-12 2-120 0,-21-1-252 16,-21 3-441-16,-16 0 277 0,-21 0 328 15,-20 1 172-15,-15-2 36 16,-8 0 16-16,-17-1 20 0,-2-1-36 15,-14-2-4-15,-19-6-920 0,-8-2-1573 0</inkml:trace>
  <inkml:trace contextRef="#ctx0" brushRef="#br2" timeOffset="147237.19">21773 13539 4666 0,'-43'66'632'0,"7"9"144"0,-1 18-51 15,12 2-581-15,3 5-96 0,5 8-36 16,3 3-12-16,-3 9 0 0,7 7-4 15,-3 7-4-15,1 8 8 0,-2 5 0 16,-1 4 8-16,1-1-8 16,-1 3 16-16,-1-1 32 0,7-4 188 15,1-1 300-15,2-5-300 16,2-6-115-16,-2-10-121 0,1-8 0 16,3-12 0-16,-6-16 0 0,4-11-321 15,-4-25-559-15,-5-12-2570 0</inkml:trace>
  <inkml:trace contextRef="#ctx0" brushRef="#br2" timeOffset="147631.53">15720 16535 5978 0,'189'12'332'0,"17"4"153"0,44 0-185 0,-12-2 56 16,14-1-328-16,5 2-12 0,7-1-16 15,3 2-68-15,8 0-84 0,0 2-136 16,-4 2 56-16,1 1 60 0,-9 3-45 16,-7 1 89-16,-18-1-92 0,-64-8-1152 15,-19-5-713-15</inkml:trace>
  <inkml:trace contextRef="#ctx0" brushRef="#br2" timeOffset="148297.79">21382 16606 4690 0,'0'0'792'16,"0"0"248"-16,50-29-699 0,-3 13 19 16,20 0 140-16,11 2-340 15,11 1-84-15,12-1-76 0,9 2 0 16,8 2-88-16,10 3-520 0,10 1 88 16,11 2 99-16,12 1-79 0,11 2 288 15,6 1 132-15,4 2 60 0,4 4 12 16,-2 2 8-16,-9 2 0 0,-9-2 0 15,-15 3 0-15,-21-4-468 16,-33 0-180-16,-18-6-165 0</inkml:trace>
  <inkml:trace contextRef="#ctx0" brushRef="#br2" timeOffset="148996.56">24805 16388 4582 0,'0'0'1372'15,"-47"0"-559"-15,22 3-69 0,2 1-63 16,1 5-681-16,-1 5 0 15,2 4 0-15,3 6 0 0,1 6 0 16,5 5 0-16,3 3 0 0,9 2 0 16,0-2 0-16,11 1 0 0,3-3 0 15,5-5 0-15,4-4 0 16,1-6 0-16,7-8 0 0,0-4 0 16,0-7 0-16,0-4-421 0,-8-2-956 15,-4-5-1020-15</inkml:trace>
  <inkml:trace contextRef="#ctx0" brushRef="#br2" timeOffset="149294.39">25018 16521 6494 0,'0'0'569'0,"0"0"560"15,-41 0-1129-15,31 12 0 16,-5 7 0-16,-1 6 0 0,1 4 0 15,3 0 0-15,1 3 0 0,9 0 0 16,0 0 0-16,4-1 0 0,9-5 0 16,3-7 0-16,7-6 0 0,4-10 0 15,2-3 0-15,-1-10 0 16,-1-4 0-16,-6-7 0 0,-7-1 0 16,-6-4 0-16,-6 0 0 0,0-4 0 15,-4 3 0-15,-2-4 0 0,-2 2 0 16,-2 0 0-16,-3 3 0 0,3 1-193 15,-1 5-519-15,3 6-1069 16,4 4-608-16</inkml:trace>
  <inkml:trace contextRef="#ctx0" brushRef="#br2" timeOffset="149709.57">25138 16718 5186 0,'0'0'684'15,"-18"62"141"-15,9-30-421 0,3-11-156 16,4-6-8-16,2-5-196 0,0-6 8 16,0-4 120-16,4-3-72 0,2-11 128 15,9-15-219-15,-1-7-9 0,3-7 0 16,-1-1 0-16,-3 5 0 16,1 3 0-16,-3 7 0 0,-1 10 0 15,-6 10 0-15,-2 6 0 0,0 3 0 16,0 3 0-16,0 7 0 0,-2 7 0 15,2 4 0-15,1 3 0 16,-1-2 0-16,2-3 0 0,2-1 0 16,0-5 0-16,0-3 0 0,3-4 0 15,3-4 0-15,-2-4 0 0,5-8 0 16,-3-4 0-16,1-7 0 0,1-1 0 16,-1 0 0-16,-3 2 0 0,-2 5 0 15,-2 5 0-15,-2 5 0 0,1 4 0 16,-1 2 0-16,2 10 0 15,0 15 0-15,-2 10 0 0,-4 7 0 16,0 1 0-16,-2-5 0 0,-2-1 0 16,4-6 0-16,0-6 0 15,8-4 0-15,3-10 0 0,1-7-1702 16,0-5-1503-16</inkml:trace>
  <inkml:trace contextRef="#ctx0" brushRef="#br2" timeOffset="150115.43">25634 16813 2168 0,'0'0'2858'0,"0"0"-1309"0,0 0-645 16,0 0-191-16,-29 45-713 0,23-12 0 15,4 11 0-15,2 8 0 0,2 1 0 16,2 2 0-16,-2 1 0 16,0-3 0-16,1-5 0 0,-3-6 0 15,0-3 0-15,0-7 0 0,0-8 0 16,-3-7-361-16,1-8-243 0,0-9-741 16,0-6-304-16,-2-9-1668 0</inkml:trace>
  <inkml:trace contextRef="#ctx0" brushRef="#br2" timeOffset="150425.32">25579 16755 5774 0,'0'0'416'16,"0"0"461"-16,16-51 151 0,3 27-931 15,1-1-97-15,5-1 0 16,0 2 0-16,0 3 0 0,0 3 0 16,1 6 0-16,-1 6 0 0,-2 6 0 15,-2 8 0-15,-9 6 0 0,-6 6 0 16,-6 3 0-16,-4 5 0 0,-8 0 0 16,-3 2 0-16,-5 0 0 0,-5-3 0 15,-2-1 0-15,0-2 0 0,0-4 0 16,7-5 0-16,1-4 0 15,6-4 0-15,7-3 0 0,2-4-317 16,4-3-1272-16,0 0-235 0,8-12-822 0</inkml:trace>
  <inkml:trace contextRef="#ctx0" brushRef="#br2" timeOffset="150879.2">26133 15943 6274 0,'0'0'669'0,"-13"59"580"16,3-10-1249-16,-1 8 0 0,3 8 0 16,0 7 0-16,2 4 0 0,0 3 0 15,-1 4 0-15,1 2 0 0,-2 2 0 16,-2 0 0-16,-1-5 0 0,-1-10 0 16,1-10 0-16,3-14 0 0,4-13 0 15,4-14 0-15,6-17 0 0,9-16-1313 16,-3-5-96-16,5-12-48 0</inkml:trace>
  <inkml:trace contextRef="#ctx0" brushRef="#br2" timeOffset="151163.2">26151 16719 5942 0,'0'0'873'0,"0"0"379"0,0 0-1127 16,0 0-125-16,50-24 0 0,-23 9 0 15,-3 0 0-15,1-2 0 0,-2-1 0 16,0 0 0-16,-3 0 0 0,-5 1 0 15,-3-1 0-15,-3 2 0 16,-5-1 0-16,-4-1 0 0,-4 4 0 16,-7 1 0-16,-3 6 0 0,-7 6 0 15,-2 4 0-15,-1 15 0 0,-5 9 0 16,4 11 0-16,-2 7 0 0,6 5 0 16,7 1 0-16,3 0 0 0,11-3 0 15,7-6 0-15,9-6 0 16,11-9 0-16,2-11 0 0,8-7 0 15,5-9 0-15,1-11 0 0,0-6 0 16,-5-10-961-16,-14 6-1156 0,-5-6-1629 0</inkml:trace>
  <inkml:trace contextRef="#ctx0" brushRef="#br2" timeOffset="151336.47">26525 16539 3997 0,'0'0'3118'0,"-2"35"-2041"0,6-12-1077 15,-2 2 0-15,5 4 0 16,-1 1 0-16,2 1 0 0,2 1 0 16,1-4 0-16,3-5 0 0,3-4 0 15,-1-3 0-15,1-2 0 0,-3-6 0 16,-3-2 0-16,-5-3-929 0,0-3-2677 0</inkml:trace>
  <inkml:trace contextRef="#ctx0" brushRef="#br2" timeOffset="151513.28">26732 16576 7959 0,'0'0'233'15,"0"0"-233"-15,0 0 0 0,0 0 0 0,-52 33 0 16,25 9 0-16,-6 11 0 0,0 0 0 16,11-4 0-16,3-3 0 15,9-8 0-15,8-11 0 0,2-9-1033 16,8-11-1464-16</inkml:trace>
  <inkml:trace contextRef="#ctx0" brushRef="#br2" timeOffset="152004.1">27753 16807 3549 0,'0'0'2193'0,"0"0"-1252"0,0 0-105 0,-16-42-163 16,1 25-673-16,-1-1 0 15,-3 5 0-15,0 2 0 0,1 9 0 16,1 4 0-16,3 17 0 0,1 13 0 16,1 12 0-16,4 10 0 0,6 0 0 15,6-2 0-15,8-5 0 0,7-7 0 16,6-12 0-16,6-7 0 16,6-16 0-16,4-11 0 0,3-15 0 15,-3-13 0-15,-4-10-1029 0,-14 7-836 16,-2-6-756-16</inkml:trace>
  <inkml:trace contextRef="#ctx0" brushRef="#br2" timeOffset="152175.66">27987 16286 6430 0,'0'0'1017'0,"0"0"-453"0,-17 55-383 16,9-12-181-16,-2 10 0 0,1 5 0 15,3 6 0-15,4 5 0 16,0 1 0-16,0-2 0 0,0-4 0 15,-2-4 0-15,4-10 0 0,0-6 0 16,0-12 0-16,4-7 0 0,0-10-441 16,0-8-2352-16,2-7-1709 0</inkml:trace>
  <inkml:trace contextRef="#ctx0" brushRef="#br2" timeOffset="152349.62">28117 16788 7523 0,'0'0'669'0,"0"0"-669"0,0 0 0 16,-8 64 0-16,-5-15 0 16,1 5 0-16,2-4 0 0,1-10 0 15,7-4 0-15,2-10 0 0,4-10 0 16,-2-6-1181-16,3-9-1088 0</inkml:trace>
  <inkml:trace contextRef="#ctx0" brushRef="#br2" timeOffset="152489.5">28311 16361 8192 0,'0'0'0'15,"0"0"0"-15,0 0 0 0,0 0 0 0,0 0 0 16,-33-11 0-16,31 31 0 16,2 7 0-16,6-1 0 0,3-9-1646 15,1-5-887-15</inkml:trace>
  <inkml:trace contextRef="#ctx0" brushRef="#br2" timeOffset="153017.63">28537 16777 2449 0,'0'0'2965'0,"0"0"-1532"0,-5-33-813 16,-5 21-120-16,-2 3-275 16,-7 4-225-16,-2 5 0 0,-1 0 0 15,-5 5 0-15,0 4 0 0,0 5 0 16,4 2 0-16,5 3 0 0,3 1 0 16,9-1 0-16,6 4 0 0,4-2 0 15,11-1 0-15,5 2 0 0,7-6 0 16,4-1 0-16,4-4 0 15,-4 0 0-15,-2-2 0 0,-8-1 0 16,-9 2 0-16,-10-1 0 0,-4 2 0 16,-10 3 0-16,-7 2 0 0,-5-1 0 15,-5 0 0-15,-2-1 0 0,0-4 0 16,2-5 0-16,4-2 0 0,8-3 0 16,5-5 0-16,6-5 0 15,8-4-93-15,10-3-1724 0,1 3 93 16,7-1-521-16</inkml:trace>
  <inkml:trace contextRef="#ctx0" brushRef="#br2" timeOffset="153405.74">28762 16961 6895 0,'-19'43'1132'0,"7"4"-967"0,4 14-165 16,4 2 0-16,4 2 0 0,0 1 0 16,2-3 0-16,4-5 0 0,0-7 0 15,-2-7 0-15,0-10 0 0,-2-6 0 16,-2-6 0-16,0-9-781 0,-2-5-1632 15,-2-8-641-15</inkml:trace>
  <inkml:trace contextRef="#ctx0" brushRef="#br2" timeOffset="153661.65">28687 16851 7039 0,'0'0'644'0,"-2"-50"-228"15,7 25-323-15,7 4-93 0,5-1 0 16,9 2 0-16,7 5 0 16,9 3 0-16,5 9 0 0,-1 4 0 15,1 9 0-15,-9 7 0 0,-14 2 0 16,-9 6-77-16,-13 2-11 0,-6 4 88 16,-9 1 0-16,-3 2 165 0,-7 2-165 15,-2-3 0-15,-4 3 0 0,-6-7 0 16,4 1 0-16,2-7 0 15,2-6 0-15,3-7 0 0,9-7-501 16,3-3-908-16,6-1-179 0,1-13-537 0</inkml:trace>
  <inkml:trace contextRef="#ctx0" brushRef="#br2" timeOffset="153877.71">29297 16082 5738 0,'0'0'961'0,"0"0"79"0,0 0-684 16,35 45-259-16,-30-10-97 16,-5 13 0-16,0 9 0 0,-7 7 0 15,-3 5 0-15,-2 5 0 0,-7 3 0 16,-4 6 0-16,-4-1 0 0,1-3 0 16,3-6 0-16,4-11 0 0,7-11 0 15,10-12 0-15,4-10 0 0,12-15-373 16,-3-8-1252-16,5-8-456 0</inkml:trace>
  <inkml:trace contextRef="#ctx0" brushRef="#br2" timeOffset="154205.74">29479 16769 5426 0,'0'0'1233'16,"4"-49"300"-16,-4 24-1533 0,-6 3 0 16,-4 7 0-16,-1 3 0 15,-1 7 0-15,-4 5 0 0,-3 13 0 16,-2 5 0-16,-4 10 0 0,1 8 0 15,-1 3 0-15,2 5 0 0,4-3 0 16,7-3 0-16,6-6 0 16,6-4 0-16,6-9 0 0,6-5 0 15,7-8 0-15,4-6 0 0,2-10 0 16,-1-5 0-16,1-6 0 0,-4-1 0 16,-2 1 0-16,-5 2 0 0,-4 4 0 15,-1 7 0-15,-5 5 0 0,-2 3 0 16,-2 3 0-16,2 10 0 15,-2 10 0-15,0 2 0 0,2 0 0 16,4-7 0-16,7-8 0 0,3-3 0 16,11-5-129-16,0-2-831 0,4-6 123 15,-2-6 101-15,-9 2-885 0,-3-3-1156 16</inkml:trace>
  <inkml:trace contextRef="#ctx0" brushRef="#br2" timeOffset="154393.92">29779 16710 6691 0,'0'0'1328'16,"0"0"-1155"-16,0 0-173 16,-48 5 0-16,26 16 0 0,1 7 0 15,0 6 0-15,5-2 0 0,5 3 0 16,3-2 0-16,6 0 0 0,2-2 0 16,6-2 0-16,5-5 0 0,3-6 0 15,5-4 0-15,1-8 0 0,5-5 0 16,0-3 0-16,2-6 0 0,-6-5-145 15,-5 2-1187-15,-4-2-485 0</inkml:trace>
  <inkml:trace contextRef="#ctx0" brushRef="#br2" timeOffset="155536.56">29942 16941 7199 0,'0'0'840'0,"0"0"-687"0,0 0-153 15,37-9 0-15,-24-1 0 0,1-3 0 16,5-3 0-16,-5-3 0 16,-3 3 0-16,-1-4 0 0,-4-3 0 15,-4 2 0-15,-2-4 0 0,-4 4 0 16,-2 3 0-16,0 9 0 0,-2 7 0 16,-7 7 0-16,-8 15 0 0,-4 10 0 15,-4 9 0-15,3 6 0 0,3 1 0 16,6-1 0-16,7-3 0 15,10-9 0-15,6-2 0 0,12-9 0 16,9-5 0-16,8-6 0 0,4-8 0 16,7-3 0-16,1-10 0 0,-1-5 0 15,-3-4 0-15,-6 0 0 0,-4 1 0 16,-6 4 0-16,-8 6 0 0,-7 2 0 16,-4 6 0-16,-4 10 0 15,-2 4 0-15,0 5 0 0,0 0 0 16,0-1 0-16,0-3 0 0,0-4 0 15,-2-3 0-15,-2-4 0 0,2-1 0 16,-2-3 0-16,0 0 0 16,2 0 0-16,-5-7 0 0,5-5 0 15,2-6 0-15,2-2 0 0,7 0 0 16,1-4 0-16,4 3 0 0,7-4 0 16,6-1 0-16,6 1 0 0,0 0 0 15,-2 5 0-15,-4 7 0 0,-6 4 0 16,-7 4 0-16,-8 2 0 15,-2 3 0-15,-4 1 0 0,0 10 0 0,-8 10 0 16,-2 7 0-16,-1 3 0 16,3-4 0-16,2-6 0 0,4-3 0 15,2-4 0-15,2-2 0 0,2-6 0 16,0 0 0-16,0-5 0 0,7-2 0 16,5-9 0-16,3-5 0 15,4-4 0-15,-3 0 0 0,-1 1 0 16,-5 3 0-16,1-1 0 0,-5 7 0 15,-4 3 0-15,-1 2 0 0,-3 3 0 16,2 1 0-16,0 8 0 16,0 9 0-16,0 2 0 0,-2 4 0 15,0-2 0-15,-2-7 0 0,2 2 0 16,-2-4 0-16,2-4 0 0,0-3 0 16,-2-3 0-16,3-2 0 0,-3 1-1081 15,2-1 324-15,0 0 221 0,0 0 160 16,-2 0 376-16,2-1 32 0,-2 0 576 15,2-3 1-15,4-2-37 0,2-3 332 16,11-8-879-16,4-2-25 16,4-2 0-16,4-4 0 0,-3-2 0 15,-3-3 0-15,-4-1 0 0,-4 1 0 16,-9 5 0-16,-4 2 0 0,-4 5 0 16,-4 7 0-16,-4 4 0 15,-7 6 0-15,-1 6 0 0,-5 9 0 16,-4 9 0-16,0 4 0 0,0 8 0 15,5 1 0-15,5 1 0 0,7-4 0 16,6-3 0-16,4-6 0 16,8-5 0-16,3-4 0 0,3-8 0 15,3-2 0-15,2-5 0 0,-1-8 0 16,3-5 0-16,-4-3 0 0,-1 0 0 16,-1 1 0-16,-3 0 0 0,-1 3 0 15,-5 4 0-15,-2 4 0 0,-2 2 0 16,-2 2 0-16,0 1 0 15,0 5 0-15,0 1 0 0,3 6 0 16,-1 1 0-16,-2 3 0 0,2-1 0 16,-4-1 0-16,0-3 0 0,-2-3 0 15,-2-2 0-15,0 1 0 0,-3-1 0 16,1 0 0-16,0 0 0 0,4-3 0 16,0 0 0-16,2-2 0 15,0-2 0-15,6-11 0 0,9-9 0 16,1-6 0-16,1-3-289 0,1-4-439 15,-1-2-117-15,-5 4-1316 0,1-5-340 16</inkml:trace>
  <inkml:trace contextRef="#ctx0" brushRef="#br2" timeOffset="155738.75">31261 16238 5830 0,'0'0'1289'0,"0"0"-565"0,41-40-375 0,-36 40-349 0,-3 3 0 0,4 12 0 0,-4 17 0 16,0 11 0-16,-2 14 0 0,-4 14 0 15,-2 5 0-15,-3 13 0 16,1 5 0-16,-2-3 0 0,-3-3 0 16,3-12 0-16,-4-9 0 0,1-9 0 15,3-8 0-15,-1-9 0 0,1-10 0 16,-2-14-637-16,3-10-808 0,1-7-604 16</inkml:trace>
  <inkml:trace contextRef="#ctx0" brushRef="#br2" timeOffset="155863.22">31125 16709 8192 0,'0'0'0'0,"0"0"0"0,55-4 0 15,-15 15 0-15,3 2 0 0,9-2 0 16,4 0 0-16,6-4 0 0,2-4 0 16,-2-3 0-16,-4 0 0 0,-7-2 0 15,-16 0-1257-15,-4-4-1513 0</inkml:trace>
  <inkml:trace contextRef="#ctx0" brushRef="#br2" timeOffset="157036.7">24987 17485 2513 0,'0'0'2469'0,"-6"-45"-1629"0,-8 27 789 0,-5 9-888 0,-6 4-741 0,-4 5 0 16,-6 14 0-16,-2 9 0 15,0 8 0-15,0 4 0 0,6 2 0 16,8 1 0-16,4-4 0 0,13-2 0 16,6-3 0-16,2-2 0 0,13-7 0 15,3-3 0-15,9-8 0 0,6-9 0 16,4-6 0-16,7-8 0 0,-3-6 0 16,-2-4 0-16,-4 1 0 15,-8 1 0-15,-8 7 0 0,-9 4 0 16,-6 6 0-16,-4 5 0 0,0 2 0 15,-2 5 0-15,-4 8 0 0,-2 10 0 16,2 3 0-16,2 3 0 16,1-5 0-16,3-2 0 0,5-4 0 15,3-3 0-15,4-8 0 0,5-4 0 16,-1-5 0-16,5-8-17 0,2-7-87 16,0-3-80-16,-3-4-52 0,1 0-320 15,-3-1 88-15,-1 3 71 0,-7 2-43 16,-3 6 252-16,-1 5 188 0,-4 5 60 15,-2 2 108-15,0 0-24 16,0 6 200-16,0 5-200 0,0 4-35 16,0 4 91-16,0-2-128 0,0-1 0 15,0-5 16-15,0-3-80 0,0-4 12 16,0-2-12-16,2-1-8 16,-2-1 0-16,4 0 40 0,0-2-36 15,4-8 16-15,7-10-8 0,3-6-8 16,9-11-4-16,0-1 4 0,-2 4 0 15,0 3-4-15,-9 10 120 0,-1 7 44 16,-7 5 32-16,-2 7 84 16,-4 1-164-16,0 1-44 0,1 0-24 15,-3 2-28-15,2 5-20 0,-2 5 28 16,-2 8-20-16,-7 6-8 0,-1 5 13 16,0 1-13-16,-1-6 0 0,5-3 0 15,6-8 0-15,0-4 0 0,4-4 0 16,4-6 0-16,7-3 0 0,6-9 0 15,3-5 0-15,-1-6 0 16,-6 0 0-16,1-1 0 0,-3-2 0 16,-3 0 0-16,-2 3 0 0,1-2 0 15,-5 6 0-15,0 6 0 0,-2 5 0 16,-4 6 0-16,2 1 0 0,-2 0 0 16,0 5 0-16,0 6 0 15,-4 10 0-15,2 6 0 0,-2 4 0 16,2 0 0-16,2-3 0 0,0-2 0 15,6 3 0-15,0-2 0 0,3-1-513 16,-3-6-764-16,-2-1-1804 0</inkml:trace>
  <inkml:trace contextRef="#ctx0" brushRef="#br2" timeOffset="157427.44">25616 18286 6234 0,'0'0'897'0,"0"0"-193"0,0 0-347 0,0 0-357 0,0 0 0 16,0 0 0-16,0 0 0 0,4-55 0 16,4 5 0-16,2-10 0 15,-1-6 0-15,3-19 0 0,3-9 0 16,1-3 0-16,7 6 0 0,4 20 0 15,6 10 0-15,4 17 0 0,2 9 0 16,-1 11 0-16,-10 11 0 16,-5 9 0-16,-6 4 0 0,-7 10 0 15,-2 7 0-15,-3 4 0 0,-1 6 0 16,-4 2 0-16,-7 0 0 0,-1 2 0 16,-6 1 0-16,-5 0 0 0,-2-2 0 15,-3-2 0-15,1-3 0 0,-2-3 0 16,4-5 0-16,9-6 0 0,2-8-301 15,6-6-855-15,4-7-345 16,2-8-3329-16</inkml:trace>
  <inkml:trace contextRef="#ctx0" brushRef="#br2" timeOffset="157628.75">26250 16986 4093 0,'0'0'2626'0,"0"0"-2126"16,0 0 44-16,33-25-115 0,-33 30-429 15,-4 9 0-15,-8 17 0 0,-9 11 0 16,1 10 0-16,-1 5 0 16,4-1 0-16,5 6 0 0,2 3 0 15,3 3 0-15,1-3 0 0,2-3 0 16,0-5 0-16,4-6 0 0,0-5 0 16,0-7 0-16,4-7 0 0,0-13 0 15,2-9-581-15,1-8-664 0,-1-8-2056 0</inkml:trace>
  <inkml:trace contextRef="#ctx0" brushRef="#br2" timeOffset="157783.62">26298 17555 7335 0,'0'0'857'0,"0"0"-857"16,-12 43 0-16,1-15 0 0,3 2 0 16,2-2 0-16,-1 0 0 15,5-6 0-15,2-1 0 0,7-4 0 16,3-5 0-16,-2-6 0 0,1-5-1105 15,-5-4-740-15</inkml:trace>
  <inkml:trace contextRef="#ctx0" brushRef="#br2" timeOffset="157896.57">26457 17131 7627 0,'0'0'565'15,"0"0"-565"-15,0 0 0 0,0 0 0 16,0 0 0-16,0 0 0 0,0 0 0 15,0 0-1553-15,0 0-861 0</inkml:trace>
  <inkml:trace contextRef="#ctx0" brushRef="#br2" timeOffset="158143.16">26794 17166 3401 0,'0'0'2393'15,"0"0"-1540"-15,0 0 231 0,0 0-623 16,0 0-461-16,0 0 0 16,0 0 0-16,-19 80 0 0,7-22 0 15,-5 6 0-15,3-3 0 0,2 1 0 16,1-3 0-16,3-3 0 0,0-6 0 16,-1-2 0-16,1-6 0 0,-2-6 0 15,2-8 0-15,-1-9-177 0,3-7-2348 16,-4-11-1537-16</inkml:trace>
  <inkml:trace contextRef="#ctx0" brushRef="#br2" timeOffset="158486.6">26519 17633 8192 0,'0'0'0'16,"37"-21"0"-16,-2 9 0 0,-1 3 0 15,-1-1 0-15,-2 1 0 0,-5-2 0 16,-1-2 0-16,0-1 0 0,-2-1 0 15,0-2 0-15,-1 1 0 0,-1 2 0 16,-5 1 0-16,-3 2-1253 16,-7 7 172-16,-4 2 165 0,-2 4 299 15,-2 7 617-15,-4 9 225 0,-4 7 771 16,-3 6-152-16,1 4-171 0,-1-2 331 16,1 4-879-16,2 0-125 0,3-1 0 15,5-2 0-15,2-1 0 0,2-7 0 16,7-2 0-16,1-5 0 0,4-4 0 15,5-2 0-15,0-7 0 16,3-6 0-16,-1-8 0 0,0-11 0 16,-1-8 0-16,-1-3 0 0,-7 0 0 15,-1 0 0-15,-3 1 0 0,-4 4 0 16,0 6 0-16,-2 6-257 0,0 6-1168 16,1 1-2380-16</inkml:trace>
  <inkml:trace contextRef="#ctx0" brushRef="#br2" timeOffset="158719.72">27226 17644 3473 0,'0'0'4430'15,"0"0"-4141"-15,0 0-289 0,-31-38 0 16,21 25 0-16,-3 5 0 0,1 3 0 16,-1 5 0-16,-3 8 0 0,1 11 0 15,-1 7 0-15,1 8 0 0,1 5 0 16,4 3 0-16,1-5 0 0,7-1 0 15,2-5 0-15,7-6 0 16,3-2 0-16,6-9 0 0,5-8 0 16,2-7 0-16,6-14 0 0,2-16 0 15,0-12 0-15,-4-4-621 0,-9 5-824 16,-5 7-2997-16</inkml:trace>
  <inkml:trace contextRef="#ctx0" brushRef="#br2" timeOffset="158894.7">27294 17244 6418 0,'0'0'949'15,"0"0"-321"-15,0 0-431 0,0 0-197 16,0 0 0-16,4 55 0 16,-4 2 0-16,-10 9 0 0,-2 2 0 15,-5-7 0-15,5 0 0 0,-1-5 0 16,5-3 0-16,4-8 0 0,4-9 0 16,4-5 0-16,8-6 0 0,5-8 0 15,4-1 0-15,6-12-397 0,4-5-619 16,2-8 603-16,2-9-127 0,-6-2-804 15,-11 2 3-15,-3 0 68 0</inkml:trace>
  <inkml:trace contextRef="#ctx0" brushRef="#br2" timeOffset="159169.78">27455 17763 1388 0,'0'0'2405'0,"0"0"-1052"15,0 0 340-15,0 0-841 0,0 0-351 16,0 0-501-16,0 0 0 0,-10 34 0 16,25-27 0-16,7-2 0 15,5-5 0-15,0-4 0 0,2-3 0 16,-8-4 0-16,-3-2 0 0,-1 0 0 15,-5-2 0-15,-3-3 0 0,-3 0 0 16,-4 0 0-16,-2 6 0 16,-8 2 0-16,-3 4 0 0,-5 6 0 15,-9 0 0-15,-2 10 0 0,-6 6 0 16,-2 6 0-16,0 6 0 0,8 8 0 16,10-3 0-16,11 5 0 0,10-4 0 15,9 2 0-15,5-1 0 0,11-4 0 16,8-5 0-16,9 0 0 15,10-6 0-15,1-3 0 0,1-8 0 16,-14-5-1129-16,3-8-2601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26T18:21:20.052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10104 6453 3897 0,'0'0'1373'0,"0"0"-361"16,6-36-391-16,-6 33 27 0,-6 1-7 16,2 2-641-16,-6 5 0 0,-3 11 0 15,-1 8 0-15,3 6 0 0,-1 7 0 16,-2-1 0-16,7 0 0 0,-3 1 0 15,6-3 0-15,-2-2 0 0,2-6 0 16,4-2 0-16,0-10 0 16,0-5 0-16,6-4 0 0,2-5 0 15,4-3 0-15,7-7 0 0,-2-4 0 16,-1-4 0-16,5 2 0 0,-5 0-33 16,-1 2-655-16,-3 7 104 15,-4 2 155-15,-6 3-95 0,3 2 480 16,-1 9 44-16,-2 9 36 0,-2 6 72 15,0 5 48-15,-2 0 192 0,-2-2-167 16,-1-1-53-16,5-4 12 16,9-6-104-16,1-3 8 0,7-7 104 15,5-4-76-15,9-5 48 0,0-9 160 16,0-3-132-16,2-8 4 0,-2-4 53 16,-4-3-205-16,-2-2 0 0,-8 0 0 15,-7 2 0-15,-4 1 0 0,-6-2 0 16,-2 2 0-16,-4-1 0 0,-2 2 0 15,-3 6 0-15,5 5 0 16,0 6 0-16,-2 4 0 0,6 4 0 16,2 3 0-16,0 0-1674 0,0 3-835 0</inkml:trace>
  <inkml:trace contextRef="#ctx0" brushRef="#br0" timeOffset="531.66">10699 6778 2761 0,'0'0'1496'0,"0"0"-491"0,0 0 215 0,0 0-539 15,0 0-125-15,0 0-83 0,0 0-473 16,-33-9 0-16,27 14 0 0,-4 7 0 16,-1 9 0-16,3 5 0 15,2 6 0-15,6 5 0 0,0-4 0 16,0-1 0-16,6-2 0 0,5-8 0 16,7-5 0-16,-1-10 0 0,5-7 0 15,3-4 0-15,2-11 0 0,-2-4 0 16,-4-6 0-16,-1-2 0 0,-11-4 0 15,-5 4 0-15,-4-3 0 16,0 4 0-16,-11 1 0 0,-1 1 0 16,-3 2 0-16,-1 3 0 0,1 5 0 15,-5 6 0-15,3 5 0 0,7 3-801 16,-7 0-3713-16</inkml:trace>
  <inkml:trace contextRef="#ctx0" brushRef="#br0" timeOffset="16248.61">11805 6896 2905 0,'0'0'1909'0,"0"0"-1269"15,0 0-260-15,0 0 56 0,0 0-296 16,0 0 93-16,48-6 279 0,-5 4-236 16,5-2-52-16,10 3 20 15,8 1-184-15,4 2 24 0,13 4 4 16,6 2-76-16,10 0-12 0,8 0 8 16,3-2 0-16,10 1-8 0,6-1 0 15,10-4 24-15,3 1-24 0,-3-3 0 16,-5 0 9-16,-16 0-9 0,-15-1 0 15,-10 1 0-15,-21-2 0 16,-13 2-189-16,-19-1-127 0,-15 1-144 16,-11-1-713-16,-7 1-95 0,-8-6-405 0</inkml:trace>
  <inkml:trace contextRef="#ctx0" brushRef="#br0" timeOffset="23324.32">11359 4671 1920 0,'0'0'765'0,"0"0"703"0,0 0-731 15,0 0-537-15,43-26 100 0,-6 1 196 16,1-8-208-16,9-4-64 0,3-2-11 16,4-4-185-16,10-4 4 0,8-4-20 15,7-5 0-15,11-3-12 16,4-3 0-16,5 3-4 0,-8 2 4 16,-2 5 0-16,-7 5-120 0,-7 7-145 15,-11 7-223-15,-13 6 60 0,-9 5-104 16,-15 9-565-16,-11 1-243 0</inkml:trace>
  <inkml:trace contextRef="#ctx0" brushRef="#br0" timeOffset="23640.88">12479 3623 5530 0,'0'0'104'0,"0"0"92"0,0 0-40 16,0 0-88-16,42-2 84 0,-9-1 277 15,12 1-269-15,-1 0-56 0,1 2-40 16,-4 1-64-16,3 7-16 16,-3 3-340-16,-4 3 51 0,-4 4 29 15,-12 4-344-15,-13 3 32 0,-12 3 332 16,-10 1 59-16,-13 1 197 15,0 2 65-15,-4-1 659 0,-2 2-328 16,-2 1-240-16,2-5-156 0,2-3-12 16,6-10-392-16,8-7-2201 0</inkml:trace>
  <inkml:trace contextRef="#ctx0" brushRef="#br0" timeOffset="25163.57">15830 3763 5206 0,'0'0'0'0,"0"0"4"16,37-27-8-16,-33 24 4 0,-4 1 0 16,-4 2 52-16,-6 2-48 0,-5 9 60 15,-11 8 76-15,-1 10-4 0,-6 7 60 16,-9 11 152-16,-9 8-236 15,-7 9-36-15,-21 6-44 0,-10 7-20 16,-10 5-24-16,-13 1 4 0,-7 2-120 16,3 2 48-16,10-3 32 15,15 0 24-15,15-3-20 0,28-23-1332 16,1-11-1842-16</inkml:trace>
  <inkml:trace contextRef="#ctx0" brushRef="#br0" timeOffset="27325.13">19340 3491 2245 0,'0'0'3185'0,"0"0"-2405"0,0 0-464 0,0 0 469 0,0 0-333 15,43-7-112-15,-20-7-251 0,4-7-89 16,0 1 0-16,0-4 0 16,0-1 0-16,-1 2 0 0,-5 3 0 15,0 6 0-15,-5 8 0 0,-5 6 0 16,-3 7 0-16,-6 7-57 0,2 4-187 15,-2 4 44-15,0-2 100 0,5 1 68 16,-1-5-8-16,4-4 40 0,9-4 0 16,-1-6-4-16,3-2 4 0,0-1 20 15,-1-6-16-15,-3-1-4 0,-1-1 24 16,-5 2-4-16,-7 1-20 16,2 0 4-16,-2 3-4 0,-4-3-80 15,0 1-808-15,0 2-249 0,0-2-316 0</inkml:trace>
  <inkml:trace contextRef="#ctx0" brushRef="#br0" timeOffset="27760.54">19365 3770 4333 0,'0'0'861'0,"0"0"47"0,0 0-363 16,0 0-145-16,0 0 240 0,0 0-412 16,0 0 49-16,0 0-277 0,39-13 0 15,-12-6 0-15,2 0 0 0,-2 3 0 16,-2 0 0-16,-3 3 0 16,3 3 0-16,-4 5 0 0,-9 4 0 15,-1 1 0-15,1 6 0 0,-8 4 0 16,6 1 0-16,1 2 0 0,-1-2 0 15,7-4 0-15,-3-2 0 0,3-1 0 16,3-2 0-16,5-2 0 0,-2-1 0 16,-3-3 0-16,5-3 0 0,-2-2 0 15,-9 1-541-15,3-2-1284 0</inkml:trace>
  <inkml:trace contextRef="#ctx0" brushRef="#br0" timeOffset="28306.96">21316 2892 6350 0,'0'0'509'0,"0"0"-53"0,0 0-104 0,0 0-104 15,-16 40-144-15,16-5 28 0,0 6-91 16,4 4-41-16,2 1 0 0,4 4 0 16,-4 1 0-16,1 2 0 0,-5-3 0 15,0-3 0-15,-2-6 0 0,0-9 0 16,0-8 0-16,0-10-529 16,0-7-1992-16,0-7-753 0</inkml:trace>
  <inkml:trace contextRef="#ctx0" brushRef="#br0" timeOffset="28493.47">21211 2827 6326 0,'0'0'485'16,"0"0"199"-16,0 0-160 0,0 0-351 15,66-10-173-15,-17 7 0 0,5-3 0 16,-4 1 0-16,4 0 0 0,-7 4 0 15,1 1 0-15,-11 1 0 0,-12 4-1862 16,-11 1-655-16</inkml:trace>
  <inkml:trace contextRef="#ctx0" brushRef="#br0" timeOffset="28669.46">21300 3160 7327 0,'0'0'568'16,"37"11"-271"-16,-6-6-297 0,2-1 0 15,6-2 0-15,3 0 0 16,-3-2 0-16,2-3 0 0,-4-4 0 16,-4-1 0-16,-10-1-773 0,-6-1-5342 0</inkml:trace>
  <inkml:trace contextRef="#ctx0" brushRef="#br0" timeOffset="29127.15">21258 2546 6703 0,'0'0'1020'0,"58"-18"-551"0,-23 10-469 16,-2 1 0-16,3 2 0 0,3 0 0 15,8-1 0-15,9 1 0 0,14-2 0 16,1-1 0-16,-18 2 0 16,-5 0-2026-16</inkml:trace>
  <inkml:trace contextRef="#ctx0" brushRef="#br0" timeOffset="29980.51">21006 3494 4181 0,'0'0'2281'0,"62"16"-1896"0,0-9 119 0,19-1 337 15,16-3-841-15,10-1 0 0,9 1 0 16,6-2 0-16,-6 5 0 0,-7-1 0 15,-9 2 0-15,-11 1 0 0,-19 1-493 16,-21-1-1148-16,-11-1-692 0</inkml:trace>
  <inkml:trace contextRef="#ctx0" brushRef="#br0" timeOffset="30354.62">21368 3817 5734 0,'0'0'460'0,"0"0"-172"0,-17 51 233 15,3-12-37-15,3 9-96 16,5 1-71-16,2 4-317 0,2 4 0 16,-2 2 0-16,4 2 0 0,0-2 0 15,0-1 0-15,-2-3 0 0,2-3 0 16,-2-5 0-16,0-9 0 15,-2-6 0-15,4-12-49 0,0-8-827 16,0-8 7-16,0-4-1584 0</inkml:trace>
  <inkml:trace contextRef="#ctx0" brushRef="#br0" timeOffset="30733.84">21310 4255 5834 0,'0'0'721'0,"0"0"259"15,23-38-360-15,-9 27-583 16,7 2-37-16,4 1 0 0,-3 1 0 16,5 3 0-16,-2 0 0 0,-2 2 0 15,-7 2 0-15,-3 0 0 0,-7 1 0 16,-4 6 0-16,-8 6 0 15,-9 6 0-15,-9 7 0 0,-12 3 0 16,1-3 0-16,0 2 0 0,4-3 0 16,6 0 0-16,5-3 0 15,9-1 0-15,9-1 0 0,2-1 0 0,11 1 0 16,1-5 0-16,4 0 0 16,5-4 0-16,0-2 0 0,6-3 0 15,0-3 0-15,-3-1 0 0,3-2 0 16,-2 0 0-16,4-4-97 0,-6 1-1788 15,-3-3-472-15</inkml:trace>
  <inkml:trace contextRef="#ctx0" brushRef="#br0" timeOffset="31027.05">21839 4407 4614 0,'0'0'2153'15,"0"0"-1193"-15,-52-16-495 0,28 11-465 16,-3 0 0-16,-4-2 0 0,0 1 0 16,-2 1 0-16,2 1 0 0,10 4 0 15,7 0 0-15,7 4 0 0,1 3 0 16,10 2 0-16,7 5 0 16,5 4 0-16,7-1 0 0,8-2 0 15,0 1 0-15,12-2 0 0,-1-2 0 16,-1-2 0-16,-8 0 0 0,-10 1 0 15,-11-3 0-15,-12 4 0 0,0 2 0 16,-16 4 0-16,-7 1 0 0,-10 1 0 16,-4-2 0-16,-5-3 0 0,3-5 0 15,2-7 0-15,6-3 0 16,6-9-953-16,8-2-1364 0,7-7-2597 0</inkml:trace>
  <inkml:trace contextRef="#ctx0" brushRef="#br0" timeOffset="31726.54">22608 3543 4814 0,'0'0'1544'0,"0"0"-911"0,0 0-81 0,0 0-40 0,0 0-375 0,0 0-137 0,0 0 0 16,58-15 0-16,-23 1 0 16,-2-6 0-16,-2 1 0 0,-4-4 0 15,2 1 0-15,-6 0 0 0,-7 0 0 16,-5 4 0-16,-11 0 0 0,-5 3 0 15,-15 5 0-15,-9 5 0 16,-8 5 0-16,-9 11 0 0,3 10 0 16,-7 9 0-16,7 8 0 0,1 4 0 15,9 4 0-15,13 3 0 16,9 0 0-16,11-2 0 0,11-4 0 16,13-6 0-16,10-6 0 0,17-8 0 15,3-8 0-15,14-8 0 0,7-7 0 16,-3-4 0-16,-4-5 0 0,-10-5 0 15,-15 2-1225-15,-7-3-676 0</inkml:trace>
  <inkml:trace contextRef="#ctx0" brushRef="#br0" timeOffset="32085.86">23154 3039 6767 0,'0'0'960'16,"0"0"-495"-16,0 0-465 16,0 0 0-16,0 0 0 0,0 0 0 15,18 38 0-15,1-2 0 0,12 7 0 16,0 3 0-16,0-3 0 0,2 3 0 15,2 1 0-15,-2-3 0 0,-8-2 0 16,-6-4 0-16,-11-6 0 0,-8-2 0 16,-6-8 0-16,-9-4 0 0,-5-5 0 15,-3-5 0-15,-8-7 0 0,0-4 0 16,-2-10 0-16,2-10 0 16,2-7 0-16,2-10 0 0,6-7 0 15,5-1-297-15,8-2-855 0,5 14-109 16,3-2-3853-16</inkml:trace>
  <inkml:trace contextRef="#ctx0" brushRef="#br0" timeOffset="32239.51">23358 2616 7579 0,'0'0'613'15,"0"0"-613"-15,0 0 0 0,0 0 0 16,0 0 0-16,0 0 0 0,0 0 0 15,0 0-633-15,50 13-327 0,-25-3-1642 16,6 7-1395-16</inkml:trace>
  <inkml:trace contextRef="#ctx0" brushRef="#br0" timeOffset="32640.34">23549 2989 7039 0,'0'0'740'0,"0"0"-352"15,0 0-363-15,0 0-25 16,-27 39 0-16,23-15 0 0,-3 1 0 16,7-5 0-16,7-2 0 0,-1-3 0 15,6-2 0-15,1-2 0 0,1-5 0 16,1-3 0-16,-1-3 0 16,-2-1 0-16,1-6 0 0,-3-6 0 15,1-2 0-15,-1-3 0 0,-4 0 0 16,-2 0 0-16,0 5 0 0,-4 5 0 15,0 3 0-15,0 4 0 0,0 0 0 16,0 2 0-16,0 11 0 0,0 8 0 16,0 4 0-16,7 1 0 0,3-4 0 15,4-5 0-15,3-4 0 0,4-3 0 16,1-5 0-16,5-2 0 16,-2-2 0-16,0-4 0 0,-5-2 0 15,-3-6 0-15,-5-2 0 0,-1-5 0 16,-5-4 0-16,-4-4 0 0,-2-6 0 15,0-7 0-15,-4-7 0 16,-2-2 0-16,-3 2 0 0,9 6 0 16,0 14-857-16,7-1-2657 0</inkml:trace>
  <inkml:trace contextRef="#ctx0" brushRef="#br0" timeOffset="32902.54">24113 2504 7895 0,'0'0'297'0,"0"0"-297"0,0 0 0 16,0 0 0-16,0 0 0 0,-19 50 0 15,9-14 0-15,0 6 0 0,3 6 0 16,1-2 0-16,0 5 0 0,2 2 0 16,2 1 0-16,2-3 0 15,2-6 0-15,8-5 0 0,1-6 0 16,5-5 0-16,5-7 0 0,2-6 0 15,3-7 0-15,5-3 0 16,0-6 0-16,7-3 0 0,-1-7 0 16,-2-6 0-16,-2-2 0 0,-12-5 0 15,-3 5-469-15,-9-3-3217 0</inkml:trace>
  <inkml:trace contextRef="#ctx0" brushRef="#br0" timeOffset="33028.62">23884 2776 7547 0,'0'0'404'16,"0"0"-163"-16,49-6-241 0,-1 0 0 16,12-1 0-16,6 2 0 0,2-1 0 15,-4 4 0-15,-6-3 0 0,-13 0 0 16,-12 0-369-16,-6-3-2816 0</inkml:trace>
  <inkml:trace contextRef="#ctx0" brushRef="#br0" timeOffset="83886.09">18191 13347 3501 0,'0'0'2481'0,"0"0"-1616"0,0 0-401 0,0 0 172 16,0 50-391-16,4-15-245 0,6 4 0 15,-4 5 0-15,5 2 0 0,-7 6 0 16,2 4 0-16,-2 5 0 0,-4 5 0 16,0-2 0-16,0 0 0 0,-4-4-1013 15,2-18-328-15,-2-9-244 0</inkml:trace>
  <inkml:trace contextRef="#ctx0" brushRef="#br0" timeOffset="84200.84">18184 13332 6751 0,'0'0'88'0,"0"0"600"0,17-34-228 16,-3 30-255-16,9 1-205 0,6 3 0 16,2 3 0-16,2 6 0 15,9 4 0-15,-5 7 0 0,6 6 0 16,-6 8 0-16,-4 8-233 0,-8 10-435 15,-6 5 108-15,-9 6 215 0,-10 0 169 16,-6 3 176-16,-13 1 92 0,-10-1 373 16,-6 1-185-16,-6-5-4 0,-7-6 172 15,7-8-228-15,0-11-19 0,8-11-201 16,2-8 0-16,10-15 0 16,9-6 0-16,3-13 0 0,3-6-261 15,6-5-1140-15,0 3 25 0,15 1-441 0</inkml:trace>
  <inkml:trace contextRef="#ctx0" brushRef="#br0" timeOffset="84371.33">18666 13974 6671 0,'-16'34'964'0,"1"1"-416"0,1 2-539 15,3-5-9-15,1-2 0 0,4-2 0 16,6-4 0-16,0-5 0 0,0-7-1405 16,6-5-480-16,-2-8-1473 0</inkml:trace>
  <inkml:trace contextRef="#ctx0" brushRef="#br0" timeOffset="84524.63">18751 13466 7375 0,'0'0'817'0,"0"0"-817"0,-31-22 0 16,25 22 0-16,2 3 0 16,8 5-77-16,-2 1-2468 0,8-1-480 0</inkml:trace>
  <inkml:trace contextRef="#ctx0" brushRef="#br0" timeOffset="84981.35">19046 13876 5826 0,'0'0'1581'0,"0"0"-889"16,0 0-599-16,-39-10-93 16,10 16 0-16,-4 5 0 0,-2 2 0 15,6 1 0-15,0-1 0 0,11-3 0 16,5 0 0-16,7 0 0 0,4 0 0 15,4 2 0-15,8 2 0 0,7-2 0 16,3 1 0-16,9-2 0 0,7-4 0 16,-1 0 0-16,6-1 0 0,-8-1 0 15,-2 2 0-15,-10 0 0 0,-11 5 0 16,-4 2-121-16,-8 2 121 16,-12 4 64-16,-1-1-7 0,-1 2-57 15,-7-1 0-15,-2-1 0 0,3 0 0 16,-5-3 0-16,2-1 0 15,0-2 0-15,2-5 0 0,5-2-197 16,-1-5-411-16,5-1-1109 0,7-1-536 0</inkml:trace>
  <inkml:trace contextRef="#ctx0" brushRef="#br0" timeOffset="85366.67">19044 14744 3121 0,'0'0'1993'0,"-14"45"-1269"0,10-30 81 15,2-12-485-15,2-3-196 16,0-5 40-16,0-14 92 0,0-16 28 16,-4-12-52-16,4-14-168 0,0-8 41 15,0-8-105-15,-2-9 0 16,2-7 0-16,6 2 0 0,10 7 0 15,15 8 0-15,2 13 0 0,9 11 0 16,-7 10 0-16,-6 11 0 0,-9 10 0 16,-3 8 0-16,-7 5 0 0,-1 6 0 15,-5 2 0-15,-2 1 0 0,6 6 0 16,0 7 0-16,-4 10 0 16,3 8 0-16,-7 4 0 0,-7 3 0 15,-3-1 0-15,-11 2 0 0,1-1 0 16,-3 0 0-16,-4-1 0 0,2-6 0 15,5-6 0-15,7-10 0 0,3-8-873 16,6-7-940-16,0-10-1360 0</inkml:trace>
  <inkml:trace contextRef="#ctx0" brushRef="#br0" timeOffset="85566.78">19398 13412 5982 0,'0'0'544'0,"0"0"-195"15,-4 47 359-15,2-15-208 0,-2 7-391 16,1 4-109-16,-1 7 0 16,-4 7 0-16,-2 9 0 0,-3 4 0 15,3 5 0-15,-2 0 0 0,-1-4 0 16,3-8 0-16,4-9 0 16,-1-8 0-16,7-9 0 0,0-13 0 15,7-10-1357-15,-1-9-784 0</inkml:trace>
  <inkml:trace contextRef="#ctx0" brushRef="#br0" timeOffset="85908.53">19503 13865 5294 0,'0'0'980'0,"0"0"-79"15,0 0 116-15,0 0-1017 0,-33-21 0 16,27 23 0-16,-2 8 0 0,-5 11 0 15,-1 9 0-15,-1 6 0 16,3 3 0-16,2-2 0 0,3 2 0 16,3-6 0-16,4-2 0 0,0-6 0 15,7-7 0-15,3-5 0 16,0-7 0-16,7-6 0 0,-1-5 0 16,-1-9 0-16,1-3 0 0,-5-3 0 15,-1-1 0-15,0-1 0 0,-1 2 0 16,-3 6 0-16,-4 6 0 0,0 4 0 15,-2 4 0-15,0 0 0 0,2 1 0 16,-2 10 0-16,6 6 0 0,-2 5 0 16,0 0 0-16,3-3 0 0,3-3 0 15,2-4 0-15,-3-3-597 0,1-1-2356 16</inkml:trace>
  <inkml:trace contextRef="#ctx0" brushRef="#br0" timeOffset="86376.86">19867 13832 6398 0,'0'0'213'0,"0"0"623"0,-54-20-180 16,36 26-567-16,-5 10-89 0,0 9 0 15,3 5 0-15,3 4 0 0,7 4 0 16,1 1 0-16,9 1 0 16,5-3 0-16,5-3 0 0,9-4 0 15,-3-4 0-15,5-3 0 0,1-6 0 16,1-4 0-16,0-6 0 0,0-5 0 15,4-4 0-15,-7-10-121 0,-3 1-1932 16,-3-3-576-16</inkml:trace>
  <inkml:trace contextRef="#ctx0" brushRef="#br0" timeOffset="87045.16">19995 14173 3549 0,'0'0'3838'0,"0"0"-3033"15,29-36-805-15,-14 11 0 0,1 0 0 16,-8 0 0-16,-1 0 0 0,-3 0 0 16,-2 0 0-16,-4 0 0 0,-2-1 0 15,-7 0 0-15,1 4 0 0,4 6 0 16,-2 7 0-16,1 7 0 16,-5 10 0-16,-3 10 0 0,-5 10 0 15,5 7 0-15,3 4 0 0,2 1 0 16,3-3 0-16,7-3 0 0,9-7 0 15,9-5 0-15,5-5 0 0,8-7 0 16,0-6 0-16,4-4 0 0,-2-7 0 16,-6-5 0-16,0-2 0 0,-6-4 0 15,-5-1 0-15,-5 2 0 0,-3 1 0 16,-6 0 0-16,0 6 0 16,-2 5 0-16,0 3 0 0,0 2 0 15,0 0 0-15,-2 4 0 0,0 7 0 16,-4 9 0-16,-3 2 0 15,5-1 0-15,-2-2 0 0,0-6 0 16,2-3 0-16,4-5 0 0,0-1 0 16,0-3 0-16,0-1 0 0,4-4 0 15,6-8 0-15,5-10 0 16,3-6 0-16,3-3 0 0,-5 2 0 16,-1 3 0-16,-5 4 0 0,-6 7 0 15,-2 5 0-15,-2 6 0 0,0 4 0 16,0 0 0-16,0 0 0 0,0 4 0 15,0 6 0-15,-6 2 0 0,6 2 0 16,-2-4 0-16,2-1 0 0,0-6 0 16,0 0 0-16,0 0 0 0,0-2 0 15,2 0 0-15,-2-1 0 0,6-2 0 16,1-10 0-16,3-5 0 16,2-4 0-16,5-3 0 0,-3 2 0 15,1 1 0-15,-3 4 0 0,-4 4 0 16,-3 4 0-16,1 5 0 0,-4 1 0 15,-2 2 0-15,2 1 0 16,-2 2 0-16,0 11 0 0,0 7 0 16,0 6 0-16,0 2 0 0,0 2 0 15,0-4 0-15,4 2 0 0,2-4 0 16,5 0 0-16,3-4 0 16,-2 0-185-16,-3-6-1167 0,-1-3-4259 0</inkml:trace>
  <inkml:trace contextRef="#ctx0" brushRef="#br0" timeOffset="87614.78">20502 14154 4778 0,'0'0'2697'0,"0"0"-1980"0,25-48-717 0,-15 26 0 15,-4 0 0-15,-2-2 0 0,0-2 0 16,-2-2 0-16,-2 0 0 16,0 5 0-16,0 6 0 0,0 6 0 15,0 7 0-15,-2 3 0 0,-6 1 0 16,-2 6 0-16,-3 13 0 0,-5 11 0 15,1 6 0-15,7 5 0 16,6-7 0-16,2 0 0 0,2-3 0 16,6-7 0-16,4-3 0 0,11-7 0 15,0-6 0-15,-1-7 0 16,1-2 0-16,0-7 0 0,-3-6 0 16,-1-7 0-16,-3 0 0 0,1-4 0 15,-9 1 0-15,4 1 0 0,-4 2 0 16,-2 6 0-16,-4 5 0 0,0 7 0 15,0 2 0-15,0 1 0 0,0 0 0 16,0 0 0-16,0 1 0 0,5 5 0 16,-3 7 0-16,-2 6 0 0,0 4 0 15,-7 3 0-15,1 2 0 0,-4-2 0 16,0 1 0-16,3-3 0 16,3-6 0-16,4-9 0 0,0-5 0 15,11-4 0-15,5-6 0 0,7-13 0 16,6-9 0-16,0-9 0 15,0-3 0-15,-4-1 0 0,-7-3 0 16,-1 0 0-16,-7 3 0 0,-6 9 0 16,0 11 0-16,-4 10 0 0,0 9 0 15,0 2 0-15,-4 3 0 0,2 13 0 16,-2 13 0-16,0 13 0 16,4 8 0-16,0 1 0 0,6-3 0 15,-2 0 0-15,4-2 0 0,-1 0 0 16,-1-4 0-16,0-6 0 0,2-5 0 15,-2-6 0-15,1-11-469 0,-1-7-2356 16,-2-8-1141-16</inkml:trace>
  <inkml:trace contextRef="#ctx0" brushRef="#br0" timeOffset="87817.38">20975 13391 7143 0,'0'0'756'0,"0"0"-463"16,0 0-293-16,0 0 0 0,0 0 0 15,0 0 0-15,0 0 0 0,-2 38 0 16,4 5 0-16,2 5 0 16,4 3 0-16,-1 4 0 0,1 7 0 15,0 5 0-15,-2 4 0 0,-6 3 0 16,0 1 0-16,-6-2 0 16,-6-4 0-16,-7-7 0 0,7-19-1738 15,-1-11-1327-15</inkml:trace>
  <inkml:trace contextRef="#ctx0" brushRef="#br0" timeOffset="87956.88">20843 14001 8192 0,'0'0'0'0,"0"0"0"0,47-13 0 16,-28 11 0-16,2 0 0 16,3 0 0-16,9 0 0 0,11-3 0 15,3-5 0-15,-9 0-2110 0,5-3-3144 0</inkml:trace>
  <inkml:trace contextRef="#ctx0" brushRef="#br0" timeOffset="88313.82">21674 14110 7875 0,'0'0'317'16,"0"51"-317"-16,4-17 0 0,-4 1 0 16,0 1 0-16,0-1 0 0,4-6 0 15,2-7-197-15,0-6-715 0,3-8-1970 0</inkml:trace>
  <inkml:trace contextRef="#ctx0" brushRef="#br0" timeOffset="88486.06">21862 13693 7455 0,'0'0'100'0,"0"0"36"15,0 0 188-15,-39 14-304 0,28 4-20 16,3 5-392-16,8 0-464 0,0-7-317 15,8 1-1628-15</inkml:trace>
  <inkml:trace contextRef="#ctx0" brushRef="#br0" timeOffset="88794.81">22062 14044 4834 0,'0'0'1688'0,"0"0"-255"16,-43-4-1196-16,26 2-237 0,-1 0 0 15,-1 2 0-15,-1 2 0 0,1 4 0 16,2 2 0-16,5 2 0 0,2-2 0 16,6-1 0-16,4-1 0 0,2 1 0 15,8 3 0-15,11-1 0 0,3 0 0 16,14-2 0-16,-3-3 0 16,-2 0 0-16,-2 2 0 0,-4 2 0 15,-7 5 0-15,-7 4 0 0,-7 4 0 16,-6 4 0-16,-8 1 0 15,-5 0 0-15,-5-1 0 0,-5-2 0 16,-4-2 0-16,2-6 0 0,-2-2 0 16,3-5 0-16,-1-4 0 0,6-4 0 15,5-5 0-15,10-3 0 16,2-5 0-16,2 0 0 0,4 0-973 16,4-4-28-16,-4 6-295 0,6 0-3218 0</inkml:trace>
  <inkml:trace contextRef="#ctx0" brushRef="#br0" timeOffset="89199.71">23127 13926 5626 0,'0'0'953'0,"0"0"-61"0,-4 45-171 0,2-8-721 0,-7 8 0 0,7 0 0 16,-2-2 0-16,4-1 0 16,0-6 0-16,2-3 0 0,2-4 0 15,3-10-701-15,-3-7-996 0,-4-4-956 0</inkml:trace>
  <inkml:trace contextRef="#ctx0" brushRef="#br0" timeOffset="89328.55">23181 13457 5582 0,'0'0'48'0,"0"0"148"0,0 0-196 16,8 36-28-16,-2-13-372 0,0 4-2401 0</inkml:trace>
  <inkml:trace contextRef="#ctx0" brushRef="#br0" timeOffset="89562.83">23280 14257 5114 0,'0'0'660'15,"0"0"213"-15,0 0-285 0,0 0-68 16,0 0-83-16,4-56-437 15,11 19 0-15,7-2 0 0,5 3 0 16,0 2 0-16,2 6 0 0,-2 9 0 16,-4 10 0-16,-7 7 0 0,-6 10 0 15,-5 13 0-15,-5 10 0 0,-3 8 0 16,-5 0 0-16,-2 3 0 16,2-2 0-16,1-2 0 0,5-6 0 15,4-7 0-15,3-11-481 0,5-7-3221 0</inkml:trace>
  <inkml:trace contextRef="#ctx0" brushRef="#br0" timeOffset="89763.65">23664 14102 6230 0,'0'0'849'15,"0"0"171"-15,36 2-927 0,-18-2-93 16,1 1 0-16,-3-1 0 0,5 0 0 16,0 0 0-16,-1 0 0 0,-1-3 0 15,-3 2-297-15,-3-4-4121 0</inkml:trace>
  <inkml:trace contextRef="#ctx0" brushRef="#br0" timeOffset="90148.64">24070 14441 6542 0,'-15'46'893'0,"7"1"-136"16,2 8-757-16,4 0 0 0,2-1 0 15,0 1 0-15,2-4 0 0,2-4 0 16,0-4 0-16,4-9 0 0,-2-5 0 16,1-13-449-16,-3-5-475 0,-4-7-1293 15,0-13-585-15</inkml:trace>
  <inkml:trace contextRef="#ctx0" brushRef="#br0" timeOffset="90412.61">23925 14054 6390 0,'0'0'553'16,"8"-53"23"-16,2 27 48 0,3 8-575 15,-1 4-49-15,7 2 0 0,4 5 0 16,8 5 0-16,2 3 0 16,10 6 0-16,-2 6 0 0,1 5 0 15,-7 5 0-15,-4 5 0 0,-10 2 0 16,-9 1 0-16,-10 4 0 0,-8 1 0 15,-13 0 0-15,-8 2 0 0,-6-2 0 16,-4-2 0-16,-2-6 0 0,2-6 0 16,1-9 0-16,10-10 0 0,7-7 0 15,7-13-757-15,12-11-268 0,0 4-1480 16,6-8-268-16</inkml:trace>
  <inkml:trace contextRef="#ctx0" brushRef="#br0" timeOffset="90757.68">24458 13557 5650 0,'0'0'828'16,"0"0"-263"-16,0 0 267 0,-6 44-604 15,2 0-139-15,-6 14-89 0,-3 8 0 16,5-1 0-16,-3 3 0 16,3 0 0-16,2-2 0 0,-2-6 0 15,4-4 0-15,-1-4 0 0,3-8 0 16,0-9 0-16,2-11 0 0,0-11 0 15,2-10 0-15,3-6 0 0,7-17 0 16,7-19 0-16,5-11 0 0,-1-6 0 16,0 5 0-16,-9 13 0 0,-3 12 0 15,-5 9 0-15,-6 10 0 0,0 5 0 16,0 2 0-16,0 4 0 16,-2 9 0-16,-2 7 0 0,2 4 0 15,2 3 0-15,0 0 0 0,0-2 0 16,0 3 0-16,4-2 0 15,0-2 0-15,2-1 0 0,2-3 0 16,3-5-153-16,-3-4-2152 0,2-8-452 0</inkml:trace>
  <inkml:trace contextRef="#ctx0" brushRef="#br0" timeOffset="91028.52">24704 14038 6559 0,'0'0'1016'0,"-14"-37"-399"16,1 27-617-16,5 10 0 0,-4 6 0 15,-5 7 0-15,3 9 0 0,-3 1 0 16,3 5 0-16,1-1 0 0,3 3 0 16,6-2 0-16,4 1 0 0,2-2 0 15,6-5 0-15,9-5 0 0,5-5 0 16,1-8 0-16,2-4 0 16,-2-4 0-16,-7-7 0 0,1-2 0 15,-7-1 0-15,-4 0 0 0,0-1 0 16,-3 4 0-16,-3 4 0 15,0 3 0-15,0 4 0 0,-5 3 0 16,-1 7 0-16,-2 9 0 0,2 5 0 16,2-1 0-16,4-2 0 0,4-9 0 15,8-3 0-15,3-2-537 16,5-6-555-16,-3 0-105 0,-1-3-1372 0</inkml:trace>
  <inkml:trace contextRef="#ctx0" brushRef="#br0" timeOffset="91344.07">25018 14041 6875 0,'0'0'1317'16,"0"0"-1317"-16,-41-41 0 0,24 41 0 15,-3 0 0-15,-3 6 0 0,-2 4 0 16,0 1 0-16,1 5 0 16,5-1 0-16,5 0 0 0,3 2 0 15,7-3 0-15,4 1 0 0,6 0 0 16,5-4 0-16,5-1 0 15,7-1 0-15,4-3 0 0,2 0 0 16,2-2 0-16,-2 0 0 0,-5-1 0 16,-5 1 0-16,-9-1 0 0,-5 1 0 15,-1 0 0-15,-4 4 0 0,-4 5 0 16,-9 3 0-16,-5 2 0 16,-5 0 0-16,-2-3 0 0,0-4 0 15,0-1 0-15,3-3 0 0,3-5 0 16,7 0 0-16,5-2 0 0,1 0-77 15,6-2-1139-15,0-1-249 0,6-6-2997 0</inkml:trace>
  <inkml:trace contextRef="#ctx0" brushRef="#br0" timeOffset="91595.16">25105 14192 5770 0,'0'0'2017'0,"37"-30"-1612"0,-16 12-405 15,-6 0 0-15,-5-1 0 0,0 1 0 16,-6-1 0-16,-2 0 0 0,-2 0 0 15,-4 1 0-15,-4 4 0 16,-2 3 0-16,-3 6 0 0,-5 5 0 16,3 11 0-16,-8 11 0 0,-3 8 0 15,-3 7 0-15,0 7 0 16,2 1 0-16,4 1 0 0,15-2 0 16,8-3 0-16,18-6 0 0,15-9 0 15,9-7 0-15,12-6 0 0,3-8 0 16,5-5 0-16,3-8 0 0,-5-5 0 15,-3-3 0-15,-15 2-445 0,-7-4-4105 0</inkml:trace>
  <inkml:trace contextRef="#ctx0" brushRef="#br0" timeOffset="92351.64">18397 15321 6939 0,'0'0'1253'15,"0"0"-1253"-15,0 0 0 0,0 0 0 16,-29 55 0-16,13-20 0 0,6 2 0 15,-1-1 0-15,1 2 0 0,8-4 0 16,2-4 0-16,0-3 0 0,6-4 0 16,0-7 0-16,9-6 0 15,-3-8 0-15,5-4 0 0,1-6 0 16,-1-9 0-16,-1-2 0 0,3-5 0 16,-7 1 0-16,5 0 0 0,-7 8 0 15,-4 5 0-15,-1 7 0 16,-1 3 0-16,-2 5 0 0,0 8 0 15,0 8 0-15,6 0 0 0,0 1 0 16,3-7 0-16,7-7 0 0,1-3 0 16,2-4 0-16,3-2 0 0,-1-5 0 15,-2-5 0-15,0-3 0 16,-7-1 0-16,-4-1 0 0,-3 0 0 16,-3 0 0-16,-4 2 0 0,-4-1 0 15,-1-2 0-15,-3 0 0 0,0 1 0 16,-2 1 0-16,7 1 0 0,3 0-489 15,0 4-1328-15,7 0-664 0</inkml:trace>
  <inkml:trace contextRef="#ctx0" brushRef="#br0" timeOffset="92523.05">18815 15301 6563 0,'0'0'1629'0,"-6"33"-1629"16,6-8 0-16,-4 8 0 0,4 3 0 15,0 1 0-15,0-1 0 0,0-3 0 16,0-1 0-16,6-4 0 0,-2-2 0 16,2-4 0-16,-4-4 0 0,-2-8-793 15,0-3-948-15</inkml:trace>
  <inkml:trace contextRef="#ctx0" brushRef="#br0" timeOffset="92651.93">18891 14875 5462 0,'0'0'2730'16,"7"-49"-2730"-16,-3 35 0 0,-4 10 0 16,0 3 0-16,0 1 0 0,2 5 0 15,-2 8 0-15,6 6-405 16,-2-1-2340-16,6-1-669 0</inkml:trace>
  <inkml:trace contextRef="#ctx0" brushRef="#br0" timeOffset="92878.85">18999 14958 7367 0,'0'0'825'0,"-4"39"-825"16,6-3 0-16,0 6 0 0,2 9 0 16,-4 4 0-16,2 1 0 0,-2 2 0 15,2 1 0-15,0 4 0 0,2 0 0 16,-2 0 0-16,1-2 0 0,-1-5 0 15,-2-5 0-15,0-6 0 0,-5-11 0 16,-1-12-1277-16,4-10-580 0</inkml:trace>
  <inkml:trace contextRef="#ctx0" brushRef="#br0" timeOffset="93269.84">18989 15254 3645 0,'0'0'2045'16,"20"-46"-1008"-16,-9 27 175 0,-5 7-959 15,-4 7-253-15,0 2 0 0,-2-1 0 16,6 1 0-16,-2 0 0 0,7 1 0 16,3 2 0-16,3 0-173 15,3 4-695-15,-3 2 83 0,-7 2-811 16,-4 3 439-16,-2 5 349 0,-1 9 808 16,-3 8 260-16,-7 9 68 0,3 10 264 15,-2 7-71-15,0 5-9 0,0 4 340 16,-3-2-484-16,9-4-51 0,0-12 167 15,9-11-244-15,1-12-16 0,2-12 320 16,-1-10-399-16,-1-5-145 0,0-14 0 16,5-13 0-16,-5-10 0 15,0-6 0-15,-3-4 0 0,-5-2 0 16,0 0 0-16,0 2 0 0,-2 8 0 16,4 12 0-16,-2 12 0 0,0 11 0 15,-2 6 0-15,6 15 0 16,3 16 0-16,1 11 0 0,0 7 0 15,1 0 0-15,-7-5 0 0,6-1 0 16,-4-6 0-16,5-5 0 0,-1-6 0 16,7-8 0-16,3-10 0 15,-3-5 0-15,-3-5-1477 0</inkml:trace>
  <inkml:trace contextRef="#ctx0" brushRef="#br0" timeOffset="93940.64">20433 15014 5662 0,'-10'-36'1133'0,"-2"8"-589"16,-7-4 60-16,1 7-355 0,-7 2-249 16,-2 7 0-16,-4 4 0 0,0 6 0 15,-2 6 0-15,2 7 0 16,0 7 0-16,8 6 0 0,0 5 0 16,-2 6 0-16,5 2 0 0,5 3 0 15,5 2 0-15,10 1 0 0,12 1 0 16,7 2 0-16,8-2 0 0,4-1 0 15,-4 0 0-15,6-1 0 0,-8 3 0 16,-3 1 0-16,-7 2 0 0,-5 2 0 16,-6-2 0-16,-4 1 0 15,-4-2 0-15,-2-3 0 0,-2-3 0 16,-3-7 0-16,-1-5 0 0,0-6 0 16,-1-9-949-16,3-5-172 0,0-5-547 15</inkml:trace>
  <inkml:trace contextRef="#ctx0" brushRef="#br0" timeOffset="94063.72">20082 15594 6278 0,'0'0'813'16,"0"0"-109"-16,0 0-307 15,0 0-397-15,37-21 0 0,-14 18 0 16,4-1 0-16,2 1 0 0,2-1 0 16,0-1 0-16,6 2 0 0,-2-3 0 15,0 1-645-15,-12 1-604 0,-2 1-2092 0</inkml:trace>
  <inkml:trace contextRef="#ctx0" brushRef="#br0" timeOffset="94346.37">20502 15545 1708 0,'0'0'3754'0,"0"0"-2826"15,0 0-11-15,0 0-437 0,0 0-284 16,0 0 13-16,0 0-209 0,-40-7 0 16,22 25 0-16,1 8 0 0,1 5 0 15,1 4 0-15,5-3 0 0,8 0 0 16,2-5 0-16,2-3 0 0,8-8 0 15,7-5 0-15,-3-4 0 16,9-4 0-16,-4-3 0 0,1-3 0 16,-1-6 0-16,-5-2 0 0,3-1 0 15,-5-4 0-15,-1-3 0 0,-3-2 0 16,-2 1 0-16,-4 2 0 0,-2 2 0 16,-4 2 0-16,-4 2 0 15,-5-1 0-15,3 2 0 0,0-2 0 16,-1 5-125-16,5 1-275 0,6 3-721 15,-4 1-11-15,4 1-121 0,4-1-2604 0</inkml:trace>
  <inkml:trace contextRef="#ctx0" brushRef="#br0" timeOffset="94544.91">20591 15712 1508 0,'0'0'4986'0,"0"0"-3993"15,0-47-317-15,6 19-647 0,4 1-29 0,5-2 0 16,-3 0 0-16,2 3 0 16,3 2 0-16,-5 5 0 0,3 2 0 15,-1 5 0-15,1 1 0 0,-3 4-1221 16,1-1-768-16</inkml:trace>
  <inkml:trace contextRef="#ctx0" brushRef="#br0" timeOffset="94793.98">20952 15521 3417 0,'0'0'4026'0,"0"0"-3277"0,0 0-749 0,-35-20 0 16,19 17 0-16,-5 5 0 16,4 7 0-16,3 7 0 0,-3 4 0 15,7 5 0-15,6 2 0 0,4 2 0 16,4 1 0-16,4-1 0 15,5-1 0-15,-3-2 0 0,5-1 0 0,-3-5 0 16,-2-7 0-16,7-5 0 16,-3-5 0-16,7-5 0 0,0-9 0 15,-5-7 0-15,5-6-1009 16,-7 4-1180-16,-3-2-2189 0</inkml:trace>
  <inkml:trace contextRef="#ctx0" brushRef="#br0" timeOffset="95086.84">21109 15670 3245 0,'0'0'2673'0,"0"0"-1820"15,0 0-133-15,0 0-192 0,0 0-355 0,0 0-173 16,42-3 0-16,-24-10 0 16,3-4 0-16,-2-2 0 0,-1 3 0 15,-3-3 0-15,-5-2 0 0,-4 2 0 16,-6-2 0-16,-2 2 0 15,-8 5 0-15,-5 4 0 0,1 5 0 16,-7 5 0-16,-1 7 0 0,1 6 0 16,0 6 0-16,3 5 0 15,3 1 0-15,7 1 0 0,2-2 0 0,6-2 0 16,8-3 0-16,4-4 0 16,7-3 0-16,4-3 0 0,4-2 0 15,-1-2 0-15,5-4 0 0,5 0-513 16,-14-1-616-16,5-1-823 0</inkml:trace>
  <inkml:trace contextRef="#ctx0" brushRef="#br0" timeOffset="96284.53">22418 15549 2048 0,'0'0'1413'0,"0"0"836"16,0 0-1316-16,-12-40-165 0,1 27 13 15,-1 2-781-15,-5 1 0 0,-3 3 0 16,-1 3 0-16,-2 6 0 0,2 11 0 15,1 8 0-15,-1 7 0 0,7 7 0 16,1 0 0-16,7 1 0 0,4-8 0 16,8-4 0-16,7-7 0 15,7-7 0-15,3-5 0 0,4-5 0 16,0-7 0-16,-2-6 0 0,1-4 0 16,-5 1 0-16,-4-1 0 0,-7 2 0 15,-2 4 0-15,-2 4 0 0,-1 3 0 16,-3 3 0-16,0 2 0 0,0 11 0 15,0 10 0-15,0 6 0 16,-2 4 0-16,0-4 0 0,2-6 0 16,0-2 0-16,2-8 0 0,4-3 0 15,-1-6-561-15,1-2-1788 0,-2-4-536 16</inkml:trace>
  <inkml:trace contextRef="#ctx0" brushRef="#br0" timeOffset="96484.88">22707 14800 7523 0,'0'0'669'15,"0"0"-669"-15,0 0 0 16,0 0 0-16,-12 50 0 0,8 0 0 16,0 13 0-16,4 8 0 0,6 1 0 15,2 5 0-15,0 1 0 0,-1 2 0 16,-5-2 0-16,-2-3 0 0,0-4 0 15,-4-12 0-15,-1-17-745 16,-1-9-1436-16</inkml:trace>
  <inkml:trace contextRef="#ctx0" brushRef="#br0" timeOffset="96612.52">22523 15550 7519 0,'0'0'308'0,"0"0"57"16,38-43-365-16,-3 28 0 0,4 0 0 15,0 2 0-15,3 0 0 0,5 0 0 16,7-6 0-16,-11 5-933 0,3-4-2893 0</inkml:trace>
  <inkml:trace contextRef="#ctx0" brushRef="#br0" timeOffset="96995.72">23784 15114 4674 0,'0'0'520'0,"0"0"296"0,0 0 201 15,0 0-321-15,0 0-227 16,-33 74-469-16,8-9 0 0,5 10 0 16,3 1 0-16,9-5 0 0,6-2 0 15,2-2 0-15,4-3 0 0,4-6 0 16,3-6 0-16,1-5 0 15,0-7 0-15,3-8 0 0,-3-7-105 16,-1-10-1375-16,-3-8-3855 0</inkml:trace>
  <inkml:trace contextRef="#ctx0" brushRef="#br0" timeOffset="97245.34">23968 15605 7395 0,'0'0'797'0,"-35"-30"-797"15,12 22 0-15,3 8 0 0,1 9 0 16,1 7 0-16,-3 7 0 0,4 5 0 16,3 4 0-16,6 1 0 15,5 0 0-15,6-1 0 0,7-2 0 16,4-5 0-16,9-3 0 0,2-7 0 16,4-7 0-16,4-8 0 0,0-3 0 15,-2-9 0-15,-6-5 0 0,0-3 0 16,-11-3 0-16,-6-2 0 15,-8-1 0-15,0 0 0 0,-6 2 0 16,-2 2 0-16,-7 3 0 0,3 4-877 16,0 4-596-16,1 1-2633 0</inkml:trace>
  <inkml:trace contextRef="#ctx0" brushRef="#br0" timeOffset="97637.66">24123 15594 6643 0,'0'0'1116'0,"0"0"-683"0,-29 50-433 16,25-27 0-16,2 3 0 0,2 2 0 16,0 0 0-16,0-2 0 15,6-4 0-15,-2-3 0 0,3-1 0 16,-3-4 0-16,0-4 0 0,-2-3 0 16,0-5 0-16,2-1 0 0,2-2 0 15,5-11 0-15,1-10 0 16,1-9 0-16,1-5 0 0,-4 1 0 15,-1 6 0-15,-5 7 0 0,-4 8 0 16,0 6 0-16,0 6 0 0,0 2 0 16,0 0 0-16,0 12 0 0,0 7 0 15,0 6 0-15,4 1 0 0,0-2 0 16,2-6 0-16,5-4 0 0,1-5 0 16,2-4 0-16,3-5 0 15,2 0 0-15,-3-8 0 0,-1-5 0 16,-3-3 0-16,-4-2 0 0,1-3 0 15,-3 0 0-15,-2-3 0 0,-4 0 0 16,0-2 0-16,0 0 0 0,0 0 0 16,0 2 0-16,-2 3 0 15,2 3 0-15,0 5-829 0,0 0-1068 0</inkml:trace>
  <inkml:trace contextRef="#ctx0" brushRef="#br0" timeOffset="98101.73">25415 15137 3413 0,'0'0'1465'0,"-25"-44"-537"16,5 19-27-16,-7 5-541 0,-4-1-64 16,-4-1 136-16,-2 3-296 0,-3 0 8 15,-1 3-27-15,2 0-117 0,1 7 0 16,7 4 0-16,5 5 0 0,5 7 0 15,4 10 0-15,7 5 0 0,2 9 0 16,6 8 0-16,6 6 0 16,8 6 0-16,11 2 0 0,6 1 0 15,6-1 0-15,6 2 0 0,3 3 0 16,-3 2 0-16,-8 2 0 0,-12 2 0 16,-9 0 0-16,-12-2 0 15,-2-5 0-15,-10-5 0 0,-3-9 0 16,-3-5 0-16,-1-10 0 0,1-9-913 15,1-7-144-15,7-8-387 0</inkml:trace>
  <inkml:trace contextRef="#ctx0" brushRef="#br0" timeOffset="98246.64">25045 15684 6603 0,'0'0'932'15,"33"-16"-275"-15,-2 4-657 0,0-1 0 16,2 1 0-16,-2 2 0 15,-4 0 0-15,-4 2 0 0,-2 1 0 16,-7 2 0-16,-1 1 0 0,-5 4-457 16,-2 0-756-16,-2 0-2040 0</inkml:trace>
  <inkml:trace contextRef="#ctx0" brushRef="#br0" timeOffset="98457">25378 15912 5366 0,'0'0'1152'0,"0"0"-295"0,0 0-40 16,0 0-817-16,0 0 0 0,-6-40 0 16,6 12 0-16,4-7 0 0,4-1 0 15,7 2 0-15,1 1 0 16,3 2 0-16,-1 6 0 0,-1 4 0 16,-7 7 0-16,-1 4 0 0,-7 7-413 15,2 0-1072-15,-2 2-399 0,-2 1-1546 16</inkml:trace>
  <inkml:trace contextRef="#ctx0" brushRef="#br0" timeOffset="98734.84">25558 15764 5342 0,'0'0'1060'0,"54"7"-519"0,-21-9 708 16,-4-8-1249-16,-5 0 0 0,-5-4 0 15,-7 1 0-15,-5-2 0 0,-7-4 0 16,0 0 0-16,-7 0 0 0,-3-2 0 15,-4 2 0-15,-3 1 0 0,-1 5 0 16,-3 6 0-16,2 5 0 0,-1 5 0 16,3 10 0-16,-2 10 0 15,3 4 0-15,1 3 0 0,5 4 0 16,4 1 0-16,4 0 0 0,4 0 0 16,10-5 0-16,5-3 0 0,6-6-37 15,3-7-235-15,5-8 112 0,0-6 44 16,5-9-216-16,-1-7-52 0,0-7-105 15,-2-5-911-15,-10 5-325 16</inkml:trace>
  <inkml:trace contextRef="#ctx0" brushRef="#br0" timeOffset="99061.44">25920 15560 3585 0,'0'0'1301'16,"0"0"-469"-16,0 0 29 0,0 0 243 15,0 0-632-15,-2-35-435 0,-13 34-37 16,1 3 0-16,-5 6 0 0,-2 9 0 15,3 5 0-15,-3 4 0 0,2 5 0 16,7-1 0-16,4-1 0 0,8-1 0 16,2-4 0-16,10 0 0 0,3-6 0 15,1-6 0-15,1-5 0 16,1-6 0-16,3-4 0 0,-2-9 0 16,1-6 0-16,-3-2 0 0,-1-4 0 15,-3 4 0-15,-7 4 0 0,-2 6 0 16,-4 5 0-16,-2 5 0 0,-6 2 0 15,-9 15 0-15,1 9 0 16,-3 9 0-16,1 5 0 0,1-1 0 16,0 2 0-16,1 3 0 0,4-3 0 15,3-4 0-15,5-2 0 0,4-4 0 16,0-1 0-16,0-3-753 16,2-7-652-16,0-5-416 0</inkml:trace>
  <inkml:trace contextRef="#ctx0" brushRef="#br0" timeOffset="99201.49">26159 15858 8192 0,'0'0'0'0,"0"0"0"16,0 0 0-16,0 0 0 0,0 0 0 15,0 0 0-15,0 0-393 0,0 0-1984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26T18:23:45.581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12483 6859 2389 0,'0'0'296'0,"0"0"-296"0,0 0-208 0,0 0-605 0,33-38-711 0</inkml:trace>
  <inkml:trace contextRef="#ctx0" brushRef="#br0" timeOffset="1856.21">11853 4933 3041 0,'0'0'872'16,"-58"-9"-584"-16,33 3-172 0,9 2 81 15,9 1-53-15,3 0 120 0,4 2 96 16,0 0-52-16,17-3-168 0,14 2-84 15,10 1-48-15,13 1 28 0,8 0 4 16,2 0-40-16,4 1 0 0,0 0-4 16,5 0-24-16,-3 2-36 0,-4-2-272 15,-6 1 20-15,-8 3 88 0,-15-2-32 16,-8 0 136-16,-17-1 76 0,-12 1 44 16,-20 0-36-16,-17 2-4 15,-11 2 35-15,-10-1-15 0,0-1 24 16,0-1 85-16,0 1 155 0,5 0-36 15,1-1 48-15,11-1-188 16,14-3-36-16,12 0-28 0,15-1-124 16,5-3-452-16,17-5-3190 0</inkml:trace>
  <inkml:trace contextRef="#ctx0" brushRef="#br0" timeOffset="6679.74">14958 4889 2681 0,'0'0'1212'16,"0"0"-816"-16,0 0-239 0,0 0 163 16,0 0-80-16,0 0-16 15,0 0 152-15,0 0-192 0,0 0-88 16,22-52 52-16,20 20-52 0,14-7 40 15,4 1 52-15,8-2-172 0,6-1-16 16,5 0 0-16,8-2-180 16,-1 1-88-16,7-1-416 0,7-1 212 15,1 1 264-15,4 2 140 0,5-2 56 16,4 3 12-16,-3-2 0 0,-1 1-32 16,-5 0-189-16,-10 0-515 0,-27 13-64 15,-10-2-821-15</inkml:trace>
  <inkml:trace contextRef="#ctx0" brushRef="#br0" timeOffset="7156.82">17496 4812 4538 0,'0'0'644'0,"25"-32"-212"0,14 0-152 0,13-7-220 15,16-10 80-15,17-7 84 0,12-6-144 16,10-1 8-16,9 0-24 0,0 3-64 16,-2 4-4-16,-5 5-128 0,-7 1-480 15,-28 16-448-15,-2-3-2386 0</inkml:trace>
  <inkml:trace contextRef="#ctx0" brushRef="#br0" timeOffset="9048.29">19950 3576 4502 0,'0'0'452'0,"0"0"200"16,56 10-184-16,-34-10-100 0,9-2-19 16,0-3-253-16,2-3-48 0,5-1-48 15,-3-1-48-15,-2-1-212 0,-4 2-697 16,-6 2-31-16,-7 1-141 0</inkml:trace>
  <inkml:trace contextRef="#ctx0" brushRef="#br0" timeOffset="9263.27">19935 3767 3065 0,'0'0'2113'0,"0"0"-1645"0,54-4 465 16,-25-2-485-16,6 1-64 0,-6 1-120 16,2 0-252-16,0-2-12 0,0 0 0 15,4-3-536-15,-8 2-365 0,-4-6-3297 0</inkml:trace>
  <inkml:trace contextRef="#ctx0" brushRef="#br0" timeOffset="10093.6">22040 2825 4750 0,'0'0'720'0,"0"47"36"0,0-17 101 16,0 3-341-16,0 2-240 0,-4 3-8 15,4 3-228-15,0 1-31 0,4 0-9 16,-2 2 0-16,-2 2 0 15,0-3 0-15,-2-1 0 0,-2-3 0 16,1-7-381-16,3-5-131 0,0-9-36 16,0-7-1105-16,3-7-408 0</inkml:trace>
  <inkml:trace contextRef="#ctx0" brushRef="#br0" timeOffset="10333.33">22054 2699 6046 0,'0'0'164'0,"0"0"645"16,0 0-329-16,0 0-76 0,0 0-208 16,0 0-164-16,64-13-28 0,-12 2 44 15,2 0-39-15,-3 3-9 0,-3 4 0 16,-7 4-33-16,-6 3-107 0,-10 5-672 15,-8-1-93-15,-9 4-643 0</inkml:trace>
  <inkml:trace contextRef="#ctx0" brushRef="#br0" timeOffset="10505.64">22017 3149 6198 0,'0'0'513'0,"39"11"555"16,-8-11-655-16,0-5-413 0,6-4 0 15,3-3 0-15,-1-1 0 0,2-3 0 16,-1 2 0-16,-14 2-581 0,-1-2-3837 0</inkml:trace>
  <inkml:trace contextRef="#ctx0" brushRef="#br0" timeOffset="11074.11">21794 2387 6490 0,'0'0'16'0,"0"0"321"0,0 0 107 16,0 0-288-16,72-13 136 0,-8 3 165 16,13 1-457-16,7 1 0 0,3 2 0 15,0 2 0-15,0 1 0 0,-11 1 0 16,-5 2-837-16,-26 0-608 0,-8 0-4117 15</inkml:trace>
  <inkml:trace contextRef="#ctx0" brushRef="#br0" timeOffset="11553.31">21238 3668 3005 0,'0'0'3221'0,"41"11"-2905"0,17-6 49 0,20-4 383 15,26-1-404-15,11-4-151 0,20-4-193 16,12 0 0-16,12 1 0 0,2 1 0 16,-2 4 0-16,-8 2 0 0,-12 6-701 15,-17 4-456-15,-38-1-215 0,-11 0-813 16</inkml:trace>
  <inkml:trace contextRef="#ctx0" brushRef="#br0" timeOffset="12052.53">21109 4409 7099 0,'0'0'692'0,"0"0"-360"0,0 0-263 15,0 0-69-15,0 0 0 0,38 7 0 16,-7-1 0-16,8 0 0 0,6-3 0 16,-1 0-205-16,3-2-279 15,5 1-332-15,0-2 39 0,-9 0-171 16,-2-2-1389-16</inkml:trace>
  <inkml:trace contextRef="#ctx0" brushRef="#br0" timeOffset="13201.4">21771 4308 3633 0,'0'0'2005'15,"0"0"-1345"-15,0 0 201 0,0 0-325 16,0 0-244-16,0 0-87 0,-35-15-205 16,22 36 0-16,-3 8 0 15,3 8 0-15,1 4 0 0,4 2 0 16,-1 1 0-16,1 2 0 0,4-1 0 15,-2-6 0-15,6-6 0 0,0-8 0 16,6-8 0-16,2-7 0 0,7-6 0 16,1-4 0-16,5-5 0 0,2-8 0 15,-3-2 0-15,5-6 0 0,-4 0 0 16,-2 0 0-16,-5 4 0 0,-8 7 0 16,-2 5 0-16,-2 1 0 15,-2 4 0-15,0 0 0 0,0 5 0 16,-2 8 0-16,2 7 0 0,0 5 0 15,0-1 0-15,7-3 0 0,1-3 0 16,4-4 0-16,5-3 0 16,3-5 0-16,1-5 0 0,4-1 0 15,-2-5 0-15,1-2 0 0,-5-6 0 16,-4 1 0-16,-5-4 0 0,-4-2 0 16,-6-2 0-16,0-6 0 0,0-3 0 15,-6-4 0-15,2-6 0 16,-2-4 0-16,-1-2 0 0,3-1-1057 0,4 12-212 15,0 1-460-15</inkml:trace>
  <inkml:trace contextRef="#ctx0" brushRef="#br0" timeOffset="13515.8">22036 4029 6643 0,'0'0'988'0,"0"0"-520"15,0 0-375-15,10-36-93 0,8 18 0 0,5 1 0 0,4 1 0 0,-2 5 0 16,2 3 0-16,0 2 0 0,-7 6 0 16,-3 1 0-16,-3 11 0 15,-10 6 0-15,-4 5 0 0,-10 7 0 0,-4 6 0 16,-7 2 0-16,-2 1 0 15,0 0 0-15,1-1 0 0,1-5 0 16,11-3 0-16,4-6 0 0,6-4 0 16,6-4 0-16,14-5 0 0,5-5 0 15,4-4 0-15,6-2 0 0,-2-3 0 16,-10-2-569-16,-4 0-1448 0</inkml:trace>
  <inkml:trace contextRef="#ctx0" brushRef="#br0" timeOffset="14230.51">22366 4472 5994 0,'0'0'288'0,"0"37"-100"0,0-12 313 0,0 0-233 16,0-2-4-16,0 2 52 15,-2-4-164-15,2-4-4 0,-2-4-75 16,0-5-73-16,2-4 0 0,0-3 0 15,0-1 0-15,2 0 0 0,6-14 0 16,7-12 0-16,6-8 0 0,-3-7 0 16,5 1 0-16,-5 4 0 0,-1 6 0 15,0 5 0-15,-5 10 0 0,-4 7 0 16,-4 6 0-16,0 4 0 0,-1 12 0 16,-1 9 0-16,-2 6 0 15,-2 3 0-15,-1-1 0 0,1-5 0 16,0-2 0-16,2-5 0 0,2-5 0 15,5-3 0-15,1-5 0 0,2-6 0 16,1-1 0-16,5-9 0 16,-1-6 0-16,-1-5 0 0,-2 0 0 15,5-4 0-15,-5 4 0 0,1-2 0 16,-1 7 0-16,-4 5 0 0,-1 5 0 16,-3 4 0-16,0 2 0 15,0 3 0-15,4 8 0 0,3 7 0 16,-1 6 0-16,2 1 0 0,-3 3 0 15,1-6 0-15,0 1 0 0,1-3 0 16,-1 1 0-16,0-1 0 0,-3-5-961 16,-3 0-1508-16</inkml:trace>
  <inkml:trace contextRef="#ctx0" brushRef="#br0" timeOffset="15755.89">23443 3660 5634 0,'0'0'816'0,"0"0"-47"16,0 0-337-16,0 0-56 15,48 5-211-15,-17-14-165 0,0-7 0 16,4-4 0-16,-6-5 0 0,0-1 0 16,-4-2 0-16,-3 0 0 15,-7 3 0-15,-7 3 0 0,-6 0 0 16,-4 5 0-16,-12 2 0 0,-7 1 0 16,-8 6 0-16,-6 7 0 0,-6 7 0 15,-3 12 0-15,-6 11 0 16,5 9 0-16,2 7 0 0,5 5 0 15,12 3 0-15,7-1 0 0,13-1 0 16,8-5 0-16,12-5 0 0,13-8 0 16,10-7 0-16,11-11 0 0,10-9 0 15,6-8 0-15,2-12 0 0,-10-8 0 16,-15 5-1541-16,-10-5-1805 0</inkml:trace>
  <inkml:trace contextRef="#ctx0" brushRef="#br0" timeOffset="16413.59">23902 2985 6815 0,'0'0'676'0,"0"0"-16"0,0 0-619 15,0 0-41-15,0 0 0 0,0 0 0 16,23 55 0-16,-11-19 0 0,-1 2 0 16,3 1 0-16,-6 3 0 0,1 4 0 15,-3 1 0-15,-6 0 0 0,0 0 0 16,-6-4 0-16,-5-4 0 15,-3-5 0-15,-3-6 0 0,1-4 0 16,-5-7 0-16,0-7 0 0,-3-5 0 16,1-8 0-16,-2-12 0 0,2-8 0 15,3-13 0-15,1-9 0 16,2-12-173-16,5-4-1071 0,6-1 203 16,4 14 29-16,2 3-2506 0</inkml:trace>
  <inkml:trace contextRef="#ctx0" brushRef="#br0" timeOffset="16547.52">23997 2539 8107 0,'0'0'85'16,"0"0"-85"-16,0 0 0 0,0 0 0 16,0 0 0-16,0 0 0 0,0 0 0 15,39 0 0-15,-8 3 0 0,3 4-1365 16,-10 0-548-16,-7 4-792 0</inkml:trace>
  <inkml:trace contextRef="#ctx0" brushRef="#br0" timeOffset="17004.34">24272 2843 6787 0,'0'0'896'15,"0"0"-488"-15,0 0-307 0,0 0-101 16,0 0 0-16,-37 35 0 0,27-1 0 16,1 3 0-16,3 0 0 0,2-6 0 15,2-1 0-15,2-3 0 0,2-5 0 16,0-8 0-16,0-3 0 0,4-5 0 16,3-6 0-16,5-2 0 0,5-9 0 15,1-7 0-15,1-5 0 0,-2-4 0 16,-3 2 0-16,-1 4 0 0,-5 4 0 15,-4 8 0-15,-4 5 0 16,-2 3 0-16,0 1 0 0,0 4 0 16,-2 11 0-16,-6 9 0 0,2 3 0 15,2 1 0-15,4-4 0 16,6-7 0-16,8-6 0 0,9-3 0 16,4-7 0-16,6-1 0 0,0-7 0 15,0-5 0-15,-4-3 0 0,-4-2 0 16,-9-2 0-16,-3-1 0 15,-5-1 0-15,-6-1 0 0,-2-3 0 16,-6-3 0-16,-2-2 0 0,1-2 0 16,3 3 0-16,4-1 0 0,4 0-713 15,3 6-688-15,3 1-460 0</inkml:trace>
  <inkml:trace contextRef="#ctx0" brushRef="#br0" timeOffset="17238.22">24830 2274 6759 0,'0'0'824'0,"-16"39"-215"0,7-9-609 0,-1 2 0 15,4 5 0-15,-2 3 0 0,-1 5 0 16,5 6 0-16,0 1 0 16,2 4 0-16,-4 4 0 0,2 2 0 15,-5-1 0-15,5-4 0 0,2-5 0 16,2-6 0-16,4-6 0 15,9-6 0-15,3-7 0 0,11-8 0 16,6-9 0-16,4-5 0 0,5-6 0 16,-3-8 0-16,-6-5 0 0,-8-4 0 15,-6-5 0-15,-9 5-1069 0,-8-7-2889 0</inkml:trace>
  <inkml:trace contextRef="#ctx0" brushRef="#br0" timeOffset="17406.87">24491 2727 6847 0,'0'0'1345'0,"0"0"-1345"0,44 6 0 16,9-8 0-16,22-9 0 0,10-8 0 15,1-1 0-15,1-1 0 16,-8-2 0-16,-15 0 0 0,-19 5-1089 16,-10-5-3910-16</inkml:trace>
  <inkml:trace contextRef="#ctx0" brushRef="#br0" timeOffset="21724.68">21322 5075 2653 0,'0'0'708'0,"0"0"793"16,0 0-745-16,0 0-72 0,0 0 149 15,0 0-337-15,0 0-116 0,0 0-199 16,15 50-181-16,-9-17 0 0,-2 5 0 15,-4 3 0-15,0 2 0 0,0 5 0 16,-6 2 0-16,2 1 0 0,0-3 0 16,-3 0 0-16,5-5 0 0,-2-2 0 15,0-3 0-15,-2-4 0 0,2 0 0 16,-2-3 0-16,-1-5 0 16,3-3 0-16,2-5 0 0,0-7 0 15,2-4 0-15,-2-3 0 0,2-3 0 16,0 0 0-16,0-1 0 0,0 0 0 15,0 0 0-15,0-2 0 16,0-1 0-16,0-1 0 0,0 3 0 16,0 0 0-16,0 0 0 0,0 1 0 15,2 1 0-15,11 5 0 0,7 3 0 16,9 3 0-16,17-3 0 0,7-3 0 16,9-3 0-16,13-3 0 15,3-5 0-15,7-2 0 0,-6 1 0 16,-7 0 0-16,-12 1 0 0,-15 3 0 15,-7 1 0-15,-11 1 0 0,-13 0 0 16,-8 2 0-16,-6 0 0 0,-6 4 0 16,-11 3-377-16,-1-2-795 0,-9 0-3351 0</inkml:trace>
  <inkml:trace contextRef="#ctx0" brushRef="#br0" timeOffset="22094.68">21353 5021 6262 0,'0'0'264'0,"0"0"377"0,0 0 207 16,-47 9-671-16,20 14-177 15,-4 8 0-15,0 3 0 0,2 3 0 16,2 1 0-16,2 2 0 0,5-1 0 15,-1-2 0-15,11-4-165 16,3-2-175-16,1-11-372 0,6-7 75 16,2-9-111-16,4-4-1337 0,5-12-580 0</inkml:trace>
  <inkml:trace contextRef="#ctx0" brushRef="#br0" timeOffset="22234.87">21250 5059 6006 0,'0'0'1225'15,"0"0"-597"-15,54 29-295 0,-15-14-333 16,9-2 0-16,3-4 0 0,5-2 0 16,4-2 0-16,2-3 0 0,-4-2 0 15,-15 0 0-15,-8 0-833 0</inkml:trace>
  <inkml:trace contextRef="#ctx0" brushRef="#br0" timeOffset="23559.95">22530 5658 6671 0,'0'0'788'0,"0"0"-292"0,0 0-259 16,2 41-237-16,4-6 0 0,0 9 0 16,0 5 0-16,-2-1 0 0,-2 1 0 15,0 2 0-15,1-2 0 0,-3-2 0 16,-3-2 0-16,-1-4 0 16,-2-4 0-16,2-6 0 0,0-7 0 15,2-10-1489-15,0-7-320 0,0-7-744 0</inkml:trace>
  <inkml:trace contextRef="#ctx0" brushRef="#br0" timeOffset="23908.88">22544 5651 5526 0,'0'0'404'0,"-8"-38"341"0,8 27 263 15,0 4-616-15,2 3-275 0,6-2-117 16,4 3 0-16,11 3 0 16,4 3 0-16,8 10 0 0,-2 6 0 15,0 6 0-15,0 7 0 0,-8 7 0 16,-8 5 0-16,-9 4 0 0,-8 4 0 15,0 1 0-15,-10-3 0 16,-7-2 0-16,-3-4 0 0,-7-2 0 16,-4-4 0-16,-2-3 0 0,-3-2 0 15,1-5 0-15,0-6 0 0,6-6 0 16,2-8 0-16,11-5 0 0,3-3 0 16,7-1 0-16,6-5-733 15,13-7-83-15,-1 3-257 0,15-6-1200 0</inkml:trace>
  <inkml:trace contextRef="#ctx0" brushRef="#br0" timeOffset="24086.87">22910 5989 7383 0,'0'0'809'0,"-25"40"-809"0,11-18 0 15,3-3 0-15,7 0 0 0,0-4 0 16,2-3 0-16,2-3 0 0,2-4 0 15,2-2-869-15,-2-2-1104 16,4-3-1617-16</inkml:trace>
  <inkml:trace contextRef="#ctx0" brushRef="#br0" timeOffset="24212.75">22986 5632 7799 0,'0'0'393'0,"0"0"-393"16,0 0 0-16,0 0 0 0,0 0 0 15,0 0-37-15,17 41-1059 0,-9-22-1762 16,5-2-351-16</inkml:trace>
  <inkml:trace contextRef="#ctx0" brushRef="#br0" timeOffset="24500.95">23195 5954 6963 0,'0'0'1108'0,"0"0"-987"16,-21-43-121-16,9 32 0 0,-2 3 0 15,-1 1 0-15,-1 6 0 16,-1 1 0-16,5 4 0 0,3 2 0 16,1 3 0-16,2 1 0 0,6 4 0 15,0 1 0-15,0-1 0 0,6 0 0 16,4 0 0-16,3-2 0 0,-1 0 0 16,3 0 0-16,-3 0 0 15,7 0 0-15,-5-2 0 0,-1 0 0 16,-3-3 0-16,-4-1 0 0,-2 2 0 15,-4 3 0-15,-4 0 0 0,-6 3 0 16,-7 0 0-16,-5-3 0 0,-5 0 0 16,-4-2 0-16,-2-3 0 0,2-3 0 15,4-3 0-15,2-1 0 16,6-7-957-16,9-2-1100 0,2-1-2029 0</inkml:trace>
  <inkml:trace contextRef="#ctx0" brushRef="#br0" timeOffset="25402.9">23265 6286 3593 0,'-6'33'2653'0,"6"5"-2184"15,0 9-25-15,0 4 96 0,0 0-344 16,4 0 28-16,-4-5-151 0,0-2-73 16,0-7 0-16,0-6 0 0,0-3 0 15,-4-9 0-15,4-6 0 0,0-5 0 16,0-5-181-16,0-7-1191 0,0 0-369 16,0-15-1033-16</inkml:trace>
  <inkml:trace contextRef="#ctx0" brushRef="#br0" timeOffset="25651.61">23166 6109 6623 0,'0'0'400'15,"29"-51"352"-15,-4 21-335 16,4 2-417-16,4 3 0 0,0 3 0 16,4 4 0-16,-4 4 0 0,5 6 0 15,-12 8 0-15,-3 4 0 0,-8 8 0 16,-11 8 0-16,-4 7 0 0,-9 4 0 15,-9 5 0-15,-3 2 0 16,-8 0 0-16,-2 1 0 0,-2-1 0 16,0-5 0-16,6-8 0 0,5-7 0 15,3-9 0-15,13-9 0 0,2-10-445 16,14-19-507-16,0 1-1574 0,7-14-539 16</inkml:trace>
  <inkml:trace contextRef="#ctx0" brushRef="#br0" timeOffset="25813.62">23627 5567 4938 0,'0'0'828'0,"0"0"261"16,-4 57-389-16,-2-18-184 0,2 8-395 15,-2 0-121-15,-1 6 0 0,-1 3 0 16,2-1 0-16,-2-1 0 16,3-1 0-16,1-5 0 0,2-7 0 15,2-3 0-15,2-2 0 0,-2-7 0 16,9-5 0-16,-3-8 0 0,2-8-733 15,-2-5-1488-15,3-6 168 0</inkml:trace>
  <inkml:trace contextRef="#ctx0" brushRef="#br0" timeOffset="26142.04">23741 6013 4898 0,'0'0'1224'0,"0"-55"425"0,-4 32-1228 16,0 10-421-16,-5 7 0 15,1 6 0-15,-2 1 0 0,-5 8 0 16,3 7 0-16,-1 5 0 0,-3 8 0 15,4 3 0-15,-5 3 0 0,5 1 0 16,3-2 0-16,5-2 0 0,4-5 0 16,6-6 0-16,9-7 0 0,3-9 0 15,3-5 0-15,6-11 0 16,-2-6 0-16,-2-5 0 0,-1-2 0 16,-5 0 0-16,-3 1 0 0,-5 5 0 15,-5 6 0-15,-4 4 0 0,0 7 0 16,0 1 0-16,-2 3 0 0,0 8 0 15,-3 5 0-15,1 3 0 16,4 0 0-16,0-3 0 0,2-6 0 16,2-2 0-16,5-3 0 0,1-1 0 15,2-2-265-15,9-2-1288 0,-8 0-43 16,-3-6-665-16</inkml:trace>
  <inkml:trace contextRef="#ctx0" brushRef="#br0" timeOffset="26358.96">24005 5908 6258 0,'0'0'865'0,"0"0"-181"0,0 0-299 16,0 0-385-16,-41-3 0 0,20 21 0 15,3 6 0-15,3 1 0 0,3 1 0 16,4 2 0-16,6 2 0 16,2 3 0-16,0 0 0 0,6 1 0 15,4-1 0-15,3-4 0 0,1-4 0 16,3-7 0-16,5-6 0 0,5-8 0 15,0-5 0-15,0-9 0 16,-4-7 0-16,-3-5-1017 0,-5 2-516 16,-7 0-700-16</inkml:trace>
  <inkml:trace contextRef="#ctx0" brushRef="#br0" timeOffset="27014.73">24119 6161 3965 0,'0'0'2193'16,"0"0"-1456"-16,33-9 71 0,-16-6-319 15,-1-2-489-15,-3-1 0 0,-3-3 0 16,-4-2 0-16,-4 1 0 0,-2-4 0 16,-8-2 0-16,-4-1 0 0,-3 0 0 15,1 5 0-15,3 9 0 0,5 8 0 16,2 6 0-16,0 5 0 16,-6 15 0-16,3 15 0 0,-3 7 0 15,4 7 0-15,2-1 0 0,4-7 0 16,6-2 0-16,6-6 0 15,7-6 0-15,2-7 0 0,5-5 0 16,1-8 0-16,0-6 0 0,-2-7 0 16,4-6 0-16,-4-6 0 0,-5-1 0 15,1-4 0-15,-6 4 0 0,-1 0 0 16,-4 5 0-16,-1 6 0 0,-1 3 0 16,0 4 0-16,3 2 0 15,-1 3 0-15,-6 5 0 0,4 2 0 16,-4 1 0-16,-4 3 0 0,-2 0 0 15,-4 0 0-15,-2-1 0 0,-2-4 0 16,3-2 0-16,1-3 0 0,4-1 0 16,0-2 0-16,0-1 0 0,2 0 0 15,2-8 0-15,8-7 0 16,3-4 0-16,5-4 0 0,1 0 0 16,2-1 0-16,1 1 0 0,-3 2 0 15,-3 6 0-15,-3 3 0 0,-7 7 0 16,0 3 0-16,-4 2 0 0,2 2 0 15,1 9 0-15,-1 6 0 16,0 0 0-16,0 2 0 0,0-2 0 16,0-4 0-16,0-3 0 0,1-2 0 15,-1-5 0-15,0 1 0 0,0-4 0 16,0 0 0-16,2 0 0 16,0-4 0-16,3-4 0 0,-1-1 0 15,0 0 0-15,1 1 0 0,-3 3 0 16,-2 0 0-16,4 0 0 0,-2 5 0 15,1 2 0-15,-1 9 0 0,-4 10 0 16,0 3 0-16,-2 3 0 0,0-4 0 16,2-4 0-16,0-3 0 0,0-2-233 15,0-1-971-15,-2-5-309 16,0-1-3377-16</inkml:trace>
  <inkml:trace contextRef="#ctx0" brushRef="#br0" timeOffset="27576.59">24812 6213 6438 0,'0'0'1477'0,"10"-42"-1200"0,-6 16-277 16,0 1 0-16,2 0 0 0,-1 0 0 16,-3 2 0-16,2 4 0 0,-4 1 0 15,2 4 0-15,-2 4 0 0,0 4 0 16,0 2 0-16,0 4 0 0,0 0 0 16,-4 10 0-16,-7 11 0 15,-1 10 0-15,-2 6 0 0,-1 2 0 16,5-4 0-16,-1 0 0 0,9-5 0 15,2-5 0-15,2-5 0 0,15-6 0 16,4-7 0-16,-1-6 0 0,7-5 0 16,-2-9 0-16,-2-6 0 0,-3-2 0 15,1-3 0-15,-7 2 0 16,-1 3 0-16,-5 3 0 0,-4 7 0 16,-4 3 0-16,0 2 0 0,2 1 0 15,-2-1 0-15,0 1 0 0,0 0 0 16,0 1 0-16,0 2 0 0,0 0 0 15,0 0 0-15,0 0 0 16,0 0 0-16,0 1 0 0,0 3 0 16,-2-1 0-16,0 2 0 0,-2 1 0 15,2-2 0-15,0-2 0 0,2 0 0 16,0-2 0-16,0 0 0 0,4 0 0 16,4-4 0-16,1-2 0 15,1-1 0-15,-2-1 0 0,3 1 0 16,-1-1 0-16,-2 1 0 0,-2 0 0 15,1 2 0-15,-3-1 0 0,2-1 0 16,-2 1 0-16,2 1 0 0,-2 2 0 16,3 3 0-16,-1 3 0 0,4 12 0 15,0 6 0-15,-1 5 0 16,-7 4 0-16,-2-3 0 0,0 1 0 16,-4-2 0-16,0-3 0 0,1-2 0 15,3-9 0-15,0-3 0 0,0-4 0 16,3-5 0-16,1-1 0 15,2-3-1205-15,6-15-2797 0</inkml:trace>
  <inkml:trace contextRef="#ctx0" brushRef="#br0" timeOffset="27759.92">25304 5442 8192 0,'0'0'0'0,"18"-41"0"0,-14 33 0 15,-4 8 0-15,0 1 0 0,0 15 0 16,0 13 0-16,2 17 0 0,0 14 0 15,1 6 0-15,-1 4 0 0,-2 6 0 16,-2 4 0-16,-11-1 0 0,-1-4 0 16,-7-6 0-16,0-6 0 0,1-8 0 15,1-8 0-15,3-15-1133 16,3-9-2657-16</inkml:trace>
  <inkml:trace contextRef="#ctx0" brushRef="#br0" timeOffset="27885.57">25178 6049 7287 0,'0'0'905'0,"51"-36"-905"16,-18 21 0-16,-4 4 0 0,-4 1 0 16,0 3 0-16,0-1 0 0,2-1 0 15,1-4 0-15,-5 1-377 0,2-3-2772 0</inkml:trace>
  <inkml:trace contextRef="#ctx0" brushRef="#br0" timeOffset="28598.6">26188 5979 6510 0,'0'0'657'0,"-6"-41"139"0,-2 24-567 0,-2 7-229 16,-3 4 0-16,-3 5 0 15,-1 6 0-15,-2 7 0 0,-1 10 0 16,1 5 0-16,3 9 0 0,1 1 0 15,7 2 0-15,4-1 0 0,6-5 0 16,6-5 0-16,9-7 0 0,5-10 0 16,7-8 0-16,9-7 0 0,1-11 0 15,-2-5 0-15,-2-6 0 16,-6 0 0-16,-8 1 0 0,-7 0 0 16,-8 0 0-16,-6 1 0 0,0-2 0 15,-10 5 0-15,-4-1 0 0,-1 3 0 16,-1 3 0-16,-1 3 0 0,3 3 0 15,3 3 0-15,5 4-537 0,4 1-243 16,2 1-397-16,2 0-83 16,8 1-377-16</inkml:trace>
  <inkml:trace contextRef="#ctx0" brushRef="#br0" timeOffset="28831.6">26368 5922 5010 0,'0'0'1264'0,"-23"35"-327"0,11-12 44 16,2 3-981-16,1 4 0 0,1 2 0 15,2 3 0-15,4-1 0 0,2-3 0 16,8-4 0-16,7-5 0 0,7-8 0 16,3-6 0-16,8-5 0 0,-2-7 0 15,2-9 0-15,-4-6 0 16,-4-6 0-16,-6-5 0 0,-1-2 0 16,-5-3 0-16,-5-2 0 0,0-1 0 15,-6 0 0-15,0 3 0 0,-2 5 0 16,-2 12 0-16,-2 7 0 0,0 6 0 15,0 4-841-15,2 1-1108 16,-2 0-716-16</inkml:trace>
  <inkml:trace contextRef="#ctx0" brushRef="#br0" timeOffset="29201.01">26664 5471 6983 0,'0'0'484'0,"0"0"241"0,0 0-725 16,0 0 0-16,0 0 0 0,0 0 0 16,2 42 0-16,2-3 0 0,0 7 0 15,-2 7 0-15,0 2 0 0,-2 5 0 16,-4 6 0-16,-4 2 0 0,-5 0 0 16,-3-4 0-16,1-6 0 15,-1-6 0-15,4-10 0 0,1-9 0 16,5-11 0-16,0-10-949 0,4-8-1764 15,0-9-1449-15</inkml:trace>
  <inkml:trace contextRef="#ctx0" brushRef="#br0" timeOffset="29309.73">26509 6025 7047 0,'0'0'1145'0,"25"-39"-1145"0,-1 20 0 16,3 6 0-16,-2 2 0 0,0 4 0 15,-7 1 0-15,1 3 0 0,-2 0 0 16,-7 0-1045-16,0-1-1728 0</inkml:trace>
  <inkml:trace contextRef="#ctx0" brushRef="#br0" timeOffset="29447.26">26887 5967 4542 0,'0'0'3217'0,"0"0"-2784"15,41 8-433-15,-20-11 0 0,0-3 0 16,-3-3 0-16,-1-2 0 0,-5 1-1137 15,-3-4-1621-15</inkml:trace>
  <inkml:trace contextRef="#ctx0" brushRef="#br0" timeOffset="29930.77">27185 5968 2833 0,'0'0'1468'0,"0"0"-879"0,0 0 635 16,0 0-515-16,0 0-173 0,0 0 297 16,0 0-833-16,22-36 0 0,-26 31 0 15,-2-1 0-15,-4 1 0 0,-5 5 0 16,1 3 0-16,-1 13 0 16,1 9 0-16,4 7 0 0,-1 3 0 15,5 2 0-15,6-2 0 0,4-3 0 16,9-7 0-16,5-3 0 0,5-9 0 15,6-8 0-15,2-5 0 16,0-6 0-16,-2-7 0 0,-4-3 0 16,-7-3 0-16,-5-1 0 0,-7 1 0 15,-6 1 0-15,-2 1 0 0,-9-1 0 16,-3 0 0-16,-7 1 0 0,3 2 0 16,-3 2 0-16,2 5 0 15,5 3 0-15,6 3-161 0,6 2-1299 16,2 0 59-16,4-1-320 0</inkml:trace>
  <inkml:trace contextRef="#ctx0" brushRef="#br0" timeOffset="30239">27573 5628 5362 0,'-4'-50'468'16,"0"7"581"-16,-2-3-493 0,0 12-140 15,-3 6-75-15,1 7-341 16,-4 8 0-16,1 6 0 0,-3 3 0 16,-3 4 0-16,-3 5 0 0,-1 8 0 15,-2 6 0-15,3 3 0 0,-1 1 0 16,4 2 0-16,3 4 0 0,6 2 0 16,4 3 0-16,6 6 0 15,8 3 0-15,6 4 0 0,5 6 0 16,0 2 0-16,2 2 0 0,-7 1 0 15,-1-2 0-15,-7-7 0 0,-6-6 0 16,-2-7 0-16,-2-7-329 0,-6-4-1244 16,-1-11-107-16,1-3-930 0</inkml:trace>
  <inkml:trace contextRef="#ctx0" brushRef="#br0" timeOffset="30363.2">27344 6091 6979 0,'0'0'404'0,"0"0"312"15,37-14-623-15,-8 5-93 0,0 1 0 16,-2 1 0-16,0-2 0 16,-2 0 0-16,-5-2 0 0,-5 2-465 15,1-1-1300-15</inkml:trace>
  <inkml:trace contextRef="#ctx0" brushRef="#br0" timeOffset="30625.58">27704 6005 6290 0,'0'0'561'16,"43"-5"475"-16,-14-3-731 0,0 1-305 16,0-1 0-16,0 3 0 0,-2 1 0 15,-5 2 0-15,-1 0 0 0,-7 0 0 16,-3 2-845-16,-5-2-3017 0</inkml:trace>
  <inkml:trace contextRef="#ctx0" brushRef="#br0" timeOffset="31144">27983 6732 4129 0,'-11'36'1753'0,"7"-9"-1125"16,0-2-63-16,2-6-21 0,2-8-352 16,0-4-8-16,0-5 13 15,0-1-197-15,2-1 0 0,0-8 0 16,4-10 0-16,0-7 0 0,1-6 0 15,-1-3 0-15,-4-4 0 0,2-5 0 16,-2-10 0-16,0-11 0 0,4-8 0 16,5-9 0-16,5-5 0 0,9-2 0 15,6 0 0-15,6 3 0 16,5 11 0-16,-1 12 0 0,-6 14 0 16,-4 15 0-16,-8 13 0 0,-7 7 0 15,-5 8 0-15,-3 3 0 0,-4 2 0 16,0 6 0-16,2 4 0 0,-3 7 0 15,-3 8 0-15,-7 6 0 16,-5 1 0-16,-5 2 0 0,-1 1 0 16,-3-1 0-16,-2-2 0 0,-3-3 0 15,5-4 0-15,0-4 0 0,7-7 0 16,5-6 0-16,5-5 0 0,2-3-229 16,2-5-811-16,6-13-2274 0</inkml:trace>
  <inkml:trace contextRef="#ctx0" brushRef="#br0" timeOffset="31491.99">28501 5429 7447 0,'0'0'376'15,"0"0"-172"-15,0 0-39 0,-2 52-165 16,0-12 0-16,-2 10 0 16,2 5 0-16,-2 4 0 0,0 6 0 15,-4 3 0-15,-5 5 0 0,-1-2 0 16,-3-1 0-16,5-6 0 15,-3-7 0-15,9-11 0 0,2-9 0 16,4-13 0-16,8-12 0 0,5-10 0 16,5-12 0-16,5-11 0 0,0-10 0 15,2-2 0-15,-7-1 0 0,-1 3 0 16,-5 7 0-16,-8 9 0 0,0 6 0 16,-4 7 0-16,0 2 0 15,0 7 0-15,-2 5 0 0,0 6 0 16,2 3 0-16,-2 0 0 0,2-3 0 15,0-2 0-15,4-5 0 0,5 0 0 16,1-1 0-16,6-3 0 0,5-3-45 16,0-4-1127-16,-5-1-177 0,3-6-3997 0</inkml:trace>
  <inkml:trace contextRef="#ctx0" brushRef="#br0" timeOffset="31788.06">28785 6030 6783 0,'0'0'1409'0,"-27"-40"-1409"0,14 27 0 15,3 8 0-15,2 5 0 16,0 2 0-16,-3 12 0 0,1 4 0 16,-5 7 0-16,5 0 0 0,4-2 0 15,2 1 0-15,4-2 0 0,2 0 0 16,4-3 0-16,2-4 0 0,3-5 0 16,3-6 0-16,5-4 0 15,-3-7 0-15,3-3 0 0,-1-5 0 16,-5 1 0-16,-1 0 0 0,-6 5 0 15,1 2 0-15,-7 5 0 0,0 2 0 16,0 0 0-16,0 8 0 0,0 5 0 16,0 2 0-16,4 2 0 0,4-3 0 15,6-5 0-15,1-3 0 16,6-4 0-16,1-2 0 0,3-2-553 16,0-6-463-16,0-2 51 0,-7 1-219 15,-1-2-1566-15</inkml:trace>
  <inkml:trace contextRef="#ctx0" brushRef="#br0" timeOffset="32069.81">29095 6064 3417 0,'0'0'1397'16,"0"0"-369"-16,4-42 365 0,-8 30-713 16,-7 1-403-16,-1 1-277 0,-5 5 0 15,-1 2 0-15,-5 3 0 0,0 2 0 16,1 6 0-16,1 1 0 0,2 4 0 16,7-2 0-16,4 0 0 15,6-1 0-15,4 1 0 0,8 0 0 16,7 1 0-16,5-1 0 0,3 0 0 15,4-2 0-15,0 1 0 0,-2-2 0 16,0 0 0-16,-7-1 0 0,-5-1 0 16,-7-1 0-16,-6 2 0 0,-6 6 0 15,-8 1 0-15,-7 4 0 16,-6 1 0-16,-2-2 0 0,1-2 0 16,-1-1 0-16,2-4 0 0,6-4 0 15,7-3 0-15,4-2 0 0,5-1 0 16,6 0 0-16,9-6-753 0,0 0-376 15,11-3-1884-15</inkml:trace>
  <inkml:trace contextRef="#ctx0" brushRef="#br0" timeOffset="32304.98">29184 6188 7187 0,'0'0'980'16,"39"-26"-955"-16,-10 7-25 15,-2-1 0-15,0-1 0 0,-5-2 0 16,-1-1 0-16,-7 0 0 0,-5-1 0 15,-7 2 0-15,-2 4 0 0,-6 9 0 16,-5 5 0-16,-1 5 0 0,-5 13 0 16,-1 6 0-16,-1 9 0 0,5 4 0 15,3 3 0-15,5-1 0 16,8-1 0-16,8-2 0 0,7-5 0 16,6-4 0-16,6-5 0 0,4-7 0 15,6-5 0-15,4-5-653 0,-5-4-916 16,1-5-2056-16</inkml:trace>
  <inkml:trace contextRef="#ctx0" brushRef="#br0" timeOffset="32896.16">30194 6035 5658 0,'0'0'2229'0,"0"0"-1924"16,0 0-305-16,0 0 0 0,-37 61 0 16,25-21 0-16,-1 2 0 0,7-3 0 15,4-1 0-15,2-2 0 0,6-3 0 16,7-4 0-16,-1-4 0 0,5-8 0 16,1-6 0-16,1-8 0 15,2-8 0-15,1-10 0 0,1-8 0 16,-2-6 0-16,-1-3 0 0,-3-2 0 15,-1 2 0-15,-3 5 0 0,-3 8 0 16,-4 8 0-16,-1 7 0 0,-5 5 0 16,0 9 0-16,0 7 0 0,0 6 0 15,0 2 0-15,4-5 0 16,6-4 0-16,0-4 0 0,7-2 0 16,1-6 0-16,-1-3 0 0,2-1 0 15,-3-8 0-15,3-2 0 0,-5-3 0 16,-3-2 0-16,-3 0 0 0,-4-3 0 15,-4 0 0-15,0 0 0 16,-6-1 0-16,0-1 0 0,1 2 0 16,1 1 0-16,4 4 0 0,0 2 0 15,4 0 0-15,5 0 0 0,1-2 0 16,5-3 0-16,-3-2-1461 0,-2 2-977 16</inkml:trace>
  <inkml:trace contextRef="#ctx0" brushRef="#br0" timeOffset="33081.6">30730 5905 7187 0,'0'0'1005'0,"-17"47"-1005"0,9-14 0 0,2 4 0 0,-2 5 0 0,3 3 0 16,5-2 0-16,0 0 0 16,5-5 0-16,5-3 0 0,0-5 0 15,3-6 0-15,-3-2 0 0,-2-7 0 16,-2-6 0-16,-1-5 0 0,-3-4-1329 15,0-6-4162-15</inkml:trace>
  <inkml:trace contextRef="#ctx0" brushRef="#br0" timeOffset="33235.9">30868 5567 7675 0,'0'0'517'15,"0"-33"-517"-15,2 23 0 0,-2 7 0 16,0 2 0-16,0 1 0 0,0 0 0 15,2 5 0-15,5 6 0 0,5 8 0 16,5 2 0-16,1 1-17 0,-1 0-1067 16,-3-3 35-16,-6-3-171 0,-1-2-1726 0</inkml:trace>
  <inkml:trace contextRef="#ctx0" brushRef="#br0" timeOffset="33451.75">30988 5681 3229 0,'0'0'1048'0,"0"0"-27"15,-4-49 340-15,0 30-781 0,-2-3-108 16,2 4 9-16,-1 5-481 0,3 5 0 15,2 3 0-15,0 4 0 16,0 1 0-16,0 0 0 0,0 3 0 16,2 12 0-16,1 17 0 0,-1 13 0 15,0 14 0-15,-2 10 0 0,0 2 0 16,0 6 0-16,0 0 0 16,0-1 0-16,-2-4 0 0,-3-8 0 15,-1-5 0-15,2-8 0 0,-4-11 0 16,2-7 0-16,-3-10 0 0,1-9 0 15,2-8 0-15,-6-6-1670 0</inkml:trace>
  <inkml:trace contextRef="#ctx0" brushRef="#br0" timeOffset="33593.83">30730 6180 7671 0,'0'0'480'0,"41"8"-439"15,-6-6-41-15,3-2 0 0,5-9 0 16,0-6 0-16,1-5 0 15,-1-5 0-15,-4-5 0 0,1-4 0 16,-11 8-1109-16,-7-5-1793 0</inkml:trace>
  <inkml:trace contextRef="#ctx0" brushRef="#br0" timeOffset="33874.82">31191 5695 5922 0,'0'0'869'0,"-6"51"71"0,4-7-548 15,2 7-323-15,-5 5-69 16,1 4 0-16,-2 0 0 0,0 0 0 15,2-5 0-15,2-3 0 0,0-5 0 16,2-5 0-16,0-9 0 0,0-11 0 16,2-9 0-16,6-9 0 0,6-9 0 15,7-11 0-15,4-9 0 16,0-4 0-16,-3 2 0 0,3 4 0 16,-6 9 0-16,-3 7 0 0,-1 7 0 15,-1 10 0-15,3 5 0 0,-5 3 0 16,3 4 0-16,-5 0 0 0,2 0 0 15,-1 1 0-15,-1-4 0 16,3 1 0-16,-1-2 0 0,0-2 0 16,-1-2 0-16,-1-5-1629 0,-4-4-512 15,-6-2-1725-15</inkml:trace>
  <inkml:trace contextRef="#ctx0" brushRef="#br0" timeOffset="34557.9">22831 6738 5850 0,'2'-36'873'16,"-2"6"-233"-16,0-5 189 0,-4 6-829 16,-8-1 0-16,-3 5 0 0,-5 1 0 15,-7 8 0-15,2 2 0 0,-4 6 0 16,0 5 0-16,0 3 0 0,2 9 0 16,3 5 0-16,1 6 0 15,4 4 0-15,9 3 0 0,6 4 0 16,4 3 0-16,2 2 0 0,10 5 0 15,5 5 0-15,5 4 0 0,3 6 0 16,0 2 0-16,2 1 0 0,-6 0 0 16,-3 0 0-16,-5-4 0 0,-5-4 0 15,-2-3 0-15,-4-7 0 16,-2-4 0-16,-2-5 0 0,-4-6 0 16,-4-6 0-16,1-4 0 0,-3-8-193 15,2-8-1276-15,1 0 69 0,-1-8-509 16</inkml:trace>
  <inkml:trace contextRef="#ctx0" brushRef="#br0" timeOffset="34693.66">22513 7214 6118 0,'0'0'416'15,"0"0"145"-15,0 0 259 0,37-36-543 16,-10 34-277-16,0 1 0 16,2 1 0-16,4 0 0 0,0 1 0 15,0 0 0-15,2 1 0 0,-2 0 0 16,2-1 0-16,1 1 0 0,-3-2-1189 15,-2 0-20-15,-11 0-135 0,-3 0-2370 0</inkml:trace>
  <inkml:trace contextRef="#ctx0" brushRef="#br0" timeOffset="34963.85">23005 7179 3937 0,'0'0'1593'15,"0"0"24"-15,0 0-861 0,0 0-467 16,-25-35-289-16,19 32 0 0,-6 3 0 16,-11 11 0-16,2 7 0 0,-4 7 0 15,3 3 0-15,11 1 0 0,3-1 0 16,6 2 0-16,2-3 0 15,10-2 0-15,1-5 0 0,9-6 0 16,1-2 0-16,2-5 0 0,-1-4 0 16,1-3 0-16,0-6 0 0,-4-6 0 15,-1-3 0-15,-3-5 0 0,-5-2 0 16,0 1 0-16,-1-2 0 16,-5 3 0-16,-2 2-85 0,-2 4-611 15,0 1 408-15,-4 1 76 0,2 1-12 16,-3 7-73-16,3 0-23 0,0 3-340 15,0 1-16-15,0 0-25 0,0 1-459 16,2 5-501-16</inkml:trace>
  <inkml:trace contextRef="#ctx0" brushRef="#br0" timeOffset="35151.12">23092 7382 4726 0,'0'0'1152'0,"0"0"-339"15,0 0 215-15,0 0-708 0,0 0-167 16,0 0-153-16,4-60 0 0,2 21 0 15,2-1 0-15,1 4 0 16,5 0 0-16,1 3 0 0,3 2 0 16,1 6 0-16,-1 6 0 0,1 4 0 15,-2 3 0-15,9 4 0 0,-1 2 0 16,2 2 0-16,6 3-1802 0,-10 1-251 16,-2 0-2068-16</inkml:trace>
  <inkml:trace contextRef="#ctx0" brushRef="#br0" timeOffset="35458.76">23447 7184 4934 0,'0'0'1312'0,"0"0"-443"16,-16-35 208-16,10 28-1077 0,-3 4 0 15,1 3 0-15,-4 4 0 16,-5 6 0-16,-1 7 0 0,1 2 0 16,3 3 0-16,5 3 0 0,5 0 0 15,4 2 0-15,0 1 0 0,10-5 0 16,3-1 0-16,1-7 0 16,7-3 0-16,4-6 0 0,4-6 0 15,2-5 0-15,0-5 0 0,4-5 0 16,-8 0 0-16,-4-2 0 0,-5 2-1189 15,-8 2-904-15,-1 2-1097 0</inkml:trace>
  <inkml:trace contextRef="#ctx0" brushRef="#br0" timeOffset="35708.87">23638 7303 5082 0,'0'0'1460'0,"0"0"-599"0,39-15-72 15,-27 6-789-15,3-3 0 0,-1-2 0 16,-1-4 0-16,-1-2 0 0,-4 1 0 15,-2-3 0-15,-4 0 0 16,-4 2 0-16,-8 2 0 0,-4 5 0 16,-7 7 0-16,-2 6 0 0,-2 10 0 15,-1 8 0-15,-3 8 0 0,2 4 0 16,4 6 0-16,6 2 0 16,9 0 0-16,8-1 0 0,8-4 0 15,9-6 0-15,6-4 0 0,10-9 0 16,6-7 0-16,7-6 0 0,3-3 0 15,-10-4 0-15,-6-4-1177 0</inkml:trace>
  <inkml:trace contextRef="#ctx0" brushRef="#br0" timeOffset="59813.23">5670 14529 1500 0,'0'0'4'0,"0"0"88"0,0 0 120 0,0 0 1089 0,0 0-341 16,0 0-207-16,0 0-385 0,0 0-112 16,0 0 0-16,0 7-180 15,0-7 24-15,0 1 116 0,0 1-104 16,0 1 32-16,-4-1 105 0,4-2-141 16,0 1 8-16,0-1 140 0,0 0-24 15,0-1 140-15,0-5 137 16,0-6-509-16,0-8 0 0,0-8 0 15,0-7 0-15,-2-5 0 0,-2-5 0 16,4-3 0-16,-4-1 0 0,4 0 0 16,0 4 0-16,4 6 0 0,0 8 0 15,2 6 0-15,-2 11 0 0,2 5 0 16,-6 5 0-16,0 1 0 0,0 1 0 16,0 2 0-16,0 0 0 0,0 0 0 15,0 0 0-15,0 1 0 0,-4 2 0 16,2 0 0-16,0 1 0 15,0 0 0-15,2-1 0 0,-4 0 0 16,2-1 0-16,2-1 0 0,0 0 0 16,0-1 0-16,0 2-213 15,0-1 33-15,-4 2-176 0,4-2 176 16,0 3 132-16,0-2 40 0,0 0 4 16,0 1 4-16,0-3 96 0,0 0 84 15,0 0 48-15,-4 0 192 0,2 0-355 16,2-1-65-16,-9-2 0 15,3 1 0-15,0 1 0 0,-4 0 0 16,3 1 0-16,-5 2 0 0,0 6 0 16,-5 4 0-16,-4 3 0 0,1 1 0 15,3-3 0-15,3-5 0 0,7-2 0 16,3-3 0-16,4-3 0 0,-2 0 0 16,2-3 0-16,6-5 0 0,5-5 0 15,5-4 0-15,-1 0 0 0,1 1 0 16,1 1 0-16,-3 3 0 15,3 0 0-15,-5 5 0 0,1 2 0 16,-1 5 0-16,-2 2 0 0,1 6 0 16,1 1 0-16,1 3 0 0,3 1 0 15,1-3 0-15,-1-1 0 16,1-1 0-16,-3-1 0 0,1 0 0 16,-3 0 0-16,-2-2 0 0,-1 4 0 15,-3 0-497-15,-4 2-1780 0,-2 0-1221 16</inkml:trace>
  <inkml:trace contextRef="#ctx0" brushRef="#br0" timeOffset="61840.85">5902 14607 5206 0,'0'0'992'0,"0"0"-531"0,-15 36 111 16,13-11-308-16,-4 5-160 0,4 6-52 16,2 3-32-16,-2 4-8 0,2 3 124 15,0 1-40-15,0 6-4 16,0 1 44-16,0 2-124 0,-4 1 25 15,2-3-37-15,-1-2 0 0,1-3 0 16,2-4 0-16,-6-5 0 16,4-4 0-16,0-4 0 0,-4-5-45 15,2-4 45-15,0-8 0 0,2-2 8 16,-3-6-8-16,1-3 37 16,2-2-37-16,-6-2 0 0,2 0 0 15,0 0 0-15,-5-5 0 0,1-3 0 16,0-6 0-16,-5 2 0 0,7 2 0 15,4 3 0-15,-3 3 0 0,3-1 0 16,-4-1 0-16,0 0 0 0,0-1 0 16,1-4 0-16,-3-2 0 0,0-3 0 15,3-2 0-15,-3-2 0 0,4-1 0 16,2 2 0-16,0 1 0 0,2 7 0 16,2 3 0-16,0 4 0 15,2 3 0-15,-2 0 0 0,4 1 0 16,0 1 0-16,2 9 0 0,-2 8 0 15,7 6 0-15,-3 4 0 0,2 0 0 16,-2-2 0-16,3-1 0 16,-3 0 0-16,0-5 0 0,3-1 0 15,-7-7 0-15,2-4 0 0,0-3 0 16,-2-3 0-16,3-2 0 0,3-1 0 16,6-10 0-16,-1-2 0 15,1-2 0-15,1-2 0 0,-1 4 0 16,3 0 0-16,-2 2 0 0,-3 4 0 15,-6 3 0-15,1 2 0 0,-9 1-161 16,0-1-2696-16</inkml:trace>
  <inkml:trace contextRef="#ctx0" brushRef="#br0" timeOffset="66340.94">18426 11411 3157 0,'0'0'3181'0,"0"0"-1428"0,0 0-1652 0,-16-53-101 0,5 17 0 0,11-6 0 0,0-9 0 0,5-4 0 15,1-9 0-15,10-4 0 0,1-4 0 16,4 1 0-16,3 2 0 0,3 8 0 15,-2 10 0-15,-2 12 0 16,-5 14 0-16,-5 11 0 0,-9 9 0 16,-2 5 0-16,2 1 0 0,-4 12 0 15,4 13 0-15,-4 14 0 0,0 9 0 16,0 8 0-16,2 4 0 16,-2 6 0-16,4 3 0 0,1 2 0 0,1-2 0 15,-2-3 0-15,2-5 0 16,0-5 0-16,3-6 0 0,-3-7 0 15,0-11 0-15,0-14-949 0,-2-7-692 16,-4-11-852-16</inkml:trace>
  <inkml:trace contextRef="#ctx0" brushRef="#br0" timeOffset="66483.56">18416 11187 6839 0,'0'0'364'0,"0"0"625"16,0 0-989-16,41-22 0 0,-10 12 0 15,2-1 0-15,-2 2 0 16,7 1 0-16,-7-2 0 0,6-5 0 16,-10 4-1750-16,-2-6-1231 0</inkml:trace>
  <inkml:trace contextRef="#ctx0" brushRef="#br0" timeOffset="66668.22">18889 10618 7103 0,'0'0'800'16,"0"0"-511"-16,-2 49-289 0,2-12 0 16,0 4 0-16,2 4 0 15,2 2 0-15,-4 5 0 0,0 2 0 16,0 6 0-16,0 2 0 0,-6 0 0 16,-4-4 0-16,0-4 0 0,-5-9 0 15,3-14-1169-15,-3-9-812 0</inkml:trace>
  <inkml:trace contextRef="#ctx0" brushRef="#br0" timeOffset="66807.59">18747 11186 7251 0,'0'0'941'0,"41"-18"-941"16,-14 8 0-16,-6 4 0 16,5 0 0-16,-5 1 0 0,-2 0 0 15,-1-2 0-15,7-5 0 0,-8 2 0 0,5-6-2034 16</inkml:trace>
  <inkml:trace contextRef="#ctx0" brushRef="#br0" timeOffset="67306.77">19609 10643 5802 0,'0'0'744'15,"0"0"-251"-15,0 0 255 16,10 45-343-16,-6-7-405 0,-4 7 0 0,0 6 0 16,-4 0 0-16,4 5 0 15,-2 2 0-15,0 2 0 0,0-2 0 16,2-2 0-16,-4-6 0 0,4-10 0 16,0-7 0-16,4-12 0 0,0-9 0 15,2-8 0-15,7-10 0 0,1-12 0 16,11-9 0-16,-2-11 0 0,-3-5 0 15,3 2 0-15,-9 4 0 16,1 13 0-16,-9 10 0 0,-2 9 0 16,-2 6 0-16,2 9 0 0,-4 12 0 15,7 6 0-15,-5 4 0 0,0 1 0 16,-2-2 0-16,0-2 0 0,4 0 0 16,-4-1 0-16,0-2 0 15,2-3 0-15,2-7 0 0,-4-7-881 16,4-3-872-16</inkml:trace>
  <inkml:trace contextRef="#ctx0" brushRef="#br0" timeOffset="67463.5">19970 11156 5726 0,'0'0'1357'0,"0"0"-409"0,-20 47-787 16,20-28-161-16,-2 2 0 0,0 0 0 15,2 4 0-15,0-2 0 0,4-1 0 16,2-2 0-16,-2-2 0 0,4-4 0 15,-6-5-529-15,5-5-1024 16,-3-4-4149-16</inkml:trace>
  <inkml:trace contextRef="#ctx0" brushRef="#br0" timeOffset="67588.23">20018 10775 7943 0,'0'0'249'15,"0"-32"-249"-15,0 24 0 0,4 8 0 0,-4 0 0 16,2 5 0-16,2 12 0 15,11 8 0-15,-5 0-1798 16,0 1-671-16</inkml:trace>
  <inkml:trace contextRef="#ctx0" brushRef="#br0" timeOffset="67953.69">20266 11200 6522 0,'0'0'769'0,"-27"-33"79"16,9 14-795-16,-3 7-53 0,-4 5 0 15,4 7 0-15,5 11 0 0,-1 10 0 16,3 5 0-16,1 6 0 16,5 0 0-16,6-3 0 0,4-2 0 15,6-5 0-15,5-4 0 0,8-7 0 16,-5-7 0-16,5-4 0 16,2-9 0-16,-5-5 0 0,-1-4 0 15,-3-4 0-15,-1 1 0 0,-3 1 0 16,-6 6 0-16,2 3 0 0,-6 7 0 15,4 3 0-15,0 4 0 0,3 11 0 16,-1 14 0-16,0 11 0 0,-4 8 0 16,-2 5 0-16,0-1 0 15,-8 4 0-15,-2 3 0 0,-3 3 0 16,-8 4 0-16,-7-1 0 0,-6 2 0 16,-3-2 0-16,-4-5 0 0,0-8 0 15,1-8 0-15,7-15 0 0,10-13 0 16,9-15 0-16,6-15 0 0,8-21 0 15,0-19 0-15,12-20 0 0,7-16-793 16,-3 16-412-16,7-14-347 0</inkml:trace>
  <inkml:trace contextRef="#ctx0" brushRef="#br0" timeOffset="68251.03">20417 10704 6310 0,'0'0'1113'0,"0"0"-453"16,0 0-551-16,-12 41-109 15,7 6 0-15,-1 12 0 0,2 7 0 16,-2 1 0-16,2 3 0 16,0 2 0-16,4-3 0 0,0-5 0 15,0-5 0-15,0-9 0 0,0-10 0 16,4-11 0-16,-4-11 0 0,4-11 0 16,2-7 0-16,4-18 0 0,3-8 0 15,5-9 0-15,1-5 0 0,-5 6 0 16,5 8 0-16,-9 7 0 0,-3 9 0 15,-5 7 0-15,-2 3 0 16,4 7 0-16,-2 11 0 0,2 2 0 16,0 3 0-16,2-2 0 0,1-4 0 15,3-2 0-15,4-5 0 0,7-5 0 16,-4-1-301-16,3-6-2604 0</inkml:trace>
  <inkml:trace contextRef="#ctx0" brushRef="#br0" timeOffset="68739.61">21413 10780 4357 0,'0'0'1201'0,"-2"-37"-277"0,-4 18 481 0,-4 2-1100 0,-3 2-305 15,-1-2 0-15,-7-1 0 0,0-2 0 16,1 0 0-16,-7-1 0 15,2 3 0-15,0 4 0 0,1 4 0 16,1 8 0-16,-2 3 0 0,2 9 0 16,3 5 0-16,1 8 0 0,2 4 0 15,7 5 0-15,0 2 0 16,10 2 0-16,4 2 0 0,8 3 0 16,7 5 0-16,8 3 0 0,4 5 0 15,-2 3 0-15,0 5 0 0,-9 0 0 16,-9 0 0-16,-9-1 0 0,-2-4 0 15,-6-4 0-15,-5-6 0 16,-3-7 0-16,3-9 0 0,1-7 0 16,2-10 0-16,0-8-577 0,5-3-620 15,-5-8-2376-15</inkml:trace>
  <inkml:trace contextRef="#ctx0" brushRef="#br0" timeOffset="68879.62">21058 11121 6975 0,'0'0'412'0,"0"0"393"0,35-9-805 16,-14 7 0-16,3 0 0 0,-1 1 0 16,4-1 0-16,2 2 0 15,0-1 0-15,0 1 0 0,0 0 0 16,-7 6 0-16,-1-2-773 0,-6 3-2016 0</inkml:trace>
  <inkml:trace contextRef="#ctx0" brushRef="#br0" timeOffset="69097.61">21357 11476 5894 0,'0'0'1081'0,"0"0"-237"15,0 0-471-15,0 0-373 0,0-48 0 16,7 12 0-16,1-3 0 0,2-4 0 16,3 6 0-16,5 2 0 0,1 4 0 15,0 6 0-15,-3 8 0 0,-1 4 0 16,-5 5 0-16,-4 3 0 15,-2 2 0-15,-2 3-693 16,0-2-1260-16,-2 2-1232 0</inkml:trace>
  <inkml:trace contextRef="#ctx0" brushRef="#br0" timeOffset="69347.46">21541 11363 6002 0,'0'0'1173'15,"48"-13"-313"-15,-17-5-703 16,4-5-157-16,-4-2 0 0,-2-2 0 16,-4-1 0-16,-4 0 0 0,-5 1 0 15,-10 0 0-15,-6 2 0 0,-4 4 0 16,-8 5 0-16,-5 7 0 0,-3 8 0 16,-3 6 0-16,-2 9 0 15,0 7 0-15,5 4 0 0,-1 3 0 0,4-1 0 16,7 3 0-16,4-4 0 15,6 2 0-15,4-3 0 0,8-1 0 16,7-5 0-16,4-4-1097 0,4-6 40 16,-7-7 157-16,1-2-1137 0</inkml:trace>
  <inkml:trace contextRef="#ctx0" brushRef="#br0" timeOffset="69782.61">21965 11089 4838 0,'0'0'872'16,"0"0"-176"-16,0 0 413 0,-45-27-721 15,34 24-99-15,-5 3-289 0,1 6 0 0,-1 8 0 16,-1 5 0-16,1 4 0 15,1 3 0-15,5-1 0 0,8-2 0 16,2-2 0-16,2-5 0 0,6-4 0 16,3-4 0-16,5-8 0 15,3-1 0-15,-1-10 0 0,1-4 0 16,-5-3 0-16,3 0 0 0,-9 4 0 16,-4 4 0-16,-2 6 0 0,-2 4 0 15,-2 3 0-15,-6 12 0 0,-6 15 0 16,-5 12 0-16,-2 8 0 0,3 6 0 15,-1 1 0-15,5 4 0 16,-3 3 0-16,3 1 0 0,1-5 0 16,9-7 0-16,0-9 0 0,10-11 0 15,5-9 0-15,3-8 0 0,5-8 0 16,3-9 0-16,1-12 0 0,-2-1-665 16,-3-7-2533-16</inkml:trace>
  <inkml:trace contextRef="#ctx0" brushRef="#br0" timeOffset="69955.74">22143 11347 4654 0,'0'0'908'0,"0"0"-420"0,0 0 269 16,0 0-513-16,0 0 40 0,0 0 184 15,0 0-432-15,0 0-36 16,0 0-384-16,0 0-925 0,2-11-1856 0</inkml:trace>
  <inkml:trace contextRef="#ctx0" brushRef="#br0" timeOffset="71506.13">22331 11365 2513 0,'0'0'3733'0,"0"0"-2864"0,0 0-225 0,0 0-211 16,0 0-433-16,31 56 0 0,-16-20 0 15,-3 7 0-15,-2-1 0 16,-8-1 0-16,-2-1 0 0,-6 2 0 16,-6-5 0-16,-5-3 0 0,5-8 0 15,-3-8 0-15,3-7-917 0,4-9-644 16</inkml:trace>
  <inkml:trace contextRef="#ctx0" brushRef="#br0" timeOffset="71864.3">23272 11186 7875 0,'0'0'317'0,"-33"-42"-317"0,18 33 0 16,-4 9 0-16,1 7 0 15,-5 10 0-15,-2 10 0 0,-2 7 0 0,7 6 0 16,3 5 0-16,3 3 0 15,8-1 0-15,4-3 0 0,4-5 0 16,8-8 0-16,6-11 0 0,7-10 0 16,10-12 0-16,7-15 0 15,3-15 0-15,-8 1-637 0,-2-6-3553 0</inkml:trace>
  <inkml:trace contextRef="#ctx0" brushRef="#br0" timeOffset="72065.48">23373 10736 8171 0,'0'0'21'0,"0"0"-21"16,-19 44 0-16,13-9 0 0,-4 10 0 15,6 5 0-15,0 2 0 0,4 8 0 16,0 3 0-16,2-2 0 0,4-1 0 16,2-5 0-16,2-4 0 0,-1-3 0 15,7-10-237-15,-8-11-1372 16,3-8-528-16</inkml:trace>
  <inkml:trace contextRef="#ctx0" brushRef="#br0" timeOffset="72172.7">23507 11312 5926 0,'0'0'1317'0,"0"0"-368"0,0 0-949 16,0 0 0-16,-12 36 0 0,8-15 0 16,4-3 0-16,4-3 0 0,0-6 0 15,-2-3 0-15,4-2 0 0,-4-2-97 16,0-1-1155-16,5-1-393 0</inkml:trace>
  <inkml:trace contextRef="#ctx0" brushRef="#br0" timeOffset="72329.66">23662 10894 7979 0,'0'0'213'0,"0"0"-213"15,0 0 0-15,0 0 0 0,0 0 0 0,0 0 0 16,33 7-917-16,-20 7-548 15,3 1-572-15</inkml:trace>
  <inkml:trace contextRef="#ctx0" brushRef="#br0" timeOffset="72610.8">23890 11174 6286 0,'0'0'1145'0,"-42"1"-493"0,15-1-543 15,1 3-109-15,-5 1 0 0,4 2 0 16,0 3 0-16,2 0 0 0,11-1 0 15,5 1 0-15,5-1 0 16,8 0 0-16,9 2 0 0,5-2 0 16,9 0 0-16,6 0 0 0,0-3 0 15,0 3 0-15,-2 0 0 0,-8 1 0 16,-6 5 0-16,-5 2 0 0,-8 4 0 16,-4 1 0-16,-6 1 0 15,-6 0 0-15,-5-3 0 0,-1-1 0 16,-5-1 0-16,-4-6 0 0,0-1 0 15,-4-4 0-15,0-3 0 0,0 1 0 16,2-4 0-16,0 0-413 0,8-5-1240 16,-1 0-608-16</inkml:trace>
  <inkml:trace contextRef="#ctx0" brushRef="#br0" timeOffset="72995.52">23970 11632 4646 0,'0'48'2313'0,"0"-3"-1801"0,2 8-64 15,5-5-175-15,-1 0-273 16,-2-1 0-16,0-4 0 0,0-3 0 0,-2-5 0 15,-2-5 0-15,0-6 0 0,0-10 0 16,0-7 0-16,0-5-229 16,0-6-1308-16,-2-3-540 0,2-16-1840 0</inkml:trace>
  <inkml:trace contextRef="#ctx0" brushRef="#br0" timeOffset="73251.2">23954 11379 5722 0,'0'0'604'0,"29"-41"97"0,-7 17 223 16,5 2-683-16,0 1-241 0,2 4 0 16,4 2 0-16,0 2 0 0,2 6 0 15,1 5 0-15,-7 4 0 0,-9 9 0 16,-7 4 0-16,-11 4 0 0,-6 6 0 15,-13 1 0-15,-2-1 0 16,-5 2 0-16,-5-1 0 0,-4 0 0 16,-3-2 0-16,3-4 0 0,2-7 0 15,7-6 0-15,9-7 0 0,7-8-533 16,8-2-1524-16,0-8-656 0</inkml:trace>
  <inkml:trace contextRef="#ctx0" brushRef="#br0" timeOffset="73460.87">24469 10671 2765 0,'0'0'3029'0,"0"0"-1632"15,0 0-1041-15,0 50 60 0,-7-2-187 16,-3 11-229-16,2 11 0 0,-9 0 0 16,3 6 0-16,-5 1 0 0,7-3 0 15,-3-2 0-15,7-7 0 0,4-7 0 16,4-5 0-16,2-9 0 0,8-11 0 15,7-8 0-15,3-11-517 16,-1-9-1700-16,2-6-120 0</inkml:trace>
  <inkml:trace contextRef="#ctx0" brushRef="#br0" timeOffset="73768.58">24646 11217 4738 0,'0'0'1532'15,"-16"-44"-423"-15,5 26-296 0,-1 9-813 16,0 8 0-16,-1 5 0 0,-1 9 0 15,-3 7 0-15,1 5 0 0,-1 5 0 16,1 3 0-16,3 0 0 0,3 1 0 16,6-3 0-16,4-3 0 15,2-2 0-15,4-5 0 0,4-6 0 16,5-5 0-16,-3-9 0 0,3-1 0 16,-1-7 0-16,-4-6 0 0,-1-1 0 15,-1-3 0-15,-2-1 0 0,0 1 0 16,1 1 0-16,-3 2 0 0,-2 7 0 15,-2 3 0-15,2 3 0 16,-2 1 0-16,4 6 0 0,0 7 0 16,4 6 0-16,3 3 0 0,-5-1 0 15,4-6 0-15,5-4 0 0,-1-4 0 16,3-4-381-16,-5-2-767 16,3-1-705-16</inkml:trace>
  <inkml:trace contextRef="#ctx0" brushRef="#br0" timeOffset="73987.75">24822 11241 7863 0,'0'0'329'0,"0"0"-329"15,-37-1 0-15,22 13 0 0,-1 8 0 16,-1 4 0-16,1 4 0 0,3 2 0 16,5 2 0-16,4 3 0 0,6-1 0 15,4-2 0-15,9-3 0 0,1-6 0 16,3-5 0-16,6-7 0 0,-1-7 0 15,3-4 0-15,2-4 0 16,-6-9 0-16,0-3 0 0,-7-4 0 16,-3 2-2294-16,-3 0-671 0</inkml:trace>
  <inkml:trace contextRef="#ctx0" brushRef="#br0" timeOffset="75118.75">25008 11424 6298 0,'0'0'1073'0,"0"0"-252"0,50-35-821 15,-36 19 0-15,-4 0 0 16,-1-1 0-16,-3-2 0 0,-4 0 0 0,-2-2 0 16,0 0 0-16,-6 3 0 15,-5 3 0-15,7 7 0 0,-4 2 0 16,0 6 0-16,-3 1 0 0,1 5 0 16,-2 9 0-16,-1 11 0 0,-1 10 0 15,-1 10 0-15,7 1 0 0,4-4 0 16,4-5 0-16,4-5 0 0,8-7 0 15,7-6 0-15,6-7 0 16,0-8 0-16,2-5 0 0,2-5 0 16,-5-8 0-16,-1-4 0 0,-2-3 0 15,-5-2 0-15,-1 1 0 0,-7 3 0 16,-2 6 0-16,-4 5 0 0,0 3 0 16,-2 3 0-16,0 1 0 15,0 2 0-15,0 7 0 0,-2 7 0 16,2 4 0-16,-2-1 0 0,2-5 0 15,-2-5 0-15,2-4 0 0,0-1 0 16,0-1 0-16,0-1 0 0,2-1 0 16,0-4 0-16,4-7 0 15,5-9 0-15,1-5 0 0,3-1 0 16,-1 2 0-16,-1-1 0 0,-1 5 0 16,0 1 0-16,-1 4 0 0,-3 3 0 15,-2 4 0-15,-2 4 0 0,0 3 0 16,1 0 0-16,-1 5 0 15,2 8 0-15,0 2 0 0,-2-1 0 16,0-4 0-16,-2-4 0 0,3-3 0 16,-5 3 0-16,4-3 0 0,-2 1 0 15,-2-3 0-15,2-1 0 0,-2 0 0 16,0-1 0-16,2-2 0 16,0-2 0-16,4-3 0 0,-2 0 0 15,3 0 0-15,-1 1 0 0,0 1 0 16,0 0 0-16,0 3 0 0,-2 1 0 15,1 2 0-15,-1 5 0 16,2 1 0-16,-2 1 0 0,2 3 0 0,0 3 0 16,3-4 0-16,-3 1 0 15,0-3 0-15,2-4 0 0,1 1 0 16,1-2 0-16,4-2 0 0,-1-1 0 16,5-4 0-16,-1-3 0 0,-5 0 0 15,-1 0 0-15,-7 3 0 0,0-2 0 16,-2-4 0-16,0-5 0 0,-2-4 0 15,0 0 0-15,-2 0 0 16,-4 3 0-16,2 2 0 0,2 3 0 16,-2 5 0-16,1 3 0 0,1 2 0 15,-4 2 0-15,0 1 0 0,-6 11 0 16,-3 13 0-16,-3 10 0 0,1 4 0 16,3 2 0-16,3-5 0 15,7-5 0-15,4-7 0 0,6-2 0 16,7-7 0-16,1-6 0 0,7-5 0 15,2-4 0-15,-1-10 0 0,5-4 0 16,0-4 0-16,-6 0 0 16,-3 0 0-16,-1 0 0 0,-9 5 0 15,-2 6 0-15,-4 2 0 0,-2 4 0 16,0 1 0-16,0 0 0 0,0 3 0 16,-2 9 0-16,2 6 0 0,-2 4 0 15,0-1 0-15,2-4 0 0,2-8 0 16,0-1 0-16,2-3 0 15,1-1 0-15,-1-2 0 0,0-1 0 16,4-2 0-16,2-8 0 0,3-5 0 16,1-4 0-16,-1 1 0 0,-3-1 0 15,2 2 0-15,-1 3 0 0,-1 1 0 16,-2 6 0-16,-1 2 0 0,-5 2 0 16,2 2 0-16,-2 2 0 15,4 4 0-15,0 7 0 0,0 9 0 16,-1 9 0-16,-5 6 0 0,0 3 0 15,0-4 0-15,0-4 0 0,2-3 0 16,6-7 0-16,-2-4 0 0,2-10 0 16,3-7-737-16,-5-1-2469 15,4-13-1027-15</inkml:trace>
  <inkml:trace contextRef="#ctx0" brushRef="#br0" timeOffset="75316.73">26089 10756 6855 0,'0'0'4'0,"0"0"852"16,0 0-379-16,0 0-477 0,0 0 0 16,35 20 0-16,-26 21 0 0,-1 11 0 15,-2 9 0-15,0 7 0 0,0 3 0 16,1 4 0-16,-5 0 0 16,0-4 0-16,-2-4 0 0,-6-7 0 15,-1-7 0-15,-5-9 0 0,-3-5 0 16,3-9 0-16,-4-10 0 0,3-8-689 15,1-11-1024-15</inkml:trace>
  <inkml:trace contextRef="#ctx0" brushRef="#br0" timeOffset="75455.57">25978 11295 7379 0,'0'0'813'0,"0"0"-813"0,43-2 0 16,-12 11 0-16,4 1 0 0,-4-1 0 15,-2-6 0-15,2-3 0 0,-2-6 0 16,4-7 0-16,-6 1 0 0,0-5-1994 15</inkml:trace>
  <inkml:trace contextRef="#ctx0" brushRef="#br0" timeOffset="75830.92">26775 11373 4810 0,'0'0'2413'16,"0"0"-1444"-16,0 0-969 16,0 0 0-16,0 0 0 0,27 48 0 15,-21-12 0-15,-3 1 0 0,-3-1 0 16,0-2 0-16,2-5 0 0,0-6 0 15,2-8 0-15,4-7 0 0,0-8 0 16,1-3-1221-16,-1-8-3057 0</inkml:trace>
  <inkml:trace contextRef="#ctx0" brushRef="#br0" timeOffset="75979.59">27021 11010 7187 0,'0'0'560'0,"-33"-20"-288"0,19 18-99 15,1 2-173-15,3 6 0 16,6 5 0-16,4 2-93 0,2 4-575 16,4-3-1429-16,5-1 108 0</inkml:trace>
  <inkml:trace contextRef="#ctx0" brushRef="#br0" timeOffset="76287.64">27147 11296 5282 0,'0'0'1208'15,"0"0"-227"-15,0 0-260 0,-22-37-721 16,16 24 0-16,-1 4 0 0,-1 1 0 16,-2 4 0-16,1 1 0 15,1 3 0-15,2 0 0 0,2 6 0 16,4 5 0-16,0 4 0 0,4 3 0 16,4 2 0-16,3 0 0 0,1 1 0 15,2 1 0-15,-1 1 0 0,-1 0 0 16,-6 1 0-16,-1-1 0 0,-5 0 0 15,-7-1 0-15,-7 0 0 16,-3-1 0-16,-3 1 0 0,-3-2 0 16,-4-1 0-16,2-2 0 0,1-5 0 15,3-3 0-15,0-4 0 0,5-4 0 16,3-1 0-16,1-5 0 0,-3-3 0 16,-5-5-733-16,3 1-1400 15,-4-4-2001-15</inkml:trace>
  <inkml:trace contextRef="#ctx0" brushRef="#br0" timeOffset="76815.78">18962 12514 6627 0,'0'0'1120'0,"0"0"-675"0,0 0-445 0,0 0 0 16,0 0 0-16,0 0 0 0,-21 51 0 15,11 2 0-15,3 11 0 0,1 7 0 16,2-2 0-16,4 2 0 16,0-3 0-16,0-3 0 0,0-5 0 15,0-3 0-15,0-7 0 0,0-6 0 16,6-11 0-16,-2-13-321 15,1-10-2364-15</inkml:trace>
  <inkml:trace contextRef="#ctx0" brushRef="#br0" timeOffset="77315.78">19367 12683 5382 0,'0'0'1485'15,"0"-38"-813"-15,-2 15-19 0,-6 0-653 16,-5 0 0-16,-1 2 0 0,1 7 0 16,1 3 0-16,-1 7 0 0,3 4 0 15,0 7 0-15,-3 8 0 0,-1 10 0 16,4 3 0-16,3 4 0 0,7 4 0 15,2-2 0-15,13-2 0 16,1-1 0-16,5-7 0 0,4-5 0 16,-2-7 0-16,1-4 0 0,-1-7 0 15,-2-2 0-15,-5-9 0 0,-5-2 0 16,-5-5 0-16,-4-3 0 16,-2-3 0-16,-2 1 0 0,-10-1 0 15,5 1 0-15,-7 1 0 0,4 3 0 16,-1 6 0-16,1 7 0 0,0 6 0 15,1 4-849-15,1 6-2365 0</inkml:trace>
  <inkml:trace contextRef="#ctx0" brushRef="#br0" timeOffset="77656.5">19357 13086 6222 0,'0'0'1097'0,"4"-60"-521"0,-4 23-279 15,-4 3-297-15,-3 0 0 16,1 7 0-16,0 7 0 0,-2 7 0 16,6 7 0-16,-3 5 0 0,-3 1 0 15,-4 8 0-15,-9 17 0 0,5 10 0 16,-5 9 0-16,6 6 0 16,9 1 0-16,6 2 0 0,4-3 0 15,9-6 0-15,5-8 0 0,3-10 0 16,4-9 0-16,0-7 0 15,-5-8 0-15,1-4 0 0,-4-14 0 16,-7-7 0-16,4-8 0 0,-7-3 0 16,-1-3 0-16,-2 1 0 0,-2 2 0 15,-2 2 0-15,-6 5 0 0,-3 3 0 16,1 8 0-16,8 6-269 0,-2 4-1908 16,2 1-284-16</inkml:trace>
  <inkml:trace contextRef="#ctx0" brushRef="#br0" timeOffset="77998.53">19760 12675 5718 0,'0'0'889'0,"-27"-46"231"0,10 29-655 16,-1 12-465-16,1 6 0 0,-4 10 0 15,5 12 0-15,-5 10 0 16,1 7 0-16,3 10 0 0,2 6 0 16,9 5 0-16,2 5 0 0,4 1 0 15,10-1 0-15,1-5 0 0,10-10 0 16,5-12 0-16,3-10 0 0,4-11 0 16,-2-10 0-16,-2-8 0 0,-4-14 0 15,-4-10 0-15,-1-11 0 0,-5-7 0 16,-7-5 0-16,-4-5 0 0,-6-6 0 15,-6-3 0-15,-6-9 0 16,-3 3 0-16,-2 7 0 0,5 11 0 16,4 19 0-16,10 9-149 0,2 10-1259 15,2 4-2850-15</inkml:trace>
  <inkml:trace contextRef="#ctx0" brushRef="#br0" timeOffset="78372.7">20016 12471 6398 0,'0'0'1794'15,"0"0"-1794"-15,0 0 0 0,0 0 0 16,0 0 0-16,0 0 0 0,0 0 0 15,0 0 0-15,0 0 0 16,0 0 0-16,-8-2 0 0,12 18 0 16,2 3 0-16,4-1 0 0,1-4 0 15,3-3 0-15,-4-1 0 0,1-5 0 16,1-1 0-16,-1-4 0 16,-1-5 0-16,0-2 0 0,-4-5 0 15,3-1 0-15,-7 0 0 0,-2 2 0 16,-6 0 0-16,-5 2 0 0,-1-1 0 15,-3 1 0-15,-1 3 0 16,1 2 0-16,1 1 0 0,1 1 0 16,3-1 0-16,2 1 0 0,2-3-1994 15,6-3-2644-15</inkml:trace>
  <inkml:trace contextRef="#ctx0" brushRef="#br0" timeOffset="78938.24">21074 12952 3009 0,'0'0'1441'0,"0"0"-153"0,-6-41-363 0,6 24-157 16,0 2-7-16,0-2-761 0,0 4 0 16,-4 0 0-16,-4 5 0 0,-5 2 0 15,1 6 0-15,-5 7 0 0,-1 11 0 16,-1 9 0-16,-2 10 0 16,3 7 0-16,1 4 0 0,11 2 0 15,6-4 0-15,6-4 0 0,13-8 0 16,8-10 0-16,10-12 0 15,6-11 0-15,3-9 0 0,-3-12 0 16,-1-6 0-16,-11-3 0 0,-9-2 0 16,-11 3 0-16,-11 1 0 0,-6 3 0 15,-11 3 0-15,-4 4 0 0,-3 1 0 16,1 4 0-16,2 2 0 0,3 3 0 16,5 0 0-16,5 3 0 0,2 1 0 15,6 0 0-15,0 2-393 0,10-2-635 16,11 1 427-16,10 0 121 15,-4-1-208-15,-3 2-437 0,-5-2-131 0</inkml:trace>
  <inkml:trace contextRef="#ctx0" brushRef="#br0" timeOffset="79156.25">21298 12925 5202 0,'0'0'1156'16,"0"0"-299"-16,-19 46 120 0,13-19-977 15,6 0 0-15,0 0 0 0,0-1 0 16,0-2 0-16,4-2 0 15,2-3 0-15,0-1 0 0,5-4 0 16,3-3 0-16,-2-6 0 0,7-5 0 16,2-5 0-16,1-9 0 0,5-10 0 15,4-6 0-15,-4-2 0 0,2-5 0 16,-10 1 0-16,-1-1 0 0,-7 0 0 16,-3 1 0-16,-6-1 0 0,-2 1-833 15,0 10-1632-15,-2-1-2281 0</inkml:trace>
  <inkml:trace contextRef="#ctx0" brushRef="#br0" timeOffset="79390.92">21746 12325 7347 0,'0'0'845'16,"0"0"-845"-16,0 0 0 0,0 0 0 15,-33 51 0-15,16-12 0 0,-1 10 0 16,8 2 0-16,3 2 0 0,3 6 0 15,4 4 0-15,0 5 0 16,0-2 0-16,0-1 0 0,0-5 0 16,-2-6 0-16,2-10 0 0,0-5 0 15,2-10 0-15,-2-10 0 0,4-10 0 16,-2-6 0-16,-2-6 0 0,0-12-1089 16,0-2-828-16,-6-11-688 0</inkml:trace>
  <inkml:trace contextRef="#ctx0" brushRef="#br0" timeOffset="79514.67">21572 12868 7007 0,'0'0'1052'0,"17"-37"-919"0,8 18-133 16,2 4 0-16,0-1 0 16,4 1 0-16,0 2 0 0,0 0 0 15,-5 2 0-15,-9 3 0 0,2-1-1085 16</inkml:trace>
  <inkml:trace contextRef="#ctx0" brushRef="#br0" timeOffset="79794.7">21951 13014 5682 0,'33'-2'957'0,"6"-7"-133"15,5-4-95-15,-7 2-729 0,2 1 0 16,-10 2 0-16,-4 2 0 16,-5 1 0-16,-7-1-61 0,1 1-1047 15,-8-4-529-15</inkml:trace>
  <inkml:trace contextRef="#ctx0" brushRef="#br0" timeOffset="80188.88">22536 12934 6514 0,'0'0'937'16,"0"0"-309"-16,-44-27-515 0,30 27-113 15,-1 6 0-15,3 7 0 0,0 5 0 16,1 2 0-16,5 6 0 15,2-1 0-15,4 4 0 0,6-2 0 16,4-4 0-16,5-4 0 0,4-4 0 16,1-6 0-16,-1-6 0 0,1-3 0 15,-3-5 0-15,-5-4 0 0,-1-5 0 16,-5-1 0-16,-6-3 0 0,0-1 0 16,-6-1 0-16,-3-1 0 0,1 0 0 15,4 0 0-15,-2 0 0 0,6-1 0 16,8-2-53-16,2-3-667 0,5 4-1061 15,-5 5 48-15,5-1-520 0</inkml:trace>
  <inkml:trace contextRef="#ctx0" brushRef="#br0" timeOffset="80507.17">23001 12450 4946 0,'0'0'904'0,"-35"-35"-388"15,12 20-7-15,-4 1 23 16,0 2-376-16,-2 0-32 0,-2 1 8 16,4 5-116-16,-2 2 32 0,5 4 24 15,-3 2-52-15,4 9 8 0,0 6-16 16,1 8-8-16,-3 7-4 0,8 9 60 16,3 1-32-16,8 5 48 0,6 1-67 15,6 0-9-15,4 1 0 0,11 1 0 16,4 0 0-16,-3 2 0 0,3-2 0 15,-2 3 0-15,-7-3 0 16,-3 0 0-16,-7-3 0 0,-2-3 0 16,-2-6 0-16,-2-7 0 0,0-7 0 15,-4-11-517-15,2-5-884 0,-2-8-556 16</inkml:trace>
  <inkml:trace contextRef="#ctx0" brushRef="#br0" timeOffset="80626.11">22565 13064 7367 0,'0'0'825'0,"0"0"-825"0,0 0 0 16,43-11 0-16,-10 3 0 0,6-3 0 15,-1 3 0-15,-5-1 0 0,-2 0 0 16,-11 3 0-16,-1-2-1321 0</inkml:trace>
  <inkml:trace contextRef="#ctx0" brushRef="#br0" timeOffset="80876.89">22986 13049 6571 0,'0'0'844'0,"0"0"-128"0,58-14-655 16,-25 5-61-16,2 0 0 0,-6 1 0 15,2 0 0-15,-4-1 0 0,-4 0 0 16,-8 2-825-16,-3-1-1280 0</inkml:trace>
  <inkml:trace contextRef="#ctx0" brushRef="#br0" timeOffset="81346.78">23243 13848 4398 0,'0'0'640'0,"0"0"324"16,0 0-335-16,0 0-217 0,0 0 276 15,0 0-320-15,0 0-275 0,0 0-93 16,0 0 0-16,-13-43 0 0,9-1 0 16,0-8 0-16,4-2 0 0,0-11 0 15,6-6 0-15,5-5 0 0,7-5 0 16,5-2 0-16,4 2 0 0,8 5 0 15,2 8 0-15,4 12 0 16,-5 15 0-16,-3 7 0 0,-6 10 0 16,-7 9 0-16,-5 6 0 0,-1 7 0 15,-3 4 0-15,1 5 0 0,0 9 0 16,-3 4 0-16,-5 4 0 16,-4 3 0-16,-6 5 0 0,-11 3 0 15,-6 2 0-15,-8 0 0 0,0-1 0 16,-2-4 0-16,4-8 0 15,4-5 0-15,9-9 0 0,8-8-785 16,3-2-416-16,5-10-451 0</inkml:trace>
  <inkml:trace contextRef="#ctx0" brushRef="#br0" timeOffset="81656.42">23762 12454 6963 0,'0'0'588'0,"0"0"-292"15,-25 57 49-15,16-15-345 0,3 3 0 16,2 8 0-16,2 4 0 0,2 2 0 16,-2 4 0-16,2-2 0 0,-2-4 0 15,2-4 0-15,-2-7 0 0,2-5 0 16,0-10 0-16,4-7 0 16,2-9 0-16,2-11 0 0,3-4 0 15,1-12 0-15,1-8 0 0,1-2 0 16,1-3 0-16,-5 1 0 15,-2 8 0-15,-2 6 0 0,-6 5 0 16,0 3 0-16,0 2 0 0,0 2 0 16,0 9 0-16,-6 4 0 0,6 7 0 15,0 0 0-15,0-2 0 0,6-1 0 16,-2-2 0-16,5-3 0 0,1-2 0 16,3-3 0-16,3-4 0 0,3-5-989 15,-5 0-384-15,3-4-380 0</inkml:trace>
  <inkml:trace contextRef="#ctx0" brushRef="#br0" timeOffset="81940.92">24024 13015 6382 0,'0'0'1161'0,"-29"-38"-512"15,17 29-649-15,1 9 0 0,1 0 0 16,0 8 0-16,-5 5 0 16,7 1 0-16,-2 4 0 0,1 0 0 15,5-3 0-15,4 2 0 0,0-2 0 16,2-2 0-16,5 0 0 15,-1-3 0-15,0-2 0 0,2-3 0 16,0-3 0-16,5-1 0 0,-1-1 0 16,-1-5 0-16,-3-2 0 0,-2 1 0 15,-2 2 0-15,-2 0 0 0,0 3 0 16,2-1 0-16,-4 2 0 0,5 4 0 16,-3 11 0-16,2 6 0 0,0 5 0 15,4 0 0-15,3-4 0 0,3-9 0 16,5-4 0-16,1-5-121 15,5-6-1680-15,-4-4-43 0,2-6-241 0</inkml:trace>
  <inkml:trace contextRef="#ctx0" brushRef="#br0" timeOffset="82282.66">24359 12964 6526 0,'0'0'909'15,"-21"-34"-377"-15,9 23-307 0,-3 6-225 16,3 3 0-16,-5 2 0 15,1 0 0-15,-3 6 0 0,5 0 0 16,1 0 0-16,5 0 0 0,2 2 0 16,0 1 0-16,6 3 0 0,0 4 0 15,0-1 0-15,12-2 0 0,3 1 0 16,3 0 0-16,5-3 0 0,0 1 0 16,2 0 0-16,-5 1 0 0,-1-1 0 15,-9 0 0-15,-2 0 0 0,-6 0 0 16,-2 1 0-16,-10-1 0 0,-2 3 0 15,-5-3 0-15,-1-1 0 16,-1-2 0-16,0-3 0 0,1-3 0 16,1-3 0-16,7 0 0 0,2-3 0 15,4-1 0-15,4-1 0 0,0 0-381 16,4-2-1160-16,2 1 61 16,6-3-265-16</inkml:trace>
  <inkml:trace contextRef="#ctx0" brushRef="#br0" timeOffset="82512.97">24390 13128 2681 0,'0'0'3393'16,"0"0"-2052"-16,0 0-564 0,45-25-777 16,-30 13 0-16,-5 0 0 0,3-3 0 15,-1 0 0-15,-2-1 0 0,-1-2 0 16,-5 3 0-16,-2-1 0 0,-2 5 0 16,-4 2 0-16,-7 5 0 0,-3 5 0 15,-7 9 0-15,-1 8 0 0,-1 8 0 16,0 6 0-16,4 4 0 0,5 0 0 15,8 1 0-15,6-3 0 16,6-4 0-16,10-4 0 0,3-8 0 16,4-4 0-16,4-8 0 0,2-6 0 15,2-7 0-15,4-12 0 0,-8 4-465 16,2-10-3317-16</inkml:trace>
  <inkml:trace contextRef="#ctx0" brushRef="#br0" timeOffset="83087.72">25291 12959 3289 0,'0'0'1701'0,"0"0"-717"0,0 0 817 0,0 0-1384 16,0 0-417-16,0 0 0 0,0 0 0 15,0 0 0-15,-8 38 0 0,-7 5 0 16,3 2 0-16,4-4 0 15,8-9 0-15,0-2 0 0,6-7 0 16,6-6 0-16,5-6 0 0,4-6 0 16,-1-5 0-16,1-7 0 0,4-8 0 15,-2-4 0-15,-3-4 0 0,-1-3 0 16,-3 1 0-16,-3 1 0 0,-7 9 0 16,-2 5 0-16,-4 8 0 0,0 2 0 15,0 4 0-15,-2 10 0 0,-4 8 0 16,2 7 0-16,0-1 0 0,4-3 0 15,8-7 0-15,2-2 0 16,7-6 0-16,3-4 0 0,3-6 0 16,0-2 0-16,0-6 0 0,-1-3 0 15,1-4 0-15,-4-3 0 0,-5-2 0 16,-4-1 0-16,-1-1 0 16,-7-2 0-16,-2 1 0 0,-2-1 0 15,-7 2 0-15,1 1 0 0,-2 4 0 16,4 5 0-16,1 5 0 15,5 1 0-15,0 2-925 0,7 0-1632 16,3-6-453-16</inkml:trace>
  <inkml:trace contextRef="#ctx0" brushRef="#br0" timeOffset="83257.72">25864 12872 2705 0,'0'0'4098'0,"0"0"-2709"15,-29 47-1389-15,16-16 0 0,1 8 0 16,-2 8 0-16,1 5 0 0,5 2 0 15,4-2 0-15,4-5 0 16,4-6 0-16,4-7 0 0,5-7 0 16,-1-6 0-16,0-10 0 0,-1-8 0 15,-1-9-569-15,-4-7-1196 0,-2-7-560 16</inkml:trace>
  <inkml:trace contextRef="#ctx0" brushRef="#br0" timeOffset="83381.39">25978 12568 7439 0,'0'0'753'0,"-9"-40"-753"0,7 29 0 16,2 9 0-16,-2 1 0 0,2 1 0 15,-2 0 0-15,0 0 0 0,0 1-2170 16,2 1-367-16</inkml:trace>
  <inkml:trace contextRef="#ctx0" brushRef="#br0" timeOffset="83580.88">26064 12491 6867 0,'0'0'912'0,"-31"45"-499"15,19-8-413-15,4 9 0 0,1 11 0 16,7 7 0-16,0 4 0 16,5-1 0-16,-1 1 0 0,0-6 0 15,0-3 0-15,0-5 0 0,0-1 0 16,-4-5 0-16,0-7 0 15,-4-5 0-15,-2-8 0 0,0-10 0 16,0-9-281-16,1-5-851 0,-3-11-1670 0</inkml:trace>
  <inkml:trace contextRef="#ctx0" brushRef="#br0" timeOffset="83739.72">25887 13009 4181 0,'0'0'2606'15,"31"-30"-2062"-15,-7 17 112 0,3 5-451 16,-4 0-205-16,-2 1 0 15,-3-2 0-15,1-2 0 0,-1-1 0 16,1-6 0-16,4-4 0 0,0-5-57 16,1-3-1548-16,-5 6-299 0,-3-2-1110 0</inkml:trace>
  <inkml:trace contextRef="#ctx0" brushRef="#br0" timeOffset="84014.87">26304 12587 1748 0,'0'0'3774'0,"0"0"-2157"0,-6 55-977 16,0-8-227-16,0 11-413 0,-3 3 0 15,5 3 0-15,0-3 0 16,2-3 0-16,2-6 0 0,0-6 0 16,4-7 0-16,2-9 0 0,-2-8 0 15,1-8 0-15,-5-7 0 0,2-7 0 16,2-3 0-16,4-13 0 0,6-15 0 16,7-7 0-16,4-6 0 0,2 3 0 15,-2 9 0-15,-1 7 0 0,-1 11 0 16,-2 8 0-16,-5 7 0 0,-3 11 0 15,-7 7 0-15,-2 5 0 16,-4 3 0-16,-2 1 0 0,-4 1 0 16,2-5 0-16,2-4 0 0,2-7 0 15,6-8 0-15,2-4-845 0,0-5-1900 16</inkml:trace>
  <inkml:trace contextRef="#ctx0" brushRef="#br0" timeOffset="84553.85">27360 12657 3213 0,'-14'-38'1889'16,"-3"1"-1037"-16,-3-3-219 0,-5 9 323 16,-4 2-592-16,-2 3-104 0,-2 7-235 15,0 8-25-15,2 7 0 0,4 8 0 16,4 8 0-16,3 4 0 0,3 3 0 16,5 3 0-16,3-1 0 0,3 0 0 15,2 4 0-15,4 3 0 0,2 6 0 16,6 6 0-16,1 10 0 0,5 7 0 15,1 6 0-15,-1 3 0 16,0 3 0-16,-1-4 0 0,-5-1 0 16,-4 0 0-16,2-4 0 0,-3-4 0 15,-3-7 0-15,0-5 0 0,0-8 0 16,-5-9 0-16,1-10 0 16,2-6 0-16,-2-9 0 0,0-4-1229 15,2-3-284-15,-6-11-3841 0</inkml:trace>
  <inkml:trace contextRef="#ctx0" brushRef="#br0" timeOffset="84927.75">26920 13226 5186 0,'0'0'804'0,"0"0"-175"0,0 0 203 15,44-18-408-15,-13 17-107 0,0 0-317 16,2 1 0-16,0 1 0 0,0 1 0 16,0 0 0-16,0-2 0 0,0 0-65 15,0-4-687-15,-2 1-121 0,-2-3-651 16,-6 0 587-16,-7-1 301 15,-5 0 564-15,-3-2 72 0,-6 1 396 16,-2-2 865-16,0 0-305 0,-2 1-147 16,-2-1 355-16,-2 0-891 0,-1 2-273 15,-3 2 0-15,-2 5 0 0,-1 2 0 16,-5 12 0-16,-3 5 0 16,0 4 0-16,-1 7 0 0,1-1 0 15,4 3 0-15,7-2 0 0,8-1 0 16,4 0 0-16,10-2 0 15,9 0 0-15,2-4 0 0,8-4 0 16,2-5 0-16,6-7 0 0,-2-6 0 16,1-6 0-16,-5-7 0 0,-6-7 0 15,-9-2-177-15,-10-3-339 0,-3 0-224 16,-5 1 239-16,-5 3 185 0,-3 3-436 16,-2 4 56-16,-1 5-57 0,3 4-856 15,0 3-179-15</inkml:trace>
  <inkml:trace contextRef="#ctx0" brushRef="#br0" timeOffset="85099.71">27482 13365 5206 0,'0'0'1373'0,"0"0"-345"16,0 0-443-16,0 0-585 16,-33-31 0-16,31 3 0 0,4-6 0 15,11-1 0-15,7 1 0 0,5 1 0 16,4 4 0-16,-2 4 0 15,-2 7 0-15,-5 4 0 0,-1 3 0 16,0 6 0-16,-1 2 0 0,1 2 0 16,-1 1 0-16,-3 0-1037 0,1 0-2133 0</inkml:trace>
  <inkml:trace contextRef="#ctx0" brushRef="#br0" timeOffset="85390.11">27848 13086 6867 0,'0'0'1325'0,"-43"-1"-1325"16,20 12 0-16,4 6 0 0,3 6 0 15,-1 3 0-15,3 5 0 0,6 2 0 16,4 3 0-16,4 0 0 15,2 2 0-15,6-3 0 0,8-5 0 16,5-5 0-16,4-7 0 0,6-8 0 16,6-9 0-16,2-5 0 0,1-11 0 15,-3-6 0-15,-4-6 0 0,-12 5-1145 16,-5-2-1320-16</inkml:trace>
  <inkml:trace contextRef="#ctx0" brushRef="#br0" timeOffset="85640.79">28065 13303 2317 0,'0'0'3733'0,"0"0"-2648"16,50 3-28-16,-25-12-1057 0,0-3 0 15,-7-2 0-15,-3-2 0 0,-5-2 0 16,-4-2 0-16,-4 0 0 16,-2-1 0-16,0 1 0 0,-6 2 0 15,-4 2 0-15,-7 3 0 0,1 4 0 16,-5 6 0-16,-2 4 0 15,0 12 0-15,1 8 0 0,-3 5 0 16,6 7 0-16,7 4 0 0,8-3 0 16,8 1 0-16,10-4 0 0,11-4 0 15,8-7 0-15,7-6 0 0,7-7 0 16,-1-7 0-16,1-3 0 0,-6-8 0 16,-10 1-445-16,-4-5-1500 0</inkml:trace>
  <inkml:trace contextRef="#ctx0" brushRef="#br0" timeOffset="91475.22">16893 6094 4418 0,'0'0'2084'0,"0"0"-1335"16,-34-53-589-16,20 30-100 0,-3-2-4 16,-3-2-48-16,-11-3-8 0,-6 4 0 15,-15 1-28-15,-8 6-48 0,-12 6-116 16,-11 9 64-16,-12 8 76 0,-11 16-68 16,-9 16-12-16,-7 12 52 15,-4 11-52-15,-1 10 59 0,6 7 73 16,7 9 45-16,13 7 103 0,12 4 32 15,16-1 96-15,22 0-164 0,18-1-48 16,26-2-64-16,14 1 32 16,30-4-32-16,21-7 0 0,20-11-20 15,17-14 16-15,19-17-36 0,12-11-32 16,10-17 0-16,9-14 8 16,10-14 60-16,-2-20 4 0,0-12 176 15,-4-13 24-15,-13-7 44 0,-16-10 225 16,-14-7-469-16,-13-11 0 0,-19-11 0 15,-12-7 0-15,-14-5 0 0,-17 1 0 16,-19 5 0-16,-18 13 0 0,-31 15 0 16,-31 15 0-16,5 25-1317 0,-25 14-4010 0</inkml:trace>
  <inkml:trace contextRef="#ctx0" brushRef="#br0" timeOffset="124642.06">11344 14825 2253 0,'0'0'1248'0,"0"0"-1000"0,0 0-8 0,0 0-212 16,0 0 84-16,0 0 108 0,0 0-91 16,46 26 27-16,-9-16 112 15,13-1-80-15,5 4-4 0,10-1 80 0,3 1-144 16,4 0-20-16,7 0-4 0,1 0-96 15,9-2 24-15,6 0 32 16,0-3-24-16,9-2 48 0,1-1 76 16,1-2-116-16,-1-1 8 0,-6-1-32 15,-14-1-16-15,-7 0-32 0,-9-3-612 16,-18-2-408-16,-9-2-569 0</inkml:trace>
  <inkml:trace contextRef="#ctx0" brushRef="#br0" timeOffset="125091.88">11464 14273 3573 0,'0'0'1501'0,"0"0"-1209"16,58-1-224-16,-10 1 176 0,16 1-168 16,8 2-36-16,13 3 8 0,10 0 8 15,15 0 48-15,5-1 12 0,1-2-108 16,4 1-4-16,-4-2-4 0,-5-1-144 15,-7 0-360-15,-26 0-1005 16,-8-3-636-16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26T18:26:31.506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21099 3278 3265 0,'0'0'2165'0,"0"0"-1249"16,0 0-451-16,0 0 67 0,0 0 44 15,0 0-424-15,0 0-64 16,0 0-55-16,0 0-33 0,-25 48 0 16,17-15 0-16,-2 4 0 0,-1 1 0 15,-1 3 0-15,2 3 0 0,-1-1 0 16,1-3 0-16,6-5 0 0,2-6 0 16,4-6 0-16,4-6 0 15,4-5 0-15,7-6 0 0,-1-5 0 16,5-3 0-16,0-9 0 0,-5-3 0 15,7-6 0-15,-8-2 0 0,-1 1 0 16,-4 1 0-16,-3 3 0 16,-1 3 0-16,-2 6 0 0,-4 3 0 15,0 5 0-15,0 1 0 0,-4 12 0 16,-5 12 0-16,1 7 0 0,2 7 0 16,2-2 0-16,4-6 0 0,10-4 0 15,5-6 0-15,7-4 0 0,7-6 0 16,4-5 0-16,5-6 0 0,3-3 0 15,-4-7 0-15,0-6 0 16,-1-6 0-16,-8-6 0 0,-1-5 0 16,-6-4 0-16,-7-4 0 0,3-5 0 15,-13-4 0-15,0-2 0 16,-2 4 0-16,-4 5 0 0,-2 9 0 0,-6 7 0 16,-1 8 0-16,-1 5 0 15,-2 6 0-15,-1 6 0 0,7 0-1345 16,0 2-804-16</inkml:trace>
  <inkml:trace contextRef="#ctx0" brushRef="#br0" timeOffset="549.91">21783 3827 1572 0,'0'0'2593'0,"0"0"-1836"0,0 0-153 0,0 0 449 16,0 0-601-16,0 0-56 0,0 0 172 15,-41 1-371-15,31 12-197 16,-3 9 0-16,-1 6 0 0,3 6 0 16,5 3 0-16,2-6 0 0,4-1 0 15,4-3 0-15,11-7 0 0,1-3 0 16,9-8 0-16,2-4 0 16,4-5 0-16,0-6 0 0,-2-7 0 15,-6-4 0-15,-1-2 0 0,-9 0 0 16,-3-3 0-16,-4-1 0 0,-6 1 0 15,-2-1 0-15,-4-4 0 16,-2 0 0-16,-5-3-77 0,3 6-2120 16,0 0-716-16</inkml:trace>
  <inkml:trace contextRef="#ctx0" brushRef="#br0" timeOffset="860.97">22219 3445 3621 0,'0'0'2893'0,"0"0"-1404"0,0 0-1300 15,0 0-189-15,0 0 0 0,52-4 0 16,-25-5 0-16,10 1 0 16,-6 0 0-16,2 0 0 0,0 0 0 15,-2 2 0-15,-2 0 0 0,-2 2 0 16,-6 3 0-16,-7 1 0 0,-7 2-1197 16,-7 2-624-16,-3 4-424 0</inkml:trace>
  <inkml:trace contextRef="#ctx0" brushRef="#br0" timeOffset="1061.74">22246 3625 6446 0,'0'0'965'0,"0"0"-184"0,0 0-781 16,42 8 0-16,-9-8 0 0,6-2 0 15,7-5 0-15,-3-3 0 0,7-2 0 16,-1-4 0-16,3 1 0 16,-11 2-881-16,3-4-1680 0</inkml:trace>
  <inkml:trace contextRef="#ctx0" brushRef="#br0" timeOffset="1588.72">23406 3668 4033 0,'0'0'2854'0,"0"0"-2194"0,10 48-560 16,-3-19 204-16,3 3-63 0,4 2-241 15,7 1 0-15,2 1 0 0,6 2 0 16,0 1 0-16,-2 0 0 16,-3 0 0-16,-1-2 0 0,-8-3 0 15,3-4 0-15,-5-3-37 0,-5-7-1091 16,-4-9-345-16,0-6-852 0</inkml:trace>
  <inkml:trace contextRef="#ctx0" brushRef="#br0" timeOffset="2016.39">23958 2531 1756 0,'0'0'3314'0,"0"0"-2594"0,0 0 101 16,0 0-489-16,4 40 144 0,-12-2 260 15,-3 8-699-15,1 6-37 0,4 4 0 16,0 6 0-16,4 10 0 16,0 8 0-16,-3 9 0 0,-1 7 0 15,-4 4 0-15,-7 4 0 0,3-2 0 16,-5 0 0-16,1-8 0 0,5-8 0 16,7-13 0-16,4-11 0 15,2-9 0-15,4-13 0 0,2-10 0 16,-2-10 0-16,5-11 0 0,-3-11-309 15,-2-8-1188-15,2-15-4637 0</inkml:trace>
  <inkml:trace contextRef="#ctx0" brushRef="#br0" timeOffset="2382.08">23842 2515 6703 0,'0'0'752'0,"64"-20"-420"16,-18 13 73-16,-1-1-405 15,9 1 0-15,4 0 0 0,10-1 0 16,11-2 0-16,5 1 0 0,9 0 0 16,0 0 0-16,-2 2 0 0,-6 2 0 15,-6 1 0-15,-19 1-665 0,-21 3-1320 16,-16 0-1028-16</inkml:trace>
  <inkml:trace contextRef="#ctx0" brushRef="#br0" timeOffset="3114.01">24535 2777 4982 0,'0'0'1184'0,"0"0"-615"15,0 0-13-15,0 0 32 0,0 0-448 16,0 0 16-16,0 60-139 0,0-15-17 16,0 5 0-16,0 0 0 15,0-1 0-15,0-1 0 0,-2 1 0 16,0-3 0-16,-3-3 0 0,-1-5 0 16,2-5 0-16,-2-6-193 0,2-7-1340 15,2-8-155-15,2-4-353 0</inkml:trace>
  <inkml:trace contextRef="#ctx0" brushRef="#br0" timeOffset="3487.48">24497 3089 5146 0,'0'0'500'16,"0"0"224"-16,0 0 429 15,0 0-629-15,-4-39-379 0,25 30-145 16,6 3 0-16,6 3 0 0,2 1 0 16,-2 2 0-16,-2 0 0 0,-4 3 0 15,-6 2 0-15,-7 1 0 0,-6 2 0 16,-3 2 0-16,-5 4 0 0,-5 4 0 15,-7 3 0-15,-5 3 0 0,-3 1 0 16,-1 2 0-16,0-1 0 0,5-1 0 16,6-3 0-16,1 1 0 15,9-7 0-15,0-3 0 0,9-2 0 16,1-5 0-16,11-5 0 0,-3-1 0 16,7-2 0-16,-8-2-997 15,-1-1-616-15</inkml:trace>
  <inkml:trace contextRef="#ctx0" brushRef="#br0" timeOffset="3781.95">24932 3179 7071 0,'0'0'1121'16,"0"0"-1121"-16,-52-14 0 0,31 13 0 15,3 1 0-15,-1 0 0 0,7 2 0 16,3 0 0-16,3-1 0 0,2 3 0 15,2 3 0-15,2 4 0 0,6 4 0 16,9 3 0-16,5 1 0 0,5-1 0 16,-2-2 0-16,-3 3 0 15,5-1 0-15,-2 0 0 0,-6-1 0 16,-3 0 0-16,-6-2 0 0,-6-2 0 16,-2-1 0-16,-8 1 0 15,-6 0 0-15,-7 2 0 0,-4-1 0 16,-2-2 0-16,2-4 0 0,-1-2 0 15,3-3 0-15,2-3 0 0,1 0-509 16,5-1-760-16,1-3-2484 0</inkml:trace>
  <inkml:trace contextRef="#ctx0" brushRef="#br0" timeOffset="4140.06">24291 3675 4390 0,'0'0'2613'0,"0"0"-1424"0,0 0-1189 0,56-8 0 0,-9-3 0 16,11-3 0-16,8 2 0 0,-6 2 0 15,8 2 0-15,7 0 0 0,-3 3 0 16,-4 0 0-16,-10 3 0 0,-10 2 0 15,-17 0-85-15,-9 4-1520 0</inkml:trace>
  <inkml:trace contextRef="#ctx0" brushRef="#br0" timeOffset="5109.8">24446 3943 5982 0,'0'0'829'16,"4"35"-569"-16,-2-10 372 0,-2 3-143 15,-2 0-489-15,-2-1 0 0,0-3 0 16,0-3 0-16,-1-3 0 0,3-6 0 16,0-2 0-16,2-5 0 0,-2-3 0 15,2 0 0-15,0-2 0 0,8-6 0 16,5-11 0-16,10-13 0 0,-1-8 0 15,5-5 0-15,-2 0 0 0,-6 6 0 16,-5 7 0-16,3 8 0 16,-9 12 0-16,-4 7 0 0,-2 4 0 15,-2 11 0-15,0 13 0 0,0 6 0 16,-4 7 0-16,2 2 0 16,2-6 0-16,6-2 0 0,4-6 0 15,7-6 0-15,-3-6 0 0,5-6 0 16,-2-5 0-16,1-4 0 0,1-9 0 15,1-5 0-15,1-5 0 16,2-3 0-16,-2 2 0 0,-3 3 0 16,-3 4 0-16,-3 7 0 0,-4 4 0 15,1 2 0-15,-3 4 0 0,4 6 0 16,0 4 0-16,3 3 0 0,-1 0 0 16,1 0 0-16,-1-1 0 0,-2 2 0 15,3-5 0-15,-5 2-1453 0</inkml:trace>
  <inkml:trace contextRef="#ctx0" brushRef="#br0" timeOffset="9621.87">21482 5254 2965 0,'0'0'1549'0,"16"-38"-457"0,-12 25-576 16,-2 7 17-16,-2 4 127 0,-4-2-360 15,-2 2-32-15,0 3 41 0,-9 12-309 16,-5 15 0-16,3 7 0 16,-4 9 0-16,9 3 0 0,2 0 0 15,3-1 0-15,-1 0 0 0,4-1 0 16,2-2 0-16,-2-9 0 0,4-5 0 16,6-9 0-16,-2-9 0 0,6-4 0 15,5-7 0-15,4-4 0 0,5-11 0 16,3-9 0-16,2-3 0 0,0-7 0 15,-4 3 0-15,-4 0 0 16,-5 5-373-16,-6 10-27 0,-3 5 100 16,-7 9 56-16,0 2 196 15,0 6 48-15,0 13-88 0,-4 9 88 16,-5 7 8-16,1 2 0 0,6-3 0 16,2-3-8-16,2-5 0 0,12-6-8 15,9-7 8-15,4-6 156 0,6-6 40 16,2-4 132-16,0-8 176 0,-1-6-292 15,-3-3-171-15,-7-3-41 16,-7-4 0-16,1-2 0 0,-5-3 0 16,-7-3 0-16,-6-5 0 0,0-3 0 15,-4-3 0-15,-2 3 0 0,-3 5 0 16,1 8 0-16,4 7 0 0,-2 10 0 16,4 5 0-16,2 6 0 0,0 1-2558 15,0-4-1900-15</inkml:trace>
  <inkml:trace contextRef="#ctx0" brushRef="#br0" timeOffset="10110.21">22025 5736 6555 0,'0'0'664'0,"0"0"268"0,0 0-891 16,0 0-41-16,-31-8 0 0,15 16 0 16,5 6 0-16,3 5 0 0,0 4 0 15,4 3 0-15,4 5 0 0,2-1 0 16,6 0 0-16,6-4 0 0,3-7 0 15,12-6 0-15,0-7 0 16,2-6 0-16,0-5 0 0,-4-7 0 16,-2-5 0-16,-7-5 0 0,-5-2 0 15,-5-3 0-15,-6 0 0 0,-2-1 0 16,-8 0 0-16,-3 1 0 0,-3-3 0 16,-5 3 0-16,-6-4 0 0,5 5 0 15,3 7-1241-15,5 0-736 0</inkml:trace>
  <inkml:trace contextRef="#ctx0" brushRef="#br0" timeOffset="11067.76">22133 4836 5766 0,'0'0'841'0,"0"0"-153"0,0 0 209 15,0 0-897-15,0 0 0 16,12-37 0-16,19 22 0 0,8-2 0 16,9 4 0-16,-3 5 0 0,-3 6 0 15,-15 6 0-15,-7 8 0 0,-14 8 0 16,-10 9 0-16,-14 5 0 16,-11 6 0-16,-8 2 0 0,-3-3 0 15,3-1 0-15,8-6 0 0,13-7 0 16,5-5 0-16,15-6 0 0,13-4 0 15,10-7 0-15,10-3 0 0,11-7 0 16,3-4 0-16,-3 1 0 16,-13 0-17-16,-8 3-2496 0</inkml:trace>
  <inkml:trace contextRef="#ctx0" brushRef="#br0" timeOffset="11782.02">22629 5364 6194 0,'0'0'997'0,"0"0"-329"0,0 0-335 15,0 0-333-15,-6 41 0 0,12-9 0 16,2 4 0-16,2-1 0 0,1-4 0 16,-3 0 0-16,-2-1 0 0,-2-1 0 15,-4-2 0-15,0-4 0 16,0-7 0-16,-2-6 0 0,2-5 0 16,-2-4 0-16,2-1 0 0,2-7 0 15,4-13 0-15,9-15 0 0,6-11 0 16,1-5 0-16,1 1 0 0,-2 5 0 15,-3 6 0-15,-1 8 0 16,-3 12 0-16,-3 11 0 0,-5 8 0 16,2 6 0-16,-4 9 0 0,2 9 0 15,-3 4 0-15,-3 3 0 0,-5-3 0 16,-1-2 0-16,4-3 0 0,0-5 0 16,2-5 0-16,0-6 0 0,6-1 0 15,5-6 0-15,5-6 0 0,5-7 0 16,0-7 0-16,3-5 0 0,-1-1 0 15,-4 1 0-15,-3 3 0 16,-3 6 0-16,-7 9 0 0,-2 2 0 16,-4 5 0-16,4 3 0 0,0 6 0 15,7 10 0-15,1 7 0 16,0 5 0-16,5-1 0 0,-3-2 0 16,5 0 0-16,-3 1 0 0,3-3 0 15,-7 0 0-15,1-1 0 0,-5 0 0 16,-6 0 0-16,-2-2 0 0,-6-5-517 15,-4-5-1764-15</inkml:trace>
  <inkml:trace contextRef="#ctx0" brushRef="#br0" timeOffset="13012.17">25109 4960 6182 0,'0'0'296'0,"-22"48"73"16,9-9 335-16,1 6-452 0,4 4-44 16,3 4-27-16,5 1-181 0,5 2 0 15,3 2 0-15,-2 0 0 16,0 1 0-16,0-4 0 0,-6 0 0 16,0-6 0-16,0-4 0 0,-4-6 0 15,2-8 0-15,-2-11-1041 0,2-8-248 16,0-6-268-16</inkml:trace>
  <inkml:trace contextRef="#ctx0" brushRef="#br0" timeOffset="14178.41">25074 5418 5070 0,'0'0'956'0,"0"0"-259"15,0 0-77-15,0 0-4 0,0 0-383 16,0 0-233-16,56-26 0 0,-13 15 0 15,5 2 0-15,-7 2 0 0,-10 2 0 16,-8 5 0-16,-9 0 0 16,-5 7 0-16,-5 5 0 0,-4 3 0 15,-6 8 0-15,-5-2 0 0,-1 2 0 16,-3-1 0-16,1-1 0 0,2 0 0 16,1-1 0-16,1-1 0 0,2-2 0 15,1 2 0-15,3-2 0 0,2 0 0 16,2-2 0-16,9-3 0 0,5 1 0 15,5-2 0-15,3-3-77 16,3-1-911-16,6-4 263 0,-8-2-283 16,6-1-2378-16</inkml:trace>
  <inkml:trace contextRef="#ctx0" brushRef="#br0" timeOffset="14490.98">25707 5591 7539 0,'0'0'653'0,"-48"-10"-653"0,19 6 0 16,2 2 0-16,3 2 0 0,-1 0 0 15,6 0 0-15,5 1 0 0,5 1 0 16,5-1 0-16,2 2 0 0,2 3 0 16,6 5 0-16,11 5 0 0,12 3 0 15,6 1 0-15,6-1 0 0,-1 1 0 16,-3 0 0-16,-2 3 0 15,0-1 0-15,-6 2 0 0,-6-3 0 16,-11 0 0-16,-10 0 0 0,-8-2 0 16,-10 1 0-16,-7-2 0 15,-8-3 0-15,-6-2 0 0,-5-4 0 0,-3-5 0 16,-5-3 0-16,3-2 0 16,-1-6 0-16,5-1 0 0,12 1-213 15,8-1-1416-15</inkml:trace>
  <inkml:trace contextRef="#ctx0" brushRef="#br0" timeOffset="17660.06">23848 5566 3669 0,'0'0'40'0,"0"0"833"0,0 0 135 16,0 0-488-16,0 0-27 0,-18-33 307 15,30 25-504-15,7 0-76 0,8 1 53 16,2 1-273-16,2 1 0 0,2 1 0 16,2 0 0-16,0 1 0 0,2-1 0 15,-2 2 0-15,-4-2 0 0,-2 1-553 16,-6-1-283-16,-6 0-113 0,-7 1-1388 15,-4-1-1064-15</inkml:trace>
  <inkml:trace contextRef="#ctx0" brushRef="#br0" timeOffset="17815.46">23840 5704 4301 0,'0'0'573'0,"37"13"-109"0,1-12 232 15,9-1-200-15,7-3 245 0,10-1-449 16,-2 2-292-16,2-1-360 16,-19 0-1249-16,-3-1-916 0</inkml:trace>
  <inkml:trace contextRef="#ctx0" brushRef="#br0" timeOffset="19242.3">13366 3843 6222 0,'-21'-36'48'0,"-3"2"365"16,-14-6-109-16,1 6-196 0,-15-2-84 15,-5 0-24-15,-8 0 0 0,-9 4 0 16,-4 1 4-16,-7 3-4 0,-19 6 0 16,-7 6-40-16,-15 9 4 15,-19 9 16-15,-10 16-60 0,-17 13 64 16,-7 13-4-16,-5 12 4 0,-5 7 16 16,10 10 0-16,1 4 8 15,10 8-8-15,15 5 12 0,21 7-8 16,18 3 8-16,30 2 4 0,15 0-8 15,26 0-8-15,29-4 0 0,18-2-16 16,33-6 16-16,21-8 20 16,22-7-12-16,20-13-4 0,20-10 4 15,6-10 0-15,14-8-8 0,9-12 20 16,12-11-4-16,3-11-16 0,5-22 60 16,9-13-44-16,-11-14 152 0,7-9 264 15,-11-7-208-15,-10-11 45 0,-10-9-269 16,-9-11 0-16,-16-9 0 0,-8 1 0 15,-11-1 0-15,-14 3 0 16,-13 9 0-16,-14 9 0 0,-15 12 0 16,-12 11 0-16,-14 10 0 0,-13 5 0 15,-8 7 0-15,-13 3 0 0,-14 5 0 16,-2 3 0-16,-12 5 0 0,1 3 0 16,3 3-1501-16,10 5-612 15,14-2-1241-15</inkml:trace>
  <inkml:trace contextRef="#ctx0" brushRef="#br0" timeOffset="19880.24">18567 3711 7147 0,'0'0'172'0,"-15"-47"128"0,-7 31-140 15,-18 11-160-15,-17 10-24 0,-24 15 4 16,-18 13-108-16,-11 13 128 0,-6 12-28 16,-1 14 32-16,-1 14-4 15,0 16 4-15,8 11-4 0,9 6 0 16,18 3 0-16,15 1 28 16,27-3-28-16,35-9 212 0,20-9-84 15,40-13 20-15,31-18-59 0,30-13-89 16,26-15 0-16,12-20 0 0,6-15 0 15,-2-17 0-15,-4-18 0 16,-14-16 0-16,-17-11 0 0,-21-12 0 16,-14-8 0-16,-19-12 0 0,-25-13 0 15,-22-10 0-15,-21-9 0 0,-27-1 0 16,-18 0 0-16,-19 10 0 0,-25 14 0 16,-15 17 0-16,-22 20 0 0,-16 21-753 15,30 16-488-15,-12 13-467 0</inkml:trace>
  <inkml:trace contextRef="#ctx0" brushRef="#br0" timeOffset="36768.65">18426 9856 4057 0,'0'0'1213'0,"0"-46"-365"0,4 11 297 16,-1-4-525-16,-3-5-311 0,4-6-309 16,0-5 0-16,2-7 0 0,4-5 0 15,7-6 0-15,4-2 0 0,3-1 0 16,3 2 0-16,-4 4 0 0,2 11 0 16,-5 9 0-16,-3 9 0 15,-7 13 0-15,1 12 0 0,-11 8 0 16,0 6-13-16,0 4-3 0,-5 9 16 15,-3 13 0-15,-2 11 8 0,2 10-8 16,3 9 21-16,5 3-21 16,5 8 0-16,9 5 0 0,1 1 0 15,-3 0 0-15,9-1 0 0,-5-3 0 16,1-3 0-16,-7-4 0 16,0-2 0-16,1-6 0 0,-5-8 0 15,-2-11 0-15,0-10 0 0,-4-11-1025 16,0-7-428-16,-4-7-896 0</inkml:trace>
  <inkml:trace contextRef="#ctx0" brushRef="#br0" timeOffset="36894.32">18474 9625 6438 0,'0'0'553'0,"0"0"-349"16,37 0 793-16,-8-8-997 0,2-4 0 15,-2-4 0-15,6 1 0 0,-4-3 0 16,0-7 0-16,-8 7-129 0,2-7-1247 0</inkml:trace>
  <inkml:trace contextRef="#ctx0" brushRef="#br0" timeOffset="37110.54">18951 8933 7003 0,'0'0'696'0,"-10"51"-340"0,10-20-219 15,4 3-137-15,2 3 0 0,5 5 0 16,3 6 0-16,-6 7 0 0,1 8 0 16,-7 6 0-16,-2 2 0 0,-2 1 0 15,-9-3 0-15,1-4 0 0,-4-4 0 16,-3-10-113-16,5-17-1127 16,-3-10-1942-16</inkml:trace>
  <inkml:trace contextRef="#ctx0" brushRef="#br0" timeOffset="37248.79">18819 9472 7535 0,'0'0'657'0,"0"0"-657"0,0 0 0 15,0 0 0-15,33-23 0 0,-6 18 0 16,-2-1 0-16,10-1 0 16,-2-3 0-16,13-7 0 0,1-5 0 15,-8 3-1501-15,3-6-2341 0</inkml:trace>
  <inkml:trace contextRef="#ctx0" brushRef="#br0" timeOffset="37728.01">19811 9614 3897 0,'0'0'693'0,"-2"39"-41"15,6-24-236-15,0-7-84 0,1-2 64 16,-3-4-135-16,4 1 23 16,-2-1 48-16,0-1-204 0,-4-1 84 15,0-3 377-15,0-8-589 0,-8-9 0 16,-2-10 0-16,-1-6 0 0,3-4 0 15,4-2 0-15,4-1 0 16,10-1 0-16,7 0 0 0,12 3 0 16,0 5 0-16,8 5 0 0,2 10 0 15,-2 6 0-15,0 7 0 0,-3 6 0 16,-10 3 0-16,-7 4-1601 16,-5 2-1221-16</inkml:trace>
  <inkml:trace contextRef="#ctx0" brushRef="#br0" timeOffset="37992.33">20196 9540 5778 0,'0'0'1625'15,"0"0"-941"-15,0 0-579 0,35-9-105 16,-29-4 0-16,-2-5 0 16,-4-7 0-16,0-4 0 0,-8-3 0 15,-4-1 0-15,-3 3 0 0,1 7 0 16,-3 10 0-16,7 10 0 0,-1 9 0 15,-3 14 0-15,-3 11 0 0,-3 10 0 16,1 8 0-16,1 0 0 16,7-2 0-16,11-6 0 0,8-4 0 15,11-8 0-15,6-8 0 0,12-8 0 16,0-8 0-16,11-5 0 16,4-11 0-16,10-7 0 0,2-7-669 15,-17 5-1108-15,-1-1-1993 0</inkml:trace>
  <inkml:trace contextRef="#ctx0" brushRef="#br0" timeOffset="38457.47">20653 9382 3461 0,'0'0'2121'0,"14"-40"-1309"0,-6 20-43 15,-4 5-269-15,-4 1-244 0,0 3 17 16,0 4-273-16,-10 2 0 0,-6 4 0 15,-9 1 0-15,-2 6 0 0,0 6 0 16,4 4 0-16,5 6 0 0,3-1 0 16,5 3 0-16,4-4 0 0,6 2 0 15,6-2 0-15,4-2 0 0,9 0 0 16,2-1 0-16,1-3 0 0,7-2 0 16,-2-1 0-16,-4-1 0 15,2-3 0-15,-7 2 0 0,-5-1 0 16,-7-3 0-16,-4 3 0 0,-4 5 0 15,-6 0 0-15,-5 4 0 16,-8-3 0-16,5-2 0 0,-3-3 0 16,1-3 0-16,1-3 0 0,7-3-201 15,2 0-275-15,8-4-729 0,0 2-191 16,0-4-393-16</inkml:trace>
  <inkml:trace contextRef="#ctx0" brushRef="#br0" timeOffset="38705.53">20952 9433 5894 0,'0'0'777'0,"0"0"-165"0,-47-37 297 15,26 27-909-15,0 5 0 0,5 2 0 16,-1 4 0-16,3 9 0 0,4 5 0 16,-1 9 0-16,7 2 0 15,2 6 0-15,2 0 0 0,2 1 0 16,2-2 0-16,7-5 0 0,3-6 0 15,3-8 0-15,3-5 0 16,3-7 0-16,-2-6 0 0,3-7 0 16,-5-4 0-16,0-7 0 0,-5-1-273 15,-6-2 49-15,1-4-356 0,-3-3-21 16,-2 8-335-16,-4-1-1625 0</inkml:trace>
  <inkml:trace contextRef="#ctx0" brushRef="#br0" timeOffset="38971.62">21000 9562 4229 0,'0'0'949'0,"0"0"-161"0,0 39 145 15,0-34-585-15,2-5-40 0,2 0 0 16,2-5-128-16,5-13-31 16,3-10-149-16,5-9 0 0,-3-5 0 15,1 2 0-15,-3 8 0 0,-3 6 0 16,-3 12 0-16,-4 3 0 0,-2 9 0 15,0 2 0-15,0 3 0 0,2 8 0 16,3 9 0-16,-3 6 0 16,0 5 0-16,-4 3 0 0,0-2 0 15,0 0 0-15,-2-1 0 0,0-1 0 16,4-5 0-16,6-2-489 16,2-7-411-16,1-5-225 0,1-8-1812 0</inkml:trace>
  <inkml:trace contextRef="#ctx0" brushRef="#br0" timeOffset="39604.54">21405 9447 6358 0,'0'0'733'0,"-41"-53"-201"0,20 31 37 15,2 8-569-15,5 7 0 0,2 7 0 16,-3 4 0-16,5 10 0 16,-3 6 0-16,3 5 0 0,0 3 0 15,1 4 0-15,7-1 0 0,0-1 0 16,4-5 0-16,7-4 0 0,5-8 0 15,3-6 0-15,3-7 0 16,1-2 0-16,2-10 0 0,-3-5 0 16,-1-2 0-16,-3-3 0 0,-1-3 0 15,-5-1 0-15,-1-1 0 0,-5 4 0 16,0 9 0-16,-4 4 0 16,0 7 0-16,0 3 0 0,-4 6 0 15,2 9 0-15,-7 9 0 0,7 3 0 16,0 0 0-16,2-2 0 0,0-5 0 15,4-3 0-15,-4-3 0 0,9-5 0 16,-3-4 0-16,0-1-201 0,2-3-91 16,1-1 52-16,1-2-28 0,4-10 64 15,3-5 12-15,-5-4-85 0,-1 1-443 16,-3 3 452-16,-2 3 112 16,-6 5 152-16,4 2 4 0,-2 4 336 15,-2 2 496-15,0 1-303 0,2 0-69 16,-2 2-28-16,2 5-332 0,3 8 33 15,-3 1-133-15,2 2 0 16,-4-3 0-16,0 1 0 0,0-3 0 16,0 0 0-16,0-5 0 0,0-2 0 15,0-2 0-15,0-3 0 0,0-1 0 16,0-5 0-16,8-9 0 16,2-9 0-16,3-6 0 0,3-2 0 15,-5 0 0-15,-1 5 0 0,2 4 0 16,-3 6 0-16,-7 5 0 0,2 7 0 15,-4 4 0-15,4 2 0 0,2 11 0 16,-2 9 0-16,3 6 0 0,-7 2 0 16,4-1 0-16,-2-2 0 0,0 2 0 15,0-2 0-15,4-2 0 0,-2-6 0 16,9-4 0-16,-1-6-281 16,-2-6-1772-16,3-3-472 0</inkml:trace>
  <inkml:trace contextRef="#ctx0" brushRef="#br0" timeOffset="39992.66">21897 9426 4854 0,'0'0'1805'0,"-6"-44"-1073"0,2 28 69 0,0 8-801 15,1 3 0-15,-1 4 0 0,-2 1 0 16,-2 0 0-16,4 3 0 16,-7 7 0-16,5 8 0 0,-2 9 0 15,2 4 0-15,2 2 0 0,4-1 0 16,0-3 0-16,0-3 0 0,4-4 0 15,4 0 0-15,2-6 0 0,3-4 0 16,1-1 0-16,3-5 0 0,-1-5 0 16,-1-1 0-16,-1-4 0 0,1-3 0 15,-5 0 0-15,-2-5 0 0,3-1 0 16,-1 0 0-16,0 3 0 16,-4 2 0-16,-1 4 0 0,-3 0 0 15,4 0 0-15,-4 1 0 0,2 2 0 16,-2-1 0-16,2 0 0 0,0 1 0 15,-1-1 0-15,3-4 0 16,2-2 0-16,4-3 0 0,-1-3 0 16,-1 0 0-16,-2 3 0 0,-1 2 0 15,-3 3 0-15,-2 2 0 0,-2 1 0 16,0 2 0-16,0 1 0 16,0 0 0-16,0 0 0 0,0 0-433 15,0 0-1664-15,-4 0-1004 0</inkml:trace>
  <inkml:trace contextRef="#ctx0" brushRef="#br0" timeOffset="40473.58">22213 9426 6010 0,'0'0'685'0,"0"0"523"0,46-7-919 0,-34-2-289 0,-2-4 0 15,1-1 0-15,-1 0 0 0,-4-4 0 16,3 2 0-16,-9 1 0 0,-9 2 0 16,-1 0 0-16,-9 7 0 15,1 2 0-15,-5 4 0 0,-2 4 0 16,3 9 0-16,-3 9 0 0,0 6 0 15,-2 11 0-15,11 3 0 0,1 2 0 16,13-2 0-16,8-1 0 16,15-6 0-16,10-4 0 0,10-9 0 15,5-7 0-15,9-9 0 0,1-6 0 16,0-11 0-16,-15-3-917 16,-7-3-2481-16</inkml:trace>
  <inkml:trace contextRef="#ctx0" brushRef="#br0" timeOffset="40878.89">22813 9619 5782 0,'0'0'821'0,"0"0"-429"0,47 33 384 16,-28-6-355-16,-5 9-421 0,-5 3 0 16,-1 1 0-16,-8 2 0 0,0-2 0 15,-8 2 0-15,-7-3 0 16,-1-4 0-16,-3-3 0 0,-2-3 0 16,3-11 0-16,-3-8-545 0,13-5-696 15,-3-7-3373-15</inkml:trace>
  <inkml:trace contextRef="#ctx0" brushRef="#br0" timeOffset="41484.47">23398 9420 3581 0,'0'0'1805'15,"0"0"-88"-15,0 0-1029 0,0 0-287 16,0 0-401-16,-23 58 0 0,17-26 0 15,2-2 0-15,2-1 0 16,2-2 0-16,2-1 0 0,2-2 0 16,0-5 0-16,-2-6 0 0,4-3 0 15,-4-7 0-15,0-3 0 0,2-1 0 16,5-12 0-16,5-15 0 16,7-12 0-16,2-6 0 0,3-1 0 15,-1 3 0-15,2 5 0 0,-4 9 0 16,-7 12 0-16,-3 10 0 0,-7 9 0 15,-2 16 0-15,0 8 0 0,-4 7 0 16,0 5 0-16,-2-2 0 0,0 1 0 16,2-2 0-16,0-2 0 0,6-6 0 15,3-4 0-15,1-7 0 0,7-8 0 16,3-7 0-16,1-7 0 16,4-11 0-16,-3-6 0 0,1-5 0 15,-4-3 0-15,-5 2 0 0,-6 0 0 16,-5 3 0-16,-3 0 0 0,0 3 0 15,0 6 0-15,-3 8 0 0,3 5 0 16,-2 4 0-16,2 1 0 16,0 1 0-16,0 11 0 0,0 8 0 15,0 7 0-15,0 4 0 0,-4-3 0 16,2-1 0-16,-2-2 0 16,0-2-689-16,4-6-840 0</inkml:trace>
  <inkml:trace contextRef="#ctx0" brushRef="#br0" timeOffset="41775.53">24094 9544 3945 0,'0'0'3342'16,"-22"-52"-2686"-16,5 24-407 0,1 5-249 0,-1 6 0 0,0 5 0 0,3 6 0 16,0 4 0-16,-1 5 0 15,1 10 0-15,-1 5 0 0,1 9 0 16,3 3 0-16,5 4 0 0,2 0 0 15,4-2 0-15,10-1 0 16,7-5 0-16,6-6 0 0,8-3 0 16,4-9 0-16,0-7 0 0,-2-3 0 15,-2-10 0-15,-6-3 0 0,-7-4 0 16,-7-3 0-16,-7 1 0 16,-4-4 0-16,-8 2 0 0,-5 1 0 15,-5 2 0-15,-5 1 0 0,-2 1 0 16,-2 0 0-16,2 0 0 0,5-1 0 15,5 3-1193-15,5-1-1264 0</inkml:trace>
  <inkml:trace contextRef="#ctx0" brushRef="#br0" timeOffset="42146.09">24318 8812 3721 0,'0'0'1917'0,"0"0"-1045"0,0 0-115 0,0 0 168 16,0 0-925-16,0 0 0 0,0 0 0 16,4 69 0-16,6-8 0 0,2 4 0 15,5-3 0-15,2 3 0 16,-1 1 0-16,-1 3 0 0,-9 4 0 0,-4-1 0 16,-4-4 0-16,-8-6 0 15,-5-7 0-15,1-11 0 0,2-11 0 16,-3-13-1217-16,5-10-632 0,0-10-1173 0</inkml:trace>
  <inkml:trace contextRef="#ctx0" brushRef="#br0" timeOffset="42285.6">24227 9484 6526 0,'0'0'777'0,"0"0"112"16,51-48-889-16,-22 33 0 0,2-3 0 15,0 3 0-15,-6 1 0 0,4-1 0 16,-2 4 0-16,-4-1 0 0,-1-3 0 15,-7 6-1509-15,1-3-732 0</inkml:trace>
  <inkml:trace contextRef="#ctx0" brushRef="#br0" timeOffset="42410.58">24568 9358 4514 0,'0'0'1660'0,"2"64"-227"16,-2-29-848-16,0 0-585 0,-2 2 0 16,-7-2 0-16,3 0 0 15,0-6 0-15,2-5 0 0,2-5 0 16,2-7 0-16,0-6 0 0,2-5-365 15,0-7-2908-15</inkml:trace>
  <inkml:trace contextRef="#ctx0" brushRef="#br0" timeOffset="42534">24686 8967 7355 0,'10'-36'837'0,"2"15"-837"0,-6 5 0 15,-3 13 0-15,-3 3 0 0,0 7 0 16,4 9 0-16,2 13-45 0,4 8-1331 15,-1-7-17-15,-1 2-460 0</inkml:trace>
  <inkml:trace contextRef="#ctx0" brushRef="#br0" timeOffset="42783.64">24845 9441 6571 0,'0'0'888'0,"0"0"-155"15,-48-2-733-15,32 2 0 0,-1 3 0 16,5 8 0-16,-3 4 0 0,5 3 0 15,2 3 0-15,3 2 0 16,5-2 0-16,3 2 0 0,7-4 0 16,4-2 0-16,3-4 0 0,4-4 0 15,-1-3 0-15,1-6 0 0,-2-1 0 16,-3-8 0-16,-4-5 0 16,1-7 0-16,-3-4 0 0,-4-5 0 15,-4 2 0-15,5-6 0 0,-5 1-213 16,-2-1-739-16,-2 2-181 0,0 8-1136 15,-3 9-952-15</inkml:trace>
  <inkml:trace contextRef="#ctx0" brushRef="#br0" timeOffset="43012.6">24965 9454 4414 0,'0'0'1060'0,"-5"45"-104"0,1-20 325 16,-4-5-800-16,0 3-481 15,0-8 0-15,3-4 0 0,1-4 0 16,4-6 0-16,0-1 0 0,2-7 0 15,11-12 0-15,5-8 0 16,7-8 0-16,0-2 0 0,-6 3 0 16,3 4 0-16,-3 7 0 0,-5 9 0 15,1 8 0-15,-7 7 0 0,2 7 0 16,-1 9 0-16,-7 5 0 16,0 5 0-16,-2 2 0 0,0-3 0 15,0-1 0-15,2-5 0 0,2-5-341 16,4-6-2328-16</inkml:trace>
  <inkml:trace contextRef="#ctx0" brushRef="#br0" timeOffset="43321.73">25887 9442 4514 0,'0'0'1972'0,"0"0"-1051"0,12 51-136 16,-12-16-785-16,-4 1 0 0,-2-1 0 15,-1-5 0-15,5-2 0 0,0-8 0 16,2-5 0-16,4-4 0 0,1-4 0 16,-3-6-813-16,0-1-640 0,4-5-4265 0</inkml:trace>
  <inkml:trace contextRef="#ctx0" brushRef="#br0" timeOffset="43456.05">26060 9076 7847 0,'0'0'345'0,"-35"2"-345"16,14 6 0-16,3 2 0 16,3 2 0-16,7 1 0 0,6 0 0 15,4 2 0-15,10 2-989 0,7 3 140 16,0-5 17-16,-1 3-1413 0</inkml:trace>
  <inkml:trace contextRef="#ctx0" brushRef="#br0" timeOffset="43772.4">26201 9471 1760 0,'0'0'4146'0,"0"0"-3165"0,0 0 99 16,0 0-855-16,-37-22-225 0,22 13 0 15,1-2 0-15,-1 6 0 0,7 3 0 16,4 2 0-16,2 0 0 0,2 3 0 16,0 7 0-16,0 5 0 15,6 4 0-15,8-1 0 0,3 0 0 16,4-5 0-16,3 0 0 0,5-2 0 15,-2-2 0-15,-2 2 0 16,0 1 0-16,-5-1 0 0,-5-1 0 16,-7 3 0-16,-6 1 0 0,-6 3 0 15,-12 4 0-15,-7 2 0 0,-6 2 0 16,-4 0 0-16,-2-4 0 16,0-2 0-16,1-7 0 0,10-6 0 15,7-5 0-15,7-7 0 0,10-9-185 16,0 0-1219-16,8-6-797 0</inkml:trace>
  <inkml:trace contextRef="#ctx0" brushRef="#br0" timeOffset="44145.9">26937 9359 3225 0,'0'0'2105'0,"0"0"-1045"0,0 0 497 15,41 50-1312-15,-35-17-245 0,-2 6 0 16,0 3 0-16,-1 2 0 0,-3 1 0 15,0-2 0-15,0-2 0 0,-3-6 0 16,3-6 0-16,0-9 0 0,0-7 0 16,0-7 0-16,3-5 0 0,1-5 0 15,10-14 0-15,5-18 0 0,10-9 0 16,4-11 0-16,-4 2 0 16,0 4 0-16,-7 0 0 0,-3 9 0 15,-5 8 0-15,-5 10 0 0,-5 12 0 16,-2 6 0-16,-2 2-1001 0,0 1-584 0</inkml:trace>
  <inkml:trace contextRef="#ctx0" brushRef="#br0" timeOffset="44548.96">27220 9646 6526 0,'0'0'1666'15,"0"0"-1666"-15,0 0 0 0,0 0 0 16,0 0 0-16,0 0 0 0,41-2 0 15,-22-21 0-15,-1-4 0 0,-3 1 0 16,-7 0 0-16,-6 3 0 0,-2 3 0 16,-2 7 0-16,-6 5 0 0,-5 6 0 15,-1 7 0-15,-5 9 0 0,3 8 0 16,1 3 0-16,5 1 0 16,4 0 0-16,4 2 0 0,2-1 0 15,6-4 0-15,6 0 0 0,5-3 0 16,2-1 0-16,3 1 0 0,5 0 0 15,0-2 0-15,0-4 0 16,-4-1 0-16,-5-2 0 0,-7-3 0 16,-7-2 0-16,-2-1 0 0,-2-3 0 15,0 2 0-15,0-4 0 0,-2-3 0 16,0-12 0-16,2-12 0 16,6-9 0-16,2-6 0 0,2 2 0 15,3 7 0-15,-3 3 0 0,1 7 0 16,-5 3 0-16,0 7 0 0,-2 4 0 15,0 6 0-15,2-1-349 0,5 3-1108 16,-3-1 61-16,4-2-397 0</inkml:trace>
  <inkml:trace contextRef="#ctx0" brushRef="#br0" timeOffset="44938.8">27621 9527 1908 0,'0'0'3226'16,"0"0"-1693"-16,0 0-521 16,0 0-499-16,0 0-513 0,0 0 0 15,-23 49 0-15,11-18 0 0,1-1 0 16,7-2 0-16,4-4 0 0,4-2 0 15,9-3 0-15,3-3 0 16,5-8 0-16,6-4 0 0,2-4 0 16,2-10 0-16,2-4 0 0,-6-4 0 15,-2-1 0-15,-9 0 0 0,-3-1 0 16,-9 2 0-16,0 6 0 16,-4 4 0-16,0 6 0 0,2 2 0 15,-2 1 0-15,0 11 0 0,2 14 0 16,2 9 0-16,0 13 0 0,0 5 0 15,3 0 0-15,-1 6 0 0,-2 1 0 16,-4 4 0-16,-2 1 0 0,-9 2 0 16,-7 1 0-16,-9 1 0 0,-6 1 0 15,-8 0 0-15,-5-6 0 0,-4-6 0 16,3-12 0-16,-1-12 0 16,5-14 0-16,4-12 0 0,6-9 0 15,4-17 0-15,0-14 0 16,4-19 0-16,8-17 0 0,9-11 0 15,12-9 0-15,21 4 0 0,16 11 0 16,11 5 0-16,12 4 0 0,-2-4-305 16,-14 16-1240-16</inkml:trace>
  <inkml:trace contextRef="#ctx0" brushRef="#br0" timeOffset="45306.34">28501 9067 2457 0,'0'0'2085'0,"0"0"-1285"0,0 0 521 0,0 0-533 15,0 0-184-15,0 0-467 0,0 0-137 16,29 43 0-16,-35 12 0 16,-4 11 0-16,0 2 0 0,1-4 0 15,1-5 0-15,4-2 0 0,0-5 0 16,4-6 0-16,0-3 0 0,0-6 0 15,4-7 0-15,2-6 0 0,4-7 0 16,5-10-713-16,1-7-47 0,3-13-917 16,-2 1-4-16,-1-6-1128 0</inkml:trace>
  <inkml:trace contextRef="#ctx0" brushRef="#br0" timeOffset="45730.64">28758 9538 2144 0,'0'0'3086'0,"12"-33"-2078"0,-12 14-379 16,-4 4 191-16,-6 0-404 0,-5 3-327 15,1 3-89-15,-1 6 0 0,1 3 0 16,-3 4 0-16,1 10 0 16,-3 8 0-16,3 3 0 0,-1 2 0 15,5 0 0-15,5 3 0 0,5-4 0 16,2-2 0-16,9-3 0 16,1-4 0-16,2-7 0 0,1-3 0 15,3-4 0-15,1-3 0 0,-1-6 0 16,1-5 0-16,2-1 0 0,-5 2 0 15,3-1 0-15,-5 3 0 0,-2 3 0 16,3 2 0-16,-3 3 0 0,5 3-417 16,-1 4 129-16,3 0 116 0,1 0 116 15,3-2 36-15,2 0 20 0,-5-2 0 16,1 1 4-16,-9-3-4 16,-2 1 56-16,-6-1-8 0,-2 0 52 15,0-1 72-15,-2 1-40 0,-6 0 48 16,-4-1 81-16,1 0-261 0,1-5 0 15,2-3 0-15,6-4 0 16,2-6 0-16,6-3 0 0,6 1 0 16,3 1 0-16,3 1 0 0,1 1 0 15,-2 5 0-15,1 2 0 0,-3 4 0 16,-1 3-105-16,-4 1-1255 16,-1 2-377-16,-3 0-676 0</inkml:trace>
  <inkml:trace contextRef="#ctx0" brushRef="#br0" timeOffset="46345.72">29250 9457 2233 0,'0'0'2433'0,"0"0"-1373"0,-17-35 253 16,-1 20-601-16,-1 3-300 0,0 7-383 15,-1 5-29-15,1 6 0 0,1 8 0 16,-1 7 0-16,0 5 0 0,1 3 0 16,1 3 0-16,3 1 0 15,5-1 0-15,7 0 0 0,7-7 0 16,9-3 0-16,7-7 0 0,6-7 0 15,4-6 0-15,6-4 0 16,2-10 0-16,-2-5 0 0,-4-5 0 16,-8 0 0-16,-8-1 0 0,-7 6 0 15,-4 4 0-15,-4 5 0 0,-2 5 0 16,2 3 0-16,-2 8 0 16,2 11 0-16,3 11 0 0,-1 5 0 15,-2 7 0-15,4-2 0 0,-4 5 0 16,2 3 0-16,-2 1 0 0,-4 3 0 15,-6 1 0-15,-9 0 0 0,-7-2 0 16,-5 0 0-16,-9-7 0 0,-1-4 0 16,-2-4 0-16,4-11 0 0,3-9 0 15,6-9 0-15,5-7 0 0,6-9 0 16,7-11 0-16,4-9 0 16,6-4 0-16,8 0 0 0,11 2 0 15,12 4 0-15,10-1 0 0,9 1 0 16,9-5 0-16,3-2 0 0,3-4 0 15,-1-1 0-15,-6-2 0 16,-5 1 0-16,-9 2 0 0,-9 0 0 16,-8 2 0-16,-9 1 0 0,-5 2 0 15,-7-3 0-15,-6 2 0 0,0-3 0 16,-6 1 0-16,-5 0 0 16,-1 4 0-16,2 7 0 0,1 11 0 15,1 10 0-15,-6 13 0 0,-5 14 0 16,-4 14 0-16,-6 10 0 0,5 9 0 15,1 2 0-15,4 4 0 0,13-3 0 16,6-8 0-16,12-7 0 0,9-12 0 16,4-7 0-16,6-10 0 0,2-8 0 15,0-7 0-15,-2-10 0 0,-8-5-1113 16,-3-7-2141-16</inkml:trace>
  <inkml:trace contextRef="#ctx0" brushRef="#br0" timeOffset="47405.69">18761 10968 4918 0,'-8'-33'592'0,"0"-1"292"0,-3-2 273 16,1 4-633-16,0 4-407 0,-5 6-117 16,-1 6 0-16,-5 7 0 0,0 9 0 15,5 9 0-15,-5 10 0 0,0 10 0 16,5 9 0-16,-1 3 0 0,3 2 0 15,4-4 0-15,7 0 0 0,6-5 0 16,3-5 0-16,12-5 0 0,3-9 0 16,6-5 0-16,2-8 0 0,-4-3 0 15,6-7 0-15,-9-2 0 16,-3-3 0-16,-2 1 0 0,-7-1 0 16,2 1 0-16,-3-2 0 0,-3 1 0 15,0 2 0-15,4 4 0 16,-1 5 0-16,-1 2 0 0,2 2 0 15,-2 7 0-15,-1 3 0 0,3 3 0 16,-6 3 0-16,-2 2 0 0,2-1 0 16,-4 2 0-16,0-3 0 0,0-3 0 15,0-2 0-15,2-6 0 16,-2-4 0-16,4-1 0 0,1-2 0 16,5-6 0-16,2-9 0 0,3-7 0 15,1-5 0-15,-1-2 0 0,-3 2 0 16,-1 2 0-16,-3 1 0 0,-2 5 0 15,-2 1 0-15,-2 9 0 0,-2 4 0 16,0 2 0-16,0 3 0 0,6 3 0 16,-1 8 0-16,5 7 0 0,6 4 0 15,-1 3 0-15,6-3 0 16,-5-2 0-16,5-2 0 0,-5-1 0 16,1-1 0-16,-3-3 0 0,-3 2 0 15,-3-4 0-15,-2 1 0 0,-4-3 0 16,2-3-725-16,-4-2 5 15,0-4-101-15,-4 0-1656 0</inkml:trace>
  <inkml:trace contextRef="#ctx0" brushRef="#br0" timeOffset="47733.79">19423 10962 2953 0,'0'0'3930'0,"0"0"-2890"0,-40-32-771 16,24 23-269-16,-1 3 0 0,1 4 0 15,-1 5 0-15,-1 7 0 16,5 7 0-16,-1 5 0 0,8 3 0 15,1 2 0-15,5 2 0 0,7-2 0 16,1-1 0-16,4-2 0 0,5-4 0 16,-3-4 0-16,5-7 0 0,0-6 0 15,-1-3 0-15,1-11 0 16,1-7 0-16,-3-7 0 0,-3-7-521 16,-3 5-1144-16,-1-6-804 0</inkml:trace>
  <inkml:trace contextRef="#ctx0" brushRef="#br0" timeOffset="47889.42">19445 10502 6226 0,'0'0'1033'0,"0"0"-100"16,0 0-933-16,0 0 0 0,0 0 0 15,-2 60 0-15,4-14 0 0,3 8 0 16,-3 1 0-16,2 2 0 16,2 2 0-16,4 0 0 0,5-6 0 15,-1-5 0-15,-1-16 0 0,1-7-585 16</inkml:trace>
  <inkml:trace contextRef="#ctx0" brushRef="#br0" timeOffset="48307.37">20407 10838 3737 0,'0'0'2805'0,"-54"-24"-1956"15,27 19-297-15,2 7-303 16,5 9-249-16,3 8 0 0,3 8 0 16,5 6 0-16,1 5 0 0,8 0 0 15,8 1 0-15,1-2 0 0,7-1 0 16,3-5 0-16,3-3 0 0,5-5 0 15,6-8 0-15,2-8 0 0,1-7-1361 16,-10-3-236-16,6-9-640 0</inkml:trace>
  <inkml:trace contextRef="#ctx0" brushRef="#br0" timeOffset="48602.57">20690 10907 2709 0,'0'0'4614'0,"-37"-11"-3922"15,12 7-515-15,2 4-177 0,2 5 0 16,1 5 0-16,-1 7 0 0,5 6 0 16,1 5 0-16,5 5 0 0,4 3 0 15,3 1 0-15,6-1 0 0,7-1 0 16,6-4 0-16,13-7 0 16,0-6 0-16,6-8 0 0,-2-7 0 15,3-3 0-15,-7-7 0 0,-5-7 0 16,-7-5 0-16,-3-3 0 0,-7-4 0 15,-3-2 0-15,-4 0 0 0,-4-1 0 16,-3 1 0-16,-1 1 0 0,-2 0 0 16,1 0 0-16,3 5 0 0,2 3 0 15,0 7 0-15,4 3 0 16,4 7-633-16,2-1-351 0,7 3-169 16,-3 0-1240-16</inkml:trace>
  <inkml:trace contextRef="#ctx0" brushRef="#br0" timeOffset="48834.52">20830 11121 4538 0,'0'0'1260'16,"-4"54"-363"-16,0-31 403 0,4-11-1103 16,0-5-197-16,0-5 0 15,0-2 0-15,0-2 0 0,4-14 0 16,2-14 0-16,3-12 0 0,1-6 0 16,2-1 0-16,-1 5 0 0,-1 6 0 15,3 7 0-15,-5 11 0 0,-2 8 0 16,4 6 0-16,1 6 0 0,3 10 0 15,-1 7 0-15,1 10 0 0,-2 7 0 16,-1 3 0-16,-3 1 0 0,2-2 0 16,1-5 0-16,-1-2 0 0,2-7 0 15,-3-6 0-15,-3-7-1650 0</inkml:trace>
  <inkml:trace contextRef="#ctx0" brushRef="#br0" timeOffset="49332.69">21240 10233 2929 0,'0'0'2901'0,"0"0"-1892"16,-42 57-577-16,26-22-20 0,-3 11 97 15,3 7-509-15,1 7 0 0,9 7 0 16,4-1 0-16,6 0 0 0,11 1 0 15,5 0 0-15,1-1 0 0,6-1 0 16,-7-4 0-16,-1-5 0 0,-5-8 0 16,-3-8 0-16,-7-10 0 0,2-12-1553 15,-6-8-1137-15</inkml:trace>
  <inkml:trace contextRef="#ctx0" brushRef="#br0" timeOffset="49506.2">21074 10936 6074 0,'0'0'513'0,"0"0"599"0,11-33-619 16,3 17-493-16,3-3 0 0,7 0 0 15,-1 0 0-15,6 4 0 16,-2 3 0-16,2 4 0 0,-2 5 0 16,2 3 0-16,-2 3 0 0,-5 3-1421 15,-3 0-496-15,-5 1-1761 0</inkml:trace>
  <inkml:trace contextRef="#ctx0" brushRef="#br0" timeOffset="49678.71">21446 11174 3089 0,'0'0'2049'0,"0"0"-1301"16,0 0 157-16,0 0-509 0,0 0-96 16,0 0 128-16,-33 9-272 0,33-36-35 15,0-6-121-15,2-5 0 16,9 4 0-16,-1 5 0 0,2 7 0 15,1 4 0-15,-1 4 0 0,-1 2 0 16,7 3 0-16,-3 0-897 0,-5 0-680 16,2 0-872-16</inkml:trace>
  <inkml:trace contextRef="#ctx0" brushRef="#br0" timeOffset="49941.84">21725 10918 6671 0,'0'0'1080'0,"0"0"-639"0,-39-15-441 15,21 14 0-15,-3 1 0 0,0 7 0 16,-2 5 0-16,5 7 0 0,1 5 0 16,5 4 0-16,4 1 0 0,1 0 0 15,12 0 0-15,5-4 0 16,6-2 0-16,5-6 0 0,2-5 0 16,2-4 0-16,-3-4 0 0,1-4 0 15,-6-3 0-15,-5-4 0 0,-2-4 0 16,-1-2 0-16,-7-4 0 15,-2-1 0-15,0 1 0 0,0-1 0 16,-4 1 0-16,-3 2 0 0,1-3 0 16,-2 3 0-16,2-6-101 15,0 4-1231-15,-1-3-429 0</inkml:trace>
  <inkml:trace contextRef="#ctx0" brushRef="#br0" timeOffset="50159.28">21825 10425 6002 0,'0'0'1677'16,"0"0"-1273"-16,0 0-295 0,16 46-109 15,-10-1 0-15,-1 12 0 0,-5 7 0 16,0 2 0-16,0 1 0 16,0 3 0-16,0-2 0 0,0-4 0 15,4-6 0-15,2-8 0 0,2-10 0 16,0-12 0-16,3-14 0 15,-3-8-1161-15,-2-12-2009 0</inkml:trace>
  <inkml:trace contextRef="#ctx0" brushRef="#br0" timeOffset="50328.79">21988 10451 6559 0,'0'0'1032'0,"0"0"-431"15,0 0-601-15,0 0 0 0,0 71 0 16,0-20 0-16,0 8 0 0,4 2 0 15,2-3 0-15,3 2 0 0,1 2 0 16,2 1 0-16,-1-5 0 0,3-4 0 16,1-7 0-16,-1-7 0 0,-4-14 0 15,-3-9-1549-15,-3-8-1417 0</inkml:trace>
  <inkml:trace contextRef="#ctx0" brushRef="#br0" timeOffset="50639.4">22213 11069 5974 0,'0'0'1041'16,"0"0"-565"-16,37-10 225 16,-14-3-701-16,-8-3 0 0,1-2 0 15,-3 0 0-15,-9 1 0 0,-4 1 0 16,-2 2 0-16,-9 0 0 0,-3 0 0 15,-1 5 0-15,-1 0 0 0,1 5 0 16,-3 4 0-16,7 6 0 0,-3 12 0 16,2 8 0-16,1 9 0 0,1 5 0 15,8 3 0-15,2 0 0 16,10-4 0-16,7-6 0 0,5-7 0 16,7-9 0-16,7-7 0 0,7-8-701 15,2-8-1144-15,-5-3 1385 16,-3-5-805-16</inkml:trace>
  <inkml:trace contextRef="#ctx0" brushRef="#br0" timeOffset="50855.5">22623 10947 5650 0,'0'0'1141'0,"-29"-38"235"16,12 22-1351-16,1 8-25 0,-1 6 0 15,-2 4 0-15,-3 9 0 0,1 8 0 16,-2 7 0-16,3 8 0 0,1 6 0 15,5 2 0-15,7-1 0 0,7-3 0 16,11-6 0-16,9-5 0 0,5-9 0 16,8-6 0-16,6-11 0 0,-1-5 0 15,-1-12 0-15,-6-8 0 16,-6-6-1197-16,-11 5-852 0,-3-5-1545 0</inkml:trace>
  <inkml:trace contextRef="#ctx0" brushRef="#br0" timeOffset="51007.69">22637 10436 7439 0,'0'0'524'16,"0"0"-295"-16,0 0-229 0,-19 60 0 15,9-7 0-15,6 12 0 0,0 4 0 16,4-1 0-16,0-4 0 16,8 0 0-16,0-6 0 0,5-8 0 15,1-7 0-15,1-7 0 0,-3-8 0 16,-6-11-1029-16,3-7-1588 0</inkml:trace>
  <inkml:trace contextRef="#ctx0" brushRef="#br0" timeOffset="51811.82">23549 10476 5626 0,'0'0'496'0,"-25"37"29"0,12-10 463 0,7 11-600 0,-2 6-219 16,2 8-169-16,0 2 0 0,3 5 0 15,1 3 0-15,2 0 0 16,2 6 0-16,3-1 0 0,3-3 0 15,2-5 0-15,3-9 0 0,1-12 0 16,3-9 0-16,-1-12 0 0,1-9 0 16,1-9 0-16,-1-12 0 0,1-8 0 15,1-10 0-15,-4-4 0 16,-7-4 0-16,-4 0 0 0,-8 4 0 16,-7 5 0-16,-7 6 0 0,-5 6 0 15,-2 8 0-15,1 6 0 0,3 4 0 16,2 3 0-16,9 4 0 0,0 2 0 15,5 1 0-15,3 1 0 0,2 0-93 16,2-1-1019-16,3-2-89 0,3-5-1968 0</inkml:trace>
  <inkml:trace contextRef="#ctx0" brushRef="#br0" timeOffset="52262">23733 11123 6082 0,'0'0'953'15,"0"0"-313"-15,0 0-123 0,35 10-517 16,-23-10 0-16,1-6 0 0,-1-4 0 16,4-3 0-16,-1-3 0 0,2-5 0 15,-1-2 0-15,-1-2 0 16,-3 0 0-16,0 2 0 0,-5 2 0 16,-3 1 0-16,-2 3 0 0,-2 6 0 15,0 2 0-15,-2 6 0 0,-7 1 0 16,-1 2 0-16,-2 11 0 0,-3 8 0 15,5 8 0-15,0 6 0 0,3 3 0 16,3 3 0-16,4 2 0 0,0 1 0 16,2-2 0-16,9-2 0 0,3 2 0 15,3 1 0-15,3 1 0 16,1 6 0-16,-5 4 0 0,-3 5 0 16,-7 2 0-16,-6 3 0 0,-2 1 0 15,-10-4 0-15,-3-2 0 16,-6-3 0-16,-1-6 0 0,-5-7 0 15,0-8 0-15,-4-8 0 0,-2-9 0 16,-4-8 0-16,-3-6 0 16,3-6 0-16,2-13 0 0,2-10 0 15,0-11 0-15,6-7 0 0,8-5 0 0,7 4 0 16,12 6 0-16,12 5 0 16,11 3 0-16,8 4 0 0,6-2 0 15,7-1 0-15,5 1 0 0,5-3 0 16,-10 8-33-16,-1-4-1411 0</inkml:trace>
  <inkml:trace contextRef="#ctx0" brushRef="#br0" timeOffset="52791.86">24944 11072 2108 0,'0'0'2910'0,"0"0"-1806"15,0 0-423-15,0 0 391 0,-21-42-755 16,7 26-317-16,-5 3 0 0,1 4 0 16,1 5 0-16,3 6 0 15,-1 9 0-15,3 9 0 0,-1 12 0 16,1 8 0-16,4 7 0 0,6 1 0 16,4 0 0-16,8-6 0 0,9-5 0 15,5-10 0-15,5-8 0 0,4-12 0 16,0-8 0-16,5-13 0 0,-5-10 0 15,-2-9-781-15,-8 5-448 0,-7-7-2632 0</inkml:trace>
  <inkml:trace contextRef="#ctx0" brushRef="#br0" timeOffset="52979.38">25093 10607 6062 0,'0'0'921'0,"0"0"-165"0,0 0-303 16,0 0-453-16,-2 40 0 15,-7 1 0-15,3 13 0 0,-4 4 0 16,2-3 0-16,1 5 0 0,3-1 0 16,4 0 0-16,0 0 0 15,2-2 0-15,5-5 0 0,1-7 0 16,8-7 0-16,1-10 0 0,6-10-1738 16,-7-8-423-16,3-9-1632 0</inkml:trace>
  <inkml:trace contextRef="#ctx0" brushRef="#br0" timeOffset="53338.42">25302 11028 5582 0,'0'0'2065'16,"-31"-45"-1520"-16,14 26-545 0,3 10 0 15,3 5 0-15,-1 6 0 16,1 9 0-16,-1 7 0 0,-2 6 0 16,-1 7 0-16,1 3 0 0,7 0 0 15,3 1 0-15,2-3 0 0,2-4 0 16,4-3 0-16,5-7 0 15,3-6 0-15,3-4 0 0,1-7 0 16,-1-2 0-16,3-9 0 0,-1-4 0 16,-1-6 0-16,-1-2 0 15,-3-1 0-15,-2-2 0 0,-1 6 0 16,-3 6 0-16,-4 6 0 0,0 5 0 16,-2 2 0-16,0 5 0 0,0 8 0 15,2 1 0-15,-2 4 0 0,2 1 0 16,-2-5 0-16,2-1 0 0,0-3 0 15,4-2 0-15,1-3 0 0,3-3 0 16,0-2 0-16,3-2-221 0,1-5-471 16,3-5 148-16,-3-2 235 15,1-3-463-15,-3-3-84 0,1 0-97 16,-5 6-643-16,-2 0-185 0</inkml:trace>
  <inkml:trace contextRef="#ctx0" brushRef="#br0" timeOffset="53772.8">25479 11093 2653 0,'0'0'1200'16,"0"0"-223"-16,-6 50 279 0,2-30-651 15,2 2-157-15,-2-2 180 0,0 0-384 16,2-4-63-16,2-3-181 0,0-3 0 16,0-4 0-16,0-3 0 15,2-3 0-15,2 0 0 0,4-2 0 16,2-9 0-16,3-7 0 0,1-5 0 16,1-7 0-16,-1 0 0 0,-1 1 0 15,-1 1 0-15,0 3 0 0,-1 3 0 16,-3 7 0-16,-2 5 0 0,-4 5 0 15,0 5 0-15,0 2 0 0,0 8 0 16,1 6 0-16,1 3 0 0,0 3 0 16,-2-2 0-16,4-2 0 0,-2-2 0 15,0-2 0-15,0-1 0 16,1-5 0-16,-3-3 0 0,-2-2 0 16,2-2 0-16,0-1 0 0,2-2 0 15,2-10 0-15,5-8 0 0,3-5 0 16,0 0 0-16,3 2 0 15,-5 5 0-15,-1 6 0 0,-5 4 0 16,-2 4 0-16,-2 1 0 0,2 3 0 16,0 0 0-16,3 2 0 0,-1 13 0 15,2 10 0-15,-2 5 0 16,-4 5 0-16,0-2 0 0,-2-3 0 16,2-3 0-16,1-3 0 0,1 1 0 15,0-4 0-15,2 0 0 0,-2-5 0 16,0-5-1337-16,-2-2-628 0</inkml:trace>
  <inkml:trace contextRef="#ctx0" brushRef="#br0" timeOffset="54268.38">26019 11289 6070 0,'0'0'809'0,"0"0"-225"0,-13 53 145 0,11-15-729 15,2 9 0-15,0 1 0 0,0 2 0 16,0 1 0-16,0 0 0 16,0-3 0-16,-2-1 0 0,-2-5 0 0,-2-4 0 15,0-6 0-15,0-5 0 16,-1-6 0-16,1-8 0 0,4-7 0 16,0-4 0-16,0-5 0 0,2-11-297 15,0-14-319-15,4-8-129 0,2-8-831 16,1 8 223-16,-3-2-116 0</inkml:trace>
  <inkml:trace contextRef="#ctx0" brushRef="#br0" timeOffset="54501.59">25978 11302 3989 0,'-3'-58'1697'16,"3"1"-756"-16,0-2-137 15,9 16-43-15,3 7-761 0,5 9 0 16,-1 10 0-16,5 2 0 0,0 7 0 16,1 3 0-16,3 5 0 0,2 3 0 15,-4 5 0-15,-3 5 0 16,-1 3 0-16,-7 2 0 0,-5 3 0 15,-5 3 0-15,-7 3 0 0,-7 2 0 16,-9 1 0-16,-8 1 0 0,-4-2 0 16,-4-1 0-16,0-4 0 0,4-5 0 15,6-4 0-15,11-6 0 16,5-5 0-16,9-3 0 0,2-1 0 16,6-5-545-16,13-9-331 0,14-8-557 15,0 1 364-15,4-4 13 0</inkml:trace>
  <inkml:trace contextRef="#ctx0" brushRef="#br0" timeOffset="54626.49">26360 11034 4277 0,'0'0'933'0,"0"0"247"0,-6 42 49 15,-3-11-705-15,3 7-475 16,0-1-49-16,0 0 0 0,0-5 0 16,2-2 0-16,-1-4 0 0,3-5 0 15,0-8 0-15,2-4 0 16,0-6-25-16,0-2-1984 0,2-7-620 0</inkml:trace>
  <inkml:trace contextRef="#ctx0" brushRef="#br0" timeOffset="54781.98">26430 10681 6202 0,'0'0'549'0,"0"0"-141"0,-4-33-36 15,4 33-356-15,0 3-16 0,0 13-100 16,4 10-320-16,2 11-109 0,1 4-1147 15,-1-8 11-15,2-2-1436 0</inkml:trace>
  <inkml:trace contextRef="#ctx0" brushRef="#br0" timeOffset="55417.42">26480 11315 3909 0,'0'0'2517'0,"0"0"-1924"0,-4 38-29 16,4-38-104-16,2-3-376 0,8-13-19 15,5-12-65-15,3-10 0 0,3-8 0 16,-1-2 0-16,-1 4 0 15,0 4 0-15,-5 7 0 0,-3 11 0 16,-5 8 0-16,-4 8 0 0,0 5 0 16,-2 1 0-16,0 4 0 0,0 11 0 15,2 11 0-15,0 6 0 16,2 2 0-16,2-3 0 0,5-5 0 16,5-3 0-16,5-2-265 0,4-3-499 15,4-3 51-15,-3-3-135 0,-1-7-421 16,0-4 465-16,-6-2 260 0,-3-8-8 15,-1-4 552-15,-3-3 20 0,-4-3 104 16,-3-4 36-16,-5-2 112 0,-5-3 400 16,-7 2 145-16,-5 3 11 0,-1 7 168 15,-1 6-495-15,-1 6-101 16,1 4 200-16,-2 4-384 0,3 7-63 16,3 2-153-16,1 3 0 0,3 1 0 15,9-1 0-15,2-1 0 16,4-2 0-16,11-3 0 0,-1-4 0 15,7-4 0-15,0-2 0 0,-1-4 0 16,-1-1 0-16,-5-4 0 0,1 1 0 16,-5 1 0-16,-4 0 0 15,1 3 0-15,-5 1 0 0,4 3 0 16,0 1 0-16,2 11 0 0,5 16 0 16,-1 11 0-16,-1 12 0 0,1 6 0 15,-2 0 0-15,-1 2 0 0,-1 4 0 16,-4-5 0-16,-4 0 0 0,-4-2 0 15,-11-3 0-15,-7-3 0 0,-11-2 0 16,-7-3 0-16,-5-5 0 0,-5-6 0 16,-1-7 0-16,-1-8 0 15,2-10 0-15,7-8 0 0,6-8 0 16,6-16 0-16,6-6 0 0,4-13 0 16,11-1 0-16,10 1 0 0,12 1 0 15,19 3 0-15,11 1 0 16,13-2 0-16,7 0 0 0,5 1 0 15,-3 1 0-15,0-1 0 0,-19 8-793 16,-6 1-1488-16</inkml:trace>
  <inkml:trace contextRef="#ctx0" brushRef="#br0" timeOffset="57924.05">18393 12569 1084 0,'0'0'2941'0,"0"0"-1796"0,0 0-93 16,0 0 249-16,0 0-632 0,0 0-669 16,0 0 0-16,-20 49 0 0,9 3 0 15,1 11 0-15,6 4 0 0,4-5 0 16,4-3 0-16,2-2 0 15,0-3 0-15,5-8 0 0,-3-6 0 16,4-4 0-16,-1-8 0 0,-1-10-105 16,-2-7-987-16,-6-7-1734 15</inkml:trace>
  <inkml:trace contextRef="#ctx0" brushRef="#br0" timeOffset="58205.76">18406 12386 6126 0,'0'0'669'0,"35"-29"-249"0,-12 20 52 0,1 9-60 15,1 3-332-15,-2 8-67 16,4 7-13-16,4 3 0 0,-4 6 0 16,4 8 0-16,-7 5 0 0,-1 10 0 15,-6 8 0-15,-9 7 0 0,-6 10 0 16,-8 4 0-16,-4 3 0 15,-11-3 0-15,-2-4 0 0,-2-6 0 16,-2-10 0-16,-4-8 0 0,5-12 0 16,1-15 0-16,2-13 0 15,-2-11-129-15,9-16-127 0,5-10-460 16,5-9-113-16,2 4-227 0,4-4-1809 0</inkml:trace>
  <inkml:trace contextRef="#ctx0" brushRef="#br0" timeOffset="58416.8">18846 12990 7111 0,'-10'38'912'16,"-1"6"-743"-16,-1 10-169 15,4-3 0-15,1-3 0 0,3-8 0 16,8-7 0-16,3-9 0 0,3-6 0 15,4-12 0-15,-1-9 0 0,-3-6-1477 16,-4-9-748-16</inkml:trace>
  <inkml:trace contextRef="#ctx0" brushRef="#br0" timeOffset="58516.58">18898 12597 5898 0,'0'0'837'0,"0"0"-81"16,0 0-496-16,0 0-260 0,0 0-672 15,-5 34-1221-15,12-17-1901 0</inkml:trace>
  <inkml:trace contextRef="#ctx0" brushRef="#br0" timeOffset="58850.86">19177 13016 2977 0,'0'0'2481'15,"-35"-18"-1581"-15,18 7 201 0,0 0-437 16,-3 4-595-16,-1 2-69 0,7 5 0 16,-3 0 0-16,5 4 0 15,3-1 0-15,3 2 0 0,4 2 0 16,2 1 0-16,2 4 0 0,13 3 0 16,5-3 0-16,7-1 0 0,4-2 0 15,0-1 0-15,-2-1 0 0,0 1 0 16,-6 3 0-16,-2 1 0 0,-11 2 0 15,-4 4 0-15,-6 1 0 0,-6 4 0 16,-11 1 0-16,-3 2 0 0,-5-3 0 16,-6-3 0-16,0-4 0 0,-2-5 0 15,2-4 0-15,4-6 0 16,6-2 0-16,1-11-601 0,9 2-724 16,1-7-3017-16</inkml:trace>
  <inkml:trace contextRef="#ctx0" brushRef="#br0" timeOffset="59206.41">19330 13354 4426 0,'0'37'2637'0,"0"1"-1785"16,-2 8-575-16,0 1-277 0,-5 1 0 15,5-3 0-15,-2-2 0 0,-2-4 0 16,2-6 0-16,0-6 0 16,2-7 0-16,-3-4 0 0,5-8-109 15,0-5-503-15,0-3-60 0,0 0-1097 16,0-14-212-16</inkml:trace>
  <inkml:trace contextRef="#ctx0" brushRef="#br0" timeOffset="59595.5">19245 13345 3125 0,'0'0'2697'15,"0"0"-1728"-15,-8-36 299 0,12 6-1135 16,10-6-133-16,7-2 0 0,2-1 0 16,6-1 0-16,4 4 0 15,-2 2 0-15,2 6 0 0,-2 8 0 16,-4 5 0-16,-3 5 0 0,-3 8 0 16,-4 2 0-16,-3 6 0 0,-4 5 0 15,-1 6 0-15,-5 2 0 0,-4 5 0 16,0 2 0-16,-13 2 0 0,-5 2 0 15,-9 0 0-15,2-1 0 0,-8-2 0 16,2-4 0-16,4-4 0 0,4-7 0 16,5-6 0-16,12-5 0 15,-1-1 0-15,7-2-137 0,0-2-1083 16,3-8-2162-16</inkml:trace>
  <inkml:trace contextRef="#ctx0" brushRef="#br0" timeOffset="59986.61">19685 12533 4974 0,'0'0'808'0,"0"0"-320"0,6 49 213 0,-6-2-149 15,-8 8-84-15,-4 7-267 0,1-4-201 16,1 0 0-16,0-7 0 0,-1-2 0 16,7-4 0-16,-2-6 0 15,6-5 0-15,0-5 0 0,4-8 0 16,2-7 0-16,3-5-421 0,-3-6-1828 16,0-4-660-16</inkml:trace>
  <inkml:trace contextRef="#ctx0" brushRef="#br0" timeOffset="60281.78">19877 12934 6374 0,'0'0'1569'0,"0"0"-1320"0,-45-43-249 16,26 36 0-16,3 6 0 0,3 5 0 16,-5 7 0-16,5 6 0 0,-1 6 0 15,2 4 0-15,1 4 0 16,3 2 0-16,6 0 0 0,2-3 0 15,2-4 0-15,6-3 0 0,5-8 0 16,1-3 0-16,3-8 0 0,-1-4 0 16,5-10 0-16,-5-6 0 15,-1-2 0-15,-3-2 0 0,-1 3 0 16,-7 4 0-16,2 1 0 0,-6 7 0 16,4 2 0-16,-4 3 0 0,0 3 0 15,2 9 0-15,0 9 0 0,0 2 0 16,4 1 0-16,3-4 0 0,-3-6 0 15,0-3 0-15,4-4-233 0,3-6-895 16,-1-1-5-16,1-4-272 0</inkml:trace>
  <inkml:trace contextRef="#ctx0" brushRef="#br0" timeOffset="60515.43">20101 12928 2629 0,'0'0'3501'16,"0"0"-2188"-16,-38-8-661 15,28 18-555-15,-4 7-97 0,-1 4 0 16,-1 7 0-16,3 0 0 0,5 2 0 16,6-1 0-16,6-4 0 15,8-3 0-15,5-5 0 0,4-6 0 16,3-5 0-16,3-4 0 0,-2-2 0 16,-2-6 0-16,0-4 0 0,-3-3 0 15,-3-2 0-15,-3-2 0 0,-5 0-413 16,-7 2-1764-16,-2 1-1757 0</inkml:trace>
  <inkml:trace contextRef="#ctx0" brushRef="#br0" timeOffset="61699.78">20254 13047 3405 0,'0'0'3558'0,"0"0"-2694"16,0 0-499-16,0 0-365 0,0 0 0 15,0 0 0-15,41-38 0 0,-31 20 0 16,1 0 0-16,-5 1 0 0,0-2 0 16,-6 0 0-16,0 1 0 0,-10-1 0 15,-1 6 0-15,-5 2 0 16,-1 8 0-16,1 5 0 0,-1 13 0 16,-1 7 0-16,3 4 0 0,-1 6 0 15,9 0 0-15,3 4 0 0,4-1 0 16,4 1 0-16,7-4 0 0,5-3 0 15,1-5 0-15,4-6 0 0,-1-8 0 16,7-6 0-16,0-5 0 0,2-9 0 16,-2-6-77-16,0-6 65 0,2-6 4 15,-7 1-112-15,1-4 52 16,-6 6 8-16,-5 6 8 0,-4 6 52 16,-4 9 44-16,-4 1 88 0,0 3 80 15,0 3-203-15,-4 8-9 16,-2 7 0-16,0 4 0 0,-2 4 0 15,-1-1 0-15,3-3 0 0,-2-4 0 16,6-5 0-16,2-6 0 0,-2-3 0 16,2-2 0-16,4-2 0 15,2-4 0-15,4-9 0 0,7-9 0 16,-3-4 0-16,5-2 0 0,-2 1 0 16,-5 3 0-16,2 4 0 0,-3 3 0 15,-5 8 0-15,-2 4 0 0,-4 4 0 16,4 1 0-16,-2 10 0 0,4 6 0 15,-1 5 0-15,-1 3 0 0,-2-3 0 16,2-4 0-16,0-1 0 0,-2-5 0 16,2-2 0-16,-4-7 0 0,2 1 0 15,2-3 0-15,1 0 0 16,1-7 0-16,8-8 0 0,-3-4 0 16,1 0 0-16,-2 0 0 0,-3 4 0 15,-3 2 0-15,0 6 0 16,-2 2 0-16,0 2 0 0,-2 1 0 15,2 2 0-15,-2 0 0 0,0 11 0 16,6 6 0-16,-2 4 0 0,3 4 0 16,-1-4 0-16,-2-1 0 15,0-3 0-15,2-2 0 0,-2-2 0 16,0-2 0-16,3-4 0 0,-1-3 0 16,4-4 0-16,1-1 0 0,3-6 0 15,3-3-17-15,-5-4 17 0,2 1 17 16,1-3-17-16,-3 1 0 0,-1-2 0 15,-1 0 0-15,-4-2 0 0,-2-2 0 16,-4 0 0-16,0-2 0 0,0 1 0 16,-2 2 0-16,-2 5 0 0,0 5 0 15,0 5 0-15,-2 3 0 16,6 2 0-16,-11 3 0 0,5 8 0 16,-4 10 0-16,-3 6 0 0,5 4 0 15,4 1 0-15,4-3 0 16,2-5 0-16,6-5 0 0,1-3 0 15,-1-6 0-15,2-4 0 0,-2-3 0 16,-3-3 0-16,1 0 0 0,-2-4 0 16,4-4 0-16,0-5 0 15,3 1 0-15,-5 2 0 0,0 5 0 16,-2 4 0-16,-2 1 0 0,3 3 0 16,-1 5 0-16,2 5 0 0,-2 1 0 15,0-2 0-15,-2-4 0 0,-2-4 0 16,0 0 0-16,0-1 0 0,0-1 0 15,4-1 0-15,-2-1 0 0,0-8 0 16,7-7 0-16,-1-7 0 0,2-3 0 16,3 0 0-16,-5 4 0 15,-2 6 0-15,-2 6 0 0,-2 3 0 16,-2 4 0-16,0 2 0 0,0 0 0 16,0 2 0-16,0 5 0 0,0 9 0 15,7 8 0-15,-5 4 0 16,0-1 0-16,2-2 0 0,0-5 0 15,-2-4 0-15,0-3 0 0,0-5 0 16,-2-2 0-16,0-3 0 0,2-1 0 16,-2-2-185-16,0-3-1872 15,0-13-388-15</inkml:trace>
  <inkml:trace contextRef="#ctx0" brushRef="#br0" timeOffset="61900.98">21275 12460 7991 0,'0'0'201'0,"0"0"-201"16,0 0 0-16,0 0 0 0,0 0 0 16,4 56 0-16,6-5 0 0,1 11 0 15,-1 6 0-15,0-1 0 16,-8 1 0-16,0 3 0 0,-4-2 0 16,-4-2 0-16,-4-6 0 0,-3-5 0 15,3-8 0-15,0-9 0 16,1-11 0-16,3-12-233 0,2-8-1704 15,-2-10-976-15</inkml:trace>
  <inkml:trace contextRef="#ctx0" brushRef="#br0" timeOffset="62006.34">21236 13054 7715 0,'0'0'477'0,"0"0"-477"0,0 0 0 16,57-24 0-16,-24 13 0 0,-2 0 0 15,7-3 0-15,-1 1 0 0,2-3 0 16,0 1 0-16,-8 2-57 0,-4-1-3945 0</inkml:trace>
  <inkml:trace contextRef="#ctx0" brushRef="#br0" timeOffset="62399.96">22273 13027 7035 0,'-12'37'540'0,"6"-1"40"16,1 9-543-16,5-3-37 0,0 0 0 15,9-7 0-15,3-4 0 16,1-8 0-16,5-9 0 0,5-10-421 15,-7-4-567-15,3-9-1582 0</inkml:trace>
  <inkml:trace contextRef="#ctx0" brushRef="#br0" timeOffset="62555.35">22472 12691 6430 0,'0'0'553'16,"-27"-33"-73"-16,16 24-132 0,7 6-60 15,-2 3-260-15,6 3-28 0,0 6-12 16,0 9-296-16,10 5-320 0,1-6-1245 16,1 0-236-16</inkml:trace>
  <inkml:trace contextRef="#ctx0" brushRef="#br0" timeOffset="62868.12">22691 12976 3513 0,'0'0'2189'15,"0"0"-1353"-15,-33-7 1 0,18 2-309 16,1-1-239-16,3 3-289 0,-5-1 0 16,1 1 0-16,1 2 0 15,2 1 0-15,5 0 0 0,3 0 0 16,0 4 0-16,-2 4 0 0,6 7 0 16,4 2 0-16,2 1 0 0,15 0 0 15,0-4 0-15,1-1 0 0,3-1 0 16,-2 0 0-16,-2 0 0 0,-5 1 0 15,-6 0 0-15,-5 3 0 0,-5 3 0 16,-11 0 0-16,-5 1 0 0,-5 1 0 16,-2-2 0-16,-6-2 0 0,0-2 0 15,0-3 0-15,5-7 0 16,5-4 0-16,7-4 0 0,7-10 0 16,10-5 0-16,3 1-1077 0,6-5-600 15</inkml:trace>
  <inkml:trace contextRef="#ctx0" brushRef="#br0" timeOffset="63427.52">23900 12607 6138 0,'0'0'885'0,"-39"-54"107"0,14 26-815 16,0 8-177-16,-2 5 0 0,0 4 0 15,3 10 0-15,-3 6 0 16,2 11 0-16,2 11 0 0,3 7 0 16,5 4 0-16,5 2 0 0,6 2 0 15,4-4 0-15,8-3 0 0,10-9 0 16,5-6 0-16,10-8 0 0,4-11 0 15,7-4 0-15,-1-10 0 0,1-7 0 16,-7-1 0-16,-6 0 0 0,-10 8 0 16,-9 4 0-16,-6 6 0 15,-4 7 0-15,-4 14 0 0,-12 18 0 16,-3 15 0-16,-10 10 0 0,-2 2 0 16,5-5 0-16,-1-1 0 0,0-1 0 15,6-5 0-15,5-5 0 16,6-7 0-16,3-9 0 0,5-8 0 15,3-8 0-15,7-8 0 0,2-7-221 16,-3-6-1063-16,3-8-2362 0</inkml:trace>
  <inkml:trace contextRef="#ctx0" brushRef="#br0" timeOffset="63722.16">24117 12607 6743 0,'0'0'1048'0,"0"0"-647"15,-35-28-401-15,16 31 0 0,-1 19 0 16,-3 9 0-16,-4 15 0 0,2 13 0 16,3 8 0-16,3 2 0 15,9 2 0-15,5-4 0 0,10-5 0 16,9-6 0-16,9-8 0 0,8-9 0 16,4-11 0-16,6-11 0 0,3-11 0 15,-1-11 0-15,-4-12 0 16,-6-10 0-16,-4-9 0 0,-6-7 0 15,-8-3 0-15,-5-3 0 0,-6 0 0 16,-4-1 0-16,-4-1 0 0,-4 1 0 16,-5 0 0-16,-1 6 0 15,-1 6 0-15,3 7 0 0,6 5-569 16,2 8-1176-16,4 2-636 0</inkml:trace>
  <inkml:trace contextRef="#ctx0" brushRef="#br0" timeOffset="64003.15">24394 12414 5858 0,'0'0'1057'0,"0"0"-449"0,0 0 61 16,0 0-669-16,-41 2 0 0,20 14 0 16,0 5 0-16,3 2 0 0,3-1 0 15,9 0 0-15,2-2 0 0,8-2 0 16,9-3 0-16,3-4 0 15,9-7 0-15,6-4 0 0,0-6 0 16,-2-4 0-16,-2-3 0 0,-9-4 0 16,-3 1 0-16,-9-2 0 0,-4-1 0 15,-2-1 0-15,-6 2 0 16,-2 2 0-16,-7 3 0 0,-3 5 0 16,-3 2 0-16,-2 1 0 0,4 2-781 15,7-3-2301-15</inkml:trace>
  <inkml:trace contextRef="#ctx0" brushRef="#br0" timeOffset="64611.94">25333 12981 5374 0,'0'0'1373'0,"-11"-35"-669"16,-1 19-32-16,-3 5-603 0,-3 5-69 16,-5 6 0-16,0 6 0 15,1 12 0-15,-5 7 0 0,4 8 0 16,2 4 0-16,7 2 0 0,8 1 0 16,6-1 0-16,6-6 0 0,12-5 0 15,5-7 0-15,8-9 0 0,4-9 0 16,2-5 0-16,1-11 0 0,-3-8 0 15,-4 0 0-15,-6-1 0 0,-9 2 0 16,-5 2 0-16,-7 3 0 0,-4 0 0 16,-4 1 0-16,-7 3 0 0,-3 1 0 15,-3 3 0-15,-1 2 0 16,3 0 0-16,3 2 0 0,5-1 0 16,3 2-217-16,4-2-735 0,0 2-1 15,4-2-1656-15,11 0-556 0</inkml:trace>
  <inkml:trace contextRef="#ctx0" brushRef="#br0" timeOffset="64951.04">25585 12952 6098 0,'0'0'1173'15,"0"0"-441"-15,0 0-543 0,0 0-189 16,0 0 0-16,0 0 0 0,-35 38 0 16,18 2 0-16,5 8 0 15,3-3 0-15,7 1 0 0,2 0 0 16,11-4 0-16,3-8 0 0,5-6 0 16,6-10 0-16,1-8 0 0,1-9 0 15,0-5 0-15,-2-8 0 16,-4-9 0-16,-7-5 0 0,1-4 0 15,-5-3 0-15,0-5 0 0,-1-2 0 16,-5-1 0-16,2-3 0 0,-2 0 0 16,-2-2 0-16,-2-4-337 0,0 11-1680 15,0-5-1004-15</inkml:trace>
  <inkml:trace contextRef="#ctx0" brushRef="#br0" timeOffset="65153.8">26023 12322 6350 0,'0'0'981'0,"0"0"-120"16,0 0-861-16,-10 42 0 0,-7-5 0 16,-4 12 0-16,1 3 0 0,1 1 0 15,3 8 0-15,3 3 0 16,3 5 0-16,4 3 0 0,4-5 0 16,0-4 0-16,2-7 0 0,0-8 0 15,2-5 0-15,-2-4 0 16,-2-7 0-16,-5-10 0 0,3-9-813 15,-4-10-1008-15</inkml:trace>
  <inkml:trace contextRef="#ctx0" brushRef="#br0" timeOffset="65266.59">25754 13071 7075 0,'0'0'892'0,"0"0"-667"16,58-45-225-16,-23 30 0 0,5 0 0 15,-7 1 0-15,2 0 0 0,-4-1 0 16,4-1 0-16,4-2 0 0,3-4 0 15,-5 3-197-15,-4-1-2500 0</inkml:trace>
  <inkml:trace contextRef="#ctx0" brushRef="#br0" timeOffset="66069.39">26314 13080 6579 0,'0'0'468'0,"0"0"604"0,0 0-999 16,0 0-73-16,0 0 0 0,0 0 0 15,50 6 0-15,-17-13 0 0,4-3 0 16,1-2 0-16,-1-4 0 0,2 1 0 16,-6 0-573-16,-6 5-868 0,-4 1-2536 15</inkml:trace>
  <inkml:trace contextRef="#ctx0" brushRef="#br0" timeOffset="66396.74">26775 13001 2729 0,'0'0'2185'0,"0"0"-721"0,0 0-675 16,11-35-101-16,-15 24-351 15,-5 0-337-15,-3 1 0 0,0 4 0 16,-3 4 0-16,1 2 0 0,-3 8 0 16,-2 7 0-16,1 5 0 0,1 5 0 15,5 2 0-15,6 2 0 0,6-1 0 16,6-2 0-16,10-2 0 0,7-5 0 15,4-4 0-15,2-3 0 0,0-5 0 16,-2-5 0-16,0-2 0 0,-7-1 0 16,-3-6 0-16,-5-2 0 0,-8-2 0 15,-4-1 0-15,0-2 0 16,-6-2 0-16,-2 0 0 0,0 1 0 16,-1-1 0-16,1 3 0 0,4-1 0 15,0 0 0-15,4 0 0 16,2 1-425-16,6 1-1560 0,-2 2 44 15,1 2-704-15</inkml:trace>
  <inkml:trace contextRef="#ctx0" brushRef="#br0" timeOffset="67094.64">27257 12600 4862 0,'-4'-35'244'0,"-8"3"396"0,-5-3-220 16,-4 8-128-16,-3 1-39 0,-3 2-165 16,-4 5 44-16,2 5 76 0,0 3-104 15,-2 5-8-15,8 5 44 16,0 2-132-16,9 6 12 0,6 4 60 16,1 5-60-16,7 5 36 0,2 6 124 15,11 6-76-15,-1 8 4 0,7 4 29 16,1 2-137-16,3 5 0 0,2 5 0 15,0 1 0-15,-2 4 0 0,-3-5 0 16,-3-4 0-16,-5-8 0 0,-1-5 0 16,-3-5 0-16,-4-8 0 15,-2-3 0-15,-2-7 0 0,-2-7 0 16,-6-5-1497-16,-3-4-612 0,-1-3-2105 0</inkml:trace>
  <inkml:trace contextRef="#ctx0" brushRef="#br0" timeOffset="67207.27">26997 13078 5766 0,'0'0'1261'0,"37"-5"-705"16,-8 1 53-16,4 0-609 15,-2-1 0-15,2-1 0 0,-4-1 0 16,-2-2 0-16,-7 0-189 0,-1-4-2796 0</inkml:trace>
  <inkml:trace contextRef="#ctx0" brushRef="#br0" timeOffset="67406.5">27462 12950 2405 0,'0'0'3817'0,"53"11"-2996"16,-19-9-101-16,3-2-291 0,-6 0-429 15,-2-2 0-15,-5-1 0 0,-3 0 0 16,-8-1-609-16,-5-2-2148 0</inkml:trace>
  <inkml:trace contextRef="#ctx0" brushRef="#br0" timeOffset="67765.61">27819 13268 2000 0,'7'33'2770'16,"-3"6"-1646"-16,0 15 5 15,-2 3-489-15,-2 5-184 0,0 1-383 16,-2-2-73-16,2-2 0 0,-2-4 0 16,0-6 0-16,2-5 0 0,-2-8 0 15,2-8 0-15,0-11 0 0,0-9-189 16,2-5-995-16,0-12-361 0</inkml:trace>
  <inkml:trace contextRef="#ctx0" brushRef="#br0" timeOffset="68027.69">27737 13173 6094 0,'0'-44'765'0,"10"1"-93"16,6-3-168-16,9 11-347 0,4 1-157 15,2 3 0-15,4 4 0 0,3 5 0 16,-1 6 0-16,0 9 0 0,-4 5 0 16,-2 4 0-16,-6 9 0 0,-6 5 0 15,-9 5 0-15,-8 4 0 16,-8 3 0-16,-9 3 0 0,-12 2 0 16,-4 0 0-16,-4-1 0 0,-4-2 0 15,2-4 0-15,-3-4 0 0,9-5 0 16,9-10 0-16,7-6 0 0,9-11-1565 15,4-2-292-15,2-9-1097 0</inkml:trace>
  <inkml:trace contextRef="#ctx0" brushRef="#br0" timeOffset="68369.49">28241 12528 2945 0,'0'0'3866'0,"0"43"-3414"0,0-4-112 16,0 8 249-16,2 7-589 15,-2 6 0-15,0 3 0 0,-2 3 0 16,-4-2 0-16,0 0 0 0,-5-1 0 16,1-1 0-16,0-4 0 15,-1-4 0-15,1-8 0 0,6-13 0 16,2-11 0-16,2-12 0 0,6-10 0 16,6-10 0-16,5-13 0 0,8-11 0 15,-3-4 0-15,1-2 0 0,0 2 0 16,-7 4 0-16,1 9 0 0,-9 9 0 15,-4 9 0-15,-4 6 0 0,0 2 0 16,0 6 0-16,-4 8 0 0,-2 7 0 16,0 4 0-16,2 0 0 0,4-5 0 15,4-5 0-15,8-3 0 16,5-5 0-16,1-2-333 0,3-6-611 16,2 0-941-16,-9-3 76 0,1-4-828 0</inkml:trace>
  <inkml:trace contextRef="#ctx0" brushRef="#br0" timeOffset="68663.89">28522 13205 852 0,'0'0'64'0,"8"-41"3385"0,-8 16-2356 16,-4-2-109-16,-2 1 241 0,2 2-781 16,0 3-363-16,2 10-81 15,0 3 0-15,0 8 0 0,0 0 0 16,-5 6 0-16,-7 11 0 0,-3 10 0 16,-3 9 0-16,3 3 0 0,5-1 0 15,8-8 0-15,4-3 0 0,8-5 0 16,8-6 0-16,1-6 0 0,2-4 0 15,-1-6 0-15,-1-3 0 0,-3-7 0 16,1-4 0-16,-3-3 0 0,-2 1 0 16,-3 4 0-16,-1 2 0 0,-6 6 0 15,0 1 0-15,0 3 0 16,0 0 0-16,-2 4 0 0,2 8 0 16,0 5 0-16,8 1 0 0,6 0 0 15,5-6 0-15,0-6-229 16,3-3-359-16,1-3-421 0,2-7 205 15,-2-1 64-15,-1-6-317 0,-5 1 725 16,-3 0-404-16</inkml:trace>
  <inkml:trace contextRef="#ctx0" brushRef="#br0" timeOffset="68958.72">28857 13126 248 0,'0'0'300'0,"17"-41"-148"16,-13 18 0-16,-4 5 2669 0,0 1-968 16,-7 3-929-16,-1 4-191 0,-4 7 267 15,-3 3-991-15,-5 3-9 0,1 8 0 16,-6 4 0-16,3 3 0 0,-1 0 0 15,2 1 0-15,7-2 0 0,7-1 0 16,5-3 0-16,4 2 0 0,7-4 0 16,7 1 0-16,3-2 0 15,8-3 0-15,2-2 0 0,2-2 0 16,2 0 0-16,-2-1 0 0,-4 1 0 16,-7 1 0-16,-3-1 0 0,-9 1 0 15,-4 2 0-15,-4 4 0 16,-2 4 0-16,-8 2 0 0,-5 4 0 15,-5-3 0-15,-1-1 0 0,-4 0 0 16,2-4 0-16,5-5 0 0,3-4 0 16,7-1 0-16,4-2 0 15,2-3 0-15,2-3 0 0,10-3-1409 16,-1 0 24-16,3-3-480 0</inkml:trace>
  <inkml:trace contextRef="#ctx0" brushRef="#br0" timeOffset="69174.12">29020 13213 872 0,'0'0'5202'0,"42"-34"-3473"16,-20 10-1340-16,-3 3-389 0,-7-2 0 16,-3 3 0-16,-5 0 0 0,-4 2 0 15,-8 4 0-15,-3 5 0 16,-5 9 0-16,-3 7 0 0,-4 12 0 16,-1 10 0-16,-1 7 0 0,0 5 0 15,6 7 0-15,9 0 0 16,10 0 0-16,12-5 0 0,11-6 0 15,12-8 0-15,13-12 0 0,16-6 0 16,14-8 0-16,15-7 0 0,5-8 0 16,-24 0-857-16,0-8-3749 0</inkml:trace>
  <inkml:trace contextRef="#ctx0" brushRef="#br0" timeOffset="69768.49">30041 13214 2605 0,'0'0'4302'0,"0"0"-3310"0,0 0-699 0,0 0-293 16,0 0 0-16,0 0 0 0,0 0 0 16,0 0 0-16,-16 57 0 0,16-26 0 15,0 0 0-15,0-4 0 0,4-6 0 16,0-4 0-16,2-3 0 0,-1-7 0 15,3-1 0-15,4-6 0 0,3-6 0 16,3-6 0-16,1-6 0 0,-3-3 0 16,3-4 0-16,-2 2 0 0,-3 1 0 15,-2 6 0-15,-3 6 0 16,-7 7 0-16,0 4 0 0,-2 11 0 16,-4 13 0-16,-3 8 0 0,-1 7 0 15,-2-1 0-15,6-4 0 16,4-3 0-16,2-6 0 0,10-6 0 15,5-5 0-15,8-7 0 0,4-6 0 16,-1-5 0-16,3-11 0 16,-2-5 0-16,-4-6 0 0,-2-3 0 15,-9-2 0-15,-3-1 0 0,-5 1 0 16,-4-1 0-16,-2 0 0 0,-4 3 0 16,-2 1 0-16,-1 9 0 0,3 4 0 15,0 6 0-15,2 3 0 0,2 2-433 16,0 0-1048-16,4-4-367 0</inkml:trace>
  <inkml:trace contextRef="#ctx0" brushRef="#br0" timeOffset="69939.39">30550 13168 6482 0,'0'0'1097'0,"0"0"-484"16,-19 44-613-16,9-11 0 0,-2 7 0 15,1 7 0-15,3 1 0 16,2 2 0-16,6-4 0 0,0-7 0 15,4-7 0-15,6-7 0 0,1-8 0 16,-1-9 0-16,4-8 0 16,-5-6-697-16,1-8-1016 0</inkml:trace>
  <inkml:trace contextRef="#ctx0" brushRef="#br0" timeOffset="70079.56">30682 12785 3921 0,'0'-35'4271'0,"0"13"-4271"15,-2 2 0-15,2 14 0 0,0 4 0 16,-2 2 0-16,0 0 0 0,2 3 0 16,0 9 0-16,0-2-401 0,0 2-3141 15</inkml:trace>
  <inkml:trace contextRef="#ctx0" brushRef="#br0" timeOffset="70281.94">30810 12772 3785 0,'0'0'4206'0,"0"0"-4005"15,0 0-201-15,0 0 0 16,-14 51 0-16,14-5 0 0,0 10 0 16,0 2 0-16,-2-1 0 0,0 4 0 15,-2 4 0-15,-5 2 0 0,-3-3 0 16,2-5 0-16,-3-5 0 0,5-12 0 15,0-7 0-15,-1-11 0 0,3-10-1001 16,0-6-1180-16,-2-7-1389 0</inkml:trace>
  <inkml:trace contextRef="#ctx0" brushRef="#br0" timeOffset="70419.66">30709 13325 3181 0,'0'0'2709'15,"0"0"-1788"-15,0 0 159 0,17-42-779 16,-5 24-301-16,5-1 0 0,-3-2 0 15,3-4 0-15,-3-4-701 0,-4 6-1032 16,-1-4-1084-16</inkml:trace>
  <inkml:trace contextRef="#ctx0" brushRef="#br0" timeOffset="70715.55">31027 12844 3449 0,'0'0'4286'0,"-14"67"-3829"16,6-20-457-16,-1 7 0 0,-1 5 0 15,0 5 0-15,-1 1 0 0,7-5 0 16,2-3 0-16,4-8 0 0,7-7 0 16,1-6 0-16,0-8 0 15,-1-11 0-15,-1-6 0 0,-2-10 0 16,6-6 0-16,3-12 0 0,1-7 0 16,3-6 0-16,-5 1 0 0,-1 1 0 15,-3 2 0-15,-2 6 0 16,-1 7 0-16,-5 6 0 0,0 5 0 15,-2 2 0-15,0 9 0 0,0 15 0 16,-4 4 0-16,-3 7 0 0,1-2 0 16,0-5 0-16,4-5 0 15,2-5 0-15,4-5 0 0,6-10 0 16,-1-3-2138-16,3-7-1107 0</inkml:trace>
  <inkml:trace contextRef="#ctx0" brushRef="#br0" timeOffset="71258.58">31912 12840 2549 0,'0'0'1981'0,"0"-43"-1285"0,0 18 84 0,0 4 221 16,-2-2-485-16,-4-1-196 0,-4 3 29 15,-5 1-349-15,-3 3 0 16,-3 4 0-16,0 5 0 0,-2 2 0 16,1 6 0-16,1 3 0 0,0 8 0 15,3 11 0-15,1 3 0 0,5 4 0 16,4 7 0-16,5 3 0 15,6 7 0-15,5 5 0 0,4 5 0 16,3 1 0-16,-1 2 0 0,1 2 0 16,-3 0 0-16,-4 0 0 15,-1-3 0-15,-3-4 0 0,-2-2 0 16,0-8 0-16,-2-5 0 0,-2-10 0 16,-4-5 0-16,-3-7 0 0,3-6 0 15,-2-6-17-15,-3-5-739 0,3 0-1093 16,-2-7-208-16</inkml:trace>
  <inkml:trace contextRef="#ctx0" brushRef="#br0" timeOffset="71398.71">31542 13410 5090 0,'0'0'652'0,"0"0"32"16,0 0-7-16,35-10-301 0,-4 8 0 16,9 2-39-16,-1 0-337 0,-2-1 0 15,-2-3 0-15,5-2-501 16,-12 0-740-16,1-1-3057 0</inkml:trace>
  <inkml:trace contextRef="#ctx0" brushRef="#br0" timeOffset="71625.45">32030 13290 6603 0,'0'0'1080'0,"-41"-19"-571"0,18 13-509 16,-2 5 0-16,2 2 0 0,3 10 0 15,1 5 0-15,3 6 0 0,5 4 0 16,5 2 0-16,4 1 0 0,4 3 0 15,8-3 0-15,5-3 0 0,8-3 0 16,-1-6 0-16,3-5 0 0,0-4 0 16,-2-4 0-16,-1-4 0 15,1-4 0-15,0-7 0 0,-4-3 0 16,-3-6 0-16,-1-2 0 0,-5-4 0 16,2-2 0-16,-3 1 0 0,-1 0-241 15,-2 1-423-15,-4 1-52 16,0 0-125-16,0 7-1456 0</inkml:trace>
  <inkml:trace contextRef="#ctx0" brushRef="#br0" timeOffset="71835.67">32138 13486 3301 0,'0'0'2493'0,"-23"42"-1989"0,12-26 333 15,7-8-345-15,0-2-180 0,2-5-59 16,2-1-253-16,0-1 0 0,0-10 0 15,4-9 0-15,7-6 0 0,5-5 0 16,3-2 0-16,-1 2 0 0,3 4 0 16,-2 2 0-16,1 1 0 15,1 3 0-15,2 2-233 0,-7 6-727 16,1-2-2154-16</inkml:trace>
  <inkml:trace contextRef="#ctx0" brushRef="#br0" timeOffset="72083.95">32553 13214 3621 0,'0'0'2978'15,"-35"10"-2138"-15,12-3-252 0,0 4-423 16,-1 4-165-16,1 3 0 0,0 3 0 16,0 5 0-16,7 2 0 0,6 2 0 15,3 2 0-15,7-3 0 0,11 1 0 16,3-4 0-16,5-4 0 0,1-7 0 15,3-4 0-15,0-5 0 0,0-6 0 16,-3-3 0-16,1-6 0 0,-2-7 0 16,-1-6-325-16,-1-4-639 15,-7 2-1614-15,0 0-867 0</inkml:trace>
  <inkml:trace contextRef="#ctx0" brushRef="#br0" timeOffset="72363.97">32704 13410 2981 0,'0'0'3337'0,"0"0"-1584"0,0 0-1632 16,0 0-121-16,0 0 0 15,52-16 0-15,-32-5 0 0,-1-5 0 16,-5 0 0-16,-3-5 0 0,-5 0 0 16,-4 2 0-16,-2 3 0 0,-4 5 0 15,0 7 0-15,0 6 0 0,-3 3 0 16,-1 4 0-16,-6 4 0 0,-7 14 0 15,-4 8 0-15,-2 8 0 0,5 5 0 16,1 0 0-16,2 1 0 0,7 1 0 16,6-3 0-16,6-4 0 15,8-5 0-15,8-7 0 0,7-5 0 16,6-6 0-16,6-5-193 0,-6-4-1436 16,2-1-2028-16</inkml:trace>
  <inkml:trace contextRef="#ctx0" brushRef="#br0" timeOffset="84613.06">13021 11997 2405 0,'0'42'2293'16,"-2"2"-1461"-16,-2 5-464 0,-1-9 228 15,3-1-375-15,-2-4-141 0,4-6-76 16,0-5-4-16,6-5-52 16,-1-6-213-16,-1-5-71 0,-2-3 72 0,2-5-132 15,0 0 60-15,-2-1 64 16,2-11 80-16,0-8 80 0,-2-9 4 16,-2-5-701-16,0 7-331 0,0-3-505 15</inkml:trace>
  <inkml:trace contextRef="#ctx0" brushRef="#br0" timeOffset="85006.51">13031 11853 1400 0,'0'0'2309'16,"0"0"-1376"-16,0 0 167 0,0 0-668 15,-23 34-152-15,15-11 25 0,6 3-189 16,2 3 0-16,0-1 48 16,2 4-104-16,6 2 16 0,-1 2 72 15,-1 2-84-15,-2 1 12 0,0-1 16 16,-2-4-88-16,-2-3 24 0,0-3-4 15,-2-8-12-15,-2-6-24 0,0-7-4 16,4-2-116-16,0-5 56 0,-2-4-20 16,2-10-68-16,0-12 140 15,2-9 12-15,2-6 0 0,0-2 12 16,-2 3 4-16,6-1 4 0,-6 0-8 16,3 6 36-16,-5 3 36 0,0 7 48 15,0 7 16-15,-5 7-80 0,5 5 100 16,0 4 136-16,-2 2-175 0,2 4-117 15,0 10 0-15,0 11 0 16,0 8 0-16,2 6 0 0,-2 1 0 16,5 0 0-16,-1 2 0 0,-4 2 0 15,2 1 0-15,2-1 0 0,-4-1 0 16,0-2 0-16,2-5 0 16,-2-4 0-16,0-5 0 0,4-9 0 15,-4-6 0-15,0-8 0 0,0-1-233 16,0-6-595-16,4 0-289 0,-4-14-2280 0</inkml:trace>
  <inkml:trace contextRef="#ctx0" brushRef="#br0" timeOffset="86055.57">12773 7963 2128 0,'0'0'1565'0,"0"0"-444"16,0 0-697-16,0 33 76 0,-4-5-144 15,4 5-208-15,-2 2-8 16,-3 3-140-16,5 3 16 0,-4 0 0 15,4 2-12-15,-2-2-8 0,-2-2-88 16,0-4-276-16,2-6-112 0,2-6-520 16,0-9-17-16,0-5-207 0</inkml:trace>
  <inkml:trace contextRef="#ctx0" brushRef="#br0" timeOffset="86273.07">12789 8124 2629 0,'0'0'1280'0,"0"0"-828"16,0 0 169-16,-10 43-29 15,10-12-156-15,-2 5 64 0,2 2-159 16,0-2 7-16,0 3 192 0,-4 1-400 16,4 1-64-16,-4-1-56 15,4-1-20-15,-2-4-44 0,2-5-260 16,0-6 32-16,2-3-20 0,-2-10-529 15,4-3-207-15,-4-5-181 0</inkml:trace>
  <inkml:trace contextRef="#ctx0" brushRef="#br0" timeOffset="87637.61">13000 9542 1912 0,'0'0'72'0,"0"0"1205"0,0 0-445 16,0 0-668-16,0 0 69 0,0 0 167 16,4 40-108-16,-4-27-56 0,0 0 68 15,0-3-136-15,0-4 32 0,0-3 124 16,-4 2-115-16,4-3-29 16,-2 1 48-16,2-1-156 0,-4-2 4 15,4 0 48-15,-4 0-68 0,4-3 28 16,-2-1 0-16,2-2-72 0,0 0-8 15,0-1 40-15,2 0-20 0,2 0 72 16,2-1 140-16,-2 0-124 16,2 3 0-16,-1 1-87 0,-1 0-25 15,-2 3 0-15,-2 1 0 0,0 0 0 16,0 3 0-16,0 1 0 0,4 3 0 16,-4 0 0-16,0 3 0 0,0-2 0 15,-4 4 0-15,2-1 0 16,-7-2 0-16,3-2 0 0,0-2 0 15,2-3 0-15,0 0 0 0,2-2 0 16,-2-3 0-16,4-1 0 0,0-3 0 16,0 0 0-16,4 0 0 0,2-1 0 15,-2 2 0-15,2-1 0 0,0 2 0 16,3 2 0-16,-3 0 0 16,0 3 0-16,-2 0 0 0,-4 6 0 15,4 0 0-15,-4 1-33 0,0-2-903 16,0-1-2230-16</inkml:trace>
  <inkml:trace contextRef="#ctx0" brushRef="#br0" timeOffset="88254.8">12988 8921 1880 0,'-6'40'1261'15,"1"-7"-897"-15,5 5 360 0,0-6-351 16,0 0-173-16,0-1-48 0,0-1-148 16,5 0-8-16,-3 0 0 15,-2-1-216-15,0-1 12 0,0-5-53 16,0-1 5-16,0-8-160 0,0-1-1397 0</inkml:trace>
  <inkml:trace contextRef="#ctx0" brushRef="#br0" timeOffset="88464.33">13031 9490 3661 0,'0'0'1673'0,"-10"49"-1013"15,4-24 173-15,1-2-453 0,-1-1-80 16,0 0-100-16,2-1-200 0,4-2 8 15,-4 0-8-15,4-3-220 16,4-1 44-16,-4-3 40 0,4 0 32 16,2-2 0-16,-6 0-268 0,4-2-73 15,-4-2-71-15,0-1-580 0,0-3 51 16,-4 2-392-16</inkml:trace>
  <inkml:trace contextRef="#ctx0" brushRef="#br0" timeOffset="88581.51">12988 9920 3033 0,'0'0'1080'0,"-4"46"-455"16,-3-20-337-16,3-1-28 0,-2 0-36 16,2-1-156-16,4-3-44 0,0-2-20 15,0-1-4-15,0-7-140 16,4-3-1121-16,0-5-79 0,-2 1-1453 0</inkml:trace>
  <inkml:trace contextRef="#ctx0" brushRef="#br0" timeOffset="88772.52">13008 10413 2120 0,'0'0'1565'15,"2"38"-917"-15,-2-15-143 16,0-4-417-16,5 0-72 0,-5-2 0 0,0 0-8 16,4 1-8-16,-4-3 8 15,0 0-4-15,0 1-4 0,0-3 0 16,-4 0-72-16,4-2-196 0,0-3-1157 15,0-1-1500-15</inkml:trace>
  <inkml:trace contextRef="#ctx0" brushRef="#br0" timeOffset="88944.11">13072 10982 2589 0,'0'0'1020'0,"-10"62"-1000"0,4-27 168 15,0-3 120-15,2-1-228 0,4-1-56 16,0-4-24-16,0-2 4 15,0-4-8-15,4-5-160 0,-2-2 116 16,2-4 48-16,-4-3-4 0,0-2-164 16,0-3-276-16,0 4-1173 0</inkml:trace>
  <inkml:trace contextRef="#ctx0" brushRef="#br0" timeOffset="89272.42">13015 11433 2068 0,'0'0'1429'0,"-5"39"-1137"0,-1-15 108 16,6-1-11-16,-4 2-109 15,4 2 276-15,0-1-184 0,-2 2-92 16,2 0 28-16,-4-1-136 0,4 3 17 16,-6-3 111-16,2 4-204 0,2-4-12 15,-3 0 80-15,5 0-96 0,-4-4 40 16,4 0-28-16,0-6-76 0,0-1-8 15,0-4-112-15,0-4-136 16,4-1 40-16,-4-2-196 0,0 1 123 16,0 4 165-16,0 6 120 0,0 4 100 15,0 4 149-15,-4 1 291 0,4 0-120 16,-2 1-80-16,-2 3-39 16,4 0-301-16,-4-2 0 0,4-3 0 15,0-9 0-15,0-5 0 0,0-8-809 16,0-1-588-16,0-7-1052 0</inkml:trace>
  <inkml:trace contextRef="#ctx0" brushRef="#br0" timeOffset="94019.67">18284 14419 3317 0,'0'0'2169'0,"0"0"-800"16,0 0-645-16,0 0-124 16,0 0-587-16,0 0-13 0,0 0 0 15,6 40 0-15,8-13 0 0,1 8 0 16,-3 7 0-16,3 3 0 0,-3 5 0 16,3 3 0-16,-1 2 0 15,-2 1 0-15,3-2 0 0,-3-4 0 16,-1-4 0-16,-1-9 0 0,0-9 0 15,-3-10 0-15,3-8 0 16,-6-7 0-16,2-4 0 0,5-16 0 16,-1-16 0-16,6-12 0 0,-1-14 0 15,1-6 0-15,-1-4 0 0,-1-6 0 16,5-2 0-16,-3 3 0 0,3 9 0 16,-4 16 0-16,-7 14 0 0,-4 15 0 15,-4 12 0-15,0 4 0 0,-10 4 0 16,3 1-493-16,-7 2-1664 0</inkml:trace>
  <inkml:trace contextRef="#ctx0" brushRef="#br0" timeOffset="94387.5">18720 14786 6611 0,'0'0'956'0,"0"0"-331"15,0 0-625-15,0 0 0 0,0 0 0 16,0 0 0-16,0 0 0 0,0 0 0 16,0 0 0-16,37-33 0 0,-27 21 0 15,-1-2 0-15,-7 1 0 0,-2-3 0 16,-4 1 0-16,-7-3 0 0,-5 4 0 15,3 1 0-15,-1 6 0 0,4 6 0 16,-1 10 0-16,1 11 0 16,0 10 0-16,5 8 0 0,3 5 0 15,2 3 0-15,7 0 0 0,9-3 0 16,3-5 0-16,1-8 0 16,3-7 0-16,8-14 0 0,4-7 0 15,2-11 0-15,1-12 0 0,-5-6 0 16,-6 2-797-16,-9-2-2265 0</inkml:trace>
  <inkml:trace contextRef="#ctx0" brushRef="#br0" timeOffset="94596.12">19026 14315 7719 0,'0'0'473'0,"0"0"-473"0,0 0 0 15,0 0 0-15,0 0 0 0,4 44 0 16,2 0 0-16,2 8 0 16,-1 6 0-16,-3-1 0 0,2 0 0 15,-4 2 0-15,2-3 0 0,-4 0 0 16,0-5 0-16,0-5 0 16,0-9 0-16,-2-12-1065 0,0-15-2385 0</inkml:trace>
  <inkml:trace contextRef="#ctx0" brushRef="#br0" timeOffset="95052.38">19338 14716 5698 0,'0'0'1149'0,"0"0"131"16,0 0-1215-16,0 0-65 0,-46-8 0 15,34 20 0-15,-7 8 0 0,9 8 0 16,0 4 0-16,8 5 0 0,2 2 0 16,0 0 0-16,6-1 0 0,6-3 0 15,3-5 0-15,1-5 0 0,3-7 0 16,4-8 0-16,-3-7 0 0,7-5 0 15,0-9 0-15,-2-7-389 16,-9 2-1796-16,-1-2-392 0</inkml:trace>
  <inkml:trace contextRef="#ctx0" brushRef="#br0" timeOffset="96015.96">19398 14694 4430 0,'0'0'868'0,"0"0"-212"0,0 0 605 15,0 0-633-15,0 0-279 16,0 0-349-16,0 0 0 0,-37-29 0 16,22 34 0-16,-1 8 0 0,1 8 0 15,5 8 0-15,-3 11 0 0,3 6 0 16,4 3 0-16,2 2 0 16,2 1 0-16,2-5 0 0,0-3 0 15,6-6 0-15,0-12 0 0,9-7 0 16,1-9 0-16,1-10 0 0,7-10 0 15,-1-12 0-15,8-10 0 16,0-10 0-16,-4-5 0 0,0 1 0 16,-11 3 0-16,-3 5 0 0,-11 7 0 15,-6 6 0-15,-9 5 0 0,-3 5 0 16,-5 5 0-16,-4 5 0 0,-1 5 0 16,5 1 0-16,4 3 0 0,7 1 0 15,6-4-233-15,4 2-655 0,0-1-1193 16,10-1-44-16</inkml:trace>
  <inkml:trace contextRef="#ctx0" brushRef="#br0" timeOffset="96264.25">19648 14769 5798 0,'6'-33'1497'0,"-6"9"-869"16,0 0-359-16,-6 8-269 0,-2 5 0 15,-3 8 0-15,-1 4 0 0,-5 12 0 16,3 9 0-16,-5 7 0 16,3 9 0-16,-1 6 0 0,3 2 0 15,1-1 0-15,7-1 0 0,6-6 0 16,6-6 0-16,11-9 0 0,4-10 0 16,5-9 0-16,3-4 0 0,0-11 0 15,2-6 0-15,0-4 0 0,-4-3 0 16,-10 6-981-16,-3-1-740 0</inkml:trace>
  <inkml:trace contextRef="#ctx0" brushRef="#br0" timeOffset="96434.68">19791 14716 6879 0,'0'0'1280'0,"0"0"-1247"0,-15 57-33 15,9-18 0-15,-2 5 0 0,-1-1 0 16,5-3 0-16,0-7 0 0,8-3 0 15,2-7 0-15,5-6 0 16,3-7 0-16,1-10-377 0,-7 0-2516 16,2-13-1909-16</inkml:trace>
  <inkml:trace contextRef="#ctx0" brushRef="#br0" timeOffset="96576">19865 14248 8192 0,'0'0'0'0,"0"0"0"0,0 0 0 15,0 0 0-15,0 0 0 0,0 0 0 16,0 0 0-16,0 0 0 16,0 0-2102-16,0 0-35 0,25 18-948 0</inkml:trace>
  <inkml:trace contextRef="#ctx0" brushRef="#br0" timeOffset="96746.15">19997 14221 6723 0,'0'0'1136'15,"0"0"-803"-15,0 0-333 0,0 0 0 16,4 56 0-16,1-7 0 16,1 7 0-16,-4 3 0 0,2 0 0 15,-4 4 0-15,4 1 0 0,-4 0 0 16,-4 1 0-16,-2-2 0 0,-2-2 0 16,-1-3 0-16,1-5 0 0,0-11-269 15,-1-15-1228-15,5-8-179 0</inkml:trace>
  <inkml:trace contextRef="#ctx0" brushRef="#br0" timeOffset="97208.54">19968 14669 5506 0,'0'0'968'15,"2"-54"713"-15,5 36-1644 0,-5 11-37 16,-2 6 0-16,0 1 0 0,0 0 0 16,0 2 0-16,0 9 0 15,2 9 0-15,10 2 0 0,-1 2 0 16,3-3 0-16,5-6 0 0,-1-3 0 15,3-2 0-15,4-7 0 16,-3-3 0-16,-1-4 0 0,0-6-373 16,-5-5 41-16,-5-3 332 0,-1-4 8 15,-4 2 0-15,-6 0 16 0,-2 1 52 16,-4 3 28-16,-2 7 72 0,6 3 112 16,-3 8-267-16,-1 11-21 0,2 4 0 15,0 7 0-15,4 0 0 0,0 1 0 16,0 2 0-16,4 1 0 0,0 3 0 15,5 1 0-15,1 1 0 16,0 8 0-16,3 4 0 0,-3 2 0 16,0 4 0-16,-1 1 0 0,-5 3 0 15,-4 0 0-15,-4 4 0 0,-13 0 0 16,-4 2 0-16,-3 1 0 16,-10-3 0-16,3-4 0 0,-6-6 0 15,0-7 0-15,0-10 0 0,2-10 0 16,4-13 0-16,-2-10 0 0,2-17 0 15,0-14 0-15,4-10 0 0,6-6 0 16,15-2 0-16,10 1 0 16,12 2 0-16,9 3 0 0,4-1 0 15,8-1 0-15,3-1 0 0,7-4 0 16,3-6 0-16,-13 13 0 0,0-3-1910 0</inkml:trace>
  <inkml:trace contextRef="#ctx0" brushRef="#br0" timeOffset="97671.19">20764 14662 3825 0,'0'0'4206'0,"0"0"-4045"16,-20 54-161-16,11-21 0 16,1 4 0-16,8-3 0 0,0 3 0 15,0-4 0-15,6-2 0 0,2-5 0 16,3-7 0-16,1-6 0 0,-1-8 0 15,3-5 0-15,-8-4-2398 16,-2-10-983-16</inkml:trace>
  <inkml:trace contextRef="#ctx0" brushRef="#br0" timeOffset="97810.51">20909 14341 7259 0,'0'0'708'0,"0"0"-483"0,0 0-225 16,0 0 0-16,0 0 0 0,0 0 0 15,0 0 0-15,0 0 0 0,0 0-265 16,2 40-647-16,15-15 23 16,-7-6-1228-16,-2-1-792 0</inkml:trace>
  <inkml:trace contextRef="#ctx0" brushRef="#br0" timeOffset="98096.18">21074 14677 5134 0,'0'0'1925'0,"0"0"-1237"15,0 0-243-15,0 0-445 16,0 0 0-16,-47-17 0 0,28 17 0 16,1 4 0-16,3 1 0 0,3-1 0 15,1 1 0-15,3 1 0 0,2-1 0 16,4-2 0-16,2 3 0 0,2 3 0 16,6 2 0-16,9 4 0 0,3 0 0 15,3-1 0-15,-2 1 0 0,-1-1 0 16,3 1 0-16,-4 2 0 0,-3-1 0 15,-5 2 0-15,1 1 0 16,-10-1 0-16,-2 2 0 0,-8 1 0 16,-9 3 0-16,-3 1 0 0,-7 0 0 15,-8 1 0-15,-3-4 0 0,-3-4 0 16,6-6 0-16,2-8 0 16,4-7 0-16,10-3-2062 0,5-9-1327 0</inkml:trace>
  <inkml:trace contextRef="#ctx0" brushRef="#br0" timeOffset="98743.55">21736 14734 7783 0,'0'0'409'0,"-11"63"-409"0,11-26 0 15,0-1 0-15,-2 1 0 0,0-4 0 16,-4-2 0-16,6-4 0 0,0-8 0 16,0-6 0-16,0-7 0 0,0-6 0 15,8-2 0-15,-1-5-1129 0,-1-17-2505 0</inkml:trace>
  <inkml:trace contextRef="#ctx0" brushRef="#br0" timeOffset="98892.33">21868 14179 6851 0,'0'0'800'0,"0"0"-548"0,0 0-28 16,0 0-224-16,-27 45 0 15,23-12-448-15,2 4-1261 0,2-8-276 16,6-6-1180-16</inkml:trace>
  <inkml:trace contextRef="#ctx0" brushRef="#br0" timeOffset="99092.32">21883 14979 6282 0,'0'0'1085'0,"0"0"-260"16,0 0-825-16,20-46 0 0,1 7 0 15,4-5 0-15,2 0 0 0,-7 10 0 16,-3 10 0-16,-5 9 0 0,-4 10 0 15,-1 6 0-15,-3 19 0 16,-2 11 0-16,-2 12 0 0,0 4 0 16,0-5 0-16,0-4 0 0,6-9 0 15,6-7 0-15,-1-12 0 0,1-6-1806 0</inkml:trace>
  <inkml:trace contextRef="#ctx0" brushRef="#br0" timeOffset="99399.35">22377 14825 6819 0,'0'0'1076'0,"0"0"-779"16,0 0-297-16,0 0 0 16,0 0 0-16,0 0 0 0,55-32 0 15,-26 22 0-15,2 2 0 0,-4 3 0 16,2 1 0-16,-2-1-85 0,-10 2-1467 15,-3-1-778-15</inkml:trace>
  <inkml:trace contextRef="#ctx0" brushRef="#br0" timeOffset="99784.6">22513 15515 5174 0,'0'0'1276'0,"0"0"-751"16,0 0-97-16,0 0-84 0,0 0-104 16,8-41-35-16,-6 0-205 0,-2-5 0 15,0-7 0-15,0-2 0 0,0-9 0 16,0-6 0-16,2-4 0 0,9-5 0 15,9 5 0-15,7 4 0 16,6 8 0-16,0 10 0 0,-2 11 0 16,-8 11 0-16,-4 8 0 0,-7 11 0 15,-4 5 0-15,-5 4 0 0,-3 2 0 16,6 5 0-16,-4 7 0 0,-2 8 0 16,0 5 0-16,0 3 0 0,-4 2 0 15,0 0 0-15,-3 2 0 0,-3-3 0 16,2 2 0-16,-3-2 0 0,-1-3 0 15,2-5 0-15,-1-7 0 16,5-7 0-16,2-4-1133 0,0-9-468 0</inkml:trace>
  <inkml:trace contextRef="#ctx0" brushRef="#br0" timeOffset="100418.05">22916 14220 6446 0,'0'0'889'15,"0"0"-437"-15,-6 48-47 0,4-10-405 16,-2 9 0-16,4 7 0 16,0 6 0-16,0 5 0 0,-2 4 0 15,-3 2 0-15,-1-1 0 0,0-2 0 16,-2-4 0-16,2-7 0 0,6-11 0 16,0-8 0-16,0-16 0 0,8-12 0 15,2-10 0-15,7-17 0 0,-1-11 0 16,1-9 0-16,1-3 0 0,-3-2 0 15,-3 3 0-15,-1 6 0 16,-9 9 0-16,-2 12 0 0,0 9 0 16,0 5 0-16,-2 9 0 0,-7 10 0 15,7 5 0-15,-2 4 0 0,4-3 0 16,2-7 0-16,0-1 0 16,5-2 0-16,-1-5 0 0,4-3 0 15,0-3 0-15,3-6-141 0,-1-1-483 16,1-8-24-16,-3-5-709 0,6-2 493 15,-5-1 215-15,-1-3 85 16,-4 1 564-16,-2 0 188 0,-4-2 817 16,0 2-341-16,0 2 100 0,0 3 453 15,-4 3-525-15,2 5-375 0,0 3-317 16,-2 2 0-16,0 1 0 0,0 3 0 16,-4 15 0-16,-5 13 0 0,1 7 0 15,-3 2 0-15,11-1 0 0,4-9 0 16,0-4 0-16,4-5 0 0,7-5 0 15,-1-2 0-15,9-7 0 16,-1-6 0-16,3-3 0 0,6-10 0 16,-3-7 0-16,1-2 0 0,-2-2 0 15,-6-1 0-15,-1 2 0 0,-8 3-33 16,-3 4 13-16,-5 5 40 16,-3 7-16-16,-3 3 25 0,0 4-29 15,-2 12 0-15,-3 7 0 0,5 9 0 16,2 2 0-16,6-6 0 0,6-5 0 15,7-8 0-15,1-4-893 16,-3-4-468-16,-3-4-544 0</inkml:trace>
  <inkml:trace contextRef="#ctx0" brushRef="#br0" timeOffset="100993.51">23478 14759 5978 0,'0'0'1493'0,"0"0"-833"0,0 0-599 16,0 0-61-16,0 0 0 0,0 0 0 16,0 0 0-16,-49-3 0 0,32 15 0 15,1 0 0-15,3-2 0 0,3 0 0 16,0 2 0-16,1 0 0 16,3 1 0-16,6 0 0 0,0 0 0 15,0-1 0-15,8-3 0 0,1 1 0 16,1-3 0-16,0-1 0 0,7-4 0 15,-3 2 0-15,1-2 0 16,-3 2 0-16,-4-1 0 0,-1 6 0 16,-5 0 0-16,-2 3 0 0,-2 2 0 15,-7 3 0-15,-3-2 0 0,0 3 0 16,-5-3 0-16,1 1 0 0,-1-4 0 16,3-3 0-16,1-4 0 0,3-3 0 15,4-2 0-15,4 0 0 0,2 0 0 16,2-2-317-16,8-3-355 0,6-2-201 15,5 1 277-15,2-1 144 16,2 1-92-16,-3 0 344 0,3-1 200 16,0-4 400-16,-2 0 360 0,-3-4-60 15,1-1 597-15,0-3-800 0,-3-4-497 16,1 1 0-16,-2-3 0 16,3 1 0-16,-7 0 0 0,-5 3 0 15,-6 2 0-15,-4 2 0 0,-6 4 0 16,-7 5 0-16,-3 8 0 0,-3 5 0 15,-4 14 0-15,0 11 0 0,-2 10 0 16,3 7 0-16,3 5 0 16,8-2 0-16,9-4 0 0,8-8 0 15,15-9 0-15,14-11 0 0,11-15 0 16,5-8 0-16,13-12 0 0,2-11 0 16,-12 6-1790-16,-2-5-843 0</inkml:trace>
  <inkml:trace contextRef="#ctx0" brushRef="#br0" timeOffset="101550.53">24483 14851 6454 0,'0'0'537'0,"0"0"664"0,0 0-1201 0,-37-10 0 0,22 30 0 15,-3 13 0-15,-1 13 0 16,9 8 0-16,4 1 0 0,3 0 0 16,6-8 0-16,3-8 0 0,10-7 0 15,-1-9 0-15,1-6 0 16,1-8 0-16,1-8 0 0,-1-7 0 16,0-9 0-16,-1-9 0 0,-1-2 0 15,-5-5 0-15,-2 1 0 0,-2 2 0 16,-2 3 0-16,3 7 0 0,-5 8 0 15,-2 5 0-15,2 6 0 16,0 9 0-16,4 10 0 0,2 3 0 16,3 5 0-16,-1-6 0 0,2-4 0 15,1-6 0-15,1-5 0 0,5-2 0 16,-3-5 0-16,3-3 0 0,-2-6 0 16,-3-4 0-16,-2-5 0 0,-1-1 0 15,-5-1 0-15,-2-1 0 0,-4-1 0 16,0 1 0-16,-4 0 0 0,0 0 0 15,0 7 0-15,2 5 0 16,2 4 0-16,0 3 0 0,0-2 0 16,0-1-281-16,4 2-1047 0,2-5-373 0</inkml:trace>
  <inkml:trace contextRef="#ctx0" brushRef="#br0" timeOffset="101736.35">24898 14864 7251 0,'0'0'941'15,"0"0"-941"-15,0 0 0 16,-16 48 0-16,10-8 0 0,2 12 0 16,2 5 0-16,2-5 0 0,0-2 0 15,4-6 0-15,2-10 0 0,4-7 0 16,-2-9 0-16,7-6 0 0,-5-8 0 16,-4-4-1461-16,-1-8-720 0</inkml:trace>
  <inkml:trace contextRef="#ctx0" brushRef="#br0" timeOffset="101878.75">24985 14391 7375 0,'0'-33'817'15,"0"14"-817"-15,2 6 0 0,0 9 0 16,-2 4 0-16,0 1 0 0,0 5 0 16,0 8 0-16,5 11 0 15,-1 5 0-15,4 5 0 0,2-3 0 16,-1-8-277-16,3-6-1844 0,-4-5-552 0</inkml:trace>
  <inkml:trace contextRef="#ctx0" brushRef="#br0" timeOffset="102124.31">25076 14389 7307 0,'0'0'885'15,"0"0"-885"-15,0 0 0 0,0 0 0 16,0 0 0-16,6 38 0 0,9 10 0 15,-1 17 0-15,-1 9 0 0,-5 3 0 16,-4 4 0-16,-2 4 0 16,-2-1 0-16,0-1 0 0,0-4 0 15,-2-12 0-15,-2-10 0 0,4-12 0 16,0-18 0-16,0-9 0 16,0-12 0-16,0-6-985 0,-8-12-1644 0</inkml:trace>
  <inkml:trace contextRef="#ctx0" brushRef="#br0" timeOffset="102248.67">24907 14944 7427 0,'0'0'628'0,"0"0"-491"15,0 0-137-15,56-14 0 0,-19-1 0 16,6-4 0-16,-4-7 0 0,1-3 0 16,1-5 0-16,0-3 0 0,-5-3 0 15,-12 12-537-15,-3-3-1236 0</inkml:trace>
  <inkml:trace contextRef="#ctx0" brushRef="#br0" timeOffset="102526.57">25316 14480 3437 0,'-6'45'1837'15,"2"6"-909"-15,0 11-551 0,-1 3-25 16,-1 2-52-16,2 1-88 16,0-4 100-16,4-6 125 0,4-7-437 15,4-8 0-15,-1-10 0 0,-3-7 0 16,-2-7 0-16,-2-11 0 0,2-4 0 15,-2-4 0-15,4-6 0 16,4-7 0-16,7-12 0 0,1-6 0 16,3 3 0-16,-5 4 0 0,-3 11 0 15,-5 7 0-15,-2 6 0 0,0 3 0 16,0 7 0-16,0 12 0 0,3 4 0 16,-3 5 0-16,-2-2 0 0,0-3 0 15,2-3 0-15,0-8 0 0,6-7 0 16,1-4 0-16,-3-4 0 0,2-2-3026 0</inkml:trace>
  <inkml:trace contextRef="#ctx0" brushRef="#br0" timeOffset="103132.69">26267 14465 3653 0,'0'0'3194'0,"-8"-42"-2322"0,1 20-399 16,-1 0-473-16,-2 1 0 0,-3 2 0 15,-5-1 0-15,-1 3 0 0,-4 4 0 16,3 4 0-16,-1 4 0 0,-2 5 0 16,-1 7 0-16,1 8 0 0,-2 8 0 15,2 2 0-15,3 6 0 0,5 2 0 16,5 2 0-16,6 2 0 0,4 2 0 15,10 3 0-15,7 1 0 0,7 2 0 16,5 2 0-16,0 5 0 16,0 6 0-16,-6 5 0 0,-7 4 0 15,-3 0 0-15,-7 0 0 0,-6-3 0 16,0-9 0-16,-8-5 0 16,0-7 0-16,-5-14 0 0,1-5 0 15,1-11-265-15,1-8-1720 0,0-7-160 0</inkml:trace>
  <inkml:trace contextRef="#ctx0" brushRef="#br0" timeOffset="103534.38">25996 15018 6723 0,'0'0'332'0,"0"0"336"0,0 0-199 16,0 0-469-16,0 0 0 0,0 0 0 16,48-23 0-16,-19 30 0 0,2 2 0 15,-2-2 0-15,2 0 0 0,0-2 0 16,0 0 0-16,-3-3-121 0,1 1-903 15,-4-1 127-15,-4-1-19 16,-7-1-585-16,-1 0 977 0,-5 0 524 16,-4-3 524-16,-2-1 293 0,-2 1-13 15,0-2 413-15,0-1-597 0,-2 0 8 16,-2 1-255-16,-4-1-373 16,-3 2 0-16,-5 1 0 0,-1 3 0 15,-5 9 0-15,1 7 0 0,2 6 0 16,-1 5 0-16,5 2 0 0,5 2 0 15,8-1 0-15,6 1 0 16,8-4 0-16,11-3 0 0,6-7 0 16,6-2 0-16,4-7 0 0,5-6 0 15,-5-2 0-15,-2-3 0 0,-10-4 0 16,-6-4 0-16,-11-2 0 0,-6-3 0 16,-4-4 0-16,-4-1 0 0,-2-4 0 15,-2 3 0-15,-1-1 0 0,-1 4-577 16,2 5-139-16,0 3 155 0,1 5-419 15,5 4 280-15,2 2-49 16,0 6-507-16,4-1 79 0,5 5 189 0</inkml:trace>
  <inkml:trace contextRef="#ctx0" brushRef="#br0" timeOffset="103710.31">26534 15248 6034 0,'0'0'1209'15,"0"0"-353"-15,0 0-763 0,0 0-93 16,0 0 0-16,0 0 0 0,-27-45 0 15,37 12 0-15,4-2 0 16,5-1 0-16,-2 3 0 0,-3 4 0 16,1 8 0-16,-5 7 0 0,2 4 0 15,5 4 0-15,1 2 0 0,5-2 0 16,2 0-701-16,-4 2-936 0,-1-3-3901 0</inkml:trace>
  <inkml:trace contextRef="#ctx0" brushRef="#br0" timeOffset="103951.77">26926 14977 6591 0,'0'0'1084'16,"0"0"-567"-16,-33 1-517 0,19-1 0 15,1 1 0-15,-3 9 0 0,1 3 0 16,1 5 0-16,-1 4 0 16,1 4 0-16,6 0 0 0,4 2 0 15,4 0 0-15,4-3 0 0,6-4 0 16,4-2 0-16,7-7 0 0,0-2 0 15,6-7 0-15,4-3 0 16,2-7 0-16,0-4 0 0,-4-4 0 16,-4-2 0-16,-5 0 0 0,-5-2-1153 15,-7 5-768-15,-2 3-700 0</inkml:trace>
  <inkml:trace contextRef="#ctx0" brushRef="#br0" timeOffset="104193.23">27098 15150 5098 0,'0'0'1196'0,"0"0"-447"0,45-13 400 15,-22 1-1149-15,0-4 0 16,-2 0 0-16,-3-3 0 0,-3 0 0 16,-7 0 0-16,-4 0 0 0,-4 3 0 15,-6-1 0-15,-7-1 0 0,-3 6 0 16,-3 5 0-16,-1 4 0 16,-3 5 0-16,2 10 0 0,3 7 0 15,1 8 0-15,5 5 0 0,3 0 0 16,7 4 0-16,4-3 0 0,11-2 0 15,7-4 0-15,9-7 0 16,4-7 0-16,5-7 0 0,5-6 0 16,3-7 0-16,1-5 0 0,-1-3 0 15,-7-5 0-15,-10 3-265 0,-4-2-4029 0</inkml:trace>
  <inkml:trace contextRef="#ctx0" brushRef="#br0" timeOffset="154642.34">18044 5584 2209 0,'0'0'124'0,"33"-32"1304"15,-21 12-1112-15,-1-1-156 0,-11-1 285 16,-4-3-137-16,-9-2 104 0,-8 0 272 16,-10-4-360-16,-4 1-83 0,-10 1-49 15,-5 0-184-15,-3 2 0 0,-9 1 0 16,-3-3 0-16,-3 6-8 0,-4 0 0 15,-3 3-20-15,1 4 12 0,-2 6-36 16,-9 6 0-16,4 4 40 0,-6 13 0 16,-4 9-128-16,-2 9-13 15,-2 11-131-15,0 10 20 0,4 11 160 16,13 7 88-16,5 9 16 0,15 7 32 16,17 3 136-16,20 2-124 15,21 3 56-15,21-3-12 0,16 0-96 16,19-5 4-16,12-8-4 0,7-8-24 15,14-5 24-15,10-12 0 16,13-8 8-16,14-11-8 0,10-17 16 16,5-12-4-16,1-14 136 0,-3-20 317 15,1-11-45-15,-7-13 64 0,-7-11-143 16,-11-11-341-16,-11-8 0 0,-11-7 0 16,-15-3 0-16,-18 1 0 0,-22 4 0 15,-18 12 0-15,-20 11 0 0,-20 10 0 16,-18 8-341-16,-13 5-359 0,-18 1-597 15,16 12 109-15,-16-2-617 0</inkml:trace>
  <inkml:trace contextRef="#ctx0" brushRef="#br0" timeOffset="155350.98">15971 2008 3965 0,'-52'-23'32'0,"0"1"-32"0,-12 0 140 0,2 2 60 15,-10 8-55-15,-5 2-9 0,-5 10 92 16,-11 7-84-16,-3 13 32 0,-11 14 0 15,-11 9-176-15,-14 15 0 0,2 11-92 16,-3 8-68-16,11 10 44 0,19 7 116 16,18 4 0-16,17 1 204 0,27-4 144 15,14-1-180-15,21-3-56 16,22-4-4-16,15-5-72 0,23-9 48 16,18-13 104-16,21-14-60 0,19-15 20 15,20-16 97-15,11-12-165 0,8-13-16 16,8-17 220-16,-2-13 128 0,-4-13 52 15,-8-10-319-15,-13-7-145 16,-10-9 0-16,-19-6 0 0,-22-10 0 16,-15-1 0-16,-33 0 0 0,-14 7 0 15,-28 11 0-15,-32 9 0 0,-27 10-153 16,-27 13-803-16,-27 12-1289 0,27 13 760 16,-19 8 521-16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26T18:29:26.689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8827 2580 5482 0,'0'0'920'0,"0"0"-259"16,0 0 355-16,0 0-903 16,0 0-113-16,0 0 0 0,0 0 0 15,0 0 0-15,37 27 0 0,-6 5 0 16,8 7 0-16,0 4 0 16,-1 6 0-16,-1 4 0 0,-6 2 0 15,2-1 0-15,-2-1 0 0,-6-8 0 16,-3-8 0-16,-5-6 0 0,2-6 0 15,-7-9 0-15,-2-6 0 0,-6-4 0 16,3-2-149-16,-7-4-651 0,0 0-1161 16,0-7-500-16</inkml:trace>
  <inkml:trace contextRef="#ctx0" brushRef="#br0" timeOffset="279.95">8901 3155 2084 0,'0'0'3774'0,"0"0"-2833"0,0 0 267 15,0 0-1023-15,0 0-185 0,0 0 0 16,27-38 0-16,-2-1 0 0,8-9 0 15,4-7 0-15,4 4 0 0,-3 0 0 16,-1 0 0-16,-2 2 0 0,-8 7 0 16,0 5 0-16,-7 3 0 0,-9 11 0 15,-5 9-1678-15,-6 3-1835 0</inkml:trace>
  <inkml:trace contextRef="#ctx0" brushRef="#br0" timeOffset="637.51">9379 3142 4229 0,'0'0'2297'16,"0"0"-1464"-16,-11 40-417 0,11-18 1 15,0 4-417-15,0 2 0 0,0 6 0 16,6 4 0-16,-1 3 0 0,1 2 0 15,-6 2 0-15,4-1 0 16,-2-3 0-16,2-4 0 0,0-7-361 16,-2-11-960-16,2-8-2728 0</inkml:trace>
  <inkml:trace contextRef="#ctx0" brushRef="#br0" timeOffset="990.02">9389 3077 2797 0,'0'0'3862'16,"0"0"-2430"-16,0 0-1331 16,0 0-101-16,0 0 0 0,0-49 0 15,27 28 0-15,10 2 0 0,4 2 0 16,1 8 0-16,-5 4 0 16,-6 5 0-16,-4 6 0 0,-11 6 0 15,-5 3 0-15,-7 3 0 0,-8 5 0 16,-11 2 0-16,-6 4 0 0,-7 3 0 15,-8 2 0-15,-7-2 0 0,6-6 0 16,-3-5 0-16,12-10 0 0,3-8 0 16,14-3-825-16,5-14-1664 0</inkml:trace>
  <inkml:trace contextRef="#ctx0" brushRef="#br0" timeOffset="1443.96">8829 2424 6510 0,'0'0'1229'0,"0"0"-961"0,72 4-83 0,-18-12-185 0,12-5 0 16,8-5 0-16,1 0 0 0,-3 2 0 16,-4 4 0-16,-14 4 0 15,-19 4-1093-15,-6-1-3369 0</inkml:trace>
  <inkml:trace contextRef="#ctx0" brushRef="#br0" timeOffset="5712.65">10352 2138 2092 0,'0'0'3862'0,"0"0"-3201"0,0 0-165 15,0 0 380-15,0 0-671 0,0 0-205 16,-23 46 0-16,9-5 0 0,-7 10 0 15,-1 11 0-15,1 11 0 0,-4 10 0 16,2 8 0-16,3 5 0 16,3 1 0-16,7-2 0 0,1-1 0 15,7-4 0-15,2-12 0 0,2-10 0 16,7-14 0-16,7-13 0 16,5-9 0-16,2-13 0 0,8-9 0 15,4-10 0-15,2-16 0 0,4-13-1301 16,-14 2-320-16,0-9-892 0</inkml:trace>
  <inkml:trace contextRef="#ctx0" brushRef="#br0" timeOffset="5977.51">10582 2427 7019 0,'0'0'744'0,"0"0"-315"16,0 0-429-16,0 0 0 0,-15 57 0 15,5-13 0-15,4 9 0 0,-1 5 0 16,7 2 0-16,-4 5 0 16,4 5 0-16,0 0 0 0,0 0 0 15,6-3 0-15,-1-6 0 0,5-7 0 16,-4-6 0-16,0-10 0 16,5-6 0-16,7-10 0 0,3-7 0 15,6-9 0-15,6-6 0 0,-2-13 0 16,4-6 0-16,-2-7 0 0,-6-4-529 15,-6 6-1128-15,-7-3-760 0</inkml:trace>
  <inkml:trace contextRef="#ctx0" brushRef="#br0" timeOffset="6147.39">10257 3033 7859 0,'0'0'240'0,"48"0"-147"15,-3-12-93-15,9-5 0 0,4-6 0 16,4-3 0-16,-2-1 0 16,2-2 0-16,-4-1 0 0,-1-4 0 15,1-5 0-15,-16 8-2174 0,-9-2-1932 0</inkml:trace>
  <inkml:trace contextRef="#ctx0" brushRef="#br0" timeOffset="6411.59">10976 2055 6775 0,'0'0'408'0,"38"7"40"0,-7 8 113 16,6 6-561-16,4 7 0 0,7 9 0 16,3 9 0-16,-3 9 0 15,-5 11 0-15,-8 5 0 0,-12 10 0 16,-19 3 0-16,-8 0 0 0,-23 0 0 15,-6 0 0-15,-12-1 0 0,-3-2 0 16,1-4 0-16,-5-8 0 16,9-10 0-16,5-14 0 0,18-13 0 15,9-14 0-15,7-11-573 0,15-13-2384 0</inkml:trace>
  <inkml:trace contextRef="#ctx0" brushRef="#br0" timeOffset="6800.05">11828 2703 4378 0,'0'0'2437'0,"0"0"-1685"0,56-3-127 16,-23-2-625-16,4 1 0 0,5 0 0 16,-1 0 0-16,-4 2 0 0,-4 1 0 15,-2 1 0-15,-4 0 0 0,-6 1 0 16,-11 1-417-16,-2 2-844 16,-8 0-2772-16</inkml:trace>
  <inkml:trace contextRef="#ctx0" brushRef="#br0" timeOffset="6973.55">11770 2975 7087 0,'0'0'828'16,"0"0"-551"-16,58 8-277 16,-17-8 0-16,7-2 0 0,4-2 0 15,-5 3 0-15,7 1 0 0,-2 0 0 16,5 1 0-16,5-1 0 0,-14-3-613 15,4-7-3613-15</inkml:trace>
  <inkml:trace contextRef="#ctx0" brushRef="#br0" timeOffset="7497.59">13250 2552 6090 0,'0'0'693'0,"0"0"271"0,0 0-519 15,0 0-445-15,0 0 0 0,37 15 0 16,1 12 0-16,5 12 0 16,7 10 0-16,-3 2 0 0,-3 7 0 15,-3 6 0-15,0 1 0 0,-8 3 0 16,-6-6 0-16,-2-6 0 0,-4-8 0 15,-9-8 0-15,-4-8 0 0,-6-7 0 16,-4-7-81-16,-6-9-1367 0,-2-6-4127 0</inkml:trace>
  <inkml:trace contextRef="#ctx0" brushRef="#br0" timeOffset="7684.67">13165 3249 7263 0,'0'0'156'15,"0"0"617"-15,0 0-773 16,0 0 0-16,40-57 0 0,1 7 0 16,11-12 0-16,6-6 0 0,-5 4 0 15,5-4 0-15,4 4 0 0,-8 1 0 16,4 6 0-16,-6 6 0 16,-7 5 0-16,-8 8 0 0,-14 5 0 15,-13 13-2678-15,1 0-2716 0</inkml:trace>
  <inkml:trace contextRef="#ctx0" brushRef="#br0" timeOffset="8024.34">13178 2239 7759 0,'0'0'156'0,"0"0"121"15,0 0-277-15,35 0 0 0,25-5 0 16,19-7 0-16,24-6 0 0,4-2 0 16,-3 0 0-16,1 6 0 0,1 1 0 15,-7 2 0-15,-6 2 0 0,-13 2 0 16,-26 3-1742-16,-12 2-2684 0</inkml:trace>
  <inkml:trace contextRef="#ctx0" brushRef="#br0" timeOffset="8509.11">14156 3125 6691 0,'0'0'836'0,"0"0"-244"0,35-14-519 16,-23 14-73-16,-1 0 0 15,3-1 0-15,3-4 0 0,3-5 0 16,7-7 0-16,4-5 0 0,0-4 0 15,0-4 0-15,-8-1 0 0,-2 1 0 16,-7 4 0-16,-8 5 0 16,-8 3 0-16,-16 5 0 0,-5 4 0 15,-8 6 0-15,-11 8 0 0,-1 11 0 16,-5 13 0-16,-3 11 0 16,3 9 0-16,11 7 0 0,8 1 0 15,13-2 0-15,16-4 0 0,20-7 0 16,17-7 0-16,11-11 0 0,20-10 0 15,11-9 0-15,5-9 0 0,10-12 0 16,-4-5 0-16,-3-7 0 0,-27 5-1097 16,-12-4-3165-16</inkml:trace>
  <inkml:trace contextRef="#ctx0" brushRef="#br0" timeOffset="8930.04">14923 2593 5942 0,'0'0'981'0,"0"0"-245"0,0 0-203 0,0 0-533 0,0 0 0 0,0 0 0 15,0 0 0-15,0 0 0 0,24 35 0 16,-7 5 0-16,-1 6 0 0,3 2 0 16,-2-4 0-16,-1 4 0 15,1 0 0-15,-7 0 0 0,-6 1 0 16,-4-7 0-16,0-3 0 0,-10-6 0 15,-1-5 0-15,-9-7 0 0,-3-5 0 16,-6-8 0-16,0-7 0 16,-6-3 0-16,4-14 0 0,-2-9 0 15,6-11 0-15,2-13 0 0,9-8 0 16,1-12 0-16,13-5-457 16,-2 14-1316-16,4 1-656 0</inkml:trace>
  <inkml:trace contextRef="#ctx0" brushRef="#br0" timeOffset="9054.79">15053 2192 5214 0,'0'0'1308'0,"0"0"-67"15,0 0-812-15,0 0-429 0,0 0 0 16,0 0 0-16,0 0 0 0,0 0 0 16,0 0-649-16,37 42-344 15,-23-27-1376-15,3 3-536 0</inkml:trace>
  <inkml:trace contextRef="#ctx0" brushRef="#br0" timeOffset="9457.36">15305 2535 8135 0,'0'0'57'16,"0"0"-57"-16,-41 32 0 15,28-12 0-15,5 4 0 0,2-3 0 16,6 2 0-16,0-1 0 0,0 1 0 15,4-3 0-15,-2-1 0 0,6-5 0 16,-2-4 0-16,7-9 0 0,1-3 0 16,1-8 0-16,1-8 0 0,-1-3 0 15,-3-4 0-15,-1 0 0 0,-1 4 0 16,-4 4 0-16,-2 8 0 0,0 5 0 16,-2 2 0-16,-2 2 0 15,0 6 0-15,5 8 0 0,1 5 0 16,0 2 0-16,4 1 0 0,5-5 0 15,1-4 0-15,5-1 0 0,4 0 0 16,-9-3 0-16,5-1 0 16,-5-1 0-16,-1-2 0 0,-3-2 0 15,-3 1 0-15,-3-4 0 0,-2 0 0 16,2-2 0-16,0-6 0 16,1-5 0-16,-3-12 0 0,2-6 0 15,-2-7 0-15,0-5 0 0,-2 8-2798 16,-2-6-2432-16</inkml:trace>
  <inkml:trace contextRef="#ctx0" brushRef="#br0" timeOffset="9692.65">15925 2012 6863 0,'0'0'848'0,"0"0"-367"0,0 0-481 16,-33 26 0-16,8 5 0 15,0 10 0-15,-1 7 0 0,9 4 0 16,5 2 0-16,3 5 0 0,9 1 0 15,4 5 0-15,9-1 0 0,8-4 0 16,10-8 0-16,0-6 0 16,2-7 0-16,-2-6 0 0,4-7 0 15,-2-7 0-15,-2-8 0 0,-4-7 0 16,0-4 0-16,-9-7 0 16,-5-7 0-16,-3-5 0 0,-10-9 0 15,0 7-1561-15,-10-5-692 0</inkml:trace>
  <inkml:trace contextRef="#ctx0" brushRef="#br0" timeOffset="9806.45">15708 2465 7855 0,'0'0'136'0,"0"0"65"0,50 24-201 16,-5-23 0-16,9-1 0 0,10-2 0 16,4-4 0-16,0-3 0 15,-1 0 0-15,-18 1-369 0,1-3-2952 0</inkml:trace>
  <inkml:trace contextRef="#ctx0" brushRef="#br0" timeOffset="10256.5">16818 2798 6506 0,'0'0'1686'15,"0"0"-1686"-15,0 0 0 0,0 0 0 16,41 0 0-16,-3 0 0 0,5 0 0 15,7 0 0-15,-7 0 0 0,-2 0 0 16,-1 0 0-16,-9 3 0 0,0-1 0 16,-11 1 0-16,1 1 0 0,-9-1 0 15,-3-1-1133-15,-9-1-1176 0</inkml:trace>
  <inkml:trace contextRef="#ctx0" brushRef="#br0" timeOffset="10455.77">16793 3030 6931 0,'0'0'732'0,"52"17"-203"0,-7-11-529 15,3-6 0-15,2 0 0 0,-3 0 0 16,-1-1 0-16,-3-2 0 16,-2-1 0-16,-3-2 0 0,-3 0 0 15,-8-2 0-15,-3-3 0 0,-11 3-181 16,-3-4-3060-16</inkml:trace>
  <inkml:trace contextRef="#ctx0" brushRef="#br0" timeOffset="11651.83">20806 1646 7003 0,'0'0'452'0,"0"33"-244"0,0 4 321 16,0 10-529-16,0 9 0 15,0 1 0-15,0 6 0 0,0 2 0 16,0 4 0-16,4 2 0 0,-2 1 0 15,-2 0 0-15,-2 0 0 0,-4-6 0 16,-3-8 0-16,-1-8 0 16,4-11 0-16,2-9 0 0,4-14 0 15,0-8 0-15,0-8-1642 0,0-1-82 16,0-12-453-16</inkml:trace>
  <inkml:trace contextRef="#ctx0" brushRef="#br0" timeOffset="11856.6">20822 1662 7503 0,'0'0'172'0,"0"0"164"0,0 0-155 16,21-45-181-16,-1 31 0 16,7 2 0-16,8 1 0 0,9 1 0 15,3 4 0-15,9 4 0 0,-4 2 0 16,-2 3 0-16,-3 6 0 0,1 4 0 15,-9 2-181-15,-10-3-767 0,-11 1-349 0</inkml:trace>
  <inkml:trace contextRef="#ctx0" brushRef="#br0" timeOffset="12043.7">20737 2233 6847 0,'0'0'840'16,"0"0"-335"-16,64 9-505 0,-18-9 0 16,6-8 0-16,-3-4 0 0,1-3 0 15,-3 0 0-15,-3-1 0 0,-5-3 0 16,-4 0 0-16,-10 2 0 0,-4-2-3246 16</inkml:trace>
  <inkml:trace contextRef="#ctx0" brushRef="#br0" timeOffset="12340.16">20779 1270 7531 0,'0'0'548'0,"53"-12"-435"16,-7 9-113-16,6 2 0 0,-3 1 0 16,7 1 0-16,2 2 0 15,6-3 0-15,4 0 0 0,2-3 0 16,-18-3-549-16,-4-1-2392 0</inkml:trace>
  <inkml:trace contextRef="#ctx0" brushRef="#br0" timeOffset="12883.79">21587 2399 5114 0,'0'0'788'0,"0"0"-236"16,0 0 5-16,0 0 119 15,0 0-216-15,39 7-415 0,13-18-45 16,6-5 0-16,8-7 0 0,-12-2 0 15,-5-1 0-15,-9-1 0 0,-7 0 0 16,-7 0 0-16,-9 1 0 0,-13 0 0 16,-4-1 0-16,-10 2 0 0,-17 0 0 15,-10 6 0-15,-7 6 0 0,-11 12 0 16,-5 8 0-16,0 12 0 16,2 13 0-16,4 6 0 0,15 9 0 15,10 3 0-15,18 3 0 0,11-1 0 16,25-5 0-16,8-5 0 0,19-6 0 15,8-10 0-15,6-7 0 0,6-7 0 16,3-7 0-16,-1-5 0 16,3-6 0-16,-7-9 0 0,-20 1-1497 15,-7-6-1505-15</inkml:trace>
  <inkml:trace contextRef="#ctx0" brushRef="#br0" timeOffset="13334.82">22424 1742 6478 0,'0'0'725'0,"0"0"11"0,0 0-483 15,0 0-253-15,0 0 0 0,0 0 0 16,0 0 0-16,0 0 0 0,48 68 0 15,-28-17 0-15,3 2 0 0,-4-3 0 16,-3 0 0-16,-5-2 0 0,1 0 0 16,-4-1 0-16,-6-3 0 0,-2-4 0 15,-2-6 0-15,-10-5 0 0,-3-6 0 16,-1-7 0-16,-3-8 0 0,1-6 0 16,-3-4 0-16,2-10 0 15,1-7 0-15,3-10 0 0,1-11 0 16,8-13 0-16,-3-8 0 0,1-14-657 15,6 15-1444-15,-2-7-72 0</inkml:trace>
  <inkml:trace contextRef="#ctx0" brushRef="#br0" timeOffset="13480.15">22623 1337 7719 0,'0'0'473'0,"0"0"-473"0,0 0 0 15,0 0 0-15,0 0 0 0,0 0-473 16,0 0-615-16,0 0-157 0,43 42-2337 0</inkml:trace>
  <inkml:trace contextRef="#ctx0" brushRef="#br0" timeOffset="13896.42">22871 1736 7047 0,'0'0'864'0,"-38"20"-583"0,14-2-281 16,3 3 0-16,2 3 0 16,5 1 0-16,4-4 0 0,10-1 0 15,4-3 0-15,6-6 0 0,4-3 0 16,5-2 0-16,2-6 0 0,8-2 0 16,-5-7 0-16,1-4 0 15,-4-2 0-15,-4-3 0 0,-7-1 0 16,-2 1 0-16,-4 3 0 0,-2 3 0 15,-2 6 0-15,0 2 0 0,0 3 0 16,-4 1 0-16,2 4 0 0,-6 7 0 16,8 6 0-16,-2 2 0 0,2 1 0 15,2-3 0-15,10-4 0 0,-1-1 0 16,3-4 0-16,3 2 0 16,-3-2 0-16,9-3 0 0,0-3 0 15,-5-2 0-15,1-2 0 0,-5-4 0 16,-6-1 0-16,1-4 0 0,-3-2 0 15,0-4 0-15,0-6 0 0,5-3 0 16,1-9 0-16,3-8 0 16,7-9 0-16,5-9-1409 0,-4 12 24 15,6-2-60-15</inkml:trace>
  <inkml:trace contextRef="#ctx0" brushRef="#br0" timeOffset="14132.43">23528 1117 7743 0,'0'0'449'0,"0"0"-449"16,0 0 0-16,-33 42 0 0,12 1 0 16,-2 8 0-16,3 5 0 0,5-2 0 15,5 1 0-15,0 3 0 0,3 1 0 16,3-1 0-16,4 0 0 0,0-3 0 16,13-4 0-16,7-2 0 15,5-7 0-15,10-6 0 0,5-6 0 16,5-9 0-16,3-7 0 0,-3-8 0 15,-1-6 0-15,-5-8 0 0,-6-8 0 16,-8-8 0-16,-7-7-173 16,-7 4-1163-16,-7-4-2686 0</inkml:trace>
  <inkml:trace contextRef="#ctx0" brushRef="#br0" timeOffset="14256.42">23172 1481 7211 0,'0'0'348'0,"0"0"136"15,0 0-468-15,71 16 108 0,3-4-115 16,19 0-9-16,8-1 0 0,-1-1 0 16,-11 0 0-16,-7 1 0 0,-11 0 0 15,-24-2-1065-15,-4-3-1512 0</inkml:trace>
  <inkml:trace contextRef="#ctx0" brushRef="#br0" timeOffset="15015.62">18114 3077 6791 0,'0'0'32'16,"39"-31"-16"-16,3 16 0 0,1 2 56 15,9 2 188-15,10 2-16 0,12 4 96 16,23 3 81-16,15 4-421 16,25 5 0-16,26 5 0 0,23 0 0 15,29 3 0-15,27-1 0 0,28-2 0 16,30-1 0-16,27-4 0 16,20-5 0-16,27 0 0 0,23-2 0 15,19-2 0-15,18-1 0 0,12 3 0 16,9 0 0-16,0 3 0 0,-9 7 0 15,-3 1 0-15,-22 4 0 0,-26 1 0 16,-25 2 0-16,-37 1 0 0,-37 0 0 16,-32 1 0-16,-41-2 0 0,-72-5-745 15,-33-5-1892-15</inkml:trace>
  <inkml:trace contextRef="#ctx0" brushRef="#br0" timeOffset="16461.74">18300 3859 4317 0,'0'0'509'0,"0"0"575"16,58 0-215-16,-21-6-177 0,5-1 29 16,9-2-721-16,7-3 0 0,-4 3 0 15,-2 1 0-15,-1 2 0 0,-9 0 0 16,-3 2 0-16,-8 0 0 0,0-2-1105 15,-15 3-1060-15,1-2-1469 0</inkml:trace>
  <inkml:trace contextRef="#ctx0" brushRef="#br0" timeOffset="17042.68">19156 3693 6755 0,'0'0'576'0,"0"0"-88"0,0 0-115 16,-48 18-373-16,24 8 0 0,1 5 0 16,2 6 0-16,7 2 0 0,1 2 0 15,5 4 0-15,6-2 0 16,2-2 0-16,4-2 0 0,7-7 0 16,5-8 0-16,7-8 0 0,4-10 0 15,4-6 0-15,0-12 0 0,6-6 0 16,-6-6 0-16,-4-3 0 15,-9 0 0-15,-5 2 0 0,-3 1 0 16,-6 9 0-16,-2 5 0 0,-2 4 0 16,0 5 0-16,-2 1 0 0,-4 7 0 15,-2 10 0-15,-3 12 0 16,7 5 0-16,4 0 0 0,9-7 0 16,7-5 0-16,9-6 0 0,6-4 0 15,4-6 0-15,0-2 0 0,2-4 0 16,-1-2 0-16,-10-5 0 0,-5-4 0 15,-4-4 0-15,-3-4 0 0,-4-3 0 16,-1-3 0-16,-5-4 0 0,-4-3 0 16,-6-6 0-16,-3-2 0 0,-1-8 0 15,-2 0 0-15,7 2 0 16,5 2 0-16,0 5 0 0,5 5-29 16,5 1-1499-16,-4 10-285 0,-2 0-1137 0</inkml:trace>
  <inkml:trace contextRef="#ctx0" brushRef="#br0" timeOffset="17413.74">19607 3244 5946 0,'0'0'885'0,"0"0"387"0,0 0-1183 0,0 0-89 0,0 0 0 16,0 0 0-16,0 0 0 0,53-34 0 16,-17 26 0-16,-3 2 0 0,-2 4 0 15,-5 2 0-15,-5 6 0 0,-8 4 0 16,-5 4 0-16,-8 5 0 16,-11 4 0-16,-3 4 0 0,-5 2 0 15,-5 2 0-15,-1 1 0 0,2 2 0 16,4-4 0-16,9 1 0 0,4-5 0 15,10-4 0-15,11 0 0 16,3-4 0-16,9-4 0 0,4-4 0 16,0-2 0-16,4-3 0 0,-2 0 0 15,4-1 0-15,1-1 0 0,-14-1-953 16,1-2-1612-16</inkml:trace>
  <inkml:trace contextRef="#ctx0" brushRef="#br0" timeOffset="18386.81">20150 3796 5774 0,'0'0'981'16,"-8"67"-513"-16,4-25 216 0,-4-1-399 15,-1 0-285-15,1-3 0 16,0-3 0-16,0-4 0 0,5-6 0 16,1-4 0-16,2-8 0 0,0-4 0 15,0-5 0-15,0-1 0 0,2-3 0 16,1 0 0-16,5-6 0 15,2-12 0-15,7-14 0 0,1-8 0 16,5-8 0-16,-4 0 0 0,1 5 0 16,-1 4 0-16,-5 9 0 0,-3 12 0 15,-3 9 0-15,-6 8 0 16,0 1 0-16,-2 9 0 0,0 8 0 16,0 6 0-16,0 3 0 0,-2 0 0 15,2-5 0-15,0-1 0 0,0-3 0 16,2-2 0-16,0-3 0 0,2-2 0 15,-2-4 0-15,3-4 0 0,-1-1 0 16,2-1 0-16,8-7 0 0,7-12 0 16,2-7 0-16,8-6 0 0,-4-6 0 15,4 6 0-15,-7 3 0 16,-1 3 0-16,-2 8 0 0,-5 6 0 16,-1 7 0-16,-3 5 0 0,1 7 0 15,-5 7 0-15,6 7 0 0,-7 2 0 16,3 3 0-16,-2-2 0 15,-2 1 0-15,3-3 0 0,-1 1 0 16,-2-1 0-16,4-1 0 0,5-2 0 16,-5-7-561-16,3-3-4493 0</inkml:trace>
  <inkml:trace contextRef="#ctx0" brushRef="#br0" timeOffset="18745.66">21153 3911 6815 0,'0'0'1044'0,"0"0"-711"0,64 1-333 0,-21-7 0 16,5-2 0-16,-3-1 0 0,-3 0 0 15,-1 2 0-15,-6 1 0 0,-4 3 0 16,-8-1 0-16,-9 3 0 0,-5 1 0 15,-5-2 0-15,0 0-641 0,-2 0-1956 16,0-3-889-16</inkml:trace>
  <inkml:trace contextRef="#ctx0" brushRef="#br0" timeOffset="18918.97">21420 3687 8035 0,'0'0'157'15,"0"0"-157"-15,0 0 0 16,-42 66 0-16,26-20 0 0,1 5 0 16,9-2 0-16,6-6 0 0,6-4 0 15,4-3 0-15,11-3 0 16,0-3 0-16,4-7 0 0,2-5 0 16,-5-7-417-16,-1-5-1752 0</inkml:trace>
  <inkml:trace contextRef="#ctx0" brushRef="#br0" timeOffset="19417.65">22403 3935 6895 0,'0'0'756'0,"0"0"-215"15,0 0-541-15,0 0 0 0,0 0 0 16,0 0 0-16,21 34 0 0,-11 22 0 16,3 14 0-16,-1 5 0 0,1-4 0 15,1-3 0-15,1-2 0 16,-3-4 0-16,-6-3 0 0,-6-5 0 16,-6-4 0-16,-8-8 0 0,-5-7 0 15,-4-6 0-15,-2-7 0 16,-6-8 0-16,0-8 0 0,0-6 0 15,0-7 0-15,7-12 0 0,1-10 0 16,6-13 0-16,7-16 0 0,2-12 0 16,1-12 0-16,7-8 0 15,0-6 0-15,11-4-541 0,5 0-1376 16,-1 26 308-16,5 4-1148 0</inkml:trace>
  <inkml:trace contextRef="#ctx0" brushRef="#br0" timeOffset="19557.77">22614 3413 8051 0,'0'0'141'0,"0"0"-141"16,0 0 0-16,0 0 0 0,0-35 0 15,0 34 0-15,0 0 0 0,2 2 0 16,7 10 0-16,3 11-333 16,0-1-1600-16,1 5-372 0</inkml:trace>
  <inkml:trace contextRef="#ctx0" brushRef="#br0" timeOffset="20005.78">22926 3860 6450 0,'0'0'629'0,"-45"18"484"15,24-1-1113-15,5 5 0 0,1 2 0 16,-1 3 0-16,5 0 0 0,5 2 0 15,2-2 0-15,4-2 0 0,6-2 0 16,3-6 0-16,3-2 0 0,2-6 0 16,5-7 0-16,0-2 0 0,1-8 0 15,3-5 0-15,-2-6 0 16,-3 2 0-16,-1-2 0 0,-7 3 0 16,-4 4 0-16,1 4 0 0,-5 3 0 15,-2 3 0-15,0 1 0 0,-2 1 0 16,-5 1 0-16,5 8 0 15,-2 7 0-15,4 3 0 0,0 3 0 16,6-2 0-16,5-2 0 0,-1-4 0 16,0 0 0-16,5-1 0 0,1-1 0 15,1-3 0-15,4-3 0 16,-1-3 0-16,1-3 0 0,-2-3 0 16,-1-5 0-16,-3-4 0 0,-3-2 0 15,-2-1 0-15,-1-4 0 0,-1 0 0 16,-2-5 0-16,-4-2 0 0,0-4 0 15,0-2 0-15,0-1 0 0,5 4 0 16,3 2 0-16,9 4 0 0,1 1 0 16,-3 6-1005-16,-1 1-496 0</inkml:trace>
  <inkml:trace contextRef="#ctx0" brushRef="#br0" timeOffset="20302.66">23666 3508 3237 0,'0'0'3438'0,"7"-35"-3070"16,-7 22 256-16,0 6-99 0,-7 0-525 15,-3 4 0-15,-2 3 0 0,-7 2 0 16,-4 13 0-16,-3 10 0 16,-3 8 0-16,-7 8 0 0,1 10 0 15,-4 5 0-15,6 6 0 0,4 3 0 16,17-1 0-16,10 0 0 0,10-1 0 15,17-6 0-15,10-5 0 0,14-6 0 16,9-7 0-16,6-10 0 0,9-7 0 16,-1-10 0-16,0-8 0 0,-3-5 0 15,-7-8 0-15,-9-8 0 16,-7-6-65-16,-11 2-2192 0,-6-3-1196 0</inkml:trace>
  <inkml:trace contextRef="#ctx0" brushRef="#br0" timeOffset="20597.5">24402 4063 5770 0,'0'0'873'0,"33"-14"-281"0,3 0 365 15,3-4-957-15,13-1 0 16,1 1 0-16,1 1 0 0,6 1 0 16,-2 0 0-16,-2 0 0 0,-5 1 0 15,-9 1 0-15,-9 0 0 0,-11 1 0 16,-9 0 0-16,-5 2-965 15,-8 0-1152-15</inkml:trace>
  <inkml:trace contextRef="#ctx0" brushRef="#br0" timeOffset="20782.68">24739 3753 7875 0,'0'0'317'0,"7"35"-317"0,-5-9 0 15,-2 6 0-15,0 3 0 0,0 5 0 16,0 1 0-16,2-3 0 0,6-3 0 16,2-4 0-16,7-5 0 0,6-6 0 15,3-7 0-15,10-6 0 16,-10-5-1293-16,-1-5-1797 0</inkml:trace>
  <inkml:trace contextRef="#ctx0" brushRef="#br0" timeOffset="21123.67">25471 3327 5750 0,'0'0'608'15,"-6"38"53"-15,0-1 35 0,-3 13-219 16,1 7-477-16,0 2 0 16,4 5 0-16,0 3 0 0,-3 1 0 15,1 2 0-15,-2 0 0 0,-2 1 0 16,-1-4 0-16,-3-4 0 15,-1-5 0-15,5-10 0 0,2-6 0 16,6-11 0-16,2-11 0 0,0-8-1161 16,4-10-420-16</inkml:trace>
  <inkml:trace contextRef="#ctx0" brushRef="#br0" timeOffset="21462.76">25475 4010 5574 0,'0'0'796'0,"35"-28"-331"0,-10 9 291 15,-2 0-488-15,2-1-4 16,-5 2-195-16,-1 1-69 0,0 3 0 16,-5 5 0-16,-2 2 0 0,-1 4 0 15,-5 3 0-15,-2 0 0 0,-2 5 0 16,0 4 0-16,0 6 0 15,-2-1 0-15,-10 3 0 0,-2-2 0 16,-9-1 0-16,-6 3 0 0,-10 0 0 16,-5 4 0-16,-3 3 0 0,2 4 0 15,5 2 0-15,12 2 0 16,9-1 0-16,13-2 0 0,10 1 0 16,13-3 0-16,10-2 0 0,12 0 0 15,6-4 0-15,9-3 0 0,4-4 0 16,2-3 0-16,-2-3 0 0,-2-2 0 15,-19-2-1133-15,1-4-572 0</inkml:trace>
  <inkml:trace contextRef="#ctx0" brushRef="#br0" timeOffset="21830.29">26124 4235 4990 0,'0'0'452'16,"0"0"152"-16,0 0 569 0,0 0-613 16,0 0-147-16,-33-36-413 0,0 28 0 15,-6-1 0-15,0 3 0 16,8 3 0-16,2 3 0 0,6 1 0 16,6 4 0-16,9 1 0 0,4 1 0 15,6 6 0-15,8 5 0 0,11 7 0 16,8 1 0-16,6 0 0 0,6 6 0 15,3 0 0-15,-3 3 0 0,-2 0 0 16,-3 0 0-16,-10-1 0 0,-7-6 0 16,-9-2 0-16,-10-6 0 0,-8-3 0 15,-13-2 0-15,-10-4 0 16,-10-5 0-16,-8-4 0 0,-5-2 0 16,-6-3 0-16,0-4 0 0,4-5 0 15,6-5 0-15,7 0 0 16,14 2 0-16,2-1-3851 0</inkml:trace>
  <inkml:trace contextRef="#ctx0" brushRef="#br0" timeOffset="28371.76">5728 5307 4333 0,'0'0'661'0,"0"0"491"15,0 0-463-15,0 0-57 0,0 0 93 16,0 0-725-16,0 0 0 0,0 0 0 15,0 0 0-15,6 3 0 0,13 34 0 16,8 9 0-16,4 10 0 0,6 4 0 16,2 4 0-16,7 10 0 15,1 4 0-15,-3 6 0 0,1-1 0 16,-4-5 0-16,-3-4 0 0,-5-8 0 16,-2-4 0-16,0-4 0 15,-4-4 0-15,-7-6 0 0,1-4 0 16,-9-6 0-16,-1-10 0 0,-3-4 0 15,-8-11 0-15,0-6 0 0,0-6 0 16,-4-3 0-16,-7-11 0 0,5 0-1121 16,-8-13-608-16</inkml:trace>
  <inkml:trace contextRef="#ctx0" brushRef="#br0" timeOffset="28914.54">6400 5374 4918 0,'0'0'1280'0,"0"0"-775"0,0 0 135 16,0 0 209-16,0 0-849 0,0 0 0 16,0 0 0-16,0 0 0 0,-21 58 0 15,-4-4 0-15,-4 13 0 16,-6 8 0-16,-8 3 0 0,-5 12 0 15,-3 5 0-15,-5-1 0 0,6-4 0 16,1-9 0-16,9-11 0 0,9-6 0 16,4-11 0-16,11-17 0 15,6-12 0-15,7-16 0 0,6-10 0 16,3-6-1233-16,4-22-1901 0</inkml:trace>
  <inkml:trace contextRef="#ctx0" brushRef="#br0" timeOffset="29742.3">5707 5064 5266 0,'0'0'884'0,"0"0"573"15,0 0-872-15,0 0-585 0,0 0 0 16,44 15 0-16,3-8 0 0,21-3 0 15,19-7 0-15,2-5 0 0,12 0 0 16,1 3 0-16,-3 3 0 0,-12 1 0 16,-23-1 0-16,-21 1-1654 0</inkml:trace>
  <inkml:trace contextRef="#ctx0" brushRef="#br0" timeOffset="31183.69">5306 6787 2573 0,'0'0'2441'0,"0"0"-953"0,0 0-687 16,0 0-149-16,0 0-415 0,0 0-237 15,0 0 0-15,0 0 0 0,46 10 0 16,22 0 0-16,25-1 0 0,19-4 0 16,8-1 0-16,6-1 0 15,0 0 0-15,-4-1 0 0,-2 4 0 16,-7-1 0-16,-7 1 0 0,1 1 0 16,1-3 0-16,-7 0 0 0,-12-2 0 15,-15-2 0-15,-26 0-289 0,-21-2-2956 0</inkml:trace>
  <inkml:trace contextRef="#ctx0" brushRef="#br0" timeOffset="32386.56">5879 7460 5390 0,'0'0'1108'0,"0"0"-379"15,0 0 131-15,0 0-755 0,2 38-105 16,2-6 0-16,-4 10 0 0,6 4 0 16,0 6 0-16,3 5 0 0,3 2 0 15,-4 9 0-15,-1 3 0 16,-7 5 0-16,-4 2 0 0,-3-1 0 15,-7-4 0-15,3-10 0 0,1-9 0 16,0-12 0-16,4-10 0 16,1-11 0-16,3-11 0 0,2-7 0 15,0-6 0-15,0-3-193 0,0-17-3657 0</inkml:trace>
  <inkml:trace contextRef="#ctx0" brushRef="#br0" timeOffset="32694.86">5875 7414 5910 0,'0'0'1385'0,"0"0"-601"16,0 0-671-16,0 0-113 16,0 0 0-16,0 0 0 0,41 0 0 15,9-3 0-15,16-5 0 0,-2 2 0 16,-10 3 0-16,-7 2 0 0,-7 1 0 16,-7 0 0-16,-2 2 0 0,-11-2 0 15,-3 1 0-15,-7-1 0 0,-6 1-429 16,-4 1-1276-16,0-2-840 0</inkml:trace>
  <inkml:trace contextRef="#ctx0" brushRef="#br0" timeOffset="33083.69">5798 7951 6510 0,'0'0'837'16,"0"0"8"-16,52 9-845 0,-11-9 0 15,13-3 0-15,2-3 0 0,2 1 0 16,-11 2 0-16,1 2 0 0,-3-2 0 16,-5 2 0-16,-3-2 0 15,-8-2 0-15,-9 0 0 0,-7 0-993 16,-3-4-1476-16</inkml:trace>
  <inkml:trace contextRef="#ctx0" brushRef="#br0" timeOffset="33626.72">5776 7220 6242 0,'0'0'1029'0,"0"0"-265"16,0 0-607-16,0 0-157 15,0 0 0-15,0 0 0 0,0 0 0 16,62 1 0-16,2 0 0 0,14 3 0 15,3-2 0-15,-5 4 0 0,-5 0 0 16,-9 4 0-16,-11-4 0 16,-18-2 0-16,-8-4-1369 0</inkml:trace>
  <inkml:trace contextRef="#ctx0" brushRef="#br0" timeOffset="34867.85">1075 5754 1580 0,'0'0'2121'16,"19"-43"-1080"-16,-15 22-65 0,-4 4 685 15,-2 0-848-15,-7 4-813 0,-5 4 0 16,-5 2 0-16,-4 3 0 16,-1 4 0-16,1 6 0 0,0 5 0 15,5 5 0-15,1 7 0 0,5 8 0 16,1 3 0-16,3 4 0 0,4 4 0 16,2 8 0-16,2 7 0 15,8-3 0-15,7-5 0 0,3-13 0 16,7-9 0-16,8-13 0 0,6-11 0 15,7-13 0-15,1-13 0 0,-11-1-677 16,-3-7-1012-16</inkml:trace>
  <inkml:trace contextRef="#ctx0" brushRef="#br0" timeOffset="35087.46">1203 5200 7407 0,'0'0'88'0,"0"0"444"15,0 0-367-15,0 0-165 0,0 0 0 16,0 0 0-16,6 64 0 0,-2-10 0 16,3 10 0-16,1 6 0 15,0 5 0-15,-4-2 0 0,2 2 0 16,-3 3 0-16,5-5 0 0,-6-7 0 16,6-9 0-16,0-10 0 15,3-13 0-15,1-17-1153 0,-4-8-616 16,1-12-744-16</inkml:trace>
  <inkml:trace contextRef="#ctx0" brushRef="#br0" timeOffset="35210.24">1418 5725 7555 0,'0'0'637'0,"-10"43"-637"16,4-15 0-16,1 3 0 0,1-1 0 15,4 2 0-15,-4-4 0 0,4-3 0 16,4-5 0-16,5-1 0 0,1-7 0 15,-2-3-489-15,-4-5-1296 0</inkml:trace>
  <inkml:trace contextRef="#ctx0" brushRef="#br0" timeOffset="35365.19">1505 5382 8192 0,'0'0'0'16,"0"0"0"-16,0 0 0 0,-44-7 0 15,30 17 0-15,8-2 0 0,0-2-2010 16,6-6-1539-16</inkml:trace>
  <inkml:trace contextRef="#ctx0" brushRef="#br0" timeOffset="35880.24">1798 5749 3305 0,'0'0'2829'0,"0"0"-2272"16,0 0 83-16,0 0 221 0,0 0-861 15,2-36 0-15,-8 34 0 16,-4-2 0-16,-9 4 0 0,-5 0 0 16,-3 6 0-16,-2 5 0 0,4 2 0 15,4 3 0-15,3 1 0 0,3 3 0 16,7 0 0-16,4 1 0 0,4-1 0 15,8-1 0-15,4-1 0 0,9-3 0 16,6-4 0-16,4-3 0 16,-4-2 0-16,0 0 0 0,-2 0 0 15,-15 2 0-15,-4 1 0 0,-4 4 0 16,-6 2 0-16,-4 0 0 0,-7 0 0 16,-1 0 0-16,-5-2 0 0,-2-2 0 15,-4-2 0-15,1-2 0 16,1-3 0-16,4-2 0 0,5-2 0 15,5 0 0-15,5-1 0 0,4-5-797 16,6-5-112-16,2 0-1424 0,7-4-480 16</inkml:trace>
  <inkml:trace contextRef="#ctx0" brushRef="#br0" timeOffset="36284.61">1790 6441 4854 0,'-8'53'500'0,"-2"-4"-140"15,3-2 416-15,3-12-455 0,4-10-45 16,0-10 200-16,0-8-280 16,0-5-40-16,2-2-16 0,2-7-88 15,1-12 33-15,-1-15-85 0,2-12 0 16,-6-10 0-16,2-10 0 0,0-2 0 15,0-8 0-15,4-6 0 0,5-1 0 16,3 2 0-16,9 9 0 0,2 9 0 16,6 9 0-16,-5 14 0 15,-5 8 0-15,0 6 0 0,-9 10 0 16,3 4 0-16,-3 3 0 0,-2 9 0 16,5 0 0-16,-5 10 0 0,3 4 0 15,-5 3 0-15,2 3 0 0,-10 1 0 16,0 3 0-16,0-1 0 0,-10 4 0 15,-7 0 0-15,-3 1 0 0,-7 1 0 16,-2 1 0-16,-4-2 0 16,0-5 0-16,2-1 0 0,2-5 0 15,10-2 0-15,5-5 0 0,10-3-1049 16,4-3-2361-16</inkml:trace>
  <inkml:trace contextRef="#ctx0" brushRef="#br0" timeOffset="36976.74">2278 5183 5634 0,'0'0'989'0,"0"0"-469"15,-2 39 108-15,-15-1-207 16,-1 12-421-16,1 6 0 0,1-2 0 16,5-1 0-16,1 2 0 0,2 4 0 15,-1 3 0-15,1 0 0 0,0-3 0 16,4-2 0-16,4-7 0 0,0-9 0 15,0-6 0-15,10-9 0 0,7-13 0 16,-7-6-1421-16,2-6-340 0</inkml:trace>
  <inkml:trace contextRef="#ctx0" brushRef="#br0" timeOffset="37338.53">2439 5751 6735 0,'0'0'896'0,"0"0"-335"0,-45-17-561 16,28 19 0-16,-1 11 0 0,-1 4 0 16,2 6 0-16,-3 5 0 15,3 4 0-15,1 1 0 0,5 1 0 16,3-3 0-16,6-3 0 0,2-3 0 16,6-7 0-16,5-5 0 0,5-6 0 15,5-7 0-15,-1-4 0 0,1-9 0 16,0-2 0-16,-3-3 0 0,-3 0 0 15,-1 2 0-15,-7 4 0 0,-3 5 0 16,-2 1 0-16,-2 5 0 16,0 1 0-16,0 1 0 0,0 8 0 15,0 8 0-15,4 4 0 0,-4 3 0 16,4 2 0-16,2-6 0 0,5-2 0 16,-1-5 0-16,0-1 0 15,3-5 0-15,3-1-557 0,3-4-443 16,-5-2-409-16,-1-1-3153 0</inkml:trace>
  <inkml:trace contextRef="#ctx0" brushRef="#br0" timeOffset="37537.79">2683 5818 6587 0,'0'0'1136'0,"0"0"-667"0,-39-7-469 15,22 17 0-15,-1 8 0 0,-3 5 0 16,0 6 0-16,9 2 0 0,0 1 0 15,7 0 0-15,5-4 0 0,9-1 0 16,5-4 0-16,3 0 0 16,1-5 0-16,3-3 0 0,0-4 0 15,1-6 0-15,-1-3 0 0,0-4 0 16,-1-6-445-16,-5 0-643 0,-3-4-725 16</inkml:trace>
  <inkml:trace contextRef="#ctx0" brushRef="#br0" timeOffset="38618.72">2807 6114 6394 0,'0'0'1129'16,"0"0"-781"-16,35-20-27 0,-16 3-321 15,2-3 0-15,-7-1 0 0,-2-3 0 16,-3 0 0-16,-3 0 0 0,-2 2 0 15,-8 1 0-15,-2 2 0 0,-9 2 0 16,1 6 0-16,-3 7 0 16,1 6 0-16,-1 11 0 0,1 6 0 15,1 9 0-15,-1 2 0 0,5 3 0 16,1 0 0-16,6-2 0 0,8-2 0 16,6-7 0-16,5-4 0 15,7-5 0-15,5-9 0 0,4-4 0 16,0-5 0-16,-2-8 0 0,0-6 0 15,-6-2 0-15,2-2 0 0,-13 2 0 16,-1 2 0-16,-3 6 0 0,-8 6 0 16,0 5 0-16,0 2 0 15,0 7-13-15,0 8-115 0,0 6 92 16,0 5-28-16,2-1 64 0,2-1-4 16,0-5-20-16,-2-5 24 0,2-5 0 15,-4-3-12-15,0-2 12 0,0-2-4 16,2-2 24-16,-2 0-20 0,2-4 80 15,1-10-72-15,1-7 0 16,6-5-8-16,0 0-4 0,1-1 4 16,-1 3 0-16,2 2-4 0,-1 3 4 15,-3 5 0-15,-2 5 0 0,-2 3 0 16,3 2 4-16,-3 2 20 0,2 1-24 16,-4 2 72-16,0 11-16 0,-2 11-35 15,-2 4-21-15,-4 2 0 16,0 0 0-16,-1-5 0 0,5-1 0 15,2-3 0-15,0-3 0 0,4-3 0 16,3-4 0-16,1-4 0 0,-2-3 0 16,4-3 0-16,5-8 0 15,1-3 0-15,-5-6 0 0,-1-1 0 16,0 1 0-16,-3 1 0 0,-5 5 0 16,2 4 0-16,-4 3 0 0,0 3 0 15,0 1 0-15,0 0 0 0,4 2 0 16,-4 3 0-16,10 1 0 0,1 1 0 15,-1 0 0-15,9-1 0 16,-1-2 0-16,3-2 0 0,-7-2 0 16,1 0 0-16,-5-2 0 0,-2-1 0 15,-3-1 0-15,1-1 0 0,-4-1 0 16,2-2 0-16,0-4 0 0,-4-3 0 16,0-2 0-16,0 1 0 15,-4 4 0-15,0 7 0 0,-2 3 0 16,-1 2 0-16,-7 9 0 0,2 6 0 15,-3 3 0-15,5 2 0 0,-1-1 0 16,5-1 0-16,2 1 0 0,2-3 0 16,2-2 0-16,6-2 0 0,0-2 0 15,5-2 0-15,3-4 0 16,-3-1 0-16,5-3 0 0,-1-3 0 16,1-6 0-16,1-4 0 0,-3-3 0 15,-2-2 0-15,-1-1 0 0,-3 4 0 16,-2 4 0-16,-4 6 0 0,0 3 0 15,-2 1 0-15,0 1 0 16,0 1 0-16,0 6 0 0,3 10 0 16,-3 6 0-16,0 5 0 0,0 0 0 15,0-3 0-15,0-6 0 0,0-1 0 16,0-2 0-16,0-6 0 0,0-3 0 16,-3-3 0-16,3-3 0 15,0-1 0-15,0-3 0 0,7-9 0 16,-1-11 0-16,6-6 0 0,-1-4 0 15,-1-2 0-15,-2 1 0 0,-2-3 0 16,-1-4-877-16,-5 7-1464 0,0 0-4 16</inkml:trace>
  <inkml:trace contextRef="#ctx0" brushRef="#br0" timeOffset="39185.08">3721 5284 5346 0,'0'0'1116'0,"0"0"-683"0,0 0 467 0,0 0-503 15,23 57-397-15,-15-18 0 0,-2 9 0 16,4 7 0-16,-3 9 0 0,3 6 0 16,0 2 0-16,1 5 0 0,-1-2 0 15,-6 0 0-15,-4-5 0 16,0-7 0-16,-4-8 0 0,-2-7 0 16,-3-7 0-16,3-8 0 0,0-12 0 15,2-9 0-15,0-7-489 0,2-9-3293 0</inkml:trace>
  <inkml:trace contextRef="#ctx0" brushRef="#br0" timeOffset="39349.74">3646 5846 7771 0,'0'0'421'16,"0"0"-421"-16,0 0 0 0,48 6 0 16,-15-1 0-16,10 0 0 15,3-3 0-15,-1-2 0 0,3-5 0 16,-1-1 0-16,-5-1 0 0,-5-1 0 15,-10 2-457-15,-11 1-5994 0</inkml:trace>
  <inkml:trace contextRef="#ctx0" brushRef="#br0" timeOffset="39845.05">907 6544 8192 0,'36'0'0'0,"28"-4"0"15,33-4 0-15,23-4 0 0,31-2 0 16,24-1 0-16,26 3 0 0,16 5 0 16,6 7 0-16,-2 6 0 0,-16 7 0 15,-21 3 0-15,-17-1 0 16,-18-2 0-16,-27-2 0 0,-16 0-197 15,-36-5-799-15,-21-1-2258 0</inkml:trace>
  <inkml:trace contextRef="#ctx0" brushRef="#br0" timeOffset="40756.51">1358 6908 1164 0,'0'0'3542'16,"17"-50"-2158"-16,-15 25-615 0,-2 3 67 16,-2-1-339-16,-5 0-497 15,-3 1 0-15,-4 3 0 0,-3 3 0 16,-2 5 0-16,1 6 0 0,-1 5 0 15,-1 3 0-15,1 7 0 0,2 5 0 16,1 3 0-16,6 4 0 0,-5 2 0 16,5 3 0-16,4 2 0 15,-1 5 0-15,7 4 0 0,0 5 0 16,9 6 0-16,1 3 0 0,4 5 0 16,1 1 0-16,1 1 0 0,1-1 0 15,-3-1 0-15,1-1 0 0,-5-4 0 16,1-1 0-16,-5-6 0 0,-2-6 0 15,-2-3 0-15,-2-6 0 16,-2-8-1021-16,-6-3 60 0,1-7-211 16,-3-6-1722-16</inkml:trace>
  <inkml:trace contextRef="#ctx0" brushRef="#br0" timeOffset="40919.47">1017 7370 7255 0,'0'0'412'16,"0"0"113"-16,0 0-525 16,0 0 0-16,52-16 0 0,-1 5 0 15,11-1 0-15,5-1 0 0,-5 1 0 16,-7 5 0-16,-3 1 0 0,-4 5 0 16,-9 1 0-16,-14 4-965 0,-7 4-2977 0</inkml:trace>
  <inkml:trace contextRef="#ctx0" brushRef="#br0" timeOffset="41225.08">1573 7469 7279 0,'0'0'744'0,"0"0"-575"16,-45-13-169-16,32 15 0 15,3 11 0-15,4 6 0 0,-3 8 0 16,7 3 0-16,2 4 0 0,7 2 0 15,1-3 0-15,8-3 0 0,-1-4 0 16,3-7 0-16,3-9 0 16,-2-4 0-16,-1-6 0 0,-1-8 0 15,-5-4 0-15,-4-6 0 0,1-4 0 16,-9-2 0-16,0-2 0 0,0-2 0 16,-4-1 0-16,-1 2 0 0,3-2 0 15,-2 1 0-15,0 0 0 0,2-1-685 16,2 7-11-16,6 1-137 0,0 9-1224 15,5 3-840-15</inkml:trace>
  <inkml:trace contextRef="#ctx0" brushRef="#br0" timeOffset="41384.73">1805 7631 4886 0,'0'0'1568'0,"0"0"-655"15,-33 38-209-15,28-36-583 0,1-2-121 16,4 0 0-16,0-7 0 0,0-8 0 15,13-14 0-15,3-4 0 0,11-1 0 16,-4 2 0-16,2 6 0 16,-3 4 0-16,3 6 0 0,-2-1-57 15,-2 4-1171-15,-5 5-165 0,-3 0-2561 0</inkml:trace>
  <inkml:trace contextRef="#ctx0" brushRef="#br0" timeOffset="41610.36">2123 7329 4942 0,'0'0'1548'16,"-31"9"-723"-16,6 2-129 16,0 4-515-16,7 3-181 0,-7 6 0 15,4 1 0-15,5 1 0 0,1 1 0 16,5 3 0-16,8-1 0 0,2 2 0 16,6-1 0-16,11-3 0 0,5 0 0 15,5-4 0-15,4-7 0 16,4-4 0-16,3-7 0 0,1-5 0 15,-8-2 0-15,-4-5-1678 0,-11-5-1083 16</inkml:trace>
  <inkml:trace contextRef="#ctx0" brushRef="#br0" timeOffset="41868.08">2290 7674 6018 0,'0'0'1109'0,"0"0"-521"0,44-14-111 15,-24-2-477-15,-1-3 0 16,2-2 0-16,-3-3 0 0,-1-1 0 16,-5-2 0-16,-1-3 0 0,-3 2 0 15,-8 1 0-15,0 4 0 0,-10 7 0 16,-1 8 0-16,-7 8 0 0,-1 6 0 16,-2 12 0-16,1 8 0 15,-1 6 0-15,4 6 0 0,1 1 0 16,12 2 0-16,4-1 0 0,6-3 0 15,11-3 0-15,11-6 0 0,3-6 0 16,17-8 0-16,10-12 0 16,10-6 0-16,-14-7-101 0,4-8-4457 0</inkml:trace>
  <inkml:trace contextRef="#ctx0" brushRef="#br0" timeOffset="42305.66">4310 6495 6334 0,'0'0'609'0,"0"0"-285"0,45 8 532 0,-12-8-787 0,9-2-69 16,-1-6 0-16,7 0 0 0,-7-3 0 15,-4 3 0-15,-4 1 0 0,-12 3 0 16,-4 2 0-16,-9 2-517 0,-6 0-812 16,-2 4-2336-16</inkml:trace>
  <inkml:trace contextRef="#ctx0" brushRef="#br0" timeOffset="42419.77">4409 6710 5714 0,'0'0'388'0,"42"3"189"0,-5-3 303 16,-4-3-460-16,6-1-207 0,-4 1-213 16,-6 2 0-16,-8 0-613 0,-5-1-3193 0</inkml:trace>
  <inkml:trace contextRef="#ctx0" brushRef="#br0" timeOffset="44058.82">7803 6744 2861 0,'0'0'2153'0,"0"0"-1409"0,0 0-152 0,0 0 213 16,0 0-349-16,44 0-124 15,-9-1-83-15,2-2-249 0,4-1 0 16,-3-1 0-16,-1 2 0 0,-6-1 0 16,-6 1 0-16,-3 0 0 0,-5 2-201 15,-3-1-1592-15,-7-1-656 0</inkml:trace>
  <inkml:trace contextRef="#ctx0" brushRef="#br0" timeOffset="44256.9">7876 6950 6022 0,'0'0'488'0,"43"-1"117"0,-8-5 472 16,-2-2-1077-16,5-3 0 0,-3 1 0 15,-2-1 0-15,-2 1 0 0,-6 1 0 16,-7-1-145-16,-3 4-1039 0,-5-2-2798 16</inkml:trace>
  <inkml:trace contextRef="#ctx0" brushRef="#br0" timeOffset="48129.53">13246 5309 2541 0,'0'0'2477'0,"0"0"-1625"0,0 0 97 16,0 0-409-16,0 0-60 0,0 0-127 15,0 0-353-15,-6 57 0 0,6-16 0 16,2 9 0-16,6 5 0 16,-2-2 0-16,1 4 0 15,1 0 0-15,-6 0 0 0,2-1 0 0,0-2 0 16,-4-3 0-16,0-2 0 15,0-4 0-15,2-7 0 0,-2-5-29 16,0-6-787-16,0-11-1425 0,4-4-40 0</inkml:trace>
  <inkml:trace contextRef="#ctx0" brushRef="#br0" timeOffset="49167.36">9651 6788 5358 0,'0'0'344'0,"50"19"52"0,-9-8-32 15,5-2-195-15,8 0-37 0,14 1 48 16,6 0-52-16,15-2 8 0,10 0-48 15,11-1-88-15,8-1 0 16,16 1 0-16,15-2 4 0,18 0-4 0,17-1 32 16,21-2-20-16,10-1 48 0,21 2 72 15,7-1-76-15,20 1 40 16,8 2 116-16,10 4-148 0,6 0 20 16,9 3 61-16,4 1-145 0,8 1 0 15,2 1 0-15,6 2 0 16,4 1 0-16,1 0 0 0,9-1 0 15,-3 3 0-15,-2-2 0 0,-5 1 0 16,-14 2 0-16,-19 0 0 0,-24-1 0 16,-25-2 0-16,-34-2 0 15,-20-2 0-15,-27-3 0 0,-24-6-709 16,-40-4-608-16,-23-4-1104 0</inkml:trace>
  <inkml:trace contextRef="#ctx0" brushRef="#br0" timeOffset="49959.94">9788 7913 5818 0,'0'0'877'0,"0"0"-221"0,0 0 185 16,43 4-841-16,-6-4 0 0,15-4 0 16,10 1 0-16,-8-3 0 0,0 1 0 15,-3-1 0-15,-3 4 0 0,-11 0 0 16,-6 1 0-16,-6 1 0 0,-9 2-269 15,-1 0-1668-15,-9-1-664 0</inkml:trace>
  <inkml:trace contextRef="#ctx0" brushRef="#br0" timeOffset="50603.22">10662 7656 5546 0,'0'0'700'0,"0"0"425"16,0 0-445-16,0 0-539 15,0 0-141-15,0 0 0 0,0 0 0 16,0 0 0-16,-31 41 0 0,19-5 0 16,-3 6 0-16,5-1 0 15,0 0 0-15,-1 0 0 0,5-1 0 16,4-7 0-16,2-2 0 0,0-5 0 15,6-7 0-15,5-5 0 0,5-5 0 16,1-9 0-16,3-5 0 16,1-6 0-16,0-5 0 0,-5-2 0 15,-5-2 0-15,-1 3 0 0,0 3 0 16,-6 5 0-16,-4 4 0 0,0 3 0 16,0 2 0-16,0 4 0 0,-4 9-81 15,0 10-23-15,4 2 104 0,4 3-4 16,2-2 4-16,5-4 0 0,3-3 64 15,3-2-44-15,-1-5 64 0,9-6-63 16,-4-3-21-16,6-3 0 16,0-5 0-16,-3-5 0 0,3-8 0 15,-4-3 0-15,-2-4 0 0,-1-2 0 16,-5-3 0-16,-3 0 0 0,-4-1 0 16,-1-3 0-16,-7 0 0 15,-7-3 0-15,-1 2 0 0,-2-1 0 16,4 3 0-16,-5 0 0 0,9-1-245 15,-2 10-1296-15,4-1-4037 0</inkml:trace>
  <inkml:trace contextRef="#ctx0" brushRef="#br0" timeOffset="51178.41">11140 7217 4674 0,'0'0'1008'0,"0"0"-55"0,0 0 247 0,0 0-843 0,0 0-357 0,0 0 0 16,0 0 0-16,0 0 0 15,0 0 0-15,68-43 0 0,-21 27 0 16,-1 4 0-16,-3 6 0 0,-12 6 0 16,-4 5 0-16,-10 7 0 0,-9 7 0 15,-12 3 0-15,-13 7 0 16,-3 3 0-16,-11 5 0 0,4 3 0 15,-4 1 0-15,10 0 0 0,5-3 0 16,11-8 0-16,5-1 0 16,9-4 0-16,7-5 0 0,7-3 0 15,8-4 0-15,4-3 0 0,-2 0 0 16,-2-3 0-16,-4-1 0 0,-6-2-133 16,-5 0-1303-16,-5-3-797 0</inkml:trace>
  <inkml:trace contextRef="#ctx0" brushRef="#br0" timeOffset="51755.65">11559 7803 5402 0,'0'0'1040'0,"0"0"161"16,0 0-652-16,0 0-549 0,0 0 0 15,0 0 0-15,-6 50 0 0,2-18 0 16,4-1 0-16,0-4 0 0,0-1 0 16,4-2 0-16,-4-2 0 0,0-4 0 15,0-6 0-15,0-5 0 0,2-5 0 16,2-2 0-16,0-2 0 0,3-11 0 15,9-13 0-15,5-7 0 0,0-8 0 16,-1 5 0-16,-3 4 0 16,-3 8 0-16,-3 7 0 0,-9 9 0 15,2 6 0-15,-4 3 0 0,0 8 0 16,0 13 0-16,-4 5 0 0,4 4 0 16,0-1 0-16,0-3 0 15,0-1 0-15,0-4 0 0,0-2 0 16,4-8 0-16,0-2 0 0,-2-7 0 15,2-2 0-15,2-2 0 0,5-8 0 16,13-14 0-16,-1-5 0 16,4-7 0-16,4 2 0 0,-4 1 0 15,2 3 0-15,-6 5 0 0,-3 6 0 16,-3 9 0-16,-7 6 0 0,-6 3 0 16,7 8 0-16,-5 9 0 0,4 3 0 15,5 8 0-15,-5 0 0 0,-4-1 0 16,0-2 0-16,-1 0 0 0,1-4 0 15,-2 1 0-15,-4-5 0 0,2-4 0 16,2-4 0-16,-4-5 0 16,4-4-3054-16</inkml:trace>
  <inkml:trace contextRef="#ctx0" brushRef="#br0" timeOffset="52359.77">12306 7871 3961 0,'0'0'957'0,"0"0"663"0,0 0-755 0,0 0-241 15,0 0-459-15,0 0-165 0,57 0 0 16,-9-3 0-16,4-3 0 0,1-1 0 16,-11-1 0-16,-1 0 0 15,-4-1 0-15,-6 2 0 0,-8 1 0 16,-2-1 0-16,-7 1 0 0,-1 1 0 15,-5 1 0-15,-8-1-629 0,2 4-1052 16,-2-8-724-16</inkml:trace>
  <inkml:trace contextRef="#ctx0" brushRef="#br0" timeOffset="52543.47">12537 7673 7287 0,'0'0'905'0,"0"0"-905"0,0 0 0 15,0 0 0-15,-12 59 0 0,8-22 0 16,4 4 0-16,0-1 0 16,0-3 0-16,6-4 0 0,8-3 0 15,7-6 0-15,2-3 0 0,8-8 0 16,0-6 0-16,-4-3-1493 0,-1-5-1033 0</inkml:trace>
  <inkml:trace contextRef="#ctx0" brushRef="#br0" timeOffset="52965.34">13325 7810 4125 0,'0'0'1161'0,"0"-35"-289"0,0 24-135 15,0 6 407-15,0 4-991 0,0 1-153 16,0 5 0-16,10 10 0 0,4 16 0 16,3 11 0-16,0 8 0 15,-1 2 0-15,-1 1 0 0,1 0 0 16,-6 4 0-16,1 3 0 0,-5 3 0 15,-2-1 0-15,-8-3 0 0,-6 0 0 16,-7-6 0-16,-6-4 0 0,-1-5 0 16,1-7 0-16,-2-10 0 15,-2-6 0-15,0-9 0 0,2-7 0 16,-1-6 0-16,5-12 0 0,0-9 0 16,1-11 0-16,3-9 0 0,7-13 0 15,-1-9 0-15,1-9 0 0,4-15-249 16,0 19-1752-16,-3-7-788 0</inkml:trace>
  <inkml:trace contextRef="#ctx0" brushRef="#br0" timeOffset="53105.41">13302 7331 8192 0,'0'0'0'15,"0"0"0"-15,0 0 0 0,0 0 0 16,39 30 0-16,-20-21 0 0,-1 3 0 15,3 2 0-15,4 4-909 0,-9-5-680 16,1 3-724-16</inkml:trace>
  <inkml:trace contextRef="#ctx0" brushRef="#br0" timeOffset="53556.27">13765 7713 7215 0,'0'0'640'0,"0"0"-303"0,-48 37-337 16,34-15 0-16,4 4 0 15,-1 3 0-15,1-1 0 0,4 1 0 16,6-2 0-16,0 0 0 0,0-2 0 16,6-2 0-16,2-3 0 15,-2-6 0-15,5-4 0 0,1-6 0 16,-2-4 0-16,5-2 0 0,-1-8 0 15,-1-3 0-15,1-2 0 0,-3-2 0 16,-5 1 0-16,0 0 0 16,2-1 0-16,-6 2 0 0,2 2 0 15,-4 6 0-15,0 3 0 0,0 3 0 16,0 2 0-16,0 10 0 0,0 8 0 16,0 8 0-16,0 4 0 0,0-2 0 15,3-6 0-15,7-5 0 0,4-5 0 16,11-5 0-16,4-5 0 0,6-4 0 15,-2-9 0-15,2 0 0 0,-12-5 0 16,-2 0 0-16,-7-4 0 16,1-1 0-16,-7-4 0 0,2 0 0 15,-1-3 0-15,-3 0 0 0,0-2 0 16,2 2 0-16,-1 3 0 0,-1 3 0 16,0 3 0-16,8 1 0 15,3-4-529-15,-3 6-2368 0,1-4-929 0</inkml:trace>
  <inkml:trace contextRef="#ctx0" brushRef="#br0" timeOffset="53838.53">14524 7389 7595 0,'0'0'597'0,"0"0"-597"0,0 0 0 15,0 0 0-15,0 0 0 0,-44-26 0 16,19 44 0-16,-4 8 0 0,-6 12 0 15,2 6 0-15,-4 7 0 0,2 8 0 16,4 3 0-16,4 3 0 0,10-1 0 16,9-4 0-16,8-4 0 15,19-5 0-15,8-6 0 0,16-5 0 16,9-10 0-16,10-5 0 0,6-9 0 16,6-11 0-16,-1-4 0 15,-5-3 0-15,-8-9 0 0,-8-3 0 16,-15 1 0-16,-10-7-4527 0</inkml:trace>
  <inkml:trace contextRef="#ctx0" brushRef="#br0" timeOffset="54288.3">15135 7737 7239 0,'0'0'936'0,"0"0"-919"0,0 0-17 0,0 0 0 0,50 13 0 0,-15-10 0 15,7 0 0-15,-3-2 0 0,2-1 0 16,1-4 0-16,-9-1 0 16,-2 0 0-16,0-1 0 0,-11-3 0 15,-3 2 0-15,-3-2 0 0,-12 0-1297 16,2 0-4550-16</inkml:trace>
  <inkml:trace contextRef="#ctx0" brushRef="#br0" timeOffset="54444.46">15305 7610 7371 0,'0'0'544'0,"0"0"-267"15,-21 46-277-15,17-16 0 0,2 6 0 16,-2 2 0-16,4 0 0 0,6-1 0 16,4-5 0-16,9-4 0 0,-2-6 0 15,10-5 0-15,-1-6 0 0,5-8 0 16,-6-3-2218-16,-2-4-1648 0</inkml:trace>
  <inkml:trace contextRef="#ctx0" brushRef="#br0" timeOffset="54829.85">15942 7213 4670 0,'0'0'748'0,"0"0"433"15,-23 62-525-15,13-17-40 0,-5 9-295 16,5 5-321-16,4 5 0 0,-1 7 0 16,3 4 0-16,4-2 0 15,0 1 0-15,0-4 0 0,0-5 0 16,0-4 0-16,0-5 0 0,0-7 0 16,4-10 0-16,-2-8 0 15,3-11 0-15,-1-13-441 0,-4-3-1148 16,2-10-484-16</inkml:trace>
  <inkml:trace contextRef="#ctx0" brushRef="#br0" timeOffset="55171.38">15871 7848 5742 0,'0'0'788'0,"0"0"-371"0,0 0 315 16,0 0-428-16,31-42-95 16,2 26-209-16,9-1 0 0,1 7 0 15,-6 4 0-15,3 2 0 0,-11 4 0 16,-3 0 0-16,-11 4 0 0,-9-1 0 16,-2 7 0-16,-10 0 0 15,-8 7 0-15,-7 3 0 0,-10 5 0 16,4 1 0-16,-6 3 0 0,2 0 0 15,4 2 0-15,2-3 0 0,15-1 0 16,4-1 0-16,6-2 0 16,10-1 0-16,7-4 0 0,7-5 0 15,-1-1 0-15,8-4 0 0,-4-3 0 16,4-3 0-16,-4-1 0 0,2-2-233 16,-11-3-1444-16,3-4-1048 0</inkml:trace>
  <inkml:trace contextRef="#ctx0" brushRef="#br0" timeOffset="55511.71">16514 7957 5178 0,'0'0'1332'0,"0"0"-311"16,-43 3-360-16,22 0-661 15,5-1 0-15,-5 2 0 0,-4-1 0 16,-2 2 0-16,0 1 0 0,3 4 0 15,5-1 0-15,0 3 0 0,13 0 0 16,2 2 0-16,4 3 0 16,8 2 0-16,11 0 0 0,6 1 0 15,10 0 0-15,4-2 0 0,9 1 0 16,3-1 0-16,1-1 0 0,-9 2 0 16,-5 0 0-16,-9-1 0 0,-17 1 0 15,-12-1 0-15,-10 2 0 0,-17 0 0 16,-10 0 0-16,-5-2 0 0,-9-2 0 15,1-1 0-15,-6-2 0 16,2-3 0-16,-1 1 0 0,5 0 0 16,-2-2 0-16,15-4-121 0,2-2-1672 0</inkml:trace>
  <inkml:trace contextRef="#ctx0" brushRef="#br0" timeOffset="87226.66">21395 6161 1268 0,'0'0'112'0,"0"0"68"0,0 0 1037 16,0 0-585-16,0 0 621 0,27-33-265 15,-25 29-172-15,-2 2 205 16,0 2-497-16,0 0-343 0,-4 6-181 16,-5 9 0-16,-3 9 0 0,-7 8 0 15,-4 5 0-15,3-1 0 0,1-1 0 16,-1 1 0-16,-1 0 0 0,2-2 0 15,3-5-221-15,5-3-363 0,5-7-693 16,2-9-159-16,2-3-597 0</inkml:trace>
  <inkml:trace contextRef="#ctx0" brushRef="#br0" timeOffset="87804.51">21575 6193 1712 0,'0'0'2433'0,"0"0"-676"0,0 0-940 0,0 0-173 0,0 0 185 16,0 0-829-16,0 0 0 0,0 0 0 15,-13 36 0-15,3-9 0 16,-7 3 0-16,1 4 0 0,-5 0 0 16,0 3 0-16,1 1 0 0,-1-1 0 15,9-11-989-15,-7-1-2105 0</inkml:trace>
  <inkml:trace contextRef="#ctx0" brushRef="#br0" timeOffset="90745.61">21949 6399 2309 0,'0'0'2413'0,"0"0"-925"0,0 0-647 16,0 0-129-16,0 0-283 0,0 0-429 15,0 0 0-15,0 0 0 16,-33 57 0-16,22-13 0 0,-1 8 0 16,-1 7 0-16,-1 13 0 0,-7 12 0 15,-3 10 0-15,-3 6 0 0,-2 0 0 16,0-6 0-16,2-4 0 0,2-10 0 15,2-9 0-15,7-9 0 0,8-17 0 16,8-14 0-16,0-13 0 16,6-17 0-16,2-2-965 0,-2-16-648 0</inkml:trace>
  <inkml:trace contextRef="#ctx0" brushRef="#br0" timeOffset="91109.33">21928 6436 2945 0,'0'0'2425'0,"0"0"-668"15,0 0-909-15,0 0-631 0,0 0-217 16,0 0 0-16,0 0 0 0,12 67 0 16,3-19 0-16,-3 7 0 0,7 8 0 15,-7 8 0-15,3 10 0 16,-7 7 0-16,-4 3 0 0,-4 1 0 16,0-7 0-16,0-9 0 0,-2-10 0 15,2-11 0-15,0-11 0 16,6-13 0-16,1-12 0 0,-3-11 0 15,0-7-765-15,-4-13-3677 0</inkml:trace>
  <inkml:trace contextRef="#ctx0" brushRef="#br0" timeOffset="91242.68">21713 7214 7119 0,'0'0'1060'0,"0"0"-1047"0,0 0-13 16,0 0 0-16,60 6 0 0,-19-16 0 15,7-3 0-15,-1-2 0 0,-1-2 0 16,-5 5 0-16,-6 1 0 0,-4 0 0 16,-10 0 0-16,-4 1-1886 0</inkml:trace>
  <inkml:trace contextRef="#ctx0" brushRef="#br0" timeOffset="91726.9">22534 7160 2028 0,'0'0'4070'0,"0"0"-2981"0,-9-46-249 0,-3 33-675 0,-5 2-165 16,-3 5 0-16,-3 4 0 15,-2 4 0-15,3 9 0 0,-1 9 0 16,0 9 0-16,2 5 0 0,5 9 0 16,1 3 0-16,5 3 0 0,10 2 0 15,0-1 0-15,10-4 0 0,9-10 0 16,4-7 0-16,2-14 0 0,3-11 0 15,3-9 0-15,7-15 0 0,-3-12 0 16,-8 2-1009-16,0-9-1048 0</inkml:trace>
  <inkml:trace contextRef="#ctx0" brushRef="#br0" timeOffset="91934.08">22664 6532 7575 0,'0'0'560'0,"-8"45"-503"0,6-7-57 16,-3 7 0-16,1 6 0 0,2 5 0 16,0 6 0-16,0 8 0 15,2 6 0-15,-2 6 0 0,2 0 0 16,0-1 0-16,0-9 0 0,2-8 0 16,4-7 0-16,3-13 0 0,1-13 0 15,-2-11 0-15,-4-11-1017 0,3-9-2705 0</inkml:trace>
  <inkml:trace contextRef="#ctx0" brushRef="#br0" timeOffset="93308.32">23003 7197 3829 0,'0'0'2437'0,"0"0"-932"16,0 0-1084-16,0 0-421 0,-6 56 0 16,6-23 0-16,0 5 0 0,-2-1 0 15,0-3 0-15,2 2 0 0,-7-2 0 16,7-2 0-16,-4 0 0 0,2-7 0 15,0-4 0-15,0-8 0 0,0-7 0 16,2-3 0-16,0-3 0 0,2-11 0 16,6-10 0-16,5-20 0 15,7-11 0-15,-1-5 0 0,-2 4 0 16,-5 10 0-16,7 10 0 0,-9 12 0 16,-2 10 0-16,-4 7 0 0,0 6 0 15,-2 7 0-15,5 12 0 16,-3 7 0-16,-4 4 0 0,0 0 0 15,4-3 0-15,-2 1 0 0,0-5 0 16,0 0 0-16,2-6 0 16,2-6 0-16,-1-5 0 0,-1-4 0 15,2-4 0-15,4-4 0 0,1-10 0 16,1-9 0-16,2-5 0 0,1-3 0 16,-5 1 0-16,-1 5 0 0,1 4 0 15,-2 8 0-15,-6 6 0 0,-2 4 0 16,4 3 0-16,1 2 0 0,-1 10 0 15,2 10 0-15,-2 8 0 0,-2 6 0 16,-2 2 0-16,0-2 0 0,0 0 0 16,0-2 0-16,0-3 0 15,2-5 0-15,2 0 0 0,0-3 0 16,1-8 0-16,3-4 0 0,-2-6-437 16,2-7-4125-16</inkml:trace>
  <inkml:trace contextRef="#ctx0" brushRef="#br0" timeOffset="93480.15">23447 7324 6999 0,'0'0'324'0,"0"0"440"0,0 53-659 16,4-22-105-16,1 4 0 0,3 1 0 16,-2 2 0-16,0 1 0 0,0-2 0 15,1-1 0-15,-5-3 0 0,6-6 0 16,-6-5 0-16,2-8 0 0,-4-8-1581 15,0-9-1597-15</inkml:trace>
  <inkml:trace contextRef="#ctx0" brushRef="#br0" timeOffset="93603.61">23474 6915 8192 0,'0'0'0'0,"0"0"0"15,0 0 0-15,0 0 0 16,0 0 0-16,0 0 0 0,0 0 0 15,0 0 0-15,0 0 0 0,0 0-2346 16,17-5-2728-16</inkml:trace>
  <inkml:trace contextRef="#ctx0" brushRef="#br0" timeOffset="93994.16">23848 6541 5498 0,'0'0'1361'16,"0"0"-697"-16,0 0-308 0,0 0-43 16,-18 62-313-16,9-5 0 0,3 16 0 15,2 8 0-15,0 6 0 0,0 9 0 16,0 7 0-16,-2 5 0 0,1-2 0 15,3-6 0-15,0-4 0 0,4-15 0 16,2-11 0-16,5-17 0 0,-1-17 0 16,0-15-1069-16,-2-14-1236 0</inkml:trace>
  <inkml:trace contextRef="#ctx0" brushRef="#br0" timeOffset="94223.61">24055 6602 6378 0,'0'0'585'0,"0"0"503"0,0 0-947 16,6 40-141-16,-4 3 0 15,-2 14 0-15,-2 6 0 0,-4 6 0 16,0 11 0-16,-2 8 0 0,-3 4 0 16,1 2 0-16,0-2 0 0,1-5 0 15,1-8 0-15,2-7 0 0,2-12 0 16,0-10 0-16,-3-12-325 0,3-17-2604 15,-4-11-1553-15</inkml:trace>
  <inkml:trace contextRef="#ctx0" brushRef="#br0" timeOffset="94377.43">23764 7309 7699 0,'0'0'344'0,"0"0"-195"0,57-21-149 15,-23 13 0-15,-1 1 0 16,2 0 0-16,0-1 0 0,4 3 0 15,0-1 0-15,3 1 0 0,3-2 0 16,1 0-621-16,-11 1-1788 16,-6-1-1837-16</inkml:trace>
  <inkml:trace contextRef="#ctx0" brushRef="#br0" timeOffset="94918.2">24291 7133 6390 0,'0'0'1025'0,"-44"-9"-248"15,22 17-777-15,1 10 0 0,0 10 0 16,1 9 0-16,-1 7 0 0,4 2 0 15,5 2 0-15,6-4 0 0,6-2 0 16,6-4 0-16,4-7 0 16,9-9 0-16,2-9 0 0,5-10 0 15,1-12 0-15,0-8 0 0,-2-11 0 16,-4-2 0-16,-5-5 0 0,-3-2 0 16,-5 3 0-16,-2 3 0 0,-4 7 0 15,-2 9 0-15,0 4 0 16,0 8 0-16,0 2 0 0,0 1 0 15,0 8 0-15,0 9 0 0,0 6 0 16,0 6 0-16,2 0 0 16,2-2 0-16,-2 2 0 0,3 0 0 15,-3-2-437-15,2-2 117 0,2-3 144 16,0 0 88-16,2-3 84 0,-1-6 0 16,1-4-176-16,-2-5 36 0,2-4-8 15,1-7 36-15,-3-8 116 0,2-5 16 16,0-2-8-16,-3-1 8 0,-3 3 84 15,-2 1-28-15,0-1 56 0,0 1 192 16,2 1-104-16,-2 1 8 0,2 2 48 16,0 1-152-16,4-2-4 15,-2 2-103-15,2 1-13 0,-2-3 0 16,3 0 0-16,1-2 0 0,-4 0 0 16,2 1 0-16,0 0 0 0,-1 3 0 15,-1 3 0-15,-2 5 0 16,0 4 0-16,-2 2 0 0,8 2 0 15,-2 15 0-15,7 17 0 0,-3 12 0 16,2 9 0-16,-1 3 0 16,-3-3 0-16,2-3 0 0,1-6 0 15,-1-4 0-15,0-9 0 0,5-9 0 16,-3-8 0-16,3-9 0 0,-1-7 0 16,5-8-273-16,-9-4-1015 0,0-2-3723 0</inkml:trace>
  <inkml:trace contextRef="#ctx0" brushRef="#br0" timeOffset="95276.4">24967 7278 6450 0,'0'0'789'0,"-35"-29"-81"0,10 21-463 16,0 3-245-16,2 5 0 0,3 4 0 15,3 3 0-15,5 7 0 0,3 6 0 16,3 3 0-16,4 5 0 0,2 3 0 15,8 2 0-15,3 2 0 0,3-2 0 16,5-2 0-16,-1-4 0 0,3-4 0 16,0-4 0-16,-1-5 0 15,3-6 0-15,0-4 0 0,2-4 0 16,-3-6-765-16,-5 0-848 0,-3-5-892 0</inkml:trace>
  <inkml:trace contextRef="#ctx0" brushRef="#br0" timeOffset="95569.63">25144 7561 5422 0,'0'0'1048'0,"0"0"-331"0,48-26 288 15,-23 6-1005-15,-5-3 0 0,-5 2 0 16,-5-3 0-16,-4-1 0 0,-1-2 0 16,-5-4 0-16,-5-3 0 0,-5-3 0 15,-6 4 0-15,1 8 0 0,-3 7 0 16,5 12 0-16,-5 10 0 0,-3 14 0 15,-2 9 0-15,0 10 0 0,1 8 0 16,7 4 0-16,5 5 0 0,8-2 0 16,8-3 0-16,8-7 0 15,11-8 0-15,8-10 0 0,9-10 0 16,5-11 0-16,1-3 0 0,-3-11 0 16,-3-9 0-16,-5-6 0 0,-12 5-833 15,-3-8-4582-15</inkml:trace>
  <inkml:trace contextRef="#ctx0" brushRef="#br0" timeOffset="95958.46">25368 6438 1504 0,'0'0'5263'0,"0"0"-4187"0,0 0-727 0,0 0-349 15,0 0 0-15,0 0 0 16,0 0 0-16,0 0 0 0,45 59 0 16,-14-31 0-16,4-5 0 0,-2-4 0 15,-4-3 0-15,-2-3 0 0,-8-2 0 16,-9-3-357-16,-2-3-1212 0</inkml:trace>
  <inkml:trace contextRef="#ctx0" brushRef="#br0" timeOffset="96129.09">25587 6359 8007 0,'0'0'185'0,"0"0"-185"16,33 40 0-16,-6-16 0 0,4 1 0 15,2-1 0-15,-2 3 0 0,0-1 0 16,-2 2 0-16,-4-3 0 0,-9-7-825 16,-1-3-2333-16</inkml:trace>
  <inkml:trace contextRef="#ctx0" brushRef="#br0" timeOffset="103054.27">6032 10954 2893 0,'0'0'2001'0,"0"0"-1057"0,0 0 89 16,0 0-285-16,0 0-252 0,0 0-419 15,0 0-77-15,0 0 0 0,6-30 0 16,-6 40 0-16,0 12 0 0,-10 18 0 16,-5 13 0-16,-5 10 0 0,-9 7 0 15,-6 3 0-15,-3 5 0 0,-5 3 0 16,2-1 0-16,-1 0 0 0,5-3 0 15,0-4 0-15,6-3 0 16,0-10 0-16,8-7 0 0,9-11 0 16,7-9 0-16,3-9 0 0,4-9 0 15,0-7 0-15,4-8 0 16,3-13 0-16,3-11-1129 0,-4-2-916 16,0-8-1837-16</inkml:trace>
  <inkml:trace contextRef="#ctx0" brushRef="#br0" timeOffset="103457.69">6028 10918 5770 0,'0'0'849'0,"0"0"-133"0,0 0 32 0,0 0-639 0,0 0-109 16,0 0 0-16,0 0 0 0,0 0 0 15,-11 44 0-15,22 18 0 16,3 11 0-16,7 8 0 0,2 3 0 16,-3 7 0-16,-3 4 0 0,-1 5 0 15,3-2 0-15,-3-8 0 0,-1-12 0 16,1-14 0-16,1-13 0 0,0-14 0 16,-3-10 0-16,-4-12 0 0,1-10 0 15,-5-8 0-15,-6-6 0 0,4-10-2906 16</inkml:trace>
  <inkml:trace contextRef="#ctx0" brushRef="#br0" timeOffset="103750.62">5751 11756 7159 0,'0'0'188'0,"0"0"580"0,0 0-691 15,56-12-77-15,-15 1 0 0,2-1 0 16,3 2 0-16,-3 1 0 0,-6 2 0 15,-1-1 0-15,1-1 0 16,-10-2 0-16,-7-1-357 0,-3-1-2824 0</inkml:trace>
  <inkml:trace contextRef="#ctx0" brushRef="#br0" timeOffset="104395.97">5707 10529 3005 0,'0'0'3838'0,"0"0"-2646"15,0 0-1035-15,0 0-157 0,0 0 0 16,52 0 0-16,8-7 0 0,16-2 0 15,5-5 0-15,-9 2 0 16,1 2 0-16,-7 5 0 0,-4 4 0 16,0 0 0-16,-8 0 0 0,-13 0-673 15,-14 1-4209-15</inkml:trace>
  <inkml:trace contextRef="#ctx0" brushRef="#br0" timeOffset="106533.06">5284 12375 2629 0,'0'0'4066'0,"0"0"-2862"16,0 0-911-16,0 0-293 0,0 0 0 15,62 11 0-15,24-11 0 16,30-5 0-16,19-5 0 0,1 1 0 15,5-1 0-15,5 2 0 0,-7 1 0 16,1-1 0-16,-3-1 0 0,-7 1 0 16,-8 3 0-16,-8 3 0 0,-3 1 0 15,-20 1 0-15,-8 1 0 16,-19 1 0-16,-19 2-1265 0,-22-4-1088 0</inkml:trace>
  <inkml:trace contextRef="#ctx0" brushRef="#br0" timeOffset="107061.37">5639 13043 6418 0,'0'0'457'0,"0"0"535"0,0 0-667 0,-6 48-325 15,0-3 0-15,2 12 0 0,-1 8 0 16,5 3 0-16,-2 4 0 16,2 4 0-16,0 1 0 0,7-1 0 15,-5-3 0-15,6-6 0 0,2-7 0 16,-4-8 0-16,1-11 0 0,1-12 0 16,-2-12 0-16,-4-11-49 0,0-6-1291 15,-2-11-341-15</inkml:trace>
  <inkml:trace contextRef="#ctx0" brushRef="#br0" timeOffset="107522.29">5623 13078 6851 0,'0'0'320'0,"0"0"701"0,0 0-1021 0,0 0 0 0,0 0 0 0,0 0 0 0,51-2 0 16,-1-4 0-16,8-4 0 0,0 0 0 15,-7 0 0-15,1 0 0 0,-4 2 0 16,-11 1 0-16,-4 4 0 16,-8 2 0-16,-15 1 0 0,-4 3-261 15,-2 2-1532-15</inkml:trace>
  <inkml:trace contextRef="#ctx0" brushRef="#br0" timeOffset="107738.62">5538 13477 7091 0,'0'0'860'0,"58"17"-619"0,-11-12-241 16,3-5 0-16,2-3 0 15,-1-5 0-15,1 0 0 0,-5-1 0 16,-7 0 0-16,-1 2 0 0,-6 2 0 15,-2-2 0-15,-6-1 0 0,-9 1-889 16,-3-2-2569-16</inkml:trace>
  <inkml:trace contextRef="#ctx0" brushRef="#br0" timeOffset="108072.75">5606 12827 8192 0,'0'0'0'16,"0"0"0"-16,0 0 0 0,58-9 0 16,-8-1 0-16,16-7 0 0,4 1 0 15,2 0 0-15,-3 5 0 16,-1 3 0-16,-17 4 0 0,-3 1-2510 0</inkml:trace>
  <inkml:trace contextRef="#ctx0" brushRef="#br0" timeOffset="111462.43">7671 12156 2689 0,'0'0'2985'15,"0"0"-1868"-15,0 0-257 0,0 0-319 16,0 0-541-16,0 0 0 0,0 0 0 16,0 0 0-16,0 0 0 0,60 0 0 15,-21 0 0-15,5-5 0 0,-7-2 0 16,-2 0 0-16,-2-1 0 0,-8 1 0 16,-2 3 0-16,-3-2 0 0,-9 2 0 15,-5 2-193-15,-2 1-1111 0,-8 1-2294 16</inkml:trace>
  <inkml:trace contextRef="#ctx0" brushRef="#br0" timeOffset="111929.33">7634 12352 5174 0,'0'0'832'0,"0"0"37"0,0 0 307 16,0 0-1035-16,0 0-141 0,43 6 0 16,-1-6 0-16,9 0 0 0,-1-2 0 15,-9-4 0-15,-10 4 0 0,-8-1 0 16,-2 3 0-16,-7-1 0 0,-4 1 0 16,3-9-2350-16</inkml:trace>
  <inkml:trace contextRef="#ctx0" brushRef="#br0" timeOffset="115473.35">8829 11580 2569 0,'0'0'232'0,"0"0"2873"16,0 0-2156-16,0 0-153 0,0 0-255 15,0 0-541-15,0 0 0 0,0 0 0 16,0 0 0-16,41 10 0 0,-6-9 0 16,9-1 0-16,-1 0 0 0,-2-2 0 15,5-4 0-15,-3 0 0 0,-1-1 0 16,-1-1 0-16,-18 1-173 0,-3-1-3036 15</inkml:trace>
  <inkml:trace contextRef="#ctx0" brushRef="#br0" timeOffset="116004.48">9436 11337 6414 0,'0'0'1061'16,"0"0"-445"-16,0 0-515 0,0 0-101 15,0 0 0-15,0 0 0 0,0 0 0 16,-35 57 0-16,29-14 0 0,-4 7 0 16,-1 3 0-16,-5 3 0 0,1 2 0 15,3-5 0-15,4-5 0 0,6-10 0 16,4-10 0-16,8-8 0 15,5-9 0-15,5-9 0 0,1-5 0 16,2-13 0-16,1-6 0 0,-1-8 0 16,-2-3 0-16,-7 0 0 0,-3 1 0 15,-1 5 0-15,-8 5 0 16,2 8 0-16,0 7 0 0,-4 4 0 16,0 3 0-16,-4 0 0 0,0 10 0 15,2 9 0-15,-2 7 0 0,0 5 0 16,4-2 0-16,0-1 0 15,8-2 0-15,-2-3 0 0,15-6 0 16,-1-2 0-16,3-5 0 0,8-4 0 16,-4-2 0-16,8-4 0 0,-4-7 0 15,2-3 0-15,-6-4 0 0,-6-4 0 16,-5-2 0-16,-1-5 0 0,-9-4 0 16,-2 0 0-16,0-5 0 0,-4-1 0 15,0 0 0-15,-4-4 0 0,-2 0 0 16,-2 2 0-16,2 3 0 15,1 8 0-15,3 4 0 0,-2 5 0 16,4 4 0-16,0 0 0 0,0 1-797 16,0 3-4373-16</inkml:trace>
  <inkml:trace contextRef="#ctx0" brushRef="#br0" timeOffset="116735.76">9904 10954 2104 0,'0'0'301'0,"0"0"-49"0,0 0 1216 16,0 0-639-16,0 0-281 0,-31 8-4 15,26-8 185-15,3 0-273 0,-2 0 28 16,4 0-7-16,0 0-477 16,6 0 0-16,-1-4 0 0,7-3 0 15,9-5 0-15,6-5 0 0,4-1 0 16,0 3 0-16,-5 3 0 0,5 3 0 15,-6 5 0-15,-8 2 0 16,-1 2 0-16,-5 3 0 0,-7 5 0 16,-2 9 0-16,-2 4 0 0,-6 11 0 15,-7 5 0-15,-5 2 0 0,-3 3 0 16,4 0 0-16,1-4 0 0,1-4 0 16,9-5 0-16,6-7 0 0,4-5 0 15,3-6 0-15,9-4 0 0,5-4 0 16,4-3 0-16,6-3 0 0,2-3 0 15,0-2 0-15,-8 3-1153 16,-5-1-3818-16</inkml:trace>
  <inkml:trace contextRef="#ctx0" brushRef="#br0" timeOffset="117279.33">10557 10924 4970 0,'0'0'600'0,"0"0"825"16,0 0-569-16,0 0-515 0,0 0-341 15,0 0 0-15,0 0 0 0,-23 38 0 16,29 8 0-16,11 12 0 0,3 4 0 16,5-3 0-16,4 5 0 0,6 6 0 15,3 2 0-15,-1 6 0 0,0-3 0 16,2-5 0-16,-2-10 0 15,1-11 0-15,-7-7 0 0,-2-12 0 16,-5-9 0-16,-7-7 0 0,-7-7 0 16,-10-6 0-16,0-2 0 0,0-6-1021 15,-10-11-3213-15</inkml:trace>
  <inkml:trace contextRef="#ctx0" brushRef="#br0" timeOffset="117837.45">10462 11921 5746 0,'0'0'941'0,"0"0"-169"0,0 0-39 0,0 0-733 0,27-42 0 15,-3 4 0-15,7-9 0 16,-2-9 0-16,2-3 0 0,4-8 0 16,-1-6 0-16,1-4 0 0,-2 1 0 15,-2 6 0-15,0 6 0 0,-11 6 0 16,1 7 0-16,-8 7 0 0,-3 5 0 15,-6 14-1045-15,0 2-3749 0</inkml:trace>
  <inkml:trace contextRef="#ctx0" brushRef="#br0" timeOffset="118225.39">10540 10636 6266 0,'0'0'481'0,"0"0"331"0,0 0-179 16,44 7-633-16,1-10 0 0,13-2 0 16,6-2 0-16,-2-3 0 0,0 3 0 15,-4 0 0-15,-10 3 0 0,-5 2 0 16,-12 2 0-16,-8 0-1285 0,-9 1-3277 15</inkml:trace>
  <inkml:trace contextRef="#ctx0" brushRef="#br0" timeOffset="119071.32">8959 12275 3265 0,'0'0'1173'0,"0"0"-81"15,0 0-440-15,0 0-159 0,-31-7 207 16,25 6-292-16,6 0-40 15,0 0-327-15,6-2-41 0,19 2 0 16,28 1 0-16,30 0 0 0,23 1 0 16,22 7 0-16,8 0 0 0,15 1 0 15,2 3 0-15,8 0 0 16,-2 3 0-16,5 0 0 0,-3 0 0 16,2-1 0-16,-6-2 0 15,-8-4 0-15,-12 1 0 0,-28-5 0 16,-18 0 0-16,-33-3-925 0,-17-1-2257 0</inkml:trace>
  <inkml:trace contextRef="#ctx0" brushRef="#br0" timeOffset="119648.2">9759 13112 5958 0,'0'0'697'0,"-27"43"-257"0,15-13 144 0,7 4-71 16,5 5-513-16,0 6 0 0,5 6 0 15,1 0 0-15,-2 2 0 0,-2 1 0 16,2-2 0-16,-4-1 0 0,0-5 0 16,0-4 0-16,-4-7 0 0,2-9 0 15,2-7 0-15,0-7-157 0,0-10-1123 16,0-1-257-16,2-10-584 0</inkml:trace>
  <inkml:trace contextRef="#ctx0" brushRef="#br0" timeOffset="119856.56">9777 12996 6887 0,'0'0'776'16,"0"0"-396"-16,0 0-231 0,0 0-149 16,60 0 0-16,-24-1 0 15,1-4 0-15,4-2 0 0,-4 3 0 16,-4 0 0-16,-2 3 0 0,-6 1 0 15,-2 0 0-15,-4 0-25 0,-7 1-1692 16,-8 0-972-16</inkml:trace>
  <inkml:trace contextRef="#ctx0" brushRef="#br0" timeOffset="120072.38">9627 13402 6262 0,'37'4'637'0,"14"-4"656"0,3-6-1293 15,-2-3 0-15,-5 1 0 0,-5 0 0 16,-5 1 0-16,-2 1 0 0,-8-1 0 16,-6 1 0-16,-5 0-305 0,-10 1-1580 15,1-5-824-15</inkml:trace>
  <inkml:trace contextRef="#ctx0" brushRef="#br0" timeOffset="120349.12">9689 12708 6799 0,'0'0'520'16,"60"7"328"-16,-15-3-823 0,7-2-25 16,-3-1 0-16,7-1 0 15,-8 0 0-15,-1 0 0 0,-10 1 0 0,-6 3 0 16,-10-1 0-16,-11 0-1113 15,-3-2-2861-15</inkml:trace>
  <inkml:trace contextRef="#ctx0" brushRef="#br0" timeOffset="123761.73">12977 989 6450 0,'0'0'681'0,"-14"-59"-137"0,4 27-27 16,-1 6-517-16,-5 3 0 0,5 7 0 15,-1 5 0-15,2 9 0 16,-5 8 0-16,-1 13 0 0,-1 11 0 15,-4 12 0-15,1 8 0 0,5 0 0 16,3-3 0-16,4-4 0 0,8-9 0 16,0-8 0-16,10-8 0 0,6-7 0 15,9-9 0-15,6-5 0 16,2-11 0-16,3-6 0 0,-3-3 0 16,-9-2 0-16,-3 3 0 0,-9 4 0 15,-1 7 0-15,-11 6 0 0,4 4 0 16,-4 1 0-16,0 7 0 15,0 7 0-15,6 5 0 0,-2 5 0 16,2 0 0-16,5-5 0 0,-5-3 0 16,8-3 0-16,1-2 0 0,-3-3-265 15,3-2-923-15,-5-3-333 0</inkml:trace>
  <inkml:trace contextRef="#ctx0" brushRef="#br0" timeOffset="124201.59">13168 1479 4998 0,'-11'39'1096'0,"5"-3"-635"16,2 3-41-16,-2-6-8 0,6-6-264 16,0-5-52-16,4-8-36 0,-2-5-52 15,-2-8-16-15,0-1-4 0,4-10-220 16,0-9 24-16,-2-16-360 15,-2-8-13-15,0-5 49 0,0-2-468 16,-6 0 399-16,0-3 169 0,-2-1 432 16,1 1 52-16,1 4 368 0,6 4 417 15,2 3-313-15,9 6 0 0,-1 5 153 16,0 5-397-16,5 5 88 0,-5 3 344 16,2 4-439-16,-1 3-273 0,-1 3 0 15,5 0 0-15,-3 4 0 16,9 3 0-16,-3 1 0 0,-1 3 0 0,-1 3 0 15,1 2 0-15,-7 3 0 16,1 3 0-16,-11 5 0 16,0 3 0-16,-3 5 0 0,-11 2 0 15,0 2 0-15,-3-1 0 0,-4-2 0 16,5-3 0-16,-1-6 0 0,1-2 0 16,1-6 0-16,11-5 0 0,-2-3 0 15,2-3-1369-15,4-5-4110 0</inkml:trace>
  <inkml:trace contextRef="#ctx0" brushRef="#br0" timeOffset="125057.22">13635 903 6286 0,'0'0'1045'16,"0"0"-661"-16,0 0-56 0,0 0-216 15,0 0-100-15,0 0-12 0,37-5 12 16,-10 5-12-16,4-4 0 0,6-5 0 16,-6-1-80-16,-4-1-168 15,-2 0-840-15,-9 4-133 0,-5 1-428 0</inkml:trace>
  <inkml:trace contextRef="#ctx0" brushRef="#br0" timeOffset="125231.14">13612 1143 5778 0,'0'0'704'15,"33"-3"201"-15,-6-6-100 0,4 1-805 16,-4-4 0-16,4 2 0 15,-4-1 0-15,4-3 0 0,0-3 0 16,2-4 0-16,-4 4-921 0,-7-2-3901 0</inkml:trace>
  <inkml:trace contextRef="#ctx0" brushRef="#br0" timeOffset="127406.96">14385 1076 6302 0,'0'0'721'16,"0"0"439"-16,0 0-1151 0,0 0-9 15,0 0 0-15,0 0 0 0,0 0 0 16,0 0 0-16,64-2 0 0,-16-6 0 16,8-2 0-16,1-3 0 0,-7 0 0 15,-5 2 0-15,-18 5-1209 16,0-1-628-16</inkml:trace>
  <inkml:trace contextRef="#ctx0" brushRef="#br0" timeOffset="127903.36">14906 977 7151 0,'0'0'760'0,"0"0"-479"15,-33 41-281-15,23-16 0 0,1 2 0 16,3 2 0-16,2-1 0 0,4-3 0 16,0-1 0-16,4-2 0 15,6-1 0-15,1-5 0 0,3-4 0 16,3-6 0-16,-1-6 0 0,5-4 0 16,2-8 0-16,-5-6 0 0,-1-3 0 15,-7-1 0-15,1-1 0 16,-5 7 0-16,0 6 0 0,-6 3 0 15,0 4 0-15,0 3 0 0,0 0 0 16,-2 4 0-16,-2 7 0 0,2 6 0 16,-2 11 0-16,4 4 0 0,6-3 0 15,4-4 0-15,0-8 0 0,7-9 0 16,4-4 0-16,-1-4 0 0,5-2 0 16,2-5 0-16,-4-2 0 15,-3-2 0-15,-3 0 0 0,-3 1 0 16,-3-2 0-16,-5-1 0 0,2 1 0 15,-6 0 0-15,-2 0 0 0,0 2 0 16,0-5 0-16,0 0 0 0,-6-6 0 16,0-8 0-16,-2-4 0 15,-3-7-577-15,1-4-960 0,4 9 29 16,0 1-681-16</inkml:trace>
  <inkml:trace contextRef="#ctx0" brushRef="#br0" timeOffset="128213.33">15179 496 7203 0,'0'0'989'0,"0"0"-989"0,0 0 0 0,6-33 0 16,9 15 0-16,5 0 0 0,1 3 0 15,0 1 0-15,-3 3 0 16,3 3 0-16,-3 3 0 0,-5 5 0 15,-3 1 0-15,1 6 0 0,-5 5 0 16,-2 6 0-16,-4 3 0 0,-4 6 0 16,-2 2 0-16,1 2 0 15,-1 1 0-15,6 2 0 0,0 1 0 16,11-3 0-16,3-2 0 0,3-8 0 16,5-6 0-16,7-4 0 0,2-4 0 15,6-7 0-15,3-1 0 0,-9-5-921 16,0-1-360-16</inkml:trace>
  <inkml:trace contextRef="#ctx0" brushRef="#br0" timeOffset="128602.63">15741 530 6050 0,'0'0'805'0,"0"0"-221"0,0 0 16 15,0 0-447-15,0 0-153 0,31 74 0 16,-14-26 0-16,10 3 0 0,-1-2 0 16,-5 0 0-16,4 1 0 15,2-2 0-15,0 1 0 0,-3-5 0 16,-7-4 0-16,4-5 0 0,-11-6 0 15,0-8 0-15,-6-5 0 0,-4-8-385 16,0-4-1908-16,-8-4-588 0</inkml:trace>
  <inkml:trace contextRef="#ctx0" brushRef="#br0" timeOffset="128790.77">15663 1199 6530 0,'0'0'1069'15,"0"0"-557"-15,0 0-431 0,0 0-81 16,20-50 0-16,7 3 0 0,8-10 0 16,7-7 0-16,1-1 0 0,5 5 0 15,3 0 0-15,-1 5 0 0,-5 8 0 16,-7 7 0-16,-12 3 0 0,-5 5 0 16,-4 6-1061-16,-3-1-1805 0</inkml:trace>
  <inkml:trace contextRef="#ctx0" brushRef="#br0" timeOffset="129597.22">16303 1039 4205 0,'0'0'1253'0,"0"0"-401"0,0 0-131 16,0 0 67-16,0 0-552 0,0 0-99 15,0 0-137-15,0 0 0 16,0 0 0-16,36 2 0 0,-8-15 0 16,3-7 0-16,0-3 0 0,-6-2 0 15,-4 3 0-15,-5 0 0 0,-5 4 0 16,-5 0 0-16,-6 4 0 15,-4 1 0-15,-6 5 0 0,-7 2 0 16,-4 5 0-16,1 3 0 0,-7 13 0 16,4 8 0-16,-4 9 0 0,2 10 0 15,5 6 0-15,5 3 0 0,9-1 0 16,6-2 0-16,10-5 0 0,11-10 0 16,4-9 0-16,8-11 0 15,8-11 0-15,3-6 0 0,3-11 0 16,5-9-389-16,0-6-936 0,-13 4 109 0,-8-5-2102 15</inkml:trace>
  <inkml:trace contextRef="#ctx0" brushRef="#br0" timeOffset="129898.33">16760 662 6607 0,'0'0'1116'16,"0"0"-647"-16,-33-18-469 0,25 14 0 15,2-1 0-15,2 3 0 0,4 0 0 16,0 1 0-16,0 1 0 0,0 0 0 16,0 5 0-16,4 7 0 0,10 11 0 15,5 13 0-15,6 13 0 0,6 8 0 16,-5 1 0-16,-5-5 0 0,-8-6 0 16,-5-5 0-16,-2-7 0 0,-6-1 0 15,0-6 0-15,-4-4 0 16,-4-2 0-16,-5-4 0 0,-5-4 0 0,-3-2 0 15,-4-5 0-15,-2-3 0 16,4-5 0-16,-1-10 0 16,-1-8 0-16,8-10 0 0,3-6 0 15,8-7 0-15,6-4-97 0,0-3-935 16,6 12-73-16,-2-2-2769 0</inkml:trace>
  <inkml:trace contextRef="#ctx0" brushRef="#br0" timeOffset="130041.5">16777 469 7651 0,'0'0'541'0,"0"0"-541"0,0 0 0 15,0 0 0-15,0 0 0 0,0 0 0 16,0 0 0-16,0 0-97 0,0 0-1600 16,4-11-79-16,12 11-914 0</inkml:trace>
  <inkml:trace contextRef="#ctx0" brushRef="#br0" timeOffset="130497.58">16965 609 6086 0,'0'0'1509'0,"0"0"-1013"16,-10 39-395-16,10-16-101 15,-5 7 0-15,-1 3 0 0,-4 1 0 16,6-2 0-16,-2-5 0 0,6-1 0 16,0-5 0-16,10-5 0 0,0-6 0 15,11-6 0-15,6-4 0 0,4-12 0 16,4-6 0-16,-2-5 0 0,0-4 0 16,-2 1 0-16,-10 0 0 15,-5 3 0-15,-1 3 0 0,-9 6 0 0,-6 5 0 16,0 7 0-16,0 2 0 0,-2 0 0 15,-6 6 0-15,-3 8 0 16,-1 6 0-16,-3 3 0 0,5 3 0 16,4-4 0-16,2-3 0 15,4-4 0-15,4-1 0 0,10-4 0 0,5-3 0 16,2-3 0-16,3-4 0 16,3-9 0-16,-6-2 0 0,4-4 0 15,-7 0 0-15,-3-3 0 0,-5 0 0 16,-4-1 0-16,-2-2 0 15,-4 0 0-15,-10-1 0 0,0-1 0 16,-1 4 0-16,1-1 0 0,6-1 0 16,4-2-1161-16,0 1-80 0,2-6-1624 0</inkml:trace>
  <inkml:trace contextRef="#ctx0" brushRef="#br0" timeOffset="130714.3">17465 253 6310 0,'0'0'1113'0,"0"0"-344"15,0 0-769-15,0 0 0 0,0 0 0 16,0 0 0-16,-6 38 0 0,2 2 0 16,2 9 0-16,-2 2 0 0,8 1 0 15,2 0 0-15,10 4 0 16,5-1 0-16,4-9 0 0,6-6 0 16,2-11 0-16,4-9 0 0,5-6 0 15,-1-5 0-15,-4-8 0 0,-4-4 0 16,-6-9 0-16,-12-4 0 15,-7-1 0-15,-6 2-981 0,-8-1-3401 0</inkml:trace>
  <inkml:trace contextRef="#ctx0" brushRef="#br0" timeOffset="130841.26">17438 590 7651 0,'0'0'541'16,"0"0"-541"-16,0 0 0 0,44 0 0 15,-5 0 0-15,4-3 0 16,5-1 0-16,-1-2 0 0,-5-3 0 0,1-3 0 15,-14 2-1013-15,0-5-1588 0</inkml:trace>
  <inkml:trace contextRef="#ctx0" brushRef="#br0" timeOffset="131591.19">15652 355 5610 0,'0'0'1401'0,"0"0"-809"0,62-6-112 16,-14 5-371-16,16-3-109 0,8-1 0 0,7-5 0 15,-17 2-301-15,8-8-1684 0</inkml:trace>
  <inkml:trace contextRef="#ctx0" brushRef="#br0" timeOffset="135323.43">11869 12191 2805 0,'0'0'3085'0,"0"0"-2120"0,0 0-197 16,0 0-199-16,0 0-569 0,0 0 0 15,48 0 0-15,-13 0 0 16,2 3 0-16,-4 0 0 0,-2 0 0 16,-4-1 0-16,-2-2 0 0,2 0 0 15,-2-4 0-15,-3-3 0 0,-1-1 0 16,-6 0-1225-16,-3-3-3433 0</inkml:trace>
  <inkml:trace contextRef="#ctx0" brushRef="#br0" timeOffset="135522.6">11917 12337 4410 0,'0'0'2565'16,"0"0"-1348"-16,0 0-1217 0,0 0 0 15,45 11 0-15,-16-9 0 0,7-1 0 16,-3-1 0-16,4-2 0 0,2-4 0 16,0-6 0-16,7-4 0 15,-13 1 0-15,2-5-4547 0</inkml:trace>
  <inkml:trace contextRef="#ctx0" brushRef="#br0" timeOffset="142364.7">16897 10560 2473 0,'0'0'3621'0,"0"0"-2716"16,0 0-165-16,0 0-420 0,0 0-187 16,0 52-133-16,0-17 0 0,0 5 0 15,0 5 0-15,0 1 0 0,0 6 0 16,0 5 0-16,0 3 0 16,0 3 0-16,0 4 0 0,0-1 0 15,-4-2 0-15,4-2 0 0,0-5 0 16,0-4 0-16,4-3 0 15,0-5 0-15,-2-8 0 0,-2-9-997 16,4-9-428-16,-2-7-612 0</inkml:trace>
  <inkml:trace contextRef="#ctx0" brushRef="#br0" timeOffset="143263.92">13403 12082 628 0,'0'0'3505'16,"0"0"-3000"-16,0 0 179 0,0 0-476 16,48 12-8-16,-7-5 180 0,13 4-192 15,4-2-20-15,8 3 41 16,12 1-181-16,7 1 20 0,16 2 28 15,9-2-48-15,20-1 28 0,13 0 12 16,20-1-64-16,17-4 48 0,18 0 80 16,24 0-48-16,13-4 24 0,22 1 8 15,13 0-108-15,12 0 20 0,9-1 44 16,7 1-64-16,1 0 44 0,5 0 48 16,0 2-36-16,-2 0 48 0,-2 4 64 15,-9-1-124-15,-10 1-7 0,-8-2-45 16,-10 1 0-16,-13-1 0 15,-17 0 0-15,-11-1 0 0,-18-2 0 16,-20 0-161-16,-16-1-303 0,-24 0-60 16,-26 0-785-16,-31-1-76 15,-23-2-383-15</inkml:trace>
  <inkml:trace contextRef="#ctx0" brushRef="#br0" timeOffset="145399.56">13788 13369 1184 0,'0'0'3842'15,"0"0"-2322"-15,0 0-775 0,0 0-161 16,0 0-267-16,-7 47-317 16,7-19 0-16,5 5 0 0,-5 5 0 15,0-1 0-15,0 2 0 0,-5 3 0 16,1-2 0-16,-2-1 0 0,2-4 0 16,2-6 0-16,-2-5 0 15,0-10 0-15,4-7 0 0,0-6 0 16,4-1 0-16,2-11 0 0,8-16 0 15,1-9 0-15,4-10 0 0,1-4 0 16,-5 2 0-16,1-2 0 0,-5 4 0 16,3 5 0-16,-2 8 0 0,-3 11 0 15,-3 10 0-15,-2 8 0 0,-2 4 0 16,6 6 0-16,-1 8 0 0,3 11 0 16,-4 8 0-16,4 5 0 15,-5 0 0-15,1-4 0 0,-2-1 0 16,2-4 0-16,4-3 0 0,-3-7 0 15,7-4 0-15,-4-9 0 16,1-4 0-16,1-5 0 0,3-11 0 16,1-8 0-16,1-8 0 0,3-5 0 15,1-3 0-15,-4-3 0 0,3 1 0 16,1 3 0-16,0 7 0 0,-7 8 0 16,-4 10 0-16,-3 9 0 15,-3 2 0-15,2 1 0 0,4 7 0 16,1 11 0-16,1 11 0 0,-2 6 0 15,1 2 0-15,-3-3 0 0,0-4 0 16,3 1 0-16,-1-4 0 0,0 1 0 16,1-1 0-16,-1-2 0 0,-4-6-57 15,2-5-2068-15,-6-7-2129 0</inkml:trace>
  <inkml:trace contextRef="#ctx0" brushRef="#br0" timeOffset="146083.45">14821 13483 4670 0,'0'0'1108'0,"0"0"-207"16,0 0 199-16,48 3-687 16,-17-2-413-16,0 0 0 0,2 0 0 15,4-1 0-15,0 0 0 0,3 0 0 16,-3-1 0-16,-4 0 0 0,2 0 0 16,-8-2 0-16,-4 1 0 15,-3 0 0-15,-3 0 0 0,-9 0-1101 16,-6 1-780-16,-2-2-1044 0</inkml:trace>
  <inkml:trace contextRef="#ctx0" brushRef="#br0" timeOffset="146347.19">15028 13327 5582 0,'0'0'720'0,"0"0"637"0,0 0-824 16,-12 57-533-16,12-19 0 0,0 2 0 16,6-3 0-16,4-6 0 15,5-2 0-15,1-5 0 0,5-3 0 16,2-4 0-16,1-7 0 0,-7-4-1145 15,-1-6-1545-15</inkml:trace>
  <inkml:trace contextRef="#ctx0" brushRef="#br0" timeOffset="146901.5">16950 12607 2233 0,'0'0'2817'0,"0"0"-1797"0,15-46-479 0,-15 32 123 16,0 3 253-16,-6 0-917 0,-9 4 0 16,-5 4 0-16,-11 3 0 15,-7 8 0-15,-9 12 0 0,-5 11 0 16,-2 9 0-16,-8 10 0 0,4 7 0 16,11 6 0-16,10 2 0 15,12 0 0-15,17-4 0 0,14-6 0 16,17-5 0-16,14-9 0 0,14-9 0 15,11-10 0-15,11-9 0 0,-3-8 0 16,-2-5 0-16,-10-6 0 0,-12-2 0 16,-17-1 0-16,-15 3 0 0,-8 1 0 15,-6 2-1593-15,0-5-1153 0</inkml:trace>
  <inkml:trace contextRef="#ctx0" brushRef="#br0" timeOffset="147335.42">16171 13494 5594 0,'0'0'1025'0,"0"0"-265"0,0 0 53 0,0 0-813 16,58-4 0-16,6 12 0 0,19 1 0 15,12 0 0-15,6-2 0 0,7 0 0 16,3-3 0-16,1 1 0 16,-7-3 0-16,1 1 0 0,-13-1 0 15,-9-1 0-15,-7 3 0 0,-19 3-249 16,-19-3-1604-16,-12 2-784 0</inkml:trace>
  <inkml:trace contextRef="#ctx0" brushRef="#br0" timeOffset="147944.82">16415 14071 2697 0,'0'0'3213'0,"0"0"-1908"0,0 0-525 15,0 0-583-15,0 0-197 16,0 0 0-16,0 0 0 0,0 0 0 16,0 0 0-16,0 0 0 0,4 70 0 15,2-22 0-15,3 4 0 0,1 0 0 16,0 3 0-16,1 2 0 0,1 2 0 16,-4-2 0-16,-2-3 0 15,-3-3 0-15,-3-6 0 0,0-6 0 16,-11-5 0-16,-5-5 0 0,-5-9 0 15,0-6 0-15,-8-5 0 0,-6-9 0 16,4-5 0-16,-2-9 0 0,2-11 0 16,0-8 0-16,4-6 0 0,2-8 0 15,7-4 0-15,3-1 0 16,5-1 0-16,6-1 0 0,4 1 0 16,10 2 0-16,9-1 0 0,-7 13-705 15,5-3-2621-15</inkml:trace>
  <inkml:trace contextRef="#ctx0" brushRef="#br0" timeOffset="148084.28">16504 13819 6146 0,'0'0'1785'0,"0"0"-1781"16,0 0 16-16,0 0-20 15,0 0-24-15,0 0-16 0,45-21-1088 16,-32 21-265-16,1 0-652 0</inkml:trace>
  <inkml:trace contextRef="#ctx0" brushRef="#br0" timeOffset="148674.24">16909 13974 3813 0,'0'0'1433'0,"0"0"-361"0,0 0 301 16,0 0-872-16,0 0-501 0,-6 52 0 16,-4-26 0-16,-3 5 0 0,-5 1 0 15,1 0 0-15,0 0 0 0,7 0 0 16,0-3 0-16,8-1 0 16,4-7 0-16,8-6 0 0,5-4 0 15,7-7 0-15,5-4 0 0,4-12 0 16,-4-4 0-16,-2-3 0 15,0-3 0-15,-9-1 0 0,-5 1 0 16,-5 3 0-16,0 6 0 0,-6 5 0 16,0 4 0-16,0 3 0 0,-2 1 0 15,-6 6 0-15,1 8 0 0,3 3 0 16,2 0 0-16,4 1 0 0,2-2 0 16,7-3 0-16,3 1 0 15,3-5 0-15,3 0 0 0,3-6 0 16,4-1 0-16,4-2 0 0,-2-8 0 15,-6-2 0-15,2-5 0 0,-9 0 0 16,-4-4 0-16,-1-1 0 0,-7 0 0 16,0-1 0-16,-2 2 0 0,-2 4 0 15,-2 5 0-15,-2 3 0 0,0 4 0 16,-2 2 0-16,-1-1 0 16,3-2-2866-16</inkml:trace>
  <inkml:trace contextRef="#ctx0" brushRef="#br0" timeOffset="149557.01">18096 13598 4778 0,'0'0'1484'0,"0"0"285"0,0 0-1608 16,0 0-161-16,0 0 0 0,62-8 0 15,-21 7 0-15,2 1 0 0,5 0 0 16,4 0 0-16,-5 2 0 0,5-2 0 16,-9 0 0-16,-1-6 0 0,-5-3 0 15,-12 0 0-15,-5-4-5503 0</inkml:trace>
  <inkml:trace contextRef="#ctx0" brushRef="#br0" timeOffset="150074.43">19557 12717 6470 0,'0'0'921'0,"0"0"-301"0,0 0-439 0,0 0-181 0,0 0 0 16,0 0 0-16,-6 63 0 0,6-9 0 16,0 5 0-16,0-1 0 15,0 4 0-15,0 4 0 0,0 3 0 16,0 1 0-16,-6-4 0 0,4-3 0 16,-1-8 0-16,1-9 0 15,2-8 0-15,0-10 0 0,0-10 0 16,0-7-833-16,2-8-580 0,3-3-3061 0</inkml:trace>
  <inkml:trace contextRef="#ctx0" brushRef="#br0" timeOffset="150420.46">19518 13226 2897 0,'0'0'3309'0,"0"0"-2404"0,0 0-161 16,0 0-407-16,43-32-337 16,-6 24 0-16,9 1 0 0,-5 1 0 15,-8 2 0-15,-6 2 0 0,-6 1 0 16,-7 1 0-16,-8 0 0 0,-1 0 0 16,-5 0 0-16,-5 3 0 0,-5 3 0 15,-11 5 0-15,-5 3 0 16,-5 2 0-16,-2 5 0 0,6-2 0 15,2 1 0-15,4 0 0 0,11-1 0 16,-1 0 0-16,9 2 0 0,2-2 0 16,11 0 0-16,1 0 0 0,13-2 0 15,-2-3 0-15,8-2 0 0,0 0 0 16,0-2-445-16,-9-3-1208 0,5-4-3021 0</inkml:trace>
  <inkml:trace contextRef="#ctx0" brushRef="#br0" timeOffset="150731.9">20144 13324 3865 0,'0'0'2994'0,"0"0"-2142"16,-47 10-371-16,30-7-481 0,0 0 0 16,-3-2 0-16,-1 0 0 15,-6-1 0-15,2 0 0 0,-1 0 0 16,3 1 0-16,4 2 0 0,9 0 0 15,6 3 0-15,4 5 0 0,4 4 0 16,6 4 0-16,11 4 0 0,10-1 0 16,0 3 0-16,6-2 0 0,4 2 0 15,-1-2 0-15,-5 1 0 0,-8-2 0 16,-11-1 0-16,-7-2 0 0,-9 0 0 16,-11 0 0-16,-9-2 0 15,-7-2 0-15,-8-4 0 0,-1-3 0 16,-1-3 0-16,2-2 0 0,0-2 0 15,4-1-105-15,10 0-1143 16,-2-5-433-16</inkml:trace>
  <inkml:trace contextRef="#ctx0" brushRef="#br0" timeOffset="151106.31">18927 13898 4153 0,'0'0'2185'0,"0"0"-1420"16,0 0-129-16,39 3-183 0,25 0-453 15,25 1 0-15,20 3 0 0,9-1 0 16,10 2 0-16,7 0 0 16,7-1 0-16,-3-2 0 0,-11-1 0 0,-12-1 0 15,-17 3 0-15,-25 1 0 16,-14 0 0-16,-25 1 0 0,-16-4-617 15,-13 1-1460-15,-16-4-1293 0</inkml:trace>
  <inkml:trace contextRef="#ctx0" brushRef="#br0" timeOffset="151786.78">19429 14330 1492 0,'0'0'3886'0,"0"0"-2814"0,0 0-339 0,0 0 276 0,0 0-1009 0,-10 35 0 15,3-10 0-15,-7 5 0 16,1 4 0-16,-1 0 0 0,0 1 0 16,5-1 0-16,1-4 0 0,8-3 0 15,0-7 0-15,10-2 0 16,1-6 0-16,3-7 0 0,5-4 0 16,1-3 0-16,1-8 0 0,4-7 0 15,-2-2 0-15,-5-2 0 0,-1-1 0 16,-7 4 0-16,-4 2 0 0,-2 8 0 15,-2 3 0-15,-2 4 0 0,0 1 0 16,-6 2 0-16,2 9 0 0,-2 12 0 16,0 3 0-16,2 2 0 0,4-3 0 15,0-6 0-15,10-4 0 16,4-4 0-16,5 0 0 0,4-5 0 16,4-6 0-16,0-4 0 0,-1-6 0 15,1-5 0-15,-6-1 0 0,0-6 0 16,-9 1 0-16,-2-4 0 0,-6-1 0 15,3-4 0-15,-5-1 0 16,0 0 0-16,-2 2 0 0,0 8 0 16,0 4 0-16,-4 7 0 0,2 3 0 15,-3 4 0-15,5 0-429 0,0 0-1340 16,0-2-720-16</inkml:trace>
  <inkml:trace contextRef="#ctx0" brushRef="#br0" timeOffset="152462.31">20001 14204 2012 0,'0'0'3998'0,"0"0"-2981"16,0 0-349-16,0 0-171 0,0 0-497 16,0 0 0-16,0 0 0 15,0 0 0-15,48 0 0 0,-15-3 0 16,-8 3 0-16,2 3 0 0,-7 2 0 15,-5 4 0-15,-9 2 0 0,-6 2 0 16,0 2 0-16,-10 3 0 0,-7 2 0 16,1 1 0-16,-1-1 0 0,5-4 0 15,3-3 0-15,7-5 0 0,4 0 0 16,11 0 0-16,8-2 0 0,3 0 0 16,5-4 0-16,2 1 0 15,0 0 0-15,-6 3 0 0,-2-1 0 16,-2 2 0-16,-5-1 0 15,-1 2-881-15,-9-2-1484 0,2-2-849 0</inkml:trace>
  <inkml:trace contextRef="#ctx0" brushRef="#br0" timeOffset="158914.51">23819 11792 5918 0,'0'0'628'0,"0"0"-39"0,0 0 335 0,0 0-791 15,0 0-133-15,0 0 0 16,-22 56 0-16,15-26 0 0,-5 2 0 16,-2-2 0-16,3-2 0 0,-3 1 0 15,1-7 0-15,7-2-429 0,2-8-1240 16,2-4-484-16</inkml:trace>
  <inkml:trace contextRef="#ctx0" brushRef="#br0" timeOffset="159097.46">24016 11866 6919 0,'0'0'988'16,"-31"40"-703"-16,16-14-285 0,1 2 0 16,1 3 0-16,-1 1 0 0,4 0 0 15,1-2 0-15,3-3 0 0,2-2 0 16,2-5 0-16,2-8-1453 0,-2-6-1549 15</inkml:trace>
  <inkml:trace contextRef="#ctx0" brushRef="#br0" timeOffset="159793.68">24121 13066 3049 0,'0'0'2897'0,"0"0"-1136"0,0 0-1276 15,0 0-485-15,0 0 0 16,11-53 0-16,3 8 0 0,3-12 0 16,-1-10 0-16,3-4 0 0,1-9 0 15,3-7 0-15,4-3 0 0,0 2 0 16,0 3 0-16,2 4 0 0,-5 16 0 16,-5 11 0-16,-2 17 0 0,-9 17 0 15,-4 8 0-15,-2 8 0 0,-2 4 0 16,0 7 0-16,0 12 0 15,0 19 0-15,0 17 0 0,6 11 0 16,1 11 0-16,-3 2 0 0,2 2 0 16,-4 2 0-16,0 0 0 15,-2-3 0-15,0-7 0 0,0-9 0 16,0-9 0-16,0-13 0 0,0-10 0 16,4-14-1381-16</inkml:trace>
  <inkml:trace contextRef="#ctx0" brushRef="#br0" timeOffset="159948.19">24264 12823 7315 0,'0'0'877'15,"0"0"-877"-15,0 0 0 0,58-12 0 16,-27 0 0-16,-2 2 0 0,0-1 0 16,0-2 0-16,-3-3 0 0,-3 2-1021 15,-6-4-3513-15</inkml:trace>
  <inkml:trace contextRef="#ctx0" brushRef="#br0" timeOffset="160339.46">24905 12516 1816 0,'0'0'3502'0,"0"0"-2458"0,0-40-147 15,-7 35 36-15,-1-1-933 0,-4 5 0 16,-5 1 0-16,-5 8 0 0,3 9 0 16,-2 8 0-16,1 7 0 15,1 8 0-15,2 6 0 0,3 4 0 16,6 2 0-16,1 0 0 0,5-2 0 16,2-8 0-16,9-9 0 0,3-8 0 15,9-10 0-15,6-11 0 0,4-4 0 16,4-13 0-16,4-9 0 0,0-6 0 15,-10 4-1505-15,-4-4-4318 0</inkml:trace>
  <inkml:trace contextRef="#ctx0" brushRef="#br0" timeOffset="160597.38">25132 12491 7055 0,'0'0'1137'0,"0"0"-1137"0,-43 0 0 16,24 17 0-16,-4 5 0 0,1 9 0 16,-5 6 0-16,2 3 0 0,4 3 0 15,3 2 0-15,9-1 0 16,9-3 0-16,4 1 0 0,11-8 0 16,6-4 0-16,5-8 0 0,8-6 0 15,-1-8 0-15,2-8 0 16,4-2 0-16,0-8 0 0,5-7 0 0,-13 2-161 15,-2-6-1892-15</inkml:trace>
  <inkml:trace contextRef="#ctx0" brushRef="#br0" timeOffset="161154.72">25229 12859 3401 0,'0'0'1969'0,"0"0"-789"0,0 0-759 0,0 0 107 0,0 0 80 15,0 0-523-15,0 0-85 0,42 12 0 16,-26-12 0-16,1 0 0 15,1-7 0-15,5-4 0 0,2-6 0 16,4-7 0-16,-2-2 0 0,-1-2 0 16,-3-2 0-16,-6 2 0 0,-7-1 0 15,-4 3 0-15,-6 4 0 16,-8 3 0-16,-9 3 0 0,-5 8 0 16,-7 8 0-16,-4 7 0 0,-4 11 0 15,-3 10 0-15,3 9 0 16,0 7 0-16,6 3 0 0,10 0 0 0,13-4 0 15,14-4 0-15,13-8 0 16,8-5 0-16,8-8 0 0,2-6 0 16,0-5 0-16,4-4 0 0,-1-4 0 15,-1-7 0-15,0-2 0 0,-10 0-1401 16,-6-4-1789-16</inkml:trace>
  <inkml:trace contextRef="#ctx0" brushRef="#br0" timeOffset="162149.01">25763 12147 4730 0,'0'0'540'16,"0"0"308"-16,0 0 49 0,0 0-421 16,-15 70-100-16,9-17-51 0,2 8-325 15,-2 1 0-15,3-2 0 0,-1 3 0 16,2 6 0-16,-2 0 0 0,0 3 0 15,2 0 0-15,-2-8 0 16,4-6 0-16,0-10 0 0,6-14 0 16,6-10 0-16,5-9 0 0,4-12-1770 15,-5-3-315-15,1-10-1600 0</inkml:trace>
  <inkml:trace contextRef="#ctx0" brushRef="#br0" timeOffset="162582.51">25880 12843 6014 0,'0'0'1085'0,"0"0"-457"0,0 0-163 16,48-14-465-16,-30 2 0 0,-1-1 0 15,0-2 0-15,-3-2 0 0,-2-2 0 16,1-1 0-16,-7 1 0 16,-2-2 0-16,-4 3 0 0,-4 1 0 15,-6 3 0-15,-7 6 0 0,-3 4 0 16,-5 5 0-16,0 11 0 0,0 7 0 15,4 6 0-15,5 5 0 16,6 2 0-16,3 1 0 0,7-1 0 16,4-1 0-16,11-3 0 0,8-5 0 15,1-3 0-15,7-6 0 0,5-2 0 16,-1-6 0-16,2-3 0 0,-2-2-81 16,-4-1 25-16,-4 0 4 0,-6 0-448 15,-5 0 136-15,-5 0 164 0,-3 0 80 16,-2 1 92-16,-6 1 28 15,2-1 32-15,0 3 60 0,-2-2 92 16,2-2 324-16,-2 0-236 0,2-2 41 16,-2-8-313-16,0-10 0 15,0-8 0-15,0-7 0 0,0-1 0 16,0 2 0-16,2 4 0 0,7 2 0 16,1 6 0-16,4 4 0 0,1 1 0 15,-1 7 0-15,5 0-433 0,-5 4-739 16,3 3-297-16</inkml:trace>
  <inkml:trace contextRef="#ctx0" brushRef="#br0" timeOffset="163090.29">26482 12635 5762 0,'0'0'1197'0,"0"0"36"0,-52-3-1233 0,32 3 0 0,-5 7 0 16,-2 8 0-16,4 5 0 0,2 6 0 15,3 2 0-15,3 3 0 16,9-1 0-16,4-3 0 0,2-3 0 15,13-5 0-15,-1-6 0 0,4-4 0 16,7-6 0-16,-2-3 0 0,2-7 0 16,-3-8 0-16,3-2 0 0,-4-6 0 15,-3-1 0-15,-3-1 0 0,-1 5 0 16,-4 1 0-16,-2 6 0 16,-1 5 0-16,-3 3 0 0,0 5 0 15,0 1 0-15,2 11 0 0,0 4 0 16,2 5 0-16,2 0 0 15,1-1 0-15,-1-2 0 0,2-1 0 16,-1 2-101-16,-3-4-115 0,0 3-164 16,0-4 100-16,0-2 168 0,-1 0 24 15,1-3 0-15,-2-2 52 0,0-2-72 16,0-3-40-16,2 1 27 0,1-2-15 16,1-1 80-16,-4 0 56 15,2-6 36-15,-4-3-4 0,0-9 124 16,-2-5 285-16,0-1-157 0,-4-3 100 15,2 0 153-15,-2 1-537 0,4 0 0 16,2 1 0-16,4 6 0 0,0 5 0 16,1 3 0-16,-3 6 0 0,-2 4 0 15,4 1 0-15,2 4 0 16,3 10 0-16,3 10 0 0,1 8 0 16,-3 3 0-16,-2 1 0 0,-3-4 0 15,-3-4 0-15,2-3 0 0,0-4 0 16,2-5 0-16,7-5 0 0,5-7-461 15,-3-1-1192-15,10-6-2713 0</inkml:trace>
  <inkml:trace contextRef="#ctx0" brushRef="#br0" timeOffset="163417.96">27166 12669 4361 0,'0'0'1505'0,"0"0"-508"0,4-42 332 0,-10 37-1329 16,-8 3 0-16,-3 5 0 0,-8 9 0 15,-2 7 0-15,-2 5 0 0,3 6 0 16,1 1 0-16,4 1 0 0,9 0 0 15,8 0 0-15,4-1 0 16,10-3 0-16,4-3 0 0,7-5 0 16,2-5 0-16,4-6 0 0,4-8 0 15,-2-1 0-15,2-7 0 0,-7-6 0 16,1-3-101-16,-8 3-1111 0,1-2-2090 0</inkml:trace>
  <inkml:trace contextRef="#ctx0" brushRef="#br0" timeOffset="163655.29">27286 12899 5674 0,'0'0'1061'0,"0"0"-433"16,45-8 201-16,-24-4-829 15,-2-5 0-15,-1-2 0 0,-3 0 0 16,-5-1 0-16,-4-1 0 0,-6-1 0 16,0 0 0-16,-6 0 0 0,-6 2 0 15,-1 5 0-15,-1 8 0 0,-3 7 0 16,1 8 0-16,-3 16 0 0,-1 8 0 15,-3 11 0-15,4 5 0 16,9 3 0-16,6-4 0 0,12-6 0 16,11-9 0-16,7-11 0 0,10-4 0 15,3-13 0-15,4-4 0 0,-1-9 0 16,-1-6 0-16,-14 2-569 0,-2-7-2873 0</inkml:trace>
  <inkml:trace contextRef="#ctx0" brushRef="#br0" timeOffset="163975.53">27503 12025 5874 0,'0'0'1041'0,"0"0"236"15,0 0-1277-15,0 38 0 0,6-18 0 16,5 2 0-16,1-1 0 0,5-2 0 16,1-1 0-16,3-2 0 0,2 0 0 15,-3-4 0-15,1-3 0 0,-7-2 0 16,-1-1 0-16,-7-1-533 15,-2-4-2672-15</inkml:trace>
  <inkml:trace contextRef="#ctx0" brushRef="#br0" timeOffset="164106.29">27697 12002 7423 0,'0'0'769'15,"0"0"-769"-15,0 0 0 0,35 23 0 16,-8 2 0-16,0 8 0 15,-4 3 0-15,-2-1 0 0,-3 0-65 0,1-3-783 16,-7-10-137-16,3-4-3337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26T18:32:51.21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9486 9954 2128 0,'0'0'961'0,"0"0"-673"0,10-39-104 16,-10 30-184-16,0-1-4 15,-6 3-48-15,2 0-20 0,2 1-48 16,-4 0-220-16,-3 3-4 0,3-6-277 0</inkml:trace>
  <inkml:trace contextRef="#ctx0" brushRef="#br0" timeOffset="802.51">9399 9874 4085 0,'0'0'313'15,"33"-23"-81"-15,-18 10 156 0,-9 0-144 16,-2-2 8-16,-4-2 200 16,-8 2-112-16,-5-3-83 0,-7 3 47 15,-5-2-232-15,-2 3-8 0,-10 0 24 16,4-1-76-16,-9 2 36 0,1 1 84 16,-2-1-92-16,-9 2 16 0,0 0-16 15,1 1-32-15,-3 3-8 0,-4 3 0 16,-6 4-16-16,2 0 8 0,-6 6-8 15,-1 5-40-15,1 6 52 0,0 5-4 16,0 3-20-16,-4 5 28 0,1 4 0 16,-1 4-24-16,2 8-8 15,8 3-48-15,4 7 20 0,6 2 52 16,19 5 8-16,8 5-168 0,15 6-84 16,10 7-253-16,0 2 105 15,10 1-56-15,5-1-613 0,-5-22 141 16,6-1-196-16</inkml:trace>
  <inkml:trace contextRef="#ctx0" brushRef="#br0" timeOffset="1033.71">8581 11195 3133 0,'89'11'904'0,"10"-7"-299"0,12-7 223 16,-5-11-364-16,3-11-100 0,-9-7 217 16,-5-7-317-16,-11-5 8 0,-9-8 40 15,-9-7-268-15,-8-6 8 0,-4-5 64 16,-7-3-100-16,-1 1 32 0,-3-3-24 15,-6 3-24-15,-12 1 0 0,-4 6 0 16,-15 4 4-16,-12 3-4 16,-13 6 8-16,-8 3 12 0,-16 7-20 15,-5 3 64-15,-3 2-8 0,3 4-43 16,7 3-13-16,-1 3 0 0,11 4 0 16,2 6 0-16,9 5-765 15,-1 0-704-15</inkml:trace>
  <inkml:trace contextRef="#ctx0" brushRef="#br0" timeOffset="1903.78">10588 10163 2589 0,'0'0'1921'0,"0"0"-1309"0,0 0 376 16,0 0-608-16,-17 38-91 0,13-7 67 15,4 6-200-15,4 2 0 0,2 2 44 16,-1 3-152-16,1-1 44 0,-6 1 96 15,0-3-144-15,-6-3-12 0,1-8-16 16,-1-8-4-16,2-9-12 16,4-8 12-16,0-4 8 0,0-4-20 15,0-13 81-15,10-17-81 0,1-11 0 16,3-11 0-16,-1-5 0 0,3 1 0 16,3-3 0-16,-3 4 0 15,1 8 0-15,4 16 0 0,-5 10 0 16,-1 12 0-16,-9 10 0 0,4 8 0 15,0 12 0-15,1 9 0 16,-1 12 0-16,0 7 0 0,-5 4 0 16,1 3 0-16,0 4 0 0,-6-3 0 15,4-2 0-15,0-7 0 0,-2-6 0 16,5-6 0-16,1-6 0 0,-2-8-445 16,0-6-888-16,-2-7-427 0</inkml:trace>
  <inkml:trace contextRef="#ctx0" brushRef="#br0" timeOffset="2434.19">11187 10289 2921 0,'0'0'3445'0,"0"0"-2564"0,0 0-305 15,0 0-207-15,-43-39-369 0,28 33 0 16,3 5 0-16,-2 2 0 0,3 8 0 16,1 8 0-16,4 5 0 15,-5 9 0-15,5 6 0 0,-2 4 0 16,6 2 0-16,2 1 0 0,0-4 0 15,6-8 0-15,4-6 0 16,3-7 0-16,5-7 0 0,-1-7 0 16,-1-5 0-16,5-7 0 0,-4-6 0 0,-3-6 0 15,3-4 0-15,-11-3 0 16,2-1 0-16,-8-3 0 0,0 2 0 16,0-2 0-16,-4-2 0 0,-6 0-105 15,-1 1-87-15,1 4 16 0,4 5-288 16,2 5 20-16,4 6-185 0,8 4-695 15,-2 1 407-15,4 5-463 0</inkml:trace>
  <inkml:trace contextRef="#ctx0" brushRef="#br0" timeOffset="2624.74">11313 10517 3253 0,'0'0'2065'0,"0"0"-1417"15,0 41-84-15,0-38 53 0,0-1-329 16,0-2-72-16,0-3 325 0,0-11-541 15,0-11 0-15,0-8 0 16,-2-6 0-16,2 2 0 0,2 5 0 16,9 2 0-16,-1 6 0 0,0 2 0 0,1 4 0 15,-1 2 0-15,4-2 0 16,-1 0 0-16,-3 5 0 0,1-5-2858 0</inkml:trace>
  <inkml:trace contextRef="#ctx0" brushRef="#br0" timeOffset="3263.6">11522 10233 5866 0,'0'0'408'0,"0"0"193"0,-16 33 191 15,7-1-492-15,3 10-148 0,0 4-79 16,6-2-73-16,0-7 0 0,2-4 0 15,2-4 0-15,2-4 0 0,-2-6 0 16,3-5 0-16,-3-7 0 16,-4-5 0-16,6-2 0 0,-2-9 0 15,6-14 0-15,3-9 0 0,1-11 0 16,3-4 0-16,-3-1 0 0,3 1 0 16,-1 4 0-16,-1 9 0 0,-3 8 0 15,-1 10 0-15,-3 8 0 16,-6 6 0-16,2 2 0 0,2 9 0 15,-2 7 0-15,3 5 0 16,-7 4 0-16,0 0 0 0,4-3 0 0,-4-3 0 16,6-1 0-16,-2-5 0 15,6-2 0-15,-3-5 0 0,-1-3 0 16,2-2 0-16,-6-1 0 0,6-2 0 16,3-10 0-16,1-7 0 0,3-6 0 15,1-2 0-15,-1 1 0 0,-5 5 0 16,-4 5 0-16,0 7 0 0,-6 5 0 15,0 3 0-15,0 1 0 0,5 8 0 16,-5 9 0-16,0 3 0 16,0 5 0-16,0-3 0 0,0-3 0 15,0 0 0-15,6-1 0 0,-2-1 0 16,6-2-269-16,-4-3-851 0,-1-3-533 0</inkml:trace>
  <inkml:trace contextRef="#ctx0" brushRef="#br0" timeOffset="3590.1">12101 10325 3253 0,'0'0'2473'0,"-21"-56"-872"0,5 28-1045 0,5 13-247 0,5 4-309 16,-2 7 0-16,2 2 0 0,-5 4 0 16,1 9 0-16,-2 5 0 0,-3 5 0 15,5 4 0-15,4-2 0 0,-1 3 0 16,3-3 0-16,0 0 0 0,4-4 0 15,4-5 0-15,0-5 0 0,9-5 0 16,1-4 0-16,3-6 0 16,4-8 0-16,-1-4 0 0,-3-3 0 15,-3-2 0-15,-8 3 0 0,1 1 0 16,-3 7 0-16,-4 5 0 0,0 4 0 16,0 3 0-16,0 1 0 15,-4 11 0-15,2 11 0 0,-3 9 0 16,5 5 0-16,0 2 0 0,0-1 0 15,0-4 0-15,5-3 0 16,1-3 0-16,4-7 0 0,0-5 0 0,3-4-273 16,-3-5-787-16,-6-3-2810 0</inkml:trace>
  <inkml:trace contextRef="#ctx0" brushRef="#br0" timeOffset="3794.58">12233 9782 2829 0,'0'0'4370'16,"0"0"-3626"-16,0 0-495 0,0 0-249 16,0 0 0-16,-2 60 0 15,2-16 0-15,0 8 0 0,0 2 0 16,6 1 0-16,5 3 0 0,-5 1 0 16,4 3 0-16,-2-2 0 15,-5 1 0-15,1-4 0 0,0-4 0 16,-2-5 0-16,-2-15-1417 0,-2-9-1221 0</inkml:trace>
  <inkml:trace contextRef="#ctx0" brushRef="#br0" timeOffset="4008.93">12428 10225 3249 0,'0'0'4302'0,"-17"46"-3714"0,7-13-535 15,3 3-53-15,3 4 0 0,4 0 0 16,0-2 0-16,11-1 0 16,-1-5 0-16,0-5 0 0,1-2 0 15,-1-8-1201-15,-10-6-888 0,0-8-2277 0</inkml:trace>
  <inkml:trace contextRef="#ctx0" brushRef="#br0" timeOffset="4134.26">12477 9967 5754 0,'0'0'2438'0,"0"0"-2438"16,0 0 0-16,0 0 0 15,0 0 0-15,0 0 0 0,0 0-2914 0,0 0-1708 16</inkml:trace>
  <inkml:trace contextRef="#ctx0" brushRef="#br0" timeOffset="4639.77">12595 10215 5334 0,'0'0'880'0,"0"0"633"16,0 0-1048-16,0 0-465 0,0 0 0 15,41-22 0-15,-14 15 0 0,0 2 0 16,4 0 0-16,-6 3 0 16,-2-1 0-16,-3 3 0 0,1 0 0 15,-7 0 0-15,-3 5 0 0,-9 5 0 16,-4 6 0-16,-13 8 0 0,-10 4 0 16,-1 10 0-16,-12 4 0 0,1 3 0 15,0 1 0-15,6-1 0 16,4-4 0-16,13-7 0 0,3-7 0 15,11-3 0-15,9-8 0 16,7-4 0-16,7-3 0 0,8-6 0 0,6-3 0 16,2-7 0-16,1-3 0 15,-3 0 0-15,2-3 0 0,-10 0 0 16,-4 0 0-16,-4 0 0 0,-15 0 0 16,-2 1-229-16,-4 1-1011 0,0 1-2674 0</inkml:trace>
  <inkml:trace contextRef="#ctx0" brushRef="#br0" timeOffset="4809.09">12568 10434 6498 0,'0'0'649'16,"0"0"396"-16,0 0-1045 0,41 31 0 16,-18-21 0-16,2-3 0 0,2-1 0 15,8-4 0-15,2 0 0 16,0-4 0-16,1-3 0 0,-7-2 0 15,-5 0-965-15,-9 1-2437 0</inkml:trace>
  <inkml:trace contextRef="#ctx0" brushRef="#br0" timeOffset="5123.02">12982 10469 5090 0,'0'0'1392'0,"0"0"-459"0,47-27-156 16,-30 11-777-16,-1 1 0 0,1-3 0 15,-3 3 0-15,1-3 0 0,-9 1 0 16,4 2 0-16,-4-2 0 16,-6 1 0-16,-4 0 0 0,-2-2 0 15,-6 5 0-15,-7 6 0 0,-2 7 0 16,-6 10 0-16,1 11 0 0,-7 11 0 16,-3 10 0-16,3 9 0 0,-2 3 0 15,12 4 0-15,9-2 0 16,14-7 0-16,10-6 0 0,11-8 0 15,16-8 0-15,7-7 0 0,11-10 0 16,-1-9 0-16,8-7 0 0,-4-12 0 16,-10-5 0-16,-5-10-681 15,-18 6-1344-15,-5-5-1869 0</inkml:trace>
  <inkml:trace contextRef="#ctx0" brushRef="#br0" timeOffset="5510.96">13352 10384 7323 0,'0'0'869'0,"0"0"-869"0,0 0 0 0,0 0 0 0,-38-10 0 15,18 23 0-15,7 7 0 0,-1 5 0 16,3 0 0-16,5 2 0 0,2 4 0 15,4 0 0-15,10-1 0 0,1-2 0 16,3-3 0-16,-1-6 0 16,7-7 0-16,1-8 0 0,0-4 0 15,1-10 0-15,3-8 0 0,-8 4-309 16,-3-5-3064-16</inkml:trace>
  <inkml:trace contextRef="#ctx0" brushRef="#br0" timeOffset="5677.72">13414 9918 7839 0,'0'0'353'0,"0"0"-353"0,0 0 0 15,-5 53 0-15,5-13 0 0,-6 10 0 16,2 3 0-16,4 4 0 0,0 5 0 16,0 4 0-16,8 3 0 0,3-4 0 15,-5-1 0-15,4-6 0 0,1-10 0 16,-5-16-1057-16,0-11-1773 0</inkml:trace>
  <inkml:trace contextRef="#ctx0" brushRef="#br0" timeOffset="6245.51">14474 10087 2449 0,'0'0'3353'0,"10"-45"-1984"0,-10 21-801 16,-4 5-115-16,-10 0-453 0,-3 0 0 15,-10 1 0-15,-4 1 0 0,-6 1 0 16,-4 2 0-16,-1 4 0 0,3 3 0 16,4 6 0-16,4 6 0 0,0 12 0 15,4 5 0-15,6 6 0 16,3 0 0-16,7 3 0 0,11 0 0 16,3 3 0-16,17 3 0 0,7 3 0 15,10 2 0-15,5 4 0 0,-1 1 0 16,-4 4 0-16,-6 4 0 0,-14 0 0 15,-7 1 0-15,-4 1 0 0,-8-6 0 16,-4-3 0-16,-2-7 0 16,-3-9 0-16,1-2 0 0,0-9 0 15,-1-5-313-15,5-7-615 0,0-6 51 16,0-2-1384-16,-2-5-992 0</inkml:trace>
  <inkml:trace contextRef="#ctx0" brushRef="#br0" timeOffset="6409.22">14112 10596 6058 0,'0'0'1089'0,"0"0"-361"0,0 0-411 0,0 0-317 16,0 0 0-16,42-32 0 0,-11 21 0 15,-2-2 0-15,2 3 0 16,-5 1 0-16,-1 3 0 0,2-1 0 16,0 5 0-16,-2 0 0 0,-3 2 0 15,-1 6-577-15,-10 0-692 0,-1 3-2344 0</inkml:trace>
  <inkml:trace contextRef="#ctx0" brushRef="#br0" timeOffset="6620.93">14470 10779 2817 0,'0'0'2413'0,"0"0"-1353"16,0 39 9-16,4-36-525 0,-4-2-255 16,0-1-289-16,2-8 0 15,-2-10 0-15,4-15 0 0,0-9 0 16,3-4 0-16,3 4 0 0,0 9 0 15,3 5 0-15,5 9 0 0,-5 5 0 16,1 3 0-16,-2 5 0 0,-1 1 0 16,3 2 0-16,-3 0 0 0,-5 0-1025 15,4 3-460-15</inkml:trace>
  <inkml:trace contextRef="#ctx0" brushRef="#br0" timeOffset="6949.8">14722 10607 1868 0,'0'0'3530'0,"0"0"-2566"0,0 0-375 15,0 0 467-15,0 0-871 0,0 0-185 16,0 0 0-16,0 0 0 0,41-15 0 16,-18 2 0-16,-2-1 0 15,6-4 0-15,-7-1 0 0,5 0 0 16,-8-3 0-16,-7-1 0 0,-4-3 0 15,-6-1 0-15,0 1 0 16,-6 6 0-16,2 4 0 0,-9 9 0 0,-1 4 0 16,-7 3 0-16,1 4 0 0,-3 8 0 15,2 7 0-15,-6 6 0 16,11 6 0-16,-3 4 0 0,13 0 0 16,6 0 0-16,6-3 0 0,9-3 0 15,10-6 0-15,1-4 0 0,1-4 0 16,6-6 0-16,2-3 0 0,-1-4 0 15,-10-2 0-15,-1-2 0 16,-4-5-225-16,-9 1-1151 0,-4-2-317 0</inkml:trace>
  <inkml:trace contextRef="#ctx0" brushRef="#br0" timeOffset="7450.15">15131 10421 2985 0,'0'0'3029'0,"-4"-46"-2092"0,-2 25 247 16,2 9-1127-16,-2 3-57 0,2 4 0 15,-3 0 0-15,-3 5 0 0,-2 5 0 16,-7 9 0-16,2 12 0 16,3 7 0-16,2 4 0 0,5 1 0 15,3 1 0-15,0-1 0 0,4-5 0 16,4-4 0-16,2-8 0 0,5-4 0 16,3-12 0-16,-1-5 0 15,5-8 0-15,5-12 0 0,4-3 0 16,-2-8 0-16,-3-2 0 0,-1 2 0 15,-6 0 0-15,-3 7 0 0,-8 6 0 16,0 8 0-16,-4 5 0 16,0 5 0-16,-4 0 0 0,-6 13 0 15,-3 14 0-15,-1 12 0 0,-7 10 0 16,-2 3 0-16,3-1 0 0,-5 3 0 16,4 1 0-16,1 0 0 0,-1-1 0 15,4 1 0-15,1-8 0 0,12-6 0 16,4-10 0-16,4-10 0 0,17-11 0 15,10-10 0-15,6-6 0 16,6-13 0-16,-12 1-805 0,0-5-2084 0</inkml:trace>
  <inkml:trace contextRef="#ctx0" brushRef="#br0" timeOffset="8268.91">15379 10706 5314 0,'0'0'2878'0,"0"0"-2878"0,0 0 0 15,0 0 0-15,0 0 0 0,0 0 0 16,0 0 0-16,0 0-345 0,0 0-3553 16</inkml:trace>
  <inkml:trace contextRef="#ctx0" brushRef="#br0" timeOffset="29120.51">8171 7702 2277 0,'0'0'3133'15,"0"0"-2017"-15,0 0-527 0,0 0-129 16,0 0-32-16,-31 56-316 0,21-28-35 15,4 7-77-15,0-2 0 16,-5 1 0-16,7 3 0 0,-6-1 0 16,4-2 0-16,-1-5 0 0,7-6 0 15,-4-7 0-15,4-7 0 16,4-3 0-16,-2-6 0 0,13-2 0 16,1-14 0-16,9-5 0 0,4-7 0 15,0-2 0-15,-6 2 0 0,-2 7-241 16,-7 8-163-16,-4 7 84 0,-3 6 72 15,-7 5 188-15,0 11 60 0,0 12 76 16,-5 6 28-16,-1 4 52 0,2-1 36 16,4-5-148-16,4-6 12 0,7-4 108 15,1-6-68-15,13-6-12 0,0-7 76 16,1-5-60-16,5-10-59 16,-2-5-41-16,0-4 0 0,-6-4 0 15,-2-2 0-15,-7-3 0 0,-3-1 0 16,-1 2 0-16,-8-1 0 0,-2-1 0 15,0 0 0-15,-2 1 0 16,-2 0 0-16,0 3 0 0,2 3 0 16,2 5 0-16,0 6 0 0,0 4 0 15,0 5 0-15,0 0-3474 0</inkml:trace>
  <inkml:trace contextRef="#ctx0" brushRef="#br0" timeOffset="30490.17">8727 7912 6034 0,'0'0'1045'0,"0"0"-241"0,0 0-495 16,0 0-309-16,0 0 0 0,0 0 0 15,0 0 0-15,42 1 0 0,-20-1 0 16,3 0 0-16,-4 0 0 0,2 0 0 15,-3-1 0-15,-5 0 0 0,1 1 0 16,-5 0 0-16,-5 2 0 0,0 0-81 16,-2 1-1131-16,-4-1-85 0,0 6-1832 15</inkml:trace>
  <inkml:trace contextRef="#ctx0" brushRef="#br0" timeOffset="30678.11">8760 8047 6274 0,'0'0'941'15,"0"0"-193"-15,0 0-519 16,0 0-229-16,48 30 0 0,-19-25 0 0,4-2 0 16,-2 0 0-16,-8-2 0 15,2 0 0-15,-1 0 0 0,3-2 0 16,-6-2-925-16,-2-5-1008 0</inkml:trace>
  <inkml:trace contextRef="#ctx0" brushRef="#br0" timeOffset="31392.11">9515 7740 3589 0,'0'0'1753'0,"0"0"-1129"0,0 0 257 0,0 0-205 0,0 0-188 16,0 0-307-16,-41 10-181 0,20 20 0 15,0 10 0-15,9-2 0 16,-3 3 0-16,9-2 0 0,-2 0 0 16,8-2 0-16,0-5 0 0,4-6 0 15,0-6 0-15,7-6 0 16,1-6 0-16,4-5 0 0,3-5 0 16,4-8 0-16,-3-4 0 0,5-6 0 15,-2-4 0-15,-2 1 0 0,-7 2-21 16,-3 4-335-16,-5 6 64 0,-2 4 140 15,-2 4 132-15,-2 3 20 0,0 4 156 16,0 9-96-16,-6 7 36 0,2 8 52 16,2 2-120-16,-3-1-4 0,5-5-8 15,0-1-8-15,7-3-8 0,3-3 16 16,6-4-4-16,3-5 12 16,4-5 108-16,4-3-80 0,2-9 17 15,-3-5-69-15,1-7 0 0,0-7 0 16,-6-5 0-16,-5-2 0 0,-5-3 0 15,-1-1 0-15,-10-3 0 16,0-1 0-16,-6 0 0 0,2 2 0 16,4 9 0-16,0 12 0 0,0 8 0 15,0 8 0-15,0 4 0 0,0 0 0 16,4 7-1097-16,-4 0-1552 16,4 10-1449-16</inkml:trace>
  <inkml:trace contextRef="#ctx0" brushRef="#br0" timeOffset="31748.54">10009 8134 3165 0,'0'0'3009'0,"0"0"-2088"16,2-38-193-16,-4 30-359 0,-2 2-369 16,0 2 0-16,-2 0 0 0,-5 2 0 15,-1 2 0-15,-3 6 0 16,-1 10 0-16,1 8 0 0,3 9 0 0,2 4 0 16,1 5 0-16,7-2 0 15,8-3 0-15,9-4 0 0,4-7 0 16,9-9 0-16,3-8 0 0,3-6 0 15,-1-4 0-15,2-10 0 0,-4-7 0 16,-11-6 0-16,-7-4 0 0,-9-3 0 16,-4 0 0-16,-10 1 0 0,-7 3 0 15,-8 1 0-15,-2 5 0 0,-4 3 0 16,9 6-1862-16,-3 1-1643 0</inkml:trace>
  <inkml:trace contextRef="#ctx0" brushRef="#br0" timeOffset="33215.51">8911 3637 3437 0,'0'0'1709'0,"0"0"-1109"0,0 40-284 15,2-25 60-15,3 4-31 0,-5 3-221 16,0 4-72-16,0 2-44 0,0 2-8 15,0 3-48-15,-5 1-565 16,3-8-703-16,2 0-577 0</inkml:trace>
  <inkml:trace contextRef="#ctx0" brushRef="#br0" timeOffset="33418.16">8932 4583 4622 0,'0'0'832'0,"-27"60"-440"0,13-28-52 16,7-6-236-16,-3-5-96 0,10-2-8 15,-4-5 0-15,4-2 0 16,4-2 0-16,-4-2-4 0,2 0-20 16,2 5 20-16,0 5-116 0,-1 3-160 15,1 1 20-15,0-1-704 16,-4-4-377-16,2-2-1168 0</inkml:trace>
  <inkml:trace contextRef="#ctx0" brushRef="#br0" timeOffset="33603.51">8932 5354 5590 0,'0'39'864'0,"0"-2"-567"16,0 3-109-16,-4-2-132 15,4-4-56-15,-4 2-8 0,2-1-20 16,-2-1-80-16,-1 0-160 0,3-1-13 15,-2 0-231-15,2-1 180 0,-6 0 0 16,6-1-408-16,-2-8-29 0,0-2-371 16</inkml:trace>
  <inkml:trace contextRef="#ctx0" brushRef="#br0" timeOffset="33820.19">8866 6367 2509 0,'-10'49'1921'0,"-3"-6"-1349"0,3 4-412 16,4-7-160-16,1-2-68 0,-1-1-436 16,2-1 247-16,4-3 257 0,0 0 177 15,0-2-37-15,0-2-4 0,0 0 152 16,0-3-48-16,-4-1-8 0,2-3-20 16,2-1-212-16,0-2 0 15,-4-2-200-15,4-2-80 0,0-1-64 16,0-4-833-16,0-2-39 0,0-2-1029 0</inkml:trace>
  <inkml:trace contextRef="#ctx0" brushRef="#br0" timeOffset="33889.56">8827 7094 4201 0,'0'37'1357'0,"-11"3"-421"0,1 6-479 15,0-2-109-15,-1 2 20 0,-5 3-328 16,5-3-40-16,-3-2-60 16,4-4-408-16,3-10-337 0,3-7-2160 0</inkml:trace>
  <inkml:trace contextRef="#ctx0" brushRef="#br0" timeOffset="49124.69">2673 13627 4289 0,'0'0'1197'0,"0"0"-120"0,0 0-501 16,0 0-56-16,0 0 13 0,0 0-533 15,0 0 0-15,2 39 0 0,-2-1 0 16,0 4 0-16,0 1 0 15,0-7 0-15,2-2 0 0,2-1 0 16,-4-4 0-16,0-3 0 0,0-8 0 16,0-4 0-16,0-7-289 0,2-6-1072 15,0-1-439-15,4-11-717 0</inkml:trace>
  <inkml:trace contextRef="#ctx0" brushRef="#br0" timeOffset="49297.51">2576 13272 6679 0,'0'0'904'0,"0"0"-356"16,0 0-487-16,0 0-61 16,0 0 0-16,0 0 0 0,0 0-205 15,0 0-631-15,0 0-1749 0</inkml:trace>
  <inkml:trace contextRef="#ctx0" brushRef="#br0" timeOffset="49594.64">2801 13751 1876 0,'2'33'2089'0,"-2"-9"-1048"16,4 1-549-16,-4-5-64 15,2-2 116-15,0-5-295 0,0-3-61 16,2-5 108-16,-4-2-144 0,0-3-4 16,0 0 136-16,0-5-56 0,5-10-51 15,1-12-177-15,-2-7 0 16,4-7 0-16,0 0 0 0,3 6 0 16,-1 5 0-16,0 11 0 0,-3 7 0 15,-3 8 0-15,2 4 0 0,-2 3 0 16,2 11 0-16,5 13 0 15,-1 9 0-15,-2 2 0 0,1 1 0 16,1-6 0-16,0-2 0 0,1-2 0 16,-5-6 0-16,2-5-785 0,-2-8-2172 0</inkml:trace>
  <inkml:trace contextRef="#ctx0" brushRef="#br0" timeOffset="49974.44">3059 13755 2561 0,'0'0'3637'0,"0"0"-3028"0,0 0-289 0,60-21 428 16,-27 9-460-16,3 2-259 15,-1 4-29-15,-4 1 0 0,0 4 0 16,-11 1-169-16,-3 0-715 0,-11 0-429 0</inkml:trace>
  <inkml:trace contextRef="#ctx0" brushRef="#br0" timeOffset="50221.99">3396 13930 3253 0,'0'55'1677'0,"4"4"-1221"0,-2 9 148 15,7-7-432-15,-5-3-144 0,2-2-20 16,0-6-8-16,5-8-8 15,-9-6-36-15,6-11-144 0,-8-11-20 16,2-6-200-16,-2-8 60 0,0-6-232 16,0-10-1874-16</inkml:trace>
  <inkml:trace contextRef="#ctx0" brushRef="#br0" timeOffset="50596.02">3369 13808 3613 0,'0'0'2597'0,"0"0"-1844"0,0 0 459 16,0 0-1195-16,0 0-17 15,7-56 0-15,7 26 0 0,-2-2 0 16,3 0 0-16,1 1 0 0,1 4 0 16,2 3 0-16,-3 7 0 0,5 3 0 15,-9 6 0-15,3 5 0 16,-1 3 0-16,-3 7 0 0,1 7 0 16,-2 4 0-16,-4 6 0 0,-3 4 0 15,-3 2 0-15,-5 2 0 0,-9 1 0 16,2 1 0-16,-5-5 0 15,3 0-25-15,-7-7-91 0,4-5-176 16,1-7-112-16,3-6-180 0,5-4-1013 16,4-6-540-16</inkml:trace>
  <inkml:trace contextRef="#ctx0" brushRef="#br0" timeOffset="50950.46">3731 13103 3841 0,'0'0'913'16,"-8"44"127"-16,2-8-544 0,-1 9-95 16,-3 6 147-16,0 6-272 0,4 4-20 15,-3 2 165-15,3-1-421 0,4-2 0 16,0-6 0-16,2-4 0 16,0-6 0-16,0-4 0 0,0-8 0 15,4-7 0-15,2-12 0 0,3-8-253 16,1-8 65-16,6-13-52 15,1-10 188-15,4-6 52 0,1-6 44 16,-3 3-36-16,-2 2-8 0,-3 7 52 16,-8 10-44-16,-2 6 72 0,-4 7 176 15,0 3-20-15,0 0-187 0,0 4-49 16,-4 6 0-16,4 6 0 0,-6 6 0 16,2 1 0-16,4-2 0 0,0-2 0 15,0-3 0-15,0-3 0 0,4-3 0 16,2-3 0-16,-2-3-265 15,3-1-999-15,-1-2-245 0,8-3-268 0</inkml:trace>
  <inkml:trace contextRef="#ctx0" brushRef="#br0" timeOffset="51258.71">3996 13591 3169 0,'0'0'1545'0,"0"0"-161"0,0 0-771 15,0 0-197-15,-33 19 140 0,16-3-316 16,3 4-36-16,7 2-139 15,-3-3-65-15,6 1 0 0,2 2 0 16,2 0 0-16,0-1 0 0,2-2 0 16,2-3 0-16,6-5 0 0,1-6 0 15,5-3 0-15,-1-2-57 0,5-10 49 16,-1-3 4-16,6-3 4 0,-9-1 40 16,-1 0-40-16,-3 6 0 0,-8 3 0 15,1 5 12-15,-5 3-12 0,0 0 17 16,0 0-17-16,0 0 0 15,0 7 0-15,2 7 0 0,2 4 0 16,-4 5 0-16,4 0 0 0,-2-4 0 16,2-3 0-16,0-2 0 0,2-3-273 15,-3-3-923-15,1-3-213 16,2-2-392-16</inkml:trace>
  <inkml:trace contextRef="#ctx0" brushRef="#br0" timeOffset="51598.4">4374 13578 6506 0,'0'0'589'0,"0"0"-85"0,0 0 89 15,-39-12-593-15,24 13 0 0,-5 7 0 16,-1 3 0-16,0 4 0 0,3-1 0 16,3 1 0-16,-3 0 0 0,5 0 0 15,1-3 0-15,8-2 0 0,-3-3 0 16,7-3 0-16,0-2 0 15,7 0 0-15,3-1 0 0,9-1 0 16,5 0 0-16,1 0 0 0,2-1 0 16,-4 1 0-16,2 3 0 0,-5 2 0 15,-3 3 0-15,-3 2 0 16,-1 1 0-16,-5 3 0 0,-2-1 0 16,-6 2 0-16,0-1 0 0,-8 1 0 15,0 1 0-15,-7 0 0 0,1 1 0 16,-5-2 0-16,0-1 0 15,-1-2 0-15,1-3 0 0,1-4 0 16,5-2 0-16,3-1 0 0,2-2-1173 16,6 0-104-16,2-2-440 0</inkml:trace>
  <inkml:trace contextRef="#ctx0" brushRef="#br0" timeOffset="51848.54">4430 13780 6398 0,'0'0'1177'15,"0"0"-560"-15,0 0-617 0,27-35 0 16,-15 16 0-16,1-1 0 0,-1 0 0 16,-2 2 0-16,1-1 0 0,-1 1 0 15,-4 3 0-15,-2 4 0 16,-4 6 0-16,0 2 0 0,0 3 0 16,-10 10 0-16,-7 12 0 0,-3 9 0 15,1 7 0-15,7 2 0 0,1-5 0 16,5-3 0-16,6-4 0 15,6-4 0-15,5-8 0 0,11-7 0 16,7-8 0-16,13-4 0 0,3-11-589 16,-6-1-1564-16,-5-4-2533 0</inkml:trace>
  <inkml:trace contextRef="#ctx0" brushRef="#br0" timeOffset="52405.69">5139 13705 3453 0,'0'0'2621'0,"0"0"-1848"0,0 0 359 0,0 0-919 0,-41-37-213 15,30 23 0-15,-3 3 0 0,1 5 0 16,3 6 0-16,0 0 0 0,3 9 0 16,3 10 0-16,-2 5 0 0,2 6 0 15,0-1 0-15,4-6 0 16,4-3 0-16,6-4 0 0,1-8 0 16,5-2 0-16,5-8 0 0,0-7 0 15,-1-3 0-15,-3-3 0 0,-3-1 0 16,-1 1 0-16,-7 6 0 15,-2 4 0-15,0 3 0 0,-4 3 0 16,0 7 0-16,0 7 0 0,0 9 0 16,0 5 0-16,0 0 0 0,0-5 0 15,6-8 0-15,0-5 0 0,3-6-49 16,-3-3-531-16,8-4-140 0,-1-5-969 16,1-8-284-16</inkml:trace>
  <inkml:trace contextRef="#ctx0" brushRef="#br0" timeOffset="52576.71">5372 13057 6979 0,'0'0'656'0,"0"0"-99"0,0 0-557 16,0 0 0-16,-6 43 0 16,4 0 0-16,2 8 0 0,2 9 0 15,7 1 0-15,3-3 0 0,-6 3 0 16,2 2 0-16,-1-1 0 15,-1-2 0-15,-2-3 0 0,-2-7 0 16,-2-5-425-16,0-14-655 0,0-6-1898 0</inkml:trace>
  <inkml:trace contextRef="#ctx0" brushRef="#br0" timeOffset="52761.06">5224 13559 7131 0,'0'0'904'0,"0"0"-747"15,0 0-157-15,53-33 0 0,-26 25 0 16,4 1 0-16,4-2 0 0,-2 3 0 16,3-1 0-16,1 1 0 0,-6 0 0 15,0 1 0-15,-11 2-1818 0,3-2-1651 16</inkml:trace>
  <inkml:trace contextRef="#ctx0" brushRef="#br0" timeOffset="53239.47">2634 14545 4149 0,'0'0'2177'0,"0"0"-1576"0,0 0 51 0,-23 53-39 15,21-22-613-15,2 5 0 0,2 6 0 16,0-1 0-16,2 4 0 15,-4 4 0-15,0 2 0 0,-2 1 0 16,-4 0 0-16,4-4 0 0,-5-6 0 16,5-6 0-16,2-8-549 15,0-11-431-15,5-9-1730 0</inkml:trace>
  <inkml:trace contextRef="#ctx0" brushRef="#br0" timeOffset="53528.53">2859 14867 4321 0,'0'0'3006'16,"0"0"-2250"-16,-42-18-647 0,34 14-109 15,2 4 0-15,4 0 0 0,-4 5 0 16,-3 9 0-16,3 11 0 0,-2 7 0 16,6 5 0-16,2-3 0 0,6-4 0 15,2-4 0-15,3-6 0 16,1-4 0-16,3-8 0 0,1-5 0 15,-1-3 0-15,-3-5 0 0,2-5 0 16,-5-5 0-16,-1-4 0 0,-4-3 0 16,-2 0 0-16,-2-4 0 15,0 0 0-15,-2-2 0 0,-2 1 0 16,-4 5 0-16,2 4 0 0,-1 5 0 16,3 5 0-16,0 4 0 15,2-1-105-15,0 3-1003 0,2 1-1910 0</inkml:trace>
  <inkml:trace contextRef="#ctx0" brushRef="#br0" timeOffset="53932.96">3049 14902 6567 0,'0'0'1028'0,"0"0"-431"16,-27 51-597-16,21-28 0 0,2 2 0 15,4-3 0-15,0 2 0 16,6-5 0-16,4-4 0 0,5-3 0 15,1-4 0-15,-1-3 0 0,1-5 0 16,1-1 0-16,-5-6 0 0,1-4 0 16,-5-3 0-16,0-4 0 15,-4 0 0-15,3-2 0 0,-7 1 0 16,0 0 0-16,0 5 0 0,0 5 0 16,0 4 0-16,0 5 0 15,0 0 0-15,2 8 0 0,6 9 0 16,-4 5 0-16,8 3 0 0,-1-5 0 15,1-5 0-15,7-5 0 0,1-5 0 16,1-3 0-16,6-2 0 0,-8-6 0 16,-1-1 0-16,-1-2 0 0,-9-1 0 15,-2-3 0-15,-2 1 0 0,-4-2 0 16,-2 0 0-16,0-4 0 0,-8-2 0 16,0-2 0-16,-1 0 0 0,1-3 0 15,0 3 0-15,10 2 0 16,0 4-2222-16,10 2-799 0</inkml:trace>
  <inkml:trace contextRef="#ctx0" brushRef="#br0" timeOffset="54420.67">4200 14452 5094 0,'0'0'696'0,"-22"-42"-108"16,1 22 241-16,0 4-469 15,-10 2-116-15,4 5 116 0,-6 1-339 16,0 3-21-16,4 3 0 0,-2 2 0 16,4 4 0-16,-1 8 0 0,1 7 0 15,4 6 0-15,4 3 0 16,7 2 0-16,6 2 0 0,6 0 0 15,6 3 0-15,8 1 0 0,13 2 0 16,0-1 0-16,14 0 0 0,-3-1 0 16,-5 3 0-16,2 1 0 0,-14 1 0 15,-5 0 0-15,-4 0 0 0,-3-2 0 16,-7-2 0-16,-2-3 0 0,-2-3 0 16,-2-6 0-16,-3-3 0 0,-3-5-369 15,-4-4-327-15,3-7-61 16,3-4-1175-16,4-2-101 0,-11-8-320 0</inkml:trace>
  <inkml:trace contextRef="#ctx0" brushRef="#br0" timeOffset="54563.67">3901 14898 6158 0,'0'0'1025'0,"0"0"-473"16,41-11-95-16,-20 5-457 15,3 1 0-15,-1 5 0 0,0-1 0 16,0-1 0-16,1 2 0 0,5 0 0 15,0 0-829-15,-6 0-380 0,-4 0-1928 0</inkml:trace>
  <inkml:trace contextRef="#ctx0" brushRef="#br0" timeOffset="54771.73">4236 15119 4257 0,'0'0'1085'16,"0"0"448"-16,0 0-733 0,2-38-296 15,2 9-491-15,0-6-13 0,2 1 0 16,4 2 0-16,1 1 0 0,-1 6 0 16,0 5 0-16,-3 3 0 15,1 6 0-15,0 0 0 0,0 3 0 16,-1 2 0-16,-3 2-1421 0,-2 2-268 16,2 1-736-16</inkml:trace>
  <inkml:trace contextRef="#ctx0" brushRef="#br0" timeOffset="55022.88">4411 14957 4754 0,'0'0'980'0,"0"0"-119"0,0 0 375 15,40 1-875-15,-24-9-361 0,-1-4 0 16,1-1 0-16,-6-3 0 0,1 0 0 16,1-3 0-16,-4-1 0 0,-1 0 0 15,-5 0 0-15,-2 3 0 16,0 0 0-16,-9 2 0 0,1 5 0 15,-4 7 0-15,1 5 0 0,-7 8 0 16,1 9 0-16,1 5 0 0,1 3 0 16,5 3 0-16,8-1 0 15,2-3 0-15,2-2-281 0,12-5-435 16,7-5-25-16,0-5-907 0,-1-4 391 16,-1-5-572-16</inkml:trace>
  <inkml:trace contextRef="#ctx0" brushRef="#br0" timeOffset="55390.54">4688 14754 2921 0,'0'0'1344'16,"0"0"-639"-16,0 0-13 0,0 0 116 16,0 0-483-16,0 0-1 0,0 0 316 15,0 0-356-15,-37 30-135 16,27-11-149-16,3 1 0 0,1 2 0 15,4 1 0-15,2-2 0 0,2-3 0 16,4-4 0-16,5-1 0 0,-3-3 0 16,2-4 0-16,-1-4 0 15,-3-2 0-15,0 0 0 0,-2-6 0 16,2-3 0-16,3-1 0 0,-3 2 0 16,-6 1 0-16,0 3 0 15,0 4 0-15,-10 4 0 0,-7 16 0 16,-4 11 0-16,1 10 0 0,-7 9 0 15,6 1 0-15,-6 1 0 0,7-1 0 16,5-1 0-16,3-4 0 0,8-2 0 16,4-5 0-16,12-3 0 0,13-12 0 15,8-7 0-15,12-11 0 0,11-6 0 16,-10-5-1381-16,9-9-1129 0</inkml:trace>
  <inkml:trace contextRef="#ctx0" brushRef="#br0" timeOffset="56230.97">10455 16264 6270 0,'0'0'921'0,"0"0"-197"0,0 0-447 16,0 0-277-16,-41-26 0 0,20 33 0 15,5 7 0-15,1 5 0 0,3 4 0 16,2 4 0-16,1 0 0 0,7 2 0 16,2 0 0-16,7 1 0 0,3-4 0 15,6-4 0-15,1-5 0 0,4-8 0 16,3-6 0-16,-3-4 0 16,2-10 0-16,-2-4 0 0,-1-2 0 15,-9-3 0-15,-1 1 0 0,-6 0 0 16,-4-1 0-16,0 4 0 0,-4 3 0 15,-2 2 0-15,-5 3 0 16,1 2 0-16,0 3 0 0,-1 2-685 16,5 1-476-16,2 0-2212 0</inkml:trace>
  <inkml:trace contextRef="#ctx0" brushRef="#br0" timeOffset="56513.01">10642 16297 2633 0,'0'0'5318'16,"0"0"-5077"-16,0 0-241 0,0 0 0 16,0 0 0-16,-29 54 0 0,24-22 0 15,1 5 0-15,8-2 0 0,3-7 0 16,3-1 0-16,7-6 0 16,3-7 0-16,1-4 0 0,4-7 0 15,2-7 0-15,-3-9 0 0,-1-4 0 16,-6-6 0-16,1-1 0 0,-9-3 0 15,-1 0 0-15,-6-3 0 16,2 1 0-16,-4 0 0 0,0 2 0 16,0 3 0-16,-4 6 0 0,-2 4 0 15,6 4-85-15,0 3-1956 0,0 2 80 16,4-1-1416-16</inkml:trace>
  <inkml:trace contextRef="#ctx0" brushRef="#br0" timeOffset="56758.85">10981 15856 7771 0,'0'0'320'0,"0"0"-219"16,0 0-101-16,0 0 0 0,0 0 0 15,0 0 0-15,6 38 0 0,-6 6 0 16,6 8 0-16,-2 5 0 0,2 0 0 15,-2 1 0-15,3 2 0 16,-7 1 0-16,4-3 0 0,-4-1 0 16,0-6 0-16,-4-6 0 0,2-8 0 15,-7-9 0-15,3-10-25 0,2-10-1191 16,-6-8-89-16</inkml:trace>
  <inkml:trace contextRef="#ctx0" brushRef="#br0" timeOffset="56865.64">10861 16372 5494 0,'0'0'1597'0,"0"-38"-496"15,16 18-1101-15,9 5 0 0,2-3 0 16,0 3 0-16,-2 3 0 0,1-1 0 16,-3-1 0-16,2-2 0 0,-4-4 0 15,-5 4-1646-15,-1-4-4384 0</inkml:trace>
  <inkml:trace contextRef="#ctx0" brushRef="#br0" timeOffset="57234.92">11334 16386 3613 0,'0'0'2946'0,"0"0"-1930"0,0 0-399 16,0 0-617-16,37-11 0 0,0-2 0 15,5-1 0-15,-1 2 0 0,-4 2 0 16,-10 2 0-16,4-1 0 0,-10 3 0 16,-5 3 0-16,-5 0-1029 15,-7 2-860-15</inkml:trace>
  <inkml:trace contextRef="#ctx0" brushRef="#br0" timeOffset="57606.91">11805 16325 6146 0,'0'0'733'0,"0"0"107"16,-35-23-367-16,19 17-473 0,-1 4 0 15,-1 4 0-15,5 4 0 0,3 5 0 16,6 6 0-16,-3 3 0 0,3 3 0 16,8 0 0-16,3 0 0 15,7-2 0-15,3-4 0 0,3-1 0 16,1-7 0-16,0-4 0 0,-1-4 0 16,-3-2 0-16,-3-8 0 15,-5 0 0-15,-1-6 0 0,-6-2 0 16,-2 0 0-16,0-2 0 0,-2 2 0 15,-2 1 0-15,-2 1 0 0,1 3 0 16,3 1 0-16,-2 3 0 0,4-5-1333 16,0 6-268-16,0-4-580 0</inkml:trace>
  <inkml:trace contextRef="#ctx0" brushRef="#br0" timeOffset="57915.61">12252 15863 3793 0,'0'0'1277'15,"-56"-52"135"-15,23 25-691 16,2 6-253-16,0 1 53 0,0 3-521 16,0 4 0-16,8 5 0 15,3 3 0-15,3 3 0 0,9 2 0 16,6 8 0-16,-9 11 0 0,5 8 0 15,-2 8 0-15,2 4 0 0,6-2 0 16,4 1 0-16,2 3 0 0,8 1 0 16,3 3 0-16,10 3 0 0,0 2 0 15,-7 2 0-15,5 1 0 0,-12-1 0 16,-3-2 0-16,-4-2 0 0,-6-6 0 16,-2-4 0-16,-8-7-137 0,4-10-1888 15,-5-6-236-15</inkml:trace>
  <inkml:trace contextRef="#ctx0" brushRef="#br0" timeOffset="58056.62">11958 16385 6470 0,'0'0'1077'15,"0"0"-432"-15,31-37-645 0,-8 26 0 16,-2 3 0-16,-5 1 0 0,5 3 0 16,4-3 0-16,2 0 0 0,-1-1 0 15,1-2 0-15,-2 1-2238 0,-2-6-3644 16</inkml:trace>
  <inkml:trace contextRef="#ctx0" brushRef="#br0" timeOffset="58644.3">12448 16327 3449 0,'0'0'2741'0,"0"0"-956"16,0 0-1568-16,0 0-217 0,0 0 0 16,0 0 0-16,0 0 0 0,52 2 0 15,-27-2 0-15,2-4 0 0,-1-5-57 16,1-1-907-16,-6 2-277 0,-4 0-2977 16</inkml:trace>
  <inkml:trace contextRef="#ctx0" brushRef="#br0" timeOffset="58874.68">12779 16423 6282 0,'-10'33'825'0,"10"4"-457"0,0 10 349 16,0 1-717-16,0 4 0 0,0-3 0 15,0-1 0-15,0-4 0 0,0-5 0 16,0-7 0-16,0-6 0 0,0-7 0 16,-2-10 0-16,-3-5-605 0,1-3-1716 15,-2-6-1545-15</inkml:trace>
  <inkml:trace contextRef="#ctx0" brushRef="#br0" timeOffset="59154">12773 16302 6823 0,'0'0'592'0,"16"-40"-88"16,-5 21-231-16,5-1-273 0,-1 3 0 15,-1 4 0-15,3 2 0 0,-1 5 0 16,1 3 0-16,-3 3 0 15,7 4 0-15,-9 6 0 0,3 7 0 16,-5 5 0-16,-6 4 0 0,-4 3 0 16,-4 1 0-16,-2 0 0 0,-9 1 0 15,-1-4 0-15,-1-2 0 0,-1-5 0 16,1-5 0-16,3-5 0 0,1-7 0 16,3-3 0-16,6-6-545 15,-2-11-1380-15,6 5-204 0,0-10-1464 0</inkml:trace>
  <inkml:trace contextRef="#ctx0" brushRef="#br0" timeOffset="59505.96">13157 15763 5822 0,'0'0'672'16,"4"61"-139"-16,0-17 251 0,-4 5-472 15,0 5-243-15,0 3-69 0,-4 2 0 16,0 0 0-16,-2-1 0 15,-4-4 0-15,3-3 0 0,-3-8 0 16,6-6 0-16,0-8 0 0,2-13 0 16,2-7 0-16,2-7 0 0,6-6 0 15,5-11 0-15,5-9 0 0,5-5 0 16,-2-2 0-16,-5 5 0 0,-8 9 0 16,-1 5 0-16,-3 6 0 15,-4 5 0-15,0 1 0 0,2 0 0 16,-2 0 0-16,0 4 0 0,4 2 0 15,-4 2 0-15,6 6 0 0,-2 2 0 16,2 0 0-16,1-1 0 0,-7-2 0 16,4-2 0-16,0-1 0 0,-2-1 0 15,2-4 0-15,2-4-905 16,-2-1-444-16,11-3-1668 0</inkml:trace>
  <inkml:trace contextRef="#ctx0" brushRef="#br0" timeOffset="59816.11">13515 16294 4033 0,'0'0'2017'0,"0"0"-644"0,-27-36-604 16,15 20-769-16,-3 4 0 0,1 5 0 16,1 7 0-16,-1 4 0 0,1 9 0 15,-5 5 0-15,5 7 0 0,-1 1 0 16,4 0 0-16,3 0 0 0,3-1 0 16,4-4 0-16,4-3 0 15,7-3 0-15,-1-6 0 0,7-6 0 0,-1-3 0 16,9-9 0-16,-2-7 0 15,6-5 0-15,-3-2 0 0,1 0 0 16,-2 4 0-16,-12 5 0 0,-3 6 0 16,-6 4 0-16,-4 4 0 15,0 0 0-15,0 4 0 0,0 6 0 16,-4 8 0-16,4 2 0 0,0 0 0 16,0-3 0-16,6-6 0 15,4-1 0-15,1-4 0 0,-1 0 0 16,5-4 0-16,-5-2-689 0,2-5-812 15,-3 0-27-15,1-3-549 0</inkml:trace>
  <inkml:trace contextRef="#ctx0" brushRef="#br0" timeOffset="60153.69">13808 16255 5262 0,'0'0'1321'0,"4"-35"-633"0,-4 20 233 16,-4 3-921-16,2 3 0 15,-6 3 0-15,6 3 0 0,-6 3 0 16,-3 3 0-16,-11 7 0 0,1 4 0 15,-4 4 0-15,2 0 0 0,9-2 0 16,4-2 0-16,-1-1 0 0,5-1 0 16,6-4 0-16,4 0 0 0,7 1 0 15,5-5 0-15,7 1 0 16,2-3 0-16,-1-2 0 0,-1 0 0 16,-2 0 0-16,-7 2 0 0,-5 1 0 15,-1-2 0-15,-6 5 0 0,-2 1 0 16,-10 6 0-16,1 3 0 15,-9-1 0-15,5-2 0 0,-5 0 0 16,5-4 0-16,-1-2 0 0,1 0 0 16,3-3 0-16,0 0 0 0,-1-2 0 15,7 1 0-15,4-2 0 0,0-1 0 16,0 0 0-16,0 0-273 0,11 0-1043 16,5-6 315-16,3 0-23 0,3-3-777 15,3-1 280-15</inkml:trace>
  <inkml:trace contextRef="#ctx0" brushRef="#br0" timeOffset="60373.73">13846 16390 656 0,'0'0'1797'15,"41"-24"208"-15,-20 10-537 0,-5 0-251 16,1-2-168-16,-3-1-1049 0,1 2 0 16,-5 0 0-16,-8 2 0 0,2 2 0 15,-4 2 0-15,-6 0 0 16,-9 2 0-16,1 3 0 0,-5 4 0 16,-1 3 0-16,-1 8 0 0,0 7 0 15,1 5 0-15,-1 4 0 16,4 3 0-16,11 2 0 0,6-2 0 15,2-1 0-15,13-4 0 0,6-4 0 16,5-5 0-16,5-8 0 0,2-6 0 16,9-4 0-16,1-10 0 0,-1-6 0 15,-11 2-61-15,0-6-2344 0</inkml:trace>
  <inkml:trace contextRef="#ctx0" brushRef="#br0" timeOffset="60965.66">14869 16331 6206 0,'0'0'1629'0,"0"0"-1272"16,-44-37-357-16,26 33 0 0,-3 4 0 16,3 1 0-16,-1 8 0 0,2 4 0 15,3 7 0-15,-3 3 0 0,7 4 0 16,0 1 0-16,3-2 0 15,7-1 0-15,7-6 0 0,7-6 0 16,7-6 0-16,2-7 0 0,6-8 0 16,-1-6 0-16,-3-4 0 0,2-3 0 15,-6 0 0-15,-7 2 0 0,-8 4 0 16,1 3 0-16,-3 5 0 0,-4 3 0 16,0 4 0-16,0 0 0 15,0 7 0-15,-4 7 0 0,4 7 0 16,0 3 0-16,0 0 0 0,4-4 0 15,-2-7 0-15,2-4 0 0,0-4 0 16,-2-3 0-16,2-2 0 0,7 0-697 16,-5-4-1820-16,2-12-757 0</inkml:trace>
  <inkml:trace contextRef="#ctx0" brushRef="#br0" timeOffset="61154.02">15069 15745 1100 0,'0'0'7092'0,"0"0"-7092"0,0 0 0 16,0 0 0-16,0 0 0 0,-20 34 0 16,13 16 0-16,3 12 0 0,2 9 0 15,2-1 0-15,0 3 0 0,0 1 0 16,0-2 0-16,0-5 0 0,0-9 0 16,0-5 0-16,-4-9 0 0,-6-9 0 15,4-10-1738-15,-5-10-1583 0</inkml:trace>
  <inkml:trace contextRef="#ctx0" brushRef="#br0" timeOffset="61303.79">14912 16341 7659 0,'0'0'533'0,"35"-28"-533"16,-8 17 0-16,-2-1 0 0,2 5 0 16,0-3 0-16,4-2 0 0,10-3 0 15,9-5 0-15,6-6 0 0,-13 5 0 16,-2-4-2510-16</inkml:trace>
  <inkml:trace contextRef="#ctx0" brushRef="#br0" timeOffset="61795.76">15768 15788 4013 0,'0'0'2109'15,"0"0"-1092"-15,0 0-385 0,6 66-211 16,-12-20-421-16,6 5 0 0,-6 4 0 16,6 3 0-16,0 1 0 0,0 0 0 15,4 0 0-15,-2-4 0 0,-2-4 0 16,0-7 0-16,0-5 0 0,0-8 0 16,0-6 0-16,0-10 0 15,0-4 0-15,4-9 0 0,0-3 0 16,7-15 0-16,7-12 0 0,7-10 0 15,-2-1 0-15,2 3 0 0,-9 12 0 16,-6 10 0-16,-3 5 0 0,-3 9 0 16,-4 13 0-16,0 9 0 15,-4 6 0-15,-3 2 0 0,3-2 0 16,-2-2 0-16,6-3 0 0,0-4 0 16,0-5 0-16,0-6 0 0,0-5 0 15,10-6 0-15,1-8-197 16,3-7-1047-16,-3 2-225 0,-5-3-3693 0</inkml:trace>
  <inkml:trace contextRef="#ctx0" brushRef="#br0" timeOffset="61934.88">16045 16324 5642 0,'0'0'1405'0,"-4"43"-281"16,2-16-1103-16,0 2-21 0,2 0 0 16,2 0 0-16,0-5 0 15,4-6 0-15,-2-8 0 0,2-5 0 16,-1-4 0-16,5-4-477 0,0-13-487 15,1-1-1077-15,-5-8-629 0</inkml:trace>
  <inkml:trace contextRef="#ctx0" brushRef="#br0" timeOffset="62057.49">16171 15951 5670 0,'0'0'1405'0,"12"-50"-1069"16,-1 34-84-16,-7 14-188 0,0 3-64 15,2 10-20-15,5 12-624 0,-5-2-485 16,4 8-476-16</inkml:trace>
  <inkml:trace contextRef="#ctx0" brushRef="#br0" timeOffset="62486.81">16434 16367 4630 0,'0'0'1552'0,"0"0"185"16,-42-27-1464-16,22 13-273 0,-5-1 0 15,-2 4 0-15,0 4 0 16,0 4 0-16,7 3 0 0,5 8 0 15,5 6 0-15,1 3 0 0,5 2 0 16,4-1 0-16,0-1 0 0,4-2 0 16,3-5 0-16,-1 0 0 15,2-5 0-15,5-3 0 0,1-2 0 16,3-5 0-16,-1-6 0 0,1-3 0 16,-7-1 0-16,4 0 0 0,-7 2 0 15,1 5 0-15,-6 4 0 0,2 4 0 16,2 1 0-16,-2 13 0 15,3 15 0-15,-3 11 0 0,-2 5 0 16,2 5 0-16,-4-5 0 0,4 0 0 16,-4 4 0-16,-4 1 0 0,-6 3 0 15,-5 0 0-15,-8 3 0 0,-8-4 0 16,0-4 0-16,-2-6 0 0,-2-9 0 16,4-9 0-16,8-9 0 0,3-11 0 15,3-5 0-15,7-15 0 16,2-10 0-16,1-10 0 0,7-11 0 15,11-6 0-15,14 1 0 0,6-4 0 16,8 4 0-16,8 1 0 16,3-1 0-16,-2 0 0 0,-15 14-1245 0,2-4-1773 15</inkml:trace>
  <inkml:trace contextRef="#ctx0" brushRef="#br0" timeOffset="63153.99">16535 15782 4201 0,'0'0'1269'0,"0"0"-509"0,0 0-183 16,-17 57 199-16,7-9-376 0,0 10-191 16,6 5-209-16,-3-1 0 0,7 4 0 15,-2-4 0-15,0 0 0 16,0-3 0-16,-2-6 0 0,2-5 0 16,0-7 0-16,2-10 0 0,0-7 0 15,2-10 0-15,0-8 0 16,6-6 0-16,1-7 0 0,9-13 0 15,1-8 0-15,1-4 0 0,1 1 0 16,0 4 0-16,-5 8 0 0,-1 7 0 16,-9 9 0-16,2 5 0 0,-2 12 0 15,5 6 0-15,-1 6 0 0,-4 2 0 16,5-1 0-16,-1-4 0 0,4-4 0 16,3-3 0-16,4-8 0 15,1-3-61-15,-1-5-1311 0,4 0-433 0</inkml:trace>
  <inkml:trace contextRef="#ctx0" brushRef="#br0" timeOffset="63616.39">17517 15906 3781 0,'0'0'749'0,"-11"-34"-193"0,1 21 312 16,0 4-476-16,-7 2-31 0,3-1 143 15,-5 3-304-15,-2 2-88 16,1 0 48-16,3 1-100 0,3 2 56 15,-1 0 104-15,5 5-107 0,0 3-113 16,-1 6 0-16,3 4 0 0,0 6 0 16,-3 3 0-16,7 0 0 15,-2 2 0-15,4-1 0 0,2 0 0 16,0 1 0-16,2 3 0 0,8 0 0 16,1 6 0-16,5 2 0 0,5 3 0 15,-2 3 0-15,-1 0 0 0,-3 1 0 16,-5 0 0-16,2-1 0 15,-3-2 0-15,-3-5 0 0,-2-3 0 16,2-6 0-16,-6-6 0 0,4-8 0 16,-4-7 0-16,0-5-617 0,0-4-1220 15,0 0-156-15</inkml:trace>
  <inkml:trace contextRef="#ctx0" brushRef="#br0" timeOffset="63773.86">17213 16473 5890 0,'0'0'781'0,"0"0"-37"15,0 0 33-15,0 0-777 0,0 0 0 16,35-23 0-16,2 10 0 0,5 0 0 16,-1 0 0-16,-2 3 0 15,-4 4 0-15,-2 2 0 0,-2 0 0 16,-6 3 0-16,-4 1-325 0,-9 0-1056 16,-1 1-343-16</inkml:trace>
  <inkml:trace contextRef="#ctx0" brushRef="#br0" timeOffset="63961.93">17575 16573 3753 0,'0'0'1225'0,"0"0"-709"0,0 0 280 16,0 0-371-16,0 0-89 0,0 0 496 15,0 0-523-15,0 0-309 0,0 0 0 16,-4-40 0-16,4 16 0 0,0-1 0 16,8 1 0-16,2 0 0 15,7 0 0-15,-1 1 0 0,1 3 0 16,1 2 0-16,-5 4 0 0,1 5 0 15,-8 4-1081-15,1 3-524 0,-7 0-416 16</inkml:trace>
  <inkml:trace contextRef="#ctx0" brushRef="#br0" timeOffset="64224.71">17705 16428 6462 0,'0'0'741'16,"29"37"-29"-16,-4-26-435 0,-1-3-277 15,5-4 0-15,0-4 0 16,0-3 0-16,-4-6 0 0,-4-4 0 15,-5 0 0-15,-7 0 0 0,-3-2 0 16,-6 1 0-16,-4-1 0 0,-9 3 0 16,-1 3 0-16,-11 2 0 0,4 3 0 15,-6 4 0-15,5 7 0 0,-3 5 0 16,4 6 0-16,5 2 0 16,3 3 0-16,5 1 0 0,8-1 0 0,0 1 0 15,10-2 0-15,1-1 0 16,9-4 0-16,-3-5 0 0,4-3 0 15,-1-5 0-15,3-2-189 0,-4-3-299 16,-3-7-424-16,5-6 191 0,-9 1-279 16,1-5-2478-16</inkml:trace>
  <inkml:trace contextRef="#ctx0" brushRef="#br0" timeOffset="64609.65">18127 16392 6270 0,'0'0'833'0,"0"0"-337"0,0 0 97 15,-31-36-593-15,14 33 0 0,-4 3 0 16,1 3 0-16,-3 9 0 0,-2 6 0 16,4 4 0-16,1 6 0 0,3-1 0 15,3 1 0-15,1 0 0 16,13-8 0-16,0-1 0 0,7-5 0 15,11-7 0-15,1-4 0 0,6-5 0 16,6-9 0-16,-5-6 0 0,10-4 0 16,-7-3 0-16,-3 2 0 0,-5 2 0 15,-6 4 0-15,-5 8 0 16,-6 4 0-16,-4 4 0 0,0 7 0 16,-10 15 0-16,-11 15 0 0,-10 13 0 15,-6 10 0-15,-5 3 0 16,7-2 0-16,-2 3 0 0,8-7 0 15,4-5 0-15,15-7 0 0,10-9 0 16,4-9 0-16,13-8 0 0,3-8 0 16,7-11 0-16,6-9-893 0,-8-4-1088 15,0-6-184-15</inkml:trace>
  <inkml:trace contextRef="#ctx0" brushRef="#br0" timeOffset="64717.61">18306 16698 7279 0,'0'0'913'0,"0"0"-913"15,0 0 0-15,0 0 0 0,0 0 0 16,0 0 0-16,0 0 0 0,0 0 0 16,0 0-1597-16,0 0-2181 0</inkml:trace>
  <inkml:trace contextRef="#ctx0" brushRef="#br0" timeOffset="66077.85">8907 15538 1088 0,'0'0'2897'16,"0"0"-2092"-16,0 0-33 0,0 0 68 15,0 0-575-15,0 0-37 16,0 0 312-16,0 0-72 0,0 0-179 15,21 9-289-15,-15-9 0 0,2 0 0 16,-1 0 0-16,-3 0 0 0,-2 0 0 16,2 0 0-16,-4 0 0 0,0 0 0 15,-6 0 0-15,-5-2 0 16,-7-2 0-16,-1-1 0 0,1-1 0 16,1-2 0-16,7 1 0 0,-1-1 0 15,5-1 0-15,0 3 0 0,6-1 0 16,0 1 0-16,0 1 0 15,0-1 0-15,2 1 0 0,8 2 0 16,5 0 0-16,1 3 0 0,5 1 0 16,-4 6 0-16,-1-1 0 0,-1 3 0 15,-5-1 0-15,0 0 0 0,1-2 0 16,-9 1 0-16,2-3 0 0,0 1 0 16,-4-1 0-16,0 2 0 0,0 4 0 15,-10 0 0-15,-7 2 0 0,-2-1 0 16,-3-3 0-16,1-2 0 15,0-3 0-15,1-1 0 0,3 0 0 16,1-2 0-16,5-1 0 0,1-1 0 16,6-3 0-16,4 0 0 0,0-5 0 15,4-5 0-15,6 0 0 16,11 0 0-16,2 3 0 0,1 2 0 16,-3 4 0-16,2 4 0 0,-7 2 0 15,-1 6 0-15,-9 5 0 0,-2 4 0 16,-4 4 0-16,-6 2 0 15,-4-2 0-15,-5-2 0 0,5-6 0 16,-7-6 0-16,7-2-265 0,0-8-7602 0</inkml:trace>
  <inkml:trace contextRef="#ctx0" brushRef="#br0" timeOffset="76677.17">3111 5321 1976 0,'0'0'1157'0,"0"0"-1021"0,0 0-136 16,0 0-16-16,0 0 16 0,37-29 20 15,-33 25 0-15,3 0 32 0,-3-2 56 16,2 4-36-16,-6-2 112 0,0 2 332 15,0-2-275-15,0 1-61 16,-4-1 172-16,0 1-156 0,2 0-120 16,2 3 132-16,0 0-120 0,12 0-60 15,13 0 64-15,12 5 84 16,11 0 72-16,9 2 64 0,10 0-179 16,7 0-5-16,11 1 28 0,4 2-136 15,2-3 8-15,8 0 0 0,4-3-16 16,3-1-12-16,-9-3 124 15,0 0-68-15,-8-6-12 0,-4 0-16 16,-17-2-12-16,-10 0-16 0,-17-2 0 16,-18 3-20-16,-9 2 8 0,-18-3-20 15,-17-3-24-15,-12-1-12 0,-14 1 12 16,-15 1-4-16,-2 3 52 0,-15 2 0 16,-10 4-72-16,-10 1-4 0,-6 0-40 15,-11 1-41-15,-4 4 5 0,0 1-4 16,2-1 136-16,-2-1 28 0,9 1 32 15,1-1-24-15,9-1 8 16,8 2 80-16,10-1-56 0,13 0 40 16,18 2 72-16,9 1-108 0,16-1-7 15,17 1-9-15,10 4-28 16,14 1-12-16,21 2-4 0,19-2 16 16,22-3 32-16,19-4 12 0,15-2-28 15,12-2-32-15,8-1 8 0,-35 0-565 16,0-5-643-16</inkml:trace>
  <inkml:trace contextRef="#ctx0" brushRef="#br0" timeOffset="77609.07">12421 7146 2601 0,'0'0'896'0,"0"0"-608"15,0 0 264-15,0 0-419 16,0 0 15-16,64 39 316 0,-18-4-112 16,8 3 60-16,1 2 200 0,5 0-347 15,7 4-61-15,3 2 16 0,8 3-168 16,11 0 24-16,4 0 12 0,2 1-80 16,0 0-8-16,7-4 0 0,-5-2 0 15,0-4-8-15,2-3-112 16,-4-2-12-16,-6-4 52 0,-6-2 0 15,-13-4 44-15,-8-4 36 0,-20-4-8 16,-11-6 4-16,-19-6 4 0,-14-4-160 16,-17-3-109-16,-18-6 173 0,-10-5 68 15,-18-6 36-15,-3-4-16 0,-14-5 0 16,-9-5-84-16,-9-6 20 16,-5-5-96-16,-5-3 60 0,-5-5 84 15,-5-2 20-15,-6-6 0 0,0 0 4 16,-3 1 40-16,-1-3-40 0,10 2 68 15,5 1 64-15,5 4-108 16,19 0-4-16,8 7 4 0,13 0-24 16,12 7-4-16,23 9-140 0,12 9-260 15,13 13-272-15,10 6-765 0,17 4 32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26T18:34:19.9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2718 3774 4710 0,'0'0'1064'0,"0"0"101"16,0 0-505-16,0 0-184 0,-43-29-359 15,22 23-117-15,1 4 0 0,-3 0 0 16,-2 1 0-16,4 0 0 0,1 1 0 15,3 2 0-15,1 7 0 16,1 4 0-16,-1 4 0 0,5 5 0 16,-5 3 0-16,7 2 0 0,3 0 0 15,0-3 0-15,6-2 0 0,6-4 0 16,9-4 0-16,12-4 0 16,10-4 0-16,4-4 0 0,7-2 0 15,-1 2 0-15,-10 4 0 0,-10 4-209 16,-6 4-111-16,-11 3-4 0,1 1 280 15,-11 1 44-15,0 2 76 16,-11 1 20-16,-3 1 52 0,-7 0 104 16,-2 0-156-16,-3 0-8 0,-3-2 40 15,0 0-124-15,-2-5 5 0,0 0-9 16,6-5 0-16,2-4-21 0,7-4-187 16,5-3-104-16,5-2-80 0,6-11-741 15,2 0-135-15,6-8-305 0</inkml:trace>
  <inkml:trace contextRef="#ctx0" brushRef="#br0" timeOffset="206.9">2913 3689 6110 0,'0'0'625'15,"0"0"-125"-15,-15 53 180 0,13-22-403 16,2 4-277-16,2 2 0 0,2 3 0 15,0 2 0-15,-2 5 0 16,1 2 0-16,-3 5 0 0,-3-2 0 16,1-2 0-16,-2-4 0 0,0-4 0 15,2-11-53-15,2-10-1095 0,-4-9-2550 0</inkml:trace>
  <inkml:trace contextRef="#ctx0" brushRef="#br0" timeOffset="362.45">2691 3991 7703 0,'0'0'489'0,"0"0"-489"16,0 0 0-16,0 0 0 0,38-9 0 15,-7 6 0-15,0 2 0 0,6 1 0 16,-6 0 0-16,6 1 0 0,-6-1 0 16,-4 0-1217-16,-6 0-2009 0</inkml:trace>
  <inkml:trace contextRef="#ctx0" brushRef="#br0" timeOffset="603.55">3053 3953 5894 0,'0'0'1633'0,"0"0"-968"15,-27 54-665-15,17-19 0 0,6 5 0 16,-2-4 0-16,6 0 0 16,0-3 0-16,6-3 0 0,4-4 0 15,0-1 0-15,1-2-49 16,-5-7-1051-16,-2-3-2046 0</inkml:trace>
  <inkml:trace contextRef="#ctx0" brushRef="#br0" timeOffset="727.84">3092 3757 7487 0,'0'0'564'0,"0"0"-423"16,-2-39-141-16,-2 38 0 0,0 1 0 15,2 0 0-15,-2 3 0 0,2 2-601 16,2 0-2596-16</inkml:trace>
  <inkml:trace contextRef="#ctx0" brushRef="#br0" timeOffset="1283.29">3450 3797 3877 0,'0'0'725'16,"0"0"-105"-16,-29-36-212 0,8 23 0 15,5-1 321-15,1 2-441 0,3 0 56 16,0 0 172-16,1 1-252 0,5 5-251 16,0 0-13-16,0 4 0 15,2 0 0-15,-3 0 0 0,-3 2 0 16,-4 6 0-16,-3 6 0 0,3 6 0 15,1 0 0-15,5 3 0 0,6-2 0 16,2 5 0-16,0 3 0 16,4 5 0-16,4 5 0 0,3 3 0 15,3 5 0-15,-4 1 0 0,1 3 0 16,-5 1 0-16,0-3 0 0,-6-2 0 16,0-4 0-16,0-6 0 0,-2-7 0 15,-4-4 0-15,4-6 0 0,2-6 0 16,0-5 0-16,0-4-273 0,4-3-1456 15,0-2-208-15,6-12-1908 0</inkml:trace>
  <inkml:trace contextRef="#ctx0" brushRef="#br0" timeOffset="1626.63">3605 3830 5102 0,'0'0'828'0,"-27"-34"-228"0,13 19 477 16,-3 4-757-16,-3 3-116 0,-1 3-143 16,0 4-61-16,0 1 0 0,5 1 0 15,-1 6 0-15,-1 4 0 0,5 6 0 16,-3 4 0-16,6 4 0 0,5 7 0 15,3 5 0-15,2 5 0 16,7 7 0-16,5 3 0 0,4 1 0 16,3-2 0-16,-2-2 0 0,-7-4 0 15,2-6 0-15,-1-5 0 0,-3-3 0 16,-2-6-261-16,-2-3-515 16,-4-6-17-16,0-8-1696 0,-4-4-392 0</inkml:trace>
  <inkml:trace contextRef="#ctx0" brushRef="#br0" timeOffset="1799.04">3163 4223 4638 0,'0'0'1436'0,"0"0"-775"16,0 0-257-16,0 0 64 0,49-12 117 16,-7-1-585-16,9-7 0 0,3-3 0 15,-2 2 0-15,-1-1 0 0,-5 1 0 16,-3 3-585-16,-14 4-1020 0,-4 4-2873 15</inkml:trace>
  <inkml:trace contextRef="#ctx0" brushRef="#br0" timeOffset="2032.4">3586 4174 4874 0,'-10'33'1132'0,"2"-4"-511"0,4 2-101 16,-2-10 200-16,6-3-432 0,0-5-251 16,0-6-37-16,0-2 0 15,0-5 0-15,0 0 0 0,0-5 0 16,6-8 0-16,-2-12 0 0,4-8 0 15,2-4 0-15,1 1 0 16,-1 4 0-16,0 5 0 0,1 8 0 16,-5 8 0-16,2 5 0 0,-6 5 0 15,7 1 0-15,-3 3 0 0,4 10 0 16,0 6 0-16,1 4 0 0,-7 3 0 16,2 0 0-16,-6 1 0 0,0-2 0 15,2-2 0-15,2-2 0 0,0-5 0 16,7 0 0-16,-5-4 0 0,2-3-865 15,-2-4-640-15,-1-5-772 0</inkml:trace>
  <inkml:trace contextRef="#ctx0" brushRef="#br0" timeOffset="2286.13">3791 4269 4942 0,'0'0'1548'16,"0"0"-563"-16,0 0-268 0,0 0-717 15,25-44 0-15,-11 23 0 0,3-1 0 16,-7 1 0-16,-4 2 0 0,3 0 0 15,-3 2 0-15,-6 0 0 16,-8 2 0-16,-5 3 0 0,-3 4 0 16,1 6 0-16,-1 6 0 0,-1 11 0 15,3 9 0-15,-5 5 0 0,5 6 0 16,3 4 0-16,7-1 0 0,4 0 0 16,6-4 0-16,9-5 0 0,8-9 0 15,6-5 0-15,4-8 0 0,2-7 0 16,4-2 0-16,-2-7-225 0,-2-6-967 15,-12 4-273-15,-4-3-344 0</inkml:trace>
  <inkml:trace contextRef="#ctx0" brushRef="#br0" timeOffset="2620.12">4120 4013 5638 0,'0'0'1033'0,"-42"-3"-745"16,18 3 88-16,1 0 120 0,-2 3-284 15,2 1-63-15,3 2-149 16,-1 0 0-16,7 1 0 0,3 2 0 16,9 2 0-16,2 2 0 0,0 2 0 15,10 0 0-15,7 0 0 0,4-2 0 16,3-2 0-16,3-3 0 0,2-2 0 16,0-2 0-16,-2-1 0 0,-6-1-17 15,-3 1-171-15,-5-1 100 0,-5 0 76 16,0 1-4-16,-8 0 16 0,0 5 88 15,0 2 8-15,-10 8 41 0,-9 1-137 16,1 1 0-16,-9-1 0 16,6-1 0-16,1-3 0 0,-5 0 0 15,4-4 0-15,5-2 0 0,5-3 0 16,5-3-1309-16,2-3-124 16,4 0-576-16</inkml:trace>
  <inkml:trace contextRef="#ctx0" brushRef="#br0" timeOffset="2950.78">4362 4038 7043 0,'0'0'572'0,"0"0"-200"0,0 0-167 16,-38-37-205-16,30 29 0 0,2 2 0 16,0-1 0-16,2 1 0 0,-1 4 0 15,3 0 0-15,-2 0 0 0,0 2 0 16,2 2 0-16,2 7 0 0,0 5 0 15,0 0 0-15,4 3 0 16,9-2 0-16,1-3 0 0,5 0 0 16,3-1 0-16,5-1 0 0,-6 1 0 15,-2 1 0-15,-5 0 0 0,1 3 0 16,-9 0 0-16,-4 2 0 0,0 0 0 16,-2 1 0-16,-4-1 0 15,-7 1 0-15,-3-1 0 0,-3-1 0 16,-5-1 0-16,-5 0 0 0,-4-3 0 15,0-2 0-15,-4 0 0 16,2-7 0-16,2-2 0 0,4-5-845 16,6-6-1008-16,4-5-1681 0</inkml:trace>
  <inkml:trace contextRef="#ctx0" brushRef="#br0" timeOffset="3278.85">4744 4244 6338 0,'0'0'669'16,"0"0"-333"-16,33 2 196 0,-12-6-215 16,6-2-317-16,0-3 0 0,4-6 0 15,4-1-169-15,-8 2-679 0,-1-2-2394 16</inkml:trace>
  <inkml:trace contextRef="#ctx0" brushRef="#br0" timeOffset="3668.8">5315 4057 5490 0,'0'0'632'0,"-34"-29"433"15,8 19-373-15,-5 6-379 0,0 4-313 16,4 2 0-16,-4 7 0 16,6 5 0-16,6 5 0 0,5 5 0 15,4 6 0-15,10 4 0 0,4 4 0 16,6 3 0-16,7 2 0 0,5-4 0 16,7-5 0-16,2-7 0 15,6-9 0-15,1-8 0 0,-5-8 0 16,2-4 0-16,-4-11-1137 0,-8 2-320 15,-3-4-1028-15</inkml:trace>
  <inkml:trace contextRef="#ctx0" brushRef="#br0" timeOffset="3981.14">5492 4135 5670 0,'0'0'977'16,"-37"-12"-429"-16,16 6-20 0,5 5-59 15,-1 1-469-15,7 9 0 16,-4 7 0-16,3 5 0 0,1 6 0 16,4 5 0-16,0-2 0 0,6 0 0 15,2-3 0-15,6-4 0 0,8-8 0 16,5-5 0-16,0-9 0 16,6-3 0-16,-1-8 0 0,-1-6 0 15,-2-3 0-15,-9-2 0 0,-3 2 0 16,-5-1 0-16,-6 2 0 0,0 0 0 15,-6 1 0-15,-2 0 0 16,-3 2 0-16,-1 0 0 0,1 3 0 16,3 1 0-16,6 5 0 0,-2 0-417 15,4 4-247-15,0 1-57 0,4-1-1488 16,2 2-236-16</inkml:trace>
  <inkml:trace contextRef="#ctx0" brushRef="#br0" timeOffset="4233.24">5585 4313 4245 0,'0'0'997'0,"-4"37"-301"16,0-24 293-16,4-9-537 0,0-1-36 16,0-3-19-16,0-4-397 0,0-9 0 15,0-14 0-15,4-8 0 0,7-8 0 16,-1-3 0-16,0 3 0 16,5 1 0-16,1 6 0 0,1 5 0 15,-5 8 0-15,-1 10 0 0,-3 6 0 16,-4 7 0-16,-2 4 0 0,2 13 0 15,-2 13 0-15,2 9 0 16,0 6 0-16,-4 1 0 0,7-4 0 16,-3-4 0-16,-2-4 0 0,4-5 0 15,2-7 0-15,3-6-221 0,-5-7-2676 16,0-7-1025-16</inkml:trace>
  <inkml:trace contextRef="#ctx0" brushRef="#br0" timeOffset="4433.31">5829 3621 6506 0,'0'0'417'0,"0"0"19"15,-18 41 284-15,14-13-607 0,4 7-113 16,2 2 0-16,6 4 0 16,-2 3 0-16,9 5 0 0,-3 4 0 15,2 1 0-15,-1 2 0 0,-3 1 0 16,-2-1 0-16,-6-4 0 0,3-6 0 15,-5-7 0-15,-7-9-509 16,3-10-728-16,-2-7-287 0</inkml:trace>
  <inkml:trace contextRef="#ctx0" brushRef="#br0" timeOffset="4576.1">5755 4239 5134 0,'-4'-35'944'0,"12"4"-291"0,9-4 259 15,3 3-396-15,5 2-483 0,2 2-33 16,-4 5 0-16,1 5 0 0,-3 6 0 15,-4 5 0-15,-5 3 0 16,3 4 0-16,-9 0 0 0,2 4-797 16,-6 0-2180-16</inkml:trace>
  <inkml:trace contextRef="#ctx0" brushRef="#br0" timeOffset="5056.78">5997 4326 5370 0,'0'0'984'15,"0"0"-495"-15,0 0 367 16,0 0-508-16,0 0-203 0,0 0-145 16,0 0 0-16,0 0 0 0,4-51 0 15,2 20 0-15,4 4 0 0,1 1 0 16,-1 4 0-16,0 3 0 0,-5 7 0 16,1 3 0-16,-2 4 0 0,2 2 0 15,-2-4 0-15,9 2 0 0,7-1 0 16,-3 0-153-16,3 4-415 0,-3 0-629 15,-3 2-119-15,-7 0 7 16,-1 0-352-16,-2 2 1321 0,-4-2 340 16,4 0 204-16,-4 0 253 0,0 0 247 15,0-2 36-15,-4-3-236 0,2-1-111 16,0 0 387-16,0 0-72 0,-2 0-99 16,2 3 531-16,-3 1-835 15,-1 2-305-15,-2 5 0 0,-2 7 0 16,-3 7 0-16,-1 4 0 0,3 5 0 15,5-1 0-15,6-2 0 16,0 1 0-16,4-2 0 0,7-4 0 16,1-4 0-16,3-4 0 0,1-3 0 15,1-6 0-15,-1-3 0 0,-1-2 0 16,1-5 0-16,-5-3 0 0,-5-4 0 16,-2-4 0-16,0 0 0 0,-4-4 0 15,-8-3 0-15,0 0 0 0,-3-1 0 16,1 0 0-16,-1 7 0 0,5 5 0 15,2 8 0-15,-4 5 0 0,2 1-345 16,-1 0-2796-16</inkml:trace>
  <inkml:trace contextRef="#ctx0" brushRef="#br0" timeOffset="5445.67">6373 3735 5402 0,'0'0'536'0,"0"0"-188"0,-15 42 153 0,9-7 71 0,2 6-124 16,4 4-63-16,0 6-385 15,0 4 0-15,4 1 0 0,-4 0 0 16,6-2 0-16,-6-7 0 0,0-3 0 15,5-7 0-15,-5-8 0 16,2-10 0-16,2-8-413 0,2-11-1560 16,-2-1-184-16,6-17-1456 0</inkml:trace>
  <inkml:trace contextRef="#ctx0" brushRef="#br0" timeOffset="5616.73">6536 3765 4494 0,'0'0'2189'0,"0"0"-821"16,0 0-1227-16,0 0-141 0,-10 69 0 15,6-21 0-15,4 5 0 0,-4 0 0 16,2-3 0-16,2-1 0 16,0-1 0-16,0-3 0 0,6-2 0 15,-2-9 0-15,2-2 0 0,0-3 0 16,3-13-1233-16,-7-5-1148 16,2-9-1557-16</inkml:trace>
  <inkml:trace contextRef="#ctx0" brushRef="#br0" timeOffset="6050.06">6627 4217 5290 0,'0'0'824'0,"0"0"285"16,42-35-321-16,-22 12-607 0,1-2-181 15,-5 0 0-15,-1 3 0 0,-9 1 0 16,-4 3 0-16,-2 1 0 0,-2 3 0 16,-8 2 0-16,-7 4 0 0,-3 6 0 15,-1 5 0-15,0 9 0 0,1 9 0 16,3 6 0-16,-4 6 0 0,5 3 0 15,1 1 0-15,9-2 0 16,6-2 0-16,13-4 0 0,11-7 0 16,3-6 0-16,15-8 0 0,-5-6 0 15,8-5-189-15,-1-6-247 0,-1-6-76 16,-6-1-689-16,-2-4 457 0,-14-2 28 16,-4-2-601-16,-7-1 965 15,-6 0 352-15,-4 0 388 0,-4 3 348 16,-2 3 49-16,-9 3 659 0,3 3-671 15,-3 2-85-15,-1 7-35 16,6 4-653-16,-5 4 0 0,3 11 0 16,-7 9 0-16,2 7 0 0,1 5 0 15,6 1 0-15,-1-1 0 0,7-3 0 16,4-3 0-16,10-6 0 0,5-9 0 16,8-8 0-16,6-7 0 0,0-5 0 15,2-10 0-15,-5-8 0 0,-1-5 0 16,-8-3-25-16,-3-7-807 0,-10 10-1337 15,-4-2-368-15</inkml:trace>
  <inkml:trace contextRef="#ctx0" brushRef="#br0" timeOffset="6191.21">6948 3738 5562 0,'0'0'1177'0,"0"0"155"0,0 0-1211 0,0 0-121 16,6 55 0-16,-2-9 0 15,0 11 0-15,2 8 0 0,-2 0 0 16,3 5 0-16,7 5 0 0,-2-3 0 15,3-1 0-15,1-3 0 16,1-3 0-16,-3-4 0 0,-3-16-1826 16,-7-5-2548-16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26T18:34:42.96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10352 5193 5502 0,'0'0'960'16,"0"0"-403"-16,0 0 427 0,0 0-795 15,0 0-189-15,10-62 0 16,5 21 0-16,8-8 0 0,6-4 0 16,4-7 0-16,4-5 0 0,4-4 0 15,1-2 0-15,-1-1 0 0,-2 2 0 16,-4 7 0-16,-2 11 0 0,-8 18 0 16,-12 14 0-16,-5 11 0 0,-6 9 0 15,-2 6 0-15,0 10 0 0,-2 18 0 16,-2 10 0-16,-2 7 0 0,1 2 0 15,3 0 0-15,-2 0 0 16,4-4 0-16,0-5 0 0,6-8 0 16,1-11 0-16,3-7 0 0,4-10 0 15,3-8 0-15,4-7 0 0,3-11 0 16,7-5 0-16,-8-6 0 16,4-5 0-16,-6 1 0 0,4 0 0 15,-9 6 0-15,-6 9 0 0,-3 10 0 16,-3 5 0-16,-4 6 0 0,0 11 0 15,0 15 0-15,-4 11 0 16,4 12 0-16,-7 3 0 0,1 1 0 16,-4 3 0-16,0 2 0 0,-5-4 0 15,1 0 0-15,5-5 0 0,-1-6 0 16,2-7-685-16,6-14-536 0,2-7-2312 0</inkml:trace>
  <inkml:trace contextRef="#ctx0" brushRef="#br0" timeOffset="342.4">11140 5048 6118 0,'0'0'745'0,"0"0"355"0,-37-34-871 15,26 30-229-15,-5 4 0 0,1 8 0 16,-6 10 0-16,1 7 0 0,1 9 0 15,-1 4 0-15,1 4 0 16,7-3 0-16,1-1 0 0,11-6 0 16,0-7 0-16,6-9 0 0,5-6 0 15,9-9 0-15,1-3 0 0,0-10 0 16,1-6 0-16,3-2 0 0,-4-1 0 16,-4 2 0-16,-7 3 0 0,-4 8 0 15,-2 2 0-15,-4 4 0 0,0 1 0 16,0 2 0-16,0 8 0 0,-4 12 0 15,-2 7 0-15,0 1 0 16,2 1 0-16,4-6 0 0,0-2 0 16,4-4-189-16,2-6-959 0,0-2-417 0</inkml:trace>
  <inkml:trace contextRef="#ctx0" brushRef="#br0" timeOffset="728.23">11375 5171 6270 0,'0'0'1453'16,"0"0"-1013"-16,-41-42-411 0,31 35-29 15,-7 2 0-15,3 4 0 0,-3 1 0 16,5 6 0-16,-7 4 0 0,3 6 0 16,1 0 0-16,5 4 0 0,4 2 0 15,-1-2 0-15,3-1 0 0,4-1 0 16,11-3 0-16,-1-2 0 0,6-3 0 15,5-2 0-15,6-1 0 16,2-5 0-16,-2 1 0 0,0 0 0 16,-7 2 0-16,-3 1 0 0,-7 1 0 15,-6 1 0-15,-4 4 0 16,0 3 0-16,-8 1 0 0,-4 2 0 16,-5-2 0-16,-8 2 0 0,3-2 0 15,-9 0 0-15,0-2 0 0,0-3 0 16,4-1 0-16,2-5 0 0,8-2 0 15,7-2 0-15,4-1-909 16,6-3 124-16,16-9-23 0,9-6-1025 16,-2 1 473-16,4-4-549 0</inkml:trace>
  <inkml:trace contextRef="#ctx0" brushRef="#br0" timeOffset="1027.93">11566 5218 6098 0,'0'0'965'0,"0"0"164"15,0 0-1129-15,0 0 0 16,-38-6 0-16,32 3 0 0,0 1 0 16,-2 1 0-16,-3-2 0 0,5 3 0 15,-4 6 0-15,-5 7 0 16,3 5 0-16,6 2 0 0,-3 2 0 16,9-5 0-16,0 1 0 0,5-2 0 15,5-2 0-15,2-2 0 0,7-3 0 16,4 2 0-16,-3-3 0 15,1 2 0-15,0 0 0 0,-7 1 0 16,-6 1 0-16,1 0 0 0,-7 2 0 16,-2-1 0-16,-2 1 0 0,-9 1 0 15,-3 2 0-15,-7 2 0 0,-6 0 0 16,-4-1 0-16,-12 0 0 0,-3-2 0 16,3-1 0-16,2-7 0 0,8-7 0 15,8-1-757-15,4-7-988 0</inkml:trace>
  <inkml:trace contextRef="#ctx0" brushRef="#br0" timeOffset="1424.01">11770 5480 7231 0,'0'0'692'0,"37"-10"-423"0,-6 4-269 16,0 4 0-16,5 2 0 0,-3 2 0 16,0 2 0-16,2-1-69 0,-10 0-1095 15,-3-3-757-15</inkml:trace>
  <inkml:trace contextRef="#ctx0" brushRef="#br0" timeOffset="1858.2">12320 5423 5562 0,'0'0'816'0,"0"0"21"0,-45-32 140 16,28 28-977-16,-4 6 0 0,1 12 0 16,-1 8 0-16,0 10 0 0,5 7 0 15,5 4 0-15,1 2 0 0,10 3 0 16,0 0 0-16,4-1 0 15,7-3 0-15,1-4 0 0,7-6 0 16,3-9 0-16,3-9 0 0,6-9 0 16,2-8-985-16,-6-4-104 0,-2-5-443 15</inkml:trace>
  <inkml:trace contextRef="#ctx0" brushRef="#br0" timeOffset="2171.31">12558 5681 6306 0,'0'0'985'0,"-37"-18"-84"16,20 10-901-16,-2 5 0 0,3 4 0 15,6 6 0-15,-3 7 0 0,-1 8 0 16,3 3 0-16,5 5 0 0,2 0 0 16,4 0 0-16,0 0 0 0,10-5 0 15,1-6 0-15,5-4 0 0,5-10 0 16,4-5 0-16,2-6 0 15,-5-8 0-15,3-5 0 0,-4-2 0 16,-7-3 0-16,-8 1 0 0,1-2 0 16,-7 1 0-16,-4-3 0 15,-3-2 0-15,1 3 0 0,-4 0 0 16,4 2 0-16,-3 9-605 0,7 4-3 16,-2 5 71-16,4 6-691 0,4 0-157 15,2 6-11-15</inkml:trace>
  <inkml:trace contextRef="#ctx0" brushRef="#br0" timeOffset="2405.03">12674 5885 5626 0,'0'0'776'0,"-5"50"-283"0,3-31 351 15,-2-10-436-15,4-5-363 0,0-4-45 16,0-1 0-16,-2-12 0 0,2-15 0 16,2-7 0-16,2-10 0 0,9-4 0 15,1 4 0-15,3 5 0 0,-3 10 0 16,-3 11 0-16,-1 10 0 15,-4 7 0-15,-2 4 0 0,-2 9 0 16,2 13 0-16,3 7 0 0,-3 6 0 16,2 2 0-16,-2-6 0 0,-4 2 0 15,6-2 0-15,-6-2 0 16,4-4 0-16,-4-6 0 0,2-5 0 16,3-8-713-16,-1-7-2312 0</inkml:trace>
  <inkml:trace contextRef="#ctx0" brushRef="#br0" timeOffset="2619.06">12961 5061 8015 0,'0'0'48'0,"0"0"81"16,0 0-129-16,0 0 0 0,2 36 0 16,-8 5 0-16,0 10 0 0,-3 10 0 15,3 5 0-15,2 7 0 0,2 9 0 16,-2 6 0-16,-2 4 0 15,1 1 0-15,-1-2 0 0,2-5 0 16,-2-11 0-16,2-11 0 0,2-13 0 16,-3-16-465-16,5-15-619 0,-4-11-37 15,2-9-1800-15</inkml:trace>
  <inkml:trace contextRef="#ctx0" brushRef="#br0" timeOffset="2736.21">12837 5811 6795 0,'0'0'1000'0,"31"-43"-603"0,-4 19-397 15,-9 5 0-15,5 3 0 16,-2 2 0-16,-1 3 0 0,1 1 0 16,0 4 0-16,-1 1 0 0,-3 3 0 15,6 2 0-15,-9 0-581 0,3 3-2392 0</inkml:trace>
  <inkml:trace contextRef="#ctx0" brushRef="#br0" timeOffset="2972.26">13041 6100 4197 0,'0'0'981'16,"-6"-42"-177"-16,12 18 365 0,9-1-493 15,1-1-311-15,5-4-365 0,0-1 0 16,2 1 0-16,1 3 0 15,3 5 0-15,-6 6 0 0,-5 5 0 16,-5 4 0-16,-1 5 0 0,-6 2-305 16,-2 0-1296-16,2 6-516 0</inkml:trace>
  <inkml:trace contextRef="#ctx0" brushRef="#br0" timeOffset="3265.84">13321 5960 5810 0,'0'0'1417'0,"0"0"-773"0,-48-2-323 16,31 2-321-16,3 6 0 0,-3 6 0 15,5 8 0-15,-2 5 0 16,3 3 0-16,5 0 0 0,6-1 0 16,2 0 0-16,13-3 0 0,-1-2 0 15,3-6 0-15,3-6 0 0,1-6 0 16,-5-4 0-16,1-4 0 15,0-6 0-15,-3-6 0 0,-4-6 0 16,1-2 0-16,-7-4 0 0,-2 1 0 16,-2-4 0-16,-6 3 0 0,-1 0 0 15,-3 2 0-15,-8 5 0 0,5 0-877 16,-1 6-1380-16,3 1-2253 0</inkml:trace>
  <inkml:trace contextRef="#ctx0" brushRef="#br0" timeOffset="3651.06">13622 5409 3601 0,'0'0'1825'16,"0"0"-1229"-16,-35 28 361 0,21-1-297 0,1 10-107 0,3 9-553 15,0 10 0-15,-1 7 0 16,1 6 0-16,0 6 0 0,-1 4 0 16,1-2 0-16,-2-5 0 0,1-7 0 15,1-9 0-15,2-8 0 16,6-10 0-16,-3-15-1197 0,5-9-192 16,7-12-632-16</inkml:trace>
  <inkml:trace contextRef="#ctx0" brushRef="#br0" timeOffset="3837.16">13755 5566 6647 0,'0'0'484'0,"-31"50"200"0,10-10-307 16,4 8-377-16,1 5 0 0,1 5 0 16,5 3 0-16,0 2 0 0,-1-2 0 15,5-1 0-15,-4-3 0 0,4-7 0 16,2-4 0-16,-1-8 0 15,5-8 0-15,5-9 0 0,-1-10-937 16,2-8-1824-16</inkml:trace>
  <inkml:trace contextRef="#ctx0" brushRef="#br0" timeOffset="4137.09">13808 6115 6883 0,'0'0'1172'15,"0"0"-1035"-15,0 0-137 16,0 0 0-16,0 0 0 0,0 0 0 16,0 0 0-16,25-39 0 0,-19 23 0 15,1-1 0-15,-3 1 0 0,0-1 0 16,-4 1 0-16,-4 2 0 0,-2 2 0 16,-5 6 0-16,-3 6 0 0,-3 10 0 15,1 12 0-15,-5 9 0 0,0 7 0 16,1 2 0-16,5 2 0 15,9-1 0-15,6-2 0 0,6-3 0 16,13-8 0-16,3-8 0 0,14-5 0 16,-3-11 0-16,8-4 0 0,0-4-77 15,-1-8-603-15,1-4-52 16,-14 4-257-16,2-2-1940 0</inkml:trace>
  <inkml:trace contextRef="#ctx0" brushRef="#br0" timeOffset="4325.85">14102 6131 2969 0,'0'0'2281'15,"0"0"-1161"-15,-31-39 213 16,18 30-844-16,-1 2-489 0,0 3 0 16,-7 6 0-16,4 8 0 0,-3 9 0 15,-1 8 0-15,4 7 0 0,1 4 0 16,1 1 0-16,9-3 0 0,2-4 0 16,8-3 0-16,13-8 0 0,3-8 0 15,11-8 0-15,7-7 0 16,3-13 0-16,-4-6 0 0,-6-6 0 15,-8 4-1321-15,-2-2-1180 0</inkml:trace>
  <inkml:trace contextRef="#ctx0" brushRef="#br0" timeOffset="4496.64">14166 5629 7099 0,'0'0'1093'15,"0"0"-1093"-15,0 0 0 0,-10 50 0 16,3-4 0-16,-3 15 0 0,4 7 0 15,2 0 0-15,2 2 0 16,2-3 0-16,0-1 0 0,2-3 0 16,2-1 0-16,2-2 0 0,4-4 0 15,1-18-845-15,-5-6-2353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26T18:35:00.355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11371 3874 6963 0,'0'0'1229'15,"0"0"-1229"-15,0 0 0 0,0 0 0 16,0 0 0-16,-6 50 0 0,6-4 0 15,0 9 0-15,0 1 0 0,6-3 0 16,-2-1 0-16,3-1 0 16,1-3 0-16,-2-4 0 0,0-7 0 15,0-8-593-15,-1-9-1560 0,-1-12-1469 0</inkml:trace>
  <inkml:trace contextRef="#ctx0" brushRef="#br0" timeOffset="278.35">11355 3821 6410 0,'0'0'965'0,"0"0"-457"0,0 0-199 16,0 0-309-16,31-34 0 0,-9 23 0 16,9 3 0-16,-4 6 0 0,4 6 0 15,0 8 0-15,4 12 0 0,-8 11 0 16,0 9 0-16,-10 7 0 0,-3 6 0 15,-12 3 0-15,-2 1 0 0,-2-2 0 16,-8-2 0-16,-5-7 0 16,-1-5 0-16,-5-3 0 0,1-5 0 15,-3-4 0-15,-4-6 0 0,-4-7 0 16,0-9 0-16,0-8 0 16,6-8 0-16,6-9-629 0,5 1-532 15,4-6-463-15</inkml:trace>
  <inkml:trace contextRef="#ctx0" brushRef="#br0" timeOffset="816.24">11822 4153 3621 0,'0'0'2221'0,"-41"-19"-1236"15,14 13-457-15,10 6-72 0,-1 6-75 16,5 5-381-16,-1 6 0 0,3 8 0 16,1 5 0-16,4 3 0 0,0 4 0 15,1-1 0-15,5-4 0 0,5-3 0 16,5-3 0-16,0-8 0 0,7-7 0 15,6-8 0-15,1-4 0 16,3-10 0-16,-2-5 0 0,2-6 0 16,-6 0 0-16,-5-2 0 0,1 3 0 15,-9 2 0-15,-2 5 0 0,-2 5 0 16,-4 7 0-16,0 1 0 0,0 1 0 16,0 0 0-16,0 5 0 15,-4 5 0-15,4 7 0 0,0 1 0 16,0-2 0-16,0-1-21 0,0-5-467 15,0-4-232-15,0-4-1485 16,6-2-473-16</inkml:trace>
  <inkml:trace contextRef="#ctx0" brushRef="#br0" timeOffset="1252.16">12010 4264 6615 0,'0'0'816'0,"-8"36"-288"0,2-16-295 16,6-4-233-16,-7-2 0 0,7 0 0 15,0-4 0-15,0-2 0 16,0-1 0-16,2-5 0 0,3 0 0 16,-5 0 0-16,6-2 0 0,-6-2 0 15,8-9 0-15,-2-11 0 0,5-6 0 16,-1-6 0-16,0-1 0 0,1 7 0 16,-1 3 0-16,-4 8 0 15,0 9 0-15,-6 3 0 0,0 5 0 16,0 8 0-16,0 9 0 0,0 5 0 15,0 1 0-15,0 2 0 16,0-5 0-16,0-1 0 0,4-2 0 16,3-4 0-16,-1-4 0 0,4-3 0 15,-2-2 0-15,-1-4 0 0,-1-4 0 16,4-9 0-16,5-4 0 0,-5-6 0 16,0-1 0-16,-4 3 0 0,1 1 0 15,-7 4 0-15,4 5 0 0,-4 6 0 16,0 3 0-16,0 2 0 0,4 6 0 15,-2 8 0-15,-2 8 0 0,4 3 0 16,2 1 0-16,-2 1 0 16,3-3 0-16,-1-1 0 0,8-1 0 15,-3 1 0-15,-1 2-125 0,-4-6-1095 16,-2 2-2814-16</inkml:trace>
  <inkml:trace contextRef="#ctx0" brushRef="#br0" timeOffset="1578.08">12275 4913 1320 0,'0'0'3818'0,"0"0"-3438"0,0 0-124 0,0-60 296 16,0 18-235-16,-7-9 51 0,3-6 236 16,-2-3-296-16,2-7-39 0,4-3-269 15,4-1 0-15,13 4 0 0,3 3 0 16,11 8 0-16,2 7 0 0,-2 13 0 15,-6 7 0-15,-2 9 0 0,-13 8 0 16,1 3 0-16,-3 5 0 16,-6 4 0-16,2 0 0 0,-4 1 0 15,4 10 0-15,-4 9 0 0,0 7 0 16,-8 5 0-16,-2 5 0 0,-7-5 0 16,0 1 0-16,-3 1 0 15,3-5 0-15,-3-3 0 0,5-2 0 16,5-8 0-16,-1-6 0 0,9-3 0 15,-2-5 0-15,4-3-1561 16,0-3-88-16,6-10-792 0</inkml:trace>
  <inkml:trace contextRef="#ctx0" brushRef="#br0" timeOffset="1732.82">12558 4134 7455 0,'0'0'737'0,"0"0"-737"0,-15 36 0 16,9-10 0-16,0 5 0 0,2-3 0 15,-2 1 0-15,6-2 0 0,0-4 0 16,0-2 0-16,6-5 0 16,-2-3 0-16,2-5-65 0,-2-4-1363 15,-2-8-3575-15</inkml:trace>
  <inkml:trace contextRef="#ctx0" brushRef="#br0" timeOffset="1858.67">12578 3756 4225 0,'0'0'1709'0,"0"0"-1201"0,0 0-408 16,0 0 49-16,0 0-149 16,0 0-12-16,27 62-321 0,-16-34-1079 15,-1 2-405-15</inkml:trace>
  <inkml:trace contextRef="#ctx0" brushRef="#br0" timeOffset="2048.38">12690 4308 2245 0,'-6'35'3097'0,"0"-8"-2153"0,2-6-103 16,-1-10-293-16,5-8-80 0,0-4-419 15,0-10-49-15,9-13 0 16,-3-11 0-16,4-5 0 0,5 0 0 16,-5 6 0-16,-4 6 0 0,0 8 0 15,-1 7 0-15,-3 5 0 0,-2 5 0 16,0 3 0-16,0 3 0 0,0 12 0 16,-2 6 0-16,2 6 0 15,0 2 0-15,0-2 0 0,10-4 0 16,0-2-377-16,7-4-992 0,-7-6 105 15,7-3-229-15</inkml:trace>
  <inkml:trace contextRef="#ctx0" brushRef="#br0" timeOffset="2446.51">12953 4292 2016 0,'0'0'1869'0,"14"-43"-836"0,-14 19 107 16,-4 5-563-16,-6 5-169 0,-1 6 212 16,-1 7-420-16,-3 3-20 0,-1 8-31 15,5 3-149-15,1 3 0 0,4 2 0 16,-2-1 0-16,8-1 0 0,4-2-17 15,0-3-167-15,2-3-8 0,4-2-128 16,1-3 180-16,3-2 132 16,-7-1-8-16,-1-3 32 0,-2 0-12 15,2-3 168-15,0 2-60 0,-2-1-8 16,3 1-32-16,1 4-64 0,2 6-8 16,1 14 40-16,-3 9-40 15,6 9 48-15,-8 7 84 0,-1 0-128 16,1 3 64-16,-6 0 8 0,0 1-76 15,-6 2 21-15,-9 0-21 16,-1 0 0-16,-7-1 0 0,-8-4 0 0,-4-5 0 16,-3-6 0-16,-3-11 0 15,-2-6 0-15,1-10 0 0,5-9 0 16,6-12 0-16,0-10 0 0,8-5 0 16,13-7 0-16,6-4 0 0,18-5 0 15,13-3 0-15,15-3 0 0,9 0 0 16,3 1 0-16,10 0 0 0,-2-1 0 15,2-2 0-15,-16 14-221 16,-11-1-5053-16</inkml:trace>
  <inkml:trace contextRef="#ctx0" brushRef="#br0" timeOffset="2974.91">11375 4950 6771 0,'0'0'828'0,"-37"-19"-235"0,16 16-593 16,1 9 0-16,-1 9 0 0,0 5 0 16,1 6 0-16,7 3 0 0,-1 5 0 15,8 0 0-15,2 2 0 0,4-1 0 16,4-2 0-16,6-1 0 0,2-6 0 15,13-3 0-15,2-10 0 16,10-11 0-16,9-2 0 0,1-13-341 16,-14 1-1376-16,3-3-460 0</inkml:trace>
  <inkml:trace contextRef="#ctx0" brushRef="#br0" timeOffset="3207.16">11597 5061 7151 0,'0'0'712'15,"-42"-18"-383"-15,22 16-329 16,7 3 0-16,-3 10 0 0,-3 4 0 16,7 9 0-16,-3 2 0 0,9 2 0 15,6 1 0-15,4-2 0 0,4-2 0 16,7-2 0-16,1-6 0 0,9-6 0 16,-4-5 0-16,6-6 0 0,-7-5 0 15,3-4 0-15,-2-7 0 0,-7 0 0 16,-3-4 0-16,-1-4 0 0,-8-1-537 15,2-2-103-15,-4 1-285 16,0 4-1388-16,0 3-660 0</inkml:trace>
  <inkml:trace contextRef="#ctx0" brushRef="#br0" timeOffset="3456.83">11702 5202 5206 0,'0'0'1040'16,"-10"39"-347"-16,3-22 247 15,3-8-627-15,2-3-313 0,2-4 0 16,0 0 0-16,0-2 0 0,0-12 0 0,13-13 0 16,5-7 0-16,1-6 0 15,2 3 0-15,-3 7 0 0,-5 11 0 16,-7 6 0-16,2 6 0 0,-6 5 0 16,2 4 0-16,7 8 0 0,-5 10 0 15,4 8 0-15,-2 3 0 0,-1 1 0 16,-1-3 0-16,-2-4 0 0,2-2 0 15,0-1 0-15,-2-10 0 16,3-3-2286-16,-7-6-2144 0</inkml:trace>
  <inkml:trace contextRef="#ctx0" brushRef="#br0" timeOffset="3843.43">11785 4696 4109 0,'0'0'1905'15,"0"0"-452"-15,0 0-901 0,0 0-379 16,0 0-173-16,0 0 0 16,0 0 0-16,6 65 0 0,8-21 0 15,-1 1 0-15,7 1 0 0,1 4 0 16,4 3 0-16,-9 6 0 15,-3 1 0-15,-3 3 0 0,-6-5 0 0,2-6 0 16,-6-8 0-16,0-11-209 16,0-14-1244-16,-6-8-579 0</inkml:trace>
  <inkml:trace contextRef="#ctx0" brushRef="#br0" timeOffset="3989.24">11801 5190 7051 0,'0'0'352'0,"-10"-33"437"15,16 15-789-15,2 3 0 16,5 1 0-16,-3 0 0 0,5 3 0 16,-3 4 0-16,2 0 0 0,7 3 0 15,0 4 0-15,1 0 0 16,-3 7-485-16,-7-1-1432 0,-1 4-640 0</inkml:trace>
  <inkml:trace contextRef="#ctx0" brushRef="#br0" timeOffset="4166.18">12022 5327 2413 0,'0'0'2785'0,"0"0"-1657"0,0 0 25 16,0 0-497-16,0 0-599 0,0 0-57 15,-10-44 0-15,10 14 0 0,10-1 0 16,1 4 0-16,3 5 0 0,-1 3 0 16,1 6 0-16,-4 4 0 0,1 3-149 15,-1 4-1047-15,-4 1-345 0</inkml:trace>
  <inkml:trace contextRef="#ctx0" brushRef="#br0" timeOffset="4414.79">12322 5161 5218 0,'0'0'1633'16,"0"0"-649"-16,0 0-627 0,-47 0-357 16,26 2 0-16,-2 5 0 0,2 7 0 15,7 4 0-15,2 6 0 0,1 0 0 16,3 2 0-16,6-2 0 0,2-1 0 15,6-4 0-15,0-5 0 16,9-3 0-16,1-6 0 0,1-5 0 16,1-5 0-16,3-7 0 0,-4-3 0 15,-5-4 0-15,3-3 0 0,-9 1 0 16,-2-3 0-16,-4 2 0 0,-4-1 0 16,2 1 0-16,-7-2 0 0,3 0 0 15,-4-2-1125-15,8 6-284 0,-6 0-3165 0</inkml:trace>
  <inkml:trace contextRef="#ctx0" brushRef="#br0" timeOffset="4601.35">12390 4857 6390 0,'0'0'1037'16,"-6"49"-593"-16,2-16-123 0,-2 3-321 15,2 5 0-15,2 3 0 0,2 0 0 16,0-2 0-16,6-2 0 0,0-3 0 15,2-7 0-15,3-4 0 16,1-6 0-16,-2-6 0 0,7-11 0 0,4-8-1025 16,-11-4-540-16,0-9-3065 0</inkml:trace>
  <inkml:trace contextRef="#ctx0" brushRef="#br0" timeOffset="4754.83">12527 4843 5770 0,'0'0'1857'16,"0"0"-1292"-16,0 0-565 0,-11 49 0 15,5-10 0-15,2 7 0 16,4 1 0-16,0-2 0 0,0 2 0 16,4-2 0-16,2 0 0 0,3-4 0 15,1-3 0-15,-2 0 0 16,7-7 0-16,-9-8-1441 0,4-9-736 16,-6-8-1557-16</inkml:trace>
  <inkml:trace contextRef="#ctx0" brushRef="#br0" timeOffset="5188.21">12657 5289 3377 0,'0'0'4110'0,"0"0"-3405"0,0 0-705 16,0 0 0-16,33-48 0 0,-18 28 0 15,-5-2 0-15,0 1 0 0,-4 0 0 16,-1 1 0-16,-5 0 0 0,-5 2 0 16,-1 5 0-16,-4 6 0 0,-5 7 0 15,3 7 0-15,-7 10 0 0,3 8 0 16,-5 4 0-16,9 8 0 0,1 1 0 15,5 1 0-15,6-4 0 16,6-5 0-16,15-3 0 0,2-9 0 16,14-6 0-16,-2-5 0 0,13-7-157 15,-5-2 149-15,5-10-160 16,-3-4-124-16,-8-4-64 0,-6-1 100 16,-8-1-112-16,-8-1-589 0,-5-1 437 15,-10 1 520-15,0-1 128 0,-4 0 328 16,-7 0 104-16,-5 5 297 0,6 6-317 15,-7 6-64-15,3 7-411 16,-3 7-65-16,1 8 0 0,-5 7 0 16,4 7 0-16,-1 4 0 0,5 4 0 15,3-2 0-15,6-3 0 0,8-1 0 16,6-7 0-16,3-5 0 0,7-9 0 16,5-5 0-16,2-6 0 0,0-10 0 15,0-9 0-15,2-3 0 0,-9-6 0 16,-3-3 0-16,-5-4-653 0,-3 8-1792 15,-3-3-2221-15</inkml:trace>
  <inkml:trace contextRef="#ctx0" brushRef="#br0" timeOffset="5349.76">13068 4696 4762 0,'0'0'3430'0,"0"0"-3430"15,0 0 0-15,-10 65 0 0,8-14 0 16,-2 11 0-16,4 5 0 0,4 0 0 15,2 3 0-15,4 1 0 16,1-2 0-16,3-2 0 0,-3-5 0 0,-5-5 0 16,4-8 0-16,-4-7 0 15,1-10 0-15,-3-12 0 0,-4-8-4479 0</inkml:trace>
  <inkml:trace contextRef="#ctx0" brushRef="#br0" timeOffset="24447.03">8370 5337 1636 0,'0'0'1629'16,"0"0"-1041"-16,0 0-260 0,0 0 21 16,0 0-145-16,0 0-76 0,0 0 8 15,0 0-120-15,47-7 0 0,-20 7-12 16,-4 4-4-16,2-3-32 15,-9 0-1025-15,3-1-551 0</inkml:trace>
  <inkml:trace contextRef="#ctx0" brushRef="#br0" timeOffset="24583.96">8727 5336 3713 0,'0'0'28'16,"0"0"-28"-16,0 0-132 0,0 0 72 15,0 0-64-15,42 6 28 16,-24-5-52-16,7-1-228 0,0 0-857 0,-2 0 505 16,-9 0 476-16,-1 0-220 0</inkml:trace>
  <inkml:trace contextRef="#ctx0" brushRef="#br0" timeOffset="24788.53">9147 5342 2789 0,'0'0'620'0,"37"-8"32"16,-20 3 273-16,-7 3-589 0,0 0-80 15,-3 1 40-15,3 0-236 16,0 1-44-16,5 0-16 0,1 0-52 16,7 1-156-16,2 2-460 0,2-3-33 15,-2 0-307-15,-5-3-1897 0</inkml:trace>
  <inkml:trace contextRef="#ctx0" brushRef="#br0" timeOffset="24849.45">9579 5314 3929 0,'0'0'320'0,"0"0"-320"0,0 0-472 15,0 0-1177-15</inkml:trace>
  <inkml:trace contextRef="#ctx0" brushRef="#br0" timeOffset="25646.84">8550 5116 2725 0,'0'0'620'16,"0"0"-172"-16,0 0-68 0,0 0-119 15,0 0 43-15,0 0 272 16,0 0-268-16,43 33-88 0,-24-22-44 16,-3 2-164-16,-1-2 4 0,-3 2-8 15,3 2-8-15,1-1-4 0,-1 0-336 16,-5-1-224-16,2 1-88 0,-1-4-1065 16,-1-3-944-16</inkml:trace>
  <inkml:trace contextRef="#ctx0" brushRef="#br0" timeOffset="25787.56">8866 5348 3277 0,'0'0'180'0,"0"0"-164"16,0 0 316-16,35 11-216 0,-31-6 4 15,2 3 76-15,5 1-176 16,-5 3-20-16,4 1 4 0,-4-2-4 16,5-3-100-16,-3 1-444 0,2-1 96 15,-3-2 36-15,3-3-553 0,0-1-359 16</inkml:trace>
  <inkml:trace contextRef="#ctx0" brushRef="#br0" timeOffset="25941.57">9095 5504 1960 0,'0'0'36'0,"0"0"-4"16,44 10-4-16,-30-7-16 0,3 1 0 16,-3 1 117-16,3 1 167 0,-7 3 120 15,0-1-204-15,1 2 48 0,-1 2 384 16,-4 0-324-16,9 1-135 15,-5-1 31-15,7-1-148 0,-1-1-28 16,1 0-40-16,-7-3-220 0,0-3-849 0</inkml:trace>
  <inkml:trace contextRef="#ctx0" brushRef="#br0" timeOffset="26520.43">8942 5348 2873 0,'0'0'916'0,"0"0"-664"0,0 0-20 0,0 0 113 16,0 0-129-16,0 0 96 15,0 0-160-15,-35-2-60 0,25 4 24 16,4-1-8-16,-1 1 52 0,3-1 68 16,-2 0-168-16,2-1 12 0,-2 0 64 15,6 0-72-15,0-4-12 0,0 1 8 16,6-2-60-16,-2-1 8 15,2 0-4-15,5 1-4 0,3 2 0 16,3 1 0-16,3 2 8 0,-3 2-8 16,-1 4 0-16,-5 1-4 0,-1 1 4 15,0 3 0-15,-5-3-4 16,-5-1 4-16,-5 0 0 0,-11 5-12 16,-1 0 8-16,-12 2-456 0,13-3-356 15,-5-4-401-15</inkml:trace>
  <inkml:trace contextRef="#ctx0" brushRef="#br0" timeOffset="27177.11">8953 5328 4209 0,'0'0'593'0,"0"0"-181"0,0 0-272 15,0 0-8-15,0 0 196 16,0 0-96-16,-40 41-124 0,24-31-72 16,-1-2-24-16,1-3-12 0,5-4 20 15,1-1-12-15,4 0 0 0,2 0 28 16,4-5-20-16,-4 0 20 0,4-1-36 16,4-3-8-16,6 2-28 0,3 0-68 15,5 2-144-15,3 4-100 0,-5 0-864 16,1 1-409-16</inkml:trace>
  <inkml:trace contextRef="#ctx0" brushRef="#br0" timeOffset="56584.21">20008 1723 3753 0,'0'0'2621'0,"-15"51"-2525"0,15-17 57 16,0 3 607-16,8 6-520 0,5 4-100 15,1 5-48-15,7 4-88 16,-9 3 12-16,1 2-16 0,-11-1-32 15,2-2-88-15,-8-3-700 0,2-17-193 16,-6-5-463-16</inkml:trace>
  <inkml:trace contextRef="#ctx0" brushRef="#br0" timeOffset="56799.93">19644 2603 4117 0,'0'0'2542'0,"0"0"-1878"0,0 0 205 16,0 0-869-16,0 0 0 15,49 3 0-15,3-3 0 0,12 0 0 16,4 0 0-16,1 0 0 0,-3 0 0 16,-2 3 0-16,-2 0 0 0,-8-3 0 15,-15-1 0-15,-12-4-881 16,-11-2-2729-16</inkml:trace>
  <inkml:trace contextRef="#ctx0" brushRef="#br0" timeOffset="57451.2">19551 3116 3733 0,'0'0'2938'0,"8"57"-2522"0,-8-17 96 0,-2 6 81 16,-6-2-593-16,-1-1 0 0,1-4 0 15,0-3 0-15,2-5 0 0,2-3 0 16,-1-8 0-16,5-7 0 0,0-6 0 15,0-6 0-15,5-5 0 0,5-13 0 16,9-15 0-16,-1-11 0 0,7-9 0 16,-2 0 0-16,-3 6 0 15,-3 7 0-15,-3 12 0 0,-5 12 0 16,-7 13 0-16,2 8 0 0,-2 9 0 16,4 8 0-16,-4 2 0 15,0-1 0-15,4-3 0 0,3 0 0 16,-3-7 0-16,4-3 0 0,1-4 0 15,5-7 0-15,-1-2 0 0,-1-10 0 16,3-5 0-16,-5-4 0 0,2-3 0 16,-1 2 0-16,-3 3 0 15,-6 6 0-15,3 5 0 0,-5 6 0 16,0 2 0-16,-2 5 0 0,6 9 0 16,0 17 0-16,-2 6 0 0,-4 6 0 15,4 0 0-15,0-7 0 0,3-2 0 16,3-5 0-16,2-4 0 0,3-7 0 15,1-4-485-15,1-6-984 0,-3-7-3365 0</inkml:trace>
  <inkml:trace contextRef="#ctx0" brushRef="#br0" timeOffset="57841.01">20144 3223 6971 0,'0'0'1221'0,"0"0"-1221"16,0 0 0-16,-37 28 0 0,20-2 0 15,3 5 0-15,4 1 0 0,3-3 0 16,7-1 0-16,0-1 0 0,7-2 0 16,1-3 0-16,4-5 0 0,-1-6 0 15,3-4 0-15,-2-7 0 16,5-4 0-16,-3-8 0 0,1-5 0 16,-5-2 0-16,1-5 0 0,-3 3 0 15,-4-2 0-15,0 5 0 0,-4 5 0 16,0 5 0-16,0 7 0 0,0 2 0 15,-4 11 0-15,2 8 0 0,-2 8 0 16,4 2 0-16,4 0 0 0,4-7 0 16,5-1 0-16,3-4 0 15,5-6 0-15,2-2 0 0,10-7 0 16,-2-3 0-16,0-4 0 0,0-6 0 16,-7-4 0-16,-3-2 0 15,-9-3 0-15,-3-2 0 0,-9-3 0 16,-2-3 0-16,-11-6 0 0,3-5 0 15,-2-5 0-15,1-1 0 0,3-1 0 16,8 2 0-16,10 4-813 0,1 9-680 16,-1 3-336-16</inkml:trace>
  <inkml:trace contextRef="#ctx0" brushRef="#br0" timeOffset="58138.79">20450 2861 7363 0,'0'0'829'0,"0"0"-829"0,0 0 0 0,33-26 0 16,-10 10 0-16,2 0 0 15,2 3 0-15,-5 1 0 0,5 5 0 16,-6 3 0-16,-5 4 0 0,-1 4 0 16,-7 3 0-16,-2 5 0 0,-2 1 0 15,-4 5 0-15,-2 3 0 16,-6 3 0-16,-2 3 0 0,-5 3 0 15,1 2 0-15,-3 0 0 0,3-2 0 16,6-3 0-16,8-6 0 0,6-4 0 16,10-4 0-16,17-7 0 15,7-5 0-15,7-3 0 0,15-7 0 0,8-4 0 16,9-5 0-16,0-2 0 16,-26 1-1934-16,-1-4-2516 0</inkml:trace>
  <inkml:trace contextRef="#ctx0" brushRef="#br0" timeOffset="58535.86">21610 2567 7343 0,'0'0'512'0,"37"4"-175"0,-8-4-337 15,2 0 0-15,4 0 0 16,0 0 0-16,-2 0 0 0,-2 1 0 16,-4 0 0-16,0 2 0 0,-4 0 0 15,-5-2 0-15,-3 1 0 16,-7 0 0-16,-4-1-1621 0,-4 2-881 0</inkml:trace>
  <inkml:trace contextRef="#ctx0" brushRef="#br0" timeOffset="58713.09">21653 2805 5662 0,'0'0'981'0,"0"0"-445"0,0 0 477 15,41 33-1013-15,-10-33 0 0,9-1 0 16,-1-4 0-16,-2 0 0 0,9-1 0 15,-3-1 0-15,11-1 0 0,-2-2 0 16,-13 3 0-16,-6-4-2306 0</inkml:trace>
  <inkml:trace contextRef="#ctx0" brushRef="#br0" timeOffset="59365.35">23623 1723 5738 0,'0'0'268'0,"0"0"-168"0,-16 57 280 16,5-16 529-16,3 8-577 0,2-1-124 15,6 4 4-15,0 1-204 16,6 0-4-16,4-2-4 0,1 3-32 16,-3-1-200-16,-4-3-1265 15,-4-12-479-15,-4-6-1306 0</inkml:trace>
  <inkml:trace contextRef="#ctx0" brushRef="#br0" timeOffset="59582.76">23218 2692 8192 0,'0'0'0'0,"0"0"0"16,0 0 0-16,68-4 0 0,-10 0 0 15,14 0 0-15,7-1 0 16,-5 0 0-16,9 3 0 0,2-2 0 15,-1 2 0-15,-5-1 0 0,-21 2-745 16,-11 0-1276-16</inkml:trace>
  <inkml:trace contextRef="#ctx0" brushRef="#br0" timeOffset="59987.71">23427 2974 4614 0,'0'0'2601'0,"-2"33"-1961"15,0-1-380-15,-5 7-183 0,3 6-77 16,2-2 0-16,2 1 0 0,0 1 0 15,0 2 0-15,0 1 0 0,0 1 0 16,-2 1 0-16,-2-1 0 0,-4-2 0 16,1-4 0-16,1-8 0 15,2-10-2242-15,0-12-691 0</inkml:trace>
  <inkml:trace contextRef="#ctx0" brushRef="#br0" timeOffset="60391.88">23429 3341 4430 0,'0'0'1356'0,"-48"4"-656"0,30-4 457 16,5-4-608-16,5-1-549 0,4 0 0 16,4-2 0-16,10-5 0 15,17-6 0-15,14-2 0 0,7 2 0 16,4 6 0-16,-9 6 0 0,-6 6 0 16,-8 3 0-16,-10 6 0 15,-7 5 0-15,-10 4 0 0,-4 2 0 0,-12 5 0 16,-11 1 0-16,0 4 0 15,-8 0 0-15,-2 2 0 0,2 0 0 16,8 0 0-16,8-3 0 0,11-1 0 16,6-3 0-16,19 1 0 0,4-2 0 15,12-3 0-15,4-3 0 16,11-2 0-16,1-3 0 0,1-2 0 16,-17-2-1489-16,-2-1-3822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26T18:37:04.43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23547 783 2613 0,'0'0'2601'15,"0"0"-1821"-15,0 0-219 0,0 0 515 16,0 0-764-16,0 0-80 0,0 0-215 16,0 0-17-16,-19 61 0 0,21-18 0 15,6 8 0-15,3 4 0 16,-1 3 0-16,-4-4 0 0,-2 0 0 16,-4-2 0-16,0-1 0 0,-2-5 0 15,-2-7 0-15,0-4 0 16,4-7 0-16,-2-9 0 0,2-6 0 0,0-8-181 15,0-5-1328-15,0 0-331 16,2-12-1474-16</inkml:trace>
  <inkml:trace contextRef="#ctx0" brushRef="#br0" timeOffset="421.49">23520 716 5386 0,'0'0'652'0,"0"0"109"0,0 0-101 0,2-40-228 0,16 26-131 0,1 5-301 16,10-1 0-16,0 5 0 15,0 3 0-15,10 2 0 0,0 9 0 16,-1 6 0-16,-3 5 0 0,-11 4 0 15,-3-1 0-15,-6 2 0 0,-11 0 0 16,-4-1 0-16,-8 0 0 0,-7-2 0 16,-6 1 0-16,-3-2 0 0,-5-4 0 15,-7-3 0-15,3-4 0 16,2-6 0-16,5-3 0 0,5-2 0 16,13-6 0-16,1 1-293 0,7-5-1448 0</inkml:trace>
  <inkml:trace contextRef="#ctx0" brushRef="#br0" timeOffset="2904.22">23104 1753 4089 0,'0'0'2730'15,"0"0"-2426"-15,42-26 388 0,1 15-315 16,15 0-377-16,10 0 0 0,11 0 0 15,3 1 0-15,1 3 0 0,8 1 0 16,-8 6 0-16,-5 1 0 0,-10 7 0 16,-12 3 0-16,-21-2 0 0,-10 0-3522 0</inkml:trace>
  <inkml:trace contextRef="#ctx0" brushRef="#br0" timeOffset="4363.37">23476 2155 1864 0,'0'0'2646'0,"0"0"-1962"16,0 0 388-16,0 0-395 0,0 0-197 16,0 0 52-16,0 0-360 0,0 0-107 15,0 0-65-15,0 0 0 0,2 55 0 16,5-13 0-16,-1 1 0 0,2 0 0 15,-2 3 0-15,0-3 0 16,7-5 0-16,-1-7 0 0,3-5 0 16,3-9 0-16,9-8 0 0,2-8 0 15,2-5 0-15,4-13 0 0,-4-6 0 16,0-6 0-16,-6-6 0 0,-4 1 0 16,-9-4 0-16,-2 1 0 15,-10-1 0-15,0 0 0 0,-2 2 0 16,-6-1 0-16,2 5 0 0,-2 7 0 15,4 6 0-15,-1 8 0 0,3 6 0 16,0 2 0-16,2 2-977 0,-6 1-3897 0</inkml:trace>
  <inkml:trace contextRef="#ctx0" brushRef="#br0" timeOffset="8562.29">24636 1617 2621 0,'0'0'2029'0,"0"0"-1229"16,0 0 48-16,0 0-211 0,0 0-29 15,0 0 41-15,0 0-649 16,0 0 0-16,37-15 0 0,-10 6 0 16,2 1 0-16,0 2 0 0,-4 1 0 15,-3 2 0-15,-1 0 0 0,-4 1 0 16,-3-1-625-16,-4 3-1192 0,-3-4-332 16</inkml:trace>
  <inkml:trace contextRef="#ctx0" brushRef="#br0" timeOffset="8825.23">24659 1723 4974 0,'0'0'1552'0,"0"0"-1155"16,0 0 323-16,0 0-171 0,53 2-549 15,-24-1 0-15,7-1 0 0,1-2 0 16,6-3 0-16,7-4 0 0,-1-4 0 16,1-6 0-16,-15 2-1517 15,-2-5-3554-15</inkml:trace>
  <inkml:trace contextRef="#ctx0" brushRef="#br0" timeOffset="14077.05">26482 1474 1684 0,'0'0'1325'16,"0"0"-877"-16,0 0 440 15,0 0-231-15,0 0-25 0,0 0 184 16,0 0-387-16,0 0-25 0,0 0 164 15,-44-28-372-15,24 22-51 0,-5 1-145 16,2 4 0-16,-4 0 0 0,5 1 0 16,-1 5 0-16,2 3 0 15,5 4 0-15,1 1 0 0,3 1 0 16,4 2 0-16,3-1 0 0,5 0 0 16,2-2 0-16,11 0 0 0,8-3 0 15,8 0-41-15,6-2-47 0,8-1 52 16,-2 1-32-16,-1 0-96 15,-7 0-44-15,-13 3-236 0,-5 1 36 16,-11 3 272-16,-6 2 104 0,-6 1 32 16,-5 1 108-16,-1-3 352 0,-5 2-200 15,-1-2-28-15,-1 0 24 0,-4-1-244 16,2-3 8-16,-1-3-20 0,3-5-12 16,4-4-180-16,7-1-636 15,4-2-145-15,0-5-547 0</inkml:trace>
  <inkml:trace contextRef="#ctx0" brushRef="#br0" timeOffset="14465.81">26527 2083 5890 0,'-14'36'552'0,"6"-3"-155"16,-3 0 287-16,7-11-596 0,2-8-36 15,0-7-24-15,2-5-20 16,0-2-8-16,2-4 0 0,0-14-168 16,4-13-84-16,-2-11-228 0,3-5 99 15,-5-6 161-15,-2-2 176 0,0-5 44 16,0-5 12-16,0 1 409 0,6 3-13 16,6 5 12-16,5 9 120 15,1 4-303-15,5 10-237 0,2 5 0 16,-2 7 0-16,0 5 0 0,-5 4 0 15,1 5 0-15,-5 3 0 0,-1 4 0 16,-1 0 0-16,-2 5 0 0,1 7 0 16,-5 4 0-16,-2 7 0 15,-4 3 0-15,-4 3 0 0,-9 2 0 16,-3-1 0-16,-5 1 0 0,-1-1 0 16,-1-5 0-16,2-4 0 0,3-4 0 15,3-7-377-15,5-3-275 16,1-3-177-16,5-4-2128 0</inkml:trace>
  <inkml:trace contextRef="#ctx0" brushRef="#br0" timeOffset="14760.55">26875 1678 5954 0,'0'0'1697'15,"0"0"-1156"-15,0 0-541 0,0 0 0 16,0 0 0-16,0 0 0 0,35-18 0 15,-21 4 0-15,-1-4 0 0,-5 1 0 16,-6 0 0-16,-2 2 0 0,0 3 0 16,-10 3 0-16,-1 5 0 15,-7 4 0-15,-3 6 0 0,-2 8 0 16,-4 6 0-16,1 4 0 0,1 2 0 16,6-1 0-16,7 0 0 0,10-3 0 15,4-4 0-15,14-2 0 16,7-4 0-16,10-6 0 0,6-5 0 0,11-2 0 15,4-8 0-15,2-4 0 16,-1-4 0-16,-13 1-333 0,-5-4-2732 0</inkml:trace>
  <inkml:trace contextRef="#ctx0" brushRef="#br0" timeOffset="15657.15">27412 1574 1672 0,'0'0'2766'0,"0"0"-1898"16,-21-36-56-16,17 29 325 0,-2 3-585 16,2 2-167-16,-2 0-385 15,-7 4 0-15,-3 11 0 0,-5 9 0 16,3 10 0-16,-1 5 0 0,11 0 0 15,-1 0 0-15,9-4 0 0,0-2 0 16,7-4 0-16,3-7 0 0,4-3 0 16,7-7 0-16,2-6 0 15,4-4 0-15,6-7 0 0,-2-5 0 16,0-5-1045-16,-8 4-540 0,-5-2-1068 0</inkml:trace>
  <inkml:trace contextRef="#ctx0" brushRef="#br0" timeOffset="15833.54">27611 1663 6851 0,'0'0'948'0,"0"0"-555"0,0 0-393 15,0 0 0-15,-7 40 0 0,3-16 0 16,0 1 0-16,4-3 0 0,0-5 0 16,0-5 0-16,2-3 0 15,0-4-1005-15,2-4-632 0</inkml:trace>
  <inkml:trace contextRef="#ctx0" brushRef="#br0" timeOffset="15972.43">27770 1211 7587 0,'0'0'336'0,"0"0"-108"16,0 0-187-16,0 0-41 0,0 0 0 15,0 0 0-15,0 0-161 0,0 0-391 16,0 0-1001-16,12 45-228 0,-4-25-1728 15</inkml:trace>
  <inkml:trace contextRef="#ctx0" brushRef="#br0" timeOffset="16284.71">27960 1353 5602 0,'-15'-42'900'0,"3"1"-375"0,-2-5 139 15,-1 6-380-15,1 2-116 0,-1 7-119 16,3 7-49-16,1 10 0 0,1 7 0 16,0 7 0-16,-5 12 0 15,-5 7 0-15,-1 9 0 0,2 3 0 16,5 1 0-16,6 2 0 0,5 0 0 16,6 3 0-16,7 3 0 0,4 3 0 15,5 2 0-15,0 2 0 0,-1 2 0 16,-3 0 0-16,-5 2 0 0,-4-2 0 15,-4-2 0-15,-2-4 0 16,0-3 0-16,-6-5 0 0,-4-3 0 16,-1-4 0-16,-3-8-985 0,2-7-516 15,-1-6-932-15</inkml:trace>
  <inkml:trace contextRef="#ctx0" brushRef="#br0" timeOffset="16518.18">27737 1697 5786 0,'0'0'708'0,"45"-34"5"0,-16 22-237 16,-2 5-476-16,2 1 0 0,0 2-160 16,0 1-196-16,2 0-120 0,-6 2-761 15,1 0 229-15,-5 1 275 16,-4 0 733-16,-7 0 164 0,-4 1 120 16,-6 4 669-16,0 4-89 0,-4 9-103 15,-4 2 287-15,-3 5-656 0,1-2-379 16,4-1-13-16,0-3 0 0,4 0 0 15,2-3 0-15,4-3 0 16,2-3 0-16,4-6-1057 0,-1-3-556 16,-3-6-836-16</inkml:trace>
  <inkml:trace contextRef="#ctx0" brushRef="#br0" timeOffset="16609.18">28173 1349 4021 0,'0'0'957'15,"0"0"-957"-15,4 37-20 0,6-13-228 16,-1-4-941-16,1-4-1144 0</inkml:trace>
  <inkml:trace contextRef="#ctx0" brushRef="#br0" timeOffset="16829.96">28336 1660 5274 0,'0'0'976'15,"-39"0"-143"-15,16 9 276 0,2 2-1109 16,1 5 0-16,-1 2 0 0,5 3 0 16,3 0 0-16,5-1 0 0,6-1 0 15,4-1 0-15,8-2 0 0,7-1 0 16,5-5 0-16,9-5 0 0,7-4 0 16,9-3 0-16,9-8 0 15,-13 1-665-15,5-6-1080 0</inkml:trace>
  <inkml:trace contextRef="#ctx0" brushRef="#br0" timeOffset="17463.93">29324 1710 4930 0,'0'0'764'16,"-16"-37"-76"-16,3 18 333 0,3 2-573 16,0 4-116-16,-1 3-323 0,5 5-9 15,0 5 0-15,0 1 0 0,-7 10 0 16,-1 10 0-16,-3 7 0 0,1 5 0 16,7-2 0-16,3-3 0 15,6-2 0-15,2-4 0 0,7-6 0 16,3-4 0-16,4-6 0 0,1-6 0 15,4 0 0-15,1-9 0 0,-1-2 0 16,2-1 0-16,-5 0 0 0,1 1 0 16,-7 3 0-16,-3 7 0 0,-3 1 0 15,-2 11 0-15,0 3 0 16,2 2 0-16,-1 1 0 0,1-4 0 16,2-4 0-16,0 0-149 0,5-4-119 15,1-1-404-15,-4 0-5 0,1-3-175 16,-3-1-1585-16</inkml:trace>
  <inkml:trace contextRef="#ctx0" brushRef="#br0" timeOffset="17687.95">29682 1612 6262 0,'0'0'837'0,"-46"-20"256"16,26 15-1093-16,3 3 0 0,1 3 0 15,3 8 0-15,-1 4 0 0,-1 7 0 16,1 5 0-16,3 5 0 0,5 1 0 16,2 3 0-16,4-4 0 15,4 1 0-15,7-2 0 0,7-6 0 16,7-6 0-16,2-5 0 0,4-6 0 16,-2-4 0-16,2-2 0 0,-4-3-13 15,-7-1-1896-15,-3-1-492 0</inkml:trace>
  <inkml:trace contextRef="#ctx0" brushRef="#br0" timeOffset="18936.9">29953 1730 5382 0,'0'0'1765'0,"0"0"-925"16,0 0-635-16,-46-26-205 0,30 27 0 16,3 8 0-16,-1 7 0 15,-1 4 0-15,3 5 0 0,4 3 0 16,3-1 0-16,3 1 0 0,2-6 0 15,7-2 0-15,1-5 0 0,4-5 0 16,3-4 0-16,1-6 0 0,3-5 0 16,-1-7 0-16,1-3 0 15,-4-4 0-15,-5-1 0 0,-4-1 0 16,-2 0 0-16,-2-2 0 0,0 1 0 16,0 1 0-16,-2 0-321 0,0 4-531 15,0 6-1109-15,0 1-4 0</inkml:trace>
  <inkml:trace contextRef="#ctx0" brushRef="#br0" timeOffset="19224.49">30048 1699 4806 0,'0'0'1472'0,"-19"47"-203"0,9-18-641 16,1 0-611-16,3 1-17 0,4-3 0 16,2-3 0-16,4-2 0 15,3-6 0-15,7-4 0 0,0-3 0 16,7-6 0-16,2-3 0 0,0-3 0 15,-3-7 0-15,-3-1 0 0,-5-3 0 16,1 1 0-16,-3-3 0 0,-4-1 0 16,-2 2 0-16,0-1 0 15,-4 3 0-15,0 0 0 0,2 5 0 16,-2 2 0-16,0 2 0 0,0 4 0 16,0-1 0-16,0 1 0 0,0 0-17 15,0 1-1187-15,0 2 255 0,3-2-31 16,-1 1-833-16</inkml:trace>
  <inkml:trace contextRef="#ctx0" brushRef="#br0" timeOffset="19670.18">30407 1727 6715 0,'0'0'864'0,"0"0"-356"0,-41-32-403 0,24 25-105 16,5 1 0-16,2 2 0 0,4 3 0 16,1 0 0-16,5 1 0 0,0 0 0 15,0 2 0-15,5 6 0 0,7 5 0 16,7 0 0-16,5 1 0 0,5-4 0 16,2 0 0-16,0-1 0 15,0-2 0-15,-4 4 0 0,-8-1 0 16,-9 2 0-16,-10 5 0 0,-6 0 0 15,-9 5 0-15,-7 0 0 0,-5 1 0 16,-4 1 0-16,-2-2 0 0,0-2 0 16,0-3 0-16,6-5 0 15,6-8 0-15,7-4 0 0,5-6 0 16,9-11-77-16,4-8-759 0,9-10-53 16,1 6-1312-16,1-6-280 0</inkml:trace>
  <inkml:trace contextRef="#ctx0" brushRef="#br0" timeOffset="19878.28">30639 1256 6575 0,'0'0'748'15,"0"0"-304"-15,0 0-19 0,-13 44-425 16,11-6 0-16,0 9 0 0,2 5 0 16,0 2 0-16,4 7 0 15,-4 5 0-15,3 4 0 0,-3 1 0 16,-3-4 0-16,1-3 0 0,0-8 0 15,0-10 0-15,2-11 0 0,0-13-1966 16,0-12-423-16</inkml:trace>
  <inkml:trace contextRef="#ctx0" brushRef="#br0" timeOffset="20033.81">30523 1694 8192 0,'0'0'0'0,"39"-29"0"16,-10 17 0-16,2 4 0 15,2 1 0-15,3 3 0 0,1-1 0 16,0 3 0-16,0 0 0 0,-2 1 0 16,0 1 0-16,-12 0-2170 0,-2 0-1319 0</inkml:trace>
  <inkml:trace contextRef="#ctx0" brushRef="#br0" timeOffset="20158.97">30937 1739 6915 0,'0'0'1277'16,"-40"56"-1277"-16,22-22 0 0,1-2 0 15,5-2 0-15,6-3 0 0,3-5 0 16,6-4 0-16,5-5 0 0,2-5 0 16,3-7-233-16,-3-1-1111 15,0-7-3567-15</inkml:trace>
  <inkml:trace contextRef="#ctx0" brushRef="#br0" timeOffset="20299.29">31056 1480 8192 0,'0'0'0'0,"0"0"0"16,0 0 0-16,0 0 0 0,0 0 0 16,0 0 0-16,0 0 0 0,0 0 0 15,0 0-361-15,7 34-1452 0,1-13 48 16,-2 2-1288-16</inkml:trace>
  <inkml:trace contextRef="#ctx0" brushRef="#br0" timeOffset="20501.75">31201 1791 7715 0,'0'0'477'16,"0"0"-477"-16,0 0 0 15,-45-8 0-15,24 17 0 0,0 4 0 16,5 1 0-16,3 4 0 0,5-1 0 16,6 3 0-16,2 3 0 0,8 1 0 15,7 2 0-15,5-3 0 0,5-3 0 16,4-6 0-16,2-6 0 0,2-3 0 15,0-8 0-15,-8-2 0 16,-2-7-605-16</inkml:trace>
  <inkml:trace contextRef="#ctx0" brushRef="#br0" timeOffset="20967.09">31732 1812 6434 0,'0'0'753'0,"0"0"-73"0,0 0-355 0,0 0-325 0,23 36 0 0,-19-14 0 16,0-1 0-16,-2-2 0 0,1 0 0 15,-1 3 0-15,0 0 0 16,-2 4 0-16,2-1 0 0,-2-1 0 16,2-3 0-16,4-2 0 0,0-2 0 15,0-9-717-15,1-2-1264 0,-3-6-2421 16</inkml:trace>
  <inkml:trace contextRef="#ctx0" brushRef="#br0" timeOffset="21124.7">31790 1545 4550 0,'0'0'2361'16,"0"0"-1977"-16,17-36-176 0,-13 33-20 15,4 3-188-15,5-2 0 0,5 2-184 16,3 5-268-16,8 4-89 0,-2 5-1127 16,-7-1-49-16,-1 4-1128 0</inkml:trace>
  <inkml:trace contextRef="#ctx0" brushRef="#br0" timeOffset="21500.38">31943 2087 3013 0,'0'0'2777'0,"0"0"-1948"15,0 0-49-15,0 0 13 0,0 0-793 16,0 0 0-16,0 0 0 0,0 0 0 16,33-50 0-16,-12 8 0 0,-2 0 0 15,-3 9 0-15,3 4 0 0,-5 9 0 16,-3 8 0-16,-3 8 0 0,-6 2 0 16,0 6 0-16,-2 9 0 15,-6 8 0-15,-5 4 0 0,1 3 0 16,0-4 0-16,4-4 0 0,3-3 0 15,3-3 0-15,5-3 0 0,3-5 0 16,2-3 0-16,3-1 0 0,1-2 0 16,-2-4 0-16,5-6 0 15,-3-1 0-15,1-2 0 0,-5 2 0 16,-1 3 0-16,-5 3 0 0,0 0 0 16,0 2 0-16,-2 1 0 0,2 2 0 15,-2 4 0-15,0 10 0 0,0 9 0 16,0 2 0-16,-2 1 0 0,0-2 0 15,0-6 0-15,5-1 0 16,1-2 0-16,2-3 0 0,0-1-513 16,-2-4-752-16,-1 0-2788 0</inkml:trace>
  <inkml:trace contextRef="#ctx0" brushRef="#br0" timeOffset="21845.77">32169 2693 5562 0,'0'0'1261'16,"0"0"-793"-16,0 0 8 0,0 0-51 16,0 0-425-16,0 0 0 15,12-69 0-15,2 13 0 0,3-9 0 16,2-11 0-16,-3-8 0 0,5-7 0 16,-1 1 0-16,7 6 0 0,2 11 0 15,0 16 0-15,0 15 0 0,-6 12 0 16,-5 12 0-16,-3 5 0 0,-7 7 0 15,3 5 0-15,-3 1 0 0,4 7 0 16,3 3 0-16,-3 2 0 16,3 4 0-16,-3 2 0 0,2 1 0 15,-3 2 0-15,-5 1 0 0,-6 0 0 16,-4 2 0-16,-11 0 0 0,-9 0 0 16,-5 0 0-16,-4-3 0 15,-3-2 0-15,-1-7 0 0,6-6 0 16,2-6 0-16,11-1 0 0,3-10 0 15,9 3-481-15,4-5-1440 0</inkml:trace>
  <inkml:trace contextRef="#ctx0" brushRef="#br0" timeOffset="22610.33">23553 3684 5978 0,'0'0'745'15,"0"0"23"-15,0 0-67 0,0 0-701 16,0 0 0-16,0 0 0 16,-2 45 0-16,6-3 0 0,0 10 0 15,2 2 0-15,-2-2 0 0,3 1 0 16,-3 2 0-16,0-3 0 0,2-5 0 15,-2-5 0-15,2-9 0 0,1-9 0 16,-1-11-1073-16,-2-11-624 0</inkml:trace>
  <inkml:trace contextRef="#ctx0" brushRef="#br0" timeOffset="22908.29">23578 3430 5202 0,'0'0'416'16,"39"-30"56"-16,-8 24 193 16,2 6-393-16,4 4 48 0,-2 8 108 15,-2 6-300-15,-4 7-16 0,-6 3 65 16,-8 4-177-16,-7 0 0 0,-8 1 0 15,-2-1 0-15,-9-3 0 0,-7-3 0 16,-5-3 0-16,-2-2 0 0,-4-5 0 16,9-3 0-16,1-6 0 0,7-3 0 15,5-3 0-15,5-1 0 0,2 0-985 16,0 0-692-16,2-2-908 0</inkml:trace>
  <inkml:trace contextRef="#ctx0" brushRef="#br0" timeOffset="23327.07">22986 4236 7759 0,'0'0'433'0,"0"0"-433"0,0 0 0 0,95-15 0 0,3 0 0 16,30 0 0-16,29-5 0 0,6-1 0 15,15 2 0-15,-2 1 0 16,-7 3 0-16,-12 6 0 0,-22 6 0 16,-22 3 0-16,-22 7 0 0,-33 0-1678 15,-23-3-1167-15</inkml:trace>
  <inkml:trace contextRef="#ctx0" brushRef="#br0" timeOffset="24782.86">23383 4971 3705 0,'0'0'2409'0,"0"0"-1516"0,0 0 292 15,0 0-1185-15,0 0 0 0,0 0 0 16,0 0 0-16,0 0 0 0,6 64 0 16,7-17 0-16,3 3 0 15,5 0 0-15,6-1 0 0,4-4 0 16,4-7 0-16,0-9 0 0,2-7 0 16,-3-10 0-16,-3-8 0 0,-5-6 0 15,3-11 0-15,-8-11 0 16,-2-8 0-16,-9-6 0 0,-2-3 0 15,-4-6 0-15,-2 0 0 0,-2-4 0 16,-2 0 0-16,-2 4 0 0,0 2 0 16,2 8 0-16,0 6 0 0,0 11 0 15,0 6 0-15,0 5-525 16,-2 7-1804-16,2-1-2089 0</inkml:trace>
  <inkml:trace contextRef="#ctx0" brushRef="#br0" timeOffset="25705.44">24462 4519 1940 0,'0'0'1893'16,"0"0"-1276"-16,0 0 131 0,0 0 480 15,0 0-679-15,0 0-61 16,-2-34 220-16,-8 26-687 0,-5-2-21 16,-5 3 0-16,-1 1 0 0,-4 5 0 15,-2 3 0-15,-4 7 0 0,-4 6 0 16,-2 5 0-16,-2 5 0 15,6 3 0-15,6 1 0 0,4 3 0 16,9 1 0-16,7 2 0 0,7 0 0 16,13 1 0-16,14-1 0 15,10 3 0-15,13 0 0 0,7-1 0 16,3-3 0-16,0-1 0 0,-8 1 0 16,-7-1 0-16,-9-5 0 0,-12 2 0 15,-7-5 0-15,-13-3 0 0,-4-1 0 16,-2-3 0-16,-12-1 0 0,-11-2 0 15,-6-2 0-15,-11-2 0 0,-9-5 0 16,-3-1 0-16,-2-4 0 0,7-1 0 16,3-6 0-16,7-3 0 15,8-3 0-15,4 0 0 0,8 1 0 16,5 4 0-16,8 2 0 0,4 3 0 16,2 2-1421-16,0 0-428 0,4 5-820 15</inkml:trace>
  <inkml:trace contextRef="#ctx0" brushRef="#br0" timeOffset="27582.83">25175 4253 5198 0,'0'0'1601'0,"0"0"-921"16,0 0-92-16,0 0-463 0,0 0-125 16,40-7 0-16,-15 3 0 0,1-2 0 15,3 0 0-15,-4-3 0 16,0-1 0-16,-2 2 0 0,-3 1-141 16,-5 2-971-16,-7 2-257 0,-4 0-3313 0</inkml:trace>
  <inkml:trace contextRef="#ctx0" brushRef="#br0" timeOffset="27703.77">25190 4395 5206 0,'0'0'884'0,"0"0"-259"0,35 8 3 16,-8-12 192-16,-2-2-791 0,6-1-29 15,-2 2 0-15,-2 0-249 0,-7 0-779 16,-1 0-2402-16</inkml:trace>
  <inkml:trace contextRef="#ctx0" brushRef="#br0" timeOffset="28485.65">26560 4242 2321 0,'0'0'2289'16,"0"0"-1381"-16,0 0-156 0,0 0 377 16,-33-37-601-16,21 31-263 0,-5 6-265 15,3 5 0-15,-3 9 0 0,-1 8 0 16,1 6 0-16,3 3 0 0,1 3 0 15,7 1 0-15,2-3 0 0,6-3 0 16,4-3 0-16,9-5 0 0,1-7 0 16,7-7 0-16,4-7 0 0,4-5 0 15,-2-8 0-15,2-1 0 16,-8-4 0-16,-3 2 0 0,-5 3 0 16,-7 4 0-16,-4 3 0 0,-2 5 0 15,0 1 0-15,-2 2 0 0,2 9 0 16,0 2 0-16,3 4-37 15,3-3-119-15,2-5-140 0,7-4-132 16,-1-5-72-16,-3 0-1413 0,-1-1-913 0</inkml:trace>
  <inkml:trace contextRef="#ctx0" brushRef="#br0" timeOffset="28875.63">26875 4328 3289 0,'0'0'3261'0,"0"0"-2356"0,0 0-168 0,0 0-737 0,-46-10 0 16,25 20 0-16,1 5 0 16,3 3 0-16,1 4 0 0,3 1 0 15,5 2 0-15,6 3 0 0,4-3 0 16,8-1 0-16,3-1 0 0,3 1 0 15,3-5 0-15,8-5 0 0,2-3 0 16,2-8 0-16,6-3 0 0,-6-9-1549 16,-6-1-684-16</inkml:trace>
  <inkml:trace contextRef="#ctx0" brushRef="#br0" timeOffset="29229.37">27075 4361 6162 0,'0'0'869'16,"0"0"-213"-16,0 0-151 15,-33-2-505-15,19 10 0 0,-3 8 0 16,3 4 0-16,3 5 0 0,5-1 0 16,6-2 0-16,4 2 0 0,4-4 0 15,7-2 0-15,1-5 0 0,7-3 0 16,2-6 0-16,-2-4 0 0,-1-3 0 15,-3-6 0-15,-2-2 0 0,-7-2 0 16,-4-1 0-16,-4-1 0 0,-2-1 0 16,-2 0 0-16,-6 3 0 0,-2 1 0 15,-3 1 0-15,-3 2 0 16,1-1 0-16,-1 1 0 0,5 3 0 16,5 2 0-16,4 1 0 0,2 2 0 15,2-2-297-15,10 1-551 0,5-3 111 16,4 1-899-16,-5 0 215 15,-3-1-508-15</inkml:trace>
  <inkml:trace contextRef="#ctx0" brushRef="#br0" timeOffset="29459.28">27201 4361 5834 0,'0'0'945'0,"0"0"291"16,-8 42-1059-16,4-18-177 0,2 2 0 15,2-1 0-15,0 0 0 0,4-4 0 16,6-2 0-16,5-3 0 0,3-5 0 15,5-3 0-15,4-4 0 0,2-4 0 16,0-2 0-16,-4-8 0 0,-3-1 0 16,-1-5 0-16,-7-2 0 0,-3-2 0 15,-3-1 0-15,-4-3 0 16,-4 1 0-16,0 2 0 0,-4 1 0 16,-2 6 0-16,-2 2 0 0,1 5 0 15,3 3-765-15,2 2-476 0,-2 0-323 0</inkml:trace>
  <inkml:trace contextRef="#ctx0" brushRef="#br0" timeOffset="29829.88">27580 4331 5098 0,'0'0'1368'0,"0"0"-619"0,0 0 228 15,0 0-977-15,0 0 0 0,0 0 0 16,-34-40 0-16,24 34 0 0,-6 3 0 15,-3 3 0-15,0 10 0 0,-1 4 0 16,5 1 0-16,1 2 0 0,5-3 0 16,7 0 0-16,2-3 0 0,9-3 0 15,7 0 0-15,5-5 0 16,8 1 0-16,0-3 0 0,2-1 0 16,0 0 0-16,0 1 0 0,-4 0 0 15,-5 5 0-15,-7 0 0 0,-5 3 0 16,-8 1 0-16,-2 3 0 15,-4 1 0-15,-8 3 0 0,-3 0 0 16,-5 2 0-16,-1 1 0 0,-2-3 0 16,0-1 0-16,5-6 0 0,5-3 0 15,5-3 0-15,4-4 0 16,2-2 0-16,2-8 0 0,2-9 0 16,8-9-649-16,7-9-291 0,-3 5-1338 15,-1-1 81-15</inkml:trace>
  <inkml:trace contextRef="#ctx0" brushRef="#br0" timeOffset="30015.74">27823 3886 4822 0,'0'0'848'0,"0"0"-88"0,0 0 609 15,0 0-976-15,0 0-393 0,0 0 0 16,-16 51 0-16,10-4 0 16,0 6 0-16,3 0 0 0,3 5 0 15,0 3 0-15,3-1 0 0,1-1 0 16,-2-3 0-16,2-3 0 15,-2-5 0-15,-2-6 0 0,2-7 0 16,-2-9 0-16,0-11-265 0,0-6-1296 16,0-9-564-16</inkml:trace>
  <inkml:trace contextRef="#ctx0" brushRef="#br0" timeOffset="30141.32">27735 4224 8107 0,'0'0'85'0,"0"0"-85"0,0 0 0 15,0 0 0-15,0 0 0 0,49-37 0 16,-24 29 0-16,0 1 0 0,0 2 0 16,-3 4 0-16,1 1 0 0,-2 4 0 15,-5 0-821-15,-1 2-856 0</inkml:trace>
  <inkml:trace contextRef="#ctx0" brushRef="#br0" timeOffset="30311.61">28012 4317 6587 0,'0'0'1256'15,"-17"38"-907"-15,9-16-349 0,-3 0 0 16,3 0 0-16,2-3 0 0,0-4 0 16,4-4 0-16,2-6 0 0,0-3 0 15,2-1 0-15,2-1 0 16,2-5 0-16,4-7-157 0,1 0-2092 16,-1-8-800-16</inkml:trace>
  <inkml:trace contextRef="#ctx0" brushRef="#br0" timeOffset="30407.22">28115 4066 7575 0,'0'0'617'0,"0"0"-617"16,0 0 0-16,0 0 0 0,0 0 0 15,0 0 0-15,0 0-477 0,29 40-1344 16,-17-19-256-16,1-3-800 0</inkml:trace>
  <inkml:trace contextRef="#ctx0" brushRef="#br0" timeOffset="30592.57">28272 4338 6050 0,'0'0'1001'0,"0"0"140"0,-50 1-1141 16,34 2 0-16,-3 3 0 0,-1 6 0 15,1 5 0-15,5 2 0 0,5 3 0 16,7 2 0-16,6-3 0 16,7-3 0-16,9-4 0 0,5-6 0 15,2-5 0-15,8-3 0 0,2-2 0 16,3-7 0-16,-1-1 0 0,-6-2 0 15,-8 0-1093-15,-5-2-2609 0</inkml:trace>
  <inkml:trace contextRef="#ctx0" brushRef="#br0" timeOffset="31043.89">29148 4357 7307 0,'0'0'244'0,"0"0"-52"15,-22 45 60-15,13-16-55 0,1 0-197 16,6-4 0-16,2-1 0 0,0-3 0 16,0-3 0-16,0-5 0 15,2-4-105-15,0-4-479 0,0-4-1097 16,5-2-520-16</inkml:trace>
  <inkml:trace contextRef="#ctx0" brushRef="#br0" timeOffset="31172.84">29258 4062 5034 0,'0'0'376'0,"0"0"288"15,0 0-616-15,0 0-48 16,-8 42-24-16,20-12-264 0,3 2-240 16,-1 4-1061-16,-6-11 193 0</inkml:trace>
  <inkml:trace contextRef="#ctx0" brushRef="#br0" timeOffset="31515.66">29308 4471 3785 0,'0'0'1113'0,"-15"49"503"0,9-31-923 16,2-10-201-16,4-4 1 0,0-4-493 16,0 0 0-16,8-7 0 0,7-12 0 15,9-13 0-15,3-3 0 0,-2-2 0 16,0 6 0-16,-9 11 0 16,-3 4 0-16,-5 9 0 0,-6 5 0 15,0 1 0-15,0 2 0 0,-2 8 0 16,-4 10 0-16,-2 6 0 0,-4 5 0 15,-1-2 0-15,5-5 0 0,2-3 0 16,4-2 0-16,6-5 0 0,7-5 0 16,-3-3 0-16,4-5 0 0,1-4 0 15,1-4 0-15,-3-8 0 16,1-1 0-16,-3-1 0 0,-1-1 0 16,0 2 0-16,-2 3 0 0,-3 4 0 15,-1 5 0-15,-4 1 0 0,0 4 0 16,0 0 0-16,2 5 0 15,0 8 0-15,-2 8 0 0,0 4 0 16,0 3 0-16,0-6 0 0,0-4 0 16,4-1 0-16,2-4 0 0,2-2 0 15,-1-3-993-15,-3 0-1812 0</inkml:trace>
  <inkml:trace contextRef="#ctx0" brushRef="#br0" timeOffset="31858.18">29549 5049 5214 0,'0'0'736'0,"-22"42"9"16,16-27-265-16,1-7-204 15,3-4 168-15,2 0-208 0,0-4-175 16,0-4-61-16,2-11 0 0,9-15 0 16,-1-12 0-16,2-10 0 0,1-7 0 15,1-6 0-15,1-10 0 0,6-6 0 16,-1 2 0-16,7 5 0 15,2 12 0-15,-2 11 0 0,-4 11 0 16,-5 11 0-16,-1 10 0 0,-7 6 0 16,-4 6 0-16,0 3 0 0,-1 3 0 15,1 1 0-15,2 3 0 16,2 6 0-16,3 10 0 0,-5 7 0 16,-2 5 0-16,-6 0 0 0,-6 2 0 15,-6 0 0-15,-7 0 0 0,-2 0 0 16,-1-4 0-16,1-5 0 0,2-8 0 15,5-6 0-15,4-8-129 0,1-2-1828 16,5-7-752-16</inkml:trace>
  <inkml:trace contextRef="#ctx0" brushRef="#br0" timeOffset="32004.75">30025 4588 8192 0,'0'0'0'16,"0"0"0"-16,0 0 0 0,0 0 0 16,0 0 0-16,0 0-321 0,0 0-2652 15</inkml:trace>
  <inkml:trace contextRef="#ctx0" brushRef="#br0" timeOffset="40721.73">24305 6561 2269 0,'0'0'2661'0,"0"0"-1993"0,-20-35 108 16,9 25-323-16,1-2-97 0,-5 1 220 15,-1 4-332-15,-5 2-76 0,1 5-147 16,-5 3-21-16,0 8 0 0,4 11 0 15,1 6 0-15,1 9 0 0,0 4 0 16,11 4 0-16,2 2 0 16,6-1 0-16,8-1 0 0,7-4 0 15,7-8 0-15,5-7 0 0,4-12 0 16,9-12 0-16,-3-5 0 16,2-12 0-16,-6-6 0 0,-4-4 0 0,-4-5 0 15,-9 1 0-15,-5-2 0 16,-9 3 0-16,-2 1 0 0,-9 0 0 15,-1 4 0-15,-8-2 0 0,-3 2 0 16,-4-2 0-16,-2 4 0 0,0 0 0 16,-2 5 0-16,0 6 0 0,3 5 0 15,-1 5 0-15,4 4 0 16,2 7 0-16,3 7 0 0,7 4 0 16,3 6 0-16,2 3 0 0,6 3 0 15,2 3 0-15,10 4 0 0,9-1 0 16,8 3 0-16,0-2 0 0,6 0 0 15,-4-2 0-15,-4 3 0 16,-4 0 0-16,-9 2 0 0,-8-1 0 16,-6-2 0-16,-6 1 0 0,-8-4 0 15,-7-3 0-15,-6 0 0 0,-4-3 0 16,-6-4 0-16,0-3 0 0,-5-6 0 16,5-8 0-16,4-7 0 15,4-2 0-15,11-5 0 0,3-4 0 16,9-6-201-16,10-5-783 0,10-1 243 15,11-4-55-15,-4 5-417 0,6-4-119 0</inkml:trace>
  <inkml:trace contextRef="#ctx0" brushRef="#br0" timeOffset="41173.49">24731 6610 5586 0,'0'0'940'0,"0"0"-283"0,-31-38 119 15,17 33-580-15,-1 3-159 0,-4 5-37 16,1 10 0-16,-3 8 0 0,-2 9 0 15,5 5 0-15,3 7 0 0,5 1 0 16,6 2 0-16,4 0 0 16,6-5 0-16,11-4 0 0,5-6 0 15,7-8 0-15,6-6 0 0,5-10 0 16,-1-7 0-16,2-9 0 0,-10-3 0 16,-4-1-3098-16</inkml:trace>
  <inkml:trace contextRef="#ctx0" brushRef="#br0" timeOffset="41875.32">25545 6706 4614 0,'0'0'1076'16,"0"0"-576"-16,42-8-172 0,-19 9-151 15,-1 4-177-15,1 1 8 0,2-3 4 16,4-2-8-16,0-1-4 0,4-4 0 15,0-4-253-15,-8 2-375 16,-3-4-1865-16</inkml:trace>
  <inkml:trace contextRef="#ctx0" brushRef="#br0" timeOffset="42121.38">25607 6949 3777 0,'0'0'1105'0,"0"0"-69"15,48 7-279-15,-17-9-213 0,8-4 116 16,1-2-532-16,1 1-128 0,-2-4-84 15,0 2-640-15,-14 0-225 0,0-2-2564 16</inkml:trace>
  <inkml:trace contextRef="#ctx0" brushRef="#br0" timeOffset="44001.66">26933 6372 5686 0,'0'0'660'16,"0"0"361"-16,0 0-553 0,0 0-204 16,0 0-171-16,-34 62-93 0,30-21 0 15,4 6 0-15,2 0 0 16,5 2 0-16,1 3 0 0,0-1 0 15,-2 0 0-15,1-1 0 0,-5-2 0 16,-2-7 0-16,0-6-569 0,0-14-387 16,-2-8-349-16,2-9-1828 0</inkml:trace>
  <inkml:trace contextRef="#ctx0" brushRef="#br0" timeOffset="44296.26">26868 6204 6094 0,'0'0'625'0,"0"0"27"0,0 0-192 16,23-36-228-16,12 20-216 0,13 1 8 16,6 6 12-16,-5 7-24 0,-3 4-8 15,-5 9-4-15,-10 7-8 16,-10 6-20-16,-13 5-304 0,-10 3 132 15,-13 2 200-15,-13 2 40 0,-8-1-24 16,-7 0 132-16,-5-3 228 0,-1-4-351 16,3-3-25-16,11-8 0 0,6-6 0 15,11-5 0-15,9-3 0 16,7-1-429-16,2-1-215 0,13 2-1193 16,-1 0 284-16,9 2-460 0</inkml:trace>
  <inkml:trace contextRef="#ctx0" brushRef="#br0" timeOffset="44568.45">26556 7069 6555 0,'0'0'360'0,"56"-2"648"0,0-7-739 16,10-3-269-16,11-2 0 16,1 0 0-16,-1 2 0 0,-7 2 0 15,-4-1 0-15,-8 0 0 0,-11 4 0 16,-9 1 0-16,-16 4-277 0,-9 2-2460 16,-9 0-817-16</inkml:trace>
  <inkml:trace contextRef="#ctx0" brushRef="#br0" timeOffset="44859.43">26763 7331 6198 0,'0'0'1473'16,"0"0"-1257"-16,0 0 89 0,0 0-305 16,-31 38 0-16,33-14 0 0,8 5 0 15,7 1 0-15,4 3 0 0,5-2 0 16,3-1 0-16,7-5 0 0,-1-6 0 16,2-5 0-16,-2-11 0 0,-4-4 0 15,-2-13 0-15,-2-10 0 0,-6-8 0 16,-5-6 0-16,-6-7 0 0,-3-1 0 15,-7 0 0-15,0 0 0 0,-7 2 0 16,-1 10-1621-16,2 0-3138 0</inkml:trace>
  <inkml:trace contextRef="#ctx0" brushRef="#br0" timeOffset="45495.56">27852 6903 3041 0,'0'0'1437'15,"0"0"59"-15,0 0-683 0,0 0-217 16,19-33 76-16,2 26-535 0,3 0-137 16,5 1 0-16,0 1 0 15,0-1 0-15,0 1 0 0,0 2 0 0,0-1 0 16,-6 0-573-16,-9 1-984 15,-3 1-732-15</inkml:trace>
  <inkml:trace contextRef="#ctx0" brushRef="#br0" timeOffset="45610.65">27927 7053 6234 0,'0'0'517'0,"37"-3"111"0,-4-4 185 16,6-4-813-16,1 1 0 0,1-2 0 15,-2 1 0-15,-2-2-185 16,-10 3-2128-16,-2-3-1341 0</inkml:trace>
  <inkml:trace contextRef="#ctx0" brushRef="#br0" timeOffset="46471.49">29109 6674 6711 0,'0'0'448'0,"0"0"-76"0,-37 37-52 16,23-15-80-16,1 2-220 0,1 1-8 16,1 0-12-16,5-3-352 15,2-1-176-15,4-8-717 0,0-5-39 0,4-4-417 16</inkml:trace>
  <inkml:trace contextRef="#ctx0" brushRef="#br0" timeOffset="46609.77">29223 6768 5522 0,'0'0'1012'0,"-39"38"-183"15,20-18-473-15,7-1-144 0,5-3-60 16,3-2-148-16,4-2-8 0,4-3-112 15,7-3-476-15,-1-5-293 16,7-1-2400-16</inkml:trace>
  <inkml:trace contextRef="#ctx0" brushRef="#br0" timeOffset="47703.03">29388 7059 3181 0,'0'0'3145'0,"0"0"-1784"15,-47-16-856-15,28 22-505 16,1 14 0-16,-5 10 0 0,0 7 0 16,2 6 0-16,7 4 0 0,8-1 0 15,6-3 0-15,6-2 0 0,10-3 0 16,3-7 0-16,2-5 0 16,1-10 0-16,1-11 0 0,4-6 0 0,0-13 0 15,4-12 0-15,-4-11-65 16,-7 6-1007-16,-1-7-2546 0</inkml:trace>
  <inkml:trace contextRef="#ctx0" brushRef="#br0" timeOffset="48373.69">29580 6786 6378 0,'-10'35'1137'15,"4"2"-665"-15,-2 9-267 0,1 3-205 16,1 2 0-16,0 1 0 0,2 1 0 15,-2-3 0-15,0-1 0 0,-1-5 0 16,3-5 0-16,-2-4 0 16,4-5 0-16,0-6 0 0,0-9 0 15,2-8 0-15,2-6 0 0,4-5 0 16,13-15 0-16,5-17 0 0,7-8 0 16,-2-2 0-16,-6 5 0 15,-8 13 0-15,-9 11 0 0,-2 8 0 16,-4 7 0-16,0 2 0 0,0 6 0 15,0 8 0-15,-4 6 0 0,0 5 0 16,2 0 0-16,0-5 0 0,4-6 0 16,4-3 0-16,6-4 0 15,5-2 0-15,6-4-445 0,5-1-876 16,3-5 417-16,-2-3-52 0,0-3-777 16,-2-1 668-16,-8-2 161 0,-5 0 904 15,-8 1 1164-15,-1-1-235 0,-7-3 660 16,-7 1-593-16,-1-5-132 0,-7 2 97 15,1 5-533-15,1 4-144 16,1 7-171-16,-1 3-113 0,3 13 0 16,0 3 0-16,-3 7 0 0,1 4 0 15,3 2 0-15,5-2 0 0,2-1 0 16,4-2 0-16,4-5 0 0,7-2 0 16,3-9 0-16,5-1 0 0,1-6 0 15,-1-2 0-15,-3-5 0 16,1-2 0-16,-3-4 0 0,-1-2 0 15,-1 0 0-15,-4 3 0 0,1 4 0 16,-3 3 0-16,0 4-289 0,5 1-67 16,1 8 128-16,0 0 144 15,1 2 64-15,-3 0 20 0,0-4 112 16,-1-4 0-16,-3 1 40 0,-2-4 148 16,-2 0-172-16,0 0 4 0,-2-1-91 15,0-3-41-15,-2-5 0 0,-6-2 0 16,-3-3 0-16,1 1 0 0,2-1 0 15,6 3 0-15,2 1 0 0,2 2-61 16,8-2-683-16,3 1-32 16,-1 2-1722-16,2-3-1403 0</inkml:trace>
  <inkml:trace contextRef="#ctx0" brushRef="#br0" timeOffset="48656.28">30190 7089 6418 0,'0'0'1033'0,"0"0"-292"0,-45 0-741 0,26 7 0 15,-1 6 0-15,-3 9 0 0,2 4 0 16,0 5 0-16,3 2 0 0,5-1 0 16,7 0 0-16,6-6 0 15,11-5 0-15,7-5 0 0,5-8 0 16,6-7 0-16,4-2 0 0,0-10 0 16,0-5 0-16,-2-4 0 0,-6-1 0 15,-6 0 0-15,-5 2 0 0,-6 5 0 16,-6 4 0-16,-2 4 0 0,0 3 0 15,-2 2 0-15,2 1 0 16,-2 10 0-16,2 8 0 0,0 8 0 16,4 2 0-16,5-2 0 0,-1-9 0 15,4-3 0-15,5-5 0 0,1-7-789 16,-3 1-2108-16,3-5-1477 0</inkml:trace>
  <inkml:trace contextRef="#ctx0" brushRef="#br0" timeOffset="49049.71">30631 7139 5146 0,'0'0'328'0,"0"0"977"0,-50-37-509 15,31 35-344-15,-5 3-287 0,1 8-165 16,0 7 0-16,0 4 0 0,5 2 0 15,3 1 0-15,5 1 0 0,6 2 0 16,4 0 0-16,2 0 0 0,8-1 0 16,5-4 0-16,5-4 0 15,5-6 0-15,8-9 0 0,2-3 0 16,3-13 0-16,1-8 0 0,0-6-169 16,-10 3-1055-16,-4-2-421 0</inkml:trace>
  <inkml:trace contextRef="#ctx0" brushRef="#br0" timeOffset="49250.6">30798 6680 2689 0,'0'0'3793'0,"0"0"-2936"0,0 0-301 16,0 0-259-16,0 0-297 0,-12 43 0 16,1-2 0-16,3 10 0 15,0 5 0-15,-1 1 0 0,3 4 0 16,2 0 0-16,0 1 0 0,0-4 0 15,2-6 0-15,0-7 0 0,0-6 0 16,2-3 0-16,0-10 0 0,0-9-1041 16,-2-6-716-16</inkml:trace>
  <inkml:trace contextRef="#ctx0" brushRef="#br0" timeOffset="49389.31">30604 7231 2837 0,'0'0'3962'16,"14"-35"-3406"-16,9 18-56 0,4 2-163 15,0 3-337-15,2 1 0 16,-7 5 0-16,1 4 0 0,-4 1 0 16,-3 1 0-16,-3 2-489 0,-5 0-760 15,-2 0-2628-15</inkml:trace>
  <inkml:trace contextRef="#ctx0" brushRef="#br0" timeOffset="49786.61">30889 7298 6126 0,'0'0'901'16,"37"-5"-37"-16,-16-6-563 0,-5-4-301 16,-1-4 0-16,-3-2 0 15,1-4 0-15,-5 0 0 0,-2-5 0 16,-6 3 0-16,0 3 0 0,-8 3 0 16,-5 7 0-16,-1 8 0 0,-5 7 0 15,-1 12 0-15,-1 7 0 0,-2 9 0 16,5 4 0-16,-1 0 0 0,7-3 0 15,8-2 0-15,6-3 0 0,12-4 0 16,9-4 0-16,8-3 0 16,2-3 0-16,0-3 0 0,0-2-53 15,-4-1-211-15,-2-4-4 0,-6-1-16 16,-7 0-136-16,-6 1 188 0,-4 0 55 16,-4 0 25-16,0-1 152 0,0 0 425 15,-4 0 327-15,0-5-364 16,0-6-112-16,4-7-267 0,0-6-9 15,6-4 0-15,5 0 0 0,1 0 0 16,0 4 0-16,1 1 0 0,-5 4-181 16,0 1-671-16,-1 4-917 15,-3 2-560-15</inkml:trace>
  <inkml:trace contextRef="#ctx0" brushRef="#br0" timeOffset="49907.62">31255 7102 6843 0,'-13'34'1104'0,"5"-3"-859"15,-4 9-245-15,1-4 0 0,3 0 0 16,0-1 0-16,6-5 0 16,2-6 0-16,0-6 0 0,8-9 0 15,2-8-749-15,3-4-200 0,-3-7-199 16,1-5-1433-16</inkml:trace>
  <inkml:trace contextRef="#ctx0" brushRef="#br0" timeOffset="50018.75">31344 6788 5610 0,'0'0'464'16,"0"0"-244"-16,0 0 137 0,0 0-357 16,0 0-117-16,0 0-807 15,2 37-104-15,4-15-173 0</inkml:trace>
  <inkml:trace contextRef="#ctx0" brushRef="#br0" timeOffset="50344.79">31530 7127 4450 0,'0'0'1324'16,"0"0"197"-16,0 0-837 0,0 0-471 15,-44-15-213-15,30 10 0 0,-3 3 0 16,5 2 0-16,0 3 0 0,1 3 0 16,5 0 0-16,-2 5 0 0,6 0 0 15,2 4 0-15,0 1 0 16,2-1 0-16,6-3 0 0,0-3 0 15,5 0 0-15,-3-3 0 0,2 1 0 16,3-2 0-16,-3-1 0 0,-3-1 0 16,-1 0 0-16,-6-1 0 15,-2 3 0-15,-2 2 0 0,-11 6 0 16,-5 4 0-16,-9-1 0 0,0 2 0 16,0-4 0-16,0-2 0 0,5-2 0 15,5-6 0-15,7-1 0 0,6-3-209 16,4-6-759-16,8-10-101 0,0 2-864 15,11-12 337-15</inkml:trace>
  <inkml:trace contextRef="#ctx0" brushRef="#br0" timeOffset="50533.83">31648 6679 5822 0,'0'0'1749'0,"0"0"-1128"0,0 0-621 15,0 0 0-15,-5 37 0 0,3 6 0 16,-2 13 0-16,2 9 0 15,2 2 0-15,0 4 0 16,0 0 0-16,2-3 0 0,0-4 0 0,-2-7 0 16,0-6 0-16,0-5 0 15,-4-7 0-15,0-8 0 0,0-11-309 16,-2-9-1216-16,-3-11-800 0</inkml:trace>
  <inkml:trace contextRef="#ctx0" brushRef="#br0" timeOffset="50688.8">31495 7193 7239 0,'0'0'953'0,"0"0"-953"0,0 0 0 16,0 0 0-16,33-18 0 0,-11 8 0 15,3 0 0-15,0 1 0 0,0 1 0 16,0-1 0-16,-3 5 0 0,3-3 0 16,0 2 0-16,-25 5 0 15,43-13 0-15,-26 8-1910 0,-5-2-823 0</inkml:trace>
  <inkml:trace contextRef="#ctx0" brushRef="#br0" timeOffset="50844.29">31900 7057 6823 0,'0'0'1369'16,"-15"39"-1369"-16,7-12 0 0,-2 2 0 16,1 1 0-16,-1-2 0 0,4-1 0 15,4-4 0-15,0-2 0 0,2-5 0 16,2-3 0-16,0-5 0 0,0-3-149 15,2-4-1019-15,0-2-393 0</inkml:trace>
  <inkml:trace contextRef="#ctx0" brushRef="#br0" timeOffset="50972.14">31995 6686 7887 0,'0'0'284'16,"0"0"-263"-16,21-33-21 0,-19 33 0 15,0 8-437-15,0 1-2272 0,2 8-1205 16</inkml:trace>
  <inkml:trace contextRef="#ctx0" brushRef="#br0" timeOffset="51206.57">32123 7010 6294 0,'0'0'933'16,"-35"1"32"-16,12 12-965 0,0 5 0 16,3 5 0-16,1 6 0 0,5 3 0 15,7-1 0-15,7-3 0 0,11-2 0 16,9-2 0-16,7-5 0 16,11-1 0-16,5-5 0 0,9-6 0 0,3-2 0 15,-1-5 0-15,2-4 0 16,-8-5 0-16,-11-1-1349 0,-10-4-2961 0</inkml:trace>
  <inkml:trace contextRef="#ctx0" brushRef="#br0" timeOffset="51612.71">29649 7988 6514 0,'0'0'1337'16,"-2"46"-996"-16,0-13-341 0,-3 2 0 15,1-1 0-15,0-1 0 0,0-3 0 16,2-6 0-16,2-8 0 0,0-8 0 15,4-5-57-15,4-8-971 0,1-2-1517 16,-1-8-825-16</inkml:trace>
  <inkml:trace contextRef="#ctx0" brushRef="#br0" timeOffset="51751.26">29787 7664 4518 0,'0'0'876'16,"0"0"-820"-16,0 0 400 0,0 0-444 15,0 0-12-15,0 0-292 0,0 0-160 16,-12 56-52-16,18-30-821 0,-2-6 84 16,-2 3-355-16</inkml:trace>
  <inkml:trace contextRef="#ctx0" brushRef="#br0" timeOffset="52095.1">29767 8156 2481 0,'0'0'1424'0,"0"32"-179"15,0-22-661-15,0-9-40 0,4-2 181 16,4-12-241-16,4-12-68 0,5-11-127 15,1-7-289-15,3 0 0 16,-2 5 0-16,-1 2 0 0,-1 8 0 16,-5 6 0-16,-3 9 0 0,-3 7 0 15,-2 4 0-15,-2 3 0 0,-2 10 0 16,0 8 0-16,-2 7 0 16,-6 1 0-16,1 2 0 0,3-7 0 15,2-4-133-15,2-3-143 0,0-5 64 16,2-5 112-16,2-3-164 0,1-2-24 15,5-4 112-15,4-6-12 0,1-2 167 16,-1-2 21-16,-1-2 45 16,-1 2 27-16,-2 1 68 0,3-1 224 15,-3 0-104-15,-2 3-20 0,-1 3-4 16,-3 4-168-16,-2 3-4 0,2 1 68 16,-2 8-132-16,0 10 12 0,0 6 13 15,-2 5-25-15,0 4-33 0,0-2-107 16,2 0-36-16,0 3-64 0,2 0-732 15,-1-9-101-15,-1 1-568 0</inkml:trace>
  <inkml:trace contextRef="#ctx0" brushRef="#br0" timeOffset="52407.45">30021 8749 6122 0,'0'0'725'0,"0"0"-65"0,0 0-296 16,0 0-76-16,0 0-255 0,0 0-33 15,-13-42 0-15,15 0 0 16,5-9 0-16,-1-7 0 0,2-4 0 16,5-6 0-16,-1-5 0 0,4 1 0 15,5 2 0-15,0 8 0 0,-3 11 0 16,3 9 0-16,-2 8 0 0,-3 9 0 16,-1 9 0-16,-3 3 0 0,-4 8 0 15,-1 2 0-15,-3 1 0 0,0 2 0 16,0 5 0-16,2 3 0 0,-4 11 0 15,-2 5 0-15,-2 6 0 16,-6 2 0-16,-2 0 0 0,-1 1 0 16,-1-1 0-16,1-2 0 0,3-3 0 15,0-6-341-15,4-6-351 0,0-6-117 16,2-6-1316-16,-3-4-1044 0</inkml:trace>
  <inkml:trace contextRef="#ctx0" brushRef="#br0" timeOffset="52894.72">30364 8129 6663 0,'0'0'1044'0,"0"0"-559"0,33-41-485 15,-23 24 0-15,3-3 0 0,-3-1 0 16,0-1 0-16,-3 2 0 0,-7 0 0 16,0 3 0-16,-9 4 0 0,-3 4 0 15,-7 7 0-15,-3 6 0 0,-5 11 0 16,2 9 0-16,2 6 0 15,0 4 0-15,7 2 0 0,6 0 0 16,8 0 0-16,4-5 0 0,16-5 0 16,7-5 0-16,6-8 0 0,6-6 0 15,7-6 0-15,3-3-213 0,-1-9-83 16,-1-4-244-16,-4-2-69 0,-5-3-111 16,-7-1-460-16,-11-1 615 15,-3 0 493-15,-7 3 72 0,-6-1 605 16,-2 1 147-16,-4 2 737 0,-2 0-797 15,-1 0-156-15,-1 4-415 0,-2 1-121 16,2 5 0-16,-7 7 0 16,1 4 0-16,-5 10 0 0,-2 10 0 15,1 8 0-15,-3 5 0 0,2 6 0 16,5 0 0-16,5-2 0 0,9-3 0 16,2-5 0-16,6-8 0 0,9-7 0 15,4-7 0-15,5-11 0 0,3-9 0 16,4-14 0-16,-2-8 0 0,-4-7 0 15,-2-5-181-15,-5-3-631 16,-5 0-729-16,-5 9-256 0,-4-2-688 0</inkml:trace>
  <inkml:trace contextRef="#ctx0" brushRef="#br0" timeOffset="53000.66">30724 7715 4253 0,'0'0'1961'0,"0"0"-1140"0,0 0-1 16,0 0-483-16,0 0-337 0,0 0 0 15,-13 42 0-15,7 11 0 16,0 9 0-16,-2 2 0 0,-1-4 0 15,5-3 0-15,4-6 0 0,6-6 0 16,9-6 0-16,3-9-1229 16,-1-10-496-16,-1-7-536 0</inkml:trace>
  <inkml:trace contextRef="#ctx0" brushRef="#br0" timeOffset="53597.39">30897 8057 6214 0,'0'0'1737'0,"-27"-56"-1496"0,15 36-241 0,6 9 0 15,2 6 0-15,0 4 0 16,1 1 0-16,-5 4 0 0,0 11 0 16,-5 12 0-16,-1 8 0 0,4 2 0 15,6-3 0-15,4-5 0 0,2-4 0 16,6-5 0-16,2-4 0 0,5-7 0 16,-1-4 0-16,3-5 0 15,1-7 0-15,-1-6 0 0,1-5 0 16,-1 0 0-16,-5 2 0 0,-3 2 0 15,-3 4 0-15,-4 3 0 0,0 3 0 16,-2 4 0-16,2 0 0 16,-2 11 0-16,0 8 0 0,2 8 0 15,-2 3 0-15,2-2 0 0,0-6 0 16,2-2 0-16,3-5 0 0,-1-4 0 16,0-5 0-16,-2-4 0 0,0 0 0 15,-2-2 0-15,2-1 0 0,1-5 0 16,-1-5 0-16,0-4 0 0,2-2 0 15,-2-1 0-15,0 3 0 16,0 1 0-16,3 4 0 0,-3 3 0 16,0 2 0-16,0 0 0 0,0 0 0 15,2 0 0-15,-1-1 0 0,-1 2 0 16,0 2 0-16,-4 2 0 0,2-1 0 16,-2 1 0-16,0 0 0 15,0-1 0-15,0-1 0 0,4 0 0 16,0-6 0-16,4-6 0 0,3-4 0 15,5-3 0-15,3-1 0 0,0 2 0 16,1 3 0-16,-1 3 0 16,-5 4 0-16,-8 7 0 0,1 3 0 15,-5 3 0-15,0 12 0 0,-2 11 0 16,0 6 0-16,0 1 0 0,0-2 0 16,2-4 0-16,6-6 0 0,5-3 0 15,1-7-165-15,-2-5-887 0,3-6-2018 16</inkml:trace>
  <inkml:trace contextRef="#ctx0" brushRef="#br0" timeOffset="53814.24">31453 8036 5814 0,'0'0'1657'0,"0"0"-977"0,-22-40-639 0,11 39-41 0,-3 2 0 15,-1 10 0-15,-1 7 0 0,-1 4 0 16,3 6 0-16,1 1 0 0,7 0 0 15,2-1 0-15,4-1 0 0,6-4 0 16,5-4 0-16,3-6 0 16,0-5 0-16,5-3 0 0,-2-5 0 15,1-5 0-15,-1-4 0 0,1-5 0 16,-1-1-193-16,-1-1-691 0,-5 5-1213 16,-3 0-176-16</inkml:trace>
  <inkml:trace contextRef="#ctx0" brushRef="#br0" timeOffset="54035.27">31586 8140 4085 0,'0'0'1981'0,"0"0"-768"16,0 0-300-16,39-14-913 0,-29 7 0 16,3-2 0-16,1-4 0 0,-4-1 0 15,-1-3 0-15,-3 2 0 0,-2-2 0 16,-4-1 0-16,0 6 0 0,-2 4 0 16,-4 1 0-16,-9 7 0 15,-5 1 0-15,-7 11 0 0,-2 11 0 16,0 9 0-16,2 7 0 0,6 5 0 15,9 2 0-15,12-3 0 0,6-4 0 16,11-8 0-16,12-8 0 16,4-6 0-16,6-10 0 0,2-7 0 15,3-7 0-15,-3-10 0 0,-2-6 0 16,-4-5-205-16,-10 4-1324 0,-4 1-3909 0</inkml:trace>
  <inkml:trace contextRef="#ctx0" brushRef="#br0" timeOffset="54313.31">31817 7678 5514 0,'0'0'908'16,"0"0"-403"-16,0 0 347 0,0 0-560 16,0 0-171-16,39 8-121 15,-24 8 0-15,-1 2 0 0,-1 1 0 16,-1-2 0-16,3-2 0 0,-3-4-629 16,0-2-335-16,-3-4-173 0,-3-4-2617 0</inkml:trace>
  <inkml:trace contextRef="#ctx0" brushRef="#br0" timeOffset="54443.97">32013 7661 6699 0,'0'0'1296'0,"0"0"-1099"16,0 0-197-16,0 0 0 16,32 33 0-16,-10-18 0 0,5 3 0 15,4 1 0-15,2 0-953 0,-8-5-200 16,0 2-219-16</inkml:trace>
  <inkml:trace contextRef="#ctx0" brushRef="#br0" timeOffset="76547.1">23720 11576 2357 0,'0'0'2193'0,"0"0"-1437"0,0 0-496 0,0 0-96 0,0 0-44 0,0 0-92 0,42 2 12 16,-22-2 12-16,9 1-48 16,2 0 72-16,13 1 152 0,7-1-88 15,13 2-28-15,9 1 13 0,9 2-117 16,11-2 4-16,9 0-12 0,9 1 4 16,5-2-4-16,14 0 0 0,3-2-20 15,3 0 20-15,5-1 0 0,3-1 0 16,7-3 0-16,4-2 84 15,4-3 36-15,3 2-4 0,3-2 52 16,2 3-116-16,-1 0 32 0,1 1 16 16,-1 2-84-16,-1 0-12 0,-2 0-4 15,1 3 8-15,-1 0-8 0,-4 0 0 16,-6 3-104-16,-6-2-160 0,-15-1-505 16,-37 0-191-16,-10-1-297 0</inkml:trace>
  <inkml:trace contextRef="#ctx0" brushRef="#br0" timeOffset="79424.28">24117 14785 2201 0,'0'0'1968'0,"0"0"-1379"15,0 0-205-15,0 0-112 0,0 0 28 16,0 0-212-16,0 0 8 0,0 0 32 15,0 0-76-15,8 5 56 0,19-7 144 16,8 2-152-16,-2 0-51 0,5 2-25 16,5 1-12-16,7-2-12 0,5 2 0 15,10-2 0-15,5 0 0 16,8-1-4-16,7 0-16 0,10 0 20 16,4-1-4-16,7 0-12 0,8-3 16 15,3 1 0-15,5 0 4 0,4-1-4 16,3 0 0-16,1-1 0 15,0 0 0-15,-4 1-8 0,0 0-17 16,-2 0 9-16,-2 2 16 0,0 2-20 16,2 0 20-16,-2 0 28 0,6 0-28 15,1 4 33-15,1-2-5 16,0 3-24-16,-4 0-8 0,-2-1-12 16,-12 0-369-16,-30-3-367 0,-11-1-1893 0</inkml:trace>
  <inkml:trace contextRef="#ctx0" brushRef="#br0" timeOffset="80251.33">24487 15655 2068 0,'0'0'1245'0,"-47"-13"-969"0,22 5-52 0,8 1 104 0,1 0-160 0,1-1-43 16,1 1 15-16,-1-1-68 0,3 1 48 16,4 1 152-16,-1 1-72 0,5 3 24 15,2 0 140-15,0 0-168 16,0 1-28-16,2 1-84 0,8 0-84 15,11 0-16-15,18 1-12 0,6 1-68 16,11-1 28-16,2 0-8 0,6-1 40 16,6 0 36-16,11 0 12 0,8 0-4 15,8 0 16-15,10 0 176 16,7 0-60-16,8 1 28 0,6 0 105 16,8-1-129-16,9 0 0 0,6 0 112 15,6 0-132-15,4 0-4 0,6 0 40 16,5 0-136-16,1 0 0 0,5 0-16 15,2-3-4-15,-3 0-8 0,-1 0-172 16,-4-1-356-16,-5 4-65 0,-14-4-871 16,-40 1 147-16,-9-4-932 0</inkml:trace>
  <inkml:trace contextRef="#ctx0" brushRef="#br0" timeOffset="93546.49">10026 14096 5542 0,'0'0'448'0,"0"0"-264"0,62 6 52 16,-13-6-100-16,24-1 5 0,9-4 19 15,13-1-108-15,17 2-12 0,14 2 16 16,15 2-48-16,5 0 8 0,7 6 40 16,-4 4-44-16,2 1 0 0,-4 3-12 15,0-2-16-15,-11-1-8 0,-4-2 16 16,-6-2-156-16,-14-5-160 16,-29-2-1337-16,-19-8-1801 0</inkml:trace>
  <inkml:trace contextRef="#ctx0" brushRef="#br0" timeOffset="99895.92">9699 15527 880 0,'0'0'1549'16,"0"0"-1001"-16,0 0 32 0,0 0 277 16,0 0-425-16,0 0 36 0,0 0 172 15,0 0-328-15,-10 0-68 0,16-5 33 16,4 2-197-16,0-1 4 0,11 2-28 15,2 1-48-15,6 1-8 0,0 0 8 16,2 0-4-16,6 0-4 0,8-4 4 16,9-2 4-16,8 0-8 0,6 0 0 15,7-2 8-15,3-3-8 16,7 1 0-16,2-5 12 0,-2 1-12 16,6 1 20-16,4 0-16 0,4 1-4 15,-4 5 0-15,8 1-4 0,-3 4 0 16,5 1-88-16,7 1-16 15,-3 0 84-15,1 2 20 0,6 0-24 16,-1 2 24-16,1 0-104 0,4 0-53 16,-8-2 1-16,-7 2-336 15,-6-3 0-15,-14 0-228 0,-27-1-957 16,-2 0-548-16</inkml:trace>
  <inkml:trace contextRef="#ctx0" brushRef="#br0" timeOffset="100626.28">10309 16294 3613 0,'0'0'1365'16,"0"0"-1365"-16,37 12-292 0,-16-8-289 16,-5-1-207-16,-6-3-2529 0</inkml:trace>
  <inkml:trace contextRef="#ctx0" brushRef="#br0" timeOffset="100783.55">10991 16340 4746 0,'0'0'116'0,"58"7"-116"0,-31-6-128 16,-5-2-2057-16</inkml:trace>
  <inkml:trace contextRef="#ctx0" brushRef="#br0" timeOffset="100925.24">11696 16308 5678 0,'47'3'128'16,"5"-3"-128"-16,2 0-4 0,-3 0-688 16,-13-2-845-16,-1-1-928 0</inkml:trace>
  <inkml:trace contextRef="#ctx0" brushRef="#br0" timeOffset="101016.6">12322 16359 4061 0,'0'0'905'16,"72"16"-513"-16,-28-7-156 0,1-3-84 16,7-3-152-16,-19-1-648 15,4-2-3070-15</inkml:trace>
  <inkml:trace contextRef="#ctx0" brushRef="#br0" timeOffset="179923.73">28743 14818 2525 0,'0'0'1676'0,"0"0"-1083"16,-37 15 239-16,33-12-288 0,4-3-51 16,4 0 203-16,13-2-424 0,22-7-52 15,13-4 121-15,14-1-341 0,6-4 0 16,-2 3 0-16,5 1 0 0,-1 1 0 15,1 2 0-15,-1 3 0 0,0 0 0 16,-5 4 0-16,-7 1 0 0,-7 1 0 16,-11 2 0-16,-9 0-157 15,-12 0 5-15,-13 0-180 0,-6 1-76 16,-4 0 44-16,-8-1-441 0,0 0-11 16,-11 0-517-16</inkml:trace>
  <inkml:trace contextRef="#ctx0" brushRef="#br0" timeOffset="180392.86">28892 14640 5266 0,'0'0'688'15,"0"0"-400"-15,37-32 12 0,-30 26 49 16,-1 2-237-16,-2 1-32 0,2 1 40 16,0 0-112-16,0 2-8 0,-1 2 0 15,-7 7-32-15,-13 8 32 0,-12 3-4 16,-8 6 28-16,-4 2-24 16,0 4 180-16,-5 4 100 0,1 1-8 15,3-3-11-15,5-1-261 0,10-3 0 16,15-4 0-16,10 0 0 0,15-3 0 15,14-2 0-15,12-2 0 16,17-2 0-16,8-3 0 0,8-2 0 0,5-4 0 16,-7-4 0-16,-4-4-33 15,-20 0-1003-15,-9-8-2378 0</inkml:trace>
  <inkml:trace contextRef="#ctx0" brushRef="#br0" timeOffset="193534.91">17434 11015 2341 0,'0'0'596'15,"0"0"1073"-15,0 0-1353 0,0 0-40 16,0 0 336-16,0 0-392 16,-39 13-48-16,35-9 185 0,4 1-101 15,4 1-16-15,23 2 264 0,14 0-164 16,13-3-47-16,14-5-293 0,0-2 0 15,7-6 0-15,1 0 0 16,-1-3 0-16,-1-2-29 0,4 1-307 16,-3 0 200-16,-3 1 76 0,-4 4 8 15,-3 2-136-15,-3 4-28 0,-13 1-489 16,-14 0-419-16,-10-1-785 0</inkml:trace>
  <inkml:trace contextRef="#ctx0" brushRef="#br0" timeOffset="193799.3">18451 10733 4878 0,'0'0'680'15,"48"28"184"-15,-24-14-71 0,-1-2-445 16,-2-1-112-16,2-1-92 0,6 2-136 15,-1-2-8-15,4 6 0 16,-4-1-16-16,-3 5-100 0,-4 6-160 16,-11 2 0-16,-10 3 132 0,-16 0 96 15,-5 0 48-15,-10-2 64 0,-6-1 352 16,0-3-240-16,-3-2-96 0,1-6-80 16,10-6-196-16,0-6-740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26T18:40:59.51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27251 2350 1236 0,'0'0'3129'0,"0"0"-2580"0,0 0 591 15,0 0-527-15,0 0-225 0,0 0-100 16,0 0-164-16,-4 51 44 0,10-8 124 16,4 3-204-16,3 5 8 0,-1 1-15 15,0 4-81-15,3-2 0 16,-3 0 0-16,1-1 0 0,-1-6 0 0,3-5 0 15,1-10 0-15,1-8 0 16,3-10 0-16,3-10 0 0,2-6 0 16,4-12 0-16,-2-11 0 0,2-9 0 15,-2-9 0-15,-3-7 0 0,-1-5 0 16,-6-2 0-16,-1-4 0 16,-3 5 0-16,-1 7 0 0,-2 5 0 15,-1 11 0-15,-3 9-285 0,-4 7-499 16,-2 9-233-16,0 3-2020 0</inkml:trace>
  <inkml:trace contextRef="#ctx0" brushRef="#br0" timeOffset="578.14">27063 3242 5546 0,'0'0'1229'16,"0"0"-817"-16,60-29-64 0,-21 22 144 15,6 1-327-15,7 1-165 0,8 2 0 16,10 0 0-16,7 1 0 0,3-1 0 16,1-1-181-16,-2-1-259 0,-5 3-560 15,-18-1 15-15,-9 3-312 0</inkml:trace>
  <inkml:trace contextRef="#ctx0" brushRef="#br0" timeOffset="856.5">27199 3587 3997 0,'0'0'1025'0,"50"-38"-665"15,-30 29 8-15,-3 12 4 0,-7 11-192 16,-1 7 81-16,-1 10 327 15,-6 5-164-15,-2 3-92 0,0 3-47 16,-4 0-285-16,-2-1 0 0,-1-2 0 16,-1-1 0-16,0-1 0 0,0-5 0 15,-3-2 0-15,3-5 0 0,-2-4 0 16,3-8-601-16,5-5-315 0,0-5-1894 0</inkml:trace>
  <inkml:trace contextRef="#ctx0" brushRef="#br0" timeOffset="1017.92">27269 3494 4053 0,'0'0'2361'16,"42"-12"-1736"-16,-9 4 167 0,8-2-431 16,1 0-361-16,-3 1 0 0,2 1 0 15,-2 1 0-15,1 0 0 0,-7 0 0 16,0 2 0-16,-6 3-741 15,-9 1-127-15,-7 1-281 0,-7 2-3165 0</inkml:trace>
  <inkml:trace contextRef="#ctx0" brushRef="#br0" timeOffset="1182.76">27263 3770 6502 0,'0'0'337'16,"40"19"343"-16,-1-13-7 0,4-6-673 15,7-2 0-15,2-2 0 0,-3-3 0 16,5 1 0-16,-2 1 0 0,-13 0 0 16,0 1-2970-16</inkml:trace>
  <inkml:trace contextRef="#ctx0" brushRef="#br0" timeOffset="4028.75">25649 7084 848 0,'0'0'2721'0,"0"0"-2185"16,0 0 33-16,0 0-113 0,0 0-136 15,0 0 48-15,-19-35-156 0,19 28-36 16,2-3 64-16,0 2-127 0,2 2 23 15,-1-1 76-15,-1 2-144 16,0 1-20-16,0-1 48 0,0 0-76 16,0-1 28-16,2 1 32 0,0-2-80 15,0 1 32-15,3-1 0 0,-3 0-12 16,2 0-20-16,0 1 24 16,0 0-8-16,-2-1-12 0,3 1 0 15,-3 1 20-15,2 1-20 0,-2 0 108 16,2-2-68-16,5-1 12 0,-3 0 24 15,6-3-76-15,1 0 16 0,-1-1 12 16,1 1-20-16,-3 0-8 0,1-1 24 16,1 2-24-16,-2-2-4 0,1 1 4 15,1-1 8-15,3 0-12 16,-1-1 8-16,3-1 20 0,0 0-24 16,3-1 76-16,3-2-72 0,0 0-4 15,4-2 4-15,0 0-4 0,2-2-4 16,2 0 0-16,2 0-4 0,2-3 4 15,-2 2 0-15,3-2 4 16,-1 2-4-16,-2 1 0 0,0 1-8 16,0-3 8-16,-4 2 4 0,2-2 0 15,-2 1-4-15,2-1 0 0,5-1 12 16,-1 0-12-16,2-2 4 0,4-1 12 16,-1 0-16-16,-1-1 24 15,3 1-16-15,-1-1-8 0,-2 1 0 16,5-2 0-16,-5 3 0 0,0-1 0 15,1 0-8-15,-1-1 8 0,-2-1 4 16,3 1 8-16,-3 0-12 0,0 1 0 16,3 0 4-16,-3 1-4 0,0 0 0 15,0 0 8-15,3 0-8 0,-3-1 12 16,2 0-4-16,-3 0-8 16,1 2 32-16,0-2-28 0,0 4 12 15,-1-3 20-15,-1 2-19 0,-2 1-17 16,-2 1 0-16,-2 2 0 0,-2-2 0 15,0 2 0-15,-2-2 0 0,0 1 0 16,2 1 0-16,-5-1 0 16,3 2 0-16,-2-1 0 0,-2 1 0 15,0 1 0-15,-5 0 0 0,1 0 0 16,-3 3 0-16,-1-1 0 0,-1 1 0 16,1-2 0-16,-1 1 0 0,1 0 0 15,-3 1 0-15,1 0 0 16,-1 1 0-16,-2 1 0 0,-1 0 0 15,-1 2 0-15,-2-1 0 0,0 2 0 16,-4 1-33-16,2 1 33 0,-2 4 0 16,-2-2 0-16,5-1 0 0,-3-1 0 15,2 0 4-15,0-3-4 0,4 1 0 16,3-4-12-16,1 0 12 0,-2 1 0 16,-1 2 4-16,-3 3-4 15,-2 1 4-15,0 2-4 0,-2-2 0 16,2-1 0-16,0-1 8 0,-2 1-8 15,1-1 8-15,1 0 9 0,-2 1-17 16,2-4 0-16,0 0 0 16,4-3 0-16,3 0 0 0,-3 0 0 15,0-1 0-15,-2 1 0 0,1 1 0 16,1 0 0-16,0-1 0 0,-2 0 0 16,0-1 0-16,1 0 0 15,-1 0 0-15,2-1 0 0,0 1 0 16,1-2 0-16,-1 2 0 0,0-2 0 15,0 0 0-15,-1 1 0 0,3-2 0 16,-4 1 0-16,2-1 0 0,1-1 0 16,-3 0 0-16,2 0 0 0,-2-2 0 15,3 2 0-15,-3-1 0 0,2 1 0 16,-2-1 0-16,1 1 0 0,1 0 0 16,-4 0 0-16,2 2 0 0,0-2 0 15,1 1 0-15,-1-1 0 16,-2 1 0-16,2 2 0 0,-2 0 0 15,-2 2 0-15,0 2 0 0,-2 3 0 16,0 2 0-16,0 3 0 0,0 2 0 16,0-1 0-16,-2 1 0 15,0-1 0-15,0 1 0 0,2 2 0 16,-2 0 0-16,2 0 0 0,0 0-41 16,-2 4-127-16,2-1-196 0,-2 0 68 15,2 1-48-15,0 0-421 16,0 0 9-16,0 0-56 0,2-1-605 15,0 2 72-15</inkml:trace>
  <inkml:trace contextRef="#ctx0" brushRef="#br0" timeOffset="5547.53">28756 4162 588 0,'0'0'1737'0,"0"0"-901"0,0 0-256 15,0 0-24-15,0 0 29 16,0 0-361-16,0 0-112 0,0 0-76 16,0 0-32-16,0 0-4 0,0 0 4 15,16-16 8-15,-10 16-12 0,3 0 72 16,1 2-52-16,5 3 4 0,-1 2 28 16,0 1-48-16,-1-1 16 0,-5-2-16 15,0 0-4-15,-3-2 0 16,-3 0 16-16,2-1-8 0,0 3-8 15,0-1 92-15,-2 0-4 0,0 2 20 16,0 0 64-16,0 0-88 0,0 0 48 16,0 0 80-16,0 0-136 15,1 1 0-15,-3-1 77 0,2-1-77 16,-2 2-4-16,0-1 8 0,0 1-80 16,2 1 20-16,-2 3 16 0,4 2-24 15,0-2 0-15,0-3 24 0,-2 0-28 16,0 1 0-16,0 2 60 0,0 1-36 15,-2 1 60-15,0-1 56 16,-2-1-80-16,2 0 12 0,-2-1 76 16,2 2-88-16,0 0 8 0,-2 0 16 15,2 0-80-15,0 0 16 0,0 2 12 16,-2-2-24-16,2 1-12 0,-2-1 32 16,-2 2-12-16,2-1-24 0,2 1 28 15,-2-3-24-15,2 2-4 0,0-2 4 16,0 0 12-16,0 0-16 15,2-3 53-15,0-1-53 0,0-2 0 16,0 0 0-16,0 2 0 16,-2 0 0-16,2 1 0 0,-2 3 0 15,0-1 0-15,0 5 0 0,0 0 0 16,0-2 0-16,0-1 0 0,0-1 0 16,4-1 0-16,-2 1 0 0,2 0 0 15,-1 2 0-15,1 0 0 0,-2 1 0 16,2 0 0-16,0 3 0 0,0-1 0 15,0 1 0-15,2-3 0 16,1 3 0-16,1-2 0 0,0 2 0 16,-2-3 0-16,5 3 0 0,-5-2 0 15,2 0 0-15,-2 1 0 0,3-2 0 16,-3 0 0-16,2 2 0 0,0-4 0 16,1 2 0-16,-1-2 0 15,0 0 0-15,1-1 0 0,-1 0 0 16,0 1 0-16,0 0 0 0,-1-2 0 15,1 1 0-15,-4-3 0 0,0-1 0 16,2-2 0-16,-2 1 0 0,-2-1 0 16,5 2 0-16,-3 0 0 15,2 1 0-15,0 2 0 0,-2-2 0 16,3 2 0-16,-1 0 0 0,0 2 0 16,2 4 0-16,3-1 0 0,-3-1 0 15,0 1 0-15,0-1 0 0,3-1 0 16,-1 1 0-16,-2 0 0 15,3 1 0-15,-1 0 0 0,2-1 0 16,-1 0 0-16,1 2 0 0,1-2 0 16,1 2 0-16,0 1 0 0,3 0 0 15,-3 0 0-15,3 0 0 0,0 2 0 16,-1-2 0-16,1 2 0 16,1-1 0-16,3 0 0 0,0 0 0 15,-1 1 0-15,3 0 0 0,2 0 0 0,2 1 0 16,-3 1 0-16,3 0 0 15,0 0 0-15,-2 3 0 0,2-3 0 16,-4 3 0-16,1-2 0 0,-1 2 0 16,-2 1 0-16,-1-1 0 0,1 2 0 15,0-3 0-15,-3 1 0 16,3-1 0-16,0 0 0 0,2 1 0 16,-1 0 0-16,3 0 0 0,0 1 0 15,0-1 0-15,-1 2 0 16,-1-1 0-16,2 1 0 0,-2-1 0 15,-3 0 0-15,3 0 0 0,-4 1 0 16,1-2 0-16,-1 0 0 0,0-1 0 16,-1 2 0-16,1-4 0 0,2 3 0 15,-1-5 0-15,-1 2 0 0,1 0 0 16,1-2 0-16,0 1 0 16,-1-3 0-16,1 3 0 0,0 0 0 15,4-1 0-15,2 0 0 16,4 2 0-16,6 0 0 0,2 0 0 0,6 3 0 15,5-4 0-15,4 3 0 0,0-1 0 16,3 2 0-16,1 2 0 16,0 0 0-16,2 3 0 0,0-1 0 15,2 2 0-15,-4-3 0 0,-6 3 0 16,-7-3 0-16,-8 1 0 16,-8 0 0-16,-4-5 0 0,-10 0 0 15,-5-3 0-15,-6-7 0 0,-4-2 0 16,-6-4 0-16,-7-6 0 0,-3-1 0 15,-7-3 0-15,0-7 0 0,7 0-997 16,6 3-360-16,1-2-572 0</inkml:trace>
  <inkml:trace contextRef="#ctx0" brushRef="#br0" timeOffset="12167.6">26761 7893 3389 0,'0'0'2453'15,"-4"63"-1745"-15,0-24-311 16,4 4 423-16,-2 4-476 0,2 3-263 16,0 3-81-16,4-2 0 0,0-1 0 15,-2-6 0-15,0-4 0 0,2-6 0 16,-2-4 0-16,-2-4 0 15,0-8-125-15,0-5-1504 0,0-7-572 0</inkml:trace>
  <inkml:trace contextRef="#ctx0" brushRef="#br0" timeOffset="12338.62">26722 7770 5034 0,'0'0'2605'0,"0"0"-2052"0,0 0-553 15,53-25 0-15,-20 13 0 0,5 0 0 16,3-1 0-16,5 0 0 0,-1-1 0 16,0 2 0-16,-3 0 0 0,-5 4 0 15,-4 1 0-15,-8 6 0 0,-13 1-1982 16,-10 7-859-16</inkml:trace>
  <inkml:trace contextRef="#ctx0" brushRef="#br0" timeOffset="12508.91">26730 8090 4642 0,'0'0'2285'0,"0"0"-1797"15,47 3 208-15,-7-3-615 0,3-7-81 16,1-1 0-16,-3 0 0 16,0 0 0-16,3 2 0 0,-1 1 0 15,-2 1 0-15,1 1 0 0,-9-1 0 16,-8 3-893-16,-5-3-1296 0</inkml:trace>
  <inkml:trace contextRef="#ctx0" brushRef="#br0" timeOffset="12820.86">26581 8756 7407 0,'0'0'785'0,"72"-25"-785"0,-16 8 0 16,6 3 0-16,9-1 0 0,1 2 0 15,2 2 0-15,-1 3 0 0,-1 0 0 16,-4 1 0-16,-4 2 0 0,-12 5-1337 16,-17 0 192-16,-12 2-400 0</inkml:trace>
  <inkml:trace contextRef="#ctx0" brushRef="#br0" timeOffset="13177.96">26718 9032 2401 0,'0'0'3145'0,"0"0"-1672"15,0 0-917-15,0 0-152 0,37 17-191 16,-15 8-213-16,1 10 0 0,0 9 0 15,0 3 0-15,-1 6 0 0,-3 2 0 16,0 4 0-16,-7-2 0 0,0-6 0 16,-3-5 0-16,-1-8 0 15,0-10 0-15,1-7 0 0,3-9 0 16,0-11 0-16,5-7 0 0,1-15 0 16,5-12 0-16,2-13 0 0,4-9 0 15,0-4 0-15,4-2 0 0,-2 5 0 16,0 6 0-16,-2 5 0 15,-4 6 0-15,-3 9 0 0,-5 5 0 16,-3 6 0-16,-5 4-565 0,-5 5-1116 16,-4 1-1100-16</inkml:trace>
  <inkml:trace contextRef="#ctx0" brushRef="#br0" timeOffset="15573.33">25866 10099 2913 0,'0'0'2089'15,"0"0"-1497"-15,0 0-216 0,0 0 192 16,0 0-339-16,0 0-17 0,0 0 80 15,0 0-212-15,0 0 16 0,0 0 180 16,4 1-132-16,2 0 12 16,0 4 13-16,1 0-169 0,1 1 0 15,0 2 0-15,0 3 0 0,3-2 0 16,-1 3 0-16,2 0 0 0,1 0 0 16,1-3 0-16,-1 1 0 15,1-2 0-15,3 0 0 0,-1 4 0 0,1-3 0 16,1 2 0-16,1 2 0 15,2 1 0-15,1 1 0 0,1-1 0 16,0 3 0-16,4-3 0 0,2 0 0 16,2 0 0-16,2 1 0 15,4-1 0-15,0-2 0 0,3 1 0 16,-1 0 0-16,0 0 0 0,0 1 0 16,1 0 0-16,-1 2 0 0,-2-1 0 15,-2 2 0-15,-2 0 0 0,0 2 0 16,0 2 0-16,-2 0 0 0,-2 1 0 15,2 1 0-15,-2-1 0 0,4 0 0 16,-2 3 0-16,5-3 0 16,-3 3 0-16,4-1 0 0,-2 1 0 15,2 1 0-15,3 1 0 0,1 0 0 16,0 3 0-16,1-1 0 16,-1 0 0-16,2 4 0 0,3-1 0 15,1 1 0-15,1 3 0 0,1-1 0 16,1 1 0-16,0-1 0 0,-1 1 0 15,5 2 0-15,-2 1 0 0,-3 0 0 16,3 3 0-16,-2 0 0 0,1 3 0 16,3 2 0-16,-2 0 0 15,-1 3 0-15,1 2 0 0,0-1 0 16,-1 3 0-16,1 0 0 0,-2 1 0 16,-1 4 0-16,-1 0 0 0,-1 4 0 15,-1 1 0-15,-1 1 0 0,-1-1 0 16,-3-1 0-16,-2-4 0 0,3 1 0 15,-3-1 0-15,0-2 0 0,-4 0 0 16,-1 1 0-16,-3 0 0 16,-5-1 0-16,-1-3 0 0,-4-3 0 15,-3-2 0-15,1-3 0 0,-4-3 0 16,-1-1 0-16,3-3 0 16,-5-5 0-16,2-3 0 0,-1-3 0 15,-1-6 0-15,-1-1 0 0,-3-7 0 16,0-5 0-16,-4-3 0 0,0-2 0 15,0-2 0-15,3-2 0 16,-1 0 0-16,0-7 0 0,0-9 0 16,1-5 0-16,-3 1 0 0,-2-4 0 15,-2 3 0-15,2 0 0 0,-2-2 0 16,0 1 0-16,2-2 0 0,2-1 0 16,4-4 0-16,3-2 0 0,3-3 0 15,3-4 0-15,3-2 0 0,1-5 0 16,4-1 0-16,0-2 0 0,1 1 0 15,3-3 0-15,0 1 0 16,2-1 0-16,2 0 0 0,0-1 0 16,5 0 0-16,1-2 0 0,2-3 0 15,5-2 0-15,-3-4 0 0,3 1 0 16,1-1 0-16,-1 0 0 0,1 2 0 16,1-1 0-16,3 2 0 15,-1-2 0-15,2 1 0 0,4-2 0 16,-1 0 0-16,5 0 0 0,2 0 0 15,4-2 0-15,3-1 0 0,5-2 0 16,3-1 0-16,3-2 0 0,1 0 0 16,-5 0 0-16,1 4 0 15,-1 3 0-15,-3 2 0 0,-1 5 0 16,-4 2 0-16,0 4 0 0,-1 2 0 16,-3 0 0-16,-2 3 0 0,-5 4 0 15,-3 4 0-15,-8 3 0 0,-9 4 0 16,-6 5 0-16,-4 4 0 0,-7 6 0 15,-5 3 0-15,-5 6 0 0,-4 2-677 16,-1 4 261-16,-1 0 76 16,0 4-329-16,-2 1-239 0,0 4-281 0</inkml:trace>
  <inkml:trace contextRef="#ctx0" brushRef="#br0" timeOffset="18548.9">27385 11631 1248 0,'0'0'3846'0,"0"0"-2946"0,0 0-295 16,0 0-25-16,0 0-68 15,0 0-420-15,0 0-20 0,0 0 28 16,8 51-84-16,-18-12 68 0,0 1 53 16,-5-4-137-16,-1 0 0 0,-7-3 0 15,-2 1 0-15,-2-5 0 0,-2-1 0 16,3-7-133-16,1-6-163 0,2-4-492 15,9-5 43-15,5-4-383 0,5-2-3086 16</inkml:trace>
  <inkml:trace contextRef="#ctx0" brushRef="#br0" timeOffset="18751.72">27420 11558 4762 0,'0'0'876'16,"0"0"-92"-16,0 0 193 0,0 0-573 16,0 0-148-16,0 0-123 15,0 0-133-15,0 0 0 0,29 54 0 16,-12-27 0-16,-3-1 0 0,1-4 0 16,-3 1 0-16,-1-4 0 0,-7-4-17 15,0-3-419-15,-2-4-128 0,-2-3-953 16,0-4-56-16,0 0-844 0</inkml:trace>
  <inkml:trace contextRef="#ctx0" brushRef="#br0" timeOffset="18950.98">27455 11596 5718 0,'-47'-7'897'0,"1"1"-433"16,-11 3 16-16,-1 3-260 0,-2 5-212 15,2 3 16-15,10 1 64 0,11-2-84 16,16 0 4-16,11-2-8 0,10 0-44 16,13 0-244-16,15-4-1081 15,1 1-231-15,9-3-998 0</inkml:trace>
  <inkml:trace contextRef="#ctx0" brushRef="#br0" timeOffset="19621.49">30775 11691 3141 0,'0'0'2837'0,"0"0"-2048"0,0 0 467 15,0 0-1087-15,0 0-169 0,46-18 0 16,-23 30 0-16,-1 3 0 0,3 6 0 15,2 5 0-15,2 2 0 16,2 4 0-16,2 1 0 0,-2 0 0 16,-4-2 0-16,-4-1 0 0,-9-4 0 15,-4-5 0-15,-3-2 0 0,-5-3 0 16,0-7 0-16,-2-3 0 0,0-2 0 16,-4-3-1245-16,-1-1 88 15,1 0-171-15,-2-11-2138 0</inkml:trace>
  <inkml:trace contextRef="#ctx0" brushRef="#br0" timeOffset="19844.46">30804 11691 1136 0,'0'0'920'0,"0"0"1205"16,0 0-1124-16,0 0 3 0,0 0 369 15,0 0-933-15,0 0-247 16,0 0-193-16,-37 66 0 0,25-25 0 16,3 0 0-16,7-3 0 0,2-5 0 15,0-2 0-15,6-6 0 0,-1-4 0 16,1-5 0-16,-2-6 0 16,0-4-569-16,-2-2-2084 0,2-4-477 0</inkml:trace>
  <inkml:trace contextRef="#ctx0" brushRef="#br0" timeOffset="20008.61">30730 11625 3965 0,'0'0'3354'0,"0"0"-2481"16,0 0-873-16,51-22 0 0,-7 19 0 16,14 1 0-16,0 2 0 0,-3 3 0 15,-3-3 0-15,0-6 0 0,0-9 0 16,-13 3-1577-16,-4-8-4126 0</inkml:trace>
  <inkml:trace contextRef="#ctx0" brushRef="#br0" timeOffset="35968.57">11371 6521 1544 0,'0'0'64'0,"0"0"1445"0,0 0-881 16,0 0 261-16,0 0-533 15,0 0-84-15,0 0-56 0,0 0-156 16,0 0 88-16,0 24 208 0,11-23-168 16,5-1 12-16,13-7 129 0,10-3-205 15,3-6-20-15,5-5-4 16,1-1-80-16,8-2 4 0,1-5 4 15,8-3-16-15,7-6-4 0,8-2 52 16,3-3 24-16,6-4 48 0,2-1 52 16,8-1-164-16,0-1 12 0,11-2-12 15,-5-4-20-15,7-2 0 0,4 0 0 16,0-5 0-16,3 0 0 0,3-2 0 16,-2 0-36-16,6-2 32 15,1 0-4-15,-1-3-4 0,0 1 12 16,0 2 0-16,0 0 4 0,-2 2-4 15,-6 6 0-15,-5 2 0 0,-5 1 0 16,-9 5 0-16,-4 1 8 16,-8 5-8-16,-13 5 0 0,-3 2-12 0,-9 5-52 15,-6 2-92-15,-7 3 44 0,-3 1 16 16,-5 2-220-16,-8 3-249 16,-12 3-231-16,-5 3-1541 0</inkml:trace>
  <inkml:trace contextRef="#ctx0" brushRef="#br0" timeOffset="36648.54">19214 3432 4394 0,'0'0'480'0,"-41"13"-8"0,30-2-256 15,11 0 4-15,4 2 40 0,17 1-180 16,10-1 12-16,17-2 220 0,12-1-179 15,18-2-37-15,19-3 0 16,17-3-88-16,16-2 32 0,23 0 108 16,15-4-56-16,16 0 64 0,14-1 156 15,13 0-160-15,10-1 28 0,8-1 73 16,9-2-253-16,10 0 0 0,-4 2 0 16,2 1 0-16,-12 5 0 0,-15 0 0 15,-8 1 0-15,-25 6 0 0,-21 1 0 16,-22 0 0-16,-25-2 0 15,-38-3-1990-15,-20-6-1607 0</inkml:trace>
  <inkml:trace contextRef="#ctx0" brushRef="#br0" timeOffset="38501.25">28051 1931 7483 0,'-31'-53'20'0,"6"3"-20"16,-6-2-32-16,4 9 24 0,-6 3 0 15,-10 6-40-15,-5 2 48 16,-4 8 0-16,-1 5-4 0,-1 9 4 16,0 6 0-16,0 8-16 0,3 11 8 15,-5 12 4-15,-6 12-28 0,-10 12 16 16,-9 15 12-16,-10 13-68 16,-8 12 48-16,-5 16 8 0,-3 10 20 15,-1 12-4-15,9 14 128 0,4 6 8 16,12 10 24-16,11 7 204 0,10 2-252 15,10 4-35-15,15 3-77 16,8-2 0-16,15-3 0 0,12-9 0 16,12-5 0-16,19-13 0 0,21-12 0 15,16-8 0-15,14-14 0 0,18-12 0 16,11-13 0-16,13-19 0 0,12-21 0 16,9-18 0-16,4-20 0 15,10-14 0-15,6-24 0 0,5-17 0 16,3-21 0-16,1-20 0 0,-7-14 0 15,-8-15 0-15,-8-10 0 0,-8-7 0 16,-17-6 0-16,-13-5 0 0,-20-4 0 16,-20-3 0-16,-20-3 0 0,-20-2 0 15,-16-4 0-15,-15 0 0 0,-9 0 0 16,-11 1 0-16,-9 2 0 16,-8 3 0-16,-17 3 0 0,-10 6 0 15,-17 5 0-15,-22 11 0 0,-25 7-305 16,24 37-963-16,-22 5-3363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26T18:41:51.005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21364 790 2933 0,'0'0'2093'0,"0"0"-564"16,0 0-837-16,0 0 28 0,0 0-495 16,0 0-225-16,0 0 0 0,0 0 0 15,-7-20 0-15,18 33 0 0,7 12 0 16,11 13 0-16,9 19 0 0,7 7 0 15,-2 2 0-15,1-4 0 16,-9-11 0-16,0-6 0 0,-6-6 0 16,-4-5 0-16,-2-3 0 0,-9-6 0 15,1-4 0-15,-9-3 0 0,0-7 0 16,-6-5-193-16,0-4-643 16,0-2-45-16,-2-5-1284 0</inkml:trace>
  <inkml:trace contextRef="#ctx0" brushRef="#br0" timeOffset="233.99">21357 1427 5642 0,'0'0'973'0,"0"0"-453"0,0 0 537 16,52-36-1057-16,-25 10 0 0,6-6 0 15,-2-5 0-15,0-3 0 16,0-3 0-16,2-1 0 0,-4 1 0 16,0-1 0-16,-4 1 0 0,2 0 0 15,2 1 0-15,-4-2 0 0,-7 12 0 16,-3-2-4991-16</inkml:trace>
  <inkml:trace contextRef="#ctx0" brushRef="#br0" timeOffset="749.75">22286 491 4578 0,'0'0'952'0,"0"0"-260"0,0 0 377 16,0 0-581-16,0 0-148 0,0 0-267 16,-36-10-73-16,20 24 0 0,-3 18 0 15,-1 19 0-15,-3 12 0 0,-2 14 0 16,-4 8 0-16,0 3 0 0,0 5 0 15,5-2 0-15,5-7 0 16,11-6 0-16,6-9 0 0,4-8 0 16,14-9 0-16,5-9 0 0,6-11 0 15,4-8 0-15,4-8 0 0,2-6 0 16,2-8 0-16,3-3 0 16,-1-7 0-16,-4-7 0 0,-2-4 0 15,-6-6 0-15,-10 4-2242 0,-7-3-1664 0</inkml:trace>
  <inkml:trace contextRef="#ctx0" brushRef="#br0" timeOffset="1069.91">22503 729 6675 0,'0'0'1084'15,"0"0"-651"-15,0 0-433 16,0 0 0-16,0 0 0 0,0 0 0 16,0 0 0-16,-15 41 0 0,7 8 0 15,0 15 0-15,6 4 0 0,-3 1 0 16,5-4 0-16,0-7 0 16,5-3 0-16,1-5 0 0,0-7 0 15,4-7 0-15,1-9 0 0,1-5 0 16,0-9 0-16,5-4 0 0,6-8 0 15,-3-2 0-15,-1-9 0 16,0-5 0-16,-9-3 0 0,-6 3-1589 16,-2-1-1273-16</inkml:trace>
  <inkml:trace contextRef="#ctx0" brushRef="#br0" timeOffset="1239.19">22182 1188 7663 0,'0'0'529'16,"0"0"-529"-16,0 0 0 0,56 5 0 16,-13-13 0-16,7-3 0 0,4-7 0 15,-5-2 0-15,-1-4 0 0,4-3 0 16,-5-2 0-16,-12 6-201 16,-4-1-1856-16</inkml:trace>
  <inkml:trace contextRef="#ctx0" brushRef="#br0" timeOffset="1502.86">22742 524 7543 0,'0'0'276'0,"0"0"97"0,0 0-373 15,0 0 0-15,0 0 0 0,0 0 0 16,36 23 0-16,-7 19 0 0,2 12 0 15,2 11 0-15,-4 4 0 16,-3 0 0-16,-1 4 0 0,-6 0 0 16,-13-1 0-16,-6 0 0 0,-8-3 0 15,-11-4 0-15,-1-5 0 0,-5-5 0 16,-2-9 0-16,0-8 0 16,2-11 0-16,7-17 0 0,3-6-1293 15,7-10-1873-15</inkml:trace>
  <inkml:trace contextRef="#ctx0" brushRef="#br0" timeOffset="1924.69">23369 1076 7291 0,'0'0'740'0,"0"0"-579"0,58-6-161 0,-27 1 0 16,2-1 0-16,2-2 0 0,-2 2 0 16,0-1 0-16,-4 3 0 0,-4 1 0 15,-2 2 0-15,-7 1 0 0,3 0 0 16,-5 0 0-16,-6 1-281 0,-1 0-2188 15,-5-1-744-15</inkml:trace>
  <inkml:trace contextRef="#ctx0" brushRef="#br0" timeOffset="2095.94">23385 1235 3345 0,'0'0'3546'0,"0"0"-2406"0,0 0-979 15,0 0-161-15,58 23 0 16,-16-23 0-16,5-3 0 0,3-7 0 16,-1-2 0-16,5-2 0 0,10-2 0 15,2 0 0-15,-2-2 0 0,-16 2-865 16,-7-1-3929-16</inkml:trace>
  <inkml:trace contextRef="#ctx0" brushRef="#br0" timeOffset="2961.63">24712 834 3113 0,'0'0'2597'0,"0"0"-1492"0,0 0 55 16,0 0-943-16,0 0-217 0,0 0 0 16,0 0 0-16,0 0 0 0,58 60 0 15,-23-19 0-15,5 3 0 0,3 2 0 16,-2-2 0-16,-5-6 0 0,-5-1 0 15,-7-3 0-15,-3-5 0 16,-4-3 0-16,-3-6 0 0,-4-4 0 16,-1-5 0-16,-5-7 0 0,0-3-665 15,-4-1-1844-15,0-9-112 0</inkml:trace>
  <inkml:trace contextRef="#ctx0" brushRef="#br0" timeOffset="3256.11">24712 1410 6170 0,'0'0'1309'0,"0"0"-596"16,0 0-713-16,29-45 0 0,-6 7 0 16,10-7 0-16,0-5 0 0,4 2 0 15,-1 1 0-15,3 0 0 0,-2 0 0 16,0 3 0-16,1 3 0 16,-5 5 0-16,-2 7 0 0,-9 7-45 15,-3 4-1888-15</inkml:trace>
  <inkml:trace contextRef="#ctx0" brushRef="#br0" timeOffset="3734.24">25419 1217 5050 0,'0'0'1432'0,"0"0"-591"0,-33-8 3 0,23 8-819 16,0 6-25-16,-5 6 0 0,1 9 0 15,-1 8 0-15,-1 8 0 0,3 5 0 16,7 4 0-16,4 0 0 0,4 1 0 15,6-3 0-15,7-2 0 16,8-7 0-16,3-7 0 0,10-11 0 16,3-11 0-16,6-6 0 0,9-8 0 15,4-16 0-15,6-8 0 0,-16 2 0 16,-7-5-3382-16</inkml:trace>
  <inkml:trace contextRef="#ctx0" brushRef="#br0" timeOffset="4322.17">25998 496 5930 0,'0'0'1121'0,"0"0"-485"0,6-33-131 0,-6 31-505 15,-2-1 0-15,0 1 0 16,0 2 0-16,-4 0 0 0,-4 7 0 16,-5 15 0-16,-6 19 0 0,-1 19 0 15,-3 22 0-15,6 6 0 0,5 2 0 16,8-2 0-16,6-12 0 16,0-2 0-16,8-7 0 0,4-6 0 15,3-4 0-15,3-10 0 0,5-4 0 16,2-13 0-16,8-9 0 0,6-10 0 15,9-11 0-15,1-11 0 16,-1-11 0-16,-5-8-629 0,-14 4-1828 16,-8-5-1121-16</inkml:trace>
  <inkml:trace contextRef="#ctx0" brushRef="#br0" timeOffset="4583.75">26348 598 8003 0,'0'0'189'0,"0"0"-189"16,0 0 0-16,-36 25 0 0,18 5 0 15,-3 10 0-15,5 8 0 0,-1 1 0 16,7 9 0-16,1 4 0 16,5 1 0-16,4 0 0 0,4-5 0 15,5-8 0-15,5-9 0 0,5-4 0 16,4-10 0-16,8-7 0 0,2-7 0 15,4-10 0-15,-4-3 0 0,0-5 0 16,-6-6 0-16,-7-3 0 16,-5-4 0-16,-7-2 0 0,-6-3-401 15,-2 4-1308-15,-4-1-712 0</inkml:trace>
  <inkml:trace contextRef="#ctx0" brushRef="#br0" timeOffset="4769.81">25994 1088 7759 0,'0'0'28'0,"0"0"377"16,0 0-405-16,0 0 0 0,37 22 0 15,5-21 0-15,9-2 0 0,5-10 0 16,2-5 0-16,-2-4 0 16,0-5 0-16,-1-4 0 0,-1-3-9 15,-17 6-1255-15,-6-2-3146 0</inkml:trace>
  <inkml:trace contextRef="#ctx0" brushRef="#br0" timeOffset="4999.85">26639 424 6482 0,'0'0'449'0,"0"0"-49"16,0 0 200-16,0 0-339 0,48 52-261 15,-26-26 0-15,1 4 0 0,6 14 0 16,2 8 0-16,0 5 0 0,-4 9 0 15,-9-2 0-15,-7 2 0 16,-11 4 0-16,-11-2 0 0,-9-2 0 16,-7-6 0-16,-4-4 0 0,2-6 0 15,-2-8 0-15,4-8 0 0,2-10 0 16,5-14-1161-16,5-7-884 16,5-8-1989-16</inkml:trace>
  <inkml:trace contextRef="#ctx0" brushRef="#br0" timeOffset="5307.15">27253 1094 6931 0,'0'0'708'16,"0"0"-155"-16,0 0-553 16,0 0 0-16,0 0 0 0,0 0 0 15,37-3 0-15,-2 0 0 0,13-2 0 16,12 0 0-16,-2 0 0 0,-9-2 0 15,-9 3 0-15,-18 0 0 16,-9 1-305-16,-5 0-1232 0</inkml:trace>
  <inkml:trace contextRef="#ctx0" brushRef="#br0" timeOffset="5492.43">27381 974 6242 0,'0'0'1013'0,"21"38"-361"16,-13-12-367-16,-6 5-285 0,0 2 0 16,-2 4 0-16,0-3 0 0,2-4 0 15,0-5 0-15,4-5 0 0,5-7 0 16,5-9 0-16,-3-4-1822 16,3-5-1755-16</inkml:trace>
  <inkml:trace contextRef="#ctx0" brushRef="#br0" timeOffset="5896.02">28245 908 7351 0,'0'0'56'0,"0"0"729"0,0 0-785 15,0 0 0-15,0 0 0 16,0 0 0-16,0 0 0 0,0 0 0 16,44 79 0-16,-11-22 0 0,4 0 0 15,-4-5 0-15,-2-7 0 0,-8-8 0 16,-5-3 0-16,-3-6 0 0,-5-1 0 16,-2-7 0-16,-4-5 0 0,1-8-1221 15,-5-4-896-15,-2-3-1417 0</inkml:trace>
  <inkml:trace contextRef="#ctx0" brushRef="#br0" timeOffset="6080.25">28129 1480 7527 0,'0'0'528'15,"0"0"-391"-15,56-57-137 0,-17 12 0 16,5-5 0-16,-1-1 0 0,-1-1 0 15,3 0 0-15,-1 2 0 16,-3 1 0-16,0 3 0 0,-4 6 0 16,-12 11-149-16,0 4-1628 0</inkml:trace>
  <inkml:trace contextRef="#ctx0" brushRef="#br0" timeOffset="6438.03">28702 1469 7099 0,'-19'37'312'0,"11"1"-136"0,2 8 429 16,6 2-605-16,4 2 0 0,2 1 0 15,0-2 0-15,1-1 0 0,-5-6 0 16,0-1 0-16,0-7 0 0,-2-3 0 15,0-10 0-15,0-7-485 16,-2-6-2000-16,0-8-1341 0</inkml:trace>
  <inkml:trace contextRef="#ctx0" brushRef="#br0" timeOffset="6701.19">28677 1410 6518 0,'0'0'105'0,"23"-58"499"0,0 25 236 15,6 3-715-15,4 4-125 0,4 6 0 16,0 7 0-16,0 6 0 0,0 7 0 16,-6 3 0-16,-4 9 0 0,-12 5 0 15,-5 5 0-15,-8 2 0 0,-6 2 0 16,-8-1 0-16,-9 1 0 0,-4-1 0 15,-4-3 0-15,-4-3 0 16,4-5 0-16,2-6 0 0,5-8-129 16,7 0-2224-16,7-7-760 0</inkml:trace>
  <inkml:trace contextRef="#ctx0" brushRef="#br0" timeOffset="7181.34">29589 495 5610 0,'0'0'876'15,"0"0"-223"-15,0 0 15 0,0 0-283 16,0 0-385-16,0 0 0 0,0 0 0 16,-31 63 0-16,8-5 0 0,-6 23 0 15,-2 9 0-15,2 6 0 0,2 2 0 16,5-6 0-16,3 1 0 0,4-7 0 16,5-4 0-16,8-11 0 0,4-13 0 15,8-9 0-15,9-14 0 0,4-9 0 16,8-12 0-16,0-10 0 0,4-11 0 15,0-13 0-15,-8 0-605 16,-2-8-2709-16</inkml:trace>
  <inkml:trace contextRef="#ctx0" brushRef="#br0" timeOffset="7467.88">29951 648 3469 0,'0'0'4466'0,"0"0"-4209"16,0 0-257-16,0 0 0 0,0 0 0 15,0 0 0-15,-19 55 0 0,9-3 0 16,-3 9 0-16,1 6 0 0,1-1 0 16,5-3 0-16,0-1 0 0,6-3 0 15,4-7 0-15,9-3 0 0,1-7 0 16,3-4 0-16,-1-6 0 0,1-7 0 15,-1-4 0-15,-1-4 0 16,3-8 0-16,1-4 0 0,-1-4 0 16,3-2 0-16,0-8 0 0,2-3 0 15,-7-5 0-15,-1-2 0 0,-7-4 0 16,-2 5-2134-16,-6-1-663 0</inkml:trace>
  <inkml:trace contextRef="#ctx0" brushRef="#br0" timeOffset="7639">29690 1115 8192 0,'0'0'0'0,"37"3"0"0,-2-3 0 16,9-1 0-16,5-7 0 0,9-3 0 16,2-4 0-16,2-6 0 0,0-3 0 15,-4-2 0-15,-4-1 0 0,-11-2-309 16,-10 8-1344-16,-8-1-1072 0</inkml:trace>
  <inkml:trace contextRef="#ctx0" brushRef="#br0" timeOffset="7888.76">30366 445 7091 0,'0'0'608'0,"0"0"-412"16,33 25 101-16,-6-7-297 0,2 6 0 15,4 2 0-15,10 14 0 0,1 6 0 16,1 8 0-16,-8 8 0 16,-14 0 0-16,-10 4 0 0,-13 3 0 15,-15 0 0-15,-10-3 0 0,-6-5 0 16,-4-6 0-16,2-4 0 0,0-6 0 16,0-6 0-16,4-6 0 0,0-6 0 15,4-5 0-15,0-6 0 0,3-8-109 16,3-4-1636-16,5-4-872 0</inkml:trace>
  <inkml:trace contextRef="#ctx0" brushRef="#br0" timeOffset="8669.12">29091 2145 6851 0,'0'0'832'0,"0"0"-323"0,0 0-509 15,2 50 0-15,-2-3 0 16,4 14 0-16,0 11 0 0,4 5 0 16,3 10 0-16,-3 6 0 0,0 12 0 15,-6 6 0-15,-2 7 0 0,-6-4 0 16,-2-6 0-16,-3-11 0 0,1-14 0 16,2-9 0-16,-1-14 0 0,3-16 0 15,2-13 0-15,2-17 0 0,2-14 0 16,4-18 0-16,-2-3-93 15,4-11-3508-15</inkml:trace>
  <inkml:trace contextRef="#ctx0" brushRef="#br0" timeOffset="8902.07">29029 2163 6803 0,'0'0'360'0,"-50"27"24"0,19-8 176 15,0 2-475-15,0 3-85 0,0 3 0 16,2 4 0-16,4-1 0 0,7-3 0 16,3-1 0-16,5-2 0 0,6-6 0 15,2-3 0-15,2-7 0 0,10-6-173 16,-2-2-927-16,7-11-385 0</inkml:trace>
  <inkml:trace contextRef="#ctx0" brushRef="#br0" timeOffset="9031.74">29140 2095 2633 0,'50'12'4734'0,"6"6"-3909"0,8 5-825 0,-2 5 0 15,-4-1 0-15,-5 2 0 16,-3-4 0-16,-9-2 0 0,-3-7 0 15,-12-6 0-15,-7-4-1842 0</inkml:trace>
  <inkml:trace contextRef="#ctx0" brushRef="#br0" timeOffset="10653.98">27879 2030 5298 0,'0'0'472'0,"0"0"-380"16,52 16 52-16,-2-13 332 0,14-3-219 16,14 0-9-16,17-5 92 15,19 0-164-15,14 1-52 0,17-1 0 16,14-1-104-16,15 1 40 0,8 2 76 16,10-3-108-16,6 1-4 0,-8-1-24 15,-6 1-168-15,-10-3-484 0,-17 0-933 16,-43-2 32-16,-11 2-872 0</inkml:trace>
  <inkml:trace contextRef="#ctx0" brushRef="#br0" timeOffset="17705.96">24301 1866 2641 0,'0'0'1825'0,"0"0"-1353"0,0 0 32 15,0 0-284-15,0 0 44 0,0 0 356 16,46 12-247-16,-9-7-37 0,21-2 156 16,8-1-332-16,14-1-24 0,18-1 13 15,13 1-149-15,17 0 0 0,13 0 0 16,8-1 0-16,8 0 0 0,2 0 0 15,0-3 0-15,0 0 0 16,-4-3 0-16,-4 2 0 0,-10-1 0 16,-15 4 0-16,-14-2 0 0,-21 0 0 15,-25-3-517-15,-23 0-652 0,-18-2-915 0</inkml:trace>
  <inkml:trace contextRef="#ctx0" brushRef="#br0" timeOffset="18812.93">25444 2074 5386 0,'0'0'820'0,"0"0"-367"16,0 0 443-16,6 39-372 0,-6-6-411 15,-4 10-113-15,0 7 0 0,4 4 0 16,2 9 0-16,6 7 0 16,1 7 0-16,-1 0 0 0,-2 4 0 15,-4-4 0-15,0-3 0 0,-2-5 0 16,-2-6 0-16,0-8 0 0,0-8 0 15,0-9 0-15,0-11 0 0,-2-8 0 16,2-9 0-16,-2-10 0 0,0-15-541 16,-1-1-792-16,-1-12-2640 0</inkml:trace>
  <inkml:trace contextRef="#ctx0" brushRef="#br0" timeOffset="19046.47">25465 2151 4718 0,'0'0'296'15,"0"0"840"-15,0 0-543 0,0 0-37 16,0 0 108-16,-50-19-528 0,21 38-96 16,-2 7 13-16,-2 4-53 15,0 1 0-15,4 2 0 0,0-5 0 16,2 1 0-16,3-4 0 0,3-2 0 15,4-5 0-15,11-5-117 0,2-7-639 16,4-4-329-16,4-6-2348 0</inkml:trace>
  <inkml:trace contextRef="#ctx0" brushRef="#br0" timeOffset="19188.62">25541 2105 6478 0,'0'0'589'0,"56"28"59"15,-25-11-296-15,-4-3-227 16,2 0-125-16,2-1 0 0,-2-2 0 16,0-4-1373-16,-6-2-684 0,-7-3-585 0</inkml:trace>
  <inkml:trace contextRef="#ctx0" brushRef="#br0" timeOffset="20381.99">23164 3130 4490 0,'0'0'1384'0,"-14"-48"-748"0,-3 23-119 15,-4 6 395-15,1 1-676 0,-7 2-219 16,6 6-17-16,7 3 0 0,-3 4 0 16,5 3 0-16,2 3 0 0,-1 5 0 15,5 9 0-15,0 3 0 16,0 7 0-16,1 5 0 0,5 5 0 15,0 4 0-15,3 3 0 0,5 5 0 16,2 4 0-16,7 5 0 16,-1 1 0-16,-1 2 0 0,-3-1 0 15,-6-4 0-15,0-3 0 0,-6-5 0 16,-6-3 0-16,2-8 0 0,-2-8 0 16,2-10-581-16,0-9-283 0,2-5-1698 15,-3-7-1023-15</inkml:trace>
  <inkml:trace contextRef="#ctx0" brushRef="#br0" timeOffset="20538.43">22838 3595 6863 0,'0'0'136'15,"0"0"1057"-15,0 0-1193 0,0 0 0 16,0 0 0-16,43-20 0 16,-8 13 0-16,4 1 0 0,1 1 0 15,-5 1 0-15,0 1 0 0,8 0 0 16,-3 1 0-16,-3 2-301 0,-10 0-1228 15,-5 0-580-15</inkml:trace>
  <inkml:trace contextRef="#ctx0" brushRef="#br0" timeOffset="20734.08">23243 3806 4846 0,'0'0'1000'15,"0"0"-456"-15,0 0-179 0,0 0 195 16,0 0-160-16,0 0 52 15,0 0-427-15,0 0-25 0,-17-54 0 16,15 25 0-16,2-1 0 0,2 1 0 16,6 2 0-16,7 3 0 0,1 0 0 15,3 4 0-15,2 1 0 0,-3 1 0 16,1 4 0-16,-3 2-177 0,-3 2-827 16,-9 6-1529-16,2 1-1313 0</inkml:trace>
  <inkml:trace contextRef="#ctx0" brushRef="#br0" timeOffset="21171.78">23354 3764 4506 0,'0'0'1164'16,"0"0"-608"-16,0 0-67 0,0 0 279 15,0 0-316-15,44-39-195 0,-30 12-257 16,-1-2 0-16,-5 2 0 15,2 1 0-15,5 1 0 0,-7 2 0 16,2 2 0-16,-1 2 0 0,-3 3 0 16,4 2 0-16,-4 1 0 0,-2 1 0 15,1 1 0-15,-1 2 0 0,-2 1 0 16,0 3 0-16,2 0 0 0,-2-1 0 16,2 0 0-16,0 0 0 0,-2 3 0 15,0 0-293-15,-2 3-35 16,-2 0 48-16,-2 0 104 0,-2 4 160 15,-2 0 16-15,-3 1 128 0,1 1 64 16,-2 2 112-16,-7 9 165 16,-4 2-469-16,-1 9 0 0,-1 5 0 15,6 4 0-15,5 5 0 0,3 3 0 16,7-3 0-16,4-1 0 0,6-9 0 16,9-4 0-16,6-8 0 0,10-7 0 15,6-7 0-15,4-6 0 0,7-8 0 16,-3-7 0-16,-4-4 0 0,-12 1-669 15,-2-5-2376-15</inkml:trace>
  <inkml:trace contextRef="#ctx0" brushRef="#br0" timeOffset="21884.66">23627 3616 3193 0,'0'0'2197'16,"0"0"-1117"-16,31 1-395 0,-6-8-29 15,2-7-275-15,0-1-381 0,0-3 0 16,-1-3 0-16,-5 1 0 16,-4 0 0-16,-7 1 0 0,-4 3 0 15,-6 0 0-15,-8 4 0 0,-9 3 0 16,-7 2 0-16,-7 7 0 0,0 2 0 15,-2 11 0-15,2 6 0 0,0 5 0 16,4 8 0-16,6 5 0 16,0 3 0-16,15 2 0 0,6 0 0 15,6-4 0-15,13-4 0 0,10-7 0 16,10-7 0-16,9-8 0 0,5-8 0 16,1-4 0-16,4-4 0 0,-17-2-2374 15,1-4-1167-15</inkml:trace>
  <inkml:trace contextRef="#ctx0" brushRef="#br0" timeOffset="22303.68">24280 3821 4241 0,'0'0'965'0,"0"0"-201"0,0 0 281 0,0 0-529 0,0 0-132 15,0 0-107-15,-22-33-277 0,22 9 0 16,0-4 0-16,0-1 0 16,6 0 0-16,-2-2 0 0,6 4 0 15,-1 5 0-15,-1 3 0 0,2 7 0 16,1 2 0-16,-1 4 0 0,6 0 0 15,3 5 0-15,2 1 0 0,-9 0-1009 16,5 0-440-16</inkml:trace>
  <inkml:trace contextRef="#ctx0" brushRef="#br0" timeOffset="22584.02">24502 3748 6486 0,'0'0'749'0,"0"0"-225"15,39 6-91-15,-21-11-433 0,1-5 0 0,-2-4 0 16,-1-4 0-16,-3-2 0 16,-1-3 0-16,-2-3 0 0,1 1 0 15,-9 0 0-15,-4 5 0 0,-9 2 0 16,-7 6 0-16,-1 6 0 0,-6 6 0 16,0 9 0-16,1 10 0 0,-1 6 0 15,2 6 0-15,7 2 0 16,3 0 0-16,7-1 0 0,6-1 0 15,8-5 0-15,9-4 0 0,8-3 0 16,6-7-377-16,8-6-755 16,2-4 123-16,-8-2-31 0,-2-5-909 0</inkml:trace>
  <inkml:trace contextRef="#ctx0" brushRef="#br0" timeOffset="22880.46">24805 3605 4610 0,'0'0'1540'15,"-47"-25"-955"-15,18 18-109 16,4 7 52-16,0 4-368 0,7 5 4 16,3 3-35-16,5 0-129 0,2 2 0 15,8 0 0-15,0 0 0 0,8 0 0 16,13-1 0-16,3 0 0 0,5-2 0 16,4-2 0-16,-4-1 0 0,4 1 0 15,-8 0-81-15,0 0-315 16,-8 1-48-16,-5 0 48 0,-4 2 352 15,-6 2 44-15,-4 2 208 0,-8 2 120 16,-2 0 132-16,-9 0-95 16,0 2-365-16,-2-3 0 0,-1-1 0 15,1-3 0-15,0-2 0 0,5-2 0 16,-1-5 0-16,7 0 0 0,3-2-513 16,5-2-547-16,2 0-433 0</inkml:trace>
  <inkml:trace contextRef="#ctx0" brushRef="#br0" timeOffset="23201.34">24758 4391 4822 0,'0'0'628'0,"-31"33"308"0,18-23-475 15,7-9-217-15,0-4 148 0,0-15-108 16,6-8-56-16,0-11-31 0,6-10-197 15,4-7 0-15,5-11 0 0,1-11 0 16,1-4 0-16,4 0 0 16,-1 4 0-16,5 11 0 0,4 12 0 15,-2 11 0-15,0 9 0 0,-2 9 0 16,-7 7 0-16,-3 6 0 0,-5 7 0 16,0 3 0-16,1 2 0 0,1 6 0 15,-4 4 0-15,3 3 0 0,-7 4 0 16,-4 3 0-16,0 2 0 15,-11 4 0-15,-5 1 0 0,-5 1 0 0,-8-2 0 16,-2 1 0-16,0-4 0 16,4-4 0-16,5-6-301 0,7-6-339 15,7-3-1025-15,4-5-428 0</inkml:trace>
  <inkml:trace contextRef="#ctx0" brushRef="#br0" timeOffset="23480.72">25221 3709 3757 0,'0'0'661'0,"-2"-34"891"0,-11 18-431 16,-9 2-381-16,-5 0-379 16,-4 4-361-16,-2 5 0 0,4 5 0 15,0 5 0-15,4 5 0 0,4 5 0 16,7 1 0-16,6 3 0 0,8 5 0 16,4-1 0-16,10 0 0 0,9-1 0 15,6-4 0-15,6-4 0 0,6-7 0 16,1-4 0-16,1-3 0 15,-4-4 0-15,-5-4-213 0,-10-3-283 16,-7-1-324-16,-9-3 443 0,-4-1 237 16,-4-2-92-16,-2 0-12 0,-2 3-144 15,0 1-388-15,2 5-205 0,0 5 53 0</inkml:trace>
  <inkml:trace contextRef="#ctx0" brushRef="#br0" timeOffset="23728.78">25320 3781 1292 0,'0'0'2461'15,"-21"44"-1128"-15,9-23 544 0,0-7-1077 16,1-3-371-16,5-4-429 16,2-5 0-16,2-2 0 0,2 0 0 15,4-5 0-15,6-11 0 0,9-10 0 16,6-5 0-16,2-1 0 0,-2 4 0 16,-9 6 0-16,-1 6 0 0,-7 5 0 15,-4 5 0-15,-2 6 0 0,-2 1 0 16,2 11 0-16,-2 8 0 15,-2 5 0-15,0 3 0 0,0-1 0 0,-2-3 0 16,4-1 0-16,0 0 0 16,2-2 0-16,6-6 0 0,4-3-225 15,5-4-1532-15,-3-5-124 0,1-3-1068 16</inkml:trace>
  <inkml:trace contextRef="#ctx0" brushRef="#br0" timeOffset="24036.98">25717 3709 6939 0,'0'0'764'16,"0"0"-444"-16,-12-42-151 16,-3 37-169-16,-3 5 0 0,-5 0 0 15,-2 7 0-15,-4 4 0 0,4 2 0 16,3 1 0-16,3 1 0 0,11-1 0 16,1 0 0-16,7-1 0 0,7 0 0 15,5 0 0-15,7-3 0 0,8-1 0 16,-3-1 0-16,5-1 0 0,-6 0 0 15,-2 0 0-15,-9-1 0 16,-6-1 0-16,-4 1 0 0,-4 3 0 16,-10 1 0-16,-5 4 0 0,-5-2 0 15,-3 1 0-15,0-2 0 0,-2 0 0 16,2-4 0-16,3-3 0 0,5-2 0 16,5-2 0-16,8 0 0 15,1-2 0-15,3-3 0 0,7-4-781 16,9-6-188-16,1 2-1360 0,3 1-496 0</inkml:trace>
  <inkml:trace contextRef="#ctx0" brushRef="#br0" timeOffset="24266.65">25688 3850 5802 0,'0'0'1049'0,"33"-7"292"16,-10-5-1341-16,2-3 0 0,4-4 0 16,2-5 0-16,0-4 0 0,0 0 0 15,-4-1 0-15,-7 2 0 0,-3 1 0 16,-9 2 0-16,-8 2 0 0,-4 6 0 15,-9 5 0-15,-5 7 0 0,-3 8 0 16,-8 9 0-16,-2 11 0 16,-2 9 0-16,0 3 0 0,10 5 0 15,13-1 0-15,10-2 0 0,10-4 0 16,15-1 0-16,8-5 0 0,4-5 0 16,9-7 0-16,4-4 0 15,3-6 0-15,-1-6 0 0,-13 0-893 16,-2-5-1488-16</inkml:trace>
  <inkml:trace contextRef="#ctx0" brushRef="#br0" timeOffset="25157.52">22683 4464 3109 0,'0'0'2773'0,"0"0"-1372"16,0 0-741-16,0 0-411 0,0 0-249 15,-21 63 0-15,17-20 0 0,0 7 0 16,4 3 0-16,2 4 0 0,2 5 0 16,2 2 0-16,-6-2 0 0,0-1 0 15,0 0 0-15,-2-4 0 0,-4-6 0 16,-3-6 0-16,1-9 0 15,2-12 0-15,0-7-1429 0,2-14-476 0</inkml:trace>
  <inkml:trace contextRef="#ctx0" brushRef="#br0" timeOffset="25336.73">22451 4921 6759 0,'0'0'812'15,"31"-33"-296"-15,-2 15-411 0,-2 8-105 16,4 0 0-16,0 3 0 0,-2 2 0 15,2 3 0-15,-4 2 0 16,4 0 0-16,-4 0 0 0,4 6 0 16,-5 1-449-16,-5 0-880 0,-6 1-2508 0</inkml:trace>
  <inkml:trace contextRef="#ctx0" brushRef="#br0" timeOffset="25521.29">22893 5113 3125 0,'0'0'2393'0,"-8"37"-1164"16,4-22-701-16,0-5-164 0,-2-3 168 15,6-3-511-15,-5-2-21 16,-1-1 0-16,4-1 0 0,-4-8 0 16,2-15 0-16,0-5 0 0,4-5 0 15,6-2 0-15,4 6 0 0,9-1 0 16,4 0 0-16,1 3 0 16,3 5 0-16,-2 3 0 0,-2 2 0 15,0 4 0-15,-5 4-641 0,-5 2-996 16,-3 3-592-16</inkml:trace>
  <inkml:trace contextRef="#ctx0" brushRef="#br0" timeOffset="26155.08">23243 4938 1620 0,'0'0'1569'0,"0"0"-1081"16,0 0-212-16,0 0 12 0,0 0 325 15,0 0 183-15,0 0-100 0,0 0 481 16,-52-36-508-16,25 33-669 0,2 2 0 15,-2 2 0-15,5 7 0 16,1 5 0-16,2 6 0 0,3 6 0 16,4 1 0-16,1 0 0 0,5 0 0 15,6-2 0-15,2-2 0 0,8-4 0 16,7-1 0-16,4-7 0 16,1-4 0-16,3-6 0 0,0-3 0 15,-2-7 0-15,-1-4 0 0,-3 0 0 16,-2-4 0-16,-3-2 0 15,-4 2 0-15,-3-1 0 0,3 6 0 16,-4 4 0-16,-2 3 0 0,-4 3 0 16,4 2 0-16,-2 1 0 0,3 5 0 15,1 6 0-15,0 8 0 0,6 1 0 16,-1 1 0-16,-1 0 0 0,0-3 0 16,-1 1 0-16,-3 1 0 0,-2-2 0 15,-2 1 0-15,-2-2 0 0,0-3 0 16,0 1 0-16,-2-1 0 15,0-2 0-15,2 0-69 0,-2-6-27 16,2-4-68-16,0 0-16 0,2-2 76 16,0-2 28-16,4-5 52 0,0-4 24 15,3-4 40-15,-3 1-28 0,-2 0 88 16,-4 1 128-16,4 1-128 16,-2 0 16-16,2-3 1 0,3-1-117 15,-1-1 0-15,4-4 0 0,0 0 0 16,3 1 0-16,-1-1 0 15,-1 3 0-15,-1 1 0 0,0 2 0 16,-4 4 0-16,1 2 0 0,-3 5 0 16,-4 3 0-16,0 1 0 0,6 1 0 15,-2 12 0-15,-4 11 0 0,6 3 0 16,-2 5 0-16,-4-2 0 0,0-7 0 16,5 0 0-16,-1-4 0 0,-2-3 0 15,2-5 0-15,-2-3-325 0,0-3-3605 0</inkml:trace>
  <inkml:trace contextRef="#ctx0" brushRef="#br0" timeOffset="26757.24">23768 4965 6546 0,'0'0'777'16,"0"0"-221"-16,-40-13-243 15,14 13-313-15,-3 1 0 0,2 8 0 16,2 0 0-16,4 2 0 0,3-1 0 16,5 1 0-16,7 2 0 0,2-1 0 15,4 1 0-15,10 0 0 0,9 4 0 16,0-2 0-16,5-2 0 0,5-2 0 16,4-3 0-16,0-1 0 0,-2 1 0 15,-4 1 0-15,-8-2 0 0,-11 5 0 16,-4 2 0-16,-4 0 0 15,-8 5 0-15,-4-2 0 0,-7-2 0 16,-4-1 0-16,3-1 0 0,-7-4 0 16,2-3 0-16,2-5 0 0,3-1 0 15,3-1 0-15,5-4 0 0,5 0 0 16,3 0 0-16,4-2-901 16,6-2-164-16,3-1-1460 0,5-4-392 0</inkml:trace>
  <inkml:trace contextRef="#ctx0" brushRef="#br0" timeOffset="26897.27">23910 5086 6274 0,'0'0'905'0,"0"0"-169"0,0 0-459 15,-4 56-277-15,0-33 0 0,0 1 0 16,-4-3 0-16,4-2 0 0,-3-3 0 16,3-7 0-16,4-3 0 0,0-2 0 15,0-4-325-15,0 0-851 0,4-11-1902 0</inkml:trace>
  <inkml:trace contextRef="#ctx0" brushRef="#br0" timeOffset="27004.75">23977 4701 5886 0,'0'0'552'0,"0"0"-403"16,0 0-97-16,0-34-52 16,-3 38-36-16,1 6-741 0,-2 9-1108 0</inkml:trace>
  <inkml:trace contextRef="#ctx0" brushRef="#br0" timeOffset="27515.84">24032 5234 5974 0,'0'0'1045'15,"0"0"-321"-15,42 9-275 0,-26-23-449 16,3-7 0-16,-3-6 0 0,-1-6 0 16,-5-3 0-16,-4 1 0 0,-1-1 0 15,-3 4 0-15,-2 7 0 0,0 10 0 16,-7 8 0-16,-7 8 0 0,-1 9 0 15,-9 9 0-15,-5 11 0 16,4 6 0-16,0 1 0 0,6 1 0 16,5-1 0-16,8-7 0 0,6-3 0 15,6-8 0-15,8-2 0 0,9-6 0 16,4-6 0-16,6-5 0 16,2-4 0-16,-2-7 0 0,0-3 0 15,1-2 0-15,-8 0 0 0,1-2 0 16,-8 2 0-16,-7 7 0 15,-3 2 0-15,-7 4 0 0,-2 3 0 16,2 2 0-16,-2 2 0 0,0 6 0 16,0 3 0-16,-2 0 0 0,0 0 0 15,-1-6 0-15,1-2 0 0,2-3 0 16,0-1 0-16,0 1 0 0,0-1 0 16,0-1 0-16,2-6 0 0,3-5 0 15,1-10 0-15,2-5 0 0,2-4 0 16,3 2 0-16,-3 3 0 0,0 2 0 15,-1 8 0-15,-1 3 0 16,-6 5 0-16,-2 3 0 0,4 4 0 16,-2 2 0-16,2 9 0 0,3 13 0 15,1 6 0-15,-4 5 0 0,0 3 0 16,-2-5 0-16,0 1 0 16,-2-5 0-16,2-4 0 0,-2-6 0 15,2-6 0-15,1-9 0 0,3-8 0 16,0-3-1349-16,4-17-2237 0</inkml:trace>
  <inkml:trace contextRef="#ctx0" brushRef="#br0" timeOffset="27702.53">24574 4489 6907 0,'0'0'1252'0,"0"0"-1219"0,0 0-33 0,0 0 0 15,-2 35 0-15,2 5 0 0,0 13 0 16,2 7 0-16,0-2 0 0,0 6 0 15,-2 0 0-15,6 0 0 16,-6 0 0-16,0-2 0 0,0-4 0 16,-6-6 0-16,2-9 0 0,-2-10-105 15,2-13-2352-15,-3-12-64 0</inkml:trace>
  <inkml:trace contextRef="#ctx0" brushRef="#br0" timeOffset="27815.09">24491 5004 6490 0,'0'0'765'0,"9"-52"172"15,7 28-937-15,3 10 0 0,3 0 0 16,3 3 0-16,6-3 0 0,2 1 0 16,9-6 0-16,-11 4 0 0,0-3-3430 0</inkml:trace>
  <inkml:trace contextRef="#ctx0" brushRef="#br0" timeOffset="28292.06">25014 5245 1436 0,'0'0'1429'15,"0"0"552"-15,0 0-1273 0,0 0-76 16,-35-18 37-16,31-2-353 0,0-7 48 16,2-8 192-16,2-1-455 0,2-5-101 15,4 2 0-15,6 1 0 0,3 3 0 16,-3 6 0-16,5 7 0 16,-5 5 0-16,3 4 0 0,-1 2 0 15,3 3 0-15,1 3 0 0,1 3 0 16,2 2-309-16,-5 0-1252 0,-1 2 29 15,-7 4-397-15</inkml:trace>
  <inkml:trace contextRef="#ctx0" brushRef="#br0" timeOffset="28541.02">25171 5067 5010 0,'0'0'884'0,"0"0"89"16,35 18-469-16,-12-18-60 0,2-7-67 15,-2-6-377-15,2-4 0 0,-7-3 0 16,-1-1 0-16,-7-1 0 0,-4 1 0 15,-6 2 0-15,-2 1 0 16,-6 3 0-16,-7 3 0 0,-3 5 0 16,-5 7 0-16,0 2 0 0,-1 12 0 15,1 8 0-15,0 4 0 16,2 5 0-16,9 1 0 0,2 0 0 16,10-3 0-16,16 0 0 0,9-3 0 15,8-5 0-15,8-7 0 0,5-4 0 16,4-9-713-16,-1-3-1128 15,-10-4 316-15,-6-5-1192 0</inkml:trace>
  <inkml:trace contextRef="#ctx0" brushRef="#br0" timeOffset="28854.32">25649 4902 6230 0,'0'0'721'0,"-46"-29"-233"0,17 20 208 16,0 8-639-16,-2 5-57 0,0 4 0 15,3 4 0-15,3 1 0 0,6-1 0 16,7-3 0-16,6-2 0 16,3-1 0-16,6 0 0 0,11 2 0 15,17 1 0-15,12-2 0 0,9-3 0 16,2-1 0-16,-5-1 0 16,-3 3 0-16,-11 2 0 0,-6 0-17 15,-10 4-279-15,-11 0 240 0,-8 3 56 16,-6 0 76-16,-9 3 217 15,-8 2-293-15,-1-3 0 0,-5 1 0 16,0-3 0-16,0-1 0 0,2-6 0 16,6-2 0-16,5-3 0 0,7-2 0 15,3 0 0-15,6-2 0 0,2-4-969 16,2 1-564-16,9-2-576 0</inkml:trace>
  <inkml:trace contextRef="#ctx0" brushRef="#br0" timeOffset="29265.58">25676 5710 6158 0,'0'0'1353'0,"-6"-43"-781"0,8 4-463 0,4-10-109 16,6-8 0-16,3-12 0 0,1-9 0 16,5-5 0-16,6-3 0 0,4 6 0 15,2 8 0-15,-2 12 0 0,-6 12 0 16,-3 11 0-16,-5 10 0 15,-3 8 0-15,1 6 0 0,-5 6 0 0,1 6 0 16,-3 1 0-16,-4 4 0 16,-2 11 0-16,-2 4 0 0,-4 6 0 15,-11 3 0-15,-3-1 0 16,-7 2 0-16,0-1 0 0,-2-2 0 16,7-3 0-16,3-7 0 0,9-5 0 15,6-6 0-15,2 0-301 0,14-4-811 16,-1 1-25-16,9-3-1488 0</inkml:trace>
  <inkml:trace contextRef="#ctx0" brushRef="#br0" timeOffset="29515.89">26242 4952 5782 0,'0'0'1089'0,"-33"-26"-241"0,10 14-375 16,1 3-473-16,1 4 0 0,0 4 0 15,5 1 0-15,3 6 0 0,5 5 0 16,6 5 0-16,2 4 0 0,2 3 0 15,8-1 0-15,7 2 0 16,1-3 0-16,3-3 0 0,4-3 0 16,-2-6 0-16,4-7 0 0,-3-2 0 15,-1-8 0-15,0-6 0 0,-5-2-41 16,-1-5-447-16,-3-3 44 16,-5 3 60-16,-1-2-401 0,-4 5-7 15,-4 5 144-15,0 6-349 0,0 5 401 16,0 2 128-16,0 3-1281 0</inkml:trace>
  <inkml:trace contextRef="#ctx0" brushRef="#br0" timeOffset="29736.81">26362 5136 5766 0,'0'0'2285'16,"0"0"-2144"-16,0 0-141 0,0 0 0 16,0 0 0-16,-14-35 0 0,24 1 0 15,6-5 0-15,5 0 0 0,4 6 0 16,0 4 0-16,4 8 0 15,-5 7 0-15,-3 10 0 0,-6 4 0 0,-7 13 0 16,-4 6 0-16,-4 5 0 16,-4 3 0-16,-2 1 0 0,-5 1 0 15,5-5 0-15,2-2 0 0,2-4 0 16,2-6 0-16,6-3 0 16,2-4-81-16,3-5-2292 0,-1 0-352 0</inkml:trace>
  <inkml:trace contextRef="#ctx0" brushRef="#br0" timeOffset="30075.97">26732 4943 2629 0,'0'0'4586'16,"0"0"-4010"-16,0 0-175 0,0 0-401 16,0 0 0-16,-37-30 0 0,20 28 0 15,-1 2 0-15,3 2 0 0,3 1 0 16,4 1 0-16,1 1 0 15,5 2 0-15,0 4 0 0,4 5 0 16,7 2 0-16,7 2 0 0,3-1 0 16,1-1 0-16,-1-4 0 0,-3-1 0 15,1 0 0-15,-5-2 0 0,-3-4 0 16,-1-1 0-16,-6-3 0 16,-2 2 0-16,-2-1 0 0,-8 0 0 15,-9 0 0-15,-4 1 0 0,-4-5 0 16,1 0 0-16,5-5 0 15,0 1 0-15,5 0 0 0,5 0 0 16,3 2 0-16,6 1 0 0,2 1-1069 16,0 0-464-16,4 1-344 0</inkml:trace>
  <inkml:trace contextRef="#ctx0" brushRef="#br0" timeOffset="30308.4">26815 5052 4714 0,'0'0'1540'0,"0"0"153"16,41-42-1448-16,-24 23-245 0,-1-3 0 15,1-1 0-15,-5-2 0 16,-4 2 0-16,-1 0 0 0,-5 7 0 16,-2 6 0-16,-9 5 0 0,-5 9 0 15,-7 11 0-15,-4 10 0 0,1 7 0 16,1 7 0-16,4 1 0 16,7 2 0-16,6-5 0 0,8-5 0 15,12-4 0-15,13-7 0 0,10-5 0 16,13-9 0-16,12-7 0 15,8-1 0-15,7-12 0 0,-22 1-1205 16,-1-5-2625-16</inkml:trace>
  <inkml:trace contextRef="#ctx0" brushRef="#br0" timeOffset="33781.87">28758 3793 2537 0,'0'0'2057'0,"0"0"-1045"0,4-45 257 15,-4 26-557-15,-4-4-248 0,-4-2-323 16,-7 0-141-16,1-1 0 0,-7 2 0 16,0 2 0-16,-6 1 0 0,3 3 0 15,-1 3 0-15,2 3 0 0,0 7 0 16,1 5 0-16,-1 4 0 0,2 9 0 15,5 2 0-15,3 4 0 0,7 5 0 16,4 3 0-16,2 4 0 16,8 4 0-16,5 3 0 0,5 1 0 15,5 3 0-15,0 3 0 0,1 2 0 16,1 4 0-16,-2 4 0 16,-6-2 0-16,-5-1 0 0,-2-2 0 15,-4-6 0-15,-3-6 0 0,-3-5 0 16,-3-7 0-16,-1-7-685 0,-2-7-75 15,4-6-133-15,-4-5-1924 0</inkml:trace>
  <inkml:trace contextRef="#ctx0" brushRef="#br0" timeOffset="33959.19">28470 4114 4730 0,'0'0'1873'15,"0"0"-1273"-15,0 0 24 0,0 0-259 16,0 0-365-16,44-14 0 0,-7 7 0 15,6 1 0-15,-3-1 0 16,-3 1 0-16,-4 2 0 0,-2-1 0 16,0 2-665-16,-10 0-576 0,-3-1-499 0</inkml:trace>
  <inkml:trace contextRef="#ctx0" brushRef="#br0" timeOffset="34313.68">28931 4118 5026 0,'0'0'1176'15,"0"0"-727"-15,0 0-17 0,0 0-28 16,0 0-264-16,9-35 48 0,-9 28 189 16,-4-2-377-16,-5 1 0 0,-1 1 0 15,-7 6 0-15,1 3 0 0,-1 11 0 16,-3 7 0-16,-1 4 0 0,0 6 0 15,3 1 0-15,5 0 0 16,7 2 0-16,6-6 0 0,4-1 0 16,11-6 0-16,5-3 0 0,5-6 0 15,0-5 0-15,2-6 0 0,-2-2 0 16,-1-9 0-16,-5-3 0 16,-7-4 0-16,-3-5 0 0,-3-2 0 15,-4-1 0-15,-2-2 0 0,0-1 0 16,-4 0 0-16,0 0 0 0,-2 3 0 15,1 0 0-15,1 4-9 0,2 2-515 16,0 6-12-16,2 6-377 16,0 3 169-16,2 5-36 0,2 0-1261 0</inkml:trace>
  <inkml:trace contextRef="#ctx0" brushRef="#br0" timeOffset="34519.31">29010 4274 5426 0,'0'0'952'0,"0"0"-271"16,0 0 135-16,0 0-499 0,0 0-317 16,0 0 0-16,10-60 0 0,-1 28 0 15,1-2 0-15,2 2 0 0,3 3 0 16,3 0 0-16,1 6 0 16,0 4 0-16,1 3 0 0,-1 3 0 15,2 0 0-15,-7 2-1774 0,5 0-1151 0</inkml:trace>
  <inkml:trace contextRef="#ctx0" brushRef="#br0" timeOffset="35292.53">29382 4008 6278 0,'0'0'1533'0,"0"0"-1152"0,-35-29-381 16,14 29 0-16,-4 1 0 0,-1 10 0 16,-1 5 0-16,0 8 0 0,2 4 0 15,8 6 0-15,3 1 0 0,10 0 0 16,6-1 0-16,12-4 0 0,7-4 0 16,10-5 0-16,4-7 0 15,7-7 0-15,1-7 0 0,5-1 0 16,-3-8 0-16,-4-5 0 15,-12 3-1045-15,-6-3-600 0</inkml:trace>
  <inkml:trace contextRef="#ctx0" brushRef="#br0" timeOffset="35588.96">29446 4207 5786 0,'0'0'720'0,"0"0"-83"0,0 0 171 15,46 16-567-15,-24-16-241 0,1-5 0 16,-4-3 0-16,-3-4 0 0,-3-4 0 15,-3 0 0-15,-4-3 0 16,-2 1 0-16,-4-1 0 0,-2 2 0 16,-4 0 0-16,-4-1 0 0,-3 2 0 15,1 5 0-15,-3 2 0 0,1 6 0 16,-1 5 0-16,-1 9 0 0,-1 5 0 16,3 6 0-16,4 1 0 15,1 3 0-15,9 1 0 0,9-1 0 16,3-1 0-16,9-4 0 0,-1-4 0 15,3-3 0-15,0-7 0 0,2-4-213 16,-1-3-315-16,-1-2-336 16,0-5 59-16,-2-3 1 0,-1-3-557 15,-7 3 421-15,1-4-313 0</inkml:trace>
  <inkml:trace contextRef="#ctx0" brushRef="#br0" timeOffset="35774.11">29783 4114 108 0,'0'0'2997'0,"8"-33"-1436"15,-12 19-525-15,-4 2-131 0,-4 2 315 16,-3 3-855-16,1 1-365 0,-3 6 0 15,3 4 0-15,-3 6 0 16,1 7 0-16,-1 4 0 0,0 4 0 16,3 2 0-16,6 2 0 0,2-1 0 15,8 2 0-15,6-7 0 0,8-2 0 16,7-8 0-16,2-6 0 0,2-7 0 16,4-7 0-16,2-11-245 15,-2-8-631-15,-8 3-1405 0,-5-5-2109 0</inkml:trace>
  <inkml:trace contextRef="#ctx0" brushRef="#br0" timeOffset="35943.64">29891 3630 6202 0,'0'0'1965'16,"0"0"-1940"-16,0 0-25 0,-29 35 0 16,12 1 0-16,-2 11 0 0,7 5 0 15,4-2 0-15,6 4 0 0,4 1 0 16,8-3 0-16,7-3 0 15,1-3 0-15,3-6 0 0,0-4 0 16,-1-8-1009-16,-3-11-1348 0</inkml:trace>
  <inkml:trace contextRef="#ctx0" brushRef="#br0" timeOffset="36439.11">30465 4232 3529 0,'0'0'656'0,"0"0"-71"0,0 0 183 16,0 0-464-16,-10 36 0 0,10-30 225 15,0 0-229-15,0-4-12 0,0 1 204 16,-2-2-292-16,2-1 37 0,-4-6-237 16,2-7 0-16,-3-8 0 0,1-5 0 15,2-3 0-15,2-3 0 0,6 1 0 16,1-2 0-16,3 3 0 15,2 4 0-15,3 4 0 0,3 7 0 16,5 4 0-16,4 2 0 0,0 5 0 16,4 0-349-16,-10 1-751 0,-1 3-417 15</inkml:trace>
  <inkml:trace contextRef="#ctx0" brushRef="#br0" timeOffset="36720.6">30719 4207 5962 0,'0'0'921'0,"0"0"-437"16,40-1 132-16,-26-5-407 16,1-3-209-16,-5-2 0 0,-2-3 0 15,1-4 0-15,-7-2 0 0,-2-2 0 16,-5 0 0-16,-5 2 0 0,-6 5 0 16,-1 6 0-16,-4 7 0 0,1 5 0 15,-1 8 0-15,0 8 0 0,3 3 0 16,3 3 0-16,7 2 0 0,6 0 0 15,4-1 0-15,10 0 0 16,9-1 0-16,4-6 0 0,4-1 0 16,4-8 0-16,4-4-137 0,0-5-627 15,-8-1-881-15,0-5-500 0</inkml:trace>
  <inkml:trace contextRef="#ctx0" brushRef="#br0" timeOffset="37061.67">31141 4027 6338 0,'0'0'1473'16,"0"0"-1092"-16,0 0-381 0,-41-27 0 15,20 20 0-15,-2 1 0 0,1 6 0 16,1 0 0-16,4 1 0 0,3 4 0 16,4 1 0-16,3 0 0 0,5-1 0 15,2 1 0-15,2 3 0 0,9 3 0 16,5 1 0-16,5 0 0 0,4-2 0 15,0-3 0-15,-1-2 0 0,-1 1-125 16,-2-3-519-16,-5 3 168 16,-3-3 75-16,-5 0 341 0,-4 0 60 15,-4 1 56-15,0 0 201 0,0 4 63 16,-10 4 256-16,-7 2-364 0,-3-1-4 16,-1 0-131-16,-2-2-77 15,0 0 0-15,1 1 0 0,-3-5 0 16,2 0 0-16,5-3-189 0,7-1-263 15,7-3-168-15,4 0-829 0,0-1 20 16,4 0-115-16</inkml:trace>
  <inkml:trace contextRef="#ctx0" brushRef="#br0" timeOffset="37405.98">31168 4652 5870 0,'-10'43'973'0,"1"-5"-593"0,3-1-80 16,2-16-52-16,2-8-144 0,2-8-36 15,0-5 0-15,-2-6-68 0,2-12 12 16,0-12 4-16,0-9 4 16,0-9-16-16,0-6 125 0,2-3-129 15,4-8 0-15,7-2 0 0,7-5 0 16,9 5 0-16,6 5 0 0,7 6 0 15,-1 9 0-15,-2 8 0 0,-4 7 0 16,-6 7 0-16,-6 8 0 16,-6 7 0-16,-5 5 0 0,-6 5 0 15,-2 2 0-15,-1 9 0 0,-3 3 0 16,-5 5 0-16,-5 5 0 0,-6-1 0 16,-9 3 0-16,-2 2 0 0,-2-1 0 15,0-1 0-15,6-1 0 0,7-4 0 16,5-3 0-16,7-5-293 15,4-2-1080-15,0-6-75 0,6-2-217 0</inkml:trace>
  <inkml:trace contextRef="#ctx0" brushRef="#br0" timeOffset="37728.8">31848 4135 5086 0,'0'0'1705'0,"-37"-35"-1041"16,10 17-184-16,0 4-223 0,0 3-257 15,0 6 0-15,3 5 0 0,3 3 0 16,2 7 0-16,1 7 0 16,3 4 0-16,5 4 0 0,4 6 0 15,6 1 0-15,2 1 0 0,10-1 0 16,7-4 0-16,8-5 0 0,2-7 0 16,4-7 0-16,2-5 0 0,-2-5 0 15,-4-7 0-15,-2-7 0 0,-9-5 0 16,-3-4 0-16,-5-2 0 0,-8-2 0 15,-2 1 0-15,-4-1 0 16,-4 2 0-16,-3 2 0 0,-1 4 0 16,4 5-209-16,2 4-491 0,4 5 124 15,2 4-673-15,0-1 181 0,10 1-273 16</inkml:trace>
  <inkml:trace contextRef="#ctx0" brushRef="#br0" timeOffset="37977.67">31920 4198 4994 0,'0'0'1156'15,"-12"33"-383"-15,8-21 299 0,2-5-875 16,2-2-197-16,0-5 0 16,0 0 0-16,4-2 0 0,8-10 0 15,7-11 0-15,4-6 0 0,6-5 0 16,0 2 0-16,-5 5 0 0,3 4 0 16,-6 5 0-16,-4 8 0 0,-7 7 0 15,-2 6 0-15,-2 11 0 0,-2 9 0 16,-4 7 0-16,0 2 0 0,0 2 0 15,-2-1 0-15,0-2 0 16,0-3 0-16,2-5 0 0,4-7 0 16,1-6 0-16,1-4 0 0,2-6 0 15,2-4-317-15,5-6-807 0,-5-2-269 16,-2-1-2537-16</inkml:trace>
  <inkml:trace contextRef="#ctx0" brushRef="#br0" timeOffset="38313.69">32495 4036 2669 0,'0'0'3093'0,"0"0"-2032"16,0 0-469-16,-35-30-44 0,18 22-319 16,-3 0-229-16,-7 3 0 0,0 5 0 15,-4 4 0-15,2 5 0 0,2 5 0 16,7 3 0-16,3 0 0 15,7 2 0-15,8 1 0 0,4 0 0 16,10 2 0-16,11-1 0 0,12-1 0 16,2-2 0-16,5-4 0 15,-3-3 0-15,-4-1 0 0,-6-3 0 0,-8-1 0 16,-9-3 0-16,-6 1 0 0,-4-2 0 16,-4 3 0-16,-12 2 0 15,-9 1 0-15,-10 1 0 0,-4-1 0 16,-1-6 0-16,5-1 0 0,2-1 0 15,9 0 0-15,5-2 0 0,7 1 0 16,8-1 0-16,2 1-305 16,4 1-915-16,4-1-229 0,11 0-1753 0</inkml:trace>
  <inkml:trace contextRef="#ctx0" brushRef="#br0" timeOffset="38583.5">32578 4223 7363 0,'0'0'829'0,"41"-39"-829"15,-14 14 0-15,-2 0 0 0,0-4 0 16,-1-1 0-16,-1-3 0 0,-2 1 0 16,-7 3 0-16,-3 3 0 0,-3 5 0 15,-6 7 0-15,-2 6 0 0,-2 6 0 16,-15 6 0-16,-7 12 0 0,-7 9 0 16,-9 12 0-16,7 4 0 15,2 6 0-15,11 1 0 0,9-1 0 16,11-2 0-16,11-5 0 0,13-7 0 15,12-5 0-15,9-10 0 16,7-5 0-16,6-4 0 0,6-3 0 16,4-1 0-16,2 0-233 0,-16-4-2284 15,-5-1-2733-15</inkml:trace>
  <inkml:trace contextRef="#ctx0" brushRef="#br0" timeOffset="39298.03">28723 4823 4542 0,'0'0'1388'0,"0"0"-455"0,-56-32 396 16,25 27-1329-16,-2 4 0 0,-2 1 0 16,4 7 0-16,2-1 0 0,6 1 0 15,8-1 0-15,7-1 0 0,4-1 0 16,4 2 0-16,0 5 0 0,8 4 0 15,7 3 0-15,8 0 0 16,3 0 0-16,5-3 0 0,7 3 0 16,-3 0 0-16,0 0 0 0,-4-1 0 15,-10 1 0-15,-9 0 0 0,-6 0 0 16,-8-2 0-16,-6 2 0 16,-9 1 0-16,-3-2 0 0,-3-1 0 15,-6 1 0-15,0-5 0 0,-2-3 0 16,2-4 0-16,4-5 0 15,5-1 0-15,5-10 0 0,11-7-645 16,4-7-580-16,4 4-243 0,6-4-2722 0</inkml:trace>
  <inkml:trace contextRef="#ctx0" brushRef="#br0" timeOffset="39513.89">28857 4460 6174 0,'0'0'829'0,"0"0"-117"15,0 0-235-15,0 0-477 0,0 0 0 16,-4 57 0-16,-2-6 0 0,-3 9 0 16,7 2 0-16,0 1 0 0,2 1 0 15,0 1 0-15,0-1 0 16,0-3 0-16,0-5 0 0,0-5 0 16,0-8 0-16,4-7 0 0,-2-11 0 15,-2-11-877-15,0-7-1860 0,0-11-605 0</inkml:trace>
  <inkml:trace contextRef="#ctx0" brushRef="#br0" timeOffset="39652.62">28702 4965 6506 0,'0'0'865'0,"0"0"-249"0,52-41-411 16,-19 28-205-16,0 2 0 0,4-1 0 16,-4 3 0-16,0 0 0 0,-6 3 0 15,-2 0 0-15,-2 0 0 0,-11 2-1365 16,-2-2-1529-16</inkml:trace>
  <inkml:trace contextRef="#ctx0" brushRef="#br0" timeOffset="39777.87">28832 5020 4289 0,'0'0'0'0,"0"0"-2369"0</inkml:trace>
  <inkml:trace contextRef="#ctx0" brushRef="#br0" timeOffset="40642.69">28933 5052 6070 0,'0'0'1265'16,"0"0"-741"-16,0 0-191 0,56-19-333 15,-29 2 0-15,-4 0 0 16,-2 0 0-16,-7-1 0 0,-2 0 0 16,-3 3 0-16,-3-2 0 0,-2-1 0 15,-4 3 0-15,-8 1 0 0,-3 2 0 16,-7 1 0-16,-1 6 0 16,-3 4 0-16,-1 5 0 0,-2 9 0 15,-2 6 0-15,4 7 0 0,-1 2 0 16,3 7 0-16,11-1 0 15,7 4 0-15,10-2 0 0,13-3 0 16,15-5 0-16,5-5 0 0,7-8 0 16,3-10 0-16,2-5 0 0,-1-6-317 15,-5-7-479-15,-3-4-45 0,-12-4-91 16,-6 0 180-16,-13-4-245 0,-3 1 405 16,-7 0 592-16,-4 3 624 0,-7 2 773 15,-3-1-425-15,-2 2-183 0,-1 3 371 16,-4 1-875-16,1 4-285 0,-1 9 0 15,3 2 0-15,-1 10 0 16,-1 8 0-16,-1 4 0 0,0 7 0 16,3 0 0-16,1 0 0 0,7-1 0 15,6-3 0-15,2-4 0 0,8-4 0 16,7-4 0-16,3-3 0 16,3-7 0-16,4-4 0 0,0-6 0 15,-3-5 0-15,-1-3 0 0,-4 0 0 16,-5-3 0-16,-4 3 0 15,1-2 0-15,-5 3 0 0,-2 5 0 16,-2 6 0-16,0 1 0 0,0 1 0 16,-2 3 0-16,0 10 0 0,0 5 0 15,2 0 0-15,6-2 0 0,4-4 0 16,5-6 0-16,3-5 0 0,3-1-801 16,-1-3-80-16,1-4-131 0,-6 0-1201 15,-3-1-108-15</inkml:trace>
  <inkml:trace contextRef="#ctx0" brushRef="#br0" timeOffset="40826.92">29539 5029 3321 0,'0'0'1961'0,"0"0"-436"0,-21-33-785 0,9 23-220 16,-2 5-395-16,-3 5-125 16,1 3 0-16,-5 10 0 0,2 4 0 15,3 5 0-15,1 3 0 0,5 4 0 16,6-1 0-16,4-1 0 15,10-2 0-15,9-6 0 0,3-6 0 16,5-8 0-16,0-6-681 0,-6-6-1912 16,0-10-1277-16</inkml:trace>
  <inkml:trace contextRef="#ctx0" brushRef="#br0" timeOffset="40997.57">29609 4506 6695 0,'0'0'932'15,"0"0"-367"-15,0 0-565 0,-24 45 0 16,13-1 0-16,1 14 0 0,2 6 0 16,4-1 0-16,-1 0 0 0,5-6 0 15,9-5 0-15,3-6 0 0,5-4 0 16,1-7-385-16,-1-4-511 16,-3-8-297-16,-3-8-2541 0</inkml:trace>
  <inkml:trace contextRef="#ctx0" brushRef="#br0" timeOffset="41620.23">29733 5045 6587 0,'0'0'1160'16,"-6"35"-824"-16,6-17-227 0,11-4-109 16,3-1 0-16,5-3 0 0,-1-4 0 15,7-5 0-15,-2-2 0 0,4-9 0 16,-3-3 0-16,-1-1 0 0,-4-4 0 16,-3 0 0-16,-5 2 0 0,-5-2 0 15,0-1 0-15,-4 2 0 0,-2 3 0 16,0 5 0-16,0 4 0 0,0 3 0 15,0 2 0-15,0 3 0 16,0 15 0-16,-2 16 0 0,0 14 0 16,2 10 0-16,0 2 0 0,0-1 0 15,0 3 0-15,0 1 0 0,-4-4 0 16,-6-2 0-16,-5-2 0 16,-8-3 0-16,-8 1 0 0,-8-3 0 15,-6-4 0-15,-5-6 0 16,0-6 0-16,1-7 0 0,3-10 0 15,5-7 0-15,4-6 0 0,10-9 0 16,4-11 0-16,9-12 0 0,10-11 0 16,8-7 0-16,14-6 0 0,17-3 0 15,11 3 0-15,8-2 0 0,10-1 0 16,2-6 0-16,-17 15-697 0,1-4-4065 0</inkml:trace>
  <inkml:trace contextRef="#ctx0" brushRef="#br0" timeOffset="42034.83">30062 5113 5882 0,'0'0'761'0,"0"0"-505"0,62-20 300 0,-31 13-428 16,2-1-24-16,-2-3-88 0,0 3-16 15,-2-3-76-15,-4-1-904 0,-8 3-465 16,-3-3-808-16</inkml:trace>
  <inkml:trace contextRef="#ctx0" brushRef="#br0" timeOffset="42407.43">30486 4989 5698 0,'0'0'921'0,"0"0"-269"16,-31-37 269-16,21 25-921 0,-3 3 0 16,-1-1 0-16,1 3 0 0,-1 5 0 15,-3 2 0-15,1 6 0 0,-1 3 0 16,5 5 0-16,-1 3 0 16,5 2 0-16,6 1 0 0,4 0 0 15,11 2 0-15,5-5 0 0,9 1 0 16,2-2 0-16,2-3 0 15,-2-3 0-15,-2 2 0 0,-7-4 0 16,-5 0 0-16,-7-1 0 0,-4-5 0 16,-4 5 0-16,-6 1 0 0,-6 6 0 15,-9 1 0-15,-6-1 0 0,-6-1 0 16,2-2 0-16,0-4 0 0,2-4 0 16,8-2 0-16,9-1 0 0,6-9-857 15,10-11-148-15,2 2-231 0,7-7-1858 16</inkml:trace>
  <inkml:trace contextRef="#ctx0" brushRef="#br0" timeOffset="42590.72">30577 4602 5782 0,'0'0'492'16,"0"0"289"-16,0 0-241 16,0 0-208-16,0 0-76 0,16 37-247 15,-16 8-9-15,0 9 0 0,0 4 0 16,-2-4 0-16,-2 3 0 15,2-1 0-15,-2-3 0 0,0-1 0 16,0-2 0-16,-2-5 0 0,3-6 0 16,-1-7 0-16,2-9 0 0,2-9-2022 15,-4-10-699-15</inkml:trace>
  <inkml:trace contextRef="#ctx0" brushRef="#br0" timeOffset="42728.96">30554 5017 5942 0,'0'0'813'0,"0"0"-333"16,56-19 132-16,-31 16-524 0,4-1-60 16,0 2-28-16,4-2-28 0,2 1-324 15,0-4-1025-15,-8 3-199 0,0-3-413 16</inkml:trace>
  <inkml:trace contextRef="#ctx0" brushRef="#br0" timeOffset="43037.62">30941 4924 5442 0,'0'0'1609'16,"-58"0"-781"-16,21 3-515 15,-1 8-313-15,1 3 0 0,2 4 0 16,4 3 0-16,6-1 0 0,11 3 0 16,8-4 0-16,8-1 0 0,10-2 0 15,11-2 0-15,4-3 0 0,6-5 0 16,2-6 0-16,2-2 0 0,2-10 0 16,1-2 0-16,-5-5 0 0,-2 0 0 15,-8 1 0-15,-5 0 0 0,-7 5 0 16,-5 5 0-16,-4 3 0 0,-4 3 0 15,0 0 0-15,0 2 0 16,0 2 0-16,0 7 0 0,0 8 0 16,0 3 0-16,0 2 0 0,2 2 0 15,-2-1 0-15,0 1 0 0,0 0 0 16,0 1 0-16,-2-1 0 16,0-1 0-16,-2-4 0 0,2-2 0 15,0-3 0-15,0-5 0 0,0-5 0 16,0 1 0-16,2-5-89 15,0 0-1411-15,0-7-629 0</inkml:trace>
  <inkml:trace contextRef="#ctx0" brushRef="#br0" timeOffset="43265.02">31209 4639 7167 0,'0'0'808'0,"0"0"-591"16,0 0-217-16,-2 45 0 0,-4-5 0 16,-4 11 0-16,-1 6 0 0,3-1 0 15,4 2 0-15,2-3 0 16,2-2 0-16,0-3 0 0,4-4 0 16,0-5 0-16,2-5 0 0,-1-5 0 15,-3-5 0-15,-2-10 0 0,-2-6 0 16,-3-6-1249-16,-3-7-2905 0</inkml:trace>
  <inkml:trace contextRef="#ctx0" brushRef="#br0" timeOffset="43390.74">31092 5079 6979 0,'0'0'468'0,"0"0"277"16,49-32-745-16,-22 25 0 0,6 1 0 16,2 0 0-16,5-1 0 0,-3 2 0 15,-4 2 0-15,-4 0 0 0,-9 3 0 16,-7 0-1682-16,-5 0-1231 0</inkml:trace>
  <inkml:trace contextRef="#ctx0" brushRef="#br0" timeOffset="43715.75">31408 5214 6771 0,'0'0'804'0,"0"0"-187"15,0 0-617-15,47-32 0 0,-7 7 0 16,7-2 0-16,3-3 0 0,-3 4 0 16,-3-1 0-16,-7 2 0 0,-10 1 0 15,-9 3 0-15,-9 2 0 0,-13 1 0 16,-9 5 0-16,-10 5 0 0,-6 7 0 16,-2 3 0-16,-6 12 0 0,-2 6 0 15,0 7 0-15,6 3 0 0,10 6 0 16,15 2 0-16,14 2 0 0,19 2 0 15,14-4 0-15,11-5 0 16,7-8 0-16,8-6 0 0,1-9 0 16,-4-6 0-16,-7-5 0 0,-17-5-113 15,-9-6-4909-15</inkml:trace>
  <inkml:trace contextRef="#ctx0" brushRef="#br0" timeOffset="92089.33">8488 8532 1836 0,'0'0'72'0,"0"0"1425"0,0 0-32 0,0 0-829 0,10-34-56 16,-6 28 185-16,0-1-369 0,-4 2 0 16,2 1 153-16,2 2-549 15,-4 2 0-15,0 0 0 0,0 1 0 16,0 9 0-16,-10 11 0 0,0 8 0 16,-5 8 0-16,-1 3 0 0,3-1 0 15,-1 1 0-15,-1 0 0 16,5-3 0-16,4 0 0 0,0-7 0 15,2-4 0-15,4-8 0 0,0-7 0 16,4-4 0-16,6-3 0 0,2-4 0 16,7-6 0-16,4-10 0 0,2-4 0 15,-3-6 0-15,5-1 0 0,-2-1 0 16,-4 6 0-16,-5 5 0 0,-6 7 0 16,-5 6 0-16,-5 4 0 15,0 0 0-15,0 7 0 0,-5 10 0 16,-1 12 0-16,-4 8 0 0,4 6 0 15,2-3 0-15,4-5 0 0,0-3 0 16,10-4 0-16,6-4 0 16,5-5 0-16,0-6 0 0,10-5 0 15,0-8 0-15,6-1 0 0,0-11 0 16,0-6 0-16,-3-7 0 0,-3-5 0 16,-7-5 0-16,-3-5 0 0,-11-3 0 15,-3-2 0-15,-7 1 0 16,-7-1 0-16,-1 1 0 0,-4 4 0 15,1 3 0-15,5 7 0 0,2 9 0 16,0 8 0-16,4 7 0 0,0 6 0 16,0 1 0-16,0 10-449 0,0 0-1564 15,4 8-308-15</inkml:trace>
  <inkml:trace contextRef="#ctx0" brushRef="#br0" timeOffset="92570.41">9048 8974 1844 0,'0'0'1369'0,"0"0"-44"16,0 0-533-16,0 0-176 16,0 0 177-16,0 0-341 0,0 0 52 15,0 0-7-15,0 0-497 0,0 0 0 16,-27 8 0-16,17 4 0 0,1 8 0 15,3 5 0-15,2 3 0 0,4 1 0 16,4-3 0-16,6-1 0 16,1-1 0-16,5-7 0 0,5-4 0 15,0-4 0-15,6-8 0 0,4-1 0 16,-7-8 0-16,-5-6 0 0,0-4 0 16,-9-6 0-16,-4-1 0 15,-6-1 0-15,0-3 0 0,-10 0 0 16,-5-2 0-16,3 6 0 0,-5 2 0 15,-1 4 0-15,1 3 0 0,3 5 0 16,-3 5 0-16,5 3 0 0,-7 7 0 16,7 2-1678-16,-9 4-2531 0</inkml:trace>
  <inkml:trace contextRef="#ctx0" brushRef="#br0" timeOffset="94402.31">15605 8786 2649 0,'0'0'3029'0,"0"0"-2481"0,0 0 5 0,0 0 407 0,0 0-520 15,0 0-427-15,-13-34-13 16,13 33 0-16,0 0 0 0,0 1 0 15,-2 7 0-15,-4 7 0 0,0 15 0 16,0 9 0-16,-5 2 0 0,-3 4 0 16,3-5 0-16,5 1 0 0,-2 0 0 15,6-5 0-15,2-6 0 0,2-6 0 16,6-9 0-16,3-3 0 0,5-10 0 16,1-2 0-16,3-8 0 15,1-8 0-15,6-6 0 0,-6-1 0 16,-1-2 0-16,-3 4 0 0,-3 0 0 15,-8 6 0-15,-1 6 0 0,-3 3 0 16,-2 5 0-16,0 1 0 16,4 1 0-16,-4 0 0 0,4 10 0 15,-2 6 0-15,2 4 0 0,0 5 0 16,-2 0 0-16,2 2 0 0,3 1 0 16,-3 0 0-16,8-2 0 15,3-3 0-15,1-4 0 0,9-4 0 16,2-7 0-16,4-4 0 0,0-8 0 15,2-8 0-15,-2-10 0 0,0-9 0 16,0-6 0-16,-8-4 0 0,-5-3 0 16,-7 0 0-16,-5-1 0 0,-4 0 0 15,-2 0 0-15,-6 5 0 0,0 5 0 16,-1 10 0-16,-1 10 0 0,-2 5 0 16,4 5 0-16,-5 3 0 15,7 2 0-15,-2 1 0 0,4 2-293 16,-6 4-3925-16</inkml:trace>
  <inkml:trace contextRef="#ctx0" brushRef="#br0" timeOffset="100553.49">15169 11424 2209 0,'0'0'92'0,"0"0"768"16,0 0-652-16,51-26-204 0,-24 16 36 16,6 1 144-16,2-1-8 0,3 2 4 15,9 1 124-15,5 3-123 16,10 1-69-16,2 0-52 0,14 3-52 15,7 0-8-15,14 0 32 0,13 2-8 16,14-1 60-16,17-1 32 0,12 0-92 16,10 0 4-16,13 0 36 0,14-1-8 15,4-1 60-15,13 0 248 16,6 0-120-16,2-1-48 0,4 2 24 16,5-1-152-16,-1 2 12 0,-4-1-12 15,5 0-64-15,-7 1 4 0,-8 0-8 16,-9 3-180-16,-10 0-128 0,-18 0-476 15,-15 1 164-15,-18-1-89 0,-46 0-723 16,-12 0-317-16</inkml:trace>
  <inkml:trace contextRef="#ctx0" brushRef="#br0" timeOffset="101361.29">15340 12368 2132 0,'-39'-4'593'0,"2"3"-489"0,-5-1-88 0,13-2 68 15,0 2 256-15,7-1-132 0,7 1 68 16,5 2 232-16,4-1-279 0,6 0-57 16,0 0 76-16,14-1-240 0,13 1 28 15,14 1-28-15,13 0-4 16,8 0-4-16,6 1 0 0,13 1 8 15,8-1-8-15,12 0 16 0,9-1-16 16,16 0 100-16,14 0 244 0,9 0-72 16,12-3 4-16,9 1 224 15,12-3-327-15,4 4 15 0,12 0 116 16,3 1-180-16,8 0-4 0,-1 0 64 16,5 0-168-16,11 0 20 0,-1 1 48 15,8 0-80-15,3-1 16 0,-3 0-12 16,3-1-4-16,-5 0-4 0,-3 1 0 15,-3-2-12-15,-6 0 12 0,-6 1 0 16,-11 1-4-16,-9 4 0 16,-14-2-152-16,-13 1-176 0,-5-1 40 15,-19-1-92-15,-3-1-29 0,-17 0-131 16,-33-2-1145-16,-15-5-1032 0</inkml:trace>
  <inkml:trace contextRef="#ctx0" brushRef="#br0" timeOffset="103455.17">17275 12211 2305 0,'0'0'48'0,"0"0"564"16,0 0-160-16,0 0-156 0,0 0 156 15,0 0-191-15,0 0-17 0,0 0 104 16,-6 12-236-16,8-7-12 0,2 1 32 15,0 0-56-15,4 0 16 0,-4 1 28 16,11-2-80-16,1-1 16 0,5-4 120 16,6-1-72-16,4-6-52 15,-4-6 12-15,0-1-56 0,0-4 28 16,2-2-8-16,0-4-28 0,-5 1 0 16,3-3 8-16,2-1 0 15,-6 0-8-15,4-3 12 0,-2-4-8 0,-3 1-4 16,3-3 0-16,-4 0 4 15,-5 0-4-15,1-1 4 0,1 0-4 16,-5 2 0-16,3-2-4 0,3 4-16 16,0-3 12-16,-1 4-4 15,5 1-28-15,-2 0 32 0,5 3-8 16,-1 1-24-16,-2 0 28 0,6 3 4 16,-2-1-96-16,0 4-24 0,0 3-40 15,-1 3 84-15,3 3 48 0,-6 8 0 16,2 3-20-16,-6 2 40 0,-1 8 8 15,-1 2 4-15,3 4 4 0,-3 3 16 16,4 4-4-16,-5 2-12 0,3 5 24 16,-3 3-16-16,-3 0-8 15,-3 6 12-15,-2 4-4 0,-2 1-8 16,1 6 36-16,-3 0-28 0,0 3 8 16,-2 0 56-16,8-1-24 15,-3 0 32-15,7-1 100 0,3-4-88 16,3-3 4-16,7-3 20 0,4-3-100 15,0-5 4-15,6-3-4 0,1-5-16 16,-1-5 0-16,-2-7 0 0,2-6 0 16,6-6 0-16,-1-4 4 15,5-9 12-15,-1-3-16 0,-3-8 12 16,3-3-4-16,-5-7-8 0,-2-5 16 16,-1-3-4-16,-1-5-12 0,-6-3 16 15,0-3-16-15,2 1 0 0,-4 2 12 16,0 3 8-16,-4 0-12 0,3 4 60 15,1 0-48-15,-2 0 13 0,0 3-13 16,-2 2-12-16,6 0-8 0,-4 4 0 16,6 1-8-16,0 4 8 15,2 4 0-15,0 4-20 0,-2 5 8 16,0 7-65-16,-4 6-3 0,2 3 48 16,-6 13 8-16,-2 6-24 0,-2 9 48 15,-7 8-8-15,-2 9 4 16,-1 5 4-16,-1 5 60 0,0 4-8 15,-1 2 20-15,3-3 45 0,1 0-81 16,1 0 0-16,5-2 16 0,-1-2-48 16,3-1 12-16,0-4 32 15,5-1-28-15,1-5 60 0,4-7 152 0,0-5-156 16,7-5-4-16,1-9 80 16,0-8-100-16,2-6 16 0,3-9 24 15,-3-11-84-15,3-10 4 0,-1-9-4 16,0-5-8-16,-3-9-4 0,-1-7-64 15,-6-6-32-15,-2-5 52 0,4-4 4 16,-2 1-12-16,4 0 52 0,7 8-4 16,-3 2-68-16,5 9 36 15,-5 10 32-15,0 6-44 0,-3 10 52 16,-5 9-4-16,0 7 0 0,0 7 4 16,0 6-4-16,2 11-8 0,2 11 12 15,0 9 0-15,3 8-28 16,1 7-4-16,-2 6 24 0,1 4-12 15,3 4 20-15,5 3 44 0,-3 2-4 16,9 2 20-16,-3 1-32 16,1-1-24-16,-2 0-8 0,-5-3-64 15,3-6-328-15,-15-17-505 0,-2-7-4053 0</inkml:trace>
  <inkml:trace contextRef="#ctx0" brushRef="#br0" timeOffset="112513.34">21463 5502 2797 0,'0'0'1228'16,"0"0"-679"-16,10 58 491 0,-10-20-492 15,0 6-127-15,-2 10 115 0,-12 11-272 16,-3 10 76-16,-8 8 129 0,3 7-469 15,-3 8 0-15,2 7 0 0,2 10 0 16,-3 10 0-16,7 9 0 16,-6 10 0-16,3 10 0 0,-3 10 0 15,2 10 0-15,5 10 0 0,-1 4 0 16,7 9 0-16,0 6 0 0,-3 0 0 16,-1 6 0-16,1 2 0 0,-1-2 0 15,-3 1 0-15,-1-3 0 16,-5-6 0-16,2-1 0 0,-2-7 0 15,1-8 0-15,-1-6 0 16,2-8 0-16,5-15 0 0,-1-6 0 16,5-13 0-16,-1-15 0 0,11-10 0 15,2-17 0-15,0-17 0 0,2-17 0 16,9-17 0-16,-1-18 0 16,0-12 0-16,3-15 0 0,1-18-953 15,-3 0-328-15,-3-13-332 0</inkml:trace>
  <inkml:trace contextRef="#ctx0" brushRef="#br0" timeOffset="114665.6">21194 7228 1392 0,'0'0'1549'15,"0"0"-469"-15,0 0-271 0,0 0-289 16,0 0-60-16,0 0 60 15,0 0-235-15,0 0 11 0,4-46 220 16,7 23-252-16,1 0 8 0,-2-1-43 16,1 1-229-16,1 1 0 0,-2-2 0 15,5-1 0-15,1-1 0 0,7-1 0 16,2-2-25-16,4 1 21 0,8-1-192 16,0 2 68-16,5 3 48 15,-1 4 16-15,0 5-12 0,-1 5 40 16,-3 8 16-16,-6 2-16 0,2 12 36 15,-8 4 0-15,2 7 16 0,-7 6 12 16,1 5 116-16,-4 4-124 0,-5 3 4 16,-4 7-8-16,3 4-4 15,-1 5-12-15,-4 2 52 0,-2 5-40 16,2 5 28-16,-1 3-4 0,-1 8-4 16,0 1-28-16,-2 7 8 0,-2 2-4 15,0 4-8-15,0 3 0 16,0 6 8-16,0 4-8 0,0 1 36 15,0 2 24-15,0 2 45 0,0 0-105 16,2 3 0-16,2-1 0 0,4-3 0 16,1-3 0-16,-1-4 0 0,2-2 0 15,3-2 0-15,1-9 0 0,3-5 0 16,1-7 0-16,5-8 0 0,0-8 0 16,4-5 0-16,2-8 0 15,-3-9 0-15,5-5 0 0,-4-13 0 16,-2-7 0-16,-2-9 0 0,-3-7 0 15,1-9 0-15,-4-8-25 16,-7-4-55-16,0-8 48 0,5-3-8 16,-7-6 40-16,2-4 12 0,-1-2 0 15,1-4-12-15,2-1 80 0,3-1-80 16,-1-4 56-16,3-2-39 0,-1-4-17 16,3-3 0-16,0-1 0 15,8-2 0-15,-3-4 0 0,7-1 0 16,7-1 0-16,-1-2 0 0,8 1 0 15,3-1 0-15,-1 4 0 0,1 4 0 16,-1 6 0-16,1 5 0 0,-5 6 0 16,-1 6 0-16,-3 6 0 0,-4 5 0 15,-2 3 0-15,-4 8 0 0,4 2 0 16,-8 6 0-16,6 5 0 0,-6 5 0 16,-4 3 0-16,-1 7 0 15,-1 7 0-15,-5 5 0 0,1 5 0 16,-3 6 0-16,1 1 0 0,-3 4 0 15,2 5 0-15,1 2 0 0,1-1 0 16,7 0 0-16,2 0 0 0,1-2 0 16,3 0 0-16,0-2 0 15,0 0 0-15,-4-1 0 0,-1 0 0 16,-1-2 0-16,0-2 0 0,-3-1 0 16,3-2 0-16,-2-2 0 15,-1-5 0-15,3-5 0 0,0-5 0 16,5-7 0-16,3-5 0 0,2-7 0 15,-2-8 0-15,9-3 0 0,-3-4 0 16,0 0 0-16,0 0-61 0,0 2-119 16,0 1 116-16,-4-1 64 0,0 1 40 15,0 1-12-15,0 2 80 0,-2 3 21 16,0 0-129-16,0 2 0 0,-2 2 0 16,2 3 0-16,-4 0 0 15,4 4 0-15,-4 2 0 0,-3 5 0 16,-3 7 0-16,-3 4 0 0,-3 6 0 15,-1 2 0-15,-4 3-29 0,1 0 29 16,-1-1 29-16,2-2-29 16,3-4 0-16,3-4 0 0,5-5 0 15,4-4 0-15,4-6 0 0,4-2 0 16,2-8 0-16,2-3 0 0,0-4 0 16,3-4 0-16,1-2 0 15,2-1 0-15,1 0 0 0,-1 2 0 16,1 3 0-16,-3 7 0 0,-2 4 0 15,-6 7-57-15,0 0 57 0,-6 7 16 16,0 1 0-16,-6 3 0 0,4 2-7 16,-5 2-9-16,1 0 0 0,0 0 0 15,-1 1 0-15,3-1 0 0,0-1 0 16,-1 1 0-16,3-2 0 16,0-2 0-16,4 0 0 0,-2-1 0 15,2-3 0-15,-2-2 0 0,0-1 0 16,-3-4 0-16,1 0 0 0,-4 0-713 15,-7-7-3465-15</inkml:trace>
  <inkml:trace contextRef="#ctx0" brushRef="#br0" timeOffset="116888.48">28146 6361 7907 0,'0'0'72'0,"0"0"141"16,-2 34-213-16,6 4 0 0,0 16 0 15,0 10 0-15,-4 4 0 16,-2 4 0-16,-2 5 0 0,2 11 0 15,2 10 0-15,-2 6 0 0,-2 12 0 16,0 9 0-16,0 9 0 0,-7 8 0 16,-1 5 0-16,-5 6 0 0,-1 8 0 15,-1 3 0-15,-2 8 0 16,5 7 0-16,-3 2 0 0,3 4 0 16,1 6 0-16,1-1 0 0,-1 5 0 15,-1 7 0-15,-1-2 0 16,-1 5 0-16,-3 1 0 0,-2-7 0 15,-6-4 0-15,-2-4 0 0,0-15 0 16,0-4 0-16,0-13 0 0,6-12 0 16,5-13 0-16,5-14 0 0,9-18 0 15,4-14 0-15,4-15 0 16,8-16 0-16,3-16 0 0,1-15 0 16,5-15 0-16,4-11-869 15,-5-5-724-15,1-10-3645 0</inkml:trace>
  <inkml:trace contextRef="#ctx0" brushRef="#br0" timeOffset="119069.38">28043 8576 1272 0,'0'0'100'16,"0"0"1481"-16,0 0-985 15,0 0-196-15,0 0 93 0,0 0-293 16,0 0-12-16,0 0 156 0,0 0-40 16,0 0 32-16,-17 0 264 0,17-5-251 15,2-5-53-15,0-6 132 16,4-5-288-16,3-5-36 0,3-5-4 15,5-4-92-15,1-1-8 0,3-7 0 16,4-3-44-16,2-3-44 0,-1-2-132 16,1 4 16-16,2 2 60 0,0 5-60 15,-2 5 24-15,0 3 104 0,-2 6 76 16,-5 4-16-16,1 5 16 0,-2 4 56 16,-1 5 0-16,-3 4 76 0,-1 4 68 15,1 5-124-15,-3 5 12 0,0 7 104 16,3 3-108-16,-5 7-4 15,3 7 20-15,-3 5-92 0,-2 6 20 16,-2 6 40-16,-1 7-60 0,-1 1 20 16,-2 5 68-16,-2 3-84 15,0 2 48-15,0 5 97 0,0 5-157 16,0 3 0-16,6 2 0 0,0 2 0 16,5-3 0-16,3 1 0 0,0-1 0 15,5 2 0-15,2-2 0 16,-1 0 0-16,5-4 0 0,-2-3 0 15,2-3 0-15,0-6 0 0,1-3 0 16,3-5 0-16,2-5 0 0,5-8 0 16,3-7 0-16,0-7 0 0,5-8 0 15,-3-9 0-15,0-4 0 0,1-10 0 16,-1-2 0-16,-4-10 0 0,-2-7 0 16,-4-3 0-16,-2-3 0 15,2-3 0-15,-2 0 0 0,2-4 0 16,2-1 0-16,0-2 0 0,2-4 0 15,1-3 0-15,-1-2 0 16,0-4 0-16,-2-1 0 0,-2-3 0 16,0-6 0-16,0-3 0 0,-2-4 0 15,2-2 0-15,-4-1-41 0,-2-2-103 16,1-2 76-16,-1 0 16 0,2 3 0 16,0 0 52-16,0 4-4 0,4 3-4 15,0 2 8-15,0 5 8 16,0 1 24-16,0 5-32 0,0 3 100 15,0 2-84-15,-2 3 28 0,4 2 20 16,0 1-64-16,2 1 0 0,0 4 0 16,-2 1 8-16,-2 5-8 0,-2 4 0 15,-2 3-4-15,0 4 4 0,-2 6 0 16,0 3-8-16,-3 5 8 0,-1 1 0 16,-2 7 4-16,-1 5-4 0,-1 6 8 15,-3 6 12-15,-1 8-20 0,-5 6 56 16,-4 5-56-16,-2 6 21 15,-2 8-21-15,0 2 0 0,0 7 0 16,0 5 0-16,0 5 0 0,0 4 0 16,2-1 0-16,2 2 0 15,0 0 0-15,5 0 0 0,-1 0 0 16,4-2 0-16,3-1 0 0,1-2 0 16,3-5 0-16,2-2 0 0,4-5 0 15,-1-3 0-15,5-5 0 16,2-2 0-16,2-6 0 0,2-3 0 15,-1-2 0-15,1-4 0 0,-2-2 0 16,2-5 0-16,2-5 0 0,0-4 0 16,-2-5 0-16,3-5 0 0,-1-4 0 15,-2-5 0-15,0-4 0 0,2-8 0 16,1-5 0-16,-1-7 0 16,0-7 0-16,0-7 0 0,-6-8 0 15,-2-3 0-15,-4-4 0 0,0 0 0 16,0-1 0-16,1 0 0 0,-1 0 0 15,0-1 0-15,2-2 0 16,-2 0 0-16,0-3 0 0,-1-4 0 16,-1 0 0-16,0-2 0 0,-3-2 0 15,1-1 0-15,-2-1 0 0,1-1 0 16,3 1 0-16,0-1 0 0,2-1 0 16,2 1 0-16,-1 2 0 0,1 2 0 15,0 2 0-15,0 4 0 16,0 2 0-16,0 5 0 0,0 1 0 15,2 4 0-15,-2 6 0 0,-1 1 0 16,3 6 0-16,0 7 0 0,-2 4 0 16,2 6 0-16,0 6 0 0,-2 7 0 15,-4 2 0-15,-1 7 0 0,-5 7 0 16,-1 4 0-16,-5 8 0 0,-1 6 0 16,-4 6 0-16,1 3 0 0,-5 6 0 15,2 2 0-15,-4 5 0 16,2 5 0-16,0 5 0 0,0 6 0 15,-2 5 0-15,2 4 0 0,-2 2 0 16,2 3 0-16,2 1 0 16,4 4 0-16,5-1 0 0,1 2 0 15,9-2 0-15,2-2 0 0,6-4 0 16,2-4 0-16,4-2 0 0,2 0 0 16,3-4 0-16,1-2 0 15,1-6 0-15,-1-5 0 0,0-3 0 16,1-2 0-16,1-5 0 0,-1-1 0 15,1-3-257-15,1-5-107 0,-5-4-604 16,-12-12-409-16,-6-7-928 0</inkml:trace>
  <inkml:trace contextRef="#ctx0" brushRef="#br0" timeOffset="122588.79">20475 10954 1092 0,'0'0'1761'0,"0"0"-1109"0,0 0 68 15,0 0-447-15,0 0-37 0,0 0-8 16,0 0-172-16,0 0 4 0,-15-1 92 16,19-4-128-16,5-3 8 0,7-6 84 15,7-1-12-15,8-4 20 16,4-1 68-16,7-1-184 0,1-5 4 16,11-3-12-16,4-1-8 0,6-4-4 15,8-2-44-15,7-5-12 0,9-3 68 16,8-2-8-16,9-5 8 0,9-2 0 15,8-3 40-15,10-2-40 16,4-4 100-16,11-1 108 0,6-2-108 16,4 1 4-16,9 0-8 0,-3 1-96 15,2 4 0-15,3 6 4 0,1 3 0 16,3 4-4-16,1 5 40 0,5 5 36 16,2 2 105-16,4 6 155 0,0 1-212 15,0 4-32-15,4 2-36 16,-4 2-52-16,-6 1-8 0,-9 1-4 15,-12 2-168-15,-14 0-144 0,-17-2-585 16,-14 0 145-16,-17 2 64 0,-15-3-305 16,-13 4 633-16,-12-3 308 0,-13 1 44 15,-15 4-228-15,-9-1-1205 0</inkml:trace>
  <inkml:trace contextRef="#ctx0" brushRef="#br0" timeOffset="123365.58">21083 6345 3045 0,'0'0'964'0,"68"38"-928"0,-14-10-28 0,5 5-16 15,8 9 8-15,3 5 0 16,11 5 40-16,3 3 261 0,11 5 55 16,11 2 128-16,5 3-236 0,9 4-52 15,6 2 68-15,9 5-124 0,1 1-4 16,7 2 28-16,6 3-84 16,4 0-20-16,4 5 77 0,6-1-53 15,9 4 40-15,3-1 104 16,3 3-128-16,10-1 24 0,-2 0 44 15,4 2-68-15,3-1 36 0,-5-7 76 16,2-3-184-16,-4-5-8 0,-8-5-20 16,-3-2 12-16,-5-4-12 0,-7-3 0 15,-4-2-56-15,-4-4-8 0,-4-4-104 16,-12-5-220-16,-9-6-160 0,-39-11-1565 16,-12-12-841-16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26T18:44:23.280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8196 8642 2160 0,'0'0'269'0,"0"0"879"0,0 0-291 0,0 0-537 0,0 0 56 0,0 0 96 15,0 0-280-15,0 0-40 16,33 32 48-16,-22-22-152 0,-5 2-16 15,8 4-4-15,1-1-20 0,-3 2-8 16,-2-4 16-16,1-2 0 0,-1 0-8 16,0 0 72-16,-3 0-28 15,3 1 12-15,0 0 33 0,1 3-77 16,-1 1 8-16,0-2 16 0,1 1-36 16,1-3 20-16,-2 1 40 0,5-4-60 15,-5 4 12-15,5-2 32 16,-3 2-28-16,-2-1 28 0,1 1 8 15,3-1-52-15,-3 1 4 0,-1 1 28 16,-4 2-40-16,4-1 24 0,3 1 40 16,-3-2-44-16,-2-1 40 0,3-1 128 15,-3-2-104-15,2 1 4 0,-1-2 48 16,1 2-116-16,-4-1 4 0,4 3 4 16,1 0-8-16,-1 1-16 15,1 0 16-15,-5 0 0 0,4-1-20 16,0-2 28-16,-3 1-20 0,3-1-8 15,0 1 88-15,1 0-44 0,-1 2 52 16,0 0-35-16,1 0-61 16,-1 0 0-16,2 3 0 0,3-3 0 15,-5 1 0-15,5 0 0 0,-5-2 0 16,2-1 0-16,3 0 0 0,-5-1 0 16,0 0 0-16,3-1 0 15,-3 0 0-15,1 0 0 0,3 0 0 16,-4 1 0-16,1-2 0 0,-1 2 0 15,-4 2 0-15,5-1 0 0,-5-2 0 16,4 1 0-16,-4 1 0 0,5 1 0 16,-3-1 0-16,2 0 0 0,-1 1 0 15,-1 0 0-15,2-2 0 0,-4-1 0 16,5 2 0-16,-1-1 0 0,0-2 0 16,1 1 0-16,-5-2 0 15,0-1 0-15,2 1 0 0,3 1 0 16,-1-1 0-16,-4 0 0 0,0-3 0 15,-1 0 0-15,1 1 0 16,-2 0 0-16,2 0 0 0,0 0 0 16,3-1 0-16,-3 3 0 0,0-1 0 15,2 1 0-15,5 4 0 0,-3 1 0 16,4 1 0-16,-3-1 0 0,-1 0 0 16,-4-3 0-16,1-2 0 15,1-1 0-15,-2 4 0 0,4-2 0 16,-3 4 0-16,3-1 0 0,-4-1 0 15,4 0 0-15,-1 1 0 0,-3-1 0 16,0-3 0-16,-2 0 0 0,2-4 0 16,-1 5 0-16,1 1 0 0,4 3 0 15,0 3 0-15,1-2 0 0,-5-2 0 16,4 0 0-16,-6-2 0 0,7 0 0 16,-9-2 0-16,2-2 0 15,0 0 0-15,2 5 0 0,5 2 0 16,-1 2 0-16,0-2 0 0,1 2 0 15,-5-5 0-15,0-3 0 16,-2-1 0-16,2-1 0 0,3 2 0 16,-3 0 0-16,0 1 0 0,4 2 0 15,-3-1 0-15,1 6 0 0,2-1 0 16,1 0 0-16,-1-2 0 0,-4-1 0 16,0-2 0-16,0 1 0 15,3-1 0-15,-3 2 0 0,4 1 0 16,1-2 0-16,-1 2 0 0,0 0 0 15,3 1 0-15,1-1 0 0,1-2 0 16,-3 1 0-16,-2 0 0 0,5-1 0 16,-3 1 0-16,3 0 0 0,-1 1 0 15,-1 1 0-15,1 1 0 0,-4-1 0 16,3 0 0-16,-3 0 0 16,5-1 0-16,-5 0 0 0,0 0 0 15,3-3 0-15,1 3 0 0,-4-1 0 16,3-2 0-16,1 2 0 0,-3-1 0 15,5-1 0-15,-5 1 0 16,-1 1 0-16,4-1 0 0,-3 2 0 16,1-3 0-16,-2 2 0 0,1-2 0 15,-1 0 0-15,5 0 0 0,-5 1 0 16,2-1 0-16,5 4 0 0,-3-2 0 16,1 2 0-16,-3 0 0 15,3 1 0-15,-5-2 0 0,2-2 0 16,3 1 0-16,-5-3 0 0,1 1 0 15,1-1 0-15,2-1 0 0,1 3 0 16,1-1 0-16,1 0 0 0,-3 0 0 16,-1 0 0-16,1-1 0 0,1 0 0 15,-3 0 0-15,3 0 0 16,-5-1 0-16,2 0 0 0,3 1 0 16,-5-1 0-16,0 1 0 0,3 0 0 15,1-3 0-15,-3 1 0 0,-1 0 0 16,2 0 0-16,3 1 0 0,-1 0 0 15,3 0 0-15,-5 1 0 16,7 1 0-16,-3 0 0 0,1 0 0 16,0 1 0-16,1 0 0 0,-1-1 0 15,-1-1 0-15,1 0 0 0,-3-3 0 16,3 3 0-16,-3-1 0 0,-1-3 0 16,1 2 0-16,-4-1 0 15,7-1 0-15,-3 3 0 0,3-1 0 16,0 3 0-16,1-3 0 0,1 1 0 15,-1 1 0-15,3 0 0 0,-4-1 0 16,3 2 0-16,-3-2 0 0,-1 0 0 16,-1-1 0-16,1 0 0 15,-1-1 0-15,1-1 0 0,1-1 0 16,-3 1 0-16,-1 0 0 0,5 0 0 16,-1 0 0-16,-1 0 0 0,-1 2 0 15,-3 0 0-15,3-2 0 0,1 0 0 16,-1 1 0-16,-3 0 0 0,7 1 0 15,-7 0 0-15,3 0 0 16,1 1 0-16,1 0 0 0,-3 0 0 16,-1-1 0-16,1 0 0 0,3 1 0 15,-3-2 0-15,-2 0 0 0,3 0 0 16,1 0 0-16,-1 0 0 0,1 1 0 16,1 0 0-16,-3 1 0 15,3-1 0-15,0-2 0 0,1 0 0 16,-5 0 0-16,5-1 0 0,-5 2 0 15,1-3 0-15,3 2 0 0,-1-1 0 16,-1 1 0-16,1-1 0 0,5 2 0 16,-5 0 0-16,5-1 0 0,-4-1 0 15,3 1 0-15,-3 0 0 0,1 1 0 16,5 0 0-16,-6-2 0 16,1 2 0-16,5-2 0 0,-2 1 0 15,-1 2 0-15,1-1 0 0,0 0 0 16,-1 0 0-16,1-1 0 15,-4 2 0-15,3-2 0 0,-3-1 0 16,-1-1 0-16,1 1 0 0,1-1 0 16,-1 0 0-16,-3 1 0 0,3 1 0 15,-1-1 0-15,1 1 0 0,2-1 0 16,-3 1 0-16,1-1 0 0,-1 0 0 16,-1-1 0-16,1 0 0 15,1 2 0-15,-3-3 0 0,3 3 0 16,-3-2 0-16,3-2 0 0,-3 1 0 15,-1 1 0-15,3-2 0 0,-1 1 0 16,1 0 0-16,-1 0 0 0,1 0 0 16,-1 3 0-16,1-3 0 15,1 2 0-15,-3 0 0 0,-1-2 0 16,1 2 0-16,3-1 0 0,-3-1 0 16,3 1 0-16,-1-2 0 0,-5 2 0 15,7-2 0-15,-1 2 0 0,-5-1 0 16,9-1 0-16,-7 1 0 0,3 1 0 15,-1-2 0-15,-1 0 0 16,1 0 0-16,-1 0 0 0,1 0 0 16,1 0 0-16,1 0 0 0,-1 1 0 15,-5 0 0-15,3-1 0 0,1 0 0 16,-5 0 0-16,-5-2 0 0,-2 0-289 16,2 1-231-16,-2 0-405 15,3 0 113-15,-3-3 4 0,2 3-1025 16,-6 1-452-16</inkml:trace>
  <inkml:trace contextRef="#ctx0" brushRef="#br0" timeOffset="762.05">12816 11643 3365 0,'0'0'1333'0,"0"0"-589"0,0 0 60 15,0 0-504-15,0 0-47 0,0 0-29 16,35 18-200-16,-22-12 28 0,-3-4-12 16,0-1-32-16,1 0-8 0,-3-1 0 15,-2 0-28-15,0 0 28 16,-1 0-24-16,1 0-44 0,4 1 68 16,0-1-4-16,1 1 4 0,-5 1 0 15,2 1 12-15,-2-2 8 0,5 2-20 16,-1 1 24-16,2-1-12 0,-1 1-12 15,-1 0 0-15,0-3 4 0,1 2-4 16,3 0 0-16,-1-1-8 16,1 0 8-16,1 1-4 0,-9-3-24 15,4 1 28-15,3 2-8 0,-5-1-4 16,-2-1 12-16,0 0 12 0,5 1 8 16,-1 0-20-16,0 0 72 15,1 2-56-15,-1-2 40 0,4 3 68 16,3-3-104-16,-5 3 16 0,3-1-32 15,-1-1-4-15,-1-2 0 0,1 1 0 16,-1-2 0-16,1 2 0 0,0-1 0 16,-1 0-8-16,-3 2 8 0,1-1 0 15,3 0 4-15,-2 2-4 16,-1-2 0-16,3 0 8 0,-3 1-8 16,1-2 0-16,-2 1-4 0,5 0 4 15,-1 0 0-15,-1-2-4 0,1 0 4 16,-1 2 0-16,1-1-16 0,3 1 16 15,-1-1-20-15,-1 1-28 16,1 0 48-16,-1 0-4 0,1 1 4 16,1-1 0-16,1 0 0 0,1 1 4 15,-1-1-4-15,-1 0 0 0,-1 0 0 16,1-1 0-16,-3 0 0 16,3-1-40-16,-3 0-108 0,3 0-220 15,0 0-41-15,1 0-99 0,-1 0-384 16,-5 0-21-16,3 1-11 0</inkml:trace>
  <inkml:trace contextRef="#ctx0" brushRef="#br0" timeOffset="19804.11">15861 11391 2084 0,'0'0'141'0,"-41"-9"1155"0,30 2-972 15,5-2 337-15,2-1-497 0,4 0-116 16,0-2 24-16,10 2-48 0,1 1 32 15,5 2 72-15,1 2-36 0,8 4 108 16,6 1 280-16,0 5-188 16,8 3-96-16,8 4-12 0,5 0-168 15,14-1 0-15,11 2-12 0,12-3 4 16,16 0-8-16,15-1 0 0,12-3 4 16,13-2-4-16,12-1 12 15,8 0 0-15,7 0 29 0,6-3 167 16,2 0-168-16,-1 0-12 0,-1-3 12 15,0 0-32-15,-11 2 8 0,-10 1-16 16,-14 0-4-16,-15 2-60 0,-14 3-533 16,-35-4-323-16,-11 1-505 0</inkml:trace>
  <inkml:trace contextRef="#ctx0" brushRef="#br0" timeOffset="20489.46">15745 12305 4578 0,'0'0'368'0,"0"0"-132"0,0 0-188 0,-10 34-28 15,43-24 48-15,15-2 16 0,24-2 128 16,17-3 300-16,12 0-268 0,19-1-43 15,16 2 119-15,15-1-160 16,8 1 40-16,11 2 184 0,14 1-220 16,4 1 8-16,13 4 49 0,7-2-221 15,14 0 0-15,-1 1 0 0,4 1 0 16,2-1 0-16,-7-1 0 16,-10 2 0-16,-5 0-105 0,-11-1-1039 15,-51-4-93-15,-13-5-436 0</inkml:trace>
  <inkml:trace contextRef="#ctx0" brushRef="#br0" timeOffset="29816.38">9364 9681 1372 0,'0'0'556'0,"0"0"1453"16,0 0-1408-16,0 0-169 15,0 0 544-15,0 0-512 0,35 7-67 16,-22-7 199-16,1 0-336 0,3 0-44 15,-11 0 97-15,2 0-313 0,-6 1 0 16,2 4 0-16,-4 5 0 0,-4 8 0 16,-8 7 0-16,-9 2 0 15,-4-1 0-15,3-4 0 0,3-5 0 16,0-2 0-16,5-7 0 0,4-3 0 16,-5-5 0-16,9-3 0 0,0-5 0 15,-1-7 0-15,-1-7 0 0,2-4 0 16,2 0 0-16,2-4 0 15,2 4 0-15,2 2 0 0,6 5 0 16,2 2 0-16,7 2 0 0,0 4 0 16,-1 0 0-16,5 4 0 0,-5 5 0 15,3 2 0-15,-7 2 0 0,3 6 0 16,1 3 0-16,-1 4 0 0,-3 2 0 16,-4 3 0-16,-6 1 0 15,-2 2 0-15,0 0 0 0,-2-1 0 0,-8-2 0 16,2-1 0-16,-3-3 0 15,1-3 0-15,-2-4 0 0,-5-2 0 16,-1-3 0-16,1-4 0 16,-4-1 0-16,9-9 0 0,-7-5 0 0,7-3 0 15,6-6 0-15,-2 3 0 16,8 0 0-16,4 0 0 0,2 3 0 16,4 2 0-16,5 2 0 0,5 3 0 15,-1 4 0-15,6 1 0 0,0 4 0 16,-3 2 0-16,5 0 0 15,-6 2 0-15,-1 6 0 0,-9 3 0 16,-5 2 0-16,-6 6 0 0,0 2 0 16,-2 4 0-16,-8 0 0 0,-1-6-765 15,1-5-2280-15</inkml:trace>
  <inkml:trace contextRef="#ctx0" brushRef="#br0" timeOffset="30821.49">8884 14202 1908 0,'0'0'2365'0,"0"0"-1588"0,0 0 535 16,0 0-551-16,0 0-69 15,0 0-315-15,0 0-377 0,0 0 0 16,7-1 0-16,-11 1 0 0,-3 0 0 16,-7 3 0-16,-9 4 0 0,-4 0 0 15,-4 5 0-15,0-4 0 16,4-2 0-16,1-3 0 0,5-3 0 0,6-3 0 15,5-1 0-15,8 0 0 16,4-3 0-16,8-4 0 0,11-3 0 16,6-4 0-16,8 2 0 15,-2 3 0-15,-2 4 0 0,-6 6 0 16,-2 2 0-16,-7 3 0 0,-1 7 0 16,-5 5 0-16,-4 8 0 0,-6 3 0 15,0 5 0-15,-2 1 0 0,-6 0 0 16,-2-1 0-16,-1-4 0 0,5-7 0 15,-4-4 0-15,3-5 0 0,3-4 0 16,4-5 0-16,-6-1 0 0,0-4 0 16,-2-6 0-16,-5-7 0 15,-1-3 0-15,3-3 0 0,-1 2 0 16,8 2 0-16,-2 5-961 0,-3-1-784 0</inkml:trace>
  <inkml:trace contextRef="#ctx0" brushRef="#br0" timeOffset="31862.06">8351 14286 2044 0,'0'0'2434'15,"0"0"-1902"-15,0 0-120 0,0 0 360 16,0 0-351-16,50 12-65 0,-13 0 136 15,13 1-284-15,16-3-44 0,8-4 76 16,19-3-184-16,13-1-16 0,16-1-19 16,10-1-21-16,8 0 0 15,-1 3 0-15,-5 1-57 0,-1-1 21 16,-14 1-52-16,-7 2-116 0,-13 0-128 16,-10-1-737-16,-27-3-391 15,-12-2-837-15</inkml:trace>
  <inkml:trace contextRef="#ctx0" brushRef="#br0" timeOffset="32350.1">9058 9543 3997 0,'0'0'1225'0,"37"-25"-677"0,15 12-372 0,33 1 156 15,24 5-3-15,19 2 75 0,19 5 264 16,6 0-440-16,4 8-96 0,-6 2-132 16,-2 8 0-16,-4-2-428 15,-44-1-1341-15,-6-3-1044 0</inkml:trace>
  <inkml:trace contextRef="#ctx0" brushRef="#br0" timeOffset="34792.1">21965 4992 1616 0,'0'0'4226'0,"0"0"-3017"16,0 0-717-16,0 0-124 0,0 0-87 16,-2 45-281-16,2-11 0 15,-2 9 0-15,2 6 0 0,4 4 0 16,2 9 0-16,5 8 0 0,1 5 0 16,-4 1 0-16,-3 0 0 0,-3-2 0 15,-2-6 0-15,-2-7 0 16,-3-7 0-16,5-10 0 0,0-9 0 15,0-11 0-15,2-11 0 0,1-7 0 16,-1-7 0-16,2-3-2466 16,-2-17-1700-16</inkml:trace>
  <inkml:trace contextRef="#ctx0" brushRef="#br0" timeOffset="35089.65">21949 5063 5202 0,'0'0'1509'0,"0"0"-849"15,0 0-152-15,0 0-195 0,12-34-313 16,13 19 0-16,14 1 0 0,11 2 0 16,10 1 0-16,8 4 0 15,6 3 0-15,3 4 0 0,-3 1 0 16,-3 7 0-16,-9 2 0 0,4 3 0 16,-8 0-405-16,-17-1-675 0,-6-1-2902 0</inkml:trace>
  <inkml:trace contextRef="#ctx0" brushRef="#br0" timeOffset="35383.32">22813 4998 3097 0,'0'0'3746'15,"0"0"-3178"-15,-48 24-32 0,34-4-291 16,1 10-245-16,3 7 0 0,8 6 0 16,2 7 0-16,12 4 0 15,5 7 0-15,6 3 0 0,1 6 0 16,3 1 0-16,-4-1 0 0,-4-2 0 16,-9-7 0-16,-6-7 0 0,-2-8 0 15,-2-6 0-15,-6-6 0 0,2-9-1177 16,-2-9-736-16,-5-6-1721 0</inkml:trace>
  <inkml:trace contextRef="#ctx0" brushRef="#br0" timeOffset="35648.98">21891 6044 2857 0,'0'0'2697'0,"0"0"-1821"0,49 8-43 16,3-1-33-16,16 0-671 0,9-3-129 16,14-4 0-16,6 0 0 0,0-3 0 15,-4 2 0-15,-4 1 0 0,-8 1 0 16,-7 2 0-16,-8-1-229 0,-20 1-1944 15,-5-2-636-15</inkml:trace>
  <inkml:trace contextRef="#ctx0" brushRef="#br0" timeOffset="36418.87">22230 6084 3253 0,'0'0'2025'16,"0"0"-1329"-16,0 0-320 0,0 0-7 15,0 0-229-15,0 0 88 0,18 44 280 16,-16-14-308-16,-2 4-4 0,0 2 5 16,-4 0-201-16,-2 5 0 0,-4 5 0 15,-1 4 0-15,3 4 0 0,-2-2 0 16,0 0 0-16,-1-3 0 0,3-7 0 15,-2-3 0-15,8-3 0 16,-1-5 0-16,1-5 0 0,2-4-153 16,2-10-831-16,3-4-225 0,-1-7-548 0</inkml:trace>
  <inkml:trace contextRef="#ctx0" brushRef="#br0" timeOffset="37206.18">22083 6855 2641 0,'0'0'2261'0,"0"0"-1401"16,41-3 149-16,-10-4-385 16,-4 0-204-16,2 0-43 0,-4 2-377 15,-11 4 0-15,-3 1 0 0,-7 0 0 16,-4 2 0-16,-8 10 0 0,-15 7 0 15,-12 7 0-15,-11 4 0 16,-7 3 0-16,-1 1 0 0,0 2 0 16,0 0 0-16,3 0 0 0,3 0 0 15,3-3 0-15,7-2 0 0,7-6 0 16,9-3 0-16,7-4 0 0,13-4 0 16,2-3 0-16,13-2 0 0,11-2 0 15,9-2 0-15,5-1 0 0,5-1 0 16,-2 0 0-16,-1-2 0 0,-3 2 0 15,-4 1 0-15,-8 2 0 16,-9 1 0-16,-5 3 0 0,-7 2 0 16,-8 3 0-16,-11 3 0 0,-3 1 0 15,-7 0 0-15,-2-2 0 16,-2 2 0-16,2-1 0 0,0-1 0 16,2-1 0-16,3 0 0 0,1-3 0 15,4 0 0-15,7-2 0 0,6-1 0 16,4-3 0-16,14 0-133 0,9 1 29 15,6-3 104-15,8 1-24 16,3-1 16-16,-1 1 8 0,0 3 0 16,-4 1 0-16,-8 2 0 0,0 2 0 15,-10 4 8-15,-7 3-8 0,-8 4 24 16,-6 5-12-16,-11 2 4 0,-1 2 68 16,-9 5-80-16,-4 4 84 0,-6 3-55 15,-2 5-33-15,-5 0 0 0,-1 6 0 16,-2 1 0-16,-3-1 0 15,11-3 0-15,2-5 0 0,10-4 0 16,6-7 0-16,13-4 0 0,2-3 0 16,12-10 0-16,11-6 0 15,10-9 0-15,14-11 0 0,-2-5-1021 16,5-11-660-16</inkml:trace>
  <inkml:trace contextRef="#ctx0" brushRef="#br0" timeOffset="37641.36">22749 6088 3213 0,'0'0'1357'0,"-7"33"-749"0,5-7 336 16,2 7-211-16,2 9-45 0,7 8-39 16,1 6-649-16,5 7 0 0,-1 2 0 15,-2 2 0-15,-1 0 0 0,-1 3 0 16,-6-1 0-16,-2 1 0 0,-2-2 0 16,-2 0 0-16,-6-4 0 0,-4-7 0 15,-3-6 0-15,5-7 0 0,-1-11-1145 16,1-13-416-16,4-7-640 0</inkml:trace>
  <inkml:trace contextRef="#ctx0" brushRef="#br0" timeOffset="37945.61">22511 7331 6827 0,'0'0'808'15,"45"-9"-648"-15,-3 7 104 16,3 5-131-16,5 1-133 0,6 1 0 16,2-1 0-16,4-2 0 0,-2 0 0 15,-5-2 0-15,-1 1-393 16,-8-1-415-16,-18 0-1665 0,1 0-461 0</inkml:trace>
  <inkml:trace contextRef="#ctx0" brushRef="#br0" timeOffset="38273.43">22420 7224 5850 0,'0'0'853'0,"0"0"-705"16,0 0-80-16,4 48 260 0,-4-17-180 15,4 4-32-15,0 1-28 0,3-7-76 16,1 0-12-16,0-3 0 0,0-1-64 15,-3 0-316-15,-1-4-521 16,-4 0 129-16,0-7-64 0,0-4-1469 0</inkml:trace>
  <inkml:trace contextRef="#ctx0" brushRef="#br0" timeOffset="38479.26">22503 7580 4241 0,'0'0'1449'0,"0"0"-965"16,31 47-160-16,-4-36-83 0,16 0 3 16,11-4 240-16,8-5-244 0,10-2-24 15,7 0-64-15,3 0-152 16,-1-1-8-16,-3-2-292 0,-1-1-332 16,-7 1-9-16,1-2-487 0,-22 1 308 15,-5-2-121-15</inkml:trace>
  <inkml:trace contextRef="#ctx0" brushRef="#br0" timeOffset="38714.4">23276 7222 4430 0,'0'0'2116'0,"0"0"-1715"0,0 0-69 15,41 56-132-15,-26-28-60 16,-1 3 144-16,1 4-164 0,-1 2-64 16,3 1-48-16,-3 0-8 0,-2 1-4 15,-3-2-256-15,-5 3-364 16,-2-10-345-16,-4 2-1944 0</inkml:trace>
  <inkml:trace contextRef="#ctx0" brushRef="#br0" timeOffset="39087.86">22765 7752 2977 0,'0'0'3497'0,"0"0"-2892"15,0 0-401-15,17 41-40 0,-9-4-48 16,0 13 4-16,1 8 152 0,-3 2-164 15,0 8 21-15,2 5-129 0,-2 2 0 16,3 1 0-16,-3-4 0 16,-2-3 0-16,2-7 0 0,-4-2 0 15,4-8-65-15,-3-6-239 0,-3-8-292 16,0-6-4-16,-5-11-113 0,-1-7-1760 0</inkml:trace>
  <inkml:trace contextRef="#ctx0" brushRef="#br0" timeOffset="39413.46">20921 8661 1204 0,'0'0'404'16,"0"0"1745"-16,0 0-1380 0,38-16 63 15,-12 16-292-15,12 4-132 0,11 7 161 16,15 3-261-16,15 3-16 0,24 3 68 16,15-4-208-16,23 1 8 0,16-4-115 15,8-3-45-15,15-1 0 16,2-3 0-16,2-2 0 0,0 0 0 15,-6-1 0-15,-11 1 0 0,-8 0 0 16,-18-1-241-16,-15 1-123 0,-15-2-236 16,-36-1-1501-16,-23 0-1317 0</inkml:trace>
  <inkml:trace contextRef="#ctx0" brushRef="#br0" timeOffset="39769.89">21756 8784 1996 0,'0'0'549'0,"54"-22"651"0,-37 14-359 16,-11 6 59-16,-6 2-616 0,-4 3-56 15,-17 10 304-15,-20 15-303 0,-17 13-81 16,-12 7 32-16,-7 3-60 16,7-4 40-16,2-1 108 0,1-2-252 15,10-2-8-15,11-6-8 0,7-5-320 16,16-8-112-16,15-10-741 0,8-6-83 15,23-8-453-15</inkml:trace>
  <inkml:trace contextRef="#ctx0" brushRef="#br0" timeOffset="39959.85">22633 8926 4578 0,'0'0'844'16,"0"0"-492"-16,0 0-284 0,-21 59 24 15,-30-15 28-15,-20 10-72 0,-16 3 68 16,-1-2 92-16,3-1-152 16,8-7-8-16,22-8-36 0,17-10-12 0,24-13-64 15,28-16-1012-15,7-2-501 16,22-13-356-16</inkml:trace>
  <inkml:trace contextRef="#ctx0" brushRef="#br0" timeOffset="40026.57">22649 9142 1520 0,'139'-40'1953'15,"-15"16"-968"-15,-8 10 859 0,-48 22-1067 16,-41 19-149-16,-27 14-143 0,-35 12-485 15,-29 10 0-15,-17 4 0 16,-4-4 0-16,19-16-493 0,4-12-2384 0</inkml:trace>
  <inkml:trace contextRef="#ctx0" brushRef="#br0" timeOffset="42944.79">22443 1999 4926 0,'0'0'1196'0,"0"0"-119"0,0 0-657 0,0 0-64 15,0 0-139-15,0 0-217 16,-4 39 0-16,6 4 0 0,2 15 0 16,-2 8 0-16,2 11 0 0,2 15 0 15,2 12 0-15,3 15 0 0,-5 10 0 16,-6 9 0-16,0 4 0 16,-4 1 0-16,-6 3 0 0,-7 0 0 15,0-1 0-15,-3-3 0 0,5-10 0 16,-1-7 0-16,3-13 0 0,7-11 0 15,2-13 0-15,0-15 0 0,4-15 0 16,0-12 0-16,0-17 0 0,0-11 0 16,0-11 0-16,-4-10 0 0,-9-15 0 15,-3-10 0-15,-9-10 0 16,2-7 0-16,-4-1 0 0,-2 0 0 16,3 2 0-16,-5 3 0 0,8 5 0 15,-2 3 0-15,9 7 0 0,-3 6 0 16,9 8 0-16,3 5 0 0,1 4 0 15,6 3 0-15,0 9 0 16,-2 7 0-16,2 15 0 0,2 10 0 16,6 8 0-16,3 3 0 0,-1 0 0 15,-2 4 0-15,7-2 0 16,-3-5 0-16,-1-5 0 0,-1-7 0 16,-4-10 0-16,-2-7 0 0,-2-9 0 15,0-9 0-15,-2-3 0 0,0-17 0 16,7-17 0-16,3-18 0 0,9-13 0 15,7-5 0-15,7 1 0 0,5 2 0 16,3 5 0-16,2 6 0 0,-1 7 0 16,-3 1 0-16,-6 1 0 15,-12 12-1862-15,-5-2-2712 0</inkml:trace>
  <inkml:trace contextRef="#ctx0" brushRef="#br0" timeOffset="45007.94">23356 1441 2445 0,'0'0'2629'0,"0"0"-2189"0,0 0-172 16,-29 40 208-16,19 4-232 16,4 13-55-16,2 9 215 0,4 2-136 15,8 7-24-15,2 1 188 0,5 6-279 16,-3-1-153-16,1 1 0 0,-3-5 0 16,-6-6 0-16,0-7 0 15,-2-8 0-15,-2-14 0 0,0-8 0 16,4-14 0-16,-4-10 0 0,3-6 0 15,-1-4 0-15,0-12 0 0,8-15 0 16,2-12 0-16,3-13 0 0,-1-6 0 16,3 4 0-16,1 4 0 0,5 10 0 15,-4 14 0-15,-1 11 0 16,-5 11 0-16,-3 10 0 0,1 9 0 16,-5 10 0-16,0 7 0 0,-4 2 0 15,0 2 0-15,2 1 0 0,2-1 0 16,3-4 0-16,3-4-277 0,0-3-327 15,1-10-1201-15,-3-4-392 0</inkml:trace>
  <inkml:trace contextRef="#ctx0" brushRef="#br0" timeOffset="45330.41">23844 2163 6490 0,'0'0'381'0,"-49"-30"283"0,24 29-7 16,4 8-657-16,-2 11 0 0,3 7 0 15,-3 3 0-15,2 4 0 0,7 0 0 16,4-1 0-16,7-1 0 0,3-3 0 16,9-2 0-16,5-4 0 0,7-5 0 15,2-9 0-15,6-7 0 0,2-5 0 16,0-13 0-16,-3-6 0 16,1-4 0-16,-8 2 0 0,-4-1 0 15,-7 5 0-15,-4 7 0 0,-2 3 0 16,-4 6 0-16,0 5 0 0,0 1 0 15,0 2 0-15,0 8 0 16,0 4 0-16,0 5 0 0,0 2 0 16,2-2 0-16,3 0 0 0,1-1 0 15,4-5 0-15,-4 0-173 0,5-2-987 16,-5-4-393-16</inkml:trace>
  <inkml:trace contextRef="#ctx0" brushRef="#br0" timeOffset="45853.12">24063 2184 3073 0,'0'0'3566'15,"0"0"-2926"-15,0 0-320 16,0 0-20-16,0 39-224 0,-2-8 56 16,0 5-47-16,0-1-85 0,0-3 0 15,2 0 0-15,0-1 0 0,2-3 0 16,4-3 0-16,-2-6 0 0,3-4 0 15,-1-8 0-15,2-7 0 16,5-9 0-16,-1-11 0 0,2-7 0 16,1-7 0-16,-5-4 0 0,-1-4-17 15,-3 1-3-15,0 3 0 0,0 3-20 16,-4 9 40-16,-2 11 0 16,0 7 8-16,0 5-8 0,0 3 64 15,0 6-64-15,0 8 4 0,0 10-4 16,0 2 0-16,4 4 0 0,-2-2 0 15,3-2-12-15,-1-1 12 0,0 0 0 16,2-4-44-16,0-2-20 0,2-4-164 16,1-5 36-16,1-1 84 0,-2-8-28 15,-1 0-24-15,1-6 36 0,-2-8 64 16,2-3 44-16,1-6 16 16,-3 0 52-16,0-2-16 0,2-1 88 15,0 3 112-15,1 0-116 0,1 5 4 16,-4 4 84-16,0 5-136 0,-3 7 24 15,-3 1 1-15,2 0-97 16,0 5 0-16,2 8 0 0,0 5 0 16,2 3 0-16,-2 5 0 0,2 3 0 15,-1-2 0-15,-1 0 0 0,2 2 0 16,-4-2 0-16,0-3 0 16,2-2 0-16,-2-3 0 0,-2-5 0 15,0-4-249-15,0-6-951 0,0-4-3210 0</inkml:trace>
  <inkml:trace contextRef="#ctx0" brushRef="#br0" timeOffset="46526.49">24510 2205 5382 0,'0'0'1000'0,"-25"41"-619"0,13-14 83 0,3 1 88 16,3 2-300-16,0 1-91 0,6-1-161 15,-2-3 0-15,2-5 0 16,0-3 0-16,2-6 0 0,2-2 0 16,0-6 0-16,-2-4 0 0,7-2 0 15,3-15 0-15,5-7 0 0,-1-11 0 16,1-5 0-16,-1 1 0 0,-3-1 0 15,1 4 0-15,-2 3 0 16,-1 8 0-16,-5 10 0 0,-2 8 0 16,-2 6 0-16,0 4 0 0,-2 10 0 15,0 11 0-15,0 7 0 0,-4 3 0 16,0 3 0-16,2-2 0 16,0-2 0-16,0-3 0 0,2-5 0 15,0-6 0-15,4-5 0 0,0-5 0 16,-2-7 0-16,2-2 0 0,2-2 0 15,5-9 0-15,3-15 0 0,3-6 0 16,-1-3 0-16,3-3 0 0,-5 7 0 16,-1 5 0-16,-1 5 0 0,-6 8 0 15,-1 5 0-15,-3 6 0 0,2 2 0 16,-2 9 0-16,4 8 0 16,0 5 0-16,0 6 0 0,-1-3 0 15,1-4 0-15,0-1 0 0,4-5 0 16,3 1 0-16,1-4-329 0,-6-6-779 15,1-1-2002-15</inkml:trace>
  <inkml:trace contextRef="#ctx0" brushRef="#br0" timeOffset="46961.32">24925 2477 5526 0,'0'0'1117'0,"0"0"-89"0,0 0-507 0,38-32-521 0,-22 7 0 16,1-1 0-16,-7 1 0 0,-4 0 0 15,-2-2 0-15,-4 0 0 0,-2 3 0 16,-6 0 0-16,-2 8 0 0,-3 4 0 16,-3 8 0-16,-3 7 0 0,-2 12 0 15,-3 11 0-15,-1 9 0 0,0 7 0 16,0 3 0-16,9 0 0 16,5 0 0-16,11-4 0 0,7-7 0 15,11-7 0-15,9-5 0 0,6-8 0 16,4-6 0-16,5-4 0 0,-1-4 0 15,0-4 0-15,-6-3-253 0,1-1-183 16,-10-2-456-16,-3 3 215 16,-6 4-23-16,-7 2-457 0,-4 1 317 15,-2 4 728-15,-2 2 112 0,1 0 556 16,-3 1 157-16,0 0 299 0,0-2-428 16,0-4-48-16,0-1 261 15,0-2-349-15,4-10-27 0,-4-11-421 16,0-5 0-16,0-9 0 0,0-3 0 15,0-3 0-15,0-1 0 0,6 3 0 16,6 2 0-16,3 3 0 0,3 4 0 16,3 6 0-16,-2 4 0 0,-1 5 0 15,1 2 0-15,-1 3 0 16,-3 2-757-16,-3 1-2196 0</inkml:trace>
  <inkml:trace contextRef="#ctx0" brushRef="#br0" timeOffset="77643.83">8969 9307 6526 0,'54'-7'0'0,"25"-4"-4"0,30-2-4 16,7 1 0-16,20-1-84 0,7 1-96 15,8 2 68-15,2 0-12 0,6 2-324 16,-2 2-76-16,0 0-209 0,-43 1-1227 15</inkml:trace>
  <inkml:trace contextRef="#ctx0" brushRef="#br0" timeOffset="78196.72">8182 14116 5234 0,'-38'9'676'0,"18"-3"-140"0,5-1-127 16,15 0 107-16,9 0-424 0,22 3-40 15,33 2 100-15,31-2 24 0,27-5 60 16,18-3-123-16,7-5-113 15,10 1 0-15,0 2 0 0,2 2 0 16,-6 0 0-16,-6 0 0 0,-4 2 0 16,-9 1-13-16,-12 1-27 0,-2-1-52 15,-15 0-4-15,-3-2-176 0,-13 0-280 16,-23-1-205-16,-13-2-2040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26T18:46:17.691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28007 1558 3765 0,'0'0'2609'0,"0"0"-1980"0,0 0-69 16,0 0 69-16,0 0-629 16,0 0 0-16,0 0 0 0,-10 41 0 15,10-6 0-15,0 6 0 0,4 6 0 16,-2 5 0-16,2 9 0 0,-4 1 0 16,2 0 0-16,-2-5 0 15,0-6 0-15,0-9 0 0,0-7 0 16,0-8 0-16,3-7 0 0,-1-7 0 15,0-4 0-15,0-6 0 0,2-3-545 16,-4 0-596-16,2-13-251 0</inkml:trace>
  <inkml:trace contextRef="#ctx0" brushRef="#br0" timeOffset="268.26">27985 1501 4478 0,'0'0'828'0,"0"0"-176"16,0 0 77-16,0 0 207 15,0 0-620-15,0 0-124 0,0 0-131 16,0 0-61-16,55 5 0 0,-11-5 0 15,3 0 0-15,1 0 0 0,-7-2 0 16,-1-1 0-16,-5 0 0 0,-2-1 0 16,-6 4-25-16,-5 0-591 0,-5 0-801 15,-7 0-99-15,-1 1-473 0</inkml:trace>
  <inkml:trace contextRef="#ctx0" brushRef="#br0" timeOffset="544.8">28458 1487 4970 0,'0'0'1372'0,"0"0"9"0,0 0-912 16,0 0-469-16,0 0 0 0,-12 36 0 16,10-10 0-16,2 5 0 15,10 3 0-15,4 3 0 0,7 4 0 16,4 6 0-16,-2 4 0 0,-1 4 0 15,-7-1 0-15,-1 0 0 0,-8-6 0 16,-1-6 0-16,-3-7 0 0,-2-6 0 16,0-4 0-16,0-6 0 0,-2-6 0 15,-5-6-397-15,-1-2-892 0,-2-7-2984 16</inkml:trace>
  <inkml:trace contextRef="#ctx0" brushRef="#br0" timeOffset="733.77">27950 2292 5670 0,'0'0'720'16,"37"0"-263"-16,6-6 783 0,19-5-1135 16,11-3-105-16,-5 1 0 15,-6 2 0-15,-4 3 0 0,-11 3 0 16,1 2 0-16,-9 2 0 0,-4-2 0 15,-12 3-1165-15,-9-1-1765 0</inkml:trace>
  <inkml:trace contextRef="#ctx0" brushRef="#br0" timeOffset="1122.92">28206 2292 3073 0,'0'0'2249'0,"0"0"-1433"15,0 0-476-15,0 0 21 0,-29 46 39 16,19-7-128-16,3 8-52 0,3 0 164 16,4-5-307-16,0 0-77 15,0-3 0-15,0-1 0 0,0 0 0 16,0-5 0-16,0-1 0 0,0-3 0 15,0-7-605-15,0-5-299 0,2-9-145 16,-2-3-1300-16</inkml:trace>
  <inkml:trace contextRef="#ctx0" brushRef="#br0" timeOffset="1651.91">28148 2784 5866 0,'0'0'1137'16,"0"0"-577"-16,0 0-40 0,0 0-411 16,0 0-109-16,0 0 0 0,0 0 0 15,-35 14 0-15,18-2 0 0,-1 1 0 16,-1-1 0-16,3 1 0 0,1-1 0 16,3 2 0-16,3-1 0 15,5 0 0-15,2 0 0 0,2-1 0 16,8 1 0-16,5-3 0 0,1-2 0 15,9-2 0-15,4-1 0 0,4-2 0 16,0 2 0-16,-2-2 0 16,-6 1 0-16,-7-1 0 0,-5 0 0 15,-5-2 0-15,-6 5 0 0,-4 3 0 16,-11 4 0-16,-8 4 0 0,-3-2 0 16,-5 0 0-16,2-1 0 15,2 0 0-15,0 0 0 0,4 1 0 16,4-2 0-16,5-4 0 0,6 0 0 15,2-2 0-15,3-4 0 0,3 0 0 16,11-1 0-16,5-1 0 0,9-1 0 16,4 0 0-16,-2-2 0 0,-4 2 0 15,-5 1 0-15,-5 5 0 0,-7 2 0 16,-6 5 0-16,-4 3 0 0,-11 6 0 16,-3 5 0-16,-9 4 0 15,-2 6 0-15,2 1 0 0,-2 2 0 16,4 0 0-16,3 1 0 0,1-4 0 15,6-4 0-15,5-7 0 16,6-4 0-16,4-9 0 0,8-6 0 16,9-7-197-16,1-4-2228 0,3-11-1389 0</inkml:trace>
  <inkml:trace contextRef="#ctx0" brushRef="#br0" timeOffset="1941.99">28514 2254 5410 0,'0'0'412'0,"-15"50"212"0,3-11 409 0,2 1-453 0,1 7-447 16,5 1-133-16,2 2 0 16,4 1 0-16,4 1 0 0,1-1 0 15,1 1 0-15,-2 3 0 0,0-3 0 16,-2-1 0-16,-1-4 0 0,-1-4-53 16,0-6-595-16,0-10-248 15,-2-4 95-15,0-8-187 0,0-8-1029 0</inkml:trace>
  <inkml:trace contextRef="#ctx0" brushRef="#br0" timeOffset="2142.71">28379 3028 6506 0,'0'0'569'0,"0"0"-225"16,0 0 348-16,0 0-611 0,0 0-81 15,0 0 0-15,58-4 0 0,-12 2 0 16,-1 2 0-16,-1 0 0 16,-1 0 0-16,-6 2 0 0,1 1-153 15,-16-3-1011-15,-5 1-2830 0</inkml:trace>
  <inkml:trace contextRef="#ctx0" brushRef="#br0" timeOffset="3001.81">28270 3242 4742 0,'0'0'652'15,"0"0"-108"-15,0 0 505 0,0 0-653 16,0 0-236-16,58-6 144 16,-13 6-156-16,11 0-32 0,0 1-35 15,-4 1-81-15,1 3 0 0,1 0 0 16,-2-1-93-16,-1 0-239 0,-3-2-372 15,0 0 212-15,-3-1-89 0,-4-1-715 16,-12 0 59-16,-2-4-508 0</inkml:trace>
  <inkml:trace contextRef="#ctx0" brushRef="#br0" timeOffset="3575.04">28603 3327 4810 0,'0'0'520'0,"0"0"92"16,0 0-140-16,0 0-87 0,-33 50-61 16,29-21-272-16,4 2 4 0,4 0 12 15,4-3-60-15,2 1 4 0,-1-1-12 16,-3 1-152-16,0 2-164 0,-2-2-625 16,0 0-99-16,-4-7-89 15,0-4-1304-15</inkml:trace>
  <inkml:trace contextRef="#ctx0" brushRef="#br0" timeOffset="3901.81">27321 3831 6282 0,'58'6'741'0,"23"-3"-357"0,22-2-288 16,11-2 96-16,12-8-136 0,16-2-4 15,13 0 24-15,5 2-76 16,1 1 0-16,-4-1-108 0,-6 0-596 16,-40 3-405-16,-9-2-2280 0</inkml:trace>
  <inkml:trace contextRef="#ctx0" brushRef="#br0" timeOffset="4302.91">27466 3963 6318 0,'-46'29'16'0,"5"-1"-32"0,-4 4 8 0,5-3 4 0,7-5-256 15,6-2-228-15,7-3-120 0,7-6-1201 16</inkml:trace>
  <inkml:trace contextRef="#ctx0" brushRef="#br0" timeOffset="4488.14">28351 3835 6410 0,'0'0'56'0,"0"0"41"16,0 0-97-16,0 0-73 0,-44 28 21 16,-5 0 32-16,-11 5 20 0,-2 2-48 15,4-3-108-15,2 0 32 0,8-4-144 16,9-2-124-16,14-4-96 0,11-8-881 15,8-6-412-15</inkml:trace>
  <inkml:trace contextRef="#ctx0" brushRef="#br0" timeOffset="4767.1">28594 3871 3961 0,'0'0'168'0,"0"0"-68"15,0 0 97-15,0 0-9 0,0 0-116 16,-53 36-72-16,20-16-12 0,0 2-4 15,6 0 12-15,4 0-8 16,2 1 12-16,7-1 0 0,3-3 4 16,9-1-4-16,7-6 0 0,9-6-244 15,11-6-377-15,10-9-635 16,8-7 867-16,7-2 385 0,4-1 4 16,-1 0 97-16,3 5 399 0,-2 4 276 15,-8 6-160-15,-9 5 101 0,-12 10 647 16,-17 6-823-16,-10 7-197 0,-19 3 232 15,-12 4-248-15,-8 2-128 0,-7-2-196 16,1-7-20-16,1-8-356 0,15-6-1085 16,6-10-964-16</inkml:trace>
  <inkml:trace contextRef="#ctx0" brushRef="#br0" timeOffset="5557.95">28847 702 4862 0,'0'0'820'16,"0"0"-176"-16,0 0 185 0,0 0-225 16,0 0-196-16,0 0-383 15,0 0-25-15,-7 34 0 0,7 7 0 16,3 21 0-16,3 8 0 0,0 5 0 15,4 1 0-15,-1-3 0 0,-7-1 0 16,0 3 0-16,-2-4 0 0,-4-8 0 16,1-9 0-16,-1-9 0 0,2-12 0 15,0-6 0-15,0-9 0 0,0-8 0 16,2-8 0-16,-4-2 0 0,0-4-1770 16,-2-16-799-16</inkml:trace>
  <inkml:trace contextRef="#ctx0" brushRef="#br0" timeOffset="5819.68">28859 756 5202 0,'0'0'652'0,"0"0"-72"0,0 0 461 16,0 0-565-16,0 0-235 0,0 0-241 15,0 0 0-15,0 0 0 0,0 0 0 16,-50 25 0-16,19 13 0 0,-2 3 0 16,0 0 0-16,4-6 0 0,7-8 0 15,3-5 0-15,7-6 0 0,3-5-117 16,5-6-563-16,4-5-100 0,0 0-1233 16,11-15-340-16</inkml:trace>
  <inkml:trace contextRef="#ctx0" brushRef="#br0" timeOffset="5943.89">28855 693 5966 0,'33'0'985'16,"4"2"-277"-16,9 5-175 0,-7 3-533 15,0 2 0-15,-4 2 0 0,-4 4 0 16,-2-1 0-16,-10 1 0 0,-5-3-377 16,-5-2-1308-16</inkml:trace>
  <inkml:trace contextRef="#ctx0" brushRef="#br0" timeOffset="16981.03">2848 4377 3329 0,'0'0'2085'0,"-20"-35"-1205"16,3 19-395-16,3 6-41 0,1 0 252 16,-1 5-440-16,-1 5-239 0,1 5-17 15,-3 12 0-15,1 12 0 0,-1 16 0 16,-5 13 0-16,1 14 0 16,7 7 0-16,3 4 0 0,7 1 0 15,12-7 0-15,11-7 0 0,8-13 0 16,6-11 0-16,4-13 0 0,4-10 0 15,3-15 0-15,-3-8 0 16,3-15 0-16,-3-14 0 0,-4-10 0 16,-2-6 0-16,-8-8 0 0,-10-3 0 15,-7 0 0-15,-10-2 0 16,-10 0 0-16,-7-1 0 0,-12 1 0 0,0 3 0 16,-2 9 0-16,2 11 0 15,11 12 0-15,-1 10 0 0,11 9 0 16,4 5 0-16,-3 10 0 0,5 6-1549 15,0-2-480-15,2 2-821 0</inkml:trace>
  <inkml:trace contextRef="#ctx0" brushRef="#br0" timeOffset="17214.34">2813 4778 6298 0,'0'0'865'16,"0"0"-177"-16,0 0-347 0,0 0-341 15,35 28 0-15,-8 3 0 0,4 5 0 16,-4-1 0-16,-2-4 0 16,2-2 0-16,0-2 0 0,-2-5 0 15,-3 0 0-15,1-7 0 0,-8-5-913 16,-5-8-3261-16</inkml:trace>
  <inkml:trace contextRef="#ctx0" brushRef="#br0" timeOffset="18460.2">3233 4747 3245 0,'0'0'2177'16,"0"0"-1369"-16,0 0-167 0,0 0 303 15,0 0-680-15,0 0-151 0,0 0-113 16,-23 49 0-16,21-3 0 0,2 7 0 16,0-2 0-16,8-6 0 0,3-1 0 15,-1-5 0-15,3-7 0 0,1-7 0 16,7-8 0-16,-1-9 0 16,1-8 0-16,6-7 0 0,-4-9 0 15,-3-5 0-15,-1-5 0 0,-3-1 0 16,-7-4 0-16,-1-1 0 0,-8 0 0 15,0 2 0-15,0-2 0 0,-10 3 0 16,-3 0 0-16,-1 2 0 16,3 5 0-16,1 7 0 0,4 6 0 15,4 5 0-15,2 4 0 0,0 0 0 16,0 4 0-16,4 10-537 0,0 9 109 16,-2 6 64-16,6 1-801 15,-6-9 109-15,7-7-313 0</inkml:trace>
  <inkml:trace contextRef="#ctx0" brushRef="#br0" timeOffset="18582.33">3617 4767 2269 0,'0'0'960'0,"0"0"-960"15,0 0-2269-15</inkml:trace>
  <inkml:trace contextRef="#ctx0" brushRef="#br0" timeOffset="19175.91">3636 4803 7399 0,'0'0'668'0,"-31"-17"-543"15,12 11-125-15,9 4 0 16,2 2 0-16,4 0 0 0,-2 4 0 16,-5 12 0-16,3 10 0 0,2 7 0 15,4 6 0-15,2 4 0 0,0-3 0 16,6 1 0-16,4-5 0 15,1-5 0-15,5-8 0 0,-1-8 0 0,3-9 0 16,1-6 0-16,-1-7 0 16,1-7 0-16,-3-6 0 0,-5-4 0 15,-5-1 0-15,-2-2 0 0,-4 4 0 16,0 2 0-16,-6 5 0 0,4 8 0 16,0 3 0-16,2 5 0 15,0 0 0-15,0 8 0 0,2 7 0 16,6 3 0-16,-2 3 0 0,5 0 0 15,3-3 0-15,-1-1 0 0,5-4-229 16,5-3-51-16,2-1 124 0,2-2 84 16,-3-1 52-16,-1 1 8 15,-2-1-184-15,-9 1-84 0,-4-2 224 0,-1-1 40 16,-3-1 32-16,-4-1-16 16,0-1 168-16,0-1 40 0,0 0 176 15,-6-3 157-15,-7-8-541 0,1-9 0 16,1-4 0-16,1-1 0 0,4 2 0 15,6 0 0-15,0 1 0 16,6-2 0-16,0-1 0 0,5 0 0 16,3 1 0-16,-4-2 0 0,7 1 0 15,0-1 0-15,-1 2-781 0,-1 5-1232 16,-5 2-2217-16</inkml:trace>
  <inkml:trace contextRef="#ctx0" brushRef="#br0" timeOffset="19409.39">4112 4327 5894 0,'0'0'364'0,"0"0"141"0,0 0 283 0,0 0-404 0,0 0-164 16,0 0-183-16,0 0-37 0,10 62 0 15,-2-20 0-15,-2 7 0 0,5 4 0 16,-7 8 0-16,2 6 0 15,-2 2 0-15,-4 0 0 0,0-5 0 16,0-3 0-16,-2-8 0 0,0-6 0 16,-2-7 0-16,0-9-717 0,2-10-976 15,-5-9-504-15</inkml:trace>
  <inkml:trace contextRef="#ctx0" brushRef="#br0" timeOffset="19520.15">4023 4964 6274 0,'0'0'361'0,"39"-37"603"15,-12 17-380-15,4 2-575 0,-4 2-9 16,4 1 0-16,-4 5 0 0,-3 0 0 16,-1 3 0-16,-2 2 0 0,-1 3-521 15,-7 1-668-15,1 1-551 0</inkml:trace>
  <inkml:trace contextRef="#ctx0" brushRef="#br0" timeOffset="19926.82">4364 4983 5630 0,'0'0'904'16,"0"0"-543"-16,0 0 635 0,0 0-695 16,35-24-301-16,-21 4 0 0,3-2 0 15,-5-2 0-15,-1 1 0 0,-5 2 0 16,-4 2 0-16,-2 5 0 0,-2 5 0 16,-6 6 0-16,-3 4 0 0,-7 8 0 15,-1 8 0-15,4 7-157 16,-5 2 81-16,5 1 76 0,3 3 0 15,4-4-24-15,6-2 8 0,2-5-120 16,2-4 44-16,10-2 68 0,9-2 20 16,1 1-12-16,10-2 16 0,-1 0 0 15,-3-2 0-15,1-1-52 16,0-1-292-16,-6 1-28 0,-6 0-33 16,-9-2 13-16,-4-3 388 0,0 1 4 15,-4-3 344-15,2 0 109 0,-2-4 103 16,0-3 205-16,0-8-761 15,-2-8 0-15,2-5 0 0,0-2 0 16,0 4 0-16,4 2 0 0,5 4 0 16,1 0 0-16,-2 1 0 0,2 0 0 15,1-2 0-15,-1-4 0 0,0 6-1938 16,7-5-2272-16</inkml:trace>
  <inkml:trace contextRef="#ctx0" brushRef="#br0" timeOffset="20346.75">4845 4911 5006 0,'0'0'2589'0,"0"0"-2065"0,0 0-451 0,42-5-73 0,-13 0 0 0,10 2 0 16,4 0 0-16,-1 0 0 0,1-2 0 15,3-1 0-15,-5-1 0 0,-2-3-209 16,-12 5-2628-16</inkml:trace>
  <inkml:trace contextRef="#ctx0" brushRef="#br0" timeOffset="20638.84">5476 4843 7155 0,'0'0'760'0,"-27"-38"-483"0,8 22-277 15,3 6 0-15,3 5 0 16,3 5 0-16,-4 10 0 0,7 6 0 16,-3 11 0-16,4 8 0 0,2 3 0 15,4 3 0-15,0 2 0 0,10-3 0 16,5-1 0-16,1-6 0 0,7-7 0 15,2-10 0-15,1-4 0 16,-1-6 0-16,4-6 0 0,2-4 0 16,-10-2-949-16,0-5-1880 0</inkml:trace>
  <inkml:trace contextRef="#ctx0" brushRef="#br0" timeOffset="21162.21">5738 4855 6450 0,'0'0'841'0,"0"0"-313"0,-41-23-155 16,24 19-373-16,3 3 0 0,2 5 0 15,1 8 0-15,1 7 0 16,0 6 0-16,1 3 0 0,7 4 0 16,-2 2 0-16,4-1 0 0,4-1 0 15,2-4 0-15,9-7 0 0,1-5 0 16,-1-8 0-16,6-4 0 0,-3-8 0 15,3-6 0-15,-7-6 0 0,1-5 0 16,-7-3 0-16,0-3 0 16,-1 2 0-16,-7 0 0 0,0 10 0 15,0 5 0-15,0 5 0 0,0 4 0 16,0 1 0-16,4 3 0 0,2 6 0 16,4 8 0-16,3 3 0 15,1 0 0-15,3-3 0 0,1-7 0 16,5 1 0-16,2-4 0 0,-5 0 0 15,1 0 0-15,-2 0-9 0,-1-1-267 16,-5 1 112-16,-5 0 36 0,-2 3 4 16,-4-1 60-16,-2 5 64 15,0-3 20-15,-2-1-4 0,2-3-16 16,0-3 88-16,-4-1-20 0,4-2 68 16,-2 0 301-16,-2-3-437 0,0-9 0 15,-2-11 0-15,-5-10 0 0,5-7 0 16,2-2 0-16,8 5 0 0,2 1 0 15,7 6 0-15,1 0 0 0,3 3 0 16,1 3 0-16,-1 0 0 16,5-1 0-16,7 2 0 0,-8 5 0 15,2-2-1321-15</inkml:trace>
  <inkml:trace contextRef="#ctx0" brushRef="#br0" timeOffset="21767.14">6751 4671 4149 0,'0'0'1805'0,"0"0"-840"0,0 0-773 16,6 55 136-16,-6-13 124 15,0 8-228-15,0-4-147 0,0-9-77 16,2-4 0-16,3-4 0 0,-1-6 0 15,-4-2 0-15,6-6 0 0,-6-7 0 16,0-4 0-16,4-4 0 0,2-13 0 16,5-11 0-16,3-9 0 0,3-12 0 15,-1-5 0-15,5-1 0 16,0 6 0-16,-1 5 0 0,-3 12 0 16,-3 13 0-16,-3 10 0 0,-1 10 0 15,-2 14 0-15,0 3 0 0,-1 8 0 16,3 3 0-16,-6-2 0 0,2 0 0 15,5-6 0-15,-5-4 0 0,0-7 0 16,-2-5 0-16,0-3 0 16,2-5 0-16,-6-1 0 0,7-4 0 15,1-10 0-15,-2-7 0 0,4-8 0 16,-3 2 0-16,-3 3 0 16,0 9 0-16,-2 3 0 0,2 7 0 15,-4 4 0-15,0 2 0 0,6 10 0 16,-2 8 0-16,3 7 0 0,-1 1 0 15,2-2 0-15,5-5 0 0,1-3 0 16,7-4 0-16,1-4 0 0,-3-4-1349 16,-2-2-928-16</inkml:trace>
  <inkml:trace contextRef="#ctx0" brushRef="#br0" timeOffset="22051.96">7421 4817 6274 0,'0'0'993'0,"-17"-39"-381"15,7 20-299-15,-2 2-313 16,-3 5 0-16,5 4 0 0,-5 6 0 16,5 4 0-16,-2 10 0 0,1 7 0 15,-5 8 0-15,5 9 0 0,-3 3 0 16,8 0 0-16,2-1 0 0,4-6 0 16,10-5 0-16,7-7 0 15,3-4 0-15,9-9 0 0,0-7 0 16,2-5 0-16,0-8 0 0,-10-3 0 15,-5-3 0-15,-5-3 0 0,-7 0 0 16,-4-3 0-16,-4-1 0 0,-7-2 0 16,-1 1 0-16,-3 2 0 0,-5 1 0 15,-1 2 0-15,9 3 0 16,1 4 0-16,7 5 0 0,4 8 0 16,4 2-1261-16,3 0-232 0,3 0-508 0</inkml:trace>
  <inkml:trace contextRef="#ctx0" brushRef="#br0" timeOffset="22316.1">7661 4845 6546 0,'0'0'1001'0,"0"0"-385"0,-11-45-587 16,3 30-29-16,0 1 0 15,4 3 0-15,-2 4 0 0,1 3 0 16,-1 4 0-16,-4 9 0 0,-5 13 0 15,-1 12 0-15,1 8 0 0,3 3 0 16,4-5 0-16,6-3 0 0,2-4 0 16,10-4 0-16,2-9 0 0,7-6 0 15,-2-7 0-15,3-4 0 16,1-6 0-16,-5-7 0 0,5-7 0 16,-4-6 0-16,-1-6 0 0,-6-3 0 15,1 6-2554-15,-7-5-851 0</inkml:trace>
  <inkml:trace contextRef="#ctx0" brushRef="#br0" timeOffset="22503.38">7698 4246 6767 0,'0'0'1028'16,"0"0"-631"-16,0 0-397 0,0 0 0 16,-10 43 0-16,5-3 0 15,3 9 0-15,2 8 0 0,2 3 0 16,3 2 0-16,1 4 0 0,4-1 0 15,0-3 0-15,1-4 0 0,-1-8 0 16,5-7 0-16,-5-9 0 0,0-11-985 16,-1-10-376-16,-1-6-644 0</inkml:trace>
  <inkml:trace contextRef="#ctx0" brushRef="#br0" timeOffset="22818.18">7865 4854 6062 0,'0'0'1133'0,"0"0"-505"16,0 0-259-16,38-10-369 0,-26 3 0 16,2-4 0-16,-3-1 0 0,3-2 0 15,-3 0 0-15,-3 0 0 0,-4 0 0 16,0-1 0-16,-4 2 0 0,-8 1 0 16,0 3 0-16,-7 5 0 15,5 4 0-15,-7 7 0 0,3 11 0 16,-3 10 0-16,1 8 0 0,5 7 0 15,1 1 0-15,6 0 0 0,4-6 0 16,10-7 0-16,5-8 0 0,5-6 0 16,7-8 0-16,4-9 0 0,2-4 0 15,2-12 0-15,-1-5 0 16,-3-6 0-16,-5-4-69 0,-1-6-923 16,-8 9-1441-16,-1-3-1033 0</inkml:trace>
  <inkml:trace contextRef="#ctx0" brushRef="#br0" timeOffset="22988.2">8291 4217 6555 0,'0'0'860'0,"0"0"-83"0,0 0-777 15,0 0 0-15,-14 58 0 0,12-7 0 16,-2 12 0-16,4 2 0 0,4-2 0 16,2 4 0-16,4 1 0 0,-4 0 0 15,-1-1 0-15,-5-3 0 16,0-2 0-16,-5-5 0 0,-5-7 0 15,4-14 0-15,-4-4-1762 0</inkml:trace>
  <inkml:trace contextRef="#ctx0" brushRef="#br0" timeOffset="28364.96">6259 6408 4374 0,'0'0'340'0,"0"0"-248"16,0 0 60-16,0 0-4 15,0 0-52-15,0 0 120 0,6 41-120 16,3-27-36-16,1 2 20 0,0 0-40 16,7 1-8-16,-5 0 4 0,7 5-28 15,-3 1-8-15,1 5 12 16,4 1-4-16,-1 1-8 0,1 2 84 16,6 2-44-16,0 0 16 0,4 1 16 15,0 1-68-15,6 2 20 0,-2 1 8 16,2 1-24-16,5 1 4 0,1 0 64 15,0-3-32-15,9 0 36 0,0 1 72 16,2-3-59-16,1-3 23 0,3-1 108 16,6-1-168-16,0-2-24 15,5 1 40-15,3-3-64 0,2-1 16 16,-1-2 44-16,5-4-60 0,3-2 36 16,4-5 16-16,4-3-52 0,4-2 8 15,-2-6 36-15,4 1-48 16,2-3 20-16,-2-7 4 0,4-3-12 15,2-2-16-15,-1-3 8 0,5-4 0 16,-6-5-8-16,3-2 0 0,3-3 12 16,-2-1-12-16,3-5 4 15,-5-1-4-15,2-4 0 0,-8-2 0 16,5-3 0-16,-5-3 0 0,-2 1 0 16,-2-2 0-16,-2 0 0 0,0 1 0 15,-1-1 0-15,3 2 0 0,-2 0 0 16,-6 1-16-16,-2-1 12 0,-3 2-4 15,1-3-44-15,-1 1 52 0,5 2-12 16,-2-1 16-16,-7 0-4 16,4 1 0-16,1 2-4 0,0 1 4 0,-1 2 0 15,1 2-8-15,-5 3 8 16,5 2 4-16,-7 2 0 0,-2 3-4 16,3 1 0-16,-1 4 0 0,2 1 0 15,-1 4 4-15,-3 3 8 16,-2 1-12-16,0 6 28 0,1 2-16 0,-1 2-12 15,-6 5 12-15,2 6 0 16,-2 4-12-16,0 7 0 0,-2 3 0 16,-2 4 0-16,-2 2 16 0,-3 3-8 15,1 0-8-15,2 3 20 16,-2 0-16-16,2 4-4 0,-3 2 40 16,1 4-32-16,2 2 44 0,-7 3 104 15,3 3-20-15,0 1 4 0,-5 5 25 16,1 0-165-16,-1 1 0 0,1-1 0 15,0-1 0-15,-1 2 0 0,1 0 0 16,3-1 0-16,1-1 0 0,0-2 0 16,-3 2 0-16,7-4 0 0,-2-3 0 15,2-2 0-15,4-3 0 16,2-3 0-16,0 1 0 0,2-3 0 16,4-2 0-16,-4-3 0 0,4-2 0 15,0-2 0-15,1-4 0 16,5-1 0-16,-2-4 0 0,7-4 0 15,-1-6 0-15,3-3 0 0,-2-5 0 16,3-3 0-16,3-1 0 0,4-9 0 16,0-1 0-16,-4-7 0 15,3 0 0-15,-3-6 0 0,0 1 0 16,4-5 0-16,0-2 0 0,-4-5 0 16,3-2 0-16,-3-2 0 0,4-2 0 15,-4-2 0-15,2-3 0 0,1-4 0 16,-1-1 0-16,0-5 0 0,0 2 0 15,-4-2 0-15,6-2 0 0,-5 2 0 16,5 0 0-16,-4 1 0 16,0 0 0-16,1-1 0 0,-1-1 0 0,0-1 0 15,4-2 0-15,2 2 0 16,-2 1 0-16,4 1 0 0,-4 3 0 16,0 3 0-16,-1 3 0 0,-1 3 0 15,2 5 0-15,0 2 0 0,-4 3 0 16,-3 5 0-16,-1 3 0 0,2 5 0 15,-3 2 0-15,-1 6 0 16,-3 2 0-16,-1 4 0 0,-1 5 0 16,-1 2 0-16,-1 1 0 0,2 7 0 15,-1 2 0-15,1 6 0 0,-2 5 0 16,-1 1 0-16,3 7 0 16,-6 1 0-16,5 2 0 0,-5 4 0 15,0 3 0-15,0 2 0 0,-4 5 0 16,5 4 0-16,-7 3 0 0,0 3 0 15,-2 3 0-15,4 4 0 0,-4 2 0 16,0 2 0-16,-3 2 0 16,1 1 0-16,0 1 0 0,-2 0 0 15,-2 3 0-15,4 0 0 0,-3 1 0 16,3-4 0-16,0 2 0 0,2-5 0 16,-2 1 0-16,6 0 0 0,-2-4 0 15,6-1 0-15,1-3 0 16,-1-6 0-16,6-4 0 0,3-3 0 15,1-6 0-15,1-3 0 0,1-3 0 16,5-8 0-16,0-5 0 16,0-5 0-16,6-6 0 0,-5-7 0 15,3-3 0-15,0-4 0 0,-4-8 0 16,0-4 0-16,-3-4 0 0,3-6 0 16,-2-3 0-16,2-6 0 0,-7-4 0 15,9-7 0-15,-4-2 0 0,-1-6 0 16,5-5 0-16,-2-2 0 0,-4-3 0 15,5-2 0-15,-1-1 0 0,-4-1 0 16,8 0 0-16,-5 0 0 16,3-2 0-16,2-1 0 0,-2 1 0 15,8 1 0-15,2 1 0 0,2 1 0 16,3 3 0-16,1 2 0 0,2 1 0 16,3 4 0-16,1 0 0 0,3 2 0 15,4 3 0-15,-2 2 0 0,3 2 0 16,3 5 0-16,0 2 0 0,2 6 0 15,-2 2 0-15,4 5 0 16,2 4 0-16,-2 6 0 0,4 4 0 16,0 5 0-16,1 4 0 0,1 3 0 15,0 8 0-15,-2 7 0 16,0 4 0-16,1 9 0 0,-5 4 0 16,-2 5 0-16,-5 6 0 0,-3 3 0 15,0 6 0-15,-7 2 0 0,3 3 0 16,-1 4 0-16,5-3 0 0,4 2 0 15,2 1 0-15,2-2 0 0,2 3 0 16,4 2 0-16,2 1 0 0,5 3 0 16,-3 3 0-16,2 0 0 0,1-2 0 15,-3 0 0-15,4-2 0 16,-1 1 0-16,1-2 0 0,3-2 0 16,-1-1 0-16,1-4 0 0,1-4 0 15,-6-6 0-15,-3-6 0 16,-9-7 0-16,-17-5 0 0,-8-7 0 15,-31-7-437-15,-12-3-3321 0</inkml:trace>
  <inkml:trace contextRef="#ctx0" brushRef="#br0" timeOffset="35341.53">15979 7324 1260 0,'0'0'156'0,"0"0"-40"15,0 0-48-15,0 0-12 0,0 0-16 16,0 0-24-16,0 0 4 0,39-19 1313 16,-31 4-557-16,1-1-191 0,1-3 371 15,0 3-308-15,1-2-107 0,1 0 315 16,3 4-424-16,-3-1-132 0,-2 4-267 15,1 2-33-15,-3 4 0 0,-2 1 0 16,0-2 0-16,0 2 0 0,3 1 0 16,-3 2 0-16,-2 1 0 15,-2 4 0-15,2 8 0 0,0 7 0 16,-4 4 0-16,-8-1 0 0,0 1 0 16,-5-5 0-16,-3-2 0 0,-1-1 0 15,-3-5 0-15,3 0 0 16,-3-8 0-16,-1-2 0 0,6-1 0 15,-1-6 0-15,3-4 0 0,3-1 0 16,2-4 0-16,6-3 0 0,-2-5 0 16,4-2 0-16,6-2 0 15,4 1 0-15,5 2 0 0,5 6 0 16,1 4 0-16,2 3 0 0,2 5 0 16,-5 5 0-16,3 2 0 0,-2 2 0 15,-5 5 0-15,-1 3 0 0,-5 4 0 16,4 1 0-16,-5 3 0 0,-5 3 0 15,-4 1 0-15,-2-1 0 0,-7-2 0 16,-1 1 0-16,-2-2 0 0,-3-3 0 16,1 0 0-16,-9-5 0 15,7-3 0-15,-3-2 0 0,-4-5 0 16,7-1 0-16,-5-5 0 0,2-1 0 16,3-5 0-16,3-1 0 0,3-2 0 15,2 0 0-15,8 0 0 16,0 2 0-16,4 1 0 0,6 0 0 15,7 0 0-15,4 2 0 0,5 0 0 16,3 3 0-16,-2 1 0 0,-4 4 0 16,2 2 0-16,-9 2 0 0,1 2 0 15,-7 3 0-15,-2 1 0 16,-6 4 0-16,3 0 0 0,-5 1 0 16,-5 0 0-16,-1 0 0 0,-4 0 0 15,4 0 0-15,-5-2 0 0,-3-2 0 16,4-1 0-16,-7-2 0 0,-4-2 0 15,1-4 0-15,-1 0 0 0,0-2 0 16,1-6 0-16,1-1 0 16,1-3 0-16,7-1 0 0,5-2 0 15,2 2 0-15,4 2 0 0,0 5 0 16,4-1 0-16,10-2 0 0,7-2 0 16,8 0 0-16,2 1 0 0,-4 2 0 15,2 4 0-15,-6 0 0 0,-7 4 0 16,-1 0 0-16,-5 0 0 15,-4 0 0-15,-2 6 0 0,0 1 0 16,-2 4 0-16,-2 3 0 0,0 4 0 16,-6-4 0-16,-4 0 0 15,0-1 0-15,-1-2 0 0,-5 0 0 16,-1-3 0-16,-1-2 0 0,1-3 0 16,1-3 0-16,-5 0 0 0,6-2 0 15,-1-3 0-15,3-3 0 0,-1-3 0 16,8-2 0-16,2-2 0 0,4-2 0 15,6 2 0-15,8-1 0 0,3 3 0 16,8 3 0-16,-3-1 0 0,-1 4 0 16,4 1 0-16,-7 6 0 0,-3 0 0 15,-1 4 0-15,-7 0 0 16,-1 6 0-16,-2-2 0 0,-4 4 0 16,0 0 0-16,-4-3 0 15,2-3 0-15,-2-2-1678 0,-1-6-3872 0</inkml:trace>
  <inkml:trace contextRef="#ctx0" brushRef="#br0" timeOffset="38141.41">16037 6864 1248 0,'0'0'72'0,"0"0"188"0,0 0 1161 16,0 0-917-16,0-37 80 0,0 30 445 15,0 1-329-15,0 2-164 0,0 1 305 16,2 0-269-16,-2 1-147 16,0 0-425-16,2 2 0 0,-2 0 0 0,0 0 0 15,0 7 0-15,6 11 0 16,-2 14 0-16,2 10 0 0,-1 6 0 16,1 2 0-16,-2-6 0 0,2-3 0 15,-2-3 0-15,0-6 0 0,-2-6 0 16,-2-8 0-16,5-4 0 15,-3-6 0-15,-2-4 0 0,0-3 0 16,0-1 0-16,0-8-177 0,0 0-2084 16,-7-13-2537-16</inkml:trace>
  <inkml:trace contextRef="#ctx0" brushRef="#br0" timeOffset="39396.12">16051 6599 3673 0,'0'0'817'0,"0"0"-245"0,0 0 552 15,0-38-599-15,0 33-117 0,0 1 16 16,-4 2-292-16,4-2 32 0,-2 3 168 16,2-1-311-16,-4 2-21 15,4 0 0-15,0 4 0 0,0 9 0 16,0 10 0-16,0 8 0 0,0 6 0 16,0 7 0-16,-4 3 0 0,-2 5 0 15,6 4 0-15,0-2 0 0,0-3 0 16,4-6 0-16,-2-3 0 15,0-7 0-15,-2-6 0 0,0-6 0 16,0-6 0-16,0-5 0 0,0-5 0 16,2-4 0-16,-2-3 0 15,0-9-437-15,4-1-896 0,-4-10-4841 0</inkml:trace>
  <inkml:trace contextRef="#ctx0" brushRef="#br0" timeOffset="40077.91">15642 6513 2857 0,'0'0'752'0,"0"0"-96"0,0 0 245 15,0 0-313-15,0 0-136 0,0 0 161 16,0 0-297-16,0 0 36 0,41-20 152 15,-20 20-303-15,12 3-201 0,4 1 0 16,5 2 0-16,5-3 0 0,11-1 0 16,0 0 0-16,10 0 0 15,15-2 0-15,8 0 0 0,2 0 0 16,-4-2 0-16,-15-1 0 0,-10 0 0 16,-14 0 0-16,-17 0 0 0,-13 2-449 15,-13-3-2404-15</inkml:trace>
  <inkml:trace contextRef="#ctx0" brushRef="#br0" timeOffset="42253.53">15609 6386 2501 0,'0'0'1424'0,"0"0"-447"0,0 0-409 16,0 0-68-16,0 0 125 0,0 0-349 16,0 0-56-16,0 0 228 0,0 0-176 15,0 0-28-15,-11 13-107 16,11-13-137-16,0 0 0 0,0 0 0 16,0 0 0-16,0 1 0 0,-4 1 0 15,4 0 0-15,0 1 0 0,0 0 0 16,0-1 0-16,-2 0 0 0,2 0 0 15,0-1 0-15,0-1 0 0,0 0 0 16,0 0 0-16,0 0 0 0,0 0 0 16,0 1 0-16,0 1 0 15,0-2 0-15,0 1 0 0,0 0 0 16,0 0 0-16,0 1 0 0,0 0 0 16,0 1 0-16,0 1 0 0,0-2 0 15,0 3 0-15,0-2 0 0,0 1 0 16,0-2 0-16,0 1 0 0,0 0 0 15,0 0 0-15,0-2 0 16,0 0 0-16,0 0 0 0,0 0 0 16,0-1 0-16,0 0 0 0,0 0 0 15,0 0 0-15,0-3 0 16,0-5 0-16,2-3 0 0,5-7 0 16,-7-6 0-16,4 0 0 0,2-5 0 15,-6 1 0-15,4-4 0 0,-4 0 0 16,0 3 0-16,4 0 0 0,-2 1 0 15,2 2 0-15,-4 4 0 0,4 3 0 16,-1 4 0-16,-3 5 0 0,0 2 0 16,0 3 0-16,0 2 0 15,0 1 0-15,0 0 0 0,0 0 0 16,0 2 0-16,0 0 0 0,0 0 0 16,0 0 0-16,0 2 0 0,0 0 0 15,0 2 0-15,4-2 0 0,-4 1 0 16,0 1 0-16,0 0 0 0,4 0 0 15,-2 1 0-15,-2 0 0 16,0-2 0-16,4 0 0 0,-2-2 0 16,0 1 0-16,0 0 0 0,-2-2 0 15,4 0 0-15,1 0 0 16,-3 0 0-16,2-1 0 0,-2-1 0 16,2 1 0-16,-4 0 0 0,0 1 0 15,0-2 0-15,-4 0 0 0,-7 0 0 16,-7-2 0-16,-3 1 0 0,-4 0 0 15,5-1 0-15,3-1 0 0,-4 2 0 16,7-1 0-16,-3 1 0 0,7 1 0 16,4 0 0-16,2 2 0 0,2 0 0 15,2-1 0-15,-4 0 0 16,4 1 0-16,0-1 0 0,0 1 0 16,0 0 0-16,10-1 0 0,4 0 0 15,5 0 0-15,2 0 0 0,-1 1 0 16,5 0 0-16,-4-2 0 0,2 1 0 15,-3-1 0-15,1-1 0 16,-7 0 0-16,-3-1 0 0,-5 1 0 16,-2 0 0-16,-2-1 0 0,-2-1 0 15,0-2 0-15,0-3 0 0,-10 0 0 16,-3-3 0-16,-1 2 0 16,-7 1 0-16,5 1 0 0,-5 0 0 15,0-3 0-15,-6-2 0 0,7-1 0 16,-5 0 0-16,6-3 0 0,1 5 0 15,5 1 0-15,3 3 0 0,4 4 0 16,2 1 0-16,4 2 0 0,0 1 0 16,0 0 0-16,4 1 0 0,2 0 0 15,0 1 0-15,9 3 0 0,1 0 0 16,1 1-77-16,-1-2-51 16,5 0-36-16,-7-1 12 0,7-1 56 15,-8 0 48-15,-3-1 8 0,-6 2 40 16,0-2 0-16,-2 0 0 0,-2 1 0 15,4-1 60-15,-4 0-12 16,0 0 36-16,-4 0-20 0,2-3-48 16,-6 0-16-16,2-2 12 0,-1-2 4 15,1 1-8-15,-2-2 88 0,-2-4-40 16,3-3 52-16,3-2 29 16,2 2-137-16,-2-2 0 0,4 4 0 15,4-1 0-15,-2 1 0 0,2-1 0 16,3 0 0-16,-3 1 0 0,2 1 0 15,-2 1 0-15,-2-1 0 0,0 1 0 16,0 5 0-16,-2 3 0 0,0-1 0 16,4 4 0-16,-4-3-41 0,0 2-55 15,0 0-40-15,0 1 8 16,3 0 24-16,-3 2-16 0,4 1 48 16,0 2-12-16,-2-1 20 0,6-1 52 15,-2 1-8-15,-2-1-124 0,-1-3 40 16,-3 1 88-16,4-1 16 0,-4 0 0 15,0 0 244-15,0 0-88 16,0-1 0-16,0-3 92 0,-4 0-104 16,4-1 16-16,-3-3-127 0,-1-3-33 15,4 0 0-15,0-3 0 0,0 1 0 16,0 1 0-16,0 1 0 16,0 0 0-16,-4-2 0 0,4 1 0 15,-6 1 0-15,2-2 0 0,2-1 0 16,-2 0 0-16,0 2 0 0,1 1 0 15,3 5 0-15,0 2 0 0,0 1 0 16,3 1 0-16,-3 0 0 0,8 0-845 16,-6 2-484-16,6 0-500 0</inkml:trace>
  <inkml:trace contextRef="#ctx0" brushRef="#br0" timeOffset="44257.03">16580 6482 1968 0,'0'0'341'0,"0"0"403"16,0 0 260-16,0 0-515 0,0 0 23 15,0 0 444-15,0 0-468 0,0 0-219 16,0 0 23-16,0 0-144 0,13-7 44 15,-9 0 120-15,-2 0-192 16,0-1 20-16,0 1 77 0,4 0-217 16,-4-3 0-16,0-2 0 0,-2-4 0 15,0 0 0-15,0-3 0 16,-4-1 0-16,2-2 0 0,-2-5 0 16,0-2 0-16,2-3 0 0,-2 2 0 15,2 1 0-15,2 5 0 0,0 6 0 16,0 6 0-16,0 5 0 0,0 4 0 15,2 0 0-15,-2 2 0 0,6 0 0 16,-2 1-57-16,6 0-563 0,1 0-977 16,-1 0-368-16,0 0-1520 0</inkml:trace>
  <inkml:trace contextRef="#ctx0" brushRef="#br0" timeOffset="44801.09">16392 6109 6194 0,'0'0'653'0,"0"0"-121"0,0 0 232 0,0 0-715 0,37-17-49 0,9 4 0 16,4-2 0-16,5 4 0 16,-5 3 0-16,-2 2 0 0,-7 1 0 0,-4 1 0 15,-8 2-341-15,-6 1-695 0,-9 1-1734 16</inkml:trace>
  <inkml:trace contextRef="#ctx0" brushRef="#br0" timeOffset="45377.07">16355 5877 5866 0,'0'0'837'0,"33"-10"-69"0,-2 3-252 0,4 3-311 15,5-3-205-15,1 1 0 0,6 0 0 16,-5-1 0-16,-5 4 0 0,-6-2 0 15,-10 1-681-15,-5 1-1080 16,-5-3-1120-16</inkml:trace>
  <inkml:trace contextRef="#ctx0" brushRef="#br0" timeOffset="45893.56">16541 5387 3157 0,'0'0'2737'0,"0"0"-2125"0,-8 52-83 15,6-21 455-15,-4 1-811 0,6-1-173 16,0 2 0-16,0 1 0 0,0-2 0 15,0 0 0-15,6-3 0 16,-2-3 0-16,2-2 0 0,-2-4 0 16,2-4 0-16,3-4-997 0,-7-5-476 15,2-3-880-15</inkml:trace>
  <inkml:trace contextRef="#ctx0" brushRef="#br0" timeOffset="47044.2">15332 5359 3729 0,'0'0'857'0,"0"0"-665"16,47 0 108-16,-20 0 72 0,4 0-208 16,6 1 92-16,11-1 104 15,8 0-196-15,6 0-20 0,14 0 89 16,7 0-97-16,10 1 4 0,8 2 40 15,5 0-148-15,7-2-24 0,-1-1 0 16,4 0-4-16,4 0-8 0,-9 0-28 16,-5 0-88-16,-11-1 8 15,-12-3-232-15,-19 1 7 0,-19-2-239 16,-18-1-2121-16</inkml:trace>
  <inkml:trace contextRef="#ctx0" brushRef="#br0" timeOffset="47710.09">15183 5474 3153 0,'0'0'220'0,"0"0"-112"0,0 0 396 16,0 0-71-16,0 0 31 0,0 0 248 16,0 0-316-16,29-33-24 15,-27 24 233-15,0-4-213 0,-2-5 24 16,0-2 1-16,0-6-417 0,0-2 0 16,0-3 0-16,0-5 0 0,-2-2 0 15,0-6 0-15,0-3 0 0,-2-5 0 16,2-4 0-16,-2-1 0 0,-1-3 0 15,3-4 0-15,-2-3 0 16,4 1 0-16,0-1 0 0,4 3 0 16,-2 2 0-16,3 1 0 0,-1 3 0 15,-2 3 0-15,-2 4 0 0,0 2 0 16,0 5 0-16,-6 3 0 16,1 7 0-16,3 6 0 0,-2 4 0 15,0 7 0-15,4 5 0 0,-2 6-549 16,2 3-407-16,0 3-181 0,0 2-2004 0</inkml:trace>
  <inkml:trace contextRef="#ctx0" brushRef="#br0" timeOffset="48165.58">15152 4065 6719 0,'0'0'220'0,"33"0"12"0,4 0-220 0,15 1-12 16,14 0 20-16,4 0-8 0,5 1-4 15,14 2 56-15,10 0-64 0,6 3 12 16,11 3-12-16,4 0 0 0,2 1-8 15,8 0 4-15,0-3-96 0,3-1 24 16,-3-1-60-16,-8-1 96 16,-6-1 40-16,-11-1 0 0,-12 1-12 15,-12-2-128-15,-19 1-445 0,-21-2-467 16,-12 0-681-16</inkml:trace>
  <inkml:trace contextRef="#ctx0" brushRef="#br0" timeOffset="48569.91">17184 4256 5370 0,'0'0'420'0,"0"0"24"15,0 0-107-15,0 0 199 16,0 0-164-16,0 0-136 0,0 0-44 15,29 67-132-15,-29-19 88 0,-6 8-71 16,2 2-77-16,2 9 0 0,2 6 0 16,2 6 0-16,2 5 0 0,0-5 0 15,2-3 0-15,-2-8 0 16,-2-5 0-16,4-5 0 0,-6-6 0 16,0-8 0-16,0-6 0 0,-6-8 0 15,4-10-813-15,-2-9-160 0,0-8-303 16</inkml:trace>
  <inkml:trace contextRef="#ctx0" brushRef="#br0" timeOffset="49772.5">15756 4629 4313 0,'0'0'2237'0,"0"0"-1724"15,0 0-121-15,0 46 345 0,0-14-737 16,-5 2 0-16,5-1 0 0,0-3 0 16,0-4 0-16,0-3 0 15,0-6 0-15,0-3 0 0,0-6 0 16,5-5 0-16,-3-3 0 0,2 0 0 15,6-11 0-15,5-13 0 0,7-11 0 16,3-6 0-16,2-7 0 0,-4 3 0 16,-3-1 0-16,1 3 0 0,0 7 0 15,-5 7 0-15,-1 12 0 16,-9 8 0-16,0 7 0 0,-2 2 0 16,-4 2 0-16,4 10 0 0,-1 9 0 15,-3 7 0-15,0 2 0 0,0 0 0 16,4-9 0-16,0-1 0 0,2-4 0 15,4-5 0-15,3-2 0 16,1-5 0-16,3-4 0 0,3-5 0 16,1-7 0-16,6-6 0 0,-6-1 0 15,5-6 0-15,-1 1 0 0,0 0 0 16,-2 3 0-16,-2 5 0 16,-5 5 0-16,-1 6 0 0,-3 5 0 15,2 5 0-15,-1 11 0 0,1 6 0 16,3 9 0-16,1 10 0 0,1 5 0 15,0 1 0-15,3 2 0 0,5-5 0 16,2-3 0-16,0-3 0 0,2-3 0 16,-4-5 0-16,-8-7 0 0,-9-3-1621 15</inkml:trace>
  <inkml:trace contextRef="#ctx0" brushRef="#br0" timeOffset="53410.17">12599 4600 5366 0,'0'0'604'0,"0"0"-140"0,0 0-456 0,0 0 24 15,64 14 105-15,-8-8 47 0,18-1 48 16,21-1 72-16,11-2-224 0,16-1-24 15,12 0-20-15,15 0-16 16,6-1-20-16,-6 0 0 0,-6 0 0 16,-13 0 0-16,-19-2 0 0,-7-2-76 15,-19 1-108-15,-21-1-180 0,-13-1-213 16,-16 1-243-16,-12-3-1481 0</inkml:trace>
  <inkml:trace contextRef="#ctx0" brushRef="#br0" timeOffset="53709.93">13990 4268 5410 0,'0'0'1044'16,"60"23"-703"-16,-12-8-193 0,14 6 8 15,6 1 24-15,6 3-128 16,9 2 16-16,6 0 44 0,-4-1-108 16,-11-2 12-16,-12 0-16 0,-14-2-28 15,-23 0-140-15,-23 3-8 0,-13 3 60 16,-16 0 108-16,-10 6 0 16,-10 1 16-16,-9-1-4 0,-2 3 12 15,-6-2-16-15,2-1-12 0,14-10-1033 16,5-5-968-16</inkml:trace>
  <inkml:trace contextRef="#ctx0" brushRef="#br0" timeOffset="63145.67">14685 5548 1808 0,'0'0'64'16,"0"0"1789"-16,14-35-1052 0,-14 26 487 15,0 2-519-15,0 5-181 0,0 2 236 16,-4 0-627-16,0 1-197 16,-2 13 0-16,-5 12 0 0,5 10 0 15,-2 7 0-15,2 3 0 0,2-1 0 16,4 4 0-16,-7 0 0 0,5 2 0 15,-2-3 0-15,4-2 0 16,-4-6 0-16,4-6 0 0,0-5 0 16,8-6 0-16,-1-8 0 0,3-4-753 15,-4-6-316-15,0-4-2180 0</inkml:trace>
  <inkml:trace contextRef="#ctx0" brushRef="#br0" timeOffset="63516.07">14695 5892 4422 0,'0'0'1040'0,"0"0"-488"0,17-47 37 16,-1 29 139-16,5 1-332 0,4 2-108 15,-3-1-111-15,3 5-177 0,-2 3 0 16,-2 4 0-16,-7 3 0 15,-4 1 0-15,-5 2 0 0,-3 2 0 16,-2 5 0-16,-11 3 0 0,-1 5 0 16,-9 0 0-16,-4 2 0 0,5 1 0 15,-1 1 0-15,-2 3 0 0,3 0 0 16,5 1 0-16,3 0 0 16,4-3 0-16,8-1 0 0,0-2 0 15,4-3 0-15,2-2 0 0,8-3 0 16,-3-1 0-16,5-2 0 0,1-3 0 15,3 0 0-15,1-1 0 0,0-3 0 16,4 0 0-16,-9-1-821 0,-1 0-1956 0</inkml:trace>
  <inkml:trace contextRef="#ctx0" brushRef="#br0" timeOffset="63843.71">15028 6084 6158 0,'0'0'1109'0,"0"0"-184"0,0 0-925 15,0 0 0-15,-23-37 0 16,13 31 0-16,-5 2 0 0,-5 3 0 16,1 1 0-16,-2 6 0 0,7 4 0 15,4 2 0-15,3 1 0 0,7-1 0 16,0 2 0-16,7-2 0 0,3 1 0 15,7 0 0-15,3-2 0 0,1 1 0 16,4-1 0-16,-9 0 0 0,1-1 0 16,-1 0 0-16,-7 2 0 0,-9 0 0 15,0 2 0-15,-9-1 0 16,-1 3 0-16,-7-2 0 0,-3 1 0 16,-1-4 0-16,-2-4 0 0,-4-3 0 15,3-4 0-15,3-8 0 0,9 0-921 16,-3-5-3613-16</inkml:trace>
  <inkml:trace contextRef="#ctx0" brushRef="#br0" timeOffset="64487.64">17269 5768 4918 0,'0'0'740'0,"0"0"633"0,6-43-465 0,-10 32-655 15,-7 3-253-15,-5 2 0 16,-1 5 0-16,-9 3 0 0,-5 10 0 16,-5 3 0-16,3 10 0 0,-2 4 0 15,8 5 0-15,5 6 0 0,3 3 0 16,9 4 0-16,8 0 0 16,4 0 0-16,8-2 0 0,11-3 0 15,5-5 0-15,5-7 0 0,5-8 0 16,1-9 0-16,6-7 0 0,3-9 0 15,-3-7 0-15,-6-8 0 0,-8-5 0 16,-10 4 0-16,-7-2-973 0</inkml:trace>
  <inkml:trace contextRef="#ctx0" brushRef="#br0" timeOffset="84234.55">3564 8340 5282 0,'0'0'508'0,"0"0"68"16,20-44 61-16,-20 38-73 0,0 4-120 16,-6-1-263-16,2 3-181 0,-2 3 0 15,2 10 0-15,-2 17 0 16,1 11 0-16,5 11 0 0,5 7 0 15,1 4 0-15,4 9 0 0,0 9 0 16,1 5 0-16,-1 7 0 0,0 4 0 16,1 4 0-16,-3-2 0 15,0 1 0-15,3-6 0 0,-5-7 0 16,0-7 0-16,-2-9 0 0,0-9 0 16,-4-8 0-16,0-6 0 0,-6-13 0 15,2-11 0-15,-2-11 0 0,2-11 0 16,-5-4-405-16,3-5-916 0,-4-19-2844 15</inkml:trace>
  <inkml:trace contextRef="#ctx0" brushRef="#br0" timeOffset="84688.53">3394 8206 6370 0,'0'0'144'0,"54"-5"213"0,-19 2-45 0,9-1 4 16,5 3 248-16,17 1-435 0,9 0-129 16,18 0 0-16,16 0 0 0,17 0 0 15,13 0 0-15,18 0 0 16,6 0 0-16,9 0 0 0,8-1 0 15,0-2 0-15,1-1 0 0,-7-2 0 16,-4-1 0-16,-13-2 0 0,-9 2 0 16,-13 0 0-16,-19 3 0 0,-17 1 0 15,-14 1 0-15,-23 2-473 16,-13 0 73-16,-20 0 64 0,-16 0-721 16,-7 0-736-16,-12-3-1628 0</inkml:trace>
  <inkml:trace contextRef="#ctx0" brushRef="#br0" timeOffset="85088.53">6253 8162 3005 0,'0'0'1685'0,"0"0"-1113"0,0 0 364 16,0 0-567-16,0 0-5 0,17 51 404 15,-13-4-352-15,-4 13-339 0,0 7-77 16,2 3 0-16,2 10 0 16,2 7 0-16,-2 7 0 0,0 2 0 15,-4 0 0-15,-8-5 0 0,2-2 0 16,-4-7 0-16,-1-5 0 0,-1-7 0 16,2-9 0-16,-9-6 0 0,0-10 0 15,-1-8 0-15,5-14-337 16,-6-7-1168-16</inkml:trace>
  <inkml:trace contextRef="#ctx0" brushRef="#br0" timeOffset="85506.85">3731 9860 6847 0,'33'10'468'0,"15"1"409"16,18-2-877-16,15-3 0 0,22-6 0 16,15-1 0-16,22-8 0 0,17-6 0 15,11 2 0-15,12 0 0 0,2 3 0 16,-3 0 0-16,-3 5 0 15,-8 3 0-15,-7 2 0 0,-12 4 0 16,-13 0 0-16,-16 6 0 0,-15 0 0 16,-22-2 0-16,-25-4-377 0,-21-4-1260 0</inkml:trace>
  <inkml:trace contextRef="#ctx0" brushRef="#br0" timeOffset="86347.51">4541 8726 3953 0,'0'0'2425'0,"0"0"-2132"0,11 50-9 0,-11-13 412 16,0 6-380-16,0-1-91 0,-2 3-225 15,2 0 0-15,2-1 0 16,2-1 0-16,-4-3 0 0,0-4 0 16,0-6 0-16,-4-9 0 0,4-9 0 15,-2-6 0-15,2-5 0 0,0-1 0 16,0-13 0-16,2-16 0 0,8-14 0 16,0-10 0-16,5-7 0 0,1 2 0 15,-1-2 0-15,4 6 0 16,-1 9 0-16,5 13 0 0,-2 13 0 15,-1 13 0-15,-7 8 0 0,-1 14 0 16,-4 5 0-16,1 9 0 0,1 5 0 16,-4 1 0-16,-2 0 0 15,2 0 0-15,-1-4 0 0,1-2 0 16,-2-4 0-16,4-5 0 0,0-6 0 16,3-6 0-16,1-7 0 0,3-5 0 15,-1-10 0-15,5-9 0 0,1-6 0 16,5-5 0-16,2-3 0 0,-4-1 0 15,2 3 0-15,2 4 0 16,-7 10 0-16,-3 7 0 0,-3 8 0 16,-3 5 0-16,-1 11 0 0,2 9 0 15,3 4 0-15,-5 7 0 0,-4 1 0 16,3 0 0-16,1 0 0 0,2 0 0 16,5-3 0-16,3 2 0 0,5-1 0 15,-2-2 0-15,6 0 0 16,-8-9-377-16,-3-3-5105 0</inkml:trace>
  <inkml:trace contextRef="#ctx0" brushRef="#br0" timeOffset="87079.32">4099 9986 6699 0,'0'0'848'16,"0"0"-384"-16,0 0-283 0,0 0-181 15,0 43 0-15,2-11 0 16,2 5 0-16,0 1 0 0,-4 1 0 16,-4 2 0-16,-2 4 0 0,0 2 0 15,-4 1 0-15,-1 1 0 0,1-4 0 16,0-5 0-16,-1-4 0 0,5-9 0 16,2-8-1277-16,4-9-708 15,-4-6-1829-15</inkml:trace>
  <inkml:trace contextRef="#ctx0" brushRef="#br0" timeOffset="87794.08">4091 10592 5510 0,'0'0'1141'0,"0"0"-581"15,0 0 352-15,-37 12-843 0,6-5-69 16,-9 4 0-16,3-3 0 0,-4 3 0 16,6-1 0-16,4 1 0 15,4 2 0-15,10-1 0 0,5 3 0 16,8 0 0-16,6 0 0 0,6 0 0 15,7 2 0-15,7-3 0 16,1-2 0-16,6 1 0 0,2-5 0 16,6-1 0-16,0-2 0 0,5 0 0 15,-3-1 0-15,-4 1 0 0,-4 1 0 16,-10 2 0-16,-5 0 0 0,-5 1 0 16,-11 2 0-16,0 0 0 0,-11 2 0 15,-3 1 0-15,-3-1 0 0,-10 2 0 16,-4 0 0-16,-2 0 0 0,-2 3 0 15,2-3 0-15,2-1 0 16,4 1 0-16,2-3 0 0,5 0 0 16,3-2 0-16,7-3 0 0,6-2 0 15,4-2 0-15,0 0 0 0,6 0 0 16,8-1 0-16,9-2 0 16,8 0 0-16,4 0 0 0,-4 0 0 15,-4 0 0-15,-6 0 0 0,2 0 0 16,-5 2 0-16,-1 1 0 0,-7 2 0 15,-6-2 0-15,2-2 0 16,-6 1 0-16,3 1 0 0,-1 1 0 16,-2-1 0-16,0 2 0 0,-5 0 0 15,-5 2 0-15,-9 3 0 0,1 0 0 16,-7 1 0-16,0 0 0 0,0 0 0 16,1 2 0-16,-3 1 0 0,2 2 0 15,4 0 0-15,5 0 0 0,5-2 0 16,5-2 0-16,6-3 0 0,6-1 0 15,9-1 0-15,4-1 0 16,9 0 0-16,1-1 0 0,2 0 0 16,-2 0 0-16,2 0 0 0,-8 1-293 15,-2-2-803-15,-7 2 263 0,-5-2 21 16,-7 0-1161-16</inkml:trace>
  <inkml:trace contextRef="#ctx0" brushRef="#br0" timeOffset="88288.54">3990 11439 5450 0,'0'0'976'0,"-7"54"-279"0,7-24 372 15,0 2-1069-15,0-1 0 0,0 0 0 16,0 0 0-16,0 0 0 0,2-3 0 15,3-1 0-15,-5-2 0 16,0-3 0-16,0-2 0 0,0-3 0 16,0-2 0-16,4-4-65 0,-4-4-1123 15,0-2-2190-15</inkml:trace>
  <inkml:trace contextRef="#ctx0" brushRef="#br0" timeOffset="88831.64">5854 10018 5650 0,'0'0'848'0,"0"0"-139"0,0 0-217 0,-10 44 1 15,-5-1-493-15,3 9 0 16,-7 6 0-16,7 3 0 0,6 5 0 16,-5 4 0-16,7 1 0 0,4 0 0 15,0-1 0-15,4-5 0 0,3-3 0 16,3-6 0-16,0-10 0 16,-4-9 0-16,1-13 0 0,-3-9-101 15,0-8-1227-15,-2-7-4523 0</inkml:trace>
  <inkml:trace contextRef="#ctx0" brushRef="#br0" timeOffset="89191.91">5612 10962 5462 0,'0'0'760'0,"52"0"-143"0,-9-1 411 15,5-2-703-15,10 1-325 0,6 2 0 16,2 0 0-16,4 2 0 0,-4 2 0 16,-6 1 0-16,-8-2 0 0,-6-1-1125 15,-13-2-564-15,-9 0-1016 0</inkml:trace>
  <inkml:trace contextRef="#ctx0" brushRef="#br0" timeOffset="89577.78">5412 10783 4193 0,'0'0'773'16,"0"0"339"-16,16 50-367 0,-3-19-141 16,1 2 52-16,-8-1-547 0,3 1-109 15,-3 3 0-15,-4-2 0 0,2-1 0 16,0 0 0-16,-4-1 0 16,0-2 0-16,0-3-841 0,0-6-132 15,0-4-287-15,0-6-3174 0</inkml:trace>
  <inkml:trace contextRef="#ctx0" brushRef="#br0" timeOffset="89790.53">5501 11262 5646 0,'0'0'1113'16,"64"6"-413"-16,-15-3-176 0,13 1-315 15,11-1-209-15,1 4 0 16,5 4 0-16,3 1 0 0,-3 1 0 16,1-1 0-16,3-1 0 0,-8-2 0 15,-7-5 0-15,-17 0-121 0,-17-4-467 16,-14 0-877-16,-9 0-276 16,-7-7-59-16</inkml:trace>
  <inkml:trace contextRef="#ctx0" brushRef="#br0" timeOffset="90072.65">6495 10828 5738 0,'0'0'800'16,"0"0"425"-16,0 0-825 0,0 0-371 16,-21 59-29-16,15-14 0 0,2 6 0 15,4 0 0-15,0-3 0 0,6-2 0 16,2-1 0-16,-1-4 0 16,-1-1 0-16,-2-4 0 0,-4-7-505 15,0-4-1032-15</inkml:trace>
  <inkml:trace contextRef="#ctx0" brushRef="#br0" timeOffset="90413.84">5854 11296 2705 0,'0'0'2873'0,"0"0"-2109"15,0 0-239-15,6 38 283 0,-6 0-328 16,-6 10-443-16,0 5-37 15,-4-1 0-15,5 0 0 0,-1-1 0 16,6-1 0-16,2-4 0 0,7-2 0 16,-3-2 0-16,4-3 0 0,0-2-241 15,-3-11-911-15,-1-2-421 0</inkml:trace>
  <inkml:trace contextRef="#ctx0" brushRef="#br0" timeOffset="91023.7">3518 11812 5722 0,'0'0'136'0,"0"0"665"0,0 0-557 0,0 0-172 0,0 0 16 16,66 32 156-16,5-18 60 0,32-3 36 16,19-2-248-16,12 2-32 0,21-2-48 15,13 3 8-15,10-1-20 0,6-1 16 16,4 0-4-16,2-2 17 15,-6-2-29-15,0-2 0 0,-11-3 0 16,-15-1 0-16,-12 0-145 0,-24-1 53 16,-16-4-84-16,-19 0-200 0,-23 0-88 15,-27 2-1437-15,-17-2-552 0</inkml:trace>
  <inkml:trace contextRef="#ctx0" brushRef="#br0" timeOffset="91487.42">3653 11894 3561 0,'0'0'280'0,"0"0"-36"0,0 0 297 16,0 0-101-16,0 0 64 0,-9 34 252 15,9-9-347-15,4 9 15 0,1 11 252 16,-3 6-352-16,0 3-291 0,-2 2-33 16,0 3 0-16,-2-1 0 0,0-1 0 15,-9-3 0-15,1-3 0 0,4-5 0 16,2-2 0-16,-1-7 0 15,3-7-225-15,2-8-567 0,-4-8-5 16,4-8-1520-16,-2-6-1444 0</inkml:trace>
  <inkml:trace contextRef="#ctx0" brushRef="#br0" timeOffset="91833.93">3512 12559 5758 0,'0'0'668'15,"0"0"-435"-15,37 45-1 0,3-35 80 16,15 0 8-16,18-4 0 15,20-4 29-15,14 1-349 0,11-2 0 16,8-1 0-16,6 1 0 0,1 1 0 16,3 3 0-16,11 1 0 15,0-1 0-15,4 2 0 0,4-1 0 16,0 1 0-16,-2 1 0 0,-11 2 0 16,-3 0 0-16,-13 1 0 0,-10-4 0 15,-13 0 0-15,-20-4 0 16,-9-3-705-16,-20-6-191 0,-19-1-1722 15</inkml:trace>
  <inkml:trace contextRef="#ctx0" brushRef="#br0" timeOffset="92309.44">6375 11960 5946 0,'0'0'404'0,"0"0"325"0,-6 48-181 0,6-14-108 15,-6 7-315-15,6 8-125 0,0 4 0 16,0 3 0-16,2 1 0 0,2 0 0 16,0 0 0-16,2-4 0 15,-2-1 0-15,2-1 0 0,-3-3 0 16,-3-6 0-16,-3-6-1577 0,-5-11-628 16,-4-10-1861-16</inkml:trace>
  <inkml:trace contextRef="#ctx0" brushRef="#br0" timeOffset="92826.47">4211 12139 5190 0,'0'0'1421'0,"0"0"-741"0,0 0-196 16,0 0-168-16,4 39-215 0,-4-14-101 15,2 2 0-15,0 0 0 16,0-4 0-16,2 1 0 0,-2-3 0 16,2 0-361-16,1-3-735 0,-5-6-313 15,0-1-776-15</inkml:trace>
  <inkml:trace contextRef="#ctx0" brushRef="#br0" timeOffset="93452.17">4262 12062 5346 0,'0'0'568'0,"0"0"193"16,33-32-317-16,-18 25-140 0,6 2 100 16,-1 5-332-16,7 0-48 0,-2 5-20 15,2 2 4-15,-4 3-8 0,-5 0 0 16,-1 2-20-16,-5-1 20 0,-2 1 0 16,-5-3-4-16,-1-2 4 0,-4-2 4 15,0 1 24-15,-9 2-28 0,-3 3 84 16,-9-1-76-16,1-1 20 15,-7-2 12-15,6-4-40 0,5 1 0 16,-1-3 16-16,7 0-12 0,1 1-4 16,5-1 0-16,2-1-4 0,2 1 0 15,0 1-4-15,0 2-40 16,0 2 48-16,2 2-8 0,9 4 12 16,3 3-4-16,3 4 8 0,1-1-4 15,3-1-4-15,2-3 0 0,-9-1-4 16,3 0 4-16,-11-1 0 15,0 1-8-15,-6-1 8 0,0 0-4 16,-2-1 32-16,-8 1-28 0,-9 0 60 16,1 0-56-16,-7 0 16 0,2-3-8 15,-4-2-12-15,2-2 0 0,-2-1 0 16,3-2-52-16,7-2-136 0,7 0-588 16,-1 0-37-16,11-2-339 0,0-2-1870 0</inkml:trace>
  <inkml:trace contextRef="#ctx0" brushRef="#br0" timeOffset="93793.99">4705 12257 5218 0,'0'0'976'0,"0"0"-375"16,0 0 11-16,-21-34 80 15,9 33-599-15,-3 2-93 0,-5 6 0 16,-1 6 0-16,2 4 0 0,5 0 0 16,-1-1 0-16,7 1 0 0,6-2 0 15,2 1 0-15,2-1 0 0,6-2 0 16,1-5 0-16,-3-1 0 0,4-2 0 16,-4-1 0-16,3-1 0 0,1 1 0 15,-4-3 0-15,-2 0 0 0,2 2 0 16,-3 0 0-16,1 1 0 15,0-1 0-15,2 0 0 0,-2 0 0 16,2-2 0-16,5 1 0 0,-1-2 0 16,7 0 0-16,-5-2 0 15,0 2-453-15,-3 0-836 0,-1 0 109 16,-8 2-53-16,2 1-1732 0</inkml:trace>
  <inkml:trace contextRef="#ctx0" brushRef="#br0" timeOffset="94215.43">4992 12248 4121 0,'0'0'1345'0,"0"0"-377"15,0 0 77-15,0 0-621 0,0 0-212 16,-31-37-135-16,6 31-77 0,-2 4 0 16,5 2 0-16,5 4 0 0,-1 3 0 15,11 0 0-15,1 1 0 16,2 1 0-16,4 3 0 0,10 3 0 16,3 0 0-16,9 1 0 0,3-2 0 15,0 1 0-15,6-3 0 0,-8 0 0 16,-3 1 0-16,-5-5 0 15,-5 0 0-15,-3 2 0 0,-7-1 0 16,-5 3 0-16,-3 1 0 0,-8-1 0 16,-5-2 0-16,-4-2 0 0,0-2 0 15,3-3 0-15,-3 0 0 0,4-3 0 16,5-3 0-16,3-2 0 0,5-1 0 16,2 0-61-16,6 2-383 0,4-3-540 15,8-1 79-15,3 1-79 0,1-4-1237 16</inkml:trace>
  <inkml:trace contextRef="#ctx0" brushRef="#br0" timeOffset="94495.58">5108 12352 5910 0,'0'0'1465'0,"0"0"-713"15,47-22-687-15,-26 8-65 0,0-2 0 16,-1 1 0-16,1-3 0 15,-2 1 0-15,-5 0 0 0,-1 0 0 16,-5 4 0-16,-8 0 0 0,0 1 0 16,-8 3 0-16,-1 2 0 0,-5 3 0 15,-1 4 0-15,-3 2 0 0,-3 11 0 16,-6 5 0-16,2 7 0 16,5 2 0-16,-1 2 0 0,11-2 0 0,8 0 0 15,8-2 0-15,4 3 0 0,17-4 0 16,6-1 0-16,8-3 0 15,5-6 0-15,-13-3-745 0,2-4-1468 0</inkml:trace>
  <inkml:trace contextRef="#ctx0" brushRef="#br0" timeOffset="95259.29">6685 12341 652 0,'0'0'0'0</inkml:trace>
  <inkml:trace contextRef="#ctx0" brushRef="#br0" timeOffset="95556.54">6451 12381 6206 0,'0'0'661'0,"0"0"-237"0,0 0-36 16,67-7-112-16,-20 2-39 0,13 1-237 15,10 1 0-15,19-2 0 0,6 2 0 16,9-1 0-16,11 2 0 15,-3 2 0-15,8 0 0 0,-10 0 0 16,-9 2 0-16,-12-1 0 0,-7 4 0 16,-11-1 0-16,-13 0 0 15,-7 1 0-15,-14-1 0 0,-10-1 0 16,-12-1 0-16,-9 0-781 0,-6-2-508 16,-4 0-203-16</inkml:trace>
  <inkml:trace contextRef="#ctx0" brushRef="#br0" timeOffset="96163.01">7421 11187 5206 0,'0'0'496'0,"0"0"148"0,-33-18-107 16,16 24 95-16,3 9-356 0,-3 6-36 15,3 10-79-15,1 7-161 0,9 10 0 16,4 9 0-16,4 6 0 16,9 9 0-16,8 9 0 0,-1 4 0 15,3 8 0-15,2 1 0 0,-5 2 0 16,-9-2 0-16,-1-9 0 15,-6-8 0-15,-2-15 0 0,2-12 0 16,-4-14 0-16,7-14 0 0,-7-10 0 16,0-8 0-16,4-6 0 0,-4-15-305 15,2 0-939-15,-2-21-745 0</inkml:trace>
  <inkml:trace contextRef="#ctx0" brushRef="#br0" timeOffset="96490.71">7268 11114 5230 0,'0'0'460'16,"0"0"-80"-16,0 0 473 0,0 0-449 15,0 0-20-15,0 0 97 16,0 0-481-16,0 0 0 0,0 0 0 16,-6 14 0-16,-19-12 0 0,-4 5 0 15,-6 2 0-15,-9 0 0 0,5 4 0 16,6-2 0-16,2 1 0 0,10-3 0 16,9-2 0-16,8-1 0 0,4-2 0 15,0 2 0-15,10 2 0 0,13-2-349 16,12-2-623-16,-8-4-321 15,4-4-3237-15</inkml:trace>
  <inkml:trace contextRef="#ctx0" brushRef="#br0" timeOffset="96663.05">7194 11182 6903 0,'0'0'596'0,"78"8"97"16,-20 3-693-16,0 5 0 15,2 5 0-15,0 2 0 0,-11 5 0 16,-1 0 0-16,-3-1 0 0,-3-1 0 16,-9-4 0-16,-17-4 0 0,-5-7-89 15,-11-6-3564-15</inkml:trace>
  <inkml:trace contextRef="#ctx0" brushRef="#br0" timeOffset="97506.45">8178 11025 4702 0,'0'0'1628'16,"0"0"-567"-16,0 0-260 0,0 0-801 16,0 0 0-16,0 0 0 0,0 0 0 15,45 25 0-15,-18 13 0 0,4 10 0 16,6 3 0-16,-4-2 0 0,6 2 0 16,-1 3 0-16,-7-2 0 0,-4-1 0 15,-7-1 0-15,1-8 0 0,-9-5 0 16,3-6 0-16,-9-7 0 0,-2-10 0 15,-2-5 0-15,-2-7 0 16,-2-2-1922-16,-6-12-679 0</inkml:trace>
  <inkml:trace contextRef="#ctx0" brushRef="#br0" timeOffset="97726.42">8175 11540 6202 0,'0'0'785'0,"0"0"87"0,0 0-539 16,0 0-333-16,31-37 0 0,3 6 0 15,13-8 0-15,-1-3 0 0,1-1 0 16,3 1 0-16,-5 1 0 0,-1 4 0 16,-7 1 0-16,-6 4 0 0,-4 5 0 15,-7-1 0-15,-1 5 0 0,-11 4-1642 16,1 0-3248-16</inkml:trace>
  <inkml:trace contextRef="#ctx0" brushRef="#br0" timeOffset="98192.06">8738 11476 6298 0,'0'0'821'0,"0"0"252"15,-21 54-1073-15,11-20 0 0,4 6 0 16,1 0 0-16,1 2 0 0,2-3 0 16,2 0 0-16,0-3 0 0,0-7 0 15,0-1 0-15,2-7 0 0,2-4 0 16,1-8 0-16,-5-4-145 0,6-5-1832 16,-2 0-84-16,2-12-884 0</inkml:trace>
  <inkml:trace contextRef="#ctx0" brushRef="#br0" timeOffset="98659.73">8717 11456 4874 0,'0'0'612'16,"0"0"152"-16,21-46 105 15,-1 28-437-15,7 4-128 0,4 2 33 16,6 4-337-16,1 5 0 0,-7 4 0 16,0 8 0-16,-9 3 0 0,-7 5 0 15,-9 1 0-15,-6 2 0 0,-6 0 0 16,-4 0 0-16,-7 0 0 0,-2-2 0 16,-3 0 0-16,1-2 0 0,-6-2 0 15,2-2 0-15,3-3 0 0,1-1 0 16,6-2 0-16,9-3 0 0,0-3 0 15,2 0 0-15,4 0 0 16,-4 0 0-16,2 0 0 0,2 0 0 16,0 0 0-16,6 0 0 0,0 4 0 15,9 6 0-15,5 2 0 0,3 5 0 16,4 1 0-16,2 1 0 16,0 2 0-16,2-1 0 0,-4 0 0 15,-3 2 0-15,-9-1 0 0,-5 0 0 16,-10 1 0-16,-8 1 0 15,-9 0 0-15,-3-2 0 0,-11-1 0 16,-2-5 0-16,-9-5 0 0,1-7 0 16,4-3 0-16,4-9 0 0,4-9 0 15,12 2-293-15,-3-8-2588 0</inkml:trace>
  <inkml:trace contextRef="#ctx0" brushRef="#br0" timeOffset="99949.65">9643 10766 2929 0,'0'0'1949'0,"0"0"-1357"0,0 0 16 15,8-36 297-15,-8 31-441 0,0 0-40 16,0 2-103-16,0-1-321 16,-4 3 0-16,-2 2 0 0,-8 12 0 15,-9 16 0-15,-8 13 0 0,0 14 0 16,0 6 0-16,0 6 0 0,0 8 0 15,4 7 0-15,6 3 0 16,9 1 0-16,4-2 0 0,8-5 0 16,8-5 0-16,4-8 0 0,9-10 0 15,0-7 0-15,5-10 0 0,-1-9 0 16,2-9 0-16,-2-8 0 0,-2-7 0 16,-3-7 0-16,-3-5-249 0,-3-7-2788 0</inkml:trace>
  <inkml:trace contextRef="#ctx0" brushRef="#br0" timeOffset="100243.84">9951 10832 7467 0,'0'0'596'16,"0"0"-467"-16,-37 37-129 0,18-7 0 15,-1 11 0-15,1 7 0 16,-6 9 0-16,5 7 0 0,-3 6 0 16,-2 2 0-16,8 2 0 0,3-3 0 15,4-2 0-15,8-6 0 0,8-9 0 16,4-7 0-16,11-4 0 0,6-10 0 16,0-5 0-16,4-5 0 0,6-10 0 15,0-6 0-15,0-5 0 0,2-5 0 16,-5-10 0-16,-3-5 0 15,-9-7 0-15,-3-5-601 0,-7 4-275 16,-8-3-2166-16</inkml:trace>
  <inkml:trace contextRef="#ctx0" brushRef="#br0" timeOffset="100431.85">9500 11424 6695 0,'0'0'276'0,"0"0"528"16,58 12-387-16,-20-12-417 0,13-8 0 16,7-3 0-16,0-2 0 0,6-4 0 15,2-1 0-15,-2-4 0 0,0-4 0 16,-2 0 0-16,-4-2 0 0,-20 5-1473 16,-12-2-1717-16</inkml:trace>
  <inkml:trace contextRef="#ctx0" brushRef="#br0" timeOffset="100709.05">10319 10756 7015 0,'0'0'1056'0,"0"0"-935"15,37 28-121-15,-10-1 0 0,-6 8 0 16,4 8 0-16,-7 9 0 0,3 6 0 15,4 3 0-15,-9 5 0 16,-5 1 0-16,-11 3 0 0,-7 0 0 16,-17 1 0-16,-7 0 0 0,-7-3 0 15,1-4 0-15,-6-6 0 0,8-11 0 16,2-5 0-16,6-12 0 0,8-11 0 16,7-8 0-16,8-8 0 0,-1-3 0 15,5 0 0-15,0-4 0 0,9-8-965 16,-3 3-412-16,4-10-708 0</inkml:trace>
  <inkml:trace contextRef="#ctx0" brushRef="#br0" timeOffset="101630.59">6805 8899 3833 0,'0'0'2149'0,"0"0"-1356"0,0 0-9 16,0 0-151-16,0 0-633 0,0 0 0 16,0 0 0-16,74 12 0 0,1-9 0 15,12-1 0-15,4-1 0 16,4 0 0-16,4 2 0 0,0-1 0 15,-14-1 0-15,-11-1 0 0,-14 0 0 16,-12 0 0-16,-15 0 0 0,-12 0 0 16,-7-1-333-16,-12-4-4033 0</inkml:trace>
  <inkml:trace contextRef="#ctx0" brushRef="#br0" timeOffset="102114.02">7332 7761 6042 0,'0'0'224'0,"0"0"445"0,0 0 167 0,0 0-524 0,-33 72-203 0,23-16-109 16,-1 11 0-16,5 5 0 15,6 1 0-15,0 4 0 0,6 2 0 16,-2 0 0-16,3 0 0 0,-7-4 0 16,0-5 0-16,0-8 0 0,-7-10 0 15,7-13 0-15,-4-13 0 16,4-9 0-16,0-12 0 0,0-8-405 15,-4-5-823-15,4-14-2782 0</inkml:trace>
  <inkml:trace contextRef="#ctx0" brushRef="#br0" timeOffset="102379.11">7289 7733 4682 0,'0'0'692'0,"0"0"-112"15,0 0 289-15,0 0-645 0,0 0-44 16,-38 44 396-16,7-10-348 0,-2 7-67 16,-2-3-161-16,2-2 0 15,8-1 0-15,-2-6 0 0,11-4 0 16,1-7 0-16,9-6 0 0,2-8 0 15,4-4-169-15,10-10-1512 0,1-2-111 16,9-15-1646-16</inkml:trace>
  <inkml:trace contextRef="#ctx0" brushRef="#br0" timeOffset="102535.46">7309 7700 6442 0,'0'0'665'0,"0"0"79"16,58 25-403-16,-27-15-341 0,11 3 0 15,1 2 0-15,0-1 0 0,-3 1 0 16,-3 1 0-16,-4 0 0 0,-2 1 0 16,-10-3 0-16,-7-2-1033 15,-6-4-3221-15</inkml:trace>
  <inkml:trace contextRef="#ctx0" brushRef="#br0" timeOffset="103158.75">8229 8398 6767 0,'0'0'904'0,"0"0"-383"16,0 0-521-16,21 37 0 0,0-7 0 15,-5 6 0-15,5 3 0 16,-5-1 0-16,3 1 0 0,0 2 0 15,-1-4 0-15,-1 0 0 16,-1-5 0-16,1-3 0 0,-3-4 0 0,-3-4 0 16,-5-4 0-16,-2-8 0 0,-2-3-1425 15,-2-5-476-15</inkml:trace>
  <inkml:trace contextRef="#ctx0" brushRef="#br0" timeOffset="103329.64">8118 8847 7215 0,'0'0'920'0,"0"0"-863"16,39-48-57-16,-4 13 0 0,8-4 0 15,3-1 0-15,-3-2 0 0,3 2 0 16,-9 2 0-16,-4 1 0 0,-6 4 0 16,-2 1 0-16,-5 2 0 15,-3 8-93-15,-7 1-4649 0</inkml:trace>
  <inkml:trace contextRef="#ctx0" brushRef="#br0" timeOffset="103773.57">8996 8019 5386 0,'0'0'808'16,"0"0"-295"-16,0 0 331 15,0 0-672-15,-31 41-4 0,10-2 133 16,-1 10-301-16,-3 7 0 0,4 0 0 16,1 7 0-16,-3 4 0 0,2 6 0 15,5 4 0-15,-5 3 0 0,11-1 0 16,-1-5 0-16,11-4 0 0,0-10 0 15,0-8 0-15,6-10 0 16,9-10 0-16,6-10 0 0,5-9 0 16,8-12 0-16,5-7 0 0,-2-13 0 15,-4-13-689-15,-6 6-936 0,-8-7-984 0</inkml:trace>
  <inkml:trace contextRef="#ctx0" brushRef="#br0" timeOffset="104064.06">9217 8282 6867 0,'0'0'836'0,"0"0"-347"0,-16 55-489 16,5-27 0-16,1 6 0 0,-6 6 0 16,-1 7 0-16,-2 5 0 0,7 5 0 15,-2 2 0-15,7 1 0 0,7-4 0 16,0-5 0-16,17-7 0 0,4-11 0 15,3-7 0-15,5-8 0 0,6-11 0 16,7-6 0-16,1-5 0 16,-1-9 0-16,-1-5 0 0,-4-5 0 15,-4-2 0-15,-8-2 0 0,-13 1 0 16,-8 1-825-16,-4 6-908 0,-4 0-796 16</inkml:trace>
  <inkml:trace contextRef="#ctx0" brushRef="#br0" timeOffset="104216.56">8922 8704 6446 0,'0'0'60'0,"0"0"573"16,64 3 19-16,-27-7-251 0,11-6-401 16,3-3 0-16,7-4 0 0,-4-3 0 15,6-3 0-15,-2-6 0 0,-5-4-1321 16,-11 6-688-16,-9-3-1805 0</inkml:trace>
  <inkml:trace contextRef="#ctx0" brushRef="#br0" timeOffset="104447.49">9579 7998 6354 0,'0'0'225'0,"0"0"311"15,58-2 541-15,-27 14-1077 0,2 8 0 16,-2 10 0-16,0 10 0 15,-4 11 0-15,0 11 0 0,-2 4 0 16,-5 4 0-16,-3 4 0 0,-7-2 0 16,-10 3 0-16,-4-3 0 15,-8 1 0-15,-15-5 0 0,-4-6 0 16,-7-6 0-16,-9-5 0 0,-9-12 0 16,15-13-893-16,-3-9-2081 0</inkml:trace>
  <inkml:trace contextRef="#ctx0" brushRef="#br0" timeOffset="127722.26">24812 5853 2929 0,'86'3'1212'16,"12"1"-955"-16,30 2 159 0,2 0-316 15,17 0-20-15,12-2-44 0,10-1-36 16,7 1 0-16,8-2-212 0,2-1-64 16,6 1-21-16,1 1-351 15,-3-1 184-15,2 1 28 0,-8 0-293 16,-48 1-71-16,-3-2-32 0</inkml:trace>
  <inkml:trace contextRef="#ctx0" brushRef="#br0" timeOffset="128505.19">23181 8119 4301 0,'149'12'56'0,"12"0"125"0,37 0-57 15,-3-3-68-15,5 2 24 0,13 0 32 16,6-1-80-16,6 1 24 0,11 0 108 15,2 0-36-15,4 0 40 0,-1 3 32 16,1 1-172-16,-4-1-28 0,-6-1-196 16,-61-3-784-16,-3-5-773 0</inkml:trace>
  <inkml:trace contextRef="#ctx0" brushRef="#br0" timeOffset="129713.56">26166 5980 5058 0,'0'0'492'0,"-21"54"-96"15,6-11 289-15,1 4-285 0,2 11-120 16,1 10 168-16,7 11-272 15,4 12-44-15,8 9-7 0,5 11-125 16,1 8 0-16,-1 7 0 0,-3 4 0 16,-4 1 0-16,-4-8 0 0,-2-4 0 15,-4-10 0-15,-4-11 0 0,0-8 0 16,-5-14 0-16,1-14 0 16,-3-12 0-16,1-14 0 0,-3-17-21 15,-1-16-691-15,3-5-269 0,-3-18-2636 0</inkml:trace>
  <inkml:trace contextRef="#ctx0" brushRef="#br0" timeOffset="129959.6">26126 5889 5690 0,'0'0'180'0,"0"0"360"0,0 0-436 16,-53 30 13-16,11 3 147 0,-3 7-160 15,-3 0 12-15,13-2-8 0,2-2-76 16,0 0 0-16,4 2-12 0,0-1-20 16,4-3-4-16,11-6-120 15,6-7-168-15,8-9-197 0,0-7-1015 16,8-9-481-16</inkml:trace>
  <inkml:trace contextRef="#ctx0" brushRef="#br0" timeOffset="130098.54">26120 5950 5830 0,'0'0'432'0,"50"46"341"16,-17-19 143-16,-2-1-675 0,0 0-241 15,0-1 0-15,2 3 0 0,2-2 0 16,2 1 0-16,3-1 0 0,-3 1-9 15,-8-7-2100-15,-9 0-2205 0</inkml:trace>
  <inkml:trace contextRef="#ctx0" brushRef="#br0" timeOffset="131939.59">26788 7350 5426 0,'0'0'1016'16,"0"0"321"-16,0 0-924 0,0 0-413 16,0 0 0-16,0 0 0 0,0 0 0 15,4 43 0-15,8-16 0 0,3-1 0 16,1-2 0-16,5-4 0 0,0-2 0 15,1-6 0-15,-1-6 0 16,0-5 0-16,-5-6 0 0,-1-6 0 16,-3-3 0-16,-4-6 0 0,-3-4 0 15,-1-1 0-15,-2-2 0 0,-2 1 0 16,0 1 0-16,0 3 0 0,0 3 0 16,0 6 0-16,0 5 0 15,2 4 0-15,-2 3 0 0,2 2 0 16,2 9 0-16,4 15 0 0,-1 10 0 15,-1 10 0-15,0 5 0 0,-2 4 0 16,0 5 0-16,0 7 0 0,0 1 0 16,-1 2 0-16,-3-1 0 0,-5-1 0 15,-3 1 0-15,-4-1 0 16,-9-3 0-16,-2-2 0 0,-6-4 0 16,-4-7 0-16,-4-7 0 0,-6-8 0 15,-1-12 0-15,-3-8 0 0,3-10 0 16,-1-11 0-16,4-15 0 15,1-16 0-15,9-15 0 0,6-12 0 16,13-6 0-16,14 1 0 0,17 6 0 16,18 9 0-16,13 5 0 0,7 6 0 15,7 0 0-15,1 5 0 16,-1-1 0-16,-4 1 0 0,-5-1 0 0,-17 8-1686 16,-7 2-1855-16</inkml:trace>
  <inkml:trace contextRef="#ctx0" brushRef="#br0" timeOffset="132530.29">27797 6902 2993 0,'0'0'2065'16,"0"0"-1245"-16,0 0 353 0,0 0-449 16,8-36-307-16,-8 35-417 0,-4 1 0 15,-7 9 0-15,-7 16 0 0,-7 12 0 16,-6 15 0-16,-2 10 0 0,2 5 0 16,-4 7 0-16,4 6 0 15,2-1 0-15,8 2 0 0,5-5 0 16,7-6 0-16,7-6 0 0,4-10 0 15,9-8 0-15,3-9 0 0,7-7 0 16,6-9 0-16,0-7 0 0,4-7 0 16,2-7-601-16,-9-3-796 0,-1-9-2777 15</inkml:trace>
  <inkml:trace contextRef="#ctx0" brushRef="#br0" timeOffset="132866.21">27846 7227 5486 0,'0'0'616'0,"0"0"337"0,0 0 59 15,0 0-887-15,0 0-125 16,46 48 0-16,-24-19 0 0,-3 3 0 16,0 2 0-16,-3 3 0 0,1 1 0 15,-1-1 0-15,-3-2 0 0,1 0 0 16,-2-5 0-16,-1-1 0 0,-1-5 0 15,0-3 0-15,-3-7 0 16,-3-4-317-16,-4-7-2612 0,0-3-1169 0</inkml:trace>
  <inkml:trace contextRef="#ctx0" brushRef="#br0" timeOffset="133098.35">27720 7690 5874 0,'0'0'1273'15,"0"0"-228"-15,35-29-1045 0,-6 4 0 0,4-4 0 16,0 0 0-16,-2-3 0 16,2-1 0-16,0-2 0 0,1 2 0 15,-1 0 0-15,-7 0 0 0,-1 3 0 16,-6 1 0-16,-5 1 0 0,-3 3-285 15,-3 5-2184-15,-2 1-524 0</inkml:trace>
  <inkml:trace contextRef="#ctx0" brushRef="#br0" timeOffset="133412.57">28299 6829 6422 0,'0'0'381'0,"0"0"467"15,43 0-340-15,-28 16-475 0,3 9-33 16,-1 9 0-16,4 10 0 16,3 12 0-16,7 7 0 0,5 3 0 15,3 3 0-15,-2 1 0 0,-12 0 0 16,-13 1 0-16,-12-3 0 0,-14-6 0 15,-9-2 0-15,-4-9 0 16,-4-5 0-16,0-11 0 0,2-5 0 16,2-9 0-16,3-8 0 0,5-8 0 15,4-4 0-15,7-4 0 0,4-8-101 16,4 0-1460-16,0-2-4969 0</inkml:trace>
  <inkml:trace contextRef="#ctx0" brushRef="#br0" timeOffset="134728.46">16959 7222 3249 0,'0'0'1361'0,"68"6"-525"0,-19-1-484 15,13-2-144-15,17 1-20 0,6-3-156 16,14 1-12-16,11 1-20 16,7-2 4-16,3 0-12 0,4 0-20 15,-6 0-324-15,-8-1-60 0,-30 0-1217 16,-7-4-740-16</inkml:trace>
  <inkml:trace contextRef="#ctx0" brushRef="#br0" timeOffset="134992.9">18079 6938 6026 0,'0'0'48'16,"72"36"24"-16,-18-16 40 0,10-3-100 15,4-4 52-15,11 1-36 0,4-2-16 16,1 1-12-16,-5 3 0 0,-15 0-28 16,-12 3-40-16,-25 5-164 15,-21 2-16-15,-23 1 168 0,-20 6 80 16,-25 6 144-16,-14 4 4 0,-13 5-96 15,0-1-52-15,16-12-200 0,9-6-2201 0</inkml:trace>
  <inkml:trace contextRef="#ctx0" brushRef="#br0" timeOffset="137840.64">19708 7718 1176 0,'0'0'3089'0,"0"0"-2528"15,0-37 727-15,0 33-507 16,0 3-53-16,0 0-159 0,0 0-569 16,0 1 0-16,0 3 0 0,0 10 0 15,10 11 0-15,1 7 0 0,3 4 0 16,-2 3 0-16,7 3 0 16,-7 3 0-16,5 4 0 0,0 3 0 15,-5 0 0-15,0-1 0 0,-1-4 0 16,-1-5 0-16,-4-7 0 0,2-11 0 15,-1-6 0-15,-1-8 0 0,-2-6 0 16,2-4 0-16,5-14 0 0,5-14 0 16,5-14 0-16,-1-12 0 0,5-6 0 15,-2 4 0-15,4 3 0 16,-2 4 0-16,-9 10 0 0,5 9 0 16,-9 8 0-16,-8 10 0 0,3 6 0 15,-7 5 0-15,0 2 0 0,-2 0-789 16,-7 2-5222-16</inkml:trace>
  <inkml:trace contextRef="#ctx0" brushRef="#br0" timeOffset="138565.43">20510 7300 2277 0,'0'0'3373'0,"0"0"-2717"0,0 0-183 0,0 0 471 0,0 0-548 15,0 0-323-15,0 0-73 0,0 0 0 16,2 37 0-16,2 8 0 0,-4 11 0 16,2 6 0-16,-2 5 0 15,2 7 0-15,-2 1 0 0,0 2 0 16,0-3 0-16,0-4 0 0,0-5 0 15,7-7 0-15,3-7 0 0,2-8 0 16,7-8 0-16,2-9 0 0,1-10 0 16,5-9 0-16,-2-7 0 0,2-12 0 15,4-8 0-15,-2-9 0 16,2-5 0-16,-6-5 0 0,-9 9-409 16,-1-3-3169-16</inkml:trace>
  <inkml:trace contextRef="#ctx0" brushRef="#br0" timeOffset="138711.49">20289 7725 7043 0,'37'3'1040'16,"17"-3"-931"-16,10-4-109 15,4-1 0-15,4-1 0 0,-3 1 0 16,-5-1 0-16,-17 0-109 0,-5-1-4953 0</inkml:trace>
  <inkml:trace contextRef="#ctx0" brushRef="#br0" timeOffset="140040.29">24954 8819 4894 0,'0'0'896'0,"0"0"417"15,0 0-761-15,0 0-180 0,9 35-207 16,5-4-165-16,0 2 0 0,5 5 0 15,4-3 0-15,2 2 0 0,6 0 0 16,4 0 0-16,2-3 0 16,0 0 0-16,-2-3 0 0,-8-1 0 0,-6-5 0 15,-9-3 0-15,-8-6 0 16,-4-4-1381-16,0-5-600 0,-10-7-821 0</inkml:trace>
  <inkml:trace contextRef="#ctx0" brushRef="#br0" timeOffset="140227.97">24903 9275 7311 0,'0'0'881'0,"29"-37"-881"0,2 4 0 16,4-6 0-16,10-5 0 0,-1-1 0 16,1 1 0-16,-2 4 0 0,-3 3 0 15,-5 5 0-15,-2 5 0 0,-6 4 0 16,-7 3 0-16,-5 6-617 0,-7 4-4125 0</inkml:trace>
  <inkml:trace contextRef="#ctx0" brushRef="#br0" timeOffset="140661.28">25395 9253 6603 0,'0'0'1276'0,"0"0"-963"0,6 55-313 0,-4-21 0 0,-2 4 0 15,0-2 0-15,0 0 0 0,0-2 0 16,-4-2 0-16,2-6 0 0,0 0 0 16,-3-3 0-16,3-4-761 15,-2-6-612-15,2-5-604 0</inkml:trace>
  <inkml:trace contextRef="#ctx0" brushRef="#br0" timeOffset="141068.68">25434 9224 7311 0,'0'0'844'0,"37"-32"-807"0,-12 16-37 15,-2 5 0-15,-3 3 0 16,3 4 0-16,-2 4 0 0,-3 0 0 16,-1 7 0-16,-5 6 0 0,-1 3 0 15,-7 5 0-15,-4 0 0 0,-4 2 0 16,-5-1 0-16,-5 1 0 15,-3-2 0-15,-1-1 0 0,-5-2 0 16,0 0 0-16,-4-4 0 0,5-1 0 16,-3-3 0-16,4-5 0 15,7-1 0-15,3-2 0 0,7-1 0 16,4-1 0-16,0 2 0 0,0 0 0 16,8 5 0-16,7 1 0 0,6 2 0 15,1 3 0-15,3-4 0 0,0 1 0 16,4 1 0-16,0 2 0 0,-2-4 0 15,-3 4 0-15,-5 3 0 0,-9 0 0 16,-7 2 0-16,-6 2 0 0,-7 0 0 16,-2-1 0-16,-9 1 0 15,-2-4 0-15,1-3 0 0,-5-2 0 16,2-8 0-16,2-2 0 0,2-2 0 16,5-9 0-16,1-6-357 0,5-5-683 15,6 1-1734-15,4-3-1127 0</inkml:trace>
  <inkml:trace contextRef="#ctx0" brushRef="#br0" timeOffset="141277.43">25967 9039 7639 0,'0'0'553'0,"0"0"-553"0,39-7 0 16,-14 0 0-16,6 1 0 0,0-3 0 15,2-1 0-15,5 2 0 0,-5-2 0 16,-4 3 0-16,-9 3 0 0,-9 1-1674 16,-5 2-559-16</inkml:trace>
  <inkml:trace contextRef="#ctx0" brushRef="#br0" timeOffset="141417.14">25967 9192 7183 0,'0'0'340'16,"0"0"329"-16,58 11-669 0,-25-10 0 16,-2-1 0-16,-4-1 0 15,0-1 0-15,0 0 0 0,0 1 0 16,-9 0 0-16,1-2-1601 0</inkml:trace>
  <inkml:trace contextRef="#ctx0" brushRef="#br0" timeOffset="142412.49">27069 8831 3685 0,'0'0'3062'0,"0"0"-2042"0,0 0-595 16,0 0-425-16,-37 7 0 0,28 16 0 16,1 9 0-16,6 4 0 0,4 0 0 15,9-4 0-15,3 0 0 0,5-3 0 16,3-4 0-16,1-6 0 15,4-7 0-15,0-7 0 0,-2-5 0 16,-3-9 0-16,-1-5 0 0,-4-5 0 16,-7-4 0-16,-2-2 0 15,-4-3 0-15,-4 2 0 0,0 0 0 16,0 4 0-16,0 3 0 0,-2 6 0 16,2 6 0-16,0 4 0 0,0 3 0 15,0 3 0-15,6 8 0 0,3 13 0 16,1 9 0-16,0 8 0 0,3 6 0 15,-5 3 0-15,0 7 0 0,1 6 0 16,-3 5 0-16,-6 3 0 16,0 2 0-16,-8-2 0 0,-5 0 0 15,-5-4 0-15,-5 1 0 0,-4-4 0 16,-6-1 0-16,-4-4 0 0,-7-5 0 16,-5-9 0-16,-3-11 0 0,2-9 0 15,1-14 0-15,3-11 0 16,5-16 0-16,6-18 0 0,6-15 0 15,8-15 0-15,13-6 0 0,8 3 0 16,12 1 0-16,17 12 0 0,4 4 0 16,4 5 0-16,7-2 0 15,-13 11-1293-15,2-4-1417 0</inkml:trace>
  <inkml:trace contextRef="#ctx0" brushRef="#br0" timeOffset="142788.19">27900 8334 4954 0,'0'0'540'0,"0"0"404"0,0 0 189 16,0 0-709-16,-29 49-227 0,2 0-197 15,-8 12 0-15,0 8 0 0,4 2 0 16,2 9 0-16,6 5 0 0,5 2 0 15,7-1 0-15,9-4 0 0,4-7 0 16,9-5 0-16,5-7 0 0,5-8 0 16,4-7 0-16,3-9 0 0,4-9 0 15,3-9 0-15,0-8 0 16,-2-13 0-16,-8 0-793 0,-9-10-1640 0</inkml:trace>
  <inkml:trace contextRef="#ctx0" brushRef="#br0" timeOffset="143834.26">28020 8808 6318 0,'0'0'1125'16,"0"0"-376"-16,0 0-749 0,0 0 0 15,0 0 0-15,-13 35 0 16,18-5 0-16,5 8 0 0,4 4 0 16,7-1 0-16,2 4 0 0,-3 2 0 15,3 1 0-15,-4-2 0 0,-5-2 0 16,1-7 0-16,-5-5 0 0,0-8 0 15,-3-9 0-15,-1-5 0 0,-2-6 0 16,0-4 0-16,2-2 0 0,3-13 0 16,5-14 0-16,0-10 0 0,1-11 0 15,1-3 0-15,1 2 0 16,0 1 0-16,1 6 0 0,-1 8 0 16,-5 11 0-16,-4 6 0 0,-4 7 0 15,-1 6 0-15,-3 1 0 16,-3 3 0-16,1 0-2034 0,-4 0-831 0</inkml:trace>
  <inkml:trace contextRef="#ctx0" brushRef="#br0" timeOffset="144690.49">28708 8535 5158 0,'0'0'700'0,"0"0"29"15,0 0 319-15,0 0-540 0,39 4-459 16,-32 24-49-16,-3 12 0 0,-4 9 0 16,-6 7 0-16,-7 0 0 0,3 4 0 15,-3 3 0-15,1-1 0 0,4-2 0 16,2-5 0-16,1-2 0 15,3-3 0-15,2-7 0 0,4-4 0 16,7-6 0-16,1-7 0 0,5-6 0 16,1-8 0-16,3-6 0 15,-2-6 0-15,-3-4 0 0,-1-7 0 16,-3-5 0-16,-2-9 0 0,-5 6-1874 16,-3-3-863-16</inkml:trace>
  <inkml:trace contextRef="#ctx0" brushRef="#br0" timeOffset="144862.44">28429 8958 7035 0,'0'0'832'0,"0"0"-507"16,0 0-325-16,48 16 0 0,1-16 0 16,11 0 0-16,4-8 0 0,-4-2 0 15,-6-1 0-15,-9-1 0 0,-5-1 0 16,-9-1 0-16,-9 2-1682 15,-7-2-919-15</inkml:trace>
  <inkml:trace contextRef="#ctx0" brushRef="#br0" timeOffset="145143.51">29020 8392 6022 0,'0'0'773'0,"0"0"-289"0,0 0-16 15,0 0-23-15,0 0-445 0,48 30 0 0,-21 6 0 16,2 14 0-16,-7 9 0 16,-5 9 0-16,-1 10 0 0,1 5 0 15,0 1 0-15,1 1 0 0,-5-1 0 16,-13-2 0-16,-11 0 0 15,-12-2 0-15,-8-5 0 0,-8-8 0 16,-2-4 0-16,-9-13 0 0,15-16 0 16,-6-9-1097-16</inkml:trace>
  <inkml:trace contextRef="#ctx0" brushRef="#br0" timeOffset="184277.32">12258 7667 908 0,'0'0'892'0,"0"0"-652"0,0 0-51 16,0 0 59-16,0 0 964 16,0 0-612-16,31-18 129 0,-25 13-305 15,-6 3-124-15,0-1-4 0,4 3-220 16,-4 0-44-16,0 5-32 0,0 8-12 16,7 9 12-16,-7 6 4 15,6 2 0-15,-6 0-4 0,0 1 0 16,0 0-4-16,-6 3 4 0,-1 0 0 15,3 1 0-15,-2 1 0 0,0-1 0 16,-2 2 4-16,1-1-4 0,3-2 4 16,-2-1 8-16,0 1-12 0,-2-2 8 15,1-1-4-15,1 0-4 0,2-4 0 16,0-1-4-16,2-1 4 16,2-2 0-16,0-3-4 0,0 2 4 15,0-4 0-15,0-1-36 0,0 0 36 16,-4-2-8-16,4-1 12 15,0-1-4-15,0-2 0 0,0 1-4 16,0 0 4-16,0 2 0 0,-2 2-100 16,2 1 44-16,0 1 44 0,0 0-8 15,2-1 20-15,2 2 0 16,-2 0 0-16,2-1 0 0,-4 1 4 16,0 2 4-16,0 3-8 0,0 2 12 15,0 2 0-15,-4 2 24 0,2 1 152 16,2 1-76-16,0-3 100 0,0 0 193 15,0-1-205-15,2-2-16 0,2-2-56 16,0-3-124-16,-2-4-8 0,2-5-12 16,0-6-436-16,-1-4-445 0,5-6-3901 0</inkml:trace>
  <inkml:trace contextRef="#ctx0" brushRef="#br0" timeOffset="184927.79">12295 7682 4866 0,'0'0'648'0,"0"0"-512"0,52-17-88 15,-29 10-44-15,8 1 4 0,6-2 64 16,8 2-52-16,9 3 4 0,8 0 0 16,2 3-24-16,4 1 0 15,11 4 8-15,6 1-8 0,8 4 0 16,12 0 0-16,5 3-4 0,1 2 4 15,3 1 0-15,2 1-16 0,2 0-12 16,-3-1-4-16,-5-3-12 16,-11-2 28-16,-8-3-424 0,-12-6-20 15,-11-2 272-15,-10-1 188 0,-2-5 68 16,-9-1 24-16,-14-4-92 16,-4 2 0-16,-12 1-473 0,-15-3-2088 0</inkml:trace>
  <inkml:trace contextRef="#ctx0" brushRef="#br0" timeOffset="185437.99">12258 9169 6010 0,'0'0'508'0,"48"5"-375"15,-5-1 355-15,2 0-212 0,9 2-88 16,8 3-116-16,11-2-68 15,7 2-4-15,13-1 0 0,13-5-24 16,9-2-60-16,16-1-64 0,1-1 20 16,4-5 52-16,1-2 28 0,-11-3 28 15,-15-2 20-15,-17-2-24 16,-16-3-248-16,-14-2 52 0,-16-5-565 16,-13 6-131-16,-12-5-681 0</inkml:trace>
  <inkml:trace contextRef="#ctx0" brushRef="#br0" timeOffset="185853.88">14280 7769 4169 0,'0'0'837'0,"0"0"-213"0,0 0-152 15,-9 56-152-15,3-7-31 0,-4 15 267 16,8 5-280-16,2 3-156 0,0 11 16 16,2 6-92-16,-2 6-4 0,4 1-16 15,-4-2-16-15,2-2-8 0,6-7 36 16,-1-8 44-16,-1-11 52 16,2-11-103-16,-6-9-29 0,2-10 0 15,-4-7 0-15,4-7 0 0,-2-9 0 16,-2-8-1001-16,0-3-520 15,0-11-1268-15</inkml:trace>
  <inkml:trace contextRef="#ctx0" brushRef="#br0" timeOffset="188710.12">12179 11708 3297 0,'0'0'1665'0,"0"0"-369"0,0 0-731 16,0 0-197-16,0 0 84 16,5 50-216-16,-10-20-8 0,5 2-143 15,0 1-85-15,5 4 0 0,-3-2 0 16,2 2 0-16,0-1 0 0,-4-4 0 16,0-5 0-16,2-2-237 0,-2-7-779 15,0-7-25-15,0-6-475 0</inkml:trace>
  <inkml:trace contextRef="#ctx0" brushRef="#br0" timeOffset="189144.95">12165 11701 4990 0,'0'0'608'0,"0"0"-20"16,0 0-43-16,0 0-229 0,52-2 64 16,-5 1 104-16,9 0-312 0,8 1-63 15,11 0-109-15,7 0 0 16,9 1 0-16,13 1 0 0,5 1 0 15,9-2 0-15,12 0 0 0,7 2 0 16,5 0-165-16,1 1-203 0,-34-2-544 16,-5-1-917-16</inkml:trace>
  <inkml:trace contextRef="#ctx0" brushRef="#br0" timeOffset="189764.65">13550 11743 3481 0,'0'0'496'0,"0"0"333"16,0 0-229-16,37 0-92 0,-6 0 237 16,6-4-425-16,15 1-56 0,2-3 52 15,10-1-252-15,4 0-24 0,0-1-36 16,1 4 16-16,-7-1-28 0,-5 4 8 15,-3 0-392-15,-12 1 48 0,-1 0-525 16,-6 0-87-16,-12 1-1 0,-9 1-1168 16</inkml:trace>
  <inkml:trace contextRef="#ctx0" brushRef="#br0" timeOffset="189981.55">14245 11685 6126 0,'0'0'781'0,"0"0"-461"16,0 0-228-16,8 40 88 15,-8-8-40-15,-4 8-32 0,-3 2 0 16,-1 2-88-16,8 4-20 0,0 4 4 16,0 1-4-16,0-1 0 0,4-1 0 15,0-1-72-15,-1-7-96 0,-3-5-344 16,0-5-36-16,0-11-293 15,0-6-1600-15</inkml:trace>
  <inkml:trace contextRef="#ctx0" brushRef="#br0" timeOffset="190434.9">12432 12184 5102 0,'0'0'608'0,"0"0"-208"0,0 0 69 0,0 0-285 16,35 1 100-16,4 0 308 0,19 2-320 15,10-1-24-15,15 3-215 0,16-3-33 16,13 3 0-16,14-1 0 16,4-1 0-16,13 1 0 0,8-3 0 15,2 0 0-15,-1 3 0 0,-1-3 0 16,-18-1 0-16,-11 0-553 0,-23 0-896 16,-35-5-139-16,-17-1-333 0</inkml:trace>
  <inkml:trace contextRef="#ctx0" brushRef="#br0" timeOffset="191380.97">7295 12508 5034 0,'35'8'976'0,"8"-1"-375"16,9-1-321-16,-4-1-188 0,3-3-92 15,-3-1-184-15,-1-1-853 0,-9 0-247 16,-3-1-225-16</inkml:trace>
  <inkml:trace contextRef="#ctx0" brushRef="#br0" timeOffset="191473.82">8229 12542 4201 0,'52'0'741'0,"8"0"-5"0,8-2-44 15,0-3-620-15,0-1-52 0,1-1-20 16,-1 0-212-16,0 0-252 0,0-2-716 15,-16 3 7-15,-4 2-55 0</inkml:trace>
  <inkml:trace contextRef="#ctx0" brushRef="#br0" timeOffset="191783.77">9684 12478 3957 0,'65'0'629'16,"7"0"-113"-16,11 0-392 15,-13 0-124-15,6 0 0 0,-5 1-300 16,3 0-112-16,-2 3-521 0,-3 0 209 15,-1-1 47-15,-4 4 29 0,2 0 648 16,-2-1 44-16,0 1 785 16,2-1-169-16,3 0-124 0,1-1 132 15,-2-3-435-15,4 2-89 0,3-4-96 16,-1 1-48-16,3-1-172 0,1 0-717 16,-3 1 201-16,3 0 132 0,-7 2 11 15,1-1 545-15,-4 3 84 0,0-3 405 16,-4 3-25-16,3-1-36 0,-8 0 348 15,4 1-271-15,1-1-105 16,4-2 92-16,0 0-380 0,8-2-112 16,-1 0-392-16,-13-3-961 0,-2-3-1340 0</inkml:trace>
  <inkml:trace contextRef="#ctx0" brushRef="#br0" timeOffset="191883.03">13434 12572 5922 0,'68'0'1173'0,"7"0"-761"15,14-4-64-15,-11-1-228 0,3-1-120 16,2-3-128-16,-5-3-776 16,5-2-125-16,-19 2-315 0,-2-3-3098 0</inkml:trace>
  <inkml:trace contextRef="#ctx0" brushRef="#br0" timeOffset="191974.81">14879 12437 4782 0,'41'0'2269'0,"7"0"-1128"16,6-4-1141-16,-3-4 0 15,3-5 0-15,-17 1 0 0,5-8-1385 0</inkml:trace>
  <inkml:trace contextRef="#ctx0" brushRef="#br0" timeOffset="193465.61">6148 8993 6126 0,'0'0'264'0,"0"0"-220"15,57 17-44-15,-17-14-148 0,-5-3-1188 16,0 0-513-16</inkml:trace>
  <inkml:trace contextRef="#ctx0" brushRef="#br0" timeOffset="193603.05">7245 9043 5330 0,'75'2'1397'16,"14"1"-1157"-16,16 0-212 0,-4-1-28 15,-2 1-252-15,1-2-537 0,-28-1-271 16,2 0-2822-16</inkml:trace>
  <inkml:trace contextRef="#ctx0" brushRef="#br0" timeOffset="193679.64">9060 9115 5386 0,'99'8'860'16,"11"-2"-519"-16,20-1-341 0,-43-5-317 16,0-3-1563-16</inkml:trace>
  <inkml:trace contextRef="#ctx0" brushRef="#br0" timeOffset="193785.8">11208 9182 8023 0,'109'5'169'0,"13"1"-169"15,15-1 0-15,-13-6-293 16,-39-3-2216-16,-1-4-2229 0</inkml:trace>
  <inkml:trace contextRef="#ctx0" brushRef="#br0" timeOffset="193911.67">13335 9179 7543 0,'95'0'160'16,"8"-1"120"-16,15-3-252 0,-19 2-28 15,-3 1-260-15,-8-2-812 16,5 1-81-16,-28 1 89 0,3-3-1077 0</inkml:trace>
  <inkml:trace contextRef="#ctx0" brushRef="#br0" timeOffset="194018.71">14592 9143 2761 0,'76'-3'2117'16,"-1"-2"-997"-16,16-1-191 0,-5 1-81 15,-1-2-728-15,4-1-88 0,2-1-32 16,2-1-192-16,2 0-280 0,0 0-893 16,-27 4-228-16,-3-1-323 0</inkml:trace>
  <inkml:trace contextRef="#ctx0" brushRef="#br0" timeOffset="194054.79">15925 9044 3305 0,'0'0'592'0,"31"1"-592"0,-14-1-1773 0</inkml:trace>
  <inkml:trace contextRef="#ctx0" brushRef="#br0" timeOffset="-205671.75">12616 9238 5570 0,'0'0'1157'0,"0"0"-345"0,0 0-159 16,0 0-653-16,0 0 0 0,-11 37 0 15,9-4 0-15,-2 10 0 0,4 5 0 16,0 1 0-16,4 8 0 0,2 7 0 15,-3 6 0-15,-3 7 0 0,0 4 0 16,0-2 0-16,-3 1 0 0,-1-8 0 16,2-8 0-16,-2-8 0 15,4-11 0-15,0-10 0 0,0-11 0 16,4-12 0-16,-2-5 0 0,-2-7 0 16,4-11 0-16,3-15 0 0,-3-12-217 15,-4 3-2664-15,0-8-837 0</inkml:trace>
  <inkml:trace contextRef="#ctx0" brushRef="#br0" timeOffset="-205278.81">12609 9300 5670 0,'0'0'977'0,"0"0"-213"16,0 0 17-16,0 0-781 15,0 0 0-15,0 0 0 0,0 0 0 16,0 0 0-16,0 0 0 0,-47 4 0 16,20 23 0-16,-4 7 0 15,0 5 0-15,4-2 0 0,-2 0 0 0,6-3 0 16,3-3 0-16,5-5 0 16,5-6 0-16,8-7 0 0,-2-5 0 15,8-6 0-15,8-7 0 0,9-12-1109 16,-2 2-524-16,-1-6-840 0</inkml:trace>
  <inkml:trace contextRef="#ctx0" brushRef="#br0" timeOffset="-205111.93">12593 9299 5466 0,'0'0'2381'0,"0"0"-2036"0,0 0-345 15,50 34 0-15,-13-10 0 0,4 1 0 16,-4-1 0-16,-2-1 0 15,-8 1 0-15,-2-3 0 0,-6-2 0 16,-5-1 0-16,-4-3 0 0,-5-4 0 16,-3-1-1870-16</inkml:trace>
  <inkml:trace contextRef="#ctx0" brushRef="#br0" timeOffset="-203944.96">13015 10181 5798 0,'0'0'1053'0,"0"0"-309"0,0 0-147 15,6 34-597-15,-6 2 0 0,-2 9 0 16,-7 6 0-16,3 1 0 0,2 2 0 15,-2 0 0-15,2-1 0 0,-2-5 0 16,6-5 0-16,-7-4 0 16,7-9 0-16,0-5 0 0,0-10 0 15,7-7 0-15,-3-8-769 0,2-4-572 16,-2-10-2400-16</inkml:trace>
  <inkml:trace contextRef="#ctx0" brushRef="#br0" timeOffset="-203780.97">13008 10213 6206 0,'0'0'749'0,"0"0"283"0,0 0-827 16,0 0-205-16,44-21 0 0,-13 12 0 16,6 0 0-16,4-1 0 0,-8 3 0 15,3 1 0-15,-10 5 0 0,-1 0 0 16,-8 1-629-16,-11 0-1008 0,0 0-3341 0</inkml:trace>
  <inkml:trace contextRef="#ctx0" brushRef="#br0" timeOffset="-203598.98">13015 10493 6899 0,'0'0'1048'15,"0"0"-803"-15,53 26-245 0,-32-20 0 16,4-3 0-16,2 0 0 0,0-2 0 16,8 0 0-16,2-1 0 15,6-6 0-15,-5 0 0 0,1-7-2914 0</inkml:trace>
  <inkml:trace contextRef="#ctx0" brushRef="#br0" timeOffset="-202328.17">13409 10795 3097 0,'0'0'2889'0,"0"0"-1904"0,0 0 115 16,-37-5-979-16,14 2-121 0,-8 3 0 15,0 0 0-15,0 5 0 0,0-1 0 16,5 1 0-16,5 1 0 16,4-1 0-16,11 0 0 0,2 0 0 15,4 1 0-15,0 3 0 0,10 3 0 16,17 6 0-16,4-1 0 16,11 0 0-16,-1-3 0 0,-2-3 0 15,-8 0 0-15,0-1 0 0,-6 0 0 16,-13 1 0-16,-7 2 0 0,-10 0 0 15,-7 4 0-15,-13 0 0 0,0 1 0 16,-4-2 0-16,-2 0 0 0,0-3 0 16,0-3 0-16,9-4 0 15,-3-5 0-15,10-1-409 0,9-12-1180 16,0 1-215-16,6-5-1274 0</inkml:trace>
  <inkml:trace contextRef="#ctx0" brushRef="#br0" timeOffset="-202115.21">13771 10542 7079 0,'0'0'988'15,"0"0"-863"-15,35-8-125 0,-16 1 0 16,2 1 0-16,-1 0 0 0,1 3 0 15,0-1 0-15,-1 0 0 0,1 1 0 16,-9-1 0-16,-1 2-121 0,-1 0-959 16,-10 1-161-16,4-1-3037 0</inkml:trace>
  <inkml:trace contextRef="#ctx0" brushRef="#br0" timeOffset="-201960">13730 10675 7051 0,'0'0'860'0,"0"0"-579"16,31 24-281-16,-4-19 0 0,10-2 0 15,-2-3 0-15,2 0 0 0,5 0 0 16,-11 0-429-16,2-3-2360 0</inkml:trace>
  <inkml:trace contextRef="#ctx0" brushRef="#br0" timeOffset="-198759.99">14691 10111 5894 0,'0'0'576'0,"0"0"101"0,0 0 263 0,0 0-835 16,0 0-105-16,-31 46 0 0,21 0 0 16,1 9 0-16,9 5 0 15,2 1 0-15,5 4 0 0,3 4 0 16,-6 0 0-16,2 0 0 0,-6-2 0 16,-6-4 0-16,2-4 0 0,-6-7 0 15,3-7 0-15,1-10 0 0,0-11-2330 16,2-11-1079-16</inkml:trace>
  <inkml:trace contextRef="#ctx0" brushRef="#br0" timeOffset="-198491.4">14679 10712 5586 0,'0'0'772'0,"10"-45"-664"0,0 22 345 16,7 6 143-16,-1 1-468 15,9 1-40-15,2 2 76 0,0 2-88 16,6 3 16-16,-4 2-48 0,-6 5-40 16,-7-1-4-16,-8 4 0 15,-5 1-32-15,-3 2-40 0,-7 2-24 16,-3 6 76-16,-11 6 20 0,-6 1 32 16,-4 4-24-16,-2 0 52 0,2 2 96 15,5 1-111-15,1 0-45 0,4 0 0 16,11-1 0-16,8-3 0 0,2-2 0 15,12-3 0-15,5-4 0 0,7-3 0 16,1-6 0-16,4-2 0 16,2-3-97-16,-10 0-1063 0,4-2-377 0</inkml:trace>
  <inkml:trace contextRef="#ctx0" brushRef="#br0" timeOffset="-198148">15117 10792 2457 0,'0'0'3297'0,"-39"2"-1948"16,10-2-665-16,2 0-279 0,0 0-405 16,-4 0 0-16,0 3 0 0,4 4 0 15,0 3 0-15,13 1 0 0,3 3 0 16,9 1 0-16,4 3 0 0,9 1 0 15,9 0 0-15,7-1 0 0,4-3 0 16,0 0 0-16,6-2 0 0,1-1 0 16,1-2 0-16,-6 0 0 15,-6-2 0-15,-13-3 0 0,-12 4 0 16,-12 6 0-16,-17 3 0 0,-12 4 0 16,-13-1 0-16,-6-3 0 0,-4-1 0 15,-2-5 0-15,6-2 0 0,13-4-1129 16,14-6-2665-16</inkml:trace>
  <inkml:trace contextRef="#ctx0" brushRef="#br0" timeOffset="-197624.3">15840 10008 1356 0,'0'0'2949'0,"0"0"-1816"0,0 0 80 15,0 0-541-15,0 0-160 0,0 0-155 16,-51 60-357-16,20-17 0 0,0 10 0 16,-7 9 0-16,1 10 0 0,0 10 0 15,6 10 0-15,4 6 0 16,2 3 0-16,3-1 0 0,11-3 0 16,5-5 0-16,6-8 0 0,6-11 0 15,17-13 0-15,6-12 0 0,4-14 0 16,8-10 0-16,7-10 0 15,-1-9 0-15,5-9 0 0,-15-3-1157 16,-4-6-2085-16</inkml:trace>
  <inkml:trace contextRef="#ctx0" brushRef="#br0" timeOffset="-196052.36">16086 10524 4606 0,'0'0'912'0,"0"0"553"0,0 0-837 0,0 0-144 15,0 0-387-15,0 0-97 0,29 40 0 16,0-5 0-16,0 4 0 0,2 2 0 15,0-3 0-15,6 2 0 16,-1-1 0-16,1 1 0 0,-4-3 0 16,-2-3 0-16,-4-2 0 0,-7-4 0 15,-3-5 0-15,-7-6 0 16,-6-6 0-16,0-5 0 0,-4-4-1357 16,0 0-360-16,-6-6-780 0</inkml:trace>
  <inkml:trace contextRef="#ctx0" brushRef="#br0" timeOffset="-195878.94">16014 10988 5890 0,'0'0'705'16,"0"0"667"-16,0 0-1147 0,0 0-225 16,0 0 0-16,41-30 0 0,7-2 0 15,10-7 0-15,2-3 0 0,-4 1 0 16,-3 1 0-16,-1 2 0 15,0 5 0-15,-11 2 0 0,-12 4 0 16,-2 2 0-16,-13 7-781 0,-3-3-3157 0</inkml:trace>
  <inkml:trace contextRef="#ctx0" brushRef="#br0" timeOffset="-195460.11">17128 10881 5594 0,'0'0'1481'0,"42"0"-829"0,-5-3-187 0,10-2-465 16,1 1 0-16,-1 0 0 0,-1 1 0 16,-3 2 0-16,1 1 0 0,-3 3 0 15,-2 0 0-15,-2-2 0 16,-8-1-637-16,-4-1-2324 0</inkml:trace>
  <inkml:trace contextRef="#ctx0" brushRef="#br0" timeOffset="-195017.19">18201 10699 2425 0,'0'0'2889'0,"0"0"-1725"16,0 0-483-16,0 0 63 0,0 0-455 15,35 37-289-15,-8-4 0 16,8 7 0-16,-2 3 0 0,-2-3 0 16,-4 1 0-16,-2-3 0 0,-2-1 0 15,-7-1 0-15,-1-3 0 0,-5-3 0 16,0-2 0-16,-3-6 0 0,-3-4-161 15,-4-6-919-15,0-6-157 0,0-4-2373 0</inkml:trace>
  <inkml:trace contextRef="#ctx0" brushRef="#br0" timeOffset="-194817.2">18153 11114 6306 0,'0'0'1501'0,"0"0"-1116"16,21-42-385-16,8 10 0 0,8-6 0 16,7-3 0-16,3-3 0 0,1-2 0 15,-1 1 0-15,-5 4 0 16,-1 7 0-16,-8 2 0 0,-4 7 0 16,0 4 0-16,-8 6-673 0,-7 0-3765 0</inkml:trace>
  <inkml:trace contextRef="#ctx0" brushRef="#br0" timeOffset="-194065.31">19154 10114 4526 0,'0'0'904'0,"0"0"-40"0,0 0-443 0,0 0-73 15,0 0 144-15,47 4-284 0,-11 21 8 16,9 15-3-16,7 13-213 0,-3 10 0 15,3 17 0-15,2 10 0 16,-5 11 0-16,-11 3 0 0,-14-1 0 16,-15-1 0-16,-15-2 0 0,-17-1 0 15,-19-5 0-15,-15-8 0 16,-12-2 0-16,-13-6 0 0,-7-6 0 16,-8-9 0-16,18-18-181 0,-8-16-5225 0</inkml:trace>
  <inkml:trace contextRef="#ctx0" brushRef="#br0" timeOffset="-178483.15">16698 10987 5134 0,'0'0'1505'16,"0"0"-865"-16,0 0-72 0,0 0-223 16,0 0-345-16,0 0 0 0,0 50 0 15,0-15 0-15,-2 3 0 0,-2 0 0 16,0-4 0-16,2-3 0 0,-4-2 0 15,1-6 0-15,1-5 0 0,4-5-257 16,-2-5-687-16,2-4-189 0,0-4-2408 16</inkml:trace>
  <inkml:trace contextRef="#ctx0" brushRef="#br0" timeOffset="-178007.06">16686 10954 4974 0,'0'0'1064'0,"0"0"-383"0,23-43 419 16,-13 33-727-16,8 1-373 0,1 3 0 15,0 1 0-15,1 3 0 0,-1 2 0 16,0 7 0-16,-1 1 0 0,-5 5 0 15,-5 1 0-15,-4 3 0 0,-4 3 0 16,-4 1 0-16,-4 0 0 0,-3 0 0 16,-3 1 0-16,-1-3 0 15,-1-2 0-15,1-1 0 0,-1-3 0 16,5-4 0-16,1-5 0 0,4-1 0 16,2-3 0-16,-2 0 0 0,3 0 0 15,1 0 0-15,0-2 0 0,2 1 0 16,0 1 0-16,0 0 0 15,2 0 0-15,3 5 0 0,5 2 0 16,0 3 0-16,11 3 0 0,2 3 0 16,1-1 0-16,1 1 0 15,-6-2 0-15,-5 1 0 0,-3 1 0 16,-7 0 0-16,-4 0 0 0,-4 0 0 16,-11-1 0-16,-1 2 0 0,-5-3 0 15,-10 1 0-15,0-2 0 0,-2-3 0 16,0 0 0-16,-2-4 0 0,4-4 0 15,4-2 0-15,4-2 0 0,4-3 0 16,9 0 0-16,0 1-1914 0</inkml:trace>
  <inkml:trace contextRef="#ctx0" brushRef="#br0" timeOffset="-168766.43">13860 9376 2397 0,'0'0'3609'15,"0"0"-2856"-15,0 0 143 0,0 0-359 16,0 0-537-16,0 0 0 0,0 0 0 16,0 0 0-16,0 0 0 0,10 40 0 15,-3 0 0-15,-3 12 0 0,-4 8 0 16,0 0 0-16,-4 8 0 16,-3 0 0-16,-3-1 0 0,6-5 0 15,-2-5 0-15,2-11 0 0,2-11 0 16,2-10 0-16,0-9 0 0,2-10 0 15,2-10 0-15,-4-5-41 0,6-14-2888 0</inkml:trace>
  <inkml:trace contextRef="#ctx0" brushRef="#br0" timeOffset="-168515.38">13924 9251 4930 0,'0'0'1633'0,"0"0"-893"15,0 0-112-15,0 0-367 0,-27 42-261 16,7-10 0-16,-3 1 0 16,-2-1 0-16,4-3 0 0,5-4 0 15,-1-2 0-15,-1-4 0 0,5-5 0 16,3-3 0-16,4-5 0 0,-3-5-117 15,3-1-771-15,6-3-149 0,-4-8-1952 0</inkml:trace>
  <inkml:trace contextRef="#ctx0" brushRef="#br0" timeOffset="-168356.19">13808 9295 5370 0,'0'0'1289'0,"46"6"-237"15,-19 5-571-15,-5 2-481 0,3-2 0 16,2 2 0-16,0-1 0 0,-2-2 0 15,2 2 0-15,0-2 0 16,-1 0 0-16,3-4 0 0,-10-1 0 16,0-5-2078-16</inkml:trace>
  <inkml:trace contextRef="#ctx0" brushRef="#br0" timeOffset="-167751.51">14606 9211 4353 0,'0'0'1449'0,"0"0"-140"0,0 0-761 15,0 0-28-15,-4 42-507 0,2-12-13 16,2 8 0-16,-4 5 0 16,4 2 0-16,0 2 0 0,-4 2 0 15,4-1 0-15,-2-4 0 0,-2-2 0 16,4-3 0-16,-5-7 0 0,5-9 0 15,0-8 0-15,0-9-201 0,0-6-1788 16,0-8-532-16</inkml:trace>
  <inkml:trace contextRef="#ctx0" brushRef="#br0" timeOffset="-167584.04">14610 9235 6715 0,'0'0'364'16,"0"0"749"-16,0 0-1113 0,0 0 0 15,50-38 0-15,-19 25 0 16,4 1 0-16,-8 3 0 0,0 6 0 16,-6 1 0-16,-1 2 0 0,-3 0 0 15,-3 2 0-15,-8-2-1153 0,1 1-1152 0</inkml:trace>
  <inkml:trace contextRef="#ctx0" brushRef="#br0" timeOffset="-167412.43">14650 9425 5998 0,'0'0'961'0,"0"0"215"15,0 0-1119-15,0 0-57 0,51 21 0 16,-30-16 0-16,4-2 0 16,4 1 0-16,0-2 0 0,4-2 0 15,2-3-85-15,-8-4-2512 0,0-5-2609 16</inkml:trace>
  <inkml:trace contextRef="#ctx0" brushRef="#br0" timeOffset="-167051.06">14985 9514 7247 0,'0'0'900'0,"0"0"-855"0,0 40-45 0,0-11 0 15,0 7 0-15,0 1 0 0,0-1 0 16,0 1 0-16,4-2 0 16,-2-5 0-16,6-1 0 0,-2-8 0 15,0-5-657-15,-1-7-672 0,-5-5-3281 0</inkml:trace>
  <inkml:trace contextRef="#ctx0" brushRef="#br0" timeOffset="-166681.35">14974 9557 7167 0,'0'0'604'16,"0"0"-183"-16,48-42-421 16,-21 32 0-16,4 4 0 0,4 6 0 15,-4 5 0-15,-2 6 0 0,-4 6 0 16,-3 7 0-16,-7 1 0 0,-5 5 0 15,-6 3 0-15,-4 2 0 0,-14 2 0 16,-7 1 0-16,-10-1 0 0,0-4 0 16,-2-5 0-16,-2-3 0 15,2-7 0-15,8-7 0 0,6-8 0 0,11-3 0 16,6-9 0-16,2-2-1093 16,10-8-2873-16</inkml:trace>
  <inkml:trace contextRef="#ctx0" brushRef="#br0" timeOffset="-166265.72">15601 9369 5438 0,'0'0'1561'0,"0"0"-949"16,0 0-92-16,41-5-459 0,-10-1-61 16,0-1 0-16,6 0 0 15,-10 1 0-15,4-1 0 0,0 1 0 16,-4 1 0-16,-6 3 0 0,-5 0 0 15,-6 2-809-15,-3 0-484 0,-7 0-2476 0</inkml:trace>
  <inkml:trace contextRef="#ctx0" brushRef="#br0" timeOffset="-166119.55">15658 9522 5038 0,'0'0'836'0,"42"6"-3"16,-7-6 395-16,-4-6-971 0,6-1-257 15,2-2 0-15,-3-1 0 16,-5 3-1109-16,-5-6-5534 0</inkml:trace>
  <inkml:trace contextRef="#ctx0" brushRef="#br0" timeOffset="-164131.79">16876 9010 4085 0,'0'0'1609'15,"14"-39"-949"-15,-11 21 5 0,-6 4 343 16,-5 2-843-16,-2 2-165 0,0 3 0 15,-7 3 0-15,-4 3 0 0,-1 6 0 16,-9 9 0-16,0 11 0 0,-11 11 0 16,1 8 0-16,-3 9 0 0,3 5 0 15,8 4 0-15,6 3 0 0,9-1 0 16,11-4 0-16,11-1 0 16,13-4 0-16,10-5 0 0,8-9 0 15,6-6 0-15,5-10 0 0,-1-10 0 16,7-8 0-16,-2-7 0 0,-3-6 0 15,-1-8 0-15,-9-4 0 16,-10 3 0-16,-7-3-3406 0</inkml:trace>
  <inkml:trace contextRef="#ctx0" brushRef="#br0" timeOffset="-163582.52">17639 8770 4357 0,'0'0'333'0,"0"0"707"15,0 0-380-15,0 0-79 0,-11-34 239 16,5 30-419-16,4 1-401 16,-2 3 0-16,-4 9 0 0,-9 17 0 15,-3 24 0-15,-7 15 0 0,0 12 0 16,2 8 0-16,2 1 0 0,9 5 0 15,8-1 0-15,1-1 0 0,5-8 0 16,5-10 0-16,5-6 0 16,6-8 0-16,9-10 0 0,-2-7 0 15,8-12 0-15,0-8 0 0,6-10 0 16,-10-8-817-16,4-2-3621 0</inkml:trace>
  <inkml:trace contextRef="#ctx0" brushRef="#br0" timeOffset="-162018.31">17868 9183 5102 0,'0'0'1092'0,"0"0"129"16,0 0-517-16,0 0-631 0,0 0-73 15,0 0 0-15,0 0 0 16,0 0 0-16,0 0 0 0,0 0 0 16,11 63 0-16,5-14 0 0,5 7 0 15,-1 0 0-15,-3-1 0 0,-1 0 0 16,-1-9 0-16,-3-4 0 0,-1-8 0 15,-1-9 0-15,0-7 0 16,1-9 0-16,3-8 0 0,-4-5 0 16,5-13 0-16,2-11 0 0,-1-7 0 15,-1-6 0-15,1-7 0 0,-4-1 0 16,7-4 0-16,-7 1 0 0,3 5 0 16,-5 5 0-16,-4 14 0 15,1 9 0-15,-7 7 0 0,0 7 0 16,0 4 0-16,-11-3-1846 0</inkml:trace>
  <inkml:trace contextRef="#ctx0" brushRef="#br0" timeOffset="-161662.99">18331 9523 6707 0,'0'0'96'0,"0"0"1144"0,0 0-1091 0,0 0-149 0,11 39 0 15,-11-5 0-15,0 7 0 16,0 0 0-16,-5-3 0 0,3-1 0 16,-2-4 0-16,4-3 0 0,-2-3 0 15,2-7 0-15,2-6 0 0,-2-4 0 16,4-8-2214-16,-2-4-779 0</inkml:trace>
  <inkml:trace contextRef="#ctx0" brushRef="#br0" timeOffset="-161190.3">18358 9542 5902 0,'0'0'889'0,"0"0"-273"0,0 0 169 16,39-40-785-16,-26 34 0 15,3 1 0-15,-1 2 0 0,1 2 0 0,-5 1 0 16,5 5 0-16,-1 2 0 16,-3 2 0-16,-2 1 0 0,-5 2 0 15,1 0 0-15,-6 2 0 0,0-1 0 16,-6 0 0-16,-5 2 0 0,1 2 0 15,-7-3 0-15,1 3 0 16,-1-2 0-16,3-2 0 0,-1-1 0 16,3-5 0-16,4-1 0 0,8-1 0 15,0-2 0-15,0 2 0 0,4 1 0 16,2 1 0-16,8 1 0 16,1-1 0-16,-3-3 0 0,3 2 0 15,-3-1 0-15,-1 2 0 0,7 1 0 16,-1 3 0-16,-1 1 0 0,-1 0 0 15,-3 2 0-15,-6 0 0 0,-4 2 0 16,-2-1 0-16,-8-1 0 0,-2 2 0 16,-7-2 0-16,-3-3 0 15,-3-1 0-15,-6-1 0 0,0-4 0 0,0-2 0 16,2-3 0-16,6-1 0 16,1-8-1077-16,9 0-436 0,1-3-852 0</inkml:trace>
  <inkml:trace contextRef="#ctx0" brushRef="#br0" timeOffset="-160789.35">18788 9461 6783 0,'0'0'1016'0,"0"0"-623"0,0 0-393 0,0 0 0 16,0 0 0-16,37-7 0 0,0 7 0 15,5 0 0-15,5 0 0 0,-9 3 0 16,-1 0 0-16,-8-2 0 16,-7 4 0-16,-1-2 0 0,-4 1 0 15,-9-3-349-15,0-1-1892 0</inkml:trace>
  <inkml:trace contextRef="#ctx0" brushRef="#br0" timeOffset="-160384.83">19299 9269 6254 0,'0'0'837'0,"0"0"211"0,0 0-995 16,0 0-53-16,0 0 0 0,0 0 0 16,0 0 0-16,10 64 0 15,9-18 0-15,-1 3 0 0,3-3 0 16,0 1 0-16,-1-1 0 0,7-6 0 15,0-4 0-15,0-5 0 0,-4-7 0 16,-5-6 0-16,-3-8 0 0,-1-7 0 16,-4-4 0-16,-1-10 0 15,-1-7 0-15,-4-5 0 0,2-3 0 16,1-6 0-16,-1-3 0 0,0 2 0 16,2 0 0-16,-2 2 0 0,-1 5 0 15,-1 4 0-15,-2 6 0 0,-2 0 0 16,0 3 0-16,0 3-1629 0,0-2-1669 15</inkml:trace>
  <inkml:trace contextRef="#ctx0" brushRef="#br0" timeOffset="-159967.35">19923 8792 5758 0,'0'0'756'0,"0"0"-115"0,0 0 267 0,0 0-779 16,47 8-129-16,-16 17 0 0,7 10 0 16,9 9 0-16,1 8 0 15,-3 5 0-15,-5 8 0 0,-16 6 0 16,-13 5 0-16,-11 3 0 0,-21 0 0 15,-12-1 0-15,-8-4 0 0,-11-5 0 16,-2-4 0-16,-6-5 0 0,2-3 0 16,-2-4 0-16,-2-6 0 0,15-17-1754 15,-1-8-3280-15</inkml:trace>
  <inkml:trace contextRef="#ctx0" brushRef="#br0" timeOffset="-152511.85">1889 14015 3777 0,'0'0'2569'0,"0"0"-1888"0,0 0 55 15,0 0-440-15,0 0-163 0,0 0-133 16,56-1 0-16,-6-9 0 0,16-3 0 16,2-4 0-16,-6 1 0 0,-2 4 0 15,-8 2 0-15,-11 3 0 0,-14 5 0 16,-6 2 0-16,-9 7 0 0,-8 2-1269 15,0-2-972-15</inkml:trace>
  <inkml:trace contextRef="#ctx0" brushRef="#br0" timeOffset="-152219.61">2197 14026 3429 0,'0'0'2257'15,"0"0"-1336"-15,0-35-65 0,0 31-127 16,-4 4-729-16,4 0 0 0,0 3 0 16,4 14 0-16,3 15 0 0,3 8 0 15,4 8 0-15,3-1 0 0,-5 0 0 16,-1 1 0-16,-1 2 0 15,-2-3 0-15,-4 2 0 0,1-3 0 16,-1-5 0-16,0-3 0 0,-4-3 0 16,-4-12-1465-16,2-7-672 0,-5-8-1609 0</inkml:trace>
  <inkml:trace contextRef="#ctx0" brushRef="#br0" timeOffset="-152036.49">2051 14646 3665 0,'0'0'2633'0,"0"0"-1268"15,0 0-836-15,49-3-529 0,-18 1 0 16,4 2 0-16,0 0 0 0,-1 0 0 16,3 0 0-16,4 0 0 0,0-2 0 15,9-5 0-15,6-5 0 0,-2-3 0 16,-11 1-1405-16,-4-2-1165 0</inkml:trace>
  <inkml:trace contextRef="#ctx0" brushRef="#br0" timeOffset="-151146.02">3016 14019 1324 0,'0'0'556'0,"8"-43"2726"16,-8 18-2466-16,0 1-163 0,0 2 331 16,-6 0-620-16,0 2-151 0,-11 1-213 15,1 0 0-15,-5 3 0 0,-2 4 0 16,-1 4 0-16,-1 5 0 0,4 3 0 15,0 5 0-15,5 6 0 16,-3 5 0-16,5 3 0 0,-1 8 0 16,5 3 0-16,0 4 0 0,1 6 0 15,7 4 0-15,6 3 0 16,5 3 0-16,9 3 0 0,-1 3 0 16,3-1 0-16,-3-1 0 0,0-3 0 15,-3-3 0-15,0-6 0 0,-1-4 0 16,-3-5-253-16,-4-5-691 0,-1-7 215 15,-1-8-175-15,-4-2-1897 0</inkml:trace>
  <inkml:trace contextRef="#ctx0" brushRef="#br0" timeOffset="-150986.56">2735 14515 6571 0,'0'0'584'0,"0"0"160"0,0 0-451 16,0 0-293-16,47-31 0 15,-9 16 0-15,3 1 0 0,-2 3 0 16,-4 5 0-16,-6 1 0 0,0 1 0 16,-4-3 0-16,-8 0-1385 0,-3-5-2425 0</inkml:trace>
  <inkml:trace contextRef="#ctx0" brushRef="#br0" timeOffset="-145950.83">4374 14058 2613 0,'0'0'1080'0,"0"0"-764"15,0 0 281-15,0 0-253 16,0 0-172-16,0 0-16 0,0 0-136 16,0 0-20-16,0 0 92 0,-6 0 84 15,6 0 192-15,0 0 401 0,0 0-229 16,0 0-20-16,0 0-91 0,0 0-429 15,0 0 0-15,0 0 0 0,0 0 0 16,0 0 0-16,0 0 0 16,4 1 0-16,-4 3 0 0,0-2 0 15,2 2 0-15,0-2 0 0,0 1 0 16,2 0 0-16,2 3 0 0,5 2 0 16,5 10 0-16,5 7 0 0,4 5 0 15,2 8 0-15,0 3 0 0,-5 4 0 16,3 1 0-16,-4 4 0 15,-1-4 0-15,-5-1 0 0,1-4 0 16,-3-7 0-16,1-8 0 0,-3-7 0 16,-5-6 0-16,0-8 0 0,-2-5 0 15,0-5-1381-15,-2-3 48 16,-2-12-704-16</inkml:trace>
  <inkml:trace contextRef="#ctx0" brushRef="#br0" timeOffset="-145717.67">4378 14481 4169 0,'0'0'1489'0,"0"0"8"16,0 0-573-16,0 0-811 0,0 0-113 16,0 0 0-16,0 0 0 0,33-51 0 15,2 8 0-15,3-6 0 0,5-3 0 16,2 3 0-16,-1 2 0 15,-3 4 0-15,-4 5 0 0,-6 9 0 16,-10 7 0-16,-6 9 0 0,-5 5 0 16,-8 3 0-16,2 4-1670 0,-4-3-1131 0</inkml:trace>
  <inkml:trace contextRef="#ctx0" brushRef="#br0" timeOffset="-145203.97">4866 14395 6214 0,'0'0'1189'0,"0"0"-861"0,0 46 133 0,2-14-461 16,-2 4 0-16,0-1 0 15,0 3 0-15,0-1 0 0,-2-4 0 16,2-1 0-16,-4-1 0 0,2-4 0 16,0-2 0-16,0-5 0 15,2-3 0-15,0-7-857 0,0-5-984 16,0-5-740-16</inkml:trace>
  <inkml:trace contextRef="#ctx0" brushRef="#br0" timeOffset="-144770.11">4924 14358 6362 0,'0'0'1305'15,"0"0"-780"-15,0 0-525 0,0 0 0 16,10-43 0-16,7 32 0 0,5 2 0 16,1 7 0-16,0 2 0 0,0 7 0 15,-1 5 0-15,-5 6 0 0,0 3 0 16,-11 4 0-16,-2 2 0 15,-4 2 0-15,-10-2 0 0,-1 0 0 16,-5-2 0-16,1-5 0 0,-1-1 0 16,-5-3 0-16,4-6 0 0,-3-1 0 15,3-5 0-15,7-2 0 16,0 0 0-16,5-2 0 0,1 0 0 16,2 0 0-16,2 0 0 0,0 0 0 15,6 0 0-15,5 2 0 0,9 7 0 16,1 2 0-16,6 4 0 0,-6 0 0 15,-1-1 0-15,-3 0 0 16,-1 2 0-16,-5-1 0 0,-7 4 0 16,-4 1 0-16,-4 2 0 0,-9 0 0 15,-1 2 0-15,-9-3 0 0,-6 1 0 16,-2-5 0-16,-2 0 0 0,-4-5 0 16,6-6 0-16,0-4 0 0,8-3 0 15,9-8 0-15,3-3-237 16,5 1-1848-16,6-6-540 0</inkml:trace>
  <inkml:trace contextRef="#ctx0" brushRef="#br0" timeOffset="-143980.14">5680 13714 2617 0,'0'0'1128'0,"0"0"693"0,0 0-933 15,0 0-119-15,0 0 200 16,0 0-969-16,0 0 0 0,-47 3 0 16,22 28 0-16,-6 14 0 0,2 9 0 15,4 3 0-15,3 7 0 0,1 6 0 16,6 3 0-16,-1 5 0 0,1 1 0 16,9 0 0-16,6-2 0 0,0-4 0 15,11-9 0-15,1-9 0 0,7-7 0 16,7-8 0-16,1-11 0 15,6-10 0-15,7-11 0 0,3-9 0 16,-2-15-693-16,-7 0-1216 0,-3-7-1212 0</inkml:trace>
  <inkml:trace contextRef="#ctx0" brushRef="#br0" timeOffset="-143736.15">5895 13952 5606 0,'0'0'696'0,"0"0"649"16,0 0-800-16,0 0-545 0,0 0 0 16,-8 35 0-16,0-3 0 0,0 8 0 15,1 7 0-15,1 1 0 0,2 3 0 16,4 5 0-16,-6 3 0 0,2-1 0 16,4 0 0-16,-4-6 0 0,2-6 0 15,2-9 0-15,6-7 0 0,4-9 0 16,5-6 0-16,7-8 0 15,-1-5 0-15,4-3 0 0,2-7 0 16,0-7 0-16,-7-5 0 0,1-3 0 16,-5-3-417-16,-5 5-1356 0,-5 1-688 0</inkml:trace>
  <inkml:trace contextRef="#ctx0" brushRef="#br0" timeOffset="-143574.91">5680 14366 5274 0,'0'0'588'15,"0"0"32"-15,0 0 537 0,0 0-813 16,0 0-160-16,38-21-159 16,3 15-25-16,2 0 0 0,-1-1 0 15,-1 1 0-15,-4-2 0 0,-4-4 0 16,-4 0-1265-16,-12-4-1717 0</inkml:trace>
  <inkml:trace contextRef="#ctx0" brushRef="#br0" timeOffset="-143294.43">6185 13665 4145 0,'0'0'1969'16,"0"0"-872"-16,0 0-673 15,0 0-104-15,0 0-83 0,33 53-237 16,4-11 0-16,9 11 0 15,1 6 0-15,-6 6 0 0,-3 5 0 16,-1 3 0-16,-16 6 0 0,-9-1 0 16,-14 5 0-16,-19 0 0 0,-12-4 0 15,-6-4 0-15,-5-10 0 0,1-10 0 16,2-10 0-16,10-13 0 0,4-18-197 16,10-8-1536-16,7-12-1472 0</inkml:trace>
  <inkml:trace contextRef="#ctx0" brushRef="#br0" timeOffset="-142927.7">6799 14238 6006 0,'0'0'1541'0,"0"0"-973"0,58-27-491 16,-21 14-77-16,4 2 0 0,-4 3 0 15,1 2 0-15,-1 0 0 16,0 3 0-16,-2-2 0 0,-8 1 0 16,-6 1 0-16,-9 1 0 0,-4 0 0 15,-6 2-997-15,-2-1-2297 0</inkml:trace>
  <inkml:trace contextRef="#ctx0" brushRef="#br0" timeOffset="-142721.05">6778 14378 5642 0,'0'0'456'0,"0"0"1053"15,0 0-924-15,48 19-585 0,-11-14 0 16,4-3 0-16,-2 1 0 15,1-2 0-15,3-1 0 0,3-1 0 16,7-4 0-16,5-4 0 0,-10 1 0 16,-1-6-2226-16</inkml:trace>
  <inkml:trace contextRef="#ctx0" brushRef="#br0" timeOffset="-142148.72">8031 13650 5346 0,'0'0'632'0,"0"0"377"0,0 0-461 0,0 0-172 0,0 0-95 16,0 0-281-16,-6 47 0 0,20 6 0 15,3 8 0-15,9 1 0 16,10 2 0-16,-3 3 0 0,8 2 0 16,0 4 0-16,1 1 0 0,-9 0 0 15,-2-2 0-15,-4-4 0 16,-11-8 0-16,-5-7 0 0,-3-10 0 0,-6-6 0 16,-2-12 0-16,0-11 0 15,0-8 0-15,-2-6-569 0,-6-1-1204 16,1-16-1084-16</inkml:trace>
  <inkml:trace contextRef="#ctx0" brushRef="#br0" timeOffset="-141842.05">7973 14607 3053 0,'0'0'2133'16,"0"0"-1013"-16,0 0 449 0,0 0-1252 0,0 0-317 16,0 0 0-16,14-37 0 15,13-2 0-15,8-12 0 16,9-7 0-16,1 1 0 0,3-4 0 0,-1-3 0 15,7-1 0-15,0-2 0 0,-5 0 0 16,-1 1 0-16,-9 5 0 0,-4 4 0 16,-12 9 0-16,-8 15 0 15,-11 12-473-15,-8 9-1960 0</inkml:trace>
  <inkml:trace contextRef="#ctx0" brushRef="#br0" timeOffset="-141505.93">8643 14456 6855 0,'0'0'428'0,"-25"42"-92"0,19-9 237 16,6 4-573-16,0 4 0 0,6 2 0 15,4 2 0-15,-4-2 0 0,3-1 0 16,-3 1 0-16,-2 0 0 15,-4-4 0-15,0-5 0 0,0-6-593 16,0-9-1428-16,-4-11-664 0</inkml:trace>
  <inkml:trace contextRef="#ctx0" brushRef="#br0" timeOffset="-141031.68">8665 14510 6186 0,'0'0'1065'15,"-4"-36"-521"-15,15 14-147 0,7 2-397 16,3 2 0-16,6 2 0 0,0 7 0 16,4 4 0-16,0 5 0 0,2 5 0 15,-6 4 0-15,-1 7 0 0,-7 0 0 16,-7 3 0-16,-7 4 0 0,-5-2 0 15,-5 1 0-15,-1-1 0 16,-10 0 0-16,1-3 0 0,-1-2 0 16,-5 0 0-16,4-4 0 0,1-5 0 15,6-1 0-15,1-4 0 0,7 1 0 16,-2 0 0-16,4 2 0 16,-4 0 0-16,4-2 0 0,4 2 0 15,6 2 0-15,5 1 0 0,8 3 0 16,4 1 0-16,8 1 0 0,-2-2 0 15,2 2 0-15,-2 2 0 0,-2 1 0 16,-10 1 0-16,-7 5 0 16,-8 0 0-16,-6 1 0 0,-6 2 0 15,-8 2 0-15,-11-1 0 0,-4 0 0 16,-12-1 0-16,-1 0 0 0,-5-7 0 16,-1-2 0-16,1-8 0 0,1-8 0 15,3-7-421-15,12-3-868 0,-2-12-2520 16</inkml:trace>
  <inkml:trace contextRef="#ctx0" brushRef="#br0" timeOffset="-140671.92">7967 13498 2761 0,'0'0'2633'0,"58"14"-1617"0,-11-10-171 16,15-4 92-16,6-3-937 0,11-2 0 15,6-1 0-15,4 3 0 0,-1 0 0 16,3-3 0-16,2 0 0 16,-29 2 0-16,-2-6-3895 0</inkml:trace>
  <inkml:trace contextRef="#ctx0" brushRef="#br0" timeOffset="-140125.74">9358 14442 2441 0,'0'0'2337'0,"0"0"-1137"16,-35 9-315-16,35-7-277 0,4 1 52 15,6 5-599-15,7 0-61 0,10-2 0 16,4-3 0-16,6-3 0 0,-2-6 0 16,-2-4 0-16,2-5 0 0,-4-1 0 15,-4-3 0-15,0-3 0 0,-11 0 0 16,3 1 0-16,-11-2 0 0,-4 3 0 15,-8 3 0-15,-8 2 0 16,-9 3 0-16,-4 5 0 0,-8 5 0 16,-4 6 0-16,-4 13 0 0,-3 7 0 15,3 9 0-15,4 4 0 0,6 3 0 16,10 5 0-16,11 1 0 0,10-1 0 16,14 3 0-16,13-8 0 15,4-5 0-15,13-12 0 0,-1-5 0 16,7-10 0-16,3-8 0 0,-1-3-37 15,2-10-771-15,-17 0-1285 0,-2-3-1457 16</inkml:trace>
  <inkml:trace contextRef="#ctx0" brushRef="#br0" timeOffset="-139676.9">10046 13902 2789 0,'0'0'3189'0,"0"0"-1636"0,0 0-892 0,0 0-661 0,0 0 0 16,0 0 0-16,0 38 0 0,11-2 0 16,5 9 0-16,1 2 0 0,7-1 0 15,-3-1 0-15,-4 0 0 0,-3-1 0 16,-8-1 0-16,-6-1 0 15,-6-2 0-15,-8-4 0 0,-7-4 0 16,-2-5 0-16,-6-5 0 0,2-8 0 16,-4-8 0-16,9-6 0 0,1-11 0 15,4-9 0-15,9-11 0 0,6-9 0 16,4-13-285-16,6-11-983 16,-1 13-105-16,-3-10-2777 0</inkml:trace>
  <inkml:trace contextRef="#ctx0" brushRef="#br0" timeOffset="-139553.2">10110 13487 5530 0,'0'0'820'0,"0"0"257"15,0 0-517-15,0 0-355 0,0 0-205 16,0 0 0-16,0 38 0 0,4-24 0 16,3-4-661-16,3-2-904 0</inkml:trace>
  <inkml:trace contextRef="#ctx0" brushRef="#br0" timeOffset="-139041.86">10468 13783 3497 0,'0'0'2417'0,"0"0"-1636"0,0 0 171 16,0 0-508-16,0 0-343 0,-21 35-101 16,9-6 0-16,-3 4 0 0,5-1 0 15,4-5 0-15,2-4 0 0,2-1 0 16,2-5 0-16,2-4 0 0,2-4 0 15,2-5 0-15,2-2 0 16,5-4 0-16,3-6 0 0,3-4 0 16,-7-5 0-16,7-1 0 0,-7-1 0 15,3 2 0-15,-3 2 0 0,-4 5 0 16,-1 4 0-16,-1 3 0 0,-6 3 0 16,4 0 0-16,0 2 0 15,2 8 0-15,0 3 0 0,5 6 0 16,-5-2 0-16,2 1 0 0,-2-4 0 15,1-1 0-15,1 0 0 0,0-2 0 16,7-5 0-16,-1-4 0 0,3-2 0 16,-1-2 0-16,1-9 0 15,-3 0 0-15,3-4 0 0,-3-3 0 16,-3-2 0-16,-1-1 0 0,-4-4 0 16,0-2 0-16,-2-5 0 0,3-4-145 15,-3 10-1303-15,2-6-529 0</inkml:trace>
  <inkml:trace contextRef="#ctx0" brushRef="#br0" timeOffset="-138758.48">11038 13264 6755 0,'0'0'996'0,"0"0"-555"0,0 0-441 0,0 0 0 16,-18 44 0-16,12-11 0 0,-5 9 0 15,1 4 0-15,4 1 0 0,-5 6 0 16,5 4 0-16,6 3 0 0,0 0 0 16,6-2 0-16,9-7 0 15,1-5 0-15,7-7 0 0,2-9 0 16,2-5 0-16,0-8 0 0,-2-7 0 16,1-5 0-16,-5-5 0 0,-4-4 0 15,-3-6 0-15,-4-3 0 0,-3-4 0 16,-1-4 0-16,-2 4-905 0,-4-5-2137 0</inkml:trace>
  <inkml:trace contextRef="#ctx0" brushRef="#br0" timeOffset="-138619.53">10823 13616 5038 0,'0'0'2089'15,"44"4"-1601"-15,3-4 89 0,11 0-577 16,8-2 0-16,-8 0 0 0,-4 1 0 15,-2-1 0-15,-5-3-105 0,-16 1-1800 16,-4-6-1664-16</inkml:trace>
  <inkml:trace contextRef="#ctx0" brushRef="#br0" timeOffset="-136018.45">11644 14812 2817 0,'0'0'2069'0,"0"0"-1253"0,31 3 577 16,-10 5-653-16,-1 6-383 0,-3 6-357 15,0 3 0-15,-3 5 0 0,-4 5 0 16,-8 5 0-16,-2 5 0 0,-6 2 0 16,-10 0 0-16,-5 0 0 0,-6-5 0 15,0-2 0-15,-4-4 0 0,0-10 0 16,6-6 0-16,7-11 0 15,3-7 0-15,9-6-1181 0,2-13-508 0</inkml:trace>
  <inkml:trace contextRef="#ctx0" brushRef="#br0" timeOffset="-135520.73">12564 13650 6895 0,'0'0'640'0,"0"0"17"0,0 0-657 0,0 0 0 0,-23 51 0 0,13-1 0 16,-5 14 0-16,5 6 0 0,8 0 0 16,2 1 0-16,6 4 0 15,0 1 0-15,-1-1 0 0,-5-1 0 16,0-2 0-16,0-4 0 0,-5-8 0 16,3-4 0-16,-6-11 0 0,-2-8 0 15,4-12-629-15,-5-11-812 0,1-10-3217 16</inkml:trace>
  <inkml:trace contextRef="#ctx0" brushRef="#br0" timeOffset="-135411.68">12301 14358 6538 0,'0'0'329'0,"40"-32"147"16,-13 10 373-16,4 4-849 16,-2-2 0-16,2-1 0 0,0 0 0 15,4-4 0-15,-2-1 0 0,2-6-561 16,-8 7-640-16,-4-1-2524 0</inkml:trace>
  <inkml:trace contextRef="#ctx0" brushRef="#br0" timeOffset="-135085.15">12779 13840 6202 0,'-17'49'937'0,"7"2"-225"16,-6 13-371-16,1 3-341 0,3 2 0 15,-3-1 0-15,5 0 0 0,0-1 0 16,3-3 0-16,3-4 0 0,2-4 0 15,-2-10 0-15,4-8 0 16,0-13 0-16,6-12 0 0,-2-7 0 16,13-14 0-16,4-13 0 0,5-11 0 15,10-9 0-15,-8-4 0 0,3 0 0 16,-2 4 0-16,-6 9 0 0,-13 12 0 16,-3 11 0-16,-7 4 0 15,0 5 0-15,0 9 0 0,-7 8 0 16,3 10 0-16,-2 5 0 0,0 2 0 15,6-6 0-15,0-7 0 0,0-3 0 16,6-5 0-16,0-2 0 16,5-4 0-16,3-1-341 0,-3-5-1596 15,-5 0-164-15</inkml:trace>
  <inkml:trace contextRef="#ctx0" brushRef="#br0" timeOffset="-134806.62">12967 14589 5882 0,'0'0'1169'15,"0"0"-249"-15,37 4-699 0,-10-14-221 16,4-4 0-16,0-4 0 0,0-2 0 16,0-4 0-16,-4-1 0 0,-4-2 0 15,-9 2 0-15,-8 1 0 0,-1 1 0 16,-10 4 0-16,-7 0 0 16,-7 8 0-16,-7 5 0 0,-1 6 0 15,-4 11 0-15,4 8 0 0,-4 8 0 16,4 9 0-16,6 2 0 0,1 2 0 15,9 0 0-15,9-2 0 0,4-3 0 16,13-9 0-16,7-7 0 16,3-10 0-16,2-5 0 0,8-8 0 15,-2-5 0-15,-6-9 0 0,4-6 0 16,-4-3-653-16,-2-3-147 0,-2 2-837 16,-9 6 72-16,1 5-128 0</inkml:trace>
  <inkml:trace contextRef="#ctx0" brushRef="#br0" timeOffset="-134574.15">13366 14495 3133 0,'0'0'1549'0,"17"44"-953"0,-11-19 248 16,-2-2 309-16,-4-2-629 0,4-3-131 16,-4-4-393-16,0-3 0 0,0-5 0 15,0-4 0-15,0-1 0 0,0-1 0 16,2-2 0-16,2-10 0 0,2-8 0 16,9-10 0-16,1-2 0 15,1-2 0-15,4 3 0 0,-1 5 0 16,1 7 0-16,0 9 0 0,-7 9 0 15,-6 5 0-15,3 9 0 0,-1 3 0 16,-6 6 0-16,-4 3 0 16,0 1 0-16,0-1 0 0,0-5 0 15,0-5 0-15,6-2 0 0,-1-5-365 16,5-7-2240-16</inkml:trace>
  <inkml:trace contextRef="#ctx0" brushRef="#br0" timeOffset="-132005.09">14439 14297 5474 0,'0'0'652'15,"0"0"25"-15,0 0 235 0,0 0-556 16,0 0-235-16,0 0-121 16,0 0 0-16,45 7 0 0,-22 23 0 15,8 8 0-15,0 5 0 0,-4-3 0 16,4 4 0-16,-4-1 0 0,-7-3 0 16,1-2 0-16,-8-1 0 0,-3-8 0 15,0-3 0-15,-6-5 0 0,-4-7 0 16,0-6-693-16,0-3-668 0,0-5-3001 15</inkml:trace>
  <inkml:trace contextRef="#ctx0" brushRef="#br0" timeOffset="-131819.47">14344 14793 5918 0,'0'0'957'16,"0"0"-45"-16,0 0-507 0,41-19-405 15,-8-5 0-15,4-6 0 0,3-6 0 16,-1-2 0-16,-4 0 0 16,-4-2 0-16,-4-3 0 0,0 2 0 15,-2-2 0-15,-3 0 0 0,-5 11-1898 16,-3-1-2179-16</inkml:trace>
  <inkml:trace contextRef="#ctx0" brushRef="#br0" timeOffset="-131346.27">15146 13839 1488 0,'0'0'3334'0,"0"0"-2310"16,0 0 85-16,0 0-501 0,0 0-168 15,0 0-251-15,0 0-189 0,-29 34 0 16,2 8 0-16,0 11 0 16,-4 8 0-16,-2 5 0 0,-2 6 0 15,-2 11 0-15,4 6 0 0,4 5 0 16,6-2 0-16,15-5 0 0,8-10 0 15,8-11 0-15,13-11 0 0,1-8 0 16,13-8 0-16,-1-10 0 16,1-9 0-16,4-12 0 0,2-9 0 15,1-12-217-15,-11-1-1208 0,0-9-3177 0</inkml:trace>
  <inkml:trace contextRef="#ctx0" brushRef="#br0" timeOffset="-131078.05">15301 14192 7523 0,'0'0'669'0,"-23"34"-669"16,7-5 0-16,1 5 0 0,-6 8 0 16,7 6 0-16,-5 6 0 15,1 2 0-15,5 3 0 0,9 0 0 16,4-4 0-16,6-6 0 0,15-5 0 15,4-8 0-15,2-11 0 0,6-8 0 16,-2-5 0-16,6-7 0 16,-2-5 0-16,-2-11 0 0,-4-9 0 15,-6-2 0-15,-7-7 0 0,-1 7-2502 16,-9-2-1188-16</inkml:trace>
  <inkml:trace contextRef="#ctx0" brushRef="#br0" timeOffset="-130909.45">15038 14615 6190 0,'0'0'573'0,"0"0"-481"15,40-3 116-15,-7-8-28 0,8-3 28 16,-4-5-60-16,7-8-148 0,-3-3-16 16,-4-8-860-16,-6 7-437 15,-6-3-776-15</inkml:trace>
  <inkml:trace contextRef="#ctx0" brushRef="#br0" timeOffset="-130552.24">15598 13861 1860 0,'0'0'5339'16,"0"0"-4346"-16,-4 35-993 0,11-8 0 15,3 10 0-15,8 10 0 0,-5 4 0 16,1 5 0-16,-1 9 0 16,-3 5 0-16,-2 7 0 0,-1 5 0 15,-1 2 0-15,-6-1 0 0,0-5 0 16,-13-2 0-16,-11-5 0 0,-3-7 0 16,-8-4 0-16,1-12 0 0,3-13 0 15,11-14 0-15,-1-13-1481 0</inkml:trace>
  <inkml:trace contextRef="#ctx0" brushRef="#br0" timeOffset="-129972.3">15983 14525 4129 0,'0'0'2373'0,"0"0"-968"0,0 0-1120 0,0 0-285 0,0 0 0 15,0 0 0-15,48-11 0 0,-11 11 0 16,0-1 0-16,4 0 0 0,-4-2 0 15,3-1 0-15,-7-1 0 16,-2 0 0-16,-10 1 0 0,-9 0-141 16,-2 3-1920-16,-6-1-484 0</inkml:trace>
  <inkml:trace contextRef="#ctx0" brushRef="#br0" timeOffset="-129801.02">16020 14694 3965 0,'0'0'2413'0,"0"0"-1064"16,0 0-884-16,0 0-465 0,37 33 0 15,-6-28 0-15,7-4 0 0,1-1 0 16,-2-5 0-16,2-1 0 0,-14 0-1277 16,2-4-1445-16</inkml:trace>
  <inkml:trace contextRef="#ctx0" brushRef="#br0" timeOffset="-129332.45">17107 14061 2381 0,'0'0'2737'16,"0"0"-1168"-16,0 0-657 0,0 0-319 15,0 0-593-15,0 0 0 0,0 0 0 16,21 60 0-16,-4-14 0 0,8 8 0 16,-5 1 0-16,1 5 0 15,0 2 0-15,-5 5 0 0,-4-2 0 16,-1-4 0-16,-1-4 0 0,-4-8 0 15,-2-6 0-15,3-10 0 0,-3-6 0 16,0-8 0-16,-2-8 0 16,0-6 0-16,0-5-385 0,-2-5-904 15,0-1 37-15,0-10-669 0</inkml:trace>
  <inkml:trace contextRef="#ctx0" brushRef="#br0" timeOffset="-129088.39">16835 14894 3949 0,'0'0'949'0,"0"0"-361"16,0 0 581-16,0 0-701 0,0 0 12 16,0 0 109-16,0 0-589 15,51-47 0-15,-3 0 0 0,4-10 0 16,7-6 0-16,-1-1 0 0,4-2 0 15,2 0 0-15,-6 1 0 0,-6 3 0 16,-4 4 0-16,-7 5 0 16,-10 7 0-16,-4 7 0 0,-7 7 0 15,-5 9-1385-15,-5 1-920 0</inkml:trace>
  <inkml:trace contextRef="#ctx0" brushRef="#br0" timeOffset="-128608.45">16886 13848 6106 0,'0'0'949'0,"0"0"-157"0,0 0-447 0,0 0-345 15,0 0 0-15,85 18 0 0,0-18 0 16,14-2 0-16,4-5 0 0,-5 1 0 15,-10 2 0-15,-5-2 0 0,-8 2 0 16,-18 4 0-16,-11 0-477 0,-17 3-780 16,-9 3-391-16</inkml:trace>
  <inkml:trace contextRef="#ctx0" brushRef="#br0" timeOffset="-127086.89">17769 14666 6338 0,'0'0'997'0,"0"0"-421"0,0 0-295 16,0 0-281-16,0 0 0 0,0 0 0 15,0 0 0-15,37 7 0 0,-6-8 0 16,2-8 0-16,2-6 0 15,-2-4 0-15,-2-3 0 0,0-5 0 0,-4-3 0 16,-8-1 0-16,-7 1 0 16,-3 1 0-16,-9 2 0 0,-5 3 0 15,-11 6 0-15,-9 6 0 0,-8 8 0 16,-4 5 0-16,-4 12 0 16,-1 6 0-16,5 9 0 0,2 4 0 15,8 5 0-15,6 2 0 0,9 3 0 16,12-1 0-16,8-2 0 0,13 1 0 15,8-4 0-15,4-3 0 0,4-4 0 16,4-9 0-16,1-8 0 16,1-7 0-16,-2-9 0 0,-3-4-2214 15,-7-9-2200-15</inkml:trace>
  <inkml:trace contextRef="#ctx0" brushRef="#br0" timeOffset="-126731.25">18389 14073 5954 0,'0'0'1281'0,"0"0"-453"0,0 0-699 0,0 0-129 15,0 0 0-15,-23 46 0 0,25-21 0 16,5 4 0-16,3 5 0 16,2 2 0-16,1 3 0 0,3-1 0 15,-1 1 0-15,-5-1 0 0,-4 0 0 16,-2-1 0-16,-8-3 0 0,-6-1 0 16,-7-4 0-16,-3-4 0 0,-5-6 0 15,-2-6 0-15,0-5 0 0,0-4 0 16,3-4 0-16,5-4 0 0,0-8 0 15,9-5 0-15,0-8 0 16,3-9 0-16,3-6 0 0,4-6-397 16,4 9-1428-16,-4-6-544 0</inkml:trace>
  <inkml:trace contextRef="#ctx0" brushRef="#br0" timeOffset="-126574.18">18457 13748 6735 0,'0'0'1088'0,"0"0"-719"0,0 0-369 16,0 0 0-16,0 0 0 0,0 0 0 16,0 0 0-16,0 0 0 15,0 0 0-15,0 0-461 0,33 41-1668 16,-14-30-504-16</inkml:trace>
  <inkml:trace contextRef="#ctx0" brushRef="#br0" timeOffset="-126186.15">18614 14027 7283 0,'0'0'909'0,"0"0"-909"16,0 0 0-16,-20 37 0 0,16-18 0 16,-3 2 0-16,5 1 0 0,2-4 0 15,0-2 0-15,2-2 0 16,3-4 0-16,-3-3 0 0,2-3 0 15,0-1 0-15,-2-3 0 0,8 0 0 16,1-5 0-16,9-9 0 16,-3-4 0-16,4-2 0 0,-5 1 0 15,-1 5 0-15,-5 3 0 0,-4 7 0 16,0 1 0-16,-2 3 0 0,-4 0 0 16,0 1 0-16,5 4 0 0,-3 4 0 15,0 5 0-15,0 3 0 0,2 2 0 16,0-1 0-16,2-2 0 0,0-6 0 15,9-1 0-15,3-4 0 16,3-1 0-16,2-4 0 0,0-1 0 16,-3-7 0-16,-3-5 0 0,-1-2 0 15,-5-4 0-15,-3-1 0 0,-2-3 0 16,0-5-1125-16,-2 4-708 0,3-3-884 16</inkml:trace>
  <inkml:trace contextRef="#ctx0" brushRef="#br0" timeOffset="-125934.14">19266 13421 5918 0,'0'0'1633'15,"0"0"-1053"-15,0 0-519 0,0 0-61 16,0 0 0-16,-25 49 0 0,8-10 0 16,-3 8 0-16,-5 2 0 0,2 2 0 15,2 5 0-15,5 8 0 0,1 2 0 16,5 2 0-16,4-2 0 0,6-3 0 15,4-7 0-15,8-7 0 16,9-8 0-16,0-5 0 0,3-7 0 16,3-9 0-16,-2-4 0 0,0-9 0 15,0-7 0-15,-5-5 0 0,-3-9 0 16,-7-10-61-16,-1 6-1800 0,-9-6-1164 16</inkml:trace>
  <inkml:trace contextRef="#ctx0" brushRef="#br0" timeOffset="-125811.08">19063 13911 3841 0,'0'0'4351'0,"0"0"-4351"16,60-3 0-16,-10-1 0 15,12 2 0-15,0-2 0 0,-2-1 0 16,-5 0 0-16,-1-3 0 0,-6 0 0 16,-1-5 0-16,-12 1 0 0,-8-6-4951 0</inkml:trace>
  <inkml:trace contextRef="#ctx0" brushRef="#br0" timeOffset="-117923.74">4188 15450 2201 0,'0'0'2160'16,"0"0"-1323"-16,10-39-97 0,-10 34 313 15,0 1-505-15,-4 2-152 0,0 0-139 16,-2 2-257-16,-4 1 0 0,-7 13 0 16,-4 9 0-16,-3 10 0 0,-3 11 0 15,0 7 0-15,-6 10 0 0,-2 10 0 16,1 6 0-16,3 6 0 0,7 3 0 15,7 2 0-15,5 0 0 16,8-1 0-16,4-3 0 0,2-6 0 16,8-5 0-16,4-5 0 0,3-4 0 15,4-5 0-15,-1-7 0 16,3-8 0-16,0-9 0 0,2-9 0 16,-3-6 0-16,1-9 0 0,-2-7 0 15,-11-4-641-15,5-5-3801 0</inkml:trace>
  <inkml:trace contextRef="#ctx0" brushRef="#br0" timeOffset="-116907.61">4246 16290 2909 0,'0'0'460'15,"0"0"52"-15,0 0-96 16,0 0 189-16,0 0 19 0,0 0 96 16,0 0 481-16,0 0-649 0,52-24-359 15,-19 28-193-15,2 0 0 16,2-1 0-16,0 0 0 0,0 0 0 16,1-2 0-16,-7-1 0 0,-5-3 0 15,-1-8 0-15,-6-2-1890 0,-9-6-4172 0</inkml:trace>
  <inkml:trace contextRef="#ctx0" brushRef="#br0" timeOffset="-115855.54">4825 16111 2801 0,'0'0'1921'0,"0"0"-333"15,0 0-859-15,0 0-77 16,0 57-151-16,0-24-501 0,0 5 0 16,0 0 0-16,0-6 0 0,0 0 0 15,0-3 0-15,0-2 0 16,0-2 0-16,0-4 0 0,0-2 0 16,0-6 0-16,0-7 0 0,0-3 0 15,0-3 0-15,0-3 0 0,4-12 0 16,6-13 0-16,3-8 0 15,1-6 0-15,3-3 0 0,-3 1 0 16,3-1 0-16,-5 6 0 0,2 6 0 16,-3 12 0-16,-1 9 0 0,-6 9 0 15,2 3 0-15,-4 8 0 0,7 9 0 16,-5 6 0-16,-2 8 0 0,2-1 0 16,-4-2 0-16,2 0 0 0,2-2 0 15,0-4 0-15,1-3 0 0,1-7 0 16,4-4 0-16,-4-5 0 0,-2-3 0 15,7-5 0-15,-3-10 0 16,4-7 0-16,5-7 0 0,-7 0 0 16,7-1 0-16,-5 0 0 0,7 3 0 15,-3 3 0-15,1 6 0 16,-3 7 0-16,3 5 0 0,-7 6 0 16,1 4 0-16,1 8 0 0,-2 7 0 15,-1 6 0-15,1 1 0 0,-4 4 0 16,0 0 0-16,1-2 0 15,3-2 0-15,0-2 0 0,3-3 0 16,-1-1 0-16,-2-2 0 0,1-5-697 16,-5-6-2224-16</inkml:trace>
  <inkml:trace contextRef="#ctx0" brushRef="#br0" timeOffset="-115020.58">5722 16107 4902 0,'0'0'756'0,"0"0"56"0,0 0 341 16,0 0-677-16,0 0-383 0,0 0-93 16,0 0 0-16,0 0 0 0,0 0 0 15,-37 8 0-15,22 27 0 0,-1 9 0 16,-3 4 0-16,7-3 0 0,1-5 0 15,5-4 0-15,4-6 0 16,2-8 0-16,8-4 0 0,3-8 0 16,1-6 0-16,7-4 0 0,1-8 0 15,3-7 0-15,4-5 0 16,-2-4 0-16,2 0 0 0,-7 0 0 16,1 3 0-16,-5 6 0 0,-9 6 0 15,1 5 0-15,-8 4 0 0,6 3 0 16,-2 7 0-16,7 10 0 15,-1 5 0-15,2 3 0 0,-1-3 0 16,3-3 0-16,-4-5 0 0,7-7 0 16,0-2 0-16,7-7 0 0,-3-2 0 15,2-7 0-15,-3-5 0 0,-3-3 0 16,-3-3 0-16,-3-1 0 0,-5-1 0 16,-6 1 0-16,0 2 0 0,0-2 0 15,-6 0 0-15,-5-5 0 0,5 7-1305 16,2-6-1453-16</inkml:trace>
  <inkml:trace contextRef="#ctx0" brushRef="#br0" timeOffset="-114410.53">6137 15674 4846 0,'0'0'1232'0,"0"0"-239"0,0 0 128 0,0 0-1121 0,0 0 0 0,44-25 0 15,-13 7 0-15,4 4 0 0,-6 2 0 16,-4 9 0-16,-5 0 0 0,-7 3 0 16,-5 9 0-16,-8 4 0 0,0 4 0 15,-8 7 0-15,-5 2 0 0,-1 4 0 16,1-1 0-16,-1 1 0 15,-1 0 0-15,7-3 0 0,4-3 0 16,4-5 0-16,2-3 0 0,6-5 0 16,3-3 0-16,1-1 0 0,3-4 0 15,5-1 0-15,-3-2 0 16,-1-1 0-16,1-2 0 0,-3-1 0 16,1-1 0-16,-3-2-1097 0,-1 1-616 15,-3-2-784-15</inkml:trace>
  <inkml:trace contextRef="#ctx0" brushRef="#br0" timeOffset="-113898.62">6447 16334 6410 0,'0'0'321'0,"0"0"419"16,0 0-19-16,42-12-721 0,-5 2 0 15,6 2 0-15,5 1 0 16,4 3 0-16,-5-1 0 0,1 1 0 16,-1 0 0-16,-5-1 0 0,-11 1 0 15,-11-1 0-15,-3 3-2038 0,-13-3-963 0</inkml:trace>
  <inkml:trace contextRef="#ctx0" brushRef="#br0" timeOffset="-113732.77">6662 16155 6623 0,'0'0'372'0,"-18"37"376"0,12-10-299 16,3 4-449-16,3 2 0 0,3 0 0 15,7-2 0-15,4-3 0 16,7-5 0-16,6-3 0 0,4-5 0 16,2-6 0-16,-8-4-1409 0,-5-4-1109 0</inkml:trace>
  <inkml:trace contextRef="#ctx0" brushRef="#br0" timeOffset="-113205.6">7214 16270 5942 0,'0'0'873'0,"17"48"-373"0,-1-18 377 16,-1 4-877-16,1 4 0 0,-1 2 0 16,-5 3 0-16,3 3 0 0,-3 2 0 15,-2 0 0-15,-2 1 0 0,-4 0 0 16,-2-4 0-16,0-2 0 0,-6-6 0 16,-4-4 0-16,-3-5 0 0,-7-3 0 15,-9-1 0-15,0-3 0 0,-2-4 0 16,4-7 0-16,2-5 0 15,-2-10 0-15,7-9 0 0,-3-11 0 16,4-10 0-16,7-9 0 0,4-11 0 16,6-4 0-16,2-4 0 0,6 0 0 15,8 0 0-15,3-2 0 16,3 0 0-16,-3 14-1726 0,0 0-551 0</inkml:trace>
  <inkml:trace contextRef="#ctx0" brushRef="#br0" timeOffset="-113076.04">7303 15872 6731 0,'0'0'312'0,"0"0"472"0,0 0-419 15,0 0-365-15,0 0 0 0,0 0 0 16,0 0 0-16,0 0-1085 0,0 0-3617 0</inkml:trace>
  <inkml:trace contextRef="#ctx0" brushRef="#br0" timeOffset="-112493.46">7671 16093 3545 0,'0'0'2173'0,"0"0"-864"15,0 0-781-15,-19 35-212 0,1-3 5 16,-3 8-321-16,1 4 0 0,5-4 0 15,5-2 0-15,4-5 0 16,6-3 0-16,0-5 0 0,4-5 0 16,6-6 0-16,2-6 0 0,9-8 0 15,0-8 0-15,1-6 0 16,7-7 0-16,-2-1 0 0,0-1 0 16,-2 0 0-16,-8 4 0 0,-7 3 0 15,0 7 0-15,-10 5 0 0,0 4-145 16,0 8 21-16,0 10-20 15,0 4 104-15,-4 6 40 0,4-2-4 16,4-3 4-16,2-1 0 0,9-6 24 16,1-3 36-16,1-4 44 0,4-6 165 15,1-3-269-15,3-3 0 0,-4-6 0 16,-1-1 0-16,3-4 0 0,-4-1 0 16,-7-3 0-16,3-2 0 0,-5-2 0 15,-4-1 0-15,5 0 0 16,-7-2 0-16,2 1 0 0,-2 0 0 0,-2-1 0 15,2 5-937-15,-4 1-800 0</inkml:trace>
  <inkml:trace contextRef="#ctx0" brushRef="#br0" timeOffset="-112221.83">8597 15684 5886 0,'-41'0'540'0,"12"0"513"15,-2 1-369-15,6 6-655 0,-2 7-29 16,0 8 0-16,-4 9 0 0,0 10 0 16,4 7 0-16,-4 9 0 0,9 6 0 15,7 4 0-15,5 2 0 0,10-2 0 16,16-5 0-16,9-9 0 0,12-11 0 15,11-11 0-15,4-9 0 16,12-10 0-16,4-7 0 0,0-5 0 16,-4-7 0-16,-2-4 0 0,-8-3 0 15,-15 2-465-15,-10-2-2820 0</inkml:trace>
  <inkml:trace contextRef="#ctx0" brushRef="#br0" timeOffset="-106921.27">9147 16130 1204 0,'0'0'3626'0,"0"0"-1974"15,0 0-555-15,0 0-484 16,0 0-613-16,0 0 0 0,0 0 0 16,0 0 0-16,50 8 0 0,-15-8 0 15,2 0 0-15,4-4 0 16,3 0 0-16,1-4 0 0,3-2 0 16,-11 2 0-16,-4-2-125 0,-8 3-1620 15,-13 0-964-15</inkml:trace>
  <inkml:trace contextRef="#ctx0" brushRef="#br0" timeOffset="-106721.33">9300 15887 6418 0,'0'0'1333'15,"0"0"-892"-15,0 0-441 0,-10 47 0 16,6-5 0-16,1 8 0 0,3 3 0 15,0-2 0-15,7-3 0 16,3-1 0-16,7-6 0 0,-1-5 0 16,5-11-173-16,-1-11-2044 0,-5-8-2009 0</inkml:trace>
  <inkml:trace contextRef="#ctx0" brushRef="#br0" timeOffset="-106358.49">9815 15524 4125 0,'0'0'1625'16,"0"0"-845"-16,-15 43 93 0,5-9-337 16,0 8-283-16,3 11-253 0,1 5 0 15,2 6 0-15,4 6 0 0,0 2 0 16,0 4 0-16,4 0 0 15,-2 0 0-15,2-6 0 0,-4-10 0 16,4-9 0-16,-4-10 0 0,3-14 0 16,1-9-613-16,0-10-379 0,2-8-2214 0</inkml:trace>
  <inkml:trace contextRef="#ctx0" brushRef="#br0" timeOffset="-105979.58">9784 16120 3933 0,'0'0'1729'16,"0"0"-796"-16,0 0 407 0,0 0-1083 16,-7-35-257-16,14 29 0 0,-1-3 0 15,8 0 0-15,3 0 0 0,4 2 0 16,3 4 0-16,-1 3 0 15,-2 2 0-15,-1 2 0 0,-7 4 0 16,-5 2 0-16,-6 0 0 0,-2 3 0 16,-6 2 0-16,-4 0 0 0,-1 3 0 15,-1 4 0-15,2 2 0 0,-5 1 0 16,5 1 0-16,4 1 0 0,1-1 0 16,5-1 0-16,0-1 0 0,5-3 0 15,1-1 0-15,4-4 0 0,5-1 0 16,-3-3 0-16,5-4 0 15,3-2 0-15,-1-3 0 0,4-3 0 16,-9 0-2214-16,-2-1-1231 0</inkml:trace>
  <inkml:trace contextRef="#ctx0" brushRef="#br0" timeOffset="-105672.39">10263 16239 6567 0,'0'0'952'0,"-33"-7"-279"16,13 4-673-16,-1 3 0 0,-2 1 0 16,-2 5 0-16,9 3 0 0,-5 1 0 15,11 2 0-15,-1 1 0 0,11 0 0 16,0 2 0-16,5 1 0 0,7 0 0 16,9-1 0-16,-1 0 0 0,5 0 0 15,2-2 0-15,0 2 0 0,0-1 0 16,-2-1 0-16,-9 0 0 15,-1 2 0-15,-9-2 0 0,-6 1 0 16,-4 2 0-16,-7-1 0 0,-5 3 0 16,-5-3 0-16,-2 0 0 0,-6-2 0 15,3-3 0-15,-6-1 0 16,6-3 0-16,-1-2 0 0,-4 0 0 16,8-2-1077-16,-2-2-2861 0</inkml:trace>
  <inkml:trace contextRef="#ctx0" brushRef="#br0" timeOffset="-105051.31">10414 15372 1104 0,'0'0'32'0,"0"0"1489"16,0 0-525-16,0 0-155 0,0 0-129 15,0 0 424-15,0 0-471 0,0 0-105 16,0 0 65-16,0 0-625 16,10 2 0-16,1 28 0 0,1 9 0 15,13 6 0-15,2 5 0 0,8 0 0 16,8 7 0-16,5 6 0 0,-3 4 0 15,-7 5 0-15,-11 4 0 16,-17 6 0-16,-6 4 0 0,-12 1 0 16,-9-3 0-16,-8-4 0 0,-8-4 0 15,-8-7 0-15,0-5 0 0,1-7 0 16,1-10 0-16,10-11 0 0,4-12 0 16,5-12 0-16,7-9 0 0,5-15-1029 15,6-2-1192-15,4-14-2405 0</inkml:trace>
  <inkml:trace contextRef="#ctx0" brushRef="#br0" timeOffset="-104361.91">11138 15739 5362 0,'0'0'688'0,"0"0"217"0,0 0 255 0,0 0-1083 0,0 0-77 16,0 0 0-16,0 0 0 0,0 0 0 16,-11 42 0-16,34 10 0 0,8 16 0 15,10 7 0-15,3-1 0 16,3 4 0-16,-1 2 0 0,-3 0 0 16,-8 0 0-16,-8-5 0 0,0-6 0 15,-6-9 0-15,-5-9 0 0,-1-7 0 16,-5-11 0-16,-4-11 0 15,-6-11 0-15,0-8 0 0,0-8-1682 16,-4-1-579-16</inkml:trace>
  <inkml:trace contextRef="#ctx0" brushRef="#br0" timeOffset="-104143.14">11082 16569 2605 0,'0'0'2661'0,"0"0"-1717"0,0 0-7 16,0 0 108-16,0 0-1045 0,0 0 0 15,0 0 0-15,58-64 0 16,-23 14 0-16,8-6 0 0,-8 4 0 16,-2-2 0-16,5 1 0 0,-7 0 0 15,4 0 0-15,-2-1 0 0,4 1 0 16,0 2 0-16,-6 4 0 15,0 5 0-15,-10 10 0 0,-4 2-3222 0</inkml:trace>
  <inkml:trace contextRef="#ctx0" brushRef="#br0" timeOffset="-103093.05">11129 15611 5878 0,'0'0'829'15,"0"0"-49"-15,0 0-75 0,0 0-705 16,0 0 0-16,42-7 0 0,20 4 0 15,18 0 0-15,9 0 0 16,0 2 0-16,-4 1 0 0,-13 0 0 16,-18 0-529-16,-9-3-3361 0</inkml:trace>
  <inkml:trace contextRef="#ctx0" brushRef="#br0" timeOffset="-99944.52">12122 16076 3193 0,'0'0'1429'0,"0"0"143"15,0 0-887-15,0 0-113 0,0 0 169 16,35 3-741-16,-8 1 0 0,-1-3 0 15,8 0 0-15,-3-1 0 16,4 0 0-16,-2-4 0 0,4-1 0 16,0-3 0-16,5-2 0 0,-1-1 0 15,0-3-501-15,-14 2-888 16,-6 2-515-16</inkml:trace>
  <inkml:trace contextRef="#ctx0" brushRef="#br0" timeOffset="-99564.58">12163 16237 6579 0,'0'0'584'0,"0"0"260"0,0 0-659 16,0 0-185-16,0 0 0 0,37 22 0 16,-6-5 0-16,6 0 0 0,1-2 0 15,-1-3 0-15,0-3 0 0,0-4 0 16,5-5 0-16,-5-3 0 0,2-10 0 16,-12-1-1818-16,-4-7-4260 0</inkml:trace>
  <inkml:trace contextRef="#ctx0" brushRef="#br0" timeOffset="-96519.22">13509 15656 3097 0,'0'0'1717'0,"0"0"-1101"15,0 0 248-15,0 0-375 0,0-36-117 16,-5 27 220-16,-1 3-292 16,0-1-155-16,0 1-145 0,-4 4 0 15,-5 3 0-15,-6 12 0 0,1 9 0 16,-1 13 0-16,-6 9 0 0,-4 8 0 15,0 7 0-15,4 7 0 16,0 6 0-16,7 6 0 0,3 2 0 16,7 2 0-16,10 1 0 0,4-6 0 15,8 0 0-15,5-6 0 0,8-3 0 16,2-4 0-16,4-5 0 0,4-3 0 16,-2-4 0-16,2-9 0 0,-2-10 0 15,-33-33 0-15,68 39-365 0,-47-30-2140 16,2-9-913-16</inkml:trace>
  <inkml:trace contextRef="#ctx0" brushRef="#br0" timeOffset="-95901.52">13792 16236 5802 0,'0'0'608'0,"0"0"177"0,-11-43 212 16,11 38-997-16,0 5 0 0,0 2 0 16,7 11 0-16,1 15 0 0,-2 12 0 15,4 11 0-15,7 3 0 0,0 0 0 16,1 3 0-16,1 0 0 15,-1 2 0-15,-5 0 0 0,-3 2 0 16,-6-3 0-16,-4-3 0 0,-4-7 0 16,-6-3 0-16,-3-7 0 0,-7-7 0 15,3-8 0-15,-8-6 0 16,-2-5 0-16,7-9 0 0,-5-5 0 16,-2-12 0-16,4-12 0 0,-1-12 0 15,7-18 0-15,7-15 0 0,-1 13-889 16,7-15-992-16</inkml:trace>
  <inkml:trace contextRef="#ctx0" brushRef="#br0" timeOffset="-95765.65">13825 15770 6655 0,'0'0'792'0,"0"0"-104"0,0 0-631 15,0 0-57-15,0 0 0 0,0 0 0 16,0 0 0-16,0 0 0 0,0 0 0 15,0 0-457-15,39 14-1324 0</inkml:trace>
  <inkml:trace contextRef="#ctx0" brushRef="#br0" timeOffset="-95202.18">14218 16105 6062 0,'0'0'845'0,"0"0"-305"0,0 0 205 15,-17 37-745-15,1-9 0 16,-3 8 0-16,-2 1 0 0,9-2 0 16,-3 0 0-16,9-3 0 0,2-2 0 15,4-6 0-15,0-4 0 16,4-6 0-16,7-7 0 0,-1-5 0 16,6-6 0-16,5-8 0 0,0-9 0 15,2-2 0-15,-3-5 0 0,-1 2 0 16,-1 0 0-16,-3 5 0 15,-5 7 0-15,-6 6 0 0,-2 5 0 16,-2 3 0-16,0 1 0 0,0 9 0 16,0 11 0-16,0 4 0 0,5 4 0 15,-1 1 0-15,2-7 0 0,6-1 0 16,7-5 0-16,4-2 0 0,-3-7 0 16,7-3 0-16,-2-5 0 0,-2-3 0 15,-3-7 0-15,1-2 0 0,-6-5 0 16,-3-2 0-16,-8 0 0 15,2-2 0-15,-2 0 0 0,-4-3 0 16,5 1 0-16,-3 3 0 0,2-1 0 16,2 7 0-16,-2-2 0 0,6 4-1085 15,-3 0-2965-15</inkml:trace>
  <inkml:trace contextRef="#ctx0" brushRef="#br0" timeOffset="-94906.89">15036 15703 6310 0,'0'0'613'0,"6"-41"-69"0,-6 29 181 16,0 5-725-16,0 2 0 0,0 3 0 15,-6 2 0-15,-10 4 0 0,-9 18 0 16,-10 10 0-16,-9 12 0 0,1 8 0 15,4 3 0-15,-1 8 0 16,5 5 0-16,8 4 0 0,13 0 0 16,8-4 0-16,10-5 0 0,12-8 0 15,15-10 0-15,11-7 0 16,1-9 0-16,11-8 0 0,-2-6 0 16,-5-7 0-16,-1-8 0 0,-7-1 0 15,-10-11 0-15,-13 1 0 0,-1-4-2446 0</inkml:trace>
  <inkml:trace contextRef="#ctx0" brushRef="#br0" timeOffset="-93083.87">15321 16061 5366 0,'0'0'912'16,"0"0"-103"-16,0 0 296 0,0 0-1105 15,0 0 0-15,0 0 0 0,0 0 0 16,36-11 0-16,-9 17 0 15,4 1 0-15,2 2 0 0,8-2 0 16,0 0 0-16,-4-2 0 0,1 0 0 16,-3-3 0-16,-6-2 0 0,-11 0 0 15,-5-3-1850-15,-9-3-1123 0</inkml:trace>
  <inkml:trace contextRef="#ctx0" brushRef="#br0" timeOffset="-92897.12">15472 15858 6771 0,'0'0'696'15,"-35"64"29"-15,25-23-725 16,4 2 0-16,6-1 0 0,4 1 0 16,6-4 0-16,7-5 0 0,3-4 0 15,7-8 0-15,-2-9-57 0,-6-7-2136 16,-1-6-2377-16</inkml:trace>
  <inkml:trace contextRef="#ctx0" brushRef="#br0" timeOffset="-92463">16047 15503 5962 0,'0'0'673'0,"-19"36"95"16,9-4-172-16,2 7-403 0,2 6-193 15,-1 5 0-15,7 3 0 0,0 4 0 16,0 5 0-16,3 4 0 0,-3 2 0 15,0 0 0-15,0-2 0 16,-7-5 0-16,7-6 0 0,-4-8 0 16,4-9 0-16,0-11-673 0,4-10-480 15,-4-12-1968-15</inkml:trace>
  <inkml:trace contextRef="#ctx0" brushRef="#br0" timeOffset="-92136">15993 16000 5526 0,'0'0'1429'16,"0"0"-729"-16,0 0-163 0,0 0-537 16,21-46 0-16,6 33 0 0,4 2 0 15,2 5 0-15,-2 4 0 0,-4 2 0 16,-7 1 0-16,-5 3 0 0,-9 3 0 15,-6 3 0-15,-6 4 0 16,-11 7 0-16,-12 5 0 0,-8 3 0 16,0 0 0-16,0 3 0 0,0 1 0 15,10-2 0-15,6 0 0 16,15-5 0-16,2-2 0 0,10-5 0 16,13-2 0-16,3-7 0 0,9-4 0 15,7-4 0-15,-1-2 0 0,0-1 0 16,0-4 0-16,-8 0-1942 15,-2 1-891-15</inkml:trace>
  <inkml:trace contextRef="#ctx0" brushRef="#br0" timeOffset="-91823.76">16436 16211 6494 0,'0'0'1069'16,"0"0"-661"-16,0 0-187 0,-44-30-221 15,24 30 0-15,-5 7 0 16,-2 2 0-16,4 1 0 0,3 1 0 16,5-3 0-16,5-2 0 0,10-1 0 15,0 0 0-15,4 4 0 16,19 4 0-16,1 3 0 0,14 0 0 16,-1 0 0-16,-2 1 0 0,-2 2 0 15,-2 3 0-15,-4 0 0 0,-9 1 0 16,-7 0 0-16,-9-1 0 15,-4 0 0-15,-13 1 0 0,-5-2 0 16,-7-2 0-16,-8-1 0 0,-5-5 0 16,-1-4 0-16,0-3 0 0,4-6 0 15,6 0 0-15,4-7-329 0,6-3-2204 16,11-3-212-16</inkml:trace>
  <inkml:trace contextRef="#ctx0" brushRef="#br0" timeOffset="-90970.65">16719 15400 5514 0,'0'0'924'16,"0"0"-547"-16,0 0 95 0,0 0-40 15,0 0-260-15,6 44 60 0,9 0-163 16,1 14-69-16,11 7 0 0,2 5 0 16,4 8 0-16,-2 10 0 0,-4 8 0 15,-9 6 0-15,-11 8 0 0,-11 0 0 16,-13-1 0-16,-8-6 0 0,-6-7 0 15,-6-4 0-15,0-11 0 16,-3-9 0-16,-1-13 0 0,4-11 0 16,2-18 0-16,4-13 0 0,8-17 0 15,4-10-1513-15,9-11-2421 0</inkml:trace>
  <inkml:trace contextRef="#ctx0" brushRef="#br0" timeOffset="-89265.55">17244 15877 4141 0,'0'0'2185'0,"0"0"-1308"0,0 0-133 16,0 0-499-16,25 34-245 0,-3-4 0 16,9 6 0-16,3 7 0 0,1 4 0 15,6 5 0-15,2 5 0 0,5 0 0 16,0 0 0-16,1-2 0 0,-3-3 0 16,-7-5 0-16,-6-3 0 0,-2-2 0 15,-8-6 0-15,-5-5 0 0,-3-6 0 16,-7-7 0-16,-4-8 0 15,-4-6-233-15,0-4-1304 0,-6-6-279 0</inkml:trace>
  <inkml:trace contextRef="#ctx0" brushRef="#br0" timeOffset="-88991.81">17271 16634 5330 0,'0'0'1208'0,"0"0"-555"0,0 0 348 15,0 0-1001-15,31-40 0 0,-4 1 0 16,2-12 0-16,4-4 0 0,2-1 0 16,4-3 0-16,9-1 0 0,3-3 0 15,3 0 0-15,-2 0 0 0,-1 3 0 16,3 3 0-16,-6 5 0 0,-7 9 0 15,-4 6 0-15,-12 9 0 16,-10 9-825-16,-7 5-1984 0</inkml:trace>
  <inkml:trace contextRef="#ctx0" brushRef="#br0" timeOffset="-88635.1">18048 16359 6270 0,'0'0'417'0,"4"37"255"15,-10-3 144-15,-4 10-799 16,-5 6-17-16,5-1 0 0,-5 3 0 16,-1-1 0-16,5-2 0 0,1-2 0 15,2-5 0-15,4-5 0 0,0-7 0 16,4-5 0-16,10-10-321 15,-4-7-1268-15,2-7-752 0</inkml:trace>
  <inkml:trace contextRef="#ctx0" brushRef="#br0" timeOffset="-88200.99">18042 16465 5286 0,'0'0'584'0,"0"0"193"16,43-45 219-16,-22 33-524 0,4 2-395 16,2 3-77-16,-1 4 0 0,-5 3 0 15,6 7 0-15,-6 5 0 16,-1 4 0-16,-9 4 0 0,1 2 0 16,-10 0 0-16,-2 0 0 0,-2 1 0 15,-10-2 0-15,-3 0 0 0,-8-2 0 16,-3-2 0-16,-3 2 0 15,-4-4 0-15,2 1 0 0,0-4 0 16,4-4 0-16,6-1 0 0,11-2 0 16,3-2 0-16,7 0 0 0,7-2 0 15,3 5 0-15,11 0 0 0,6 3 0 16,4 1 0-16,-7 2 0 0,-1 2 0 16,-2 0 0-16,-7 3 0 0,-1 2 0 15,-9-1 0-15,0 2 0 0,-8 1 0 16,-7 2 0-16,-5-2 0 15,-9 0 0-15,-2-2 0 0,-4-1 0 16,0-5 0-16,0-2 0 0,-2-5 0 16,8-6 0-16,-4-7-133 0,11-3-1227 15,-3-4-3022-15</inkml:trace>
  <inkml:trace contextRef="#ctx0" brushRef="#br0" timeOffset="-87767.3">17391 15514 5082 0,'0'0'400'0,"0"0"524"0,0 0 293 15,0 0-648-15,0 0-569 0,0 0 0 16,0 0 0-16,0 0 0 0,47-28 0 16,19 19 0-16,15 0 0 0,4-1 0 15,-3 2 0-15,-3-1 0 0,-9 0 0 16,-18 3 0-16,0-5-333 0</inkml:trace>
  <inkml:trace contextRef="#ctx0" brushRef="#br0" timeOffset="-78537.31">22434 14580 5162 0,'0'0'240'0,"0"0"408"16,0 0 169-16,0 0-213 0,0 0-160 15,0 0-167-15,0 0-277 16,0 0 0-16,38 72 0 0,-7-24 0 15,4 2 0-15,2 2 0 0,4 6 0 16,3 4 0-16,1 8 0 16,-1 3 0-16,-5 0 0 0,-2-9 0 15,-8-3 0-15,-4-10 0 0,-4-6 0 16,-7-6 0-16,-4-5 0 0,-5-7 0 16,-1-5-281-16,-4-9-527 0,-4-7-1109 15,1-6-396-15</inkml:trace>
  <inkml:trace contextRef="#ctx0" brushRef="#br0" timeOffset="-78075.8">22323 15444 6563 0,'0'0'1020'0,"0"0"-560"0,31-33-311 0,-8 4-149 15,6-6 0-15,6-10 0 0,6-9 0 16,9-10 0-16,3-8 0 16,7-4 0-16,0-3 0 0,0 4 0 15,-2 5 0-15,-6 9 0 0,-9 11 0 16,-8 8 0-16,-14 15 0 0,-11 3-2782 0</inkml:trace>
  <inkml:trace contextRef="#ctx0" brushRef="#br0" timeOffset="-75766.24">22414 14379 3813 0,'0'0'1829'0,"35"8"-1221"0,17-15 113 16,24-7-161-16,23-7-128 0,15-4-203 15,8-1-229-15,-6 0 0 0,-32 7-669 16,-15-1-2160-16</inkml:trace>
  <inkml:trace contextRef="#ctx0" brushRef="#br0" timeOffset="-74169.84">21845 15916 4730 0,'0'0'2589'16,"0"0"-1745"-16,0 0-815 0,0 0-29 16,0 0 0-16,83 12 0 0,-7-9 0 15,24-3 0-15,15-1 0 0,7-4 0 16,9-2 0-16,3 1 0 16,-2 2 0-16,-10 4 0 0,-8 0 0 15,-13 3-185-15,-33 0-1944 0,-10-1-1456 0</inkml:trace>
  <inkml:trace contextRef="#ctx0" brushRef="#br0" timeOffset="-73642.06">22292 16434 3797 0,'0'0'2469'0,"29"39"-1888"0,-11-11-37 15,-1 5 160-15,4 4-607 0,8 4-97 16,-3 1 0-16,5 2 0 16,2 0 0-16,1 1 0 0,-3 0 0 15,0 0 0-15,-9 0 0 0,-7-5 0 16,-1-3 0-16,-8-2-373 15,-3-6-319-15,-1-8-165 0,-4-5-1688 0</inkml:trace>
  <inkml:trace contextRef="#ctx0" brushRef="#br0" timeOffset="-73390.75">22250 17077 5930 0,'0'0'893'16,"38"-69"295"-16,-11 21-1007 0,2-3-181 15,4-3 0-15,4-6 0 16,6 0 0-16,3-2 0 0,7 3 0 16,-1 3 0-16,-2 6 0 0,-7 7 0 15,-4 8 0-15,-12 9 0 0,-8 10-1313 16,-13 4-1433-16</inkml:trace>
  <inkml:trace contextRef="#ctx0" brushRef="#br0" timeOffset="-73003.11">22856 17017 6915 0,'0'0'444'0,"-6"62"20"0,6-22-95 0,-2 1-369 0,2 4 0 0,-2 0 0 15,0 2 0-15,2-6 0 0,0-2-129 16,0-2-575-16,2-9-181 15,0-7-1440-15,-2-8-932 0</inkml:trace>
  <inkml:trace contextRef="#ctx0" brushRef="#br0" timeOffset="-72568.93">22835 17048 6354 0,'0'0'273'0,"0"0"159"0,29-40 356 16,-6 25-468-16,2 1-295 0,0 4-25 15,-2 4 0-15,-3 4 0 0,-3 4 0 16,-1 6 0-16,-3 1 0 0,-5 4 0 16,-4 0 0-16,-2 3 0 0,-2 0 0 15,-4 1 0-15,-4 2 0 0,-3 1 0 16,-3 0 0-16,-5 2 0 15,-1 0 0-15,-5-1 0 0,4-2 0 16,9-6 0-16,1-2 0 0,7-6 0 16,2-2 0-16,2 1-41 0,8-1-111 15,11 1 116-15,2-2 28 16,4-1 8-16,-1-1 16 0,-5 2-8 16,0 0-8-16,-5 4 0 0,1 2-4 15,-3 4 4-15,-2 0 0 0,-1 1-32 16,-5 1 32-16,-2 3-4 0,-2-2-12 15,0 3 16-15,-4 0 100 16,-5 1-24-16,-3 1 17 0,-9 0-93 16,1 0 0-16,-7-3 0 0,-4-3 0 15,-2-3 0-15,-3-8-189 0,-1-4-1015 16,10-4-225-16,1-9-668 0</inkml:trace>
  <inkml:trace contextRef="#ctx0" brushRef="#br0" timeOffset="-72180.79">22296 16265 6783 0,'0'0'1064'0,"0"0"-719"0,0 0-345 16,54-13 0-16,-5 6 0 0,11 0 0 15,4 0 0-15,0 1 0 16,3 0 0-16,-3 1 0 0,-6 2 0 16,-17 1-309-16,-6-3-4173 0</inkml:trace>
  <inkml:trace contextRef="#ctx0" brushRef="#br0" timeOffset="-71388.85">23540 15858 4149 0,'0'0'1829'15,"36"4"-684"-15,-12-4-453 16,3 0-315-16,4 0-377 0,4-1 0 16,0-4 0-16,1-2 0 0,1-1 0 15,-4 0 0-15,-4-2 0 0,-4 2 0 16,-9-1 0-16,-3 3-2022 0,-9 0-947 15</inkml:trace>
  <inkml:trace contextRef="#ctx0" brushRef="#br0" timeOffset="-71079.18">23491 16073 5498 0,'0'0'776'0,"66"3"765"0,-23-3-1164 16,-5 0-377-16,3 0 0 16,-2 6 0-16,-4 0 0 0,2-1 0 15,-12-1-117-15,-2-4-2204 0</inkml:trace>
  <inkml:trace contextRef="#ctx0" brushRef="#br0" timeOffset="-64968.5">27112 14773 5746 0,'0'0'865'0,"0"0"279"16,0 0-707-16,0 0-437 0,0 0 0 15,0 0 0-15,0 50 0 0,11-4 0 16,1 11 0-16,3 7 0 0,-3 0 0 16,-4 5 0-16,1-2 0 0,-9 1 0 15,0-3 0-15,-11-3 0 0,-1-6 0 16,-3-6 0-16,-1-8 0 0,-5-9 0 15,0-9 0-15,1-12 0 16,-5-12 0-16,0-16-601 0,9 1-996 16,-3-13-3945-16</inkml:trace>
  <inkml:trace contextRef="#ctx0" brushRef="#br0" timeOffset="-64828.65">27094 14194 7963 0,'0'0'229'0,"-11"-35"-229"16,9 24 0-16,0 7 0 16,0 1 0-16,2 0 0 0,0 2 0 15,4 2 0-15,7 8 0 0,1 1-1625 16,7 1-2033-16</inkml:trace>
  <inkml:trace contextRef="#ctx0" brushRef="#br0" timeOffset="-64286.78">27625 14633 6875 0,'0'0'1024'16,"0"0"-731"-16,0 0-293 0,0 0 0 16,-41 58 0-16,28-26 0 0,3 2 0 15,2-4 0-15,1 1 0 0,3 1 0 16,4-5 0-16,0-1 0 0,0-8 0 15,9-4 0-15,5-9 0 0,3-5 0 16,7-7 0-16,3-8 0 16,0-8 0-16,2-2 0 0,-4-1 0 15,0 0 0-15,-5 5 0 0,-7 5 0 16,-5 8 0-16,-4 5 0 0,-4 3 0 16,0 3 0-16,0 9 0 15,-4 9 0-15,-2 5 0 0,2 6 0 16,2-2 0-16,2-5 0 0,8-1 0 15,6-6 0-15,7-6 0 16,4-2 0-16,6-9 0 0,-2-1 0 16,2-8 0-16,-2-5 0 0,-7-4 0 15,-3-4 0-15,-4-4 0 0,-7-2 0 16,-2-2 0-16,-2-3 0 0,-4 0 0 16,0 0 0-16,0 0 0 0,0-1-405 15,0 9-1728-15,2-2-1661 0</inkml:trace>
  <inkml:trace contextRef="#ctx0" brushRef="#br0" timeOffset="-64007.52">28510 14176 7787 0,'0'0'405'0,"0"0"-405"15,0 0 0-15,-27-35 0 16,17 35 0-16,-7 1 0 0,-6 11 0 15,-2 7 0-15,-1 12 0 0,-3 8 0 16,0 9 0-16,-2 12 0 16,2 6 0-16,-2 6 0 0,6 2 0 15,6-4 0-15,7-2 0 0,10-8 0 16,6-5 0-16,13-7 0 0,11-10 0 16,12-6 0-16,7-8 0 0,7-10 0 15,2-8 0-15,2-6 0 0,0-8 0 16,-7-9 0-16,-7-8 0 0,-13 5-1529 15,-9-5-3782-15</inkml:trace>
  <inkml:trace contextRef="#ctx0" brushRef="#br0" timeOffset="-63680.58">28869 14620 6354 0,'0'0'873'0,"0"0"92"0,0 0-965 0,0 0 0 0,0 0 0 16,31-37 0-16,-14 33 0 0,12 0 0 16,8 0 0-16,4 3 0 15,3 1 0-15,-3 0 0 0,-2 0 0 16,-1 0 0-16,-3-2 0 0,-12-3 0 16,-3-1-2614-16</inkml:trace>
  <inkml:trace contextRef="#ctx0" brushRef="#br0" timeOffset="-63480.86">29020 14461 7007 0,'0'0'724'0,"0"64"-263"15,0-23-461-15,0 1 0 0,4 2 0 16,3-3 0-16,3-1 0 0,4-7 0 15,3-4 0-15,0-5 0 0,-1-11-301 16,-6-3-2096-16</inkml:trace>
  <inkml:trace contextRef="#ctx0" brushRef="#br0" timeOffset="-63141.36">29541 13972 4898 0,'0'0'1224'0,"-12"35"-519"0,12-15 19 0,6 4-83 16,2 8-641-16,1 6 0 15,-3 10 0-15,-2 10 0 0,-2 8 0 16,-2 6 0-16,0 4 0 0,-2 1 0 16,-2-4 0-16,2 0 0 0,0-8 0 15,0-7 0-15,2-4 0 16,0-12 0-16,0-10 0 0,-3-10 0 15,3-12-445-15,-4-10-2860 0</inkml:trace>
  <inkml:trace contextRef="#ctx0" brushRef="#br0" timeOffset="-62795.76">29541 14493 5946 0,'0'0'961'0,"0"0"-169"0,35-49-299 16,-6 34-493-16,4 2 0 15,0 4 0-15,1 4 0 0,-3 5 0 16,-5 1 0-16,-5 5 0 0,-6 5 0 16,-9 1 0-16,-6 4 0 0,-4 4 0 15,-13 5 0-15,-4 0 0 16,-5 4 0-16,-1 1 0 0,2 1 0 15,2-4 0-15,9 0 0 0,5-4 0 16,7 0 0-16,6-4 0 16,9-2 0-16,5-2 0 0,9-1 0 15,6 0 0-15,5-1 0 0,1 0 0 16,2-1 0-16,-2-1 0 0,-10-4-1441 16,-2-1-1285-16</inkml:trace>
  <inkml:trace contextRef="#ctx0" brushRef="#br0" timeOffset="-62455.6">30159 14765 5730 0,'0'0'712'0,"0"0"-215"0,-49-38 67 15,20 29-240-15,0 5-36 16,-2 2-211-16,2 5-77 0,6 4 0 16,5 3 0-16,5 1 0 0,9 1 0 15,4 4 0-15,10 0 0 0,15 3 0 16,8 1 0-16,11 2 0 0,1-2 0 16,1-1 0-16,-9-4 0 0,-4 1 0 15,-10-3 0-15,-11-1 0 0,-10-1 0 16,-4 4 0-16,-8-1 0 0,-9 0 0 15,-6-1 0-15,-6-2 0 0,0-2 0 16,-8 1 0-16,2-2 0 16,-7-2 0-16,-3-4-949 0,8 0-528 15,-5-3-3373-15</inkml:trace>
  <inkml:trace contextRef="#ctx0" brushRef="#br0" timeOffset="-61958.9">25291 15437 7395 0,'0'0'624'16,"0"0"-451"-16,0 0-173 0,37 39 0 16,19-32 0-16,29-4 0 0,31-3 0 15,26-2 0-15,32-2 0 0,29 0 0 16,22 0 0-16,23 2 0 0,17 2 0 16,18 0 0-16,14 1 0 0,16 4 0 15,17 1 0-15,11 1 0 0,15 2 0 16,2 2 0-16,-1 1 0 0,-18 0 0 15,-14-1 0-15,-30 0 0 16,-32-1 0-16,-32-3 0 0,-34-1 0 16,-40-5-285-16,-52-1-1664 0,-22-7-848 0</inkml:trace>
  <inkml:trace contextRef="#ctx0" brushRef="#br0" timeOffset="-61117.46">25271 16660 6366 0,'0'0'697'15,"0"0"432"-15,0 0-1129 16,0 0 0-16,0 0 0 0,0 0 0 16,33 1 0-16,6 6 0 0,8 1 0 15,7-5 0-15,-2-3 0 0,0 0 0 16,-9 0 0-16,-4 0 0 0,-6 0 0 15,-10 0 0-15,-6-2 0 16,-9 1-1221-16,-6-2-1641 0</inkml:trace>
  <inkml:trace contextRef="#ctx0" brushRef="#br0" timeOffset="-60541.46">25765 16438 7035 0,'0'0'400'16,"0"0"292"-16,0 0-627 0,4 45-65 15,-4-7 0-15,0 11 0 0,0 3 0 16,-2-4 0-16,0 0 0 0,0-3 0 15,2 0 0-15,0-4 0 16,0-4 0-16,-3-6 0 0,3-9 0 16,0-9 0-16,0-10 0 0,0-3 0 15,3-3 0-15,3-14 0 0,2-15 0 16,4-9 0-16,-1-8 0 0,-1 1 0 16,0 1 0-16,1 1 0 0,-3 3 0 15,2 11 0-15,1 11 0 0,-5 10 0 16,0 5 0-16,-2 6 0 15,2 5 0-15,1 10 0 0,-1 12 0 16,-4 7 0-16,-2 5 0 0,0-2 0 16,-4-3 0-16,0-2 0 0,2-1 0 15,2-7 0-15,0-4 0 16,4-8 0-16,2-5 0 0,4-7 0 16,3-5 0-16,3-10 0 0,7-8 0 15,-2-5 0-15,-5-5 0 0,3-1 0 16,-3 1 0-16,-1 1 0 0,-3 6 0 15,-4 4 0-15,1 9 0 16,-3 4 0-16,-2 5 0 0,0 4 0 16,2 4 0-16,3 10 0 0,1 13 0 15,-2 8 0-15,-2 4 0 0,-1-2 0 16,1-7 0-16,2-2 0 0,2-2 0 16,-1-8 0-16,-1-4-1405 0</inkml:trace>
  <inkml:trace contextRef="#ctx0" brushRef="#br0" timeOffset="-59969.6">26457 16536 6767 0,'0'0'828'0,"0"0"-231"16,0 0-597-16,0 0 0 0,0 0 0 16,-27 42 0-16,15-9 0 0,-1 2 0 15,3-1 0-15,6-3 0 16,2-5 0-16,2 0 0 0,0-2 0 16,4-4 0-16,0-7 0 0,0-3 0 15,0-6 0-15,3-2 0 0,1-2 0 16,4-5 0-16,5-12 0 0,1-4 0 15,1-7 0-15,-2 1 0 0,-1 5 0 16,-4 3 0-16,1 5 0 16,-7 7 0-16,-2 4 0 0,-2 4 0 15,0 12 0-15,0 10 0 0,0 4 0 16,3 5 0-16,-3-1 0 0,8-8 0 16,2-1 0-16,5-4 0 0,2-5 0 15,5-5 0-15,-1-3 0 0,-2-5 0 16,-3-4 0-16,-3-4 0 15,-3-4 0-15,-6-2 0 0,-1-6 0 16,-3-2 0-16,-2-1 0 0,0-2 0 16,-2-5 0-16,-3-3 0 0,1-4 0 15,0 5-1569-15,2-2-945 0</inkml:trace>
  <inkml:trace contextRef="#ctx0" brushRef="#br0" timeOffset="-59657.44">26769 16136 5850 0,'0'0'620'0,"0"0"25"0,0 0 371 15,23-43-955-15,-11 30-61 0,1 2 0 16,1-1 0-16,1 2 0 0,1 0 0 16,1-1 0-16,1 4 0 0,1 1 0 15,0 5 0-15,-1 1 0 0,-3 6 0 16,-1 5 0-16,-6 4 0 0,-3 2 0 15,-3 2 0-15,-2 3 0 16,-2 2 0-16,-7 1 0 0,1 3 0 16,0-2 0-16,-1-1 0 0,3-1 0 15,6-4 0-15,0-4 0 16,9-1 0-16,5-5 0 0,5 0 0 16,7-5 0-16,14-1 0 0,7-3 0 15,11 0 0-15,6 0 0 0,0 0 0 16,-14-1-601-16,-5 0-3749 0</inkml:trace>
  <inkml:trace contextRef="#ctx0" brushRef="#br0" timeOffset="-59316.11">27276 16724 6486 0,'0'0'617'0,"0"0"11"16,0 0-167-16,55-18-461 0,-13 7 0 15,9 2 0-15,-1 3 0 16,-6 6 0-16,-5 0 0 0,-4 0 0 16,-6 3 0-16,-2-1 0 0,-5-1 0 15,-1-1 0-15,-4-4-757 0,-7 0-2052 16,-2-5-1709-16</inkml:trace>
  <inkml:trace contextRef="#ctx0" brushRef="#br0" timeOffset="-59157.22">27559 16529 6310 0,'0'0'1009'0,"0"0"-369"0,0 0-407 15,0 0-233-15,0 0 0 16,-4 61 0-16,4-22 0 0,0 2 0 16,2-1 0-16,4-2 0 0,0-3 0 15,5-3 0-15,1-2 0 0,0-5 0 16,-3-9 0-16,-1-4-2586 0</inkml:trace>
  <inkml:trace contextRef="#ctx0" brushRef="#br0" timeOffset="-58657.25">27935 16672 4658 0,'0'0'984'0,"0"0"69"0,0 0-29 16,0 0-551-16,17 57-473 0,-5-14 0 16,0 7 0-16,5 1 0 0,-3-4 0 15,1 0 0-15,1 1 0 0,-5 0 0 16,-5 4 0-16,-4-1 0 15,-6 1 0-15,-9-1 0 0,-5-2 0 16,-7-6 0-16,-2-3 0 0,0-9 0 16,-2-8 0-16,-2-6 0 0,2-10 0 15,1-7 0-15,1-10 0 16,4-12 0-16,2-12 0 0,7-12 0 16,1-15 0-16,9-12 0 0,2-11 0 15,2-10 0-15,10-9-661 0,7-4-143 16,0 25-633-16,5 0-2277 0</inkml:trace>
  <inkml:trace contextRef="#ctx0" brushRef="#br0" timeOffset="-58522.43">28067 16113 3997 0,'0'0'3494'0,"0"0"-2793"16,0 0-701-16,0 0 0 0,0 0 0 15,0 0 0-15,0 0 0 0,40 33-1193 16,-32-14-1869-16</inkml:trace>
  <inkml:trace contextRef="#ctx0" brushRef="#br0" timeOffset="-58119.29">28264 16569 7079 0,'0'0'820'0,"0"0"-527"0,0 0-293 15,-44 28 0-15,32-3 0 16,2 4 0-16,1 0 0 0,3 2 0 16,2-5 0-16,4-1 0 0,2-5 0 15,2-1 0-15,0-5 0 0,0-3 0 16,1-6 0-16,-1-2 0 0,-2-1 0 16,4-2 0-16,4-8 0 0,5-7 0 15,1-4 0-15,1-3 0 0,-3 1 0 16,-3 8 0-16,-3 5 0 15,-2 2 0-15,-2 5 0 0,-2 1 0 16,5 1 0-16,-1 9 0 0,-2 9 0 16,2 3 0-16,-2 3 0 0,2-4 0 15,3-4 0-15,3-2 0 16,5-3 0-16,1-5 0 0,3-5 0 16,2-2 0-16,-3-5 0 0,-3-5 0 15,-1-2 0-15,-5-2 0 0,-1-3 0 16,-2-2 0-16,-4-3 0 0,1-4 0 15,-1-6 0-15,0 6-1922 16,0-5-1439-16</inkml:trace>
  <inkml:trace contextRef="#ctx0" brushRef="#br0" timeOffset="-57841.12">28998 16123 6454 0,'0'0'565'0,"0"0"155"15,2-35-308-15,-2 31-371 16,0 2-41-16,0 2 0 0,-2 3 0 16,-11 10 0-16,-10 16 0 0,-8 12 0 15,-4 10 0-15,0 5 0 16,4-1 0-16,2 3 0 0,2 4 0 16,5 3 0-16,7 0 0 0,7-1 0 15,10-4 0-15,12-8 0 0,9-7 0 16,8-10 0-16,10-8 0 0,5-8 0 15,6-9 0-15,-3-6 0 0,-1-5 0 16,-1-10 0-16,-7-5 0 16,-14 0-1381-16,-1-3-2193 0</inkml:trace>
  <inkml:trace contextRef="#ctx0" brushRef="#br0" timeOffset="-57391.76">29384 16693 4966 0,'0'0'680'0,"0"0"425"0,0 0-405 0,54-6-96 15,-15 6-467-15,7 0-137 16,-3-1 0-16,-8 1 0 0,-4 0 0 16,-4 3 0-16,-8 0 0 0,-7-2 0 15,-4-1 0-15,-4 0-525 0,-1-1-1720 16,3-11-2321-16</inkml:trace>
  <inkml:trace contextRef="#ctx0" brushRef="#br0" timeOffset="-57188.4">29618 16498 3437 0,'0'0'3414'0,"-9"35"-2262"16,9-5-963-16,-2 9-189 15,-2 4 0-15,2-1 0 0,2 1 0 16,0-4 0-16,8-4 0 0,5-5 0 16,1-5 0-16,1-1 0 0,3-8 0 15,-3-5 0-15,-3-4-1229 16,-1-7-1449-16</inkml:trace>
  <inkml:trace contextRef="#ctx0" brushRef="#br0" timeOffset="-56812.69">30213 16072 5022 0,'0'0'260'0,"0"0"1053"0,0 0-573 16,0 0-168-16,0 0-287 0,0 0-285 15,-17 77 0-15,11-22 0 0,2 7 0 16,2-1 0-16,2 3 0 15,8 2 0-15,-4 7 0 0,3 2 0 16,-3 1 0-16,-4-1 0 0,0-7 0 16,-2-6 0-16,-2-8 0 0,-1-11 0 15,3-10 0-15,0-11 0 0,2-9-1698 16,0-7-511-16,0-8-1256 0</inkml:trace>
  <inkml:trace contextRef="#ctx0" brushRef="#br0" timeOffset="-56473.32">30219 16623 2877 0,'0'0'1505'0,"0"0"-73"0,40-41-724 16,-20 29-107-16,1 3 239 0,0 1-611 15,-3 3-229-15,-3 2 0 16,-3 2 0-16,-6 1 0 0,-2 0 0 16,-2 0 0-16,0 2 0 0,-2 5 0 15,-2 7 0-15,-12 7 0 0,-7 7 0 16,-6 4 0-16,1 0 0 0,1 0 0 16,4 0 0-16,9 0 0 0,3 0 0 15,9 0 0-15,5-3 0 0,7-3 0 16,2-5 0-16,7-6 0 15,2-3 0-15,4-7 0 0,2-2 0 16,2-3 0-16,0-7 0 0,-7 0-1097 16,-1-4-2757-16</inkml:trace>
  <inkml:trace contextRef="#ctx0" brushRef="#br0" timeOffset="-56141.1">30796 16686 4670 0,'0'0'1184'0,"0"0"-459"0,0 0 423 15,0 0-683-15,0 0-465 0,-33 0 0 16,12 0 0-16,-6 0 0 0,-2 0 0 16,0 4 0-16,1 1 0 0,-1 6 0 15,6 6 0-15,4 0 0 0,9 5 0 16,8-2 0-16,6 3 0 15,13 0 0-15,9 1 0 0,10 0 0 16,1-2 0-16,2 0 0 0,2 0 0 16,1 1 0-16,-3-2 0 0,-8-1 0 15,-8-2 0-15,-13 2 0 16,-10 0 0-16,-14 3 0 0,-9-2 0 16,-10 3 0-16,-4-4 0 0,-7 0 0 15,-1-2 0-15,-3-4 0 0,3-2 0 16,1-4 0-16,3-3 0 0,4-4 0 15,8-1 0-15,-2-1-2242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26T18:53:11.986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5718 7168 2401 0,'0'0'3037'0,"0"0"-2249"15,0 0 137-15,0 0-441 16,0 0-160-16,-25 41-91 0,19-14-233 16,2 8 0-16,4 3 0 0,0 3 0 15,4 5 0-15,0 5 0 0,0 3 0 16,-2 1 0-16,-2-1 0 0,0-3 0 15,0-3 0-15,0-7 0 16,0-8 0-16,0-6 0 0,4-9 0 16,-2-5-485-16,2-7-379 0,-4-5-1589 15,4-6-1421-15</inkml:trace>
  <inkml:trace contextRef="#ctx0" brushRef="#br0" timeOffset="483.81">5612 7178 5074 0,'0'0'508'16,"0"0"621"-16,0 0-529 0,0 0-168 15,0 0-56-15,0 0-303 16,58 1-73-16,-10-1 0 0,14-1 0 16,8-1 0-16,13-3 0 0,8 0 0 15,14 2 0-15,11-2 0 0,10 0 0 16,10 2 0-16,11-1 0 0,4 4 0 15,8-1 0-15,2 1 0 16,3 0 0-16,-11 0 0 0,-2 0-321 16,-9 0-211-16,-16-1 80 0,-16-5-693 15,-32 1-340-15,-18-3-1636 0</inkml:trace>
  <inkml:trace contextRef="#ctx0" brushRef="#br0" timeOffset="937.99">5749 7888 3089 0,'0'0'2249'0,"0"0"-748"0,0 0-825 0,0 0-220 16,0 0-235-16,0 0-221 0,68 22 0 16,-8-14 0-16,23-5 0 0,16-3 0 15,10-4 0-15,9-3 0 16,12 0 0-16,1 1 0 0,1 0 0 16,4 0 0-16,1-1 0 0,1 0 0 15,-3 0 0-15,-3 1 0 0,-12 1 0 16,-9 1 0-16,-16 2-529 15,-16-2-247-15,-27 3-149 0,-11-5-1764 0</inkml:trace>
  <inkml:trace contextRef="#ctx0" brushRef="#br0" timeOffset="1330.37">8051 7217 6462 0,'0'0'413'0,"0"0"247"0,-31 46-368 0,13-10 20 0,-3 10-259 16,7 4-53-16,7 8 0 0,7 12 0 16,5 8 0-16,7 4 0 0,-2 1 0 15,1-3 0-15,-5-7 0 0,2-9 0 16,-6-7 0-16,4-13 0 15,-1-13 0-15,5-10 0 0,0-14 0 16,1-10 0-16,-1-7-1245 0,0-10-1172 0</inkml:trace>
  <inkml:trace contextRef="#ctx0" brushRef="#br0" timeOffset="2047.09">6106 4411 7007 0,'0'0'44'0,"0"0"20"16,-16 63 168-16,7-19 276 15,3 8-171-15,6 7-337 0,4 9 0 16,13 9 0-16,4 12 0 0,10 5 0 16,-2 8 0-16,2 0 0 15,-7-2 0-15,-1-5 0 0,-4-13 0 16,-9-7 0-16,-4-15 0 0,0-9 0 16,-1-7 0-16,-5-12 0 0,-7-11-265 15,3-10-915-15,-6-9-433 0</inkml:trace>
  <inkml:trace contextRef="#ctx0" brushRef="#br0" timeOffset="2337.01">6032 5645 8192 0,'33'8'0'0,"19"-8"0"0,20-5 0 15,13-8 0-15,6-5 0 0,14-1 0 16,9-1 0-16,4-1 0 0,8 3 0 16,0 2 0-16,2 4 0 0,-4 5 0 15,0 4 0-15,-6 3 0 0,-4 1 0 16,-13 4 0-16,-8 1 0 0,-21-1-461 15,-22-2-1600-15,-15 0-2117 0</inkml:trace>
  <inkml:trace contextRef="#ctx0" brushRef="#br0" timeOffset="2724.11">6280 4398 5678 0,'0'0'784'0,"0"0"-107"16,0 0 203-16,0 0-707 0,0 0-173 16,0 0 0-16,72-24 0 0,-18 19 0 15,14 0 0-15,7 0 0 0,11 1 0 16,12 0 0-16,5-1 0 15,4 1 0-15,3-3 0 0,-5 1 0 16,-5 0-185-16,-11-1-859 0,-11 3 207 16,-16 1 105-16,-23 2-305 0,-10 1-391 0</inkml:trace>
  <inkml:trace contextRef="#ctx0" brushRef="#br0" timeOffset="2954.34">7572 4402 6743 0,'0'0'748'0,"31"72"-292"16,-25-17-211-16,-2 4-245 0,-4 12 0 16,-4 6 0-16,4 5 0 0,0-1 0 15,4-1 0-15,2 1 0 16,5-3 0-16,1-2 0 0,3-4 0 15,-1-3 0-15,-4-7 0 0,1-9 0 16,-9-14-385-16,2-9-3745 0</inkml:trace>
  <inkml:trace contextRef="#ctx0" brushRef="#br0" timeOffset="4379.38">6999 2964 1684 0,'0'0'1877'16,"0"0"-1229"-16,0 0 529 0,0 0-465 16,0 0-227-16,0 0 191 0,-6 35-308 15,2 11 24-15,-2 12-219 0,2 9-173 16,-1 5 0-16,5 10 0 16,0 11 0-16,5 11 0 0,-5 7 0 15,0 6 0-15,-7 0 0 0,-1-2 0 16,0-1 0-16,-2-6 0 0,1-11 0 15,3-12 0-15,0-14 0 0,2-17 0 16,4-14 0-16,0-16 0 0,0-12 0 16,0-10 0-16,0-15 0 0,4-19 0 15,2-13-173-15,-2 4-1291 16,-4-7-4471-16</inkml:trace>
  <inkml:trace contextRef="#ctx0" brushRef="#br0" timeOffset="4609.56">6917 3013 6418 0,'0'0'145'0,"0"0"259"15,0 0-164-15,0 0 12 0,0 0 260 16,-7 40-291-16,-15-7-221 0,-3 3 0 15,-8-3 0-15,2 3 0 0,0 3 0 16,0 0 0-16,0 0 0 0,4-2 0 16,2-5 0-16,6-9 0 0,11-11-653 15,4-7-540-15,6-10-215 0</inkml:trace>
  <inkml:trace contextRef="#ctx0" brushRef="#br0" timeOffset="4795.83">7003 3018 7047 0,'0'0'776'0,"58"42"-407"0,-25-16-369 15,-2-2 0-15,0 1 0 0,2-4 0 16,3 1 0-16,1-3 0 16,-6-3 0-16,0 2 0 0,-8 1 0 15,-13-3 0-15,0 0-1217 0</inkml:trace>
  <inkml:trace contextRef="#ctx0" brushRef="#br0" timeOffset="6142.11">6358 5704 5030 0,'0'0'1064'0,"0"0"-367"0,0 0 319 15,0 0-716-15,0 0-215 0,21 37-85 16,-21-3 0-16,-4 5 0 0,2 0 0 16,-2-7 0-16,4-1 0 15,-4-4 0-15,2-2 0 0,2-2 0 16,-5-3 0-16,5-3-589 0,-4-5-355 16,2-5-1362-16,-2-3-1003 0</inkml:trace>
  <inkml:trace contextRef="#ctx0" brushRef="#br0" timeOffset="6705.34">6389 6041 5642 0,'0'0'1173'0,"0"0"-341"15,0 0-287-15,0 0-545 0,0 0 0 16,0 0 0-16,0 0 0 0,0 0 0 15,0 0 0-15,0 0 0 0,-24 8 0 16,-3 7 0-16,-6 5 0 16,2 0 0-16,2 0 0 0,0-2 0 15,10 0 0-15,7-4 0 0,1-3 0 16,7-3 0-16,4-3 0 0,4 0 0 16,7-1 0-16,9-1 0 15,7 0 0-15,0-3 0 0,4 0 0 16,-8-1 0-16,-2 1 0 0,-3 0 0 15,-7 2 0-15,-5 2 0 0,-6 0 0 16,0 3 0-16,-6 3 0 16,-9 5 0-16,-6 2 0 0,-1 0 0 15,1-2 0-15,2 0 0 0,3-1 0 16,4-1 0-16,-3-2 0 0,9-1 0 16,2-4 0-16,0 0 0 0,4-2 0 15,0 0 0-15,4 2 0 0,6-1 0 16,11-3 0-16,-1-1 0 0,7-1 0 15,-6-3-157-15,0 1 33 0,-5-1-72 16,-6 3-108-16,-5 0 28 16,-3 0-60-16,2 2 204 0,-4 6 104 15,-6 4 8-15,-3 3 40 0,-3 1-20 16,-3 0 36-16,5-2-24 0,0-1-12 16,4-3 40-16,-1-2-40 15,7-2 20-15,-4-3-20 0,4 2-16 16,0-1-108-16,0-2-753 0,0 0-367 15,4-2-317-15</inkml:trace>
  <inkml:trace contextRef="#ctx0" brushRef="#br0" timeOffset="6894.27">6276 6532 2016 0,'0'0'3798'0,"0"0"-2713"0,0 0-581 0,0 0 128 0,0 0-475 15,0 0-157-15,0 0 0 0,14 46 0 16,-14-3 0-16,0 15 0 16,-6 7 0-16,-2 1 0 0,2 2 0 15,-7-2 0-15,3-3 0 0,2-6 0 16,1-10 0-16,1-12 0 16,2-17 0-16,4-10-429 0,4-19-3149 0</inkml:trace>
  <inkml:trace contextRef="#ctx0" brushRef="#br0" timeOffset="7389.39">7415 5648 5362 0,'0'0'868'0,"0"0"349"16,0 0-729-16,0 33-231 0,0 4-257 15,0 11 0-15,-6 5 0 0,6-4 0 16,0-6 0-16,10-5 0 0,6-2 0 16,-3-1 0-16,1-2 0 15,-3 0 0-15,-11-1 0 0,0-8-969 16,-4-2-2489-16</inkml:trace>
  <inkml:trace contextRef="#ctx0" brushRef="#br0" timeOffset="7797.4">7167 6264 6410 0,'0'0'797'16,"58"-8"-401"-16,-11 0 76 0,3 2-355 16,1 5-117-16,1 1 0 0,-4 0 0 15,-7 0 0-15,-4 0 0 0,-6 0-1153 16,-14 1-536-16,-3-1-596 0</inkml:trace>
  <inkml:trace contextRef="#ctx0" brushRef="#br0" timeOffset="8135.96">7051 6129 5622 0,'0'0'804'15,"6"33"-495"-15,-6-7 155 0,0 3 128 16,-4 1-460-16,2 0-76 16,2 0-56-16,2-2-8 0,6 0-104 15,1-5-540-15,1 1-73 0,-2-8-203 16,2-3-1501-16</inkml:trace>
  <inkml:trace contextRef="#ctx0" brushRef="#br0" timeOffset="8331.54">7072 6516 5642 0,'0'0'768'0,"0"0"-395"0,57 3 687 16,-19-5-711-16,9-3-349 0,1-1 0 15,-1-3 0-15,5 3 0 0,-4 1 0 16,3 1 0-16,3 1 0 0,-6 2 0 15,-5-2 0-15,-8 2 0 0,-8-1-909 16,-13 2-560-16,-3-1-1080 0</inkml:trace>
  <inkml:trace contextRef="#ctx0" brushRef="#br0" timeOffset="8555.64">7746 6126 5858 0,'0'0'520'0,"0"0"197"16,0 0-309-16,0 0-116 0,-7 49 96 16,7-24-379-16,2 3-9 0,3-3 0 15,-1 5 0-15,-2 3 0 0,-2 1 0 16,-6 2-413-16,-5 1-547 0,1-11-1834 15</inkml:trace>
  <inkml:trace contextRef="#ctx0" brushRef="#br0" timeOffset="8847.35">7357 6559 6823 0,'0'0'904'0,"0"0"-439"0,25 53-465 16,-23-24 0-16,-2 5 0 0,6 2 0 15,2 3 0-15,5 4 0 0,1 0 0 16,1 3 0-16,-5 5 0 16,-4 2 0-16,-4-12-945 0,-2 2-1180 0</inkml:trace>
  <inkml:trace contextRef="#ctx0" brushRef="#br0" timeOffset="42445.38">12895 4907 6955 0,'0'0'808'0,"0"0"-420"0,0 0-347 15,0 0-41-15,0 0 0 0,0 0 0 16,0 0 0-16,8 46 0 0,-6-7 0 15,2 5 0-15,-4 4 0 0,0-5 0 16,-6 1 0-16,-2-1 0 0,1-5 0 16,1-8 0-16,2-10 0 0,-2-11 0 15,6-3 0-15,0-6 0 16,6-2 0-16,0-14 0 0,13-12 0 16,-2-10 0-16,3-9 0 0,-7-3 0 15,1 2 0-15,-4 1 0 16,1 5 0-16,-1 11 0 0,-4 11 0 15,0 10 0-15,-6 6 0 0,0 4 0 16,5 5 0-16,-5 9 0 0,0 15 0 16,-5 6 0-16,3 6 0 0,-2-1 0 15,0-7 0-15,4-4 0 16,0-3 0-16,8-6 0 0,-1-7 0 16,3-5 0-16,0-4 0 0,1-6 0 15,1-7 0-15,2-9 0 0,1-7 0 16,-5-3 0-16,3-5 0 0,1-3 0 15,-1 2 0-15,1 2 0 0,0 7 0 16,-1 6 0-16,-7 8 0 0,2 6 0 16,-1 5 0-16,3 9 0 0,4 6 0 15,-1 10 0-15,1 6 0 16,-1 1 0-16,-3 1 0 0,0-1 0 16,5-4 0-16,-5-3 0 0,7-2 0 15,-1-6 0-15,3-6 0 16,-7-5 0-16,-1-3-2442 0</inkml:trace>
  <inkml:trace contextRef="#ctx0" brushRef="#br0" timeOffset="43738.03">13730 4858 7023 0,'0'0'1100'0,"0"0"-1031"0,0 0-69 16,0 0 0-16,37 28 0 0,-18-6 0 15,1 9 0-15,3 1 0 16,-2 1 0-16,-1 6 0 0,-3 2 0 15,4 0 0-15,-7-2 0 0,-4 0 0 16,-3-3 0-16,3-6 0 0,-8-7 0 16,-2-4 0-16,0-6 0 15,0-3-421-15,0-6-824 0,-6-4-2080 0</inkml:trace>
  <inkml:trace contextRef="#ctx0" brushRef="#br0" timeOffset="43910.35">13554 5383 6971 0,'0'0'816'0,"0"0"-411"0,0 0-405 16,0 0 0-16,64-41 0 0,-22 5 0 15,5-7 0-15,-4 0 0 16,-7 1 0-16,-7 2 0 0,0 1 0 16,-7 2 0-16,5-1 0 0,-8 2 0 15,-7 6-1898-15,-2-2-2948 0</inkml:trace>
  <inkml:trace contextRef="#ctx0" brushRef="#br0" timeOffset="44207.8">13682 4521 8115 0,'0'0'77'0,"0"0"-77"0,0 0 0 16,0 0 0-16,0 0 0 15,0 0 0-15,0 0 0 0,0 0 0 16,0 0 0-16,46-13-1810 0,-19 13-1231 0</inkml:trace>
  <inkml:trace contextRef="#ctx0" brushRef="#br0" timeOffset="44382.64">14017 4575 8047 0,'0'0'145'0,"0"0"-145"16,0 0 0-16,0 0 0 0,0 0 0 16,0 0 0-16,37-39 0 0,-14 21 0 15,-8 6-533-15,-1 1-1860 0</inkml:trace>
  <inkml:trace contextRef="#ctx0" brushRef="#br0" timeOffset="44740.57">14354 5093 3993 0,'0'0'3610'0,"0"0"-3070"0,0 0-491 15,41 3-49-15,-14-3 0 16,0 0 0-16,4-3 0 0,0 1 0 15,0-1 0-15,-4 0 0 0,0-2 0 16,-2 0 0-16,-5-3 0 0,-7 2-1253 16,-3-3-960-16</inkml:trace>
  <inkml:trace contextRef="#ctx0" brushRef="#br0" timeOffset="44897.04">14474 5029 6711 0,'0'0'1481'16,"0"38"-1481"-16,0-12 0 0,2-1 0 16,2 1 0-16,0 0 0 0,3-4 0 15,3-5 0-15,6-3 0 16,5-6 0-16,-4-5 0 0,3-3-1477 0</inkml:trace>
  <inkml:trace contextRef="#ctx0" brushRef="#br0" timeOffset="45503.58">15663 4946 6086 0,'0'0'2106'0,"0"0"-2106"0,0 0 0 15,4 42 0-15,8-17 0 16,7 5 0-16,3 5 0 0,5-2 0 15,4 1 0-15,7 2 0 0,-3-4 0 16,-4 0 0-16,-4-3 0 0,-5-1 0 16,-7-7 0-16,1-5 0 0,-7-6 0 15,-7-5 0-15,2-4-2306 16,-4-5-723-16</inkml:trace>
  <inkml:trace contextRef="#ctx0" brushRef="#br0" timeOffset="45689.49">15632 5410 7003 0,'0'0'924'0,"0"0"-659"0,0 0-265 15,45-58 0-15,-18 22 0 16,6-6 0-16,4-3 0 0,-2-2 0 16,0 2 0-16,-1 0 0 0,1 1 0 15,-6 5 0-15,2 3 0 0,-4 3 0 16,-7 1 0-16,-5 9-773 15,-9-5-3313-15</inkml:trace>
  <inkml:trace contextRef="#ctx0" brushRef="#br0" timeOffset="45914.48">15816 4673 7471 0,'0'0'721'0,"0"0"-721"0,0 0 0 16,0 0 0-16,0 0 0 0,0 0 0 15,37-12 0-15,-19 7 0 0,-1-3-609 0</inkml:trace>
  <inkml:trace contextRef="#ctx0" brushRef="#br0" timeOffset="46434.5">16359 5161 7063 0,'0'0'1024'0,"0"0"-919"16,0 0-105-16,0 0 0 0,0 0 0 15,50 0 0-15,-13 0 0 16,4-1 0-16,5-4 0 0,-7-1 0 16,2-2 0-16,-5-2 0 0,-5 1 0 15,-9-3-225-15,-7 3-1540 0,-7 1-1384 16</inkml:trace>
  <inkml:trace contextRef="#ctx0" brushRef="#br0" timeOffset="46604.5">16525 5001 6759 0,'0'0'1433'15,"0"61"-1433"-15,0-18 0 0,0 1 0 16,0 1 0-16,0 0 0 0,0-4 0 15,8-4 0-15,0-5 0 0,2-6 0 16,1-7 0-16,3-6 0 0,-3-10-3390 0</inkml:trace>
  <inkml:trace contextRef="#ctx0" brushRef="#br0" timeOffset="47025.83">17107 4564 5614 0,'0'0'776'15,"0"0"253"-15,0 0-573 0,0 0-168 16,0 0-259-16,0 34-29 15,5 7 0-15,1 13 0 0,0 7 0 16,4 2 0-16,-1 6 0 0,-3 1 0 16,-6 1 0-16,0-2 0 15,0-1 0-15,-11-5 0 0,5-7 0 16,2-10 0-16,0-9 0 0,4-15-109 16,0-9-1528-16,0-9-644 0</inkml:trace>
  <inkml:trace contextRef="#ctx0" brushRef="#br0" timeOffset="47459.69">17101 5103 5582 0,'0'0'1629'16,"0"0"-1001"-16,33-49-275 0,3 30-353 16,-3-2 0-16,6 4 0 0,-6 2 0 15,-6 4 0-15,0 6 0 0,-7 4 0 16,-3 1 0-16,-7 4 0 0,-6 6 0 15,-4 5 0-15,0 2 0 0,-10 6 0 16,-4-2 0-16,-5 5 0 0,-6 0 0 16,0 5 0-16,3-1 0 0,1 1 0 15,4-3 0-15,7-1 0 16,6 1 0-16,4-1 0 0,10-1 0 16,5-1 0-16,1-1 0 0,5-4 0 15,0-1 0-15,1-6 0 16,3-4 0-16,2-5 0 0,0-4-9 15,0 0-1251-15,-7-5-2194 0</inkml:trace>
  <inkml:trace contextRef="#ctx0" brushRef="#br0" timeOffset="47768.79">17659 5234 7167 0,'0'0'1025'16,"-43"1"-1025"-16,12 5 0 0,-4 3 0 15,-2 0 0-15,-1-2 0 0,5 2 0 16,4 0 0-16,7-1 0 0,7 2 0 16,9-3 0-16,4 2 0 0,4 3 0 15,15 5 0-15,3 3 0 16,15 0 0-16,5-1 0 0,1 0 0 16,0 0 0-16,7 0 0 0,-7-1 0 15,1 0 0-15,-11 3 0 16,-11 0 0-16,-14 5 0 0,-6 0 0 15,-18 4 0-15,-9-1 0 0,-10-2 0 16,-7-2 0-16,-11-5 0 0,-3-4 0 16,0-6 0-16,4-8 0 0,6-5 0 15,7-14 0-15,10-13-1149 16,10 2-952-16,13-10-1209 0</inkml:trace>
  <inkml:trace contextRef="#ctx0" brushRef="#br0" timeOffset="48203.55">17901 4945 7103 0,'0'0'340'0,"0"0"409"0,0 0-749 16,0 0 0-16,37 12 0 0,-12 8 0 15,2 7 0-15,4 8 0 16,0 1 0-16,-4 2 0 0,0 1 0 16,0 2 0-16,-2-2 0 0,1-2 0 15,-7-3 0-15,-7-2 0 16,-5-3 0-16,-7-6 0 0,-2-4-1233 15,-7-8-440-15,3-8-3269 0</inkml:trace>
  <inkml:trace contextRef="#ctx0" brushRef="#br0" timeOffset="48360.94">17891 5373 7715 0,'0'0'248'0,"0"0"-19"0,60-55-229 15,-21 25 0-15,9-6 0 0,3-5 0 16,1-2 0-16,-9-1 0 0,-5 1 0 15,-3 2 0-15,-8-1 0 0,0 0 0 16,-7-5 0-16,-3 12 0 0,-9-2-3879 0</inkml:trace>
  <inkml:trace contextRef="#ctx0" brushRef="#br0" timeOffset="50009.88">15379 4664 1980 0,'0'0'3118'0,"11"-43"-2182"0,-11 22-231 0,0 2 655 15,-6 5-1267-15,-5 3-93 16,-3 7 0-16,-5 5 0 0,-12 9 0 16,-6 15 0-16,-9 10 0 0,-5 12 0 15,3 9 0-15,1 6 0 0,9 6 0 16,12 3 0-16,11 3 0 15,9 0 0-15,12 0 0 0,19-4 0 16,12-7 0-16,11-9 0 0,5-11 0 16,14-10 0-16,3-12 0 0,6-6 0 15,5-10 0-15,-7-5 0 16,-14-4 0-16,-10-7-2114 0</inkml:trace>
  <inkml:trace contextRef="#ctx0" brushRef="#br0" timeOffset="50461.88">18697 5017 7583 0,'0'0'609'0,"33"-13"-609"0,-6 5 0 0,-2 0 0 15,6-1 0-15,2 1 0 0,4 1 0 16,0 2 0-16,1-1 0 15,-9 3 0-15,-7 2 0 0,-7 1 0 16,-5 0 0-16,-8 0-1814 0,2 0-479 0</inkml:trace>
  <inkml:trace contextRef="#ctx0" brushRef="#br0" timeOffset="50615.1">18705 5227 6518 0,'0'0'733'0,"42"0"-25"0,-11-7-475 16,4-7-233-16,4-2 0 0,-2 2 0 16,5-2 0-16,-3 0 0 0,4 1 0 15,-16 2 0-15,4-4-2242 0</inkml:trace>
  <inkml:trace contextRef="#ctx0" brushRef="#br0" timeOffset="51785.91">20035 4610 7039 0,'0'0'464'0,"0"0"48"0,0 0-335 0,0 0-177 15,0 0 0-15,-7 43 0 0,14 0 0 16,3 10 0-16,4 5 0 0,7 2 0 16,0 5 0-16,-1 2 0 0,-7 3 0 15,-13 5 0-15,0 0 0 16,-4-5 0-16,-7-6 0 0,3-11 0 16,2-11 0-16,2-13 0 0,0-16-741 15,4-7-1288-15,-3-9-1901 0</inkml:trace>
  <inkml:trace contextRef="#ctx0" brushRef="#br0" timeOffset="51958.98">20086 4684 7235 0,'0'0'776'0,"0"0"-595"0,0 0-181 15,0 0 0-15,46-38 0 0,-13 25 0 16,4 0 0-16,6 3 0 15,-1 3 0-15,-3 4 0 0,-6 3 0 16,0 4 0-16,-12 2-1702 0,-7 0-547 0</inkml:trace>
  <inkml:trace contextRef="#ctx0" brushRef="#br0" timeOffset="52131.03">20001 5016 6627 0,'0'0'444'0,"0"0"496"16,54 1-759-16,-15-4-181 0,9-6 0 16,-5 1 0-16,-1-1 0 0,-5-2 0 15,-6 0 0-15,-8 1 0 16,-3-5 0-16,-5 5-389 0,-5-6-1872 0</inkml:trace>
  <inkml:trace contextRef="#ctx0" brushRef="#br0" timeOffset="52348.18">19970 4370 7775 0,'0'0'417'15,"42"-9"-417"-15,9 1 0 0,18 0 0 16,9-1 0-16,-3 0 0 0,-7 3 0 15,-6 5 0-15,-13 1 0 0,-11 3 0 16,-7 1-1225-16,-11 0-1469 0</inkml:trace>
  <inkml:trace contextRef="#ctx0" brushRef="#br0" timeOffset="52788.13">20659 5296 5686 0,'37'-10'1569'16,"0"1"-865"-16,5-5-471 0,-3 1-233 15,-6-3 0-15,0-2 0 16,-2-1 0-16,-4-1 0 0,-6 0 0 16,-3-1 0-16,-5 1 0 0,-7-1 0 15,-6 4 0-15,0-1 0 0,-6 4 0 16,-11 4 0-16,-4 8 0 0,-10 4 0 15,-10 14 0-15,0 10 0 16,-3 8 0-16,1 10 0 0,8 6 0 16,8 3 0-16,12 5 0 15,9-1 0-15,16-5 0 0,13-4 0 16,10-9 0-16,13-11 0 0,5-9 0 16,14-8 0-16,5-11 0 0,0-6 0 15,2-12 0-15,-18 1-513 0,-6-4-4877 0</inkml:trace>
  <inkml:trace contextRef="#ctx0" brushRef="#br0" timeOffset="53159.9">21347 4718 6286 0,'0'0'1637'16,"0"0"-1368"-16,0 0-269 0,0 0 0 15,0 0 0-15,21 49 0 0,6-13 0 16,0 6 0-16,4 1 0 0,-5 0 0 15,-1 1 0-15,-4 1 0 0,-11 0 0 16,-8-4 0-16,-8-2 0 0,-4-7 0 16,-9-6 0-16,-4-3 0 0,-3-9 0 15,-3-8 0-15,0-6 0 16,0-5 0-16,4-9 0 0,4-10 0 16,9-8 0-16,4-7-577 0,3-9-459 15,5 6-1594-15,0-6-439 0</inkml:trace>
  <inkml:trace contextRef="#ctx0" brushRef="#br0" timeOffset="53315.84">21595 4377 6683 0,'0'0'572'0,"0"0"224"15,0 0-655-15,0 0-141 0,0 0 0 16,0 0 0-16,0 0-237 0,0 0-1512 15,0 0-47-15,0 0-942 0</inkml:trace>
  <inkml:trace contextRef="#ctx0" brushRef="#br0" timeOffset="53745.83">21752 4680 6739 0,'0'0'984'16,"-27"34"-515"-16,13-12-469 0,2 1 0 16,1-1 0-16,1 2 0 0,8-3 0 15,0 1 0-15,2-6 0 16,2-3 0-16,6-3 0 0,4-7 0 16,1-3 0-16,3-3 0 0,5-9 0 15,-2-2 0-15,-3-4 0 0,1 0 0 16,-3 0 0-16,-1 3 0 0,-5 1 0 15,-2 6 0-15,-4 4 0 0,-2 2 0 16,0 2 0-16,0 7 0 0,0 8 0 16,-2 4 0-16,2 3 0 0,0 0 0 15,6-7 0-15,1 2 0 16,7-6 0-16,-2-2 0 0,5-3 0 16,-3-1 0-16,3-3 0 0,-3-2 0 15,3 0 0-15,-1-7 0 16,-1-2 0-16,-5-4 0 0,3-4 0 15,-5-1 0-15,-2-7 0 0,-6-1 0 16,0-6 0-16,0-2 0 0,-4 6-177 16,2 0-1480-16</inkml:trace>
  <inkml:trace contextRef="#ctx0" brushRef="#br0" timeOffset="54008.38">22255 4204 6486 0,'0'0'737'0,"0"0"107"16,0 0-719-16,0 0-125 0,0 0 0 15,-5 38 0-15,5-4 0 0,-2 6 0 16,-2 3 0-16,-2 2 0 16,-8 8 0-16,-1 6 0 0,-6 5 0 15,-1-2 0-15,5-2 0 0,5-8 0 16,10-8 0-16,4-7 0 15,10-9 0-15,9-5 0 0,6-9 0 16,4-7 0-16,4-6 0 0,0-2 0 16,6-8 0-16,-3-8 0 15,-12-5 0-15,-5-3 0 0,-4-4-817 16,-9 5-1356-16,-2-2-1509 0</inkml:trace>
  <inkml:trace contextRef="#ctx0" brushRef="#br0" timeOffset="54148.55">22036 4477 7771 0,'0'0'421'0,"0"0"-421"0,0 0 0 16,0 0 0-16,68 9 0 0,-10-3 0 15,10 0 0-15,0 1 0 16,-2-5 0-16,-8 2 0 0,-19-2 0 16,-10-4-3126-16</inkml:trace>
  <inkml:trace contextRef="#ctx0" brushRef="#br0" timeOffset="61058.84">4655 6412 1436 0,'0'0'2793'0,"-8"-43"-1644"0,2 27-361 0,6 6-51 16,0 6 291-16,0 2-767 15,0 1-261-15,0 1 0 0,0 10 0 16,4 13 0-16,2 7 0 0,0 11 0 16,0 4 0-16,3 2 0 0,-7 1 0 15,2 0 0-15,0 2 0 16,0-4 0-16,2-2 0 0,-4-3 0 16,3-5 0-16,1-9 0 0,-2-7 0 15,-2-8-781-15,0-7-35 0,0-5-1261 16,2-5-785-16</inkml:trace>
  <inkml:trace contextRef="#ctx0" brushRef="#br0" timeOffset="61245.68">4641 6367 6863 0,'0'0'772'0,"0"0"-215"15,0 0-557-15,0 0 0 16,0 0 0-16,43-42 0 0,-8 27 0 15,0 0 0-15,5 1 0 0,1 3 0 16,-6 2 0-16,-2 4 0 0,-6 3 0 16,-6 2-537-16,-7 3-2028 0,-6 4-1581 15</inkml:trace>
  <inkml:trace contextRef="#ctx0" brushRef="#br0" timeOffset="61433.57">4641 6664 5866 0,'0'0'805'0,"0"0"-157"15,0 0 225-15,37 17-873 0,-6-13 0 16,4-3 0-16,0 0 0 0,4-1 0 16,-5 1 0-16,3-1 0 15,-2 0 0-15,-8 0-345 0,-7-3-1892 16,1-2-1793-16</inkml:trace>
  <inkml:trace contextRef="#ctx0" brushRef="#br0" timeOffset="61773.55">5129 6646 4518 0,'0'0'1704'16,"0"0"-963"-16,0 0-1 0,-48 6-251 15,29 2-489-15,1 3 0 16,-3 1 0-16,5 0 0 0,1-1 0 16,1-1 0-16,3-2 0 0,5-3 0 15,6-3 0-15,0 2 0 0,0-1 0 16,0 2 0-16,10 1 0 0,11 1 0 16,0 0 0-16,8 4 0 15,0 1 0-15,0 2 0 0,0 0 0 0,-3 3 0 16,-1 1 0-16,2-2 0 15,-8 3 0-15,-5-1 0 0,-8-1 0 16,-6 2 0-16,-12-1 0 0,-5 1 0 16,-7-1 0-16,-7 0 0 0,-2 1 0 15,-9-4 0-15,-1 0 0 16,1-6 0-16,5-1 0 0,6-4-1561 16,6-3-1013-16</inkml:trace>
  <inkml:trace contextRef="#ctx0" brushRef="#br0" timeOffset="62583.76">8322 6243 3689 0,'0'0'3230'0,"0"0"-2390"0,0 0-407 0,0 0-433 16,-20 56 0-16,5-8 0 0,-1 10 0 16,5 3 0-16,1-7 0 0,10 0 0 15,-4-3 0-15,4-3 0 0,0-6 0 16,4-6 0-16,0-7 0 0,-2-10 0 15,6-9-305-15,-6-6-1112 16,3-7-3409-16</inkml:trace>
  <inkml:trace contextRef="#ctx0" brushRef="#br0" timeOffset="62739.4">8324 6207 6226 0,'0'0'345'0,"46"-22"611"0,-19 9-444 15,0 2-359-15,-1-1-153 0,1 1 0 16,-2 1 0-16,6 2 0 0,-4 1 0 16,0 3 0-16,-2 2 0 15,-5 2-301-15,-7 2-611 0,-5 3-2362 0</inkml:trace>
  <inkml:trace contextRef="#ctx0" brushRef="#br0" timeOffset="62939.2">8182 6628 6370 0,'0'0'1305'0,"0"0"-801"0,51 1-491 16,-9-8-13-16,1-2 0 0,-2-1 0 16,1 2 0-16,-9 2 0 15,-6 0 0-15,-2 1 0 0,-9 1-673 16,-1-2-2352-16</inkml:trace>
  <inkml:trace contextRef="#ctx0" brushRef="#br0" timeOffset="64160.64">8517 6858 3113 0,'0'0'2053'0,"0"0"-953"0,0 0-655 0,0 0-25 16,-5 52 88-16,5-18-344 0,0 2-56 16,5 0-16-16,-5-6-84 0,0 1-8 15,0-2 0-15,0-3 0 0,0-4-60 16,-5-2-744-16,1-5-221 0,2-8-331 16,2-1-2826-16</inkml:trace>
  <inkml:trace contextRef="#ctx0" brushRef="#br0" timeOffset="64378.43">8527 6816 5546 0,'0'0'184'0,"33"-14"296"0,-6 11 297 16,4 3-501-16,4 0-4 0,2 7 28 15,-4 2-244-15,2 5-12 0,-6 6-32 16,-4 2-8-16,-10 4-4 0,-5 5 0 15,-10 2 20-15,-8 4-20 16,-5-1 44-16,-12-2-28 0,-8-1 20 16,-2-1 89-16,-8-2-125 0,-5-4 0 15,-3-6 0-15,9-6 0 0,5-7-133 16,16-4-1027-16,1-5-957 0</inkml:trace>
  <inkml:trace contextRef="#ctx0" brushRef="#br0" timeOffset="70392.17">12275 6799 3013 0,'0'0'3525'0,"0"0"-2676"0,0 0-44 16,0 0-805-16,0 0 0 0,-34-21 0 15,24 37 0-15,2 15 0 0,8 13 0 16,0 9 0-16,10 11 0 0,-2 1 0 15,-1 4 0-15,-7 1 0 16,0 1 0-16,-11-1 0 0,1-4 0 16,-2-5 0-16,1-8 0 0,1-10 0 15,2-12 0-15,1-11 0 0,7-11 0 16,0-8-1053-16,0-1-572 0,0-15-696 16</inkml:trace>
  <inkml:trace contextRef="#ctx0" brushRef="#br0" timeOffset="70599.05">12169 6826 7027 0,'0'0'600'16,"0"0"-35"-16,0 0-565 0,0 0 0 16,68-51 0-16,-20 32 0 0,10-1 0 15,-7 4 0-15,3 1 0 0,-8 5 0 16,-9 3 0-16,-10 6 0 0,-11 2 0 15,-7 8-85-15,-9-2-1271 16,-5 2-2714-16</inkml:trace>
  <inkml:trace contextRef="#ctx0" brushRef="#br0" timeOffset="70770.77">12204 7146 6735 0,'0'0'1196'0,"37"13"-935"16,-10-7-261-16,0 0 0 0,8 0 0 16,-6-1 0-16,11 0 0 15,-7-2 0-15,8-1 0 0,-4-2 0 16,-10-2-281-16,0-6-2436 0</inkml:trace>
  <inkml:trace contextRef="#ctx0" brushRef="#br0" timeOffset="71186.3">12527 7477 3629 0,'0'0'1889'16,"0"0"-668"-16,-6 47-609 0,6-16 4 15,0 5-391-15,0 0-225 0,0 2 0 16,4 4 0-16,-4-3 0 0,2 0 0 16,2-3 0-16,-4-4 0 0,4-4 0 15,-2-5-29-15,-2-8-1055 16,0-3-481-16</inkml:trace>
  <inkml:trace contextRef="#ctx0" brushRef="#br0" timeOffset="71654.78">12527 7444 5674 0,'0'0'324'0,"0"0"233"16,31-44 235-16,-4 32-324 0,0 3-172 16,4 5-215-16,0 4-81 0,0 7 0 15,-7 6 0-15,-1 3 0 0,-6 5 0 16,-7 0 0-16,-6 4 0 0,-4 0 0 16,-10 1 0-16,-1-1 0 15,-5-4 0-15,-5-1 0 0,1-3 0 16,-1-2 0-16,0-4 0 0,1-2 0 15,-3-4 0-15,8-2 0 0,5-2 0 16,4-1 0-16,2 0 0 0,4 0 0 16,0 0 0-16,4 0 0 15,6 0 0-15,7 1 0 0,7 4 0 16,-1 1 0-16,4 2 0 0,-6 2 0 16,4 3 0-16,-3 2 0 0,3 3 0 15,-4 2 0-15,-5-2 0 0,-1 1 0 16,-9 0 0-16,-6 0 0 0,-4 2 0 15,-7-1 0-15,-5 2 0 16,-7-2 0-16,-12 0 0 0,-2-1 0 16,0-3 0-16,-5 0 0 0,5-4 0 15,2-3 0-15,2-4 0 0,2-4 0 16,0-2 0-16,10-4-1313 0,1-3-1613 16</inkml:trace>
  <inkml:trace contextRef="#ctx0" brushRef="#br0" timeOffset="74089.12">13302 7240 3129 0,'0'0'2385'15,"0"0"-1308"-15,0 0-441 0,0 0 312 16,0 0-931-16,0 0-17 0,0 0 0 16,33-7 0-16,-6 2 0 0,4 1 0 15,4 0 0-15,-8-1 0 0,0 3 0 16,-7-1 0-16,3 3 0 0,-8-1 0 15,-5 1-837-15,-4 0-576 16,-6-1-2549-16</inkml:trace>
  <inkml:trace contextRef="#ctx0" brushRef="#br0" timeOffset="74279.05">13242 7418 6362 0,'0'0'1273'0,"0"0"-716"16,0 0-557-16,45 15 0 0,-7-14 0 16,3-1 0-16,2-1 0 15,-5 0 0-15,1-1 0 0,-6 0 0 16,2 1 0-16,-6-5 0 0,-8 3-1113 16,-3-8-3653-16</inkml:trace>
  <inkml:trace contextRef="#ctx0" brushRef="#br0" timeOffset="75023.44">14532 6987 4814 0,'0'0'944'0,"0"0"265"0,-8-35-557 15,8 35-116-15,0 1-499 0,-2 13-37 16,-3 18 0-16,-1 12 0 0,2 14 0 15,4 5 0-15,0 2 0 0,4 1 0 16,-4 2 0-16,0-1 0 0,-4-5 0 16,2-1 0-16,-2-10 0 15,0-10 0-15,4-10 0 0,0-12 0 16,0-11-1285-16,4-6-180 0</inkml:trace>
  <inkml:trace contextRef="#ctx0" brushRef="#br0" timeOffset="75196.14">14422 7002 7731 0,'0'0'308'15,"38"-18"-155"-15,-1 6-153 0,8 0 0 16,5-3 0-16,1-2 0 0,7-2 0 16,-6 3 0-16,-9 3 0 0,-5 4 0 15,-9 6 0-15,-13 2 0 16,-6 1-1229-16,-10 3-2477 0</inkml:trace>
  <inkml:trace contextRef="#ctx0" brushRef="#br0" timeOffset="75350">14439 7291 6366 0,'0'0'853'0,"0"0"-109"0,0 0-515 16,45 16-229-16,-7-14 0 0,-1-4 0 15,0 0 0-15,-2 0 0 16,-2 2 0-16,-2 0 0 0,0 2 0 16,-4-1-509-16,-10 0-1952 0,-3-1-2305 0</inkml:trace>
  <inkml:trace contextRef="#ctx0" brushRef="#br0" timeOffset="75707.92">14951 7530 5326 0,'0'0'768'0,"-39"-10"85"0,23 5 283 16,-7 4-1027-16,-2 1-109 0,-2 1 0 16,2 5 0-16,5 2 0 0,3 3 0 15,11-2 0-15,2 2 0 0,8 0 0 16,13 1 0-16,3 1 0 0,17 2 0 15,5 0 0-15,5 2 0 16,1 3 0-16,-3-2 0 0,-12 3 0 16,-2-1 0-16,-14 3 0 0,-3-3 0 15,-11 0 0-15,-10 3 0 0,-7-2 0 16,-9 1 0-16,-12-3 0 0,-2-1 0 16,-7-4 0-16,-1-3 0 15,1-5 0-15,1-4 0 0,4-3 0 16,2-8 0-16,6-12-201 0,12 2-1260 15,0-9-447-15</inkml:trace>
  <inkml:trace contextRef="#ctx0" brushRef="#br0" timeOffset="76508.81">15321 7478 5622 0,'0'0'1137'0,"0"0"-641"15,0 0-36-15,56-13 17 0,-12 5-477 16,9-3 0-16,5 0 0 0,-6 2 0 16,-4-2 0-16,-1 3 0 15,-1 0 0-15,-9 1 0 0,-6 1 0 16,-8 0-309-16,-9 1-603 0,-8 2-2154 0</inkml:trace>
  <inkml:trace contextRef="#ctx0" brushRef="#br0" timeOffset="76685.47">15640 7318 6571 0,'0'0'560'0,"-4"57"-168"16,0-18 277-16,-3 3-669 0,3 2 0 16,2 2 0-16,4-2 0 15,6-5 0-15,5-5 0 0,3-5 0 16,5-8 0-16,-6-9-1297 0,1-9-1397 0</inkml:trace>
  <inkml:trace contextRef="#ctx0" brushRef="#br0" timeOffset="76913.53">16266 7140 5706 0,'0'0'1441'0,"0"0"-841"0,0 0-216 16,-10 71-323-16,10-19-61 0,-4 9 0 15,4 1 0-15,0-5 0 0,8 0 0 16,-6-1 0-16,2-1 0 16,-4-5 0-16,0-9 0 0,0-6 0 15,0-13 0-15,0-9-825 0,-4-10-2096 0</inkml:trace>
  <inkml:trace contextRef="#ctx0" brushRef="#br0" timeOffset="77086.38">16198 7094 8011 0,'0'0'181'16,"35"-20"-181"-16,-6 9 0 0,2 4 0 15,6 0 0-15,0 1 0 0,5 1 0 16,-1 3 0-16,-4 1 0 0,1 1 0 15,-3 0 0-15,-8 4 0 16,-11 1 0-16,-6 0-1625 0,-10 0-1201 0</inkml:trace>
  <inkml:trace contextRef="#ctx0" brushRef="#br0" timeOffset="77265.35">16239 7430 6318 0,'0'0'1021'0,"0"0"-168"0,44 22-853 16,-7-16 0-16,8-6 0 0,-3 0 0 16,-3-6 0-16,2 0 0 15,-6-1 0-15,-1 0 0 0,3-1 0 16,-12 2 0-16,-3-5-1617 0</inkml:trace>
  <inkml:trace contextRef="#ctx0" brushRef="#br0" timeOffset="77605.44">16706 7627 4786 0,'0'0'1636'0,"0"0"-195"16,-10 53-1112-16,2-18-329 0,2 3 0 15,-1-2 0-15,1-4 0 0,4-2 0 16,2-2 0-16,0-4 0 0,2-3 0 15,0-2 0-15,-2-5 0 0,4-4 0 16,-4-5-137-16,0-2-1003 16,0-4-2442-16</inkml:trace>
  <inkml:trace contextRef="#ctx0" brushRef="#br0" timeOffset="77868.28">16692 7604 4834 0,'0'0'2381'0,"17"-37"-1404"0,7 15-977 16,3 5 0-16,4 3 0 15,2 7 0-15,-2 7 0 0,0 8 0 16,-4 12 0-16,0 9 0 0,-6 6 0 16,-3 7 0-16,-5 3 0 0,-13 2 0 15,-2-1 0-15,-13 0 0 0,-10-3 0 16,-8-3 0-16,-8-3 0 0,-2-8 0 15,-3-6 0-15,9-7 0 16,6-9 0-16,4-6 0 0,13-2 0 16,5-5-2190-16,5-6-1287 0</inkml:trace>
  <inkml:trace contextRef="#ctx0" brushRef="#br0" timeOffset="79085.49">17482 7539 2689 0,'0'0'4230'16,"0"0"-3582"-16,0 0-276 0,0 0-119 16,0 0-253-16,51 3 0 0,-5-10 0 15,3-1 0-15,3-3 0 0,-4 3 0 16,-7 2 0-16,-8 1 0 0,-4 4 0 15,-12 0 0-15,-5 1 0 0,-8 0-369 16,0 0-1100-16,-4 2-744 0</inkml:trace>
  <inkml:trace contextRef="#ctx0" brushRef="#br0" timeOffset="79249.98">17517 7695 5698 0,'0'0'1357'0,"0"0"-961"15,43 16 268-15,-12-14-587 0,4-2-77 16,3-5 0-16,-1 0 0 0,-2 2 0 16,-2-1 0-16,-2 3 0 15,-10-2-337-15,-5 0-1264 0</inkml:trace>
  <inkml:trace contextRef="#ctx0" brushRef="#br0" timeOffset="82569.16">19139 6879 5214 0,'0'0'780'16,"0"0"-3"-16,0 0 223 0,0 0-620 16,0 0-339-16,0 0-41 0,-14 64 0 15,14-8 0-15,0 12 0 16,0 4 0-16,4 10 0 0,-2 7 0 16,-2 3 0-16,-6 4 0 0,-4-2 0 15,-3-6 0-15,-1-10 0 0,1-13 0 16,1-9 0-16,2-11 0 0,3-16-733 15,5-11-552-15,-2-8-347 0</inkml:trace>
  <inkml:trace contextRef="#ctx0" brushRef="#br0" timeOffset="82909.06">19077 7518 5858 0,'0'0'636'0,"27"-35"309"0,-6 17-453 15,0 5-231-15,-1 0-261 0,7 2 0 16,2 0 0-16,0 1 0 0,2 2 0 16,2 2 0-16,-8 3 0 15,2 3 0-15,-11 3 0 0,-5 5 0 16,-7 5 0-16,-4 0 0 0,-10 3 0 16,-5 1 0-16,-8 1 0 0,-4 3 0 15,-8 2 0-15,-2 2 0 0,4 2 0 16,-2-1 0-16,8 3 0 0,6-3 0 15,11-3 0-15,6-1 0 16,4-1 0-16,10-2 0 0,9 0 0 16,4-1 0-16,1-4 0 0,3-1 0 15,0-1 0-15,4-1 0 0,-6-3 0 16,-2 0 0-16,1-1-1089 16,-5-3-280-16,-4-2-2909 0</inkml:trace>
  <inkml:trace contextRef="#ctx0" brushRef="#br0" timeOffset="83232.64">19660 7757 6462 0,'0'0'1021'0,"0"0"-337"16,-37-46-659-16,17 36-25 0,-3 4 0 15,-2 0 0-15,-6 6 0 0,6 0 0 16,-2 7 0-16,5 4 0 0,3 2 0 15,7 1 0-15,5 4 0 16,7-3 0-16,13 1 0 0,7 0 0 16,11 1 0-16,7 1 0 0,5 0 0 15,-2-1 0-15,1 2 0 0,-1-1 0 16,-10 1 0-16,-8 1 0 0,-9 0 0 16,-14 3 0-16,-6-1 0 15,-13 2 0-15,-9 0 0 0,-10 0 0 16,-5-3 0-16,-5-5 0 0,-1-3 0 15,-3-5 0-15,11-6 0 0,8-4 0 16,4-9 0-16,10-1-1581 16,9-6-833-16</inkml:trace>
  <inkml:trace contextRef="#ctx0" brushRef="#br0" timeOffset="83645.99">19964 7396 6683 0,'0'0'948'0,"0"0"-387"0,0 0-561 16,0 0 0-16,0 0 0 0,0 0 0 15,44 25 0-15,-13 7 0 16,6 7 0-16,4 4 0 0,-8-1 0 16,-2-2 0-16,-2-1 0 0,-10-6 0 15,-5-1 0-15,-3-5 0 0,-5-3 0 16,-6-5 0-16,0-3 0 0,0-6-697 16,-4-3-2064-16,-2-4-749 0</inkml:trace>
  <inkml:trace contextRef="#ctx0" brushRef="#br0" timeOffset="83818.24">19919 7885 6498 0,'0'0'697'0,"0"0"219"0,0 0-835 16,0 0-81-16,0 0 0 0,49-43 0 16,-3 8 0-16,10-8 0 0,2-3 0 15,-11 4 0-15,1 1 0 0,-7 1 0 16,-4 6 0-16,-10 0 0 0,-6 1 0 15,-3 9-161-15,-9-5-2960 0</inkml:trace>
  <inkml:trace contextRef="#ctx0" brushRef="#br0" timeOffset="84865.9">20733 7660 6651 0,'0'0'732'0,"0"0"-216"0,0 0-223 16,46-21-293-16,-3 10 0 0,13 0 0 15,2 1 0-15,-4 2 0 0,-7 2 0 16,-1 1 0-16,-7 2 0 0,-8-1 0 15,-6 1 0-15,-5-1 0 16,-9 2-257-16,-5-2-747 0,-4 3-381 16,-2-3-4097-16</inkml:trace>
  <inkml:trace contextRef="#ctx0" brushRef="#br0" timeOffset="85020.56">20940 7434 6671 0,'0'0'1521'0,"0"0"-1521"16,4 54 0-16,11-21 0 0,3 5 0 16,5 0 0-16,4 0 0 15,0-2 0-15,2-1 0 0,-3-6 0 16,-5 1 0-16,-11 0 0 0,-7-3-485 16,-3-7-1844-16,0-5-1509 0</inkml:trace>
  <inkml:trace contextRef="#ctx0" brushRef="#br0" timeOffset="87491.85">22025 7650 7395 0,'0'0'797'16,"0"0"-797"-16,0 0 0 0,0 0 0 15,0 0 0-15,42-6 0 16,-22 30 0-16,5 9 0 0,-2 7 0 16,-3 8 0-16,-3 1 0 0,-7 4 0 15,-1 5 0-15,-7 0 0 0,-7 1 0 16,-7-1 0-16,-4-2 0 0,-3-8 0 16,-4-5 0-16,-2-7 0 0,1-8 0 15,-5-7 0-15,0-6 0 16,-4-8 0-16,6-7 0 0,2-7 0 15,4-14 0-15,3-14 0 0,3-14 0 16,5-19 0-16,0 10-1806 16,5-15-1359-16</inkml:trace>
  <inkml:trace contextRef="#ctx0" brushRef="#br0" timeOffset="87618.56">22135 7011 8192 0,'0'0'0'16,"0"0"0"-16,0 0 0 0,0 0 0 16,0 0 0-16,0 0 0 0,0 0 0 15,0 0-1241-15,14 33-908 0,-1-32-2017 0</inkml:trace>
  <inkml:trace contextRef="#ctx0" brushRef="#br0" timeOffset="88224.55">22527 7521 6422 0,'0'0'1017'16,"0"0"-537"-16,0 0-207 0,-41 44-273 15,18-10 0-15,1 9 0 0,5-3 0 16,5-2 0-16,6-5 0 16,3-2 0-16,3-4 0 0,7-5 0 15,5-4 0-15,0-8 0 0,13-6 0 16,2-6 0-16,0-8 0 0,0-7 0 16,2-2 0-16,-6-2 0 0,-7-3 0 15,1 5 0-15,-7 4 0 0,-6 4 0 16,0 6-69-16,-4 5-87 0,-2 4 64 15,-2 8-180-15,0 7 116 16,0 3 96-16,4 3 36 0,8-6 24 16,7-6 88-16,3-3 28 0,9-6 24 15,4-4 264-15,4-4-323 0,-6-7-81 16,4-4 0-16,-8-2 0 0,-4-4 0 16,-3-1 0-16,-3-1 0 15,-3-4 0-15,-2-2 0 0,-1-4 0 16,-5-3 0-16,0 3 0 0,-4 2 0 15,0 7 0-15,-4 4 0 0,4 6-2262 16,-4-1-2532-16</inkml:trace>
  <inkml:trace contextRef="#ctx0" brushRef="#br0" timeOffset="89276.09">23662 7163 2257 0,'0'0'1828'0,"2"-32"-771"15,-4 15 215-15,2 4-671 0,-2 5-61 16,0 2 52-16,-2 1-547 0,-4 0-45 16,-13 5 0-16,-8 9 0 15,-14 14 0-15,-11 18 0 0,-8 10 0 0,0 9 0 16,2 10 0-16,4 5 0 15,13 4 0-15,12 3 0 0,12-2 0 16,15-5 0-16,14-8 0 16,13-10 0-16,12-13 0 0,15-13 0 15,8-8 0-15,8-11 0 0,4-11 0 16,1-3 0-16,-5-10 0 0,-15-3 0 16,-11-3 0-16,-20 5-941 0,-9-3-4846 0</inkml:trace>
  <inkml:trace contextRef="#ctx0" brushRef="#br0" timeOffset="89890.39">24171 7656 1060 0,'0'0'516'0,"0"0"1129"16,0 0-569-16,0 0-83 0,0 0 416 16,0 0-637-16,0 0-176 0,0 0-471 15,0 0-125-15,33 7 0 0,-6 12 0 16,10 9 0-16,6 1 0 0,5 2 0 15,-1-5 0-15,-1 0 0 0,-5-2 0 16,-3-3 0-16,-10-2 0 16,-9-5 0-16,0-4 0 0,-11-3 0 15,-6-4 0-15,-4 2-813 0,-2 0-604 16,-11-1-2120-16</inkml:trace>
  <inkml:trace contextRef="#ctx0" brushRef="#br0" timeOffset="90048.61">24268 7938 6995 0,'0'0'540'0,"0"0"117"16,0 0-657-16,37-30 0 0,-2 10 0 15,9-4 0-15,3-2 0 0,-5 2 0 16,-5-1 0-16,2-1 0 0,-2-2 0 16,-4 2 0-16,-6 0 0 0,0-1 0 15,-10 6-761-15,-7-3-2885 0</inkml:trace>
  <inkml:trace contextRef="#ctx0" brushRef="#br0" timeOffset="94760.89">9321 10144 4918 0,'0'0'676'0,"0"0"349"0,0 0-385 16,0 0-48-16,0 0-251 0,-11-33-341 15,7 33 0-15,4 13 0 0,0 15 0 16,4 14 0-16,3 13 0 15,-1 11 0-15,-2 3 0 0,-4 7 0 16,-4 4 0-16,-7 2 0 0,-1-3 0 16,-5-3 0-16,3-6 0 0,4-7 0 15,-1-9 0-15,5-10 0 0,6-13 0 16,0-11-137-16,0-11-1075 0,0-9-2346 0</inkml:trace>
  <inkml:trace contextRef="#ctx0" brushRef="#br0" timeOffset="94977.4">9290 10125 6262 0,'0'0'805'0,"0"0"-261"15,0 0-68-15,51-24-371 0,-13 14-105 16,5-2 0-16,2 0 0 0,-1 0 0 15,-1 1 0-15,3 1 0 16,-9 0 0-16,0 3 0 0,-12 1 0 0,-9 5-433 16,-5-1-848-16,-5 1-3377 0</inkml:trace>
  <inkml:trace contextRef="#ctx0" brushRef="#br0" timeOffset="95184.23">9242 10573 6691 0,'0'0'1136'0,"44"21"-771"16,-9-15-365-16,8-6 0 0,-2 0 0 16,3-3 0-16,-3 0 0 0,-6 1 0 15,-2-3 0-15,-12 3-721 16,6-5-3289-16</inkml:trace>
  <inkml:trace contextRef="#ctx0" brushRef="#br0" timeOffset="95560.96">9715 11040 6134 0,'0'0'537'0,"0"0"863"16,0 0-1279-16,0 0-121 0,0 0 0 15,-14 35 0-15,14 4 0 0,0 7 0 16,0 1 0-16,4-5 0 0,0-2 0 16,-4-2 0-16,0-4 0 15,0-3 0-15,-4-2 0 0,-2-7 0 16,2-7-1978-16,-2-6-667 0</inkml:trace>
  <inkml:trace contextRef="#ctx0" brushRef="#br0" timeOffset="95996.29">9736 10964 6234 0,'0'0'717'0,"0"0"399"16,0 0-991-16,0 0-125 0,27-38 0 16,0 27 0-16,8 2 0 0,-2 5 0 15,-2 4 0-15,0 2 0 0,-4 7 0 16,-6 4 0-16,-5 4 0 0,-5 6 0 16,-11 1 0-16,-11 3 0 0,-5 0 0 15,-5 1 0-15,-6-2 0 16,2-3 0-16,3-4 0 0,1-4 0 15,4-5 0-15,3-3 0 0,4-3 0 16,3-3 0-16,7-1 0 0,0 0 0 16,0 0 0-16,7-1 0 15,3 0 0-15,11 1 0 0,-1 6 0 16,1 3 0-16,0 2 0 0,-1 4 0 16,-3 2 0-16,-1 1 0 0,1 2 0 15,1-1 0-15,-5 1 0 0,-3 2 0 16,-10-1 0-16,0 1 0 0,-10 1 0 15,-7 2 0-15,-7-1 0 16,-3 0 0-16,-4-2 0 0,0-3 0 16,-2-5 0-16,2-4 0 0,4-6 0 15,0-4 0-15,6-5-833 0,0-7-2317 0</inkml:trace>
  <inkml:trace contextRef="#ctx0" brushRef="#br0" timeOffset="96441.58">9190 9793 6795 0,'0'0'252'0,"0"0"600"0,36-13-559 0,7 4-293 16,21-1 0-16,15-1 0 0,5 0 0 16,5 1 0-16,4 2 0 0,-4 2 0 15,-4 5 0-15,-11 1 0 0,-16 0 0 16,-10 5-1137-16</inkml:trace>
  <inkml:trace contextRef="#ctx0" brushRef="#br0" timeOffset="96863.51">8713 11747 6090 0,'0'0'729'0,"35"3"-525"0,15-1 504 15,22-4-247-15,27-5-461 0,13-6 0 16,14 1 0-16,8 0 0 0,3 3 0 15,-15 3 0-15,-11 2 0 0,-11 4 0 16,-22 0 0-16,-24 0-1257 0,-9-1-1252 16</inkml:trace>
  <inkml:trace contextRef="#ctx0" brushRef="#br0" timeOffset="97528.9">9283 12281 5058 0,'0'0'792'0,"0"0"201"0,0 0-21 0,-31 63-595 15,21-18-377-15,6 9 0 16,4 6 0-16,0 2 0 0,10 5 0 15,-6 3 0-15,7 5 0 0,-9-2 0 16,-2 1 0-16,0-4 0 0,-2-8 0 16,-9-6 0-16,7-10 0 0,4-14 0 15,-4-11 0-15,4-13-225 0,0-6-2128 16,0-14-740-16</inkml:trace>
  <inkml:trace contextRef="#ctx0" brushRef="#br0" timeOffset="97712.65">9234 12236 6466 0,'0'0'737'0,"0"0"-281"16,0 0-52-16,62-33-275 0,-17 15-129 15,13-2 0-15,0 2 0 0,-4 6 0 16,-7 3 0-16,-5 4 0 15,-5 5 0-15,-12 1 0 0,-9 7 0 16,-5 1-497-16,-9-2-660 0,-2 4-2228 0</inkml:trace>
  <inkml:trace contextRef="#ctx0" brushRef="#br0" timeOffset="97896.84">9275 12535 6799 0,'0'0'896'0,"0"0"-399"16,56 23-497-16,-19-19 0 15,7-1 0-15,1-3 0 0,-2-5 0 16,-1-2 0-16,-5 0 0 0,4-2 0 16,-14 2 0-16,4-1-4123 0</inkml:trace>
  <inkml:trace contextRef="#ctx0" brushRef="#br0" timeOffset="99325.7">9106 11944 3145 0,'0'0'1445'0,"0"0"-85"15,0 0-587-15,0 0-109 0,0 0 141 16,0 0-805-16,0 0 0 0,84 17 0 16,-15-25 0-16,9-6 0 15,-5-3 0-15,-3 3 0 0,2 1 0 16,-18 3-693-16,-2-5-3013 0</inkml:trace>
  <inkml:trace contextRef="#ctx0" brushRef="#br0" timeOffset="99917.44">10441 11549 5758 0,'0'0'825'0,"0"0"-113"0,0 0 112 0,0 0-751 0,58-6-73 16,-2 2 0-16,4-2 0 15,2 5 0-15,-11-1 0 0,-7 1 0 16,-7 1 0-16,-6-1 0 0,-4-1 0 16,-13 1 0-16,-3-2-1225 0,-5 1-340 15,-6-1-624-15</inkml:trace>
  <inkml:trace contextRef="#ctx0" brushRef="#br0" timeOffset="100087.71">10489 11718 6398 0,'0'0'1013'16,"0"0"-333"-16,51-2-579 0,-9-6-101 15,5-2 0-15,-3 1 0 16,-3-1 0-16,-4 4 0 0,0 0 0 15,-6 0 0-15,-6 3 0 0,-8-1-657 0</inkml:trace>
  <inkml:trace contextRef="#ctx0" brushRef="#br0" timeOffset="101787.69">13829 10892 1372 0,'0'0'2749'16,"0"0"-1664"-16,0 0 508 0,0 0-661 15,0 0-471-15,0 0-461 0,0 0 0 16,0 0 0-16,35 19 0 15,-24 10 0-15,1 7 0 0,-2 6 0 16,1 2 0-16,-5 5 0 0,-6 2 0 16,0 4 0-16,-11 1 0 0,-5-2 0 15,-5-3 0-15,-1-6 0 0,-3-5 0 16,2-9 0-16,2-7 0 0,1-11 0 16,-1-11 0-16,6-9 0 15,3-14 0-15,4-1-877 0,2-8-720 0</inkml:trace>
  <inkml:trace contextRef="#ctx0" brushRef="#br0" timeOffset="101956.75">13887 10196 7803 0,'0'0'389'15,"0"0"-389"-15,0 0 0 0,0 0 0 16,6 33 0-16,2-16 0 0,-1-3-565 15,-1-3-1072-15</inkml:trace>
  <inkml:trace contextRef="#ctx0" brushRef="#br0" timeOffset="102494.91">14391 10796 4273 0,'0'0'2590'16,"0"0"-1842"-16,0 0-167 0,-43-8-581 15,22 23 0-15,1 8 0 16,3 6 0-16,3 3 0 0,-1 3 0 16,9-1 0-16,6 3 0 0,0-4 0 15,0-2 0-15,4-6 0 0,8-6 0 16,3-6 0-16,1-8 0 0,3-5 0 16,0-7 0-16,5-7 0 0,-3-6 0 15,2-4 0-15,-2 0 0 16,-1 0 0-16,-5 5 0 0,-5 5 0 15,-4 6 0-15,-2 4 0 0,-4 4 0 16,2 0 0-16,-2 7 0 0,5 6 0 16,1 3 0-16,-2 1 0 15,6 1 0-15,3-3 0 0,-3 0 0 16,9-4 0-16,1-2 0 0,-1-5 0 16,6-4 0-16,-1-1 0 0,-1-8 0 15,-2-5 0-15,2-4 0 0,-5-5 0 16,-1-4 0-16,-3-5 0 15,-1-1 0-15,-3-3 0 0,-4-2 0 16,2-2 0-16,-8 4 0 0,0 4 0 16,0 6 0-16,0 6 0 0,0 7-1493 15,0 0-1345-15</inkml:trace>
  <inkml:trace contextRef="#ctx0" brushRef="#br0" timeOffset="102946.77">15264 10301 2012 0,'0'0'3494'0,"0"0"-2309"0,16-41-557 0,-16 39-4 15,-6 2-375-15,-6 3-249 0,-17 15 0 16,-9 13 0-16,-9 13 0 0,-5 8 0 16,-2 11 0-16,3 5 0 0,3 9 0 15,11 1 0-15,6-2 0 16,14-5 0-16,17-6 0 0,7-5 0 16,22-6 0-16,8-10 0 0,6-10 0 15,11-12 0-15,8-8 0 0,12-9 0 16,3-6 0-16,3-12 0 0,-5-6 0 15,-23 1 0-15,-7-5-2034 0</inkml:trace>
  <inkml:trace contextRef="#ctx0" brushRef="#br0" timeOffset="103350.25">15656 10813 1320 0,'0'0'3974'0,"0"0"-2730"0,0 0 49 0,0 0-932 0,0 0-361 0,0 0 0 16,0 0 0-16,71-15 0 0,-20 11 0 16,11 0 0-16,-4 2 0 0,-10 1 0 15,-5 1 0-15,-6-2 0 16,-8 0 0-16,-6-2 0 0,-2 0 0 15,-11-2 0-15,-4-1-457 0,-2 3-1032 16,-4-5-3693-16</inkml:trace>
  <inkml:trace contextRef="#ctx0" brushRef="#br0" timeOffset="103521">15778 10611 6550 0,'0'0'1113'0,"0"0"-584"0,0 0-529 16,21 44 0-16,0-6 0 0,-1 7 0 16,1 3 0-16,0-5 0 0,-3-2 0 15,1-3 0-15,-7-3 0 0,3-4 0 16,-9-9-913-16,-2-6-2549 0</inkml:trace>
  <inkml:trace contextRef="#ctx0" brushRef="#br0" timeOffset="107039.42">16824 10292 2052 0,'0'0'4166'0,"0"0"-3413"16,0 0-89-16,0 0-107 0,0 0-557 15,0 0 0-15,-27 44 0 16,17 2 0-16,0 10 0 0,10 10 0 0,0 2 0 15,4 9 0-15,0 6 0 16,-2 2 0-16,-4 2 0 0,-8-1 0 16,-1-5 0-16,-3-7 0 0,8-12 0 15,-3-9 0-15,3-11 0 0,4-11 0 16,2-11 0-16,0-9-497 0,0-7-1848 16,2-9-644-16</inkml:trace>
  <inkml:trace contextRef="#ctx0" brushRef="#br0" timeOffset="107347.13">16802 10858 5142 0,'0'0'540'0,"0"0"725"0,12-40-593 16,2 25-280-16,7-3-211 0,2 1-181 15,2 0 0-15,6 3 0 0,-4 5 0 16,-1 5 0-16,-1 4 0 0,-2 5 0 15,-7 5 0-15,-3 6 0 16,-5 0 0-16,-8 3 0 0,0 2 0 16,-10 1 0-16,-9 4 0 0,-10 2 0 15,2 2 0-15,-6 3 0 0,4 0 0 16,-4-1 0-16,9 2 0 0,5-3 0 16,4-3 0-16,11-1 0 0,4-7 0 15,4-2 0-15,13-4 0 16,4-3 0-16,10-2 0 0,6-1 0 15,4-3 0-15,3 0 0 0,-13-3-849 16,4 0-2489-16</inkml:trace>
  <inkml:trace contextRef="#ctx0" brushRef="#br0" timeOffset="107646.15">17413 11086 6863 0,'0'0'564'0,"-60"-15"-452"0,25 11 541 16,4 4-653-16,-2 2 0 0,-4 6 0 15,6 2 0-15,4 1 0 0,2 2 0 16,15 0 0-16,10 0 0 0,4 2 0 16,17 1 0-16,12 1 0 0,8 1 0 15,7-2 0-15,10 0 0 16,-3-3 0-16,3 2 0 0,-6-2 0 15,-13 3 0-15,-12 0 0 0,-19 4 0 16,-12-1 0-16,-12 4 0 0,-15 0 0 16,-6 1 0-16,-5-4 0 0,-5-2 0 15,-5-1 0-15,0-3 0 16,-6-1-25-16,3 1-1039 0,-3-1 23 16,16-3-91-16,3-3-1682 0</inkml:trace>
  <inkml:trace contextRef="#ctx0" brushRef="#br0" timeOffset="108356.84">12341 11732 1928 0,'-46'2'2634'15,"13"0"-2474"-15,4-1 76 0,23 0 344 0,10 1-280 16,23 1-96-16,21-2-8 0,26 3 145 15,25-2 55-15,21-2 156 16,27-2-268-16,27-6 4 0,22-2-195 16,29 1-93-16,25-1 0 0,25-1 0 15,19 0 0-15,22 2 0 0,15 2 0 16,14 2 0-16,13 4 0 0,-1 2 0 16,5 5 0-16,-9 5 0 15,-14 2 0-15,-12 0 0 0,-21 1 0 16,-23 4 0-16,-20-4 0 0,-26-1 0 15,-32 2 0-15,-27-4 0 0,-36-3 0 16,-32-5-213-16,-36-3-2104 0,-22-6-1993 16</inkml:trace>
  <inkml:trace contextRef="#ctx0" brushRef="#br0" timeOffset="112481.74">11958 12928 5986 0,'0'0'753'0,"0"0"151"0,0 0-355 0,0 0-549 15,0 0 0-15,48-23 0 16,-11 12 0-16,4 4 0 0,-3 3 0 15,-7 2 0-15,0 1 0 0,0-1 0 16,-5-1 0-16,5 0 0 0,-8-3 0 16,2-4 0-16,-8 3-1009 0,-5-6-3125 0</inkml:trace>
  <inkml:trace contextRef="#ctx0" brushRef="#br0" timeOffset="113101.77">12469 12540 7679 0,'0'0'513'16,"0"0"-513"-16,0 0 0 0,-17 42 0 16,13-6 0-16,2 7 0 0,-2 3 0 15,4-2 0-15,0-1 0 16,4-1 0-16,-2 0 0 0,2-6 0 15,-4-3 0-15,4-7 0 0,-4-8 0 16,3-6 0-16,-3-7 0 0,0-5 0 16,4 0 0-16,0-11 0 0,-2-9 0 15,6-6 0-15,-2-6 0 0,1-1 0 16,-3-2 0-16,-2 1 0 16,2 3 0-16,2 7 0 0,-2 3 0 15,2 7 0-15,-6 2 0 0,5 5 0 16,-5 1 0-16,0 3 0 0,4-2 0 15,-4 0 0-15,2 2 0 0,-2 0 0 16,0 2 0-16,4 0 0 0,0 1 0 16,2 6 0-16,5 8 0 15,1 10 0-15,7 9 0 0,-7 7 0 16,-2 5 0-16,-6-2 0 0,3-3 0 16,-3-2 0-16,-2-6 0 15,2-9 0-15,0-7 0 0,-2-7 0 16,-2-6 0-16,0-4 0 0,0-13 0 15,4-15 0-15,3-12 0 0,1-11 0 16,2-7 0-16,-2 4 0 0,3 0 0 16,3 10 0-16,1 10 0 0,-5 12 0 15,-4 11 0-15,0 9 0 0,-6 4 0 16,5 10 0-16,1 12 0 0,-2 9 0 16,6 8 0-16,-4 2 0 0,9-1 0 15,-3-1 0-15,5-4 0 16,3-5 0-16,9-2 0 0,0-7 0 15,2-6 0-15,7-8 0 0,-14-5-757 16,3-6-3625-16</inkml:trace>
  <inkml:trace contextRef="#ctx0" brushRef="#br0" timeOffset="113630.58">13124 12747 2597 0,'0'0'3041'0,"0"0"-1868"0,0 0-433 15,0 0-99-15,0 0-641 0,0 0 0 16,0 0 0-16,27 53 0 0,-27-14 0 16,-4-3 0-16,2 0 0 15,-2-4 0-15,0-3 0 0,4-1 0 16,0-6 0-16,0-5 0 0,0-8 0 16,0-4 0-16,4-5 0 15,2-5 0-15,12-11 0 0,1-9 0 16,6-7 0-16,-4-4 0 0,-5 5 0 15,1 3 0-15,-3 8 0 0,-4 8 0 16,-3 7 0-16,-3 5 0 0,-4 2 0 16,4 10 0-16,-2 10 0 0,2 4 0 15,-4 0 0-15,6-2 0 0,5-8 0 16,-1-4 0-16,4-2 0 0,-1-5 0 16,1-3 0-16,3-2 0 15,-3-4 0-15,-1-3 0 0,1-5 0 16,-3-2 0-16,-1-2 0 0,0-2 0 15,-4-1 0-15,1 1 0 0,-3-2 0 16,-4 1 0-16,0-2 0 0,-4-1 0 16,-3-3 0-16,3-3 0 0,4 4-1457 15,0-2-4958-15</inkml:trace>
  <inkml:trace contextRef="#ctx0" brushRef="#br0" timeOffset="113937.45">13536 12203 7267 0,'0'0'548'0,"0"0"-171"15,20-33-377-15,5 20 0 0,2-4 0 16,0 5 0-16,4 2 0 0,0 2 0 16,0 4 0-16,-4 4 0 15,-5 1 0-15,-7 6 0 0,-5 5 0 16,-4 2 0-16,-6 4 0 0,0 7 0 15,-16 6 0-15,-5 3 0 0,-6 8 0 16,-4-1 0-16,4-1 0 0,3-3 0 16,7-2 0-16,13-5 0 0,4-4 0 15,14-3 0-15,3-5 0 16,10-4 0-16,4-6 0 0,10-2 0 16,3-5 0-16,1-1 0 0,-2 0 0 15,-1-1 0-15,-5 0 0 16,-10 0 0-16,-2 1-1850 0</inkml:trace>
  <inkml:trace contextRef="#ctx0" brushRef="#br0" timeOffset="114416.55">13970 12872 6426 0,'0'0'785'0,"0"0"196"0,0 0-981 0,0 0 0 16,0 0 0-16,0 0 0 0,70-10 0 16,-18 7 0-16,5-3 0 0,-3 0 0 15,-2-1 0-15,-5-3 0 16,-9 2 0-16,-7-2 0 0,-11 1 0 16,-9 2 0-16,-5 1-1341 0,-6-1-1032 15</inkml:trace>
  <inkml:trace contextRef="#ctx0" brushRef="#br0" timeOffset="114572.57">14139 12730 6859 0,'0'0'604'0,"0"0"125"16,10 43-729-16,7-17 0 16,-3 4 0-16,-3 1 0 0,1 1 0 15,3-5 0-15,-1-1 0 0,-1-7 0 16,7-6 0-16,-5-2 0 0,1-9-1762 0</inkml:trace>
  <inkml:trace contextRef="#ctx0" brushRef="#br0" timeOffset="114980.37">14768 12745 3053 0,'0'0'2681'0,"0"0"-1592"16,-5-38 280-16,5 35-1369 0,7 3 0 15,3 3 0-15,4 11 0 0,9 20 0 16,12 15 0-16,-2 13 0 0,2 5 0 16,-8-3 0-16,-4 1 0 15,-2 1 0-15,-11 0 0 0,-6 2 0 16,-8 0 0-16,-8-2 0 0,-7-7 0 16,-8-7 0-16,-4-12 0 15,-2-11 0-15,2-14 0 0,0-13 0 16,4-7 0-16,0-14 0 0,11-12 0 15,1-13 0-15,1-12 0 0,12-17 0 16,-2-13 0-16,4-12 0 0,0-5 0 16,6-4-881-16,-2 29-532 0,6 7-1776 0</inkml:trace>
  <inkml:trace contextRef="#ctx0" brushRef="#br0" timeOffset="115101.69">14985 12357 6538 0,'0'0'705'0,"0"0"-413"16,0 0-228-16,0 0-64 0,0 0-208 16,0 0-2273-16,0 0-777 0</inkml:trace>
  <inkml:trace contextRef="#ctx0" brushRef="#br0" timeOffset="115496.73">15222 12737 7327 0,'0'0'612'0,"0"0"-359"0,-39 31-253 15,18-3 0-15,1 5 0 0,3-2 0 16,7-2 0-16,2-4 0 0,8-5 0 16,4-7 0-16,6-5 0 0,7-6 0 15,-1-3 0-15,9-10 0 16,-4-6 0-16,-1-2 0 0,-3-3 0 15,-1 1 0-15,-1 2 0 0,-9 4 0 16,0 6 0-16,-2 5 0 0,-4 4 0 16,0 4 0-16,0 10 0 0,-4 10 0 15,2 6 0-15,-2-2 0 16,4-2 0-16,10-8 0 0,5-6 0 16,1-4 0-16,7-5 0 15,-2-3 0-15,-1-4 0 0,1-7 0 16,-4-2 0-16,-3 0 0 0,-8-2 0 15,3 1 0-15,-7 2 0 0,-2-3 0 16,0 1 0-16,0-1 0 0,0-2 0 16,4-3 0-16,8-1 0 0,-2 2-2338 15,1-5-591-15</inkml:trace>
  <inkml:trace contextRef="#ctx0" brushRef="#br0" timeOffset="115757.5">15935 12338 40 0,'0'0'7003'16,"0"0"-6071"-16,-47-13-715 0,22 17-217 0,-2 5 0 15,-4 8 0-15,0 3 0 16,2 6 0-16,0 10 0 0,2 5 0 16,1 11 0-16,5 11 0 0,4 7 0 15,3 4 0-15,12 0 0 16,2-6 0-16,6-6 0 0,15-12 0 15,6-7 0-15,10-11 0 0,14-9 0 16,3-10 0-16,8-11 0 0,2-8 0 16,-2-13 0-16,-4-7 0 0,-4-6 0 15,-13-3 0-15,-14 7-509 0,-8 0-5726 16</inkml:trace>
  <inkml:trace contextRef="#ctx0" brushRef="#br0" timeOffset="116506.6">16198 12677 6611 0,'0'0'1204'0,"41"6"-827"0,-8 1-377 16,15 0 0-16,-1-2 0 0,1-4 0 15,-7-1 0-15,7-4 0 0,-1-6 0 16,3-3 0-16,-7 0 0 0,-5-2 0 16,-14-1 0-16,-5 0 0 0,-9 4-2026 15,-1-5-1243-15</inkml:trace>
  <inkml:trace contextRef="#ctx0" brushRef="#br0" timeOffset="116673.7">16545 12397 6655 0,'0'0'1088'0,"-12"49"-728"0,8-10-271 16,0 1-89-16,1 3 0 0,3 1 0 15,0-2 0-15,7-3 0 16,-1-4 0-16,4-5 0 0,7-5 0 16,-3-4 0-16,3-8-1137 0,-1-8-1504 15</inkml:trace>
  <inkml:trace contextRef="#ctx0" brushRef="#br0" timeOffset="116964.63">17107 12179 1628 0,'0'0'2633'0,"0"0"-1712"15,-31 23 39-15,29 8-475 16,2 15 3-16,0 12 352 0,7 8-603 16,-1 3-237-16,-2 2 0 0,-4 2 0 15,0-1 0-15,-4-1 0 16,-2-1 0-16,-1-6 0 0,-1-6 0 15,2-6 0-15,4-8 0 0,2-10 0 16,2-10-445-16,4-7-703 0,-2-11-1834 0</inkml:trace>
  <inkml:trace contextRef="#ctx0" brushRef="#br0" timeOffset="117259.69">17107 12778 6058 0,'0'0'741'0,"58"-16"-209"16,-20 8 252-16,1 4-707 0,-6 0-77 16,-2-1 0-16,-4 3 0 15,-4 2 0-15,-9 0 0 0,-4 0 0 16,-3 1 0-16,-3 5 0 0,-4 3 0 16,-11 7 0-16,-1 5 0 0,-9 5 0 15,-4 3 0-15,1-1 0 16,-3 4 0-16,0-1 0 0,6 1 0 15,5-1 0-15,10-2 0 0,1-1 0 16,12-2 0-16,3-5 0 0,11-2 0 16,-1-6 0-16,11-4 0 0,2-6 0 15,9-3-325-15,-7 0-555 0,-2-6-2806 16</inkml:trace>
  <inkml:trace contextRef="#ctx0" brushRef="#br0" timeOffset="117522.84">17821 12892 7183 0,'-38'-6'916'16,"1"6"-823"-16,-8 0-93 15,3 2 0-15,-1 5 0 0,2 2 0 16,6-1 0-16,1-1 0 0,12 3 0 16,7-1 0-16,5-3 0 15,10 1 0-15,10 3 0 0,17 4 0 16,14 4 0-16,13 1 0 0,19 1 0 15,1-1 0-15,5-1 0 0,-13 1 0 16,-17-2 0-16,-14 2 0 0,-22 0 0 16,-13 0 0-16,-17 1 0 0,-14 1 0 15,-16-1 0-15,-17-3 0 0,-9-1 0 16,-9-4 0-16,-3-4 0 0,6-1 0 16,21-3-205-16,9-4-1808 0</inkml:trace>
  <inkml:trace contextRef="#ctx0" brushRef="#br0" timeOffset="118788.8">19950 11658 1468 0,'0'0'312'0,"0"0"577"0,0 0-289 16,0 0-120-16,-11-35 337 0,11 29-261 15,5 1 44-15,1 1 425 16,4-1-433-16,11-1-60 0,16 0-211 16,15-2-321-16,6 1 0 0,4-1 0 15,-2 1 0-15,-3 1 0 0,7 0 0 16,1 1 0-16,-3-2 0 0,-7 2 0 16,-9 2 0-16,-9 2-53 15,-14 1-1055-15,-9 1 47 0,-8 3-303 0</inkml:trace>
  <inkml:trace contextRef="#ctx0" brushRef="#br0" timeOffset="118963.58">20076 11814 6546 0,'0'0'1149'0,"0"0"-652"15,0 0-497-15,47-2 0 16,3-7 0-16,6 0 0 0,4 0 0 15,-4 4 0-15,-1 1 0 0,-1 3 0 16,0 1 0-16,-13 0 0 0,1 0-2830 0</inkml:trace>
  <inkml:trace contextRef="#ctx0" brushRef="#br0" timeOffset="120213.55">22135 10321 5262 0,'0'0'228'0,"0"0"1093"0,0 0-729 0,0 0-176 16,0 0-43-16,0 0-373 0,53 60 0 16,-13-1 0-16,5 15 0 0,5-1 0 15,-7-1 0-15,11 1 0 16,-2-1 0-16,-3 2 0 0,1-2 0 16,-7-5 0-16,-1-6 0 0,-11-6 0 15,-2-8 0-15,-11-8 0 0,-7-8 0 16,-5-8 0-16,-6-7-1149 15,-6-7 56-15,-5-4-375 0</inkml:trace>
  <inkml:trace contextRef="#ctx0" brushRef="#br0" timeOffset="120458.66">22046 11194 5766 0,'0'0'436'0,"0"0"129"16,0 0 307-16,0 0-588 0,35-65-15 16,-2 22-269-16,8-10 0 0,3-5 0 15,7 0 0-15,7-6 0 16,9-4 0-16,5 0 0 0,6-1 0 16,5-1 0-16,0 4 0 0,-7 5 0 15,-1 7 0-15,-17 11 0 0,-13 10-37 16,-12 5-623-16,-14 7-973 15,-9 6 4-15,-2 2-2540 0</inkml:trace>
  <inkml:trace contextRef="#ctx0" brushRef="#br0" timeOffset="121136.96">22036 9960 6130 0,'0'0'893'0,"88"22"-489"0,1-12 112 16,17 1-267-16,9 1-249 0,12-1 0 15,-1 2 0-15,-6-2-113 16,-9 0-483-16,-32-3-1393 0,-11-3-460 0</inkml:trace>
  <inkml:trace contextRef="#ctx0" brushRef="#br0" timeOffset="121545.78">20990 11628 6078 0,'0'0'420'0,"0"0"257"0,0 0-469 15,72 20-76-15,33-14 464 16,42-5-515-16,33-1-81 0,25-1 0 16,20 0 0-16,13 0 0 0,1 1 0 15,-5 1 0-15,-15 1 0 0,-20 4 0 16,-18 0 0-16,-19 0 0 0,-26 0 0 16,-26 1-57-16,-28 0-459 0,-32 0-1589 15,-23-3-948-15</inkml:trace>
  <inkml:trace contextRef="#ctx0" brushRef="#br0" timeOffset="122069.72">21899 12343 5926 0,'0'0'685'0,"0"0"-281"0,0 0-64 0,37 26 416 16,-2 2-675-16,11 12-81 0,6 8 0 15,1 7 0-15,11 6 0 0,5 6 0 16,1-1 0-16,2-2 0 0,-6-6 0 16,-4-6 0-16,-6-5 0 15,-12-8 0-15,-9-6 0 0,-8-5 0 16,-13-8 0-16,-6-8 0 0,-3-5-345 15,-5-5-1580-15,-3-2-292 0</inkml:trace>
  <inkml:trace contextRef="#ctx0" brushRef="#br0" timeOffset="122413.05">21876 13255 2108 0,'0'0'4414'0,"0"0"-3469"0,17-35-277 15,10 3-611-15,14-10-57 0,13-7 0 16,12-9 0-16,15-6 0 0,7-7 0 16,12-3 0-16,1-2 0 15,2 2 0-15,3 4 0 0,-7 1 0 16,-4 6 0-16,-14 9 0 0,-23 16-649 16,-13 3-1372-16</inkml:trace>
  <inkml:trace contextRef="#ctx0" brushRef="#br0" timeOffset="122782.86">22980 13101 5170 0,'0'0'2557'15,"-16"57"-2285"-15,1-11-164 0,1 8-23 16,-3 10-85-16,-4 5 0 0,3 2 0 16,3-5 0-16,5-4 0 0,2-7 0 15,2-2 0-15,-1-6 0 0,1-8-461 16,2-5-447-16,4-13-105 0,0-12-2156 16</inkml:trace>
  <inkml:trace contextRef="#ctx0" brushRef="#br0" timeOffset="123215.04">22904 13286 6262 0,'0'0'228'0,"20"-35"289"16,5 13-325-16,4 0 12 0,4 2 4 15,0 2-156-15,2 5 56 0,-2 6 104 16,-2 6-160-16,-2 3-20 0,-4 10-32 16,-2 5-12-16,-4 4 12 0,-9 4 0 15,-6 1 4-15,-4 2-4 0,-8-2 20 16,-11 1-4-16,-4-4-8 0,-6-1 81 16,-2-1-89-16,-2-3 0 15,0-4 0-15,4-4 0 0,7-4 0 16,7-4 0-16,7-1 0 0,8 0 0 15,0 2 0-15,8 4 0 0,7 5 0 16,7 3 0-16,9 1 0 16,2 2 0-16,1 0 0 0,-1 2 0 15,-7 0 0-15,-3 2 0 0,-12-1 0 16,-3 0 0-16,-16 2 0 0,-13-1 0 16,-10 1 0-16,-8-4 0 15,-7-1 0-15,-1-4 0 0,-5-6 0 16,0-6 0-16,3-3 0 0,5-10-1121 15,13 2-584-15,4-7-1072 0</inkml:trace>
  <inkml:trace contextRef="#ctx0" brushRef="#br0" timeOffset="123602.95">21783 12241 7139 0,'0'0'576'0,"79"2"-176"0,-1-2-323 0,18-5-77 0,21-1 0 16,18-3 0-16,7 2 0 0,1-3 0 15,-7 1 0-15,-14-1 0 0,-37 2 0 16,-17-7-2978-16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26T18:55:38.935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3159 3649 6915 0,'0'0'892'0,"0"0"-507"0,0 0-385 16,0 0 0-16,31 12 0 0,22-6 0 16,22-1 0-16,18-3 0 15,2-2 0-15,-4 0 0 0,2-3 0 0,-11 0 0 16,-3-3 0-16,-23 2 0 0,-11-8-2610 15</inkml:trace>
  <inkml:trace contextRef="#ctx0" brushRef="#br0" timeOffset="6622.63">695 6436 1760 0,'0'0'2277'16,"0"0"-1444"-16,0 35 639 0,-5-19-699 16,3 5-165-16,0 6-139 0,2 5-469 15,0 4 0-15,2 4 0 16,5 6 0-16,-3 5 0 0,2 4 0 16,2 2 0-16,-2 0 0 0,-2-1 0 15,5-4 0-15,-9-6 0 0,0-7 0 16,2-9 0-16,-2-10 0 0,0-9-1273 15,0-6-900-15,-6-6-1737 0</inkml:trace>
  <inkml:trace contextRef="#ctx0" brushRef="#br0" timeOffset="6832.87">492 6736 6939 0,'0'0'820'16,"0"0"-476"-16,0 0-255 0,37-27-89 16,5 6 0-16,7 2 0 0,5 3 0 15,-7 2 0-15,3 3 0 16,0-1 0-16,-11 3 0 0,-10 1-1441 16,-8-1-2209-16</inkml:trace>
  <inkml:trace contextRef="#ctx0" brushRef="#br0" timeOffset="7283.93">881 6990 1976 0,'2'44'180'0,"-2"-28"1897"0,0-1-1072 16,2-4-453-16,2-5 0 0,-4-2 165 16,0-2-309-16,2-1-44 0,0 0-3 15,0-1-361-15,0-4 0 16,0-9 0-16,2-11 0 0,-2-13 0 16,0-10 0-16,3-4 0 0,3 1 0 15,4 6 0-15,3 6 0 0,1 6 0 16,5 6 0-16,0 4 0 15,-5 4 0-15,5 4 0 0,-1 4 0 16,-3 3 0-16,-5 4-1650 0,-1 1-607 0</inkml:trace>
  <inkml:trace contextRef="#ctx0" brushRef="#br0" timeOffset="7609.54">1240 6670 5330 0,'0'0'1269'0,"-39"-10"-501"0,16 4 57 16,-4 6-825-16,7 3 0 0,-1 10 0 16,0 5 0-16,5 8 0 0,5 6 0 15,-3 0 0-15,6 3 0 16,4-4 0-16,4-4 0 0,2-3 0 16,6-6 0-16,8-4 0 0,-3-5 0 15,6-5 0-15,1-4 0 0,1-6 0 16,0-10 0-16,-3-2 0 15,-1-5 0-15,-5-2 0 0,-2 0 0 16,-3 5 0-16,-1 4 0 0,-6 6 0 16,2 4 0-16,-2 6 0 0,0 0 0 15,0 0 0-15,2 6 0 0,-2 7 0 16,6 7 0-16,-6 8 0 16,4 1 0-16,2-3 0 0,-3-6 0 15,5-5-213-15,2-6-279 0,-4-3-877 16,7-6 89-16,-5 0 31 0,2-7-1204 0</inkml:trace>
  <inkml:trace contextRef="#ctx0" brushRef="#br0" timeOffset="7932.81">1393 6853 2285 0,'-4'39'1624'0,"2"-14"-1107"16,2 2-61-16,6-8-288 15,-6-3-92-15,6-8 168 0,-1-3 24 16,-1-5 64-16,2 0 200 0,2-7-99 16,5-12 7-16,3-11 216 0,-3-7-495 15,-1-3-161-15,0 2 0 0,-1 6 0 16,-1 5 0-16,-4 7 0 16,0 6 0-16,-1 7 0 0,-5 4 0 15,2 3 0-15,4 11 0 0,0 10 0 16,4 10 0-16,-1 5 0 0,-1 0 0 15,2-4 0-15,-6-2 0 0,5-5 0 16,-1-6 0-16,2-6 0 0,7-6 0 16,-7-7-625-16,0-1-908 0,3-9-4357 15</inkml:trace>
  <inkml:trace contextRef="#ctx0" brushRef="#br0" timeOffset="8386.24">1960 6748 5662 0,'0'0'1045'0,"0"0"-413"0,-36-28 160 15,20 19-731-15,-5 3-61 16,11 3 0-16,0 1 0 0,5 1 0 16,1 1 0-16,2 0 0 0,0 0 0 15,0 3 0-15,2 6 0 0,0 11 0 16,0 5 0-16,4 1 0 15,7-1 0-15,-1-3 0 0,2-1 0 16,7-2 0-16,-3-3 0 0,-3-2 0 16,1-1 0-16,-5-1 0 0,-3-1 0 15,-6 1 0-15,-4 1 0 16,-3 1 0-16,-7 0 0 0,0-2 0 16,-3-1 0-16,0-4 0 0,1-1 0 15,-1-6 0-15,5 0 0 0,4-6-81 16,-1-4-839-16,7-6-101 0,2 3-1316 15,0-5-176-15</inkml:trace>
  <inkml:trace contextRef="#ctx0" brushRef="#br0" timeOffset="8820.37">2051 6757 1876 0,'0'0'3250'16,"0"0"-1773"-16,0 0-1013 0,0 38-32 15,0-13 80-15,-5 2-331 0,-1 0-181 16,2-3 0-16,2-1 0 15,-2-4 0-15,2-5 0 0,0-3 0 16,2-5 0-16,0-4 0 0,0-2 0 16,0 0 0-16,4-11 0 0,4-9 0 15,5-7 0-15,-3-3 0 16,2 2 0-16,1 5 0 0,-1 5 0 16,-4 8 0-16,-1 4 0 0,-1 6 0 15,-6 0 0-15,4 7 0 0,4 7 0 16,0 5 0-16,3 5 0 0,-1 1 0 15,-4-4 0-15,5 1 0 0,-1-6 0 16,0-3 0-16,1-3 0 0,-7-5 0 16,2-2 0-16,-2-3 0 0,4-4 0 15,7-10 0-15,-5-4 0 16,5-7 0-16,-3-1 0 0,-4 2 0 16,1 2 0-16,-3 5 0 0,2 8 0 15,-8 3 0-15,0 5 0 0,0 0 0 16,0 1 0-16,0 6 0 15,0 8 0-15,2 11 0 0,-2 1 0 16,2 2 0-16,0-3 0 0,2-2 0 16,1-3 0-16,3 0 0 0,0-2 0 15,5-4 0-15,-3-6-981 16,0-4-896-16,-4-4-860 0</inkml:trace>
  <inkml:trace contextRef="#ctx0" brushRef="#br0" timeOffset="8974.82">2476 6893 2601 0,'0'0'4574'0,"0"0"-3557"0,0 0-1017 16,0 0 0-16,0 0 0 0,5 38 0 16,-5-9 0-16,0 4 0 0,0-1 0 15,4-2 0-15,0-3 0 16,4-3 0-16,-6-3 0 0,2-4 0 16,0-6 0-16,-4-3-781 0,0-8-920 0</inkml:trace>
  <inkml:trace contextRef="#ctx0" brushRef="#br0" timeOffset="9094.87">2431 6453 6370 0,'0'0'1822'0,"-8"-33"-1822"0,6 23 0 16,0 6 0-16,-1 2 0 16,-1 1 0-16,0 1 0 0,2 1 0 15,2 10 0-15,2-2 0 0,4 3-3182 0</inkml:trace>
  <inkml:trace contextRef="#ctx0" brushRef="#br0" timeOffset="9642.42">2766 6777 1656 0,'0'0'3230'0,"0"0"-1357"16,0 0-1049-16,0 0-215 0,-33-13-609 16,14 9 0-16,3 0 0 0,-1 3 0 15,7 1 0-15,-1 2 0 16,5 3 0-16,0 3 0 0,2 3 0 16,4 5 0-16,2 1 0 0,6 1 0 15,3-4 0-15,-1-1 0 0,6-1 0 16,1-2 0-16,2-1 0 15,-3 0 0-15,1-1 0 0,-3-1 0 16,-4-1 0-16,-3-1 0 0,-5 4 0 16,-2 0 0-16,0 2 0 0,-7 2 0 15,-3 1 0-15,-2-3 0 16,-3 1 0-16,-1-1 0 0,1-2 0 16,1-1 0-16,1-4 0 0,3-3 0 15,6-1 0-15,0 0 0 0,4 0 0 16,0 0-209-16,4-6-395 0,10-5-713 15,-3 2 197-15,9-7-477 0</inkml:trace>
  <inkml:trace contextRef="#ctx0" brushRef="#br0" timeOffset="9965">3053 6739 6687 0,'0'0'952'0,"0"0"-568"16,-39-10-215-16,22 10-169 15,-3 0 0-15,-1 4 0 0,0 1 0 16,3 3 0-16,-1 2 0 0,7-1 0 16,1 2 0-16,5 3 0 0,4 1 0 15,2 0 0-15,8-1 0 16,5 2 0-16,5-2 0 0,3 0 0 16,2 0 0-16,2 0 0 0,-5-2 0 15,1 2 0-15,-2-1 0 0,-1-3 0 16,-10 0 0-16,1-2 0 0,-7 2 0 15,-2-1 0-15,-2 4 0 0,-13 0 0 16,3 1 0-16,-9-1 0 0,0-2 0 16,1-2 0-16,3-4 0 0,7-2 0 15,0-3 0-15,1 0 0 16,7-6-265-16,2-5-647 0,6-6-17 16,9-4-836-16,-3 5 477 0,7 0-677 0</inkml:trace>
  <inkml:trace contextRef="#ctx0" brushRef="#br0" timeOffset="10094.79">3144 6875 4017 0,'0'0'2157'0,"0"0"-1248"16,0 0-109-16,0 53-491 0,-4-27-309 15,2 1 0-15,-2 0 0 16,2-3 0-16,0-2 0 0,2-6 0 16,0-1 0-16,0-7 0 0,2-2 0 15,-2-4 0-15,0-2-685 0,0-2-2509 0</inkml:trace>
  <inkml:trace contextRef="#ctx0" brushRef="#br0" timeOffset="10248.53">3185 6372 8027 0,'0'0'96'0,"0"0"-68"16,0 0 13-16,0 0-41 0,0 0 0 15,0 0-673-15,0 0-127 0,25 38-393 16,-14-25-2981-16</inkml:trace>
  <inkml:trace contextRef="#ctx0" brushRef="#br0" timeOffset="10531.96">3363 6493 7119 0,'0'0'812'0,"0"0"-551"0,0 0-261 16,0 0 0-16,-16 52 0 0,12-11 0 15,-1 8 0-15,3 5 0 0,2 4 0 16,0 5 0-16,0 9 0 0,0 1 0 16,2 0 0-16,5-8 0 0,7-12 0 15,3-13 0-15,7-11 0 16,-1-13 0-16,2-12 0 0,0-9 0 16,-2-15 0-16,-3-9 0 0,-5-6 0 15,-9-4 0-15,-6-4 0 0,-10 1 0 16,-9 2 0-16,0 9 0 15,-1 11 0-15,-1 14 0 0,-4 8 0 16,2 10 0-16,-1 3 0 0,1 2 0 16,2-1 0-16,11-4-2246 0,-5-5-623 0</inkml:trace>
  <inkml:trace contextRef="#ctx0" brushRef="#br0" timeOffset="10888.38">3690 6917 2893 0,'0'0'4590'0,"-17"43"-3881"0,9-17-709 16,2 2 0-16,2 1 0 0,2-2 0 16,2-1 0-16,10-3 0 0,-4-5 0 15,4-4 0-15,3-5 0 0,-1-5 0 16,-3-2 0-16,-1-2-109 0,-4-2-1916 15,2-10-744-15</inkml:trace>
  <inkml:trace contextRef="#ctx0" brushRef="#br0" timeOffset="11029.44">3830 6478 7263 0,'0'0'929'0,"0"0"-929"15,0 0 0-15,0 0 0 0,0 0 0 16,0 0 0-16,-39 32 0 0,33-20 0 15,6-4 0-15,0-5-1277 16,4-4-1957-16</inkml:trace>
  <inkml:trace contextRef="#ctx0" brushRef="#br0" timeOffset="11399.41">4083 6461 2497 0,'0'0'3457'15,"-9"55"-2756"-15,3-17-41 16,0 4-144-16,-2 8-155 0,-1 1-361 16,1 2 0-16,2 3 0 0,0-1 0 15,2 1 0-15,-1-2 0 0,1-3 0 16,2-4 0-16,-2-3 0 0,2-10 0 15,2-5-557-15,0-14-620 0,0-7-2104 0</inkml:trace>
  <inkml:trace contextRef="#ctx0" brushRef="#br0" timeOffset="11533.6">4159 6884 6679 0,'0'0'1196'15,"0"0"-879"-15,0 0-317 0,-23 43 0 16,11-13 0-16,4 4 0 15,1-1 0-15,3-6 0 0,4-1 0 16,0-3 0-16,7-8 0 0,1-2 0 16,-2-8 0-16,4-3-1666 0,-6-6-711 0</inkml:trace>
  <inkml:trace contextRef="#ctx0" brushRef="#br0" timeOffset="11687.58">4353 6411 4514 0,'0'0'2117'0,"0"0"-1625"0,0 0-8 16,0 0-272-16,0 0-156 0,0 0-56 15,0 0-44-15,0 0-252 0,0 0-893 16,0 0-279-16,11 12-453 0</inkml:trace>
  <inkml:trace contextRef="#ctx0" brushRef="#br0" timeOffset="11855.67">4403 6503 6302 0,'0'0'857'16,"-2"60"-309"-16,2-21-63 0,0 5-485 15,0 3 0-15,0 3 0 16,0 0 0-16,0-4 0 0,2 0 0 16,-2-3 0-16,0 0 0 0,0-3 0 15,-4-1 0-15,-7-1 0 0,-1-8 0 16,2-9-1161-16,-3-7-656 0</inkml:trace>
  <inkml:trace contextRef="#ctx0" brushRef="#br0" timeOffset="12325.01">4314 6801 7079 0,'0'0'1028'0,"0"0"-943"16,0 0-85-16,39-14 0 0,-28 16 0 15,-3 9 0-15,2 2 0 0,3 1 0 16,1-1 0-16,1-2 0 15,7-5 0-15,3-4 0 0,4-2 0 16,2-2 0-16,-6-6-921 0,2-2 349 16,-13-3 335-16,-1 0 9 0,-5-3 204 15,-2 0 24-15,-6 0 52 16,0 1 112-16,0 5 61 0,-4 4 351 16,2 2-244-16,0 4-52 0,2 0 24 15,0 2-280-15,0 11 1 0,4 10-25 16,0 4 0-16,-2 5 0 0,0 2 0 15,0-2 0-15,2 4 0 0,3 5 0 16,-3 6 0-16,4 5 0 0,0 6 0 16,-6 2 0-16,-2 3 0 0,-10 1 0 15,-2 0 0-15,-11-2 0 16,-2-3 0-16,-6-4 0 0,0-10 0 16,-2-12 0-16,2-8 0 0,-4-12 0 15,6-13 0-15,4-7 0 0,2-15 0 16,9-10 0-16,-3-11 0 15,7-7 0-15,10 0 0 0,6 6 0 16,15 10 0-16,14 3 0 0,13 5 0 16,12 2 0-16,8 2 0 0,4 2 0 15,-2 2 0-15,-10-1 0 16,-16 5 0-16,-11-4-3086 0</inkml:trace>
  <inkml:trace contextRef="#ctx0" brushRef="#br0" timeOffset="20565.03">8655 6385 2629 0,'0'0'2357'0,"0"0"-1449"16,-10-39 329-16,10 38-485 0,0 1-443 15,-2 6-309-15,2 15 0 0,0 18 0 16,0 15 0-16,0 8 0 0,0 0 0 15,10-4 0-15,-4-2 0 16,5-3 0-16,-5-6 0 0,4-4 0 16,-4-6 0-16,3-12-821 0,-3-10-600 15,-6-9-844-15</inkml:trace>
  <inkml:trace contextRef="#ctx0" brushRef="#br0" timeOffset="20810.72">8576 6260 6254 0,'0'0'557'0,"15"-34"-45"0,1 14 168 15,5 0-491-15,4 0-189 0,2 0 0 16,4 2 0-16,2 4 0 16,4 7 0-16,-2 7 0 0,-2 6 0 15,-2 10 0-15,-6 9 0 0,-8 9 0 16,-11 8 0-16,-6 4-97 0,-10 3-31 15,-11 0 4-15,-2-2 96 16,-2-2 28-16,-2-5 4 0,1-7 12 16,1-3-16-16,8-10 0 0,1-7-12 15,5-8-24-15,7-3-824 16,2-2-9-16,-2 0-275 0,4-8-3174 0</inkml:trace>
  <inkml:trace contextRef="#ctx0" brushRef="#br0" timeOffset="21046.75">8969 6828 3013 0,'0'0'2077'0,"0"0"-1241"16,0 0 385-16,0 0-613 0,-35 16-171 15,29-35-437-15,0-7 0 0,6-10 0 16,0 0 0-16,12 4 0 15,3 0 0-15,5 4 0 0,1 4 0 16,-5 4 0-16,5 7 0 0,-4 3 0 16,3 2 0-16,-3 1 0 0,4-1-101 15,-5 2-1067-15,-1 0-2630 0</inkml:trace>
  <inkml:trace contextRef="#ctx0" brushRef="#br0" timeOffset="21305.94">9232 6533 2080 0,'0'0'4326'15,"0"0"-3641"-15,-37-1-13 0,16 5-243 16,-4 9-429-16,2 9 0 0,-1 7 0 16,3 4 0-16,4 1 0 0,11 2 0 15,6-2 0-15,0-2 0 16,13-4 0-16,5-7 0 0,5-7 0 16,8-8 0-16,-4-6 0 0,4-7 0 15,-4-6 0-15,-3-2 0 0,-7-3 0 16,-3-1 0-16,-7 0 0 15,-7-3 0-15,0 2 0 0,0-1 0 16,-4 0 0-16,1 1 0 0,-5 4-189 16,2 0-487-16,2 7-1257 0,2-1-456 0</inkml:trace>
  <inkml:trace contextRef="#ctx0" brushRef="#br0" timeOffset="21985.32">9302 7134 4670 0,'-6'45'680'0,"0"-9"-184"0,2-5 208 16,4-17-435-16,-3-7 15 0,3-7 424 15,0-4-327-15,-4-12-381 16,4-17 0-16,-4-16 0 0,2-9 0 16,2-13 0-16,-4-8 0 0,4-7 0 15,4 3 0-15,6 7 0 0,13 11 0 16,-2 13 0-16,4 6 0 0,-3 5 0 15,-1 7 0-15,0 6 0 16,-5 7 0-16,5 7 0 0,-7 7 0 16,-1 6 0-16,-3 3 0 0,0 10 0 15,1 4 0-15,-7 6 0 16,-2 3 0-16,-2 4 0 0,-6 1 0 16,-5 4 0-16,-3 1 0 0,-5-3 0 15,-5 2 0-15,-3-2 0 0,0-3 0 16,2-4-345-16,-2-6-123 0,13-6-280 15,8-6 303-15,1-4 149 0,10-1-412 16,9-2 8-16,9-5 191 0,2-5 145 16,6-4 216-16,-5-1-60 0,1-2 152 15,-6 1 56-15,-5 0 424 16,1 1 537-16,-3 1-301 0,-7 4 76 16,1-2 593-16,-6 2-521 0,4-3-731 15,2-2-77-15,3-1 0 0,-5-2 0 16,4 0 0-16,-5 0 0 0,-5 1 0 15,0 1 0-15,-5 3 0 16,1 4 0-16,-2 4 0 0,-4 6 0 16,-7 10 0-16,1 7 0 0,-5 9 0 15,6 6 0-15,5 2 0 0,4 1 0 16,2-2 0-16,8-4 0 16,8-7 0-16,9-4 0 0,4-7 0 15,6-2 0-15,0-8 0 0,-2-2 0 16,0-1 0-16,-2-5 0 0,-7-1 0 15,-7-1 0-15,-3-1 0 0,-10 1 0 16,0 1 0-16,0 1 0 0,0 0 0 16,0-5 0-16,-10-5 0 0,3-4 0 15,3-4 0-15,2 1 0 16,2-2 0-16,0-2 0 0,6-2 0 16,-1-5 0-16,7-5 0 0,-4-5-245 15,-2 8-1652-15,1-5-808 0</inkml:trace>
  <inkml:trace contextRef="#ctx0" brushRef="#br0" timeOffset="22157.83">9780 5981 6775 0,'0'0'884'0,"0"0"-452"0,4 60-331 16,0-20-101-16,2 7 0 16,0 2 0-16,9 5 0 0,-3 4 0 15,7 2 0-15,1 2 0 0,-3-1 0 16,-7-1 0-16,-4-3 0 0,-6-5 0 15,-4-5 0-15,-2-8 0 0,0-13-769 16,-4-12-1680-16</inkml:trace>
  <inkml:trace contextRef="#ctx0" brushRef="#br0" timeOffset="22621.22">9726 6463 7195 0,'0'0'704'15,"14"-38"-411"-15,-1 21-293 0,1 3 0 16,-4 1 0-16,3 2 0 0,1 0 0 15,-1 3 0-15,1 3 0 16,1 4 0-16,-5 1 0 0,0 3 0 16,-3 6 0-16,-1 1 0 0,-6 2-513 15,0 3 229-15,0 1 192 16,0-2 92-16,-4 4 0 0,2-1 240 16,2-1-32-16,0 2 8 0,6 2 9 15,0-3-225-15,2-2 0 0,5-3 0 16,5-8 0-16,1-4 0 0,6-7 0 15,-1-6 0-15,-5-3 0 0,0-2 0 16,-3 0 0-16,-5 1 0 0,-5 6 0 16,-2 3 0-16,-2 5 0 0,2 3 0 15,0 9 0-15,7 10 0 0,5 17 0 16,1 11 0-16,-1 7 0 16,-1 1 0-16,-5-3 0 0,-4 1 0 15,-6 3 0-15,-2-1 0 0,-8 3 0 16,-9 0 0-16,-4 0 0 15,-12-3 0-15,-4-3 0 0,-6-8 0 16,-3-7 0-16,0-11 0 0,7-8 0 16,4-12 0-16,10-11 0 15,-4-13 0-15,4-10 0 0,13-8 0 16,7-1 0-16,7-4 0 0,21-2 0 16,10-1 0-16,8-2 0 0,7 3 0 15,-3 0 0-15,3-2 0 0,-15 10-545 16,-8 1-3049-16</inkml:trace>
  <inkml:trace contextRef="#ctx0" brushRef="#br0" timeOffset="23060.84">10708 6588 5330 0,'0'0'716'0,"2"-48"361"0,-15 28-8 15,-3 6-1069-15,-9 0 0 0,4 4 0 16,-1 5 0-16,1 2 0 0,6 3 0 16,5 1 0-16,4 3 0 0,2 4 0 15,2 6 0-15,2 9 0 0,6 3 0 16,4-2 0-16,7-5 0 16,3-6 0-16,7-5 0 0,-2-5 0 15,2-3 0-15,0-3 0 0,-2-7 0 16,-5-3 0-16,-3 0 0 0,-11 0 0 15,-2 0 0-15,-4 0 0 16,0 3 0-16,-10 0 0 0,0 3 0 16,-1 1 0-16,-3 0 0 0,-3 1 0 15,7 1 0-15,0-1-621 16,10-5-460-16,0 2-91 0,4-5-993 0</inkml:trace>
  <inkml:trace contextRef="#ctx0" brushRef="#br0" timeOffset="23345.05">11030 5963 6410 0,'-6'-41'685'0,"0"4"-49"0,-5-2-175 16,1 14-461-16,0 8 0 0,-5 8 0 16,3 4 0-16,-5 6 0 15,-3 8 0-15,1 5 0 0,0 6 0 16,-5 4 0-16,7 3 0 0,3 5 0 15,1 4 0-15,5 2 0 16,8 3 0-16,4 5 0 0,13 5 0 16,3 5 0-16,7 4 0 0,-2 1 0 15,-2 1 0-15,-3-3 0 16,-3-5 0-16,-3-6 0 0,-7-6 0 16,-7-3 0-16,0-6 0 0,-7-5 0 15,-3-10-725-15,0-6-564 0,-1-9-2676 0</inkml:trace>
  <inkml:trace contextRef="#ctx0" brushRef="#br0" timeOffset="23487.97">10840 6589 6575 0,'0'0'892'0,"0"0"-252"0,0 0-555 15,31-41-85-15,-4 27 0 0,4 2 0 16,0 0 0-16,-4 1 0 16,0-1 0-16,4-1 0 0,2-5 0 15,6-4 0-15,-12 5 0 0,10-8-2458 0</inkml:trace>
  <inkml:trace contextRef="#ctx0" brushRef="#br0" timeOffset="24368.1">11681 6286 3305 0,'0'0'2273'0,"0"0"-1877"0,-27 38 289 0,17-10-157 16,4 6-156-16,2 5 12 0,4 0-252 15,0 0-15-15,4-3-117 16,2-1 0-16,-2-5 0 0,2-5 0 16,-1-4 0-16,-3-7 0 0,2-6 0 15,0-6 0-15,-4-2 0 0,6-4 0 16,-2-11 0-16,9-12 0 0,-3-10 0 15,0-5 0-15,1-4 0 0,3 4 0 16,-1 2 0-16,1 8 0 0,-4 11 0 16,1 10 0-16,-5 7 0 0,0 4 0 15,2 4 0-15,5 10 0 0,-3 7 0 16,0 5 0-16,-3 0 0 16,1-2 0-16,-6-7 0 0,6-5 0 15,-6-3 0-15,2-5 0 0,1-3 0 16,-3-1 0-16,6-4 0 0,2-9 0 15,3-7 0-15,1-5 0 16,-2-1 0-16,3 4 0 0,-5 6 0 16,1 6 0-16,-5 4 0 0,-2 4 0 15,2 5 0-15,-2 9 0 16,3 15 0-16,-1 5 0 0,-6 5 0 16,0-1 0-16,-2-5 0 0,2-3 0 15,2-5 0-15,6-4 0 0,2-7-221 16,-3-5-1228-16,3-6-651 0</inkml:trace>
  <inkml:trace contextRef="#ctx0" brushRef="#br0" timeOffset="24626.88">12227 6389 6887 0,'0'0'1284'0,"0"0"-1263"0,-37-33-21 15,22 33 0-15,-1 3 0 0,-1 10 0 16,3 6 0-16,-3 7 0 0,7 6 0 15,0 4 0-15,3 4 0 16,3-1 0-16,4 3 0 0,4-4 0 16,7-3 0-16,1-8 0 0,9-6 0 15,-1-10 0-15,5-9 0 16,-2-5 0-16,2-7 0 0,-5-7 0 16,-3-6 0-16,-7-3 0 0,-3-3 0 15,-3-3 0-15,-4-3 0 0,0-1 0 16,-4 1 0-16,-3 2 0 0,-3 3 0 15,4 6-853-15,-5 6-440 0,7 6-1652 0</inkml:trace>
  <inkml:trace contextRef="#ctx0" brushRef="#br0" timeOffset="24907.66">12299 6379 5058 0,'0'0'1288'15,"-8"45"-171"-15,2-13-545 0,4 0-415 16,-2 5-157-16,4 2 0 0,0-4 0 15,6-3 0-15,8-4 0 16,3-8 0-16,8-4 0 0,-7-6 0 16,7-4 0-16,2-6 0 0,-6-3 0 15,3-8 0-15,-7-4 0 16,0-3 0-16,-7-5 0 0,-4-1 0 16,-2-4 0-16,-4-2 0 0,0 2 0 15,0 0 0-15,-4 6 0 0,2 5 0 16,-2 5 0-16,-2 6 0 0,6 2-405 15,0 1-683-15,0 0 151 0,2 1-1056 16,6-1 569-16,2 1-561 0</inkml:trace>
  <inkml:trace contextRef="#ctx0" brushRef="#br0" timeOffset="25140.13">12547 6481 3561 0,'0'0'760'0,"-16"57"-183"16,6-23 451-16,-1 0-484 0,7-4-31 15,4-2 375-15,0-7-567 0,0-6-321 16,10-5 0-16,1-9 0 15,-1-3 0-15,5-12 0 0,1-9 0 16,1-8 0-16,1-6 0 0,-5-4 0 16,1-2 0-16,-4 0 0 0,-3 3 0 15,3 7 0-15,-4 8 0 0,-2 10 0 16,-4 5 0-16,0 9 0 16,2 1 0-16,3 13 0 0,-1 10 0 15,-2 9 0-15,2 8 0 0,-4 3 0 16,0-4 0-16,4 0 0 0,-2-6 0 15,6-7 0-15,-1-6 0 0,3-9-1189 16,-4-5-880-16,-2-6-1213 0</inkml:trace>
  <inkml:trace contextRef="#ctx0" brushRef="#br0" timeOffset="25355.46">12800 5896 6563 0,'0'0'1304'16,"4"-40"-979"-16,-4 36-325 0,0 10 0 15,0 15 0-15,-4 17 0 16,-1 13 0-16,5 11 0 0,5 4 0 16,1 2 0-16,4 4 0 0,5 4 0 15,-1 3 0-15,-4-2 0 16,-1-3 0-16,-1-5 0 0,-6-10 0 16,-2-10 0-16,-2-12-273 0,-2-16-2216 15,-2-12 296-15</inkml:trace>
  <inkml:trace contextRef="#ctx0" brushRef="#br0" timeOffset="25450.49">12746 6510 7131 0,'0'0'1036'0,"12"-51"-1011"0,9 28-25 16,6 8 0-16,8-2 0 0,2 4 0 15,5-1 0-15,1 1 0 0,-2 2 0 16,1 2 0-16,-5 0 0 16,-10 4 0-16,0-7-3434 0</inkml:trace>
  <inkml:trace contextRef="#ctx0" brushRef="#br0" timeOffset="26140.47">13688 6316 5862 0,'0'0'416'0,"-33"-17"509"0,13 12-417 0,-1 5-208 0,-2 1-119 16,-1 3-181-16,3 1 0 0,4 0 0 15,3 1 0-15,1-1 0 0,9-1 0 16,-2 0 0-16,6 0 0 16,0 3 0-16,0 1 0 0,10 5 0 15,13 2 0-15,8 1 0 0,11-3 0 16,1-2 0-16,2-2 0 0,-7 0 0 15,-5 1 0-15,-9 3 0 16,-13-1 0-16,-11 4 0 0,0 0 0 16,-11 3 0-16,-5 0 0 0,-9 2 0 15,-2 0 0-15,-6 1 0 16,-2-4 0-16,4-2 0 0,0-2 0 16,8-5 0-16,7-4 0 0,1-3 0 15,11-2 0-15,-2 0-477 0,6-6-792 16,10-5 277-16,15-10 148 0,4-5-393 15,2 1 277-15,-4 0-617 0</inkml:trace>
  <inkml:trace contextRef="#ctx0" brushRef="#br0" timeOffset="26539.39">13860 6375 4870 0,'0'0'1000'0,"0"0"-211"16,-25 43 275-16,15-17-652 0,-3 5-355 15,7 4-57-15,-2-1 0 0,6-1 0 16,2-7 0-16,2-4 0 0,6-6 0 15,1-5 0-15,9-8 0 16,-1-3 0-16,8-8 0 0,-7-10 0 16,7-2 0-16,-4-5 0 0,-1-2 0 15,-3-1 0-15,-3-1 0 16,-1 4 0-16,-9 2 0 0,2 2 0 16,-2 6 0-16,-4 3 0 0,0 7 0 15,0 3 0-15,0 2 0 0,0 13 0 16,-4 8 0-16,0 9 0 0,2 4 0 15,2 3 0-15,0 0 0 0,0 0 0 16,-4 4 0-16,2 2 0 0,-7 4 0 16,-3 5 0-16,-7 4 0 0,-8 0 0 15,1-1 0-15,-5-3 0 16,0-6 0-16,4-8 0 0,6-10 0 16,0-10 0-16,9-10 0 0,2-8 0 15,5-7 0-15,5-19 0 0,5-14 0 16,7-15 0-16,7-6 0 15,3 0 0-15,5 4 0 0,4 6 0 16,0 5 0-16,4 7-213 0,-12 10-1007 16,-2 5-541-16</inkml:trace>
  <inkml:trace contextRef="#ctx0" brushRef="#br0" timeOffset="26863.45">14259 6378 6571 0,'0'0'1420'0,"-31"-3"-1219"0,17 0-201 0,-3 3 0 16,7 0 0-16,-7 0 0 0,3 6 0 15,-3 2 0-15,1 5 0 0,1 2 0 16,3 0 0-16,3-1 0 16,3 3 0-16,6-3 0 0,6-2 0 15,13-2 0-15,4-2 0 0,4-2 0 16,8-3 0-16,-2-2 0 0,4 0 0 15,-2 3 0-15,-10 2 0 16,-8 0 0-16,-7 5 0 0,-8 2 0 16,-2 2 0-16,0 1 0 0,-10 0 0 15,-3 0 0-15,-7 0 0 16,-1 0 0-16,-6 0 0 0,2-4 0 16,5-2 0-16,-3-1 0 0,8-7 0 15,5-2 0-15,4-2 0 0,2-14-1033 16,4 1-640-16,0-9-528 0</inkml:trace>
  <inkml:trace contextRef="#ctx0" brushRef="#br0" timeOffset="27064.24">14455 5920 6146 0,'0'0'489'0,"0"0"219"16,0 0-200-16,0 0-167 15,0 0-341-15,11 59 0 0,-11-12 0 16,-2 9 0-16,-2 3 0 0,-1 6 0 15,-1 6 0-15,0 1 0 16,-4 0 0-16,6-5 0 0,-7-4 0 16,5-9 0-16,2-7 0 0,-7-9 0 15,1-11 0-15,4-11-2242 16,0-13-1275-16</inkml:trace>
  <inkml:trace contextRef="#ctx0" brushRef="#br0" timeOffset="27191.08">14271 6445 6711 0,'0'0'768'0,"46"-35"-220"0,-13 18-383 16,-4 6-165-16,0 2 0 0,0 2 0 16,0 0 0-16,2 2 0 0,0 4 0 15,-6 1 0-15,-9 0-565 0,-4 0-2504 16</inkml:trace>
  <inkml:trace contextRef="#ctx0" brushRef="#br0" timeOffset="27782.85">14563 6621 6378 0,'0'0'1061'0,"0"0"-308"0,0 0-753 15,49 14 0-15,-24-26 0 16,2-7 0-16,4-7 0 0,0-2 0 16,-8-2 0-16,-2 2 0 0,-7 2 0 15,-8 2 0-15,-6 3 0 0,-4 4 0 16,-8 5 0-16,-3 8 0 0,-1 7 0 15,-1 8 0-15,-1 9 0 0,-1 7 0 16,0 2 0-16,3 6 0 0,3-1 0 16,3 2 0-16,6-4 0 0,4-7 0 15,10-4 0-15,3-8-81 16,11-8-287-16,1-5 312 0,2-8 56 16,0-9 8-16,0-3 0 0,-2-5-8 15,-3-1 0-15,-1 1 32 0,-4 6-32 16,-3 5 132-16,-8 8-104 0,-2 3 48 15,-4 2 145-15,0 1-221 16,0 10 0-16,7 7 0 0,-1 8 0 16,-2 1 0-16,2 0 0 0,-2-5 0 15,7-2 0-15,-5-4 0 16,4-2 0-16,-6-3 0 0,3-4 0 16,-7-3 0-16,4-3 0 0,-4 1 0 15,0-1 0-15,0-3 0 0,2-8 0 16,2-6 0-16,2-5 0 0,4-3 0 15,9-1 0-15,-2 0 0 0,9 3 0 16,-1 1 0-16,-2 6 0 0,2 6 0 16,-9 1 0-16,1 5 0 0,-3 2 0 15,-7 1 0-15,3 0 0 0,-4 1 0 16,4 8 0-16,5 6 0 16,-5 5 0-16,1 8 0 0,-1 1 0 15,0 5 0-15,-4 3 0 0,5 2 0 16,-5-1 0-16,0-1 0 15,2-1 0-15,-1-3 0 0,-1 0 0 16,-2-11 0-16,-4-2-2658 0</inkml:trace>
  <inkml:trace contextRef="#ctx0" brushRef="#br0" timeOffset="29177.49">8659 1932 4954 0,'0'0'236'0,"0"0"120"0,0 0 100 16,0 0-208-16,0 0-52 0,0 0 41 15,0 0-29-15,0 0 8 16,75 24 4-16,-18-20-188 0,12-1-12 15,5 0-4-15,13-1 0 0,14 3-16 16,9-4 40-16,16 2-4 16,10-3 76-16,17-4 164 0,15-3-124 15,22-5 13-15,25-3-165 0,16-3 0 16,22-1 0-16,19-1 0 0,12 0 0 16,9 3 0-16,13 1 0 0,8 4 0 15,-2 3 0-15,9 3 0 0,7 3 0 16,3 3 0-16,6 1 0 0,6 5 0 15,3 1 0-15,-3 2 0 16,-4 0 0-16,-7-2 0 0,-13-1 0 16,-9-2 0-16,-21-4 0 0,-24-2 0 15,-73-3-389-15,-18-7-1372 0</inkml:trace>
  <inkml:trace contextRef="#ctx0" brushRef="#br0" timeOffset="46423.91">17922 2587 3269 0,'0'0'1557'0,"0"0"-993"0,0 43-280 15,0-25 196-15,4 1-200 0,2-2-103 16,0 1 51-16,-1-6-124 16,-1-3 16-16,-2-4 156 0,2-1-144 15,-4-2 24-15,6-1 84 0,2-1-104 16,5-10 53-16,5-14-189 0,5-9 0 15,10-9 0-15,2-4 0 16,3-1 0-16,-1-2 0 0,0 0 0 16,-6 2 0-16,-6 11 0 0,-13 3-1950 0</inkml:trace>
  <inkml:trace contextRef="#ctx0" brushRef="#br0" timeOffset="47123.62">19933 2626 1868 0,'0'0'1557'0,"0"0"-877"15,0 0 5-15,-4 44-293 0,14-20 44 16,5 1 252-16,-1-3-267 16,-1-4-77-16,-1-5 176 0,-1-3-264 15,-3-3-52-15,-4-5-63 0,-2-1-141 16,4-1 0-16,-2-1 0 0,7-12 0 16,5-13 0-16,9-10 0 0,2-10 0 15,8-5 0-15,2-1 0 0,5-3 0 16,3-1 0-16,1 0 0 0,-13 14 0 15,-2 1-1674-15</inkml:trace>
  <inkml:trace contextRef="#ctx0" brushRef="#br0" timeOffset="47666.7">22337 2669 2381 0,'0'0'1368'15,"-6"51"-864"-15,6-23 249 0,0-3-237 0,2-1-4 16,4-5 253-16,1-4-245 16,-3-4-28-16,8-5-111 0,3-6-381 15,5-5 0-15,7-11 0 0,0-9 0 16,4-10 0-16,0-7 0 0,4-5 0 15,2-5 0-15,5-3 0 16,5-2 0-16,7-1 0 0,8-2-737 16,-14 17-800-16,1-3-952 0</inkml:trace>
  <inkml:trace contextRef="#ctx0" brushRef="#br0" timeOffset="66861.17">18621 11276 2084 0,'0'0'3614'16,"0"0"-2902"-16,0 0-183 0,-21 35 215 15,11-7-520-15,-1 3-56 0,1 1-51 16,-2 0-117-16,-3 1 0 0,-1 0 0 16,5-1-53-16,1-3-255 0,0-5-788 15,3-7-221-15,3-7-432 0</inkml:trace>
  <inkml:trace contextRef="#ctx0" brushRef="#br0" timeOffset="67015.38">18753 11335 6318 0,'0'0'1697'0,"0"0"-1520"16,0 0-177-16,0 0 0 0,-12 45 0 15,-3-6 0-15,3 6 0 0,-3 1 0 16,9-5 0-16,0-2 0 0,4-3 0 15,0-7 0-15,2-8-2030 16,-4-8-3316-16</inkml:trace>
  <inkml:trace contextRef="#ctx0" brushRef="#br0" timeOffset="68642.32">19514 11648 1884 0,'0'0'2986'16,"4"-44"-1598"-16,-4 18-763 0,-6-1 35 15,-3-2-216-15,-3-2-368 0,-5 0 0 16,-3 1-40-16,-3 4-32 16,-2 4-4-16,0 6 13 0,-2 4-13 15,1 9 0-15,-3 5 0 0,0 9 0 16,-4 4 0-16,0 7 0 0,2 2 0 15,4 4 0-15,4 3 0 16,4 2 0-16,7 1 0 0,8 4 0 16,4 2 0-16,14 4 0 0,7 5-17 15,2 2 9-15,1 5 8 0,-1 4 25 16,-2 2-25-16,-5 3 0 0,-1-1 0 16,-9-2 0-16,-2-4 0 0,-4-8 0 15,0-3 0-15,0-8 0 0,-4-7 0 16,4-8 0-16,-2-7 0 15,2-7-637-15,0-5-700 0,0-5-620 0</inkml:trace>
  <inkml:trace contextRef="#ctx0" brushRef="#br0" timeOffset="68813.75">19067 12197 6494 0,'0'0'1101'15,"0"0"-581"-15,0 0-443 0,0 0-77 16,56-24 0-16,-23 10 0 15,10-1 0-15,-5 1 0 0,-3 2 0 16,-2 1 0-16,0 1 0 0,-4 3 0 16,2 3 0-16,-10 1-353 0,-1 3-1780 15,-9 0-436-15</inkml:trace>
  <inkml:trace contextRef="#ctx0" brushRef="#br0" timeOffset="69060.38">19497 12360 2180 0,'0'0'1405'0,"0"0"-120"0,0 0-549 16,0 0-176-16,-31-34 269 0,29 8-345 15,2-3-44-15,8-5-167 0,9 1-273 16,3 0 0-16,5-1 0 15,-4 2 0-15,0 4 0 0,-7 6 0 16,-1 4 0-16,-1 5 0 0,-8 6 0 16,2 2-337-16,3 3-807 0,-5-1-1606 15,2 1-595-15</inkml:trace>
  <inkml:trace contextRef="#ctx0" brushRef="#br0" timeOffset="69316.82">19644 12240 3561 0,'0'0'1565'16,"0"0"-397"-16,47 0-439 0,-16-11-13 16,2-4-263-16,-2-4-453 0,-4-2 0 15,-6-1 0-15,-7-1 0 16,-3 1 0-16,-9-2 0 0,-2-1 0 16,-6 0 0-16,-5 4 0 0,1 7 0 15,-7 6 0-15,1 9 0 0,-5 10 0 16,-4 9 0-16,3 8 0 15,-3 5 0-15,4 4 0 0,5 2 0 0,12-1 0 16,4-2 0-16,10-7-501 16,9-1 117-16,7-11 192 0,3-5 52 15,4-6 92-15,0-6 40 0,1-2-44 16,-3-9-160-16,-7 2-221 0,-3-6-1648 0</inkml:trace>
  <inkml:trace contextRef="#ctx0" brushRef="#br0" timeOffset="69867.72">20072 12048 5786 0,'0'0'756'0,"2"-33"-319"0,-2 22 195 16,-4 4-412-16,0 2-20 0,1 2-39 16,-5 0-161-16,2 4 0 0,-11 11 0 15,1 8 0-15,-3 10 0 0,3 4 0 16,5 1 0-16,1 0 0 15,4 0 0-15,0-4 0 0,4-4 0 16,2-8-497-16,2-6-63 0,4-7 208 16,6-6 91-16,1-11 185 0,5-7 76 15,3-5 32-15,0-7-12 16,3-3-4-16,-1-1-4 0,-4 2-4 16,-3 5-8-16,-7 6 209 0,-5 6-97 15,0 7 144-15,-4 6 408 0,0 2-268 16,-4 0-375-16,2 12-21 0,-7 9 0 15,-7 12 0-15,6 9 0 16,-7 5 0-16,0 5 0 0,-3 7 0 16,-5 3 0-16,4 4 0 0,-1-1 0 15,3-1 0-15,2-5 0 0,7-6 0 16,10-9 0-16,4-9 0 0,11-14 0 16,7-13 0-16,12-9 0 0,5-20-333 15,-8-1-1552-15,0-8-1724 0</inkml:trace>
  <inkml:trace contextRef="#ctx0" brushRef="#br0" timeOffset="70317.62">20239 12000 5374 0,'0'0'444'0,"0"0"313"16,0 0 447-16,-37-32-791 0,33 32-413 16,-2 4 0-16,-1 10 0 0,1 15 0 15,2 9 0-15,4 5 0 16,0 3 0-16,10-4 0 0,3-2 0 16,1-3 0-16,3-5 0 0,1-6 0 15,5-8 0-15,-2-7 0 0,6-9 0 16,0-7 0-16,-1-8 0 15,-3-7 0-15,-2-6 0 0,-9-5 0 16,3 1 0-16,-5-3 0 0,-8 2 0 16,-2 3 0-16,0 0-497 0,0 5-1036 15,0 7-135-15,-2 3-405 0</inkml:trace>
  <inkml:trace contextRef="#ctx0" brushRef="#br0" timeOffset="70831.31">20421 12278 3233 0,'0'0'692'0,"-4"47"321"0,4-31-381 16,0-7-144-16,0-3 413 0,4-4-353 15,-2-2-92-15,2 0-227 0,2-4-229 16,3-14 0-16,3-12 0 15,-2-6 0-15,7-5 0 0,-5-2 0 16,-3 3 0-16,1-3 0 0,0 1 0 16,5 2 0-16,1 5 0 0,-1 8 0 15,-3 8 0-15,-1 8 0 0,-5 7 0 16,-2 2 0-16,-4 2 0 0,8 6 0 16,-2 5 0-16,5 2 0 0,-3 1 0 15,-4 0 0-15,4-2 0 0,-1-4 0 16,-3-2 0-16,-2-2 0 15,-2-3 0-15,4 1 0 0,-2-1 0 16,-2-1 0-16,2 0 0 0,-2-4 0 16,0-2 0-16,0 0 0 0,0 1 0 15,0 0 0-15,-2 1 0 16,2-1 0-16,0 1 0 0,0 0 0 16,-2-1 0-16,2 2 0 0,0-1 0 15,-4 1 0-15,4 0 0 0,0 2 0 16,-2 0 0-16,2 1 0 0,-2 0 0 15,2 0 0-15,-2 0-9 16,-3 1-3-16,5 0 12 0,-2 2 0 16,0 0-12-16,0-2 12 0,2 2-248 15,-4-2-200-15,4 0-40 0,-2 1-809 16,0 0-144-16,-4-2-1068 0</inkml:trace>
  <inkml:trace contextRef="#ctx0" brushRef="#br0" timeOffset="71497.73">20464 12221 5730 0,'0'0'1177'0,"0"0"-433"0,48-2-203 0,-13-13-541 16,-2-4 0-16,-2-5 0 15,0 0 0-15,-6-4 0 0,-4 1 0 16,-3 0 0-16,-7-1 0 0,-3 2 0 16,-6 0 0-16,-4 0 0 0,-8 4 0 15,-5 2 0-15,-6 6 0 0,1 11 0 16,-3 3 0-16,-4 14 0 0,-2 10 0 16,2 8 0-16,1 6 0 0,1 5 0 15,6 3 0-15,5 0 0 0,7-3 0 16,7-4 0-16,7-4 0 15,7-5 0-15,5-5 0 0,1-4 0 16,11-6 0-16,0-6 0 0,5-4 0 16,-1-5 0-16,0-4 0 0,-2-5 0 15,-2-7 0-15,-6-5-33 0,-3-3-667 16,-7-3-545-16,-5-1 265 16,-4-1 71-16,-6 1-475 0,0 7 672 15,-2 8 712-15,-2 7 1144 0,-2 6 21 16,-2 4-257-16,-5 9 229 0,-1 5-493 15,-3 6-104-15,3-1-115 16,8 1-425-16,-5-4 0 0,7 0 0 16,2-4 0-16,2-4 0 0,0-5 0 15,0-5 0-15,6-2 0 0,3 0 0 16,3-9 0-16,2-7 0 0,3-6 0 16,-2-4 0-16,-3-1 0 0,2-1 0 15,-1 0 0-15,-3 3 0 0,0 3 0 16,1 9 0-16,-7 6 0 15,-2 5 0-15,-2 2 0 0,4 1 0 16,0 6 0-16,-2 10 0 0,5 9 0 16,-3 5 0-16,-4 2 0 0,-2 0 0 15,-7-7 0-15,7 1 0 16,-2-4 0-16,0-8 0 0,4-5 0 16,0-5 0-16,6-4-57 0,5-1-319 15,3-7-96-15,5-4-260 0,-5-1-253 16,1 1-336-16</inkml:trace>
  <inkml:trace contextRef="#ctx0" brushRef="#br0" timeOffset="72103.75">21095 12057 7363 0,'0'0'829'15,"0"0"-829"-15,0 0 0 0,0 0 0 16,-37-14 0-16,16 27 0 15,5 6 0-15,-1 6 0 0,3 0 0 16,7-2 0-16,3 1 0 0,4 0 0 16,4-4 0-16,3-1 0 0,9-6 0 15,3-4 0-15,1-5 0 16,1-4 0-16,2-5 0 0,-7-4 0 16,1-5 0-16,-5-3 0 0,-3-2-213 15,-3-1-79-15,-4-1 60 0,-2 2 196 16,0 4 36-16,-2 7 16 15,0 2 8-15,-2 6-12 0,4 0 280 16,-5 7-252-16,-1 9 24 0,2 10 84 16,-2 4-108-16,4 3-4 0,2-5-28 15,8-5-8-15,4-6-8 0,9-5-156 16,0-2-128-16,2-5-32 0,-3-4-72 16,-3-1 168-16,-5-2 204 0,-2-7 20 15,-5-4 8-15,1-4 120 0,-2-4 232 16,-4 2-156-16,0-4 44 15,0 2 148-15,0 5-248 0,0 3-75 16,4 6-69-16,-4 5 0 0,0 2 0 16,2 1 0-16,2 10 0 0,5 13 0 15,-7 8 0-15,6 6 0 16,-6 3 0-16,-2 2 0 0,4 2 0 16,-4 4 0-16,0 3 0 0,-4 2 0 15,-11 4 0-15,-11 2 0 0,-5 0 0 16,-9-2 0-16,-5-6 0 0,6-5 0 15,-1-12 0-15,3-11 0 16,10-12 0-16,2-10 0 0,9-13 0 16,1-15 0-16,5-15 0 0,8-16 0 15,2-12 0-15,6-5 0 0,25 2 0 16,6 7 0-16,19 8 0 0,4 9 0 16,-2 1 0-16,-6 2 0 0,-11 13-1389 15,-10 2-1937-15</inkml:trace>
  <inkml:trace contextRef="#ctx0" brushRef="#br0" timeOffset="72687.78">22062 12337 2389 0,'0'0'1656'0,"0"0"-83"16,0 0-773-16,0 0-239 0,0 0 139 15,-18 34-316-15,18-34-255 0,0-2-129 16,-2-10 0-16,2-8 0 15,0-7 0-15,0-8 0 0,0-3 0 16,4 1 0-16,6-1 0 0,7 4 0 16,1 7 0-16,3 5 0 0,4 6 0 15,0 6 0-15,4 3 0 16,-1 2 0-16,-3 1-1810 0,-4 3-379 0</inkml:trace>
  <inkml:trace contextRef="#ctx0" brushRef="#br0" timeOffset="73021.71">22496 12131 6971 0,'0'0'1020'0,"0"0"-819"15,-43-16-201-15,31 9 0 0,-1 1 0 16,-1 0 0-16,3 3 0 0,-1 3 0 16,-2 3 0-16,3 11 0 0,-1 8 0 15,-3 4 0-15,3 5 0 0,2 1 0 16,1-4 0-16,5 0 0 15,4-7 0-15,11-7 0 0,5-4 0 16,7-9 0-16,0-2 0 0,6-9 0 16,-7-2 0-16,1-2 0 0,-6-2 0 15,-3 0 0-15,-4 6 0 16,-3 4 0-16,-3 3 0 0,-4 3 0 16,0 0 0-16,0 3 0 0,0 10 0 15,0 8 0-15,-2 4 0 0,0 0 0 16,2-4 0-16,0-7 0 0,4 2 0 15,6-7-37-15,-4-2-2068 16,0-6-376-16</inkml:trace>
  <inkml:trace contextRef="#ctx0" brushRef="#br0" timeOffset="73223.5">22720 11632 7759 0,'0'0'304'0,"0"0"-175"0,0 0-129 15,0 0 0-15,0 0 0 16,-17 48 0-16,5-3 0 0,-3 6 0 16,9 5 0-16,0 1 0 0,2 6 0 15,0 4 0-15,-3 3 0 16,-1-1 0-16,0-4 0 0,-7-3 0 16,5-8 0-16,-4-9-121 0,3-14-1520 15,-1-9-516-15</inkml:trace>
  <inkml:trace contextRef="#ctx0" brushRef="#br0" timeOffset="73364.97">22517 12184 5998 0,'0'0'1297'15,"50"-40"-400"-15,-23 21-897 0,-3 5 0 16,-5 4 0-16,-2 5 0 0,-5 3 0 16,5 2 0-16,-3 0 0 0,0 2 0 15,-5 2-1133-15,1 0-720 0</inkml:trace>
  <inkml:trace contextRef="#ctx0" brushRef="#br0" timeOffset="73484.59">22827 12178 6691 0,'0'0'1501'0,"-18"39"-1501"16,7-10 0-16,3-1 0 0,0 1 0 16,6-3 0-16,2-5 0 0,2-3 0 15,4-6 0-15,4-4 0 0,-1-6-281 16,-3-2-931-16,2-1-2002 0</inkml:trace>
  <inkml:trace contextRef="#ctx0" brushRef="#br0" timeOffset="73612.52">22924 11972 7259 0,'0'0'424'0,"0"0"-192"0,0 0-232 16,0 0-340-16,0 0-376 0,33 42-1886 15,-24-20-1267-15</inkml:trace>
  <inkml:trace contextRef="#ctx0" brushRef="#br0" timeOffset="73857.88">23081 12267 5462 0,'0'0'1613'15,"0"0"-496"-15,-26-34-1117 16,15 18 0-16,1 3 0 0,0 5 0 16,-3 3 0-16,3 5 0 0,-5 11 0 15,3 8 0-15,0 6 0 0,1 7 0 16,5 1 0-16,4 0 0 0,2-1 0 15,10-7 0-15,7-5 0 0,-1-8 0 16,11-5 0-16,-2-7 0 16,2-7 0-16,-2-8 0 0,-5-7 0 15,-3-3 0-15,-7-2 0 0,-8-2 0 16,-2-1 0-16,-6-3 0 0,-4 0 0 16,-1 1 0-16,3 2 0 0,6 3 0 15,2 9-1694-15,2 1-1159 0</inkml:trace>
  <inkml:trace contextRef="#ctx0" brushRef="#br0" timeOffset="74181.71">23230 11447 5778 0,'0'0'1393'16,"0"0"-585"-16,0 0-595 0,0 0-213 15,0 0 0-15,0 0 0 0,9 34 0 16,-1 5 0-16,4 6 0 0,1 0 0 15,3-11 0-15,1 0 0 16,-1-8 0-16,5-6 0 0,-5-5 0 16,-1-6 0-16,-9-7-1129 0,-4-2-1476 0</inkml:trace>
  <inkml:trace contextRef="#ctx0" brushRef="#br0" timeOffset="74320.49">23425 11464 6599 0,'0'0'1593'16,"39"23"-1593"-16,-18-3 0 0,-5 4 0 16,1 3 0-16,-3 4 0 0,-1-2 0 15,-1 0 0-15,-2-3 0 0,-1-2-277 16,-5-9-1071-16,-2 1-645 0</inkml:trace>
  <inkml:trace contextRef="#ctx0" brushRef="#br0" timeOffset="116545.2">17217 5922 3629 0,'0'0'356'16,"0"-34"-340"-16,0 23-32 0,0 9 0 16,4 4 4-16,-2 14-100 0,2 20 112 15,1 16 24-15,-3 16 296 16,4 13-160-16,-2 9-19 0,0 14 119 15,-2 12-80-15,2 8 48 0,2 7 168 16,-1 7-200-16,1 10-100 0,-6 9-8 16,0 10-84-16,0 11 4 0,0 8 156 15,-2 13 136-15,-7 11 9 0,-3 1 195 16,-4 8-296-16,-9-2-48 16,-2-7 8-16,-4-3-72 0,0-11 20 15,0-15 68-15,4-10-160 16,0-18-11-16,6-20-13 0,1-18 0 15,7-23-117-15,5-28-503 0,6-19-208 16,4-27-141-16,2-14-1316 16,2-20-772-16</inkml:trace>
  <inkml:trace contextRef="#ctx0" brushRef="#br0" timeOffset="117250.04">17306 6223 4650 0,'105'-12'80'0,"17"4"-20"0,31-1 88 0,4 2-116 16,15 2 12-16,12 2 12 0,10 2-20 15,13 1 116-15,16 0 236 16,11 0-136-16,14-1-8 0,12-1 169 15,17 1-205-15,13-3-48 0,14 1-4 16,14 0-128-16,13-1-8 0,8-1-12 16,8-1 4-16,2-1-12 0,3-3 0 15,3-4-8-15,-5-2 8 0,-5-4 0 16,-6-2 0-16,-4-1 0 16,-15-1 84-16,-10 3 36 0,-10 1 0 15,-19 2 12-15,-10 0-124 0,-17 4 68 0,-18 0 68 16,-21 2-128-16,-19 2-4 15,-26 1-12-15,-24 0-136 0,-24 1-208 16,-29 2-505-16,-16 1 25 0,-26 1-12 16,-20 0-521-16,-14 2 593 15,-11-1 87-15,-10 1 257 0,-10 2 420 16,-9 7 296-16,-2 8 1025 0,0 8-433 16,7 14-311-16,9 11 191 0,7 17-360 15,6 19-12-15,7 20 157 16,1 14-297-16,-4 12-60 0,-5 6-28 15,-6 3-40-15,-7 6-36 0,-6 2 24 16,-3 7-24-16,-4 4 0 0,-2 6 76 16,1 7-152-16,3 6 1 0,6 2-17 15,5 0 0-15,6-3 0 0,2-8 0 16,-2-11 0-16,-2-11 0 16,-5-13 0-16,-3-12 0 0,-7-8 0 15,-6-15 0-15,2-28-1133 0,-3-15-900 0</inkml:trace>
  <inkml:trace contextRef="#ctx0" brushRef="#br0" timeOffset="117749.32">16545 10170 6018 0,'48'1'100'0,"24"-2"341"0,27-2-101 15,19 0-132-15,23 1 128 16,12-2-320-16,20 2 8 0,20 0-20 16,9 1 0-16,17 1-4 0,13 3 4 15,14 4 0-15,16 4-4 0,11-2 0 16,12 5-8-16,15 0 8 0,16 1 8 15,13 0-4-15,8 1-4 0,10-1 40 16,17 1 32-16,8-3 84 0,11 0 208 16,16-3-307-16,6 1-57 15,4 0 0-15,7-2 0 0,-9 5 0 16,-8 3 0-16,-13 1 0 0,-10 3 0 16,-20-2 0-16,-19 4 0 15,-29-1-129-15,-31 1-763 0,-79-7-169 0,-30-3-543 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26T18:57:52.455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564 1697 4225 0,'0'0'2113'15,"0"0"-2081"-15,0 0-4 0,0 0 4 16,0 0 137-16,0 0 51 0,0 0 88 16,52 27-164-16,-21-22-24 0,8 1-36 15,7 1-68-15,-3 1 24 0,9 2 36 16,6-1-56-16,4 0 60 0,8-1 96 15,-2-3-112-15,5-2 44 0,5-2 29 16,5 1-137-16,4-1 0 16,6 0 0-16,4 0 0 0,4 0 0 15,5 1 0-15,5 1 0 0,5 0 0 16,4 0 0-16,6-2 0 16,0-1 0-16,10 0 0 0,1-1 0 15,5-4 0-15,5 1 0 0,4 1 0 16,0 1 0-16,4 1 0 0,2 0 0 15,6 1 0-15,1-1 0 16,9 0 0-16,1 0 0 0,6-1 0 16,2-1 0-16,4-1 0 0,6 0 0 15,-2-2 0-15,9 2 0 0,-5 0 0 16,7 0 0-16,-3 1 0 0,2-1 0 16,-1 4 0-16,1-1 0 0,1 0 0 15,-3 1 0-15,9 0 0 0,-2-2 0 16,6 1 0-16,4 0 0 0,-3-2 0 15,6-1 0-15,1-1 0 0,-6-1 0 16,10 0 0-16,-6 0 0 16,2-1 0-16,2 1 0 0,-10-1 0 15,8 2 0-15,-6-2 0 0,0 0 0 16,4 2 0-16,-6 0 0 16,2 2 0-16,2 2 0 0,-4-1 0 15,-1 1 0-15,-1 1 0 0,-2 0 0 16,2 3 0-16,-9 1 0 0,1 2 0 15,-3 1 0-15,-4-1 0 16,1 3 0-16,-7 0 0 0,-8 1 0 16,4-3 0-16,-4 2 0 0,-3 0 0 15,1-2 0-15,0-2 0 0,-2-2 0 16,-3 0 0-16,1-2 0 0,-3-1 0 16,-1 0 0-16,-3 0 0 0,-3 0 0 15,-7 0 0-15,-4 0 0 0,-13 0 0 16,-3 0 0-16,-15 1 0 0,-7-1 0 15,-9 0 0-15,-17 0 0 0,-21 0-77 16,-23 0-843-16,-16-6-745 0</inkml:trace>
  <inkml:trace contextRef="#ctx0" brushRef="#br0" timeOffset="6329.34">13825 16425 1932 0,'0'0'2886'15,"0"0"-1950"-15,0 0-268 0,0 0 341 16,0 0-621-16,0 0-60 0,0 0-283 16,0 0-45-16,0 0 0 0,14 9 0 15,3-6 0-15,4 0 0 0,-5 0 0 16,5-2 0-16,4-1 0 0,-3 0 0 16,3 0 0-16,-2-1-13 15,2-5-1459-15,-11 3-85 0,-4-1-488 0</inkml:trace>
  <inkml:trace contextRef="#ctx0" brushRef="#br0" timeOffset="6524.83">13875 16584 5534 0,'0'0'1677'15,"0"0"-945"-15,0 0-483 0,0 0-249 16,39 3 0-16,-14-6 0 0,1 0 0 16,5-2 0-16,-8-1 0 0,6-1-2814 0</inkml:trace>
  <inkml:trace contextRef="#ctx0" brushRef="#br0" timeOffset="7241.12">14674 16161 2140 0,'0'0'3482'0,"0"0"-2069"0,11-43-669 15,-11 37-331-15,0 2-413 0,-4 3 0 16,2 0 0-16,-7 2 0 16,3 10 0-16,-8 14 0 0,-3 7 0 15,1 6 0-15,1 4 0 0,9-6 0 16,-4-2 0-16,10-6 0 0,0-6 0 15,0-5 0-15,6-7 0 0,-2-4 0 16,6-3 0-16,5-3 0 0,1-5 0 16,5-3 0-16,0-3 0 0,-1-1 0 15,-1-1 0-15,2 4 0 0,-3 2 0 16,-5 3 0-16,1 4-77 0,-8 0-751 16,-2 8 292-16,-2 1 239 15,3 4 121-15,-1 1 172 0,-2-2 4 16,-2-3 60-16,4-2 12 0,0-3 129 15,2 1 251-15,7-2-156 16,1 1-20-16,3-4 140 0,-3 0-271 16,3-2-145-16,-3-4 0 0,-4-3 0 15,1-2 0-15,-1 0 0 0,-4-2 0 16,5-3 0-16,-5 0 0 16,0-3 0-16,-2-4 0 0,2-1 0 0,-1-4 0 15,1 1 0-15,-2 2 0 16,0 2 0-16,-2 5 0 0,-2 5-401 15,0 4-1412-15,0 2-1188 0</inkml:trace>
  <inkml:trace contextRef="#ctx0" brushRef="#br0" timeOffset="7724.76">15388 15990 5394 0,'0'0'924'0,"-19"36"-363"0,3-7 431 0,1 5-671 0,-8 7-321 16,-2 8 0-16,-1 5 0 16,-12 7 0-16,-3 3 0 0,-6 5 0 15,-1 1 0-15,-4 1 0 0,5-2 0 16,3-2 0-16,9-10 0 16,8-7 0-16,11-10 0 0,5-11 0 0,11-8 0 15,7-11 0-15,7-10-1485 0,-4-5-724 16</inkml:trace>
  <inkml:trace contextRef="#ctx0" brushRef="#br0" timeOffset="8329.32">15175 16673 4978 0,'0'0'808'0,"0"0"721"16,0 0-652-16,0 0-877 0,0 0 0 15,0 0 0-15,-17 33 0 0,7-4 0 16,-3 4 0-16,3 0 0 0,6-7 0 16,0 2 0-16,4-6 0 15,0-2 0-15,4-3 0 0,2-6 0 16,5-5 0-16,3-4 0 0,-2-5 0 15,9-8 0-15,-2-5 0 16,-1-7 0-16,-3-1 0 0,1 0 0 16,-5 0 0-16,-3 9 0 0,-2 2 0 15,-4 7 0-15,-2 6 0 0,4 1 0 16,-4 11 0-16,0 9-13 0,0 4-139 16,4 1 48-16,3-2-36 0,-1-5 68 15,4-5 72-15,0-3 4 16,7-4 4-16,-2-5 36 0,-1-2 220 15,3-5-103-15,-1-4-161 0,-1-5 0 16,1-4 0-16,-1-6 0 0,-3 1 0 16,-2-5 0-16,5-1 0 0,-9-2 0 15,0-1 0-15,-2 4 0 0,2 6 0 16,-1 8 0-16,-5 4 0 0,4 5 0 16,-2 4 0-16,4 2-677 15,-6 9-1532-15,2-1 460 0,-2 9-1808 0</inkml:trace>
  <inkml:trace contextRef="#ctx0" brushRef="#br0" timeOffset="8745.71">15648 16974 5138 0,'0'0'1044'0,"0"0"-83"0,-2-36-341 0,-2 23-312 0,-2 2-187 16,6 3-121-16,-4 4 0 15,-3 1 0-15,1 3 0 0,-4 3 0 16,-7 11 0-16,-1 8 0 0,1 6 0 15,3 4 0-15,3-1 0 16,5 1 0-16,6-5 0 0,6-2 0 16,9-5 0-16,1-7 0 0,11-3 0 15,2-6 0-15,4-4 0 0,4-4 0 16,1-8 0-16,-3-5 0 0,-8-3 0 16,-7-1 0-16,-5-2 0 15,-9 3 0-15,-6 1 0 0,-6 1 0 16,-5 5 0-16,-3 1 0 0,-7 4 0 15,1 2 0-15,3 2-981 0</inkml:trace>
  <inkml:trace contextRef="#ctx0" brushRef="#br0" timeOffset="21330.02">8597 14184 2229 0,'0'0'3117'0,"0"0"-1957"16,0 0-235-16,0 0-473 0,0 0-143 15,-33 49-309-15,29-28 0 16,4 2 0-16,0 4 0 0,0 5 0 16,0 4 0-16,0 7 0 0,0 4 0 15,0 4 0-15,-6 4 0 0,2-3 0 16,-1 1 0-16,-1-3 0 15,0-1 0-15,0-4 0 0,2-4 0 16,0-4 0-16,4-5 0 0,0-2 0 16,0-7 0-16,0-2 0 0,0-5-85 15,0 0-187-15,4-4-52 0,-4-2-476 16,0-4-81-16,-4-2-91 0,4-4-1273 0</inkml:trace>
  <inkml:trace contextRef="#ctx0" brushRef="#br0" timeOffset="28746.37">3483 7294 2713 0,'0'0'824'0,"0"0"-252"0,0 0 33 15,0 0-229-15,0 0-80 0,0 0 176 16,35 13-168-16,0-11-28 0,9-2-35 16,5 0-189-16,1 0-12 15,2 0 12-15,-1 0-48 0,-3 1-8 16,-5-1-24-16,3 0-421 0,-15 0-255 15,-4 0-1553-15</inkml:trace>
  <inkml:trace contextRef="#ctx0" brushRef="#br0" timeOffset="56300.75">14195 7320 2044 0,'0'0'169'0,"0"0"1499"0,0 0-1111 16,0 0-77-16,0 0-180 0,0 0-24 15,0 0 168-15,0 0-240 0,0 0-48 16,0 28 101-16,0-18-97 16,0 5 12-16,2-2 120 0,2-2-124 15,2 3 0-15,-2-4 60 0,-1 5-128 16,1 0 12-16,0 1 116 0,-2 2-219 16,-2 1-9-16,4 4 0 15,-4 0 0-15,0 2 0 0,0 3 0 16,0 0 0-16,4 4 0 0,-4 1 0 15,0 2 0-15,0-1 0 0,0 5 0 16,2 2 0-16,-2 1 0 0,0 4 0 16,0 3 0-16,0 3 0 0,0 3 0 15,0 3 0-15,0 2 0 0,-2 5 0 16,-2 0 0-16,0 2 0 0,-2 3 0 16,2 3 0-16,-3 3 0 15,1 2 0-15,-4 2 0 0,6 1 0 16,-3 0 0-16,1 2 0 0,-2 1 0 15,2 4 0-15,-5 1 0 16,5 0 0-16,-4 2 0 0,0-1 0 16,-1 3 0-16,1 0 0 0,0 6 0 15,-1-1 0-15,-1-1 0 0,-3 2 0 16,1-1 0-16,1 3 0 16,-5 0 0-16,1-2 0 0,1 0 0 15,-5-4 0-15,0-2 0 0,5 0 0 16,-5 0 0-16,5-1 0 0,-5-3 0 15,5-2 0-15,-3-2 0 0,-4-3 0 16,2 0 0-16,5-4 0 0,-5-2 0 16,1-5 0-16,3-2 0 15,-2-4 0-15,3-3 0 0,-1-4 0 16,3-5 0-16,2-3 0 0,1-5 0 16,1-6 0-16,0-5 0 0,-1-5 0 15,1-5 0-15,0-5 0 16,3-5 0-16,1-3 0 0,-2-4 0 15,6-5 0-15,-2-1 0 0,-3-1 0 16,-1 0 0-16,-2-4 0 0,-3-8 0 16,3-6 0-16,0-3 0 15,-5-3 0-15,5 0 0 0,0-1 0 16,-3 1 0-16,3-2 0 0,0 2 0 16,-5-2 0-16,5 1 0 0,-3-1 0 15,-1 0 0-15,1 3 0 0,-1-1 0 16,0 5 0-16,1 2 0 0,-1 5 0 15,3 3 0-15,5 3 0 0,0 4 0 16,2 2 0-16,0 0 0 0,4 0 0 16,0 7 0-16,0 11 0 15,4 9 0-15,6 8 0 0,0 2 0 16,7-1 0-16,-3-4 0 0,3-1 0 16,0-4 0-16,-1-2 0 0,3-3 0 15,-7-4 0-15,3-1 0 16,-1-7 0-16,-6-2 0 0,7-6 0 15,-5-2 0-15,7-5 0 0,1-8 0 16,5-7 0-16,4-7 0 0,10-6 0 16,2-5 0-16,5-5 0 15,3-2 0-15,1 0 0 0,-1 0 0 16,-11 2 0-16,-10 13-181 0,-9 3-5273 0</inkml:trace>
  <inkml:trace contextRef="#ctx0" brushRef="#br0" timeOffset="59714.01">12368 12560 4626 0,'0'0'756'0,"0"0"288"16,0 0-575-16,0 0-165 0,0 0 200 15,0 58-184-15,0-21-151 0,0 5-169 16,0 5 0-16,0 5 0 16,-5 2 0-16,-1 3 0 0,-4-2 0 15,0-3 0-15,-1-4 0 0,-3-5 0 16,8-4 0-16,-5-4 0 16,7-7 0-16,2-9-905 0,-2-6-180 15,4-6-351-15</inkml:trace>
  <inkml:trace contextRef="#ctx0" brushRef="#br0" timeOffset="60040.75">12438 13077 5570 0,'0'0'976'0,"0"0"-139"15,0 0-433-15,0 0-144 0,0 0-115 16,47 0-145-16,-22-7 0 0,-8-3 0 15,-3 2 0-15,-1-1 0 0,-3-1 0 16,0-1 0-16,-6 0 0 16,-4 0 0-16,0 0 0 0,-4 3 0 15,-6-2 0-15,-2 4 0 0,-3 1 0 16,-1 3 0-16,1 2 0 16,3 4 0-16,-3 9 0 0,3 8 0 15,-7 5 0-15,7 7 0 0,1 1 0 16,3-1 0-16,8-1 0 0,11-4 0 15,7-3 0-15,3-6 0 16,6-3 0-16,10-7 0 0,4-3 0 16,3-6 0-16,3-2-105 0,-16-2-2372 15,0-4-1117-15</inkml:trace>
  <inkml:trace contextRef="#ctx0" brushRef="#br0" timeOffset="60381.81">12951 12920 6891 0,'0'0'336'0,"-42"-14"180"16,21 8-67-16,1 4-449 0,-1 2 0 15,0 1 0-15,1 4 0 0,1 3 0 16,1 3 0-16,1 2 0 0,3 1 0 16,7 2 0-16,1 1 0 15,2 2 0-15,8 0 0 0,7-2 0 16,9-2 0-16,3-3 0 0,8-2 0 15,4-2 0-15,-2-2 0 16,2-1 0-16,-8-1 0 0,-10 3 0 16,-7-1-245-16,-4 4 221 0,-6 2 24 15,-6 2 0-15,-4 0 228 0,-5 1-187 16,-1 0-41-16,-5 1 0 0,0-1 0 16,-1-3 0-16,1-1 0 0,4-5 0 15,3-1 0-15,-1-4 0 0,9-1 0 16,4 0 0-16,-2-1-157 0,4-1-1107 15,0 0-81-15,0-2-392 0</inkml:trace>
  <inkml:trace contextRef="#ctx0" brushRef="#br0" timeOffset="60710.49">13194 12965 5674 0,'0'0'997'0,"-43"-10"-513"15,22 8 200-15,-1 2-331 16,3 0-353-16,-2 3 0 0,5 2 0 16,3 2 0-16,3-2 0 0,2 1 0 15,6-2 0-15,-2 2 0 0,4-1 0 16,0 2 0-16,6 1 0 0,8 3 0 16,3 1 0-16,3-3 0 0,7 2 0 15,-2-1 0-15,2 1 0 0,0 2 0 16,-2-1 0-16,-9 1 0 0,-1 1 0 15,-7 0 0-15,-4-1 0 0,-4 1 0 16,-6 2 0-16,-4-1 0 16,-7 2 0-16,-8 1 0 0,-6-2 0 15,-2 0 0-15,2-4 0 0,0-3 0 16,4-5 0-16,2-4 0 16,9 0-661-16,-1-10-3869 0</inkml:trace>
  <inkml:trace contextRef="#ctx0" brushRef="#br0" timeOffset="61252.38">13945 13105 6198 0,'0'0'1081'0,"-37"-22"-645"0,16 11-36 0,0 5-323 16,5 4-77-16,1 2 0 0,3 7 0 15,-3 8 0-15,5 8 0 0,0 5 0 16,8 4 0-16,-3 3 0 0,10-2 0 15,1-1 0-15,4-3 0 0,7-4 0 16,-1-4 0-16,-1-5 0 16,1-5 0-16,1-5 0 0,3-3 0 15,-1-3 0-15,-2-1 0 0,3-3 0 16,-3 0 0-16,-7 4 0 16,-4 0 0-16,3 3 0 0,-7 7 0 15,-2 0 0-15,4 2 0 0,-4-3 0 16,0-3 0-16,0-1 0 0,2 1 0 15,6-1 0-15,-2 0-257 16,5-5-503-16,3 0-105 0,-4-3-1688 0</inkml:trace>
  <inkml:trace contextRef="#ctx0" brushRef="#br0" timeOffset="61706.52">14040 12715 6170 0,'0'0'1113'0,"0"0"-245"0,0 0-827 0,0 0-41 15,0 0 0-15,-27 67 0 0,23-20 0 16,2 4 0-16,2 1 0 16,0 6 0-16,0 4 0 0,-4 4 0 15,4-1 0-15,0-3 0 0,4-6 0 16,8-12 0-16,-1-9 0 16,3-11 0-16,3-9 0 0,3-9 0 15,1-6 0-15,-7-6-1934 0,-1-6-1147 0</inkml:trace>
  <inkml:trace contextRef="#ctx0" brushRef="#br0" timeOffset="62219.54">14253 13162 5598 0,'0'0'1301'0,"-19"-44"-745"15,13 33 64-15,2 8-503 16,2 3-117-16,-2 1 0 0,-7 12 0 16,1 12 0-16,-7 7 0 0,7 6 0 15,0 1 0-15,6-4 0 0,2-1 0 16,-3-4 0-16,5-4 0 0,7-6 0 16,1-6 0-16,-2-6 0 0,9-6 0 15,-5-4 0-15,2-9 0 0,3-6 0 16,-3-3 0-16,3-5 0 0,-5 1 0 15,-4 3 0-15,0 5 0 0,-1 7 0 16,-5 4 0-16,0 3 0 16,0 1 0-16,4 2 0 0,-4 8 0 15,2 9 0-15,-2 5 0 0,0 2 0 16,0-1 0-16,0-4 0 16,4-1 0-16,-4-5-573 0,10-6-315 15,-4-5-133-15,9-3-1704 0</inkml:trace>
  <inkml:trace contextRef="#ctx0" brushRef="#br0" timeOffset="62656.49">14524 13183 6026 0,'0'0'1665'16,"0"0"-1369"-16,-13 42-91 0,9-17-205 16,2 0 0-16,2-2 0 0,0 2 0 15,0-2 0-15,2-3 0 0,2-3 0 16,2-2 0-16,1-2 0 0,-3-5 0 15,0-3 0-15,-2-4 0 0,6-1 0 16,-2-4 0-16,5-11 0 16,-1-10 0-16,7-7 0 0,-3-2 0 15,-2 3 0-15,3 5 0 0,-9 7 0 16,2 5 0-16,-6 5 0 16,3 5 0-16,-3 3 0 0,-2 1 0 15,0 9 0-15,0 8 0 0,0 5 0 16,-2 5 0-16,-3-4 0 0,5-3 0 15,0-3 0-15,7-7 0 16,-3-1 0-16,6-4 0 0,0-4 0 16,1-1 0-16,3-9 0 0,-1-4 0 15,3-4 0-15,5-6 0 0,0 1 0 16,-1-1 0-16,1 3 0 0,-7 6 0 16,-5 4 0-16,-5 5 0 0,-4 5 0 15,4 0 0-15,-4 1 0 0,2 8 0 16,-2 8 0-16,4 9 0 0,-4 2 0 15,6 2 0-15,3-3 0 0,-3-6 0 16,4-2 0-16,0-3 0 16,3-4-1057-16,-9-4-2249 0</inkml:trace>
  <inkml:trace contextRef="#ctx0" brushRef="#br0" timeOffset="63287.43">14991 13561 5726 0,'0'44'512'0,"0"-3"417"0,4 7-461 16,0-6-208-16,-4-1 8 16,0-2-239-16,0-4-29 0,-4-7 0 15,4-3 0-15,-4-11 0 0,4-5 0 16,0-5-157-16,0-4-135 0,-6-10-436 16,1-10-89-16,-1-9-143 0,0-9-921 15,-4 0 508-15,-1-6 1373 0,-3-4 685 16,4-4 255-16,-1-3-43 0,5 2 307 15,2 3-644-15,8 5-103 16,6 4 647-16,11 5-743 0,6 3-361 16,0 3 0-16,2 4 0 0,0 5 0 15,0 6 0-15,-7 5 0 0,3 6 0 16,-4 4 0-16,-5 4 0 16,-5 5 0-16,-5 4 0 0,-2 4 0 15,-4 2 0-15,0 2 0 0,-8 0 0 16,2 1 0-16,-1-1 0 0,-7 0 0 15,1 0 0-15,-5-3 0 0,1 0 0 16,-3-1 0-16,3-3 0 16,3-2 0-16,3-2 0 0,1-4 0 15,8-2-493-15,-2-2-856 0,4 0-3437 0</inkml:trace>
  <inkml:trace contextRef="#ctx0" brushRef="#br0" timeOffset="63449.91">15326 13364 5874 0,'0'0'1053'0,"0"0"212"16,-21 51-1265-16,11-28 0 16,-1 3 0-16,1-1 0 0,0 1 0 15,-1-3 0-15,5-2 0 0,2-2 0 16,-2-6 0-16,6-2-701 16,-4-4-1048-16</inkml:trace>
  <inkml:trace contextRef="#ctx0" brushRef="#br0" timeOffset="63573.84">15390 12930 7815 0,'0'0'176'15,"0"0"-176"-15,0 0 100 0,0 0-64 16,0 0-36-16,0 0-608 0,0 0-1113 16,6 52 104-16,4-25-1096 0</inkml:trace>
  <inkml:trace contextRef="#ctx0" brushRef="#br0" timeOffset="64192.99">15388 13520 6138 0,'0'0'1749'0,"0"0"-1444"0,0 0-305 15,0 0 0-15,-35 11 0 0,35-24 0 16,14-14 0-16,9-6 0 16,2-4 0-16,1 1 0 0,-5 6 0 15,-4 4 0-15,-3 6 0 0,-8 8 0 16,0 4 0-16,-6 6 0 0,0 2 0 15,0 6 0-15,-2 13 0 16,-8 8 0-16,-4 6 0 0,3 2 0 16,1 0 0-16,4-1 0 0,6-3 0 15,0-5 0-15,14-7 0 0,9-7-689 16,4-7 137-16,10-5 276 0,4-10 135 16,1-5 129-16,-5-4 12 0,-6-4 8 15,-8-2 0-15,-5 0 53 0,-12 0 367 16,-6 1-116-16,-4 1 56 0,-6 2 52 15,0 5-355-15,-7 7-65 0,5 8 0 16,-3 6 0-16,1 9 0 16,1 8 0-16,-1 2 0 0,1 4 0 15,3 0 0-15,6-5 0 0,4-3 0 16,6-6 0-16,9-6 0 16,1-2 0-16,5-6 0 0,-5-1 0 15,-1-4 0-15,1-3 0 0,1-2 0 16,-3-1 0-16,3 4 0 0,-7 1 0 15,1 5 0-15,-5 1 0 16,2 4 0-16,2 9 0 0,-3 7 0 16,7 6 0-16,-6 7 0 0,1 0 0 15,-3 6 0-15,0 4 0 0,-2 2 0 16,-4 6 0-16,0 3 0 0,-10 3 0 16,-5 1 0-16,-7 0 0 0,-9-3 0 15,0-4 0-15,-2-4 0 0,-3-8 0 16,-1-8 0-16,4-11 0 15,4-11 0-15,0-9 0 0,4-9 0 16,9-14 0-16,6-9 0 0,16-9 0 16,10-8 0-16,15-4 0 0,11-2 0 15,11-5 0-15,7-1 0 0,7-6 0 16,1-6 0-16,-17 15-1081 16,1-5-2425-16</inkml:trace>
  <inkml:trace contextRef="#ctx0" brushRef="#br0" timeOffset="65253.36">10704 14065 2845 0,'0'0'3465'0,"0"0"-2804"16,-38 4 23-16,38-4-147 0,0 0-537 16,4 0 0-16,9 0 0 0,18 0 0 15,6 0 0-15,15 0 0 0,-1-2 0 16,-7 0 0-16,3 1 0 15,-5-2 0-15,-5 0 0 0,0-1 0 0,-12-1 0 16,-8 1-717-16,-3-1-3069 0</inkml:trace>
  <inkml:trace contextRef="#ctx0" brushRef="#br0" timeOffset="65462.97">10662 14194 6338 0,'0'0'641'0,"0"0"147"0,0 0-363 16,0 0-425-16,0 0 0 0,46 17 0 15,-3-17 0-15,9-6 0 16,2-4 0-16,-3 1 0 0,1-2 0 16,-5 2 0-16,1 0 0 0,-17 2-1029 15,-4 0-756-15</inkml:trace>
  <inkml:trace contextRef="#ctx0" brushRef="#br0" timeOffset="65720.05">11103 13796 6374 0,'0'0'865'15,"0"0"-281"-15,0 0-215 0,0 0-369 16,0 0 0-16,26 52 0 0,-5-27 0 15,4 0 0-15,2 0 0 16,0 1 0-16,-3 1 0 0,-5 1 0 16,0-2 0-16,-7-4 0 0,-4 0 0 15,-12 0 0-15,-6-3 0 16,-15 3 0-16,-2 1 0 0,-10 1 0 16,0-1 0-16,0-1 0 0,1-5 0 15,14-6 0-15,7-6 0 0,9-10 0 16,10-3-1237-16,8-11-5274 0</inkml:trace>
  <inkml:trace contextRef="#ctx0" brushRef="#br0" timeOffset="66379.31">11969 13610 4910 0,'0'0'808'0,"0"0"-200"0,0 0 77 16,0 0 339-16,0 0-867 16,-48-16-157-16,27 45 0 0,-3 12 0 15,1 11 0-15,-2 9 0 0,4 6 0 16,5 6 0-16,-1 3 0 15,3 0 0-15,4-1 0 0,-1-8 0 16,9-6 0-16,2-11 0 0,10-12 0 16,3-8 0-16,8-11 0 0,3-12 0 15,3-7 0-15,4-18 0 0,2-5 0 16,-8-8 0-16,2-5 0 0,-13 3 0 16,-7 1 0-16,-7 5 0 0,-15 9 0 15,-12 7 0-15,-10 8 0 0,-8 3 0 16,1 7 0-16,3 2 0 15,8 2 0-15,8 0 0 0,13-3-237 16,3-2-811-16,7-3-205 0,4 1-468 0</inkml:trace>
  <inkml:trace contextRef="#ctx0" brushRef="#br0" timeOffset="66704.07">12043 14280 5902 0,'0'0'1809'16,"0"0"-1461"-16,0 0-215 0,0 0-133 16,48-19 0-16,-28 6 0 0,1-4 0 15,0 1 0-15,-5-2 0 0,-1 0 0 16,-5 0 0-16,-8 4 0 0,-2-1 0 16,-6 0 0-16,-9 1 0 0,-1 1 0 15,-5 0 0-15,-6 6 0 0,7 5 0 16,-1 6 0-16,-2 11 0 0,7 7 0 15,1 9 0-15,1 2 0 16,3 5 0-16,9 1 0 0,2-1 0 16,17 0 0-16,-1-6 0 0,9-4 0 15,6-8 0-15,-4-6 0 16,6-10 0-16,2-4 0 0,-2-8 0 16,-8-1-513-16,-2-8-2296 0</inkml:trace>
  <inkml:trace contextRef="#ctx0" brushRef="#br0" timeOffset="66958.64">12390 13656 2373 0,'0'0'1812'0,"0"0"-811"0,0 0 568 16,0 0-653-16,0 0-395 0,0 0-521 15,0 0 0-15,-10 57 0 16,0-8 0-16,3 12 0 0,-3 7 0 16,4-2 0-16,0 6 0 0,2-2 0 15,-3-1 0-15,3-1 0 16,0-3 0-16,-2-5 0 0,6-5 0 16,0-12 0-16,0-16 0 0,6-13 0 15,4-14 0-15,-1-7-1770 0,-3-14-855 0</inkml:trace>
  <inkml:trace contextRef="#ctx0" brushRef="#br0" timeOffset="67167.5">12506 13684 6791 0,'0'0'944'0,"0"0"-564"0,-23 60-303 15,13-22-77-15,4 5 0 0,-2 2 0 16,8 4 0-16,0 4 0 0,0 1 0 15,4 3 0-15,-4-2 0 16,0 0 0-16,-4 2 0 0,-3-3 0 16,-3-3 0-16,-7-4 0 0,7-14-369 15,-4-7-3032-15</inkml:trace>
  <inkml:trace contextRef="#ctx0" brushRef="#br0" timeOffset="67324.27">12227 14105 7107 0,'0'0'764'16,"37"-18"-443"-16,-10 11-321 16,4 3 0-16,-4 1 0 0,2 3 0 15,-2 0 0-15,-4 3 0 0,1 2 0 16,-7 1 0-16,-3 0-453 0,-3-2-3557 0</inkml:trace>
  <inkml:trace contextRef="#ctx0" brushRef="#br0" timeOffset="67692.63">12612 14307 6354 0,'0'0'1838'0,"0"0"-1838"16,49-56 0-16,-41 35 0 0,3-2 0 16,-1 2 0-16,-6-1 0 0,-4 2 0 15,0 3 0-15,0 3 0 0,-10 5 0 16,0 6 0-16,-3 3 0 15,-5 8 0-15,1 10 0 0,-6 8 0 16,3 7 0-16,-1 5 0 0,0 1 0 16,15 0 0-16,6-1 0 0,6-7 0 15,15-5 0-15,2-3 0 0,8-6-29 16,0-3 5-16,0-4 24 0,2-2 53 16,-8-2-53-16,1 0 0 0,-5-1 0 15,-9-1 0-15,-3-1 0 0,-3-3 0 16,-6 1 0-16,0-1 0 15,0 0 0-15,0 0 0 0,-6-7 0 16,-3-7 0-16,3-13 0 0,0-7 0 16,6-4 0-16,0 1 0 0,10 4 0 15,-3 3 0-15,3 0 0 16,0 4 0-16,1 2 0 0,5-1 0 16,5 0 0-16,-1 4-1497 0,7-2-2629 0</inkml:trace>
  <inkml:trace contextRef="#ctx0" brushRef="#br0" timeOffset="68284.42">13399 14397 5166 0,'0'0'904'0,"0"0"-399"0,-23-34 59 0,15 18 16 16,0 1-428-16,-3-3-12 0,1-1 41 16,-4 6-181-16,3 0 0 0,1 8 0 15,0 4 0-15,3 7 0 0,-3 12 0 16,0 7 0-16,-5 8 0 15,5 1 0-15,4-2 0 0,4-3 0 16,4-7 0-16,12-5 0 0,3-8 0 16,8-6 0-16,4-3 0 0,-1-10 0 15,-1-3 0-15,-4-2 0 16,-2 0 0-16,-7 3 0 0,-3 4 0 16,-9 5 0-16,-2 2 0 0,0 2 0 15,0 10 0-15,-2 12 0 0,-7 10 0 16,3 3 0-16,6-1 0 15,0-8 0-15,4-6 0 0,9-7 0 16,5-3 0-16,3-10 0 0,-5-3-649 16,5-5-1088-16,-8-7-1072 0</inkml:trace>
  <inkml:trace contextRef="#ctx0" brushRef="#br0" timeOffset="68547.8">13750 13813 4510 0,'0'0'1320'16,"0"0"397"-16,0 0-1072 16,-16 34-645-16,6 5 0 0,-1 15 0 15,-3 10 0-15,1 3 0 0,7-4 0 16,-2 3 0-16,6-2 0 0,-2 4 0 15,4-3 0-15,-4-1 0 16,-3-7 0-16,7-7 0 0,-4-11 0 16,4-13 0-16,0-13 0 0,4-8-2514 15,1-16-663-15</inkml:trace>
  <inkml:trace contextRef="#ctx0" brushRef="#br0" timeOffset="68717.59">13819 13866 6715 0,'0'0'1112'15,"0"0"-747"-15,0 0-365 16,0 0 0-16,0 43 0 0,0 2 0 16,-7 9 0-16,7 8 0 0,-4-2 0 15,-2 5 0-15,0 2 0 16,-4 0 0-16,-5-1 0 0,1-6 0 16,1-3 0-16,-1-11 0 0,3-15-289 15,1-8-1600-15</inkml:trace>
  <inkml:trace contextRef="#ctx0" brushRef="#br0" timeOffset="68856.73">13598 14308 6482 0,'0'0'313'0,"0"0"579"0,43-28-387 16,-22 23-505-16,3 2 0 0,-1 3 0 16,-2 0 0-16,4 1 0 0,-3 3 0 15,-3 1 0-15,0-2 0 0,-5 0-1177 16,1-3-1028-16</inkml:trace>
  <inkml:trace contextRef="#ctx0" brushRef="#br0" timeOffset="69346.95">13965 14486 3233 0,'0'0'4622'0,"36"-21"-4285"0,-18 1-337 16,1-1 0-16,-7 0 0 15,-1 2 0-15,-1 0 0 0,-4-2 0 0,2 0 0 16,-6 0 0-16,-2 2 0 16,-6 2 0-16,-4 2 0 0,-7 7 0 15,3 5 0-15,-7 7 0 0,5 14 0 16,-5 9 0-16,0 9 0 0,1 7 0 16,3 4 0-16,5 3 0 0,8-3 0 15,4-4 0-15,16-9 0 0,5-8 0 16,10-9 0-16,2-9 0 15,8-8 0-15,-4-5 0 0,5-8 0 16,-11-4 0-16,0-5 0 0,-8 1 0 16,-5-1 0-16,-5 5 0 0,-5 4 0 15,-6 7 0-15,2 3 0 16,-4 3 0-16,0 8 0 0,0 6 0 16,0 8 0-16,0 7 0 0,0-3 0 15,2-5 0-15,2-8 0 0,-4-6 0 16,6-2 0-16,-6-5 0 0,5 0 0 15,-1-7 0-15,2-12 0 16,0-7 0-16,-2-4 0 0,2-1 0 16,-1 4 0-16,-1 2 0 0,-2 8 0 15,-2 4 0-15,0 7 0 0,4 4 0 16,-4 2 0-16,4 13 0 0,-2 15 0 16,4 10 0-16,-2 4 0 0,3-1 0 15,-3-9 0-15,10-6 0 0,-1-7 0 16,-3-7 0-16,4-4-1686 0</inkml:trace>
  <inkml:trace contextRef="#ctx0" brushRef="#br0" timeOffset="69833.78">14443 14423 4121 0,'0'0'745'0,"0"0"651"0,0 0-599 16,0 0-205-16,0 0-51 0,-25 39-541 16,33-4 0-16,9 5 0 0,0 4 0 15,3-7 0-15,7-7 0 0,0-6 0 16,-2-6 0-16,2-7 0 0,-1-8 0 15,-5-3 0-15,-4-10 0 16,-3-6 0-16,-4-4 0 0,-3-6 0 16,-3-4 0-16,-4-3 0 0,0 1 0 15,0-1 0-15,-4 3 0 0,4 6 0 16,-2 8 0-16,2 6-37 0,0 7-2316 16,6 0 120-16</inkml:trace>
  <inkml:trace contextRef="#ctx0" brushRef="#br0" timeOffset="70146.88">14879 14526 6418 0,'0'0'1061'15,"0"0"-348"-15,-31-34-713 16,21 22 0-16,-3 4 0 0,-1 3 0 16,-1 5 0-16,-1 5 0 0,-1 10 0 15,3 8 0-15,2 4 0 0,1 5 0 16,3 2 0-16,6-3 0 0,2-2 0 15,6-8 0-15,9-8 0 0,1-6 0 16,5-5 0-16,-1-6 0 16,3-8 0-16,-2-4 0 0,-1-5 0 15,-3-1 0-15,-7-1 0 0,1 0 0 16,-7 4 0-16,-2 4 0 0,-2 8 0 16,0 4 0-16,0 3 0 0,0 3 0 15,0 10 0-15,0 7 0 0,0 9 0 16,4-1 0-16,2-2 0 15,-2-7 0-15,7-5 0 0,-1-4 0 16,0-7-1337-16,-3-2-316 0,3-4-348 0</inkml:trace>
  <inkml:trace contextRef="#ctx0" brushRef="#br0" timeOffset="70330.73">15063 14015 6967 0,'0'0'1225'15,"0"0"-1225"-15,0 0 0 0,0 0 0 16,0 0 0-16,0 0 0 0,-10 75 0 16,6-18 0-16,2 4 0 0,2 0 0 15,0 3 0-15,0 1 0 0,0 1 0 16,0-5 0-16,0-5 0 0,-5-8 0 16,1-5 0-16,-2-8 0 0,2-13-453 15,-2-7-1508-15,0-10-308 0</inkml:trace>
  <inkml:trace contextRef="#ctx0" brushRef="#br0" timeOffset="70597.62">14933 14500 6719 0,'0'0'1156'0,"0"0"-839"15,0 0-317-15,0 0 0 16,37-16 0-16,-12 12 0 0,0 3 0 16,-3-2 0-16,5 0 0 0,0-2 0 15,4-1 0-15,0-1 0 0,4 1-365 16,-6 0-131-16,-4 4-1529 0,-8-1 344 15,-9 2 901-15,-6 0 780 0,-2 1 392 16,0 1 1057-16,-4 5 496 16,-9 6-1061-16,3 13-207 0,-4 6-677 15,3 6 0-15,-1-1 0 0,2-2 0 16,5-7 0-16,3-3 0 0,2-5 0 16,2-5 0-16,7-5 0 0,1-5 0 15,-2-4 0-15,3-10 0 16,3-9-309-16,-4 3-1100 0,1-9-527 0</inkml:trace>
  <inkml:trace contextRef="#ctx0" brushRef="#br0" timeOffset="71046.92">15384 14183 2629 0,'0'0'3885'0,"0"0"-3096"0,0 0-489 16,0 0 20-16,0 0-164 0,41 12-152 15,-35 11 8-15,0 2-12 0,3 1-12 16,-3-2-168-16,0 1-284 15,2 0 80-15,-6 1 0 0,-2-3-401 16,0 0 133-16,0-5 52 0,0-6-13 16,-2-3 613-16,2-4 44 0,0-3 12 15,0 2-52-15,0-2 68 0,2-1 189 16,-2 1-13-16,6-2 120 0,-1 0 536 16,-1-2-436-16,2-1-123 0,-2-1 307 15,-2-1-200-15,-2 3-155 0,0 0-297 16,0-1 0-16,0 2 0 15,-6 1 0-15,2 0 0 0,2 0 0 16,-9 4 0-16,-5 9 0 0,-3 4 0 16,-3 6 0-16,1 6 0 0,0-1 0 15,7-1 0-15,3-2 0 16,9-6 0-16,2-1 0 0,2-5 0 16,7-5 0-16,7-3 0 0,7-5 0 15,6-3 0-15,4-7 0 0,2-8 0 16,-2-2 0-16,-6-5 0 15,-2 0 0-15,-9 0 0 0,-9 4 0 16,-7 3 0-16,0 5 0 0,-9 3 0 16,-5 3 0-16,-1 4 0 0,-1-2-737 15,5 4-692-15,-1-2-660 0</inkml:trace>
  <inkml:trace contextRef="#ctx0" brushRef="#br0" timeOffset="71306.02">15605 14561 7239 0,'0'0'932'0,"-21"41"-911"16,15-17-21-16,-5-4 0 0,7-1 0 15,4-7 0-15,0-4 0 16,4-2 0-16,7-6 0 0,1-3 0 16,7-7 0-16,-3-9 0 0,1-3 0 15,-3-4 0-15,-1-3 0 0,1 3 0 16,-3 0 0-16,-1 7 0 0,-4 3 0 15,2 7 0-15,-6 7 0 16,5 2 0-16,3 10 0 0,0 15 0 16,1 6 0-16,-1 7 0 0,0-1 0 15,-3-6 0-15,-3-3 0 0,6-3 0 16,-4-4 0-16,-2-6-313 0,0-7-3973 0</inkml:trace>
  <inkml:trace contextRef="#ctx0" brushRef="#br0" timeOffset="71976.17">16436 14563 1872 0,'0'0'1621'0,"0"0"384"0,0 0-900 15,31-45-61-15,-31 26-499 0,0 1-545 16,-2 2 0-16,-7-1 0 0,-1 3 0 15,-7 7 0-15,-3 5 0 16,-1 7 0-16,-6 13 0 0,0 8 0 16,-4 7 0-16,7 4 0 0,5 0 0 15,5-3 0-15,7-5 0 0,7-4 0 16,7-5 0-16,7-4 0 0,5-5 0 16,5-4 0-16,1-7 0 0,2-3 0 15,-4-7 0-15,-3-3 0 16,-1 0 0-16,-7-1 0 0,3-2 0 15,-9 3 0-15,0 5 0 0,-6 2 0 16,0 6 0-16,0 0 0 0,4 2 0 16,-4 8 0-16,0 3 0 0,7 5 0 15,-1-1 0-15,-2-1 0 16,2-3 0-16,-2-1 0 0,3-4 0 16,1-1 0-16,-6-3 0 0,6-4-349 15,-2 0-988-15,5-12-3077 0</inkml:trace>
  <inkml:trace contextRef="#ctx0" brushRef="#br0" timeOffset="72175.92">16764 14052 7519 0,'0'0'673'16,"0"0"-673"-16,-14-36 0 0,14 36 0 16,-4 3 0-16,4 14 0 0,-2 15 0 15,-2 10 0-15,-1 12 0 0,3 3 0 16,-2 1 0-16,4 3 0 15,-6 3 0-15,-4 0 0 0,-1-1 0 16,-3-6 0-16,1-5 0 0,-5-5 0 16,1-11 0-16,1-7-505 15,5-13-940-15,1-12-2777 0</inkml:trace>
  <inkml:trace contextRef="#ctx0" brushRef="#br0" timeOffset="72298.19">16593 14490 6611 0,'0'0'1024'16,"27"-42"-467"-16,-3 26-557 0,1 6 0 15,2 2 0-15,2 1 0 16,-4 1 0-16,0 0 0 0,4 0 0 16,6-3 0-16,8-3 0 0,-6-1-685 15,-1-4-4205-15</inkml:trace>
  <inkml:trace contextRef="#ctx0" brushRef="#br0" timeOffset="72810.02">17407 14039 3713 0,'0'0'1389'0,"0"0"-729"0,0-35 349 16,0 35-281-16,0 3-200 0,0 13-363 16,-6 19-165-16,0 11 0 0,-2 14 0 15,1 3 0-15,5-1 0 0,0 2 0 16,-4 2 0-16,4-2 0 15,-2-3 0-15,0-6 0 0,-3-7 0 16,3-9 0-16,2-9 0 0,2-10 0 16,0-8 0-16,0-6 0 0,2-6 0 15,5-6 0-15,3-14 0 16,8-16 0-16,5-5 0 0,2-8 0 16,-2 6 0-16,-3 10 0 0,-5 12 0 15,-5 9 0-15,-4 9 0 0,-6 4 0 16,0 10 0-16,0 12 0 0,-2 7 0 15,-6 4 0-15,-2 2 0 0,6-4 0 16,2-2 0-16,2-2 0 16,2-3 0-16,6-4 0 0,2-7 0 15,3-4 0-15,1-7-149 0,1-2-2216 16,-3-4-624-16</inkml:trace>
  <inkml:trace contextRef="#ctx0" brushRef="#br0" timeOffset="72944.02">17664 14619 6342 0,'0'0'1473'0,"0"0"-1096"16,-17 33-377-16,13-13 0 0,-2-1 0 16,2 4 0-16,1-3 0 0,1-2 0 15,2-5 0-15,0-5 0 16,5-5 0-16,-1-1 0 0,2-3 0 16,0-10-297-16,4-1-2092 0,-1-13-916 0</inkml:trace>
  <inkml:trace contextRef="#ctx0" brushRef="#br0" timeOffset="73071.98">17786 14187 6370 0,'0'0'1665'16,"0"0"-1508"-16,0 0-157 0,0 0 0 15,0 0 0-15,0 0 0 0,0 0 0 16,20 47-277-16,-5-12-791 0,-3-10-1542 16,-2-1-1415-16</inkml:trace>
  <inkml:trace contextRef="#ctx0" brushRef="#br0" timeOffset="73491.17">17905 14615 6378 0,'0'0'865'15,"-37"-34"27"-15,17 19-835 16,-1 6-57-16,0 8 0 0,7 2 0 16,1 9 0-16,3 5 0 0,0 7 0 15,3 1 0-15,7 2 0 0,0-1 0 16,5-5 0-16,7-3 0 15,2-4 0-15,3-3 0 0,0-6 0 16,-1-3 0-16,-1-8 0 0,1-4 0 16,-6-5 0-16,5 1 0 0,-9-4 0 15,0 2 0-15,-2 2 0 0,-4 4 0 16,0 5 0-16,0 6 0 0,5 1 0 16,-3 7 0-16,-2 12 0 0,6 16 0 15,-4 7 0-15,-2 6 0 16,0 2 0-16,-2-2 0 0,-11 6 0 15,3 2 0-15,-4 5 0 0,-7 1 0 16,-6-2 0-16,0-4 0 0,-4-7 0 16,2-7 0-16,-2-9 0 0,4-8 0 15,5-13 0-15,3-11 0 16,5-11 0-16,9-16 0 0,5-14 0 16,0-14 0-16,11-17 0 0,3-10 0 15,3-10 0-15,10-2-153 0,4 2-383 16,6 3-12-16,4 5-1073 0,-6 23-108 15,-2 5-368-15</inkml:trace>
  <inkml:trace contextRef="#ctx0" brushRef="#br0" timeOffset="73787.14">18058 14232 5410 0,'0'0'1645'0,"0"0"-1157"0,0 0 12 0,-2 54-351 15,2-12-149-15,-8 12 0 0,-2 4 0 16,-1-1 0-16,-1 1 0 15,-3-5 0-15,3-2 0 0,-2-7 0 16,7-7 0-16,-1-4 0 0,6-9 0 16,-2-11 0-16,8-8 0 15,6-8 0-15,3-10 0 0,7-8 0 0,5-5 0 16,-2-3 0-16,-2 2 0 16,-1 3 0-16,-9 6 0 0,1 9 0 15,-8 5 0-15,-4 4 0 0,4 6 0 16,1 11 0-16,-3 8 0 0,4 5 0 15,-2-1 0-15,2-5 0 0,4-9 0 16,9-2 0-16,4-6 0 16,-3-4 0-16,3-3-1213 0</inkml:trace>
  <inkml:trace contextRef="#ctx0" brushRef="#br0" timeOffset="74264.08">19044 14473 4205 0,'0'0'593'0,"2"-43"727"0,-2 17-603 0,0 1-113 0,-2 1 36 16,-6-2-527-16,0 1-113 0,-7-1 0 15,-3 0 0-15,-5 4 0 0,-2 1 0 16,-4 7 0-16,0 5 0 15,0 6 0-15,3 3 0 0,1 9 0 16,0 9 0-16,2 8 0 0,3 7 0 16,3 5 0-16,9 0 0 0,8 6 0 15,14 1 0-15,3 3 0 16,3 6 0-16,7 3 0 0,-2 0 0 16,2 1 0-16,-6-4 0 0,-5 1 0 15,-6-4 0-15,1-4 0 0,-11-5 0 16,0-8 0-16,0-7 0 0,-2-9-613 15,-7-7-303-15,7-6-1365 16,-8-5-729-16</inkml:trace>
  <inkml:trace contextRef="#ctx0" brushRef="#br0" timeOffset="74417.08">18683 14874 6054 0,'0'0'929'0,"0"0"-281"0,0 0-87 15,33-31-561-15,6 16 0 16,0-1 0-16,3-1 0 0,-1 4 0 15,-8 2 0-15,2 1 0 0,-8 4 0 16,0 1 0-16,-2 3 0 0,-9 1-61 16,-3 1-1351-16,-9 0-101 15,-4 6-504-15</inkml:trace>
  <inkml:trace contextRef="#ctx0" brushRef="#br0" timeOffset="74587.07">19055 15027 2473 0,'0'0'2973'15,"0"0"-2241"-15,0 0-135 0,0 0 211 16,0 0-424-16,0 0-159 0,0 0-225 16,0 0 0-16,-19-41 0 0,19 9 0 15,10-3 0-15,5 3 0 0,1 3 0 16,1 7 0-16,0 4 0 0,-7 1 0 16,-2 3 0-16,-4 2 0 0,-2 3-1662 15,-2 0-943-15</inkml:trace>
  <inkml:trace contextRef="#ctx0" brushRef="#br0" timeOffset="74866.87">19193 14912 7163 0,'0'0'840'16,"0"0"-651"-16,54 14-189 0,-35-15 0 16,-3-9 0-16,1-2 0 0,-7-2 0 15,4-4 0-15,-7 1 0 0,-3-2 0 16,-4 0 0-16,-4 1 0 0,-3 1 0 15,-3 4 0-15,-4 3 0 16,-3 5 0-16,1 5 0 0,-3 7 0 16,-4 7 0-16,7 6 0 0,-1 4 0 15,3 2 0-15,3 1 0 0,11 0 0 16,0-3 0-16,13-1 0 0,5-6 0 16,3-4 0-16,6-4 0 0,4-5 0 15,2-4-441-15,4 0-363 16,-10-4-977-16,-2-4-264 0</inkml:trace>
  <inkml:trace contextRef="#ctx0" brushRef="#br0" timeOffset="75238.03">19592 14837 4754 0,'0'0'2145'0,"0"0"-1337"16,-27-43-323-16,17 28-485 0,0 3 0 15,-3 4 0-15,1 3 0 16,-5 5 0-16,7 5 0 0,-7 5 0 16,5 6 0-16,-2 3 0 0,3 2 0 15,3-1 0-15,2 2 0 0,6-6 0 16,10 0 0-16,5-6 0 0,1-3 0 16,5-3 0-16,-1-4 0 0,3-2 0 15,-4-4 0-15,-3-4 0 16,-1 2 0-16,-5 1 0 0,-8 2 0 15,2 4 0-15,-4 3 0 0,-8 12 0 16,-11 16 0-16,-7 12 0 0,-5 10 0 16,0 5 0-16,6-3 0 15,4-2 0-15,5-1 0 0,11-4 0 16,7-7 0-16,11-9 0 0,10-7 0 16,1-10 0-16,12-11 0 0,-3-4 0 15,4-14 0-15,-6-9-1662 0,-8 3-226 16,-3-7-1950-16</inkml:trace>
  <inkml:trace contextRef="#ctx0" brushRef="#br0" timeOffset="75333.28">19832 15054 8175 0,'0'0'17'0,"0"0"-17"0,0 0 0 16,0 0 0-16,0 0 0 0,0 0 0 15,0 0-613-15,0 0-2280 0</inkml:trace>
  <inkml:trace contextRef="#ctx0" brushRef="#br0" timeOffset="94349.53">9050 4029 2369 0,'0'0'2293'0,"0"0"-965"0,0 0-792 16,0 0-31-16,0 0 63 15,0 0-436-15,0 0 44 0,-2 60 109 16,2-15-285-16,0 10 0 0,0 6 0 16,0 9 0-16,-4 9 0 0,4 8 0 15,-7 8 0-15,1 10 0 0,2 4 0 16,-2 3 0-16,-2-1 0 0,1-1 0 15,3-3 0-15,-2-2 0 16,6-8 0-16,-4-6 0 0,4-8 0 16,4-7 0-16,0-6 0 0,2-7 0 15,-1-9 0-15,-3-7 0 16,2-11 0-16,-4-12 0 0,0-12 0 16,-4-12 0-16,-7-19 0 0,1-17 0 15,0 2-977-15,-3-16-2693 0</inkml:trace>
  <inkml:trace contextRef="#ctx0" brushRef="#br0" timeOffset="94629.64">8990 4160 5790 0,'0'0'400'0,"0"0"437"0,0 0-341 0,-31 17-44 16,16-3-235-16,3 2-217 15,-2 4 0-15,3-1 0 0,1 2 0 16,0-2 0-16,3-4 0 0,-3 0 0 15,6-6-129-15,2-2-863 0,-2-6-137 16,4-1-155-16,4-6-2406 0</inkml:trace>
  <inkml:trace contextRef="#ctx0" brushRef="#br0" timeOffset="94799.6">9002 4032 4382 0,'0'0'2353'0,"0"0"-1165"16,0 0-919-16,0 0-269 0,46 25 0 15,-15-11 0-15,2 4 0 0,2-3 0 16,-2-2 0-16,-6 1 0 0,0-5 0 16,-2-1 0-16,-5-3 0 15,-3-3 0-15,-7-2-2778 0</inkml:trace>
  <inkml:trace contextRef="#ctx0" brushRef="#br0" timeOffset="95250.64">9633 3837 6286 0,'-2'33'581'0,"2"4"-193"0,-4 11 312 16,-3 1-463-16,-1 4-237 0,6 2 0 16,-2 0 0-16,-2 1 0 0,6-7 0 15,-4-2 0-15,4-5 0 0,0-7 0 16,0-6-273-16,0-9-415 0,0-7-2121 15</inkml:trace>
  <inkml:trace contextRef="#ctx0" brushRef="#br0" timeOffset="95562.5">9678 4353 6410 0,'0'0'865'15,"0"0"-517"-15,0 0 221 16,48-6-569-16,-25-3 0 0,1-4 0 16,1-4 0-16,-2-2 0 0,-2 1 0 15,-5-2 0-15,-6 3 0 0,-3 1 0 16,-7 2 0-16,-2 2 0 0,-9 5 0 16,-3 0 0-16,-7 3 0 0,0 4 0 15,-1 11 0-15,-5 5 0 0,2 10 0 16,4 6 0-16,1 5 0 0,7 1 0 15,7 0 0-15,6-2 0 0,6-6 0 16,15-5 0-16,2-4 0 16,8-12 0-16,10-4 0 0,0-7 0 15,3-10-509-15,3-6-435 0,-12 2-525 16,-1-1-3281-16</inkml:trace>
  <inkml:trace contextRef="#ctx0" brushRef="#br0" timeOffset="95891.53">10119 4130 4722 0,'0'0'1108'0,"-42"-5"181"15,17 9-649-15,3 7-207 0,1 2-433 16,-4 3 0-16,5 2 0 0,3 0 0 16,0 1 0-16,7-1 0 0,4-5 0 15,6 1 0-15,6-2 0 0,11-2 0 16,7-2 0-16,7-4 0 0,3-1 0 15,-1-2 0-15,-2-1 0 0,-2 2 0 16,-11 0 0-16,-3 0-237 0,-5 0-215 16,-6 1 280-16,-4-1 172 15,0 3 92-15,-4 1 104 0,-6 3 32 16,-5 4 108-16,-1 1-327 0,-7 1-9 16,2-1 0-16,1-1 0 15,-5-1 0-15,4-2 0 0,5-1 0 16,-1-3 0-16,3 0-305 0,7-2-427 15,3-1-149-15,4-3-1064 16,4 0 41-16</inkml:trace>
  <inkml:trace contextRef="#ctx0" brushRef="#br0" timeOffset="96179.5">10362 4208 5606 0,'0'0'1025'0,"0"0"-277"0,0 0 65 15,-26-34-813-15,9 28 0 0,-4-2 0 16,-3 4 0-16,3 3 0 16,2 1 0-16,1 4 0 0,7 0 0 15,5 2 0-15,2 1 0 0,4 2 0 16,8 3 0-16,5 1 0 0,5 1 0 16,5-2 0-16,2 1 0 15,-2-1 0-15,-3 1 0 0,-3 0 0 16,-3-2 0-16,-3-3 0 0,-5 2 0 15,-6 1 0-15,0 1 0 16,-6 4 0-16,-9-1 0 0,-1-1 0 16,-5-1 0-16,-6 0 0 0,-4-2 0 15,4-3 0-15,-4-3 0 0,11-5 0 16,3-1 0-16,2-4-513 0,9-5-2360 0</inkml:trace>
  <inkml:trace contextRef="#ctx0" brushRef="#br0" timeOffset="96679.83">10966 4202 3097 0,'0'0'2605'0,"-27"-42"-1921"0,2 24-87 0,5 5 455 16,-3 5-895-16,2 5-157 15,1 3 0-15,3 10 0 0,-4 7 0 16,7 9 0-16,2 7 0 0,5 6 0 16,-1 4 0-16,6-2 0 15,2-2 0-15,0-4 0 0,6-5 0 16,0-4 0-16,9-9 0 0,-3-5 0 15,9-5 0-15,-4-4 0 16,3-3 0-16,1-4 0 0,0-4 0 16,-5-4 0-16,3-4 0 0,-7-1 0 15,3-1 0-15,-5-1-29 0,0 0-519 16,-8 0-60-16,2 6-273 0,-4 1-2900 0</inkml:trace>
  <inkml:trace contextRef="#ctx0" brushRef="#br0" timeOffset="97067.39">11040 3802 2629 0,'0'0'3613'15,"0"0"-2948"-15,0 0-53 0,0 0 61 16,-37 4-673-16,21 21 0 0,-1 11 0 15,7 9 0-15,6 5 0 0,4 5 0 16,0 6 0-16,0 5 0 16,6 0 0-16,-2 0 0 0,2-4 0 15,-2-5 0-15,1-5 0 0,1-7 0 16,0-5 0-16,-2-6-245 0,6-11-843 16,-3-8-1329-16,-1-10-665 0</inkml:trace>
  <inkml:trace contextRef="#ctx0" brushRef="#br0" timeOffset="97440.77">11150 4209 6186 0,'0'0'296'0,"0"0"781"16,-47-23-509-16,32 26-503 0,3 11-65 16,-3 6 0-16,3 6 0 0,1 6 0 15,1 0 0-15,2 0 0 0,6 0 0 16,-2-1 0-16,4-5 0 0,6-3 0 15,2-6 0-15,4-6 0 0,3-6 0 16,1-5 0-16,-1-6 0 16,2-9 0-16,-1-5 0 0,3-4 0 15,-7-2 0-15,-2-2 0 0,1 4 0 16,-5 4 0-16,2 6 0 0,-6 5 0 16,-2 5 0-16,0 4 0 15,0 0 0-15,0 0 0 0,0 4 0 16,0 7 0-16,0 5 0 0,0 0 0 15,4 1 0-15,1-5 0 16,-3-6 0-16,2-3 0 0,-2 0-253 16,6-3-383-16,2-2 36 0,1-7-497 15,5-5 289-15,1-7-45 0,-3 5-271 16,-1 0 403-16</inkml:trace>
  <inkml:trace contextRef="#ctx0" brushRef="#br0" timeOffset="97826.45">11359 4240 2925 0,'0'0'1016'0,"0"0"225"16,0 0-393-16,2 36-271 0,-4-12-1 15,-2 3-376-15,4-4-48 0,-4-3-24 16,1-3-112-16,3-2-16 16,0-3 0-16,0-6 4 0,3-3-4 15,1-1 0-15,0-2 16 0,2-1-16 16,4-8 84-16,5-8-32 0,-3-4 32 16,-1-4 4-16,-1 3-80 15,-4 0 40-15,-2 3 44 0,2 4-55 16,-1 2-37-16,-5 7 0 0,0 5 0 15,4 1 0-15,-4 3 0 0,0 7 0 16,2 5 0-16,-2 4 0 0,0 3 0 16,4-3 0-16,-4-1 0 15,4 0 0-15,-2 0 0 0,-2-2 0 16,4-5 0-16,-2-3-85 0,2-5-47 16,1-3 76-16,5-2 56 0,2-11 52 15,-1-4-48-15,3-3 72 0,-4 1 36 16,-3 1-83-16,-3 5-29 0,2 1 0 15,-2 5 0-15,-4 2 0 0,0 4 0 16,0 1 0-16,2 9 0 16,2 7 0-16,0 5 0 0,3 4 0 15,-3 0 0-15,-2 0 0 0,2-3 0 16,2 1 0-16,0-3-173 0,3-3-727 16,-3-3-1665-16</inkml:trace>
  <inkml:trace contextRef="#ctx0" brushRef="#br0" timeOffset="98210.51">11590 5034 5538 0,'0'0'928'0,"0"0"-563"0,0 0 267 15,0 0-416-15,0 0 12 16,0 0 57-16,38-30-285 0,-24-4 0 16,-6-11 0-16,-4-6 0 0,-4-12 0 15,0-14 0-15,-6-12 0 0,0-2 0 16,2 1 0-16,4 9 0 0,10 15 0 16,1 16 0-16,-1 13 0 15,0 11 0-15,3 10 0 0,-3 5 0 16,4 3 0-16,-1 5 0 0,1 3 0 15,1 1 0-15,-5 5 0 0,-4 5 0 16,1 2 0-16,-7 1 0 16,0 5 0-16,-5 0 0 0,-1 2 0 15,-4 0 0-15,0 1 0 0,-3-3 0 16,-1 0 0-16,7-4 0 0,1-3 0 16,2-5 0-16,4-3 0 0,0-3-1806 15,4 0-126-15,2-3-418 0</inkml:trace>
  <inkml:trace contextRef="#ctx0" brushRef="#br0" timeOffset="98370.94">11900 4242 4750 0,'0'0'1496'15,"0"0"105"-15,0 0-1256 0,0 0-345 16,-14 53 0-16,8-25 0 0,2-1 0 16,2-6 0-16,-3-1 0 15,5-1 0-15,0-1 0 0,0-5 0 16,0-1 0-16,0-5-1429 0,0-4-288 15,0-3-1161-15</inkml:trace>
  <inkml:trace contextRef="#ctx0" brushRef="#br0" timeOffset="98472.51">11975 3843 6358 0,'0'0'0'15,"0"0"-40"-15,0 0 24 0,35 32-100 16,-33-10-584-16,2 5-517 0</inkml:trace>
  <inkml:trace contextRef="#ctx0" brushRef="#br0" timeOffset="99058.93">12047 4543 5394 0,'0'0'1433'0,"0"0"-889"0,0 0 40 16,0 0-347-16,6-46-237 15,1-1 0-15,7-5 0 0,-4 0 0 16,1 9 0-16,-1 10 0 0,0 9 0 15,-8 11 0-15,3 10 0 0,-5 3 0 16,0 10 0-16,-5 11 0 16,3 7 0-16,-2 4 0 0,0-1 0 15,4-3 0-15,4-3 0 0,7-2 0 16,-1-5 0-16,4-4 0 0,3-5-257 16,-1-5-3-16,1-6 120 0,4-9 132 15,-1-3-8-15,-3-4 16 0,-3-1 0 16,-3-2-44-16,-7-1 44 0,-4-2 8 15,0 1 8-15,-8 1 12 0,1 6 192 16,3 7-120-16,2 7 32 16,-2 5 48-16,0 9-156 0,-2 5-7 15,-1 4-17-15,7-2 0 0,0-6 0 16,0-4 0-16,3-4 0 0,1-3 0 16,2 3 0-16,4-3 0 15,1 3 0-15,3 1 0 0,-4 3 0 16,3 7 0-16,-3 8 0 0,0 10 0 15,1 5 0-15,-5 9 0 0,-2 3 0 16,0 3 0-16,-4 2 0 0,0-2 0 16,-8 1 0-16,0-3 0 15,-7-1 0-15,-1-4 0 0,-9 0 0 16,-6-5 0-16,-2 0 0 0,-9-7 0 16,1-6 0-16,-2-9 0 0,-3-11 0 15,3-6 0-15,6-7 0 0,6-14 0 16,4-3 0-16,12-1 0 0,9-1 0 15,10 0 0-15,9-1 0 16,11-5 0-16,7-3 0 0,9-3 0 16,1-3 0-16,7-4 0 0,-1 0 0 15,1-5 0-15,-3-2 0 0,-12 12 0 16,-6-1-3694-16</inkml:trace>
  <inkml:trace contextRef="#ctx0" brushRef="#br0" timeOffset="105860.15">21151 3230 3593 0,'0'0'1949'15,"0"0"-1093"-15,0 0-291 0,0 0 259 16,0 0-419-16,2 52-405 0,-2-9 0 16,-2 9 0-16,0 2 0 15,-4 1 0-15,6 3 0 0,0 0 0 16,-5-2 0-16,5-3 0 0,-2-4 0 16,-2-4 0-16,0-7 0 15,0-3 0-15,2-10-73 0,0-8-1267 16,-2-8-593-16</inkml:trace>
  <inkml:trace contextRef="#ctx0" brushRef="#br0" timeOffset="106038.91">20806 3191 6787 0,'0'0'416'0,"0"0"396"16,43-10-635-16,-20 3-177 0,6-3 0 15,2-1 0-15,6-4 0 0,2 2 0 16,0 0 0-16,5 4 0 0,1 0 0 16,1 1 0-16,-3 3 0 0,-1-3-509 15,-16 2-1520-15,-3-2-1481 0</inkml:trace>
  <inkml:trace contextRef="#ctx0" brushRef="#br0" timeOffset="106355.26">21347 3095 5894 0,'-12'42'809'0,"-1"2"147"0,1 9-423 16,6 1-533-16,0 5 0 15,-3 4 0-15,7 3 0 0,-6-1 0 16,6 1 0-16,-6-6 0 0,6-6 0 16,-3-7 0-16,3-9 0 0,2-14 0 15,0-8 0-15,0-11 0 0,2-5 0 16,5-10 0-16,7-15 0 0,11-17 0 15,4-13 0-15,2-3 0 0,2 7 0 16,-8 13 0-16,-7 13 0 0,-9 15 0 16,1 9 0-16,-6 5 0 15,-2 12 0-15,-2 5 0 0,0 2 0 16,-6 4 0-16,6-1 0 0,-2 0 0 16,0-1 0-16,2-2 0 0,0-1 0 15,-2-4 0-15,2-4-409 16,0-3-1136-16</inkml:trace>
  <inkml:trace contextRef="#ctx0" brushRef="#br0" timeOffset="106616.81">21610 3699 7143 0,'0'0'1049'0,"0"0"-1049"0,0 0 0 16,45-39 0-16,-26 18 0 0,-5-1 0 15,7-3 0-15,-5 0 0 0,3-3 0 16,-9 1 0-16,-3 0 0 0,-7 2 0 15,-5 3 0-15,-5 8 0 0,-4 7 0 16,-3 7 0-16,1 9 0 0,-9 11 0 16,-2 8 0-16,0 6 0 15,0 6 0-15,9 2 0 0,9 1 0 16,9-1 0-16,13-3 0 0,7-6 0 16,18-10 0-16,3-8 0 15,15-8 0-15,4-10 0 0,6-13 0 16,-17 0 0-16,1-8-3726 0</inkml:trace>
  <inkml:trace contextRef="#ctx0" brushRef="#br0" timeOffset="106974.89">22556 2906 4842 0,'0'0'624'0,"0"0"793"0,0 0-609 16,0 0-307-16,0 0-501 0,-37 55 0 16,10-14 0-16,5 3 0 0,1-5 0 15,4-1 0-15,3-5 0 16,6-2 0-16,1-5 0 0,7-7 0 16,5-5 0-16,7-9-397 0,2-5-2492 15,3-6-749-15</inkml:trace>
  <inkml:trace contextRef="#ctx0" brushRef="#br0" timeOffset="107128.87">22769 2935 6719 0,'0'0'760'0,"-35"36"-244"16,17-7-319-16,-1 2-197 0,2 2 0 16,3 1 0-16,2 1 0 0,3-2 0 15,5-3 0-15,4-1 0 16,4-5 0-16,5-7-601 0,1-6-1744 15,0-6-2629-15</inkml:trace>
  <inkml:trace contextRef="#ctx0" brushRef="#br0" timeOffset="107565.12">22997 3098 5290 0,'0'0'332'0,"0"0"292"16,0 0 273-16,0 0-305 15,0 44-188-15,-15-3-351 0,-5 10-53 16,-5 5 0-16,0 6 0 0,-2 5 0 16,2 3 0-16,7 1 0 15,3-1 0-15,11-7 0 0,4-10 0 16,8-10 0-16,9-11 0 0,10-12 0 16,8-12 0-16,4-10 0 0,-2-15 0 15,3-10 0-15,-7-8 0 0,-11-2 0 16,-9 0 0-16,-11 4 0 0,-8 3 0 15,-13 6 0-15,-8 8 0 0,-2 11 0 16,-8 9 0-16,-2 13 0 0,2 5 0 16,1 2 0-16,12-3 0 15,9-4-61-15,9-5-723 0,8-3-57 16,4-5-1352-16,9-1-84 0</inkml:trace>
  <inkml:trace contextRef="#ctx0" brushRef="#br0" timeOffset="107833.14">23170 3623 6711 0,'0'0'1220'16,"0"0"-959"-16,46-12-261 15,-23 1 0-15,8-4 0 0,-5-1 0 16,3-3 0-16,0-1 0 0,-8 1 0 16,0 0 0-16,-7 2 0 0,-6 4 0 15,-3 0 0-15,-5 2 0 0,-13-1 0 16,-1 2 0-16,-7 0 0 0,-4 6 0 15,-4 5 0-15,-2 13 0 0,-2 11 0 16,-2 7 0-16,4 7 0 0,4 3 0 16,6 1 0-16,11 1 0 15,8-2 0-15,4-3 0 0,19-5 0 16,6-9 0-16,12-4 0 0,6-10 0 16,5-8 0-16,4-3 0 15,-3-9-105-15,-9 0-1680 0,-5-5-824 0</inkml:trace>
  <inkml:trace contextRef="#ctx0" brushRef="#br0" timeOffset="108131.03">23627 3526 5110 0,'0'0'1004'0,"0"0"49"16,-20-41-417-16,9 33-247 0,-5 4-389 16,-5 3 0-16,0 1 0 0,-6 8 0 15,-2 3 0-15,3 4 0 0,3 3 0 16,4 0 0-16,7 0 0 0,10-1 0 15,4 1 0-15,14-3 0 0,9-2 0 16,8-1 0-16,7-1 0 16,-1-2 0-16,-2 0 0 0,-4 1 0 15,-2-1 0-15,-8 2 0 0,-7 1 0 16,-5-1 0-16,-11 3 0 0,-6 1 0 16,-9 2 0-16,-1 1 0 15,-11 3 0-15,-2-2 0 0,-4 2 0 16,0-4 0-16,2-3 0 0,4-7 0 15,6-7 0-15,7-1 0 0,9-12-945 16,5 0-212-16,7-9-2176 0</inkml:trace>
  <inkml:trace contextRef="#ctx0" brushRef="#br0" timeOffset="108384.88">23786 3094 6054 0,'0'0'1105'16,"-12"51"-585"-16,10-16-7 0,2 8-513 15,0 6 0-15,0 7 0 16,0 7 0-16,0 4 0 0,-2 3 0 16,-4 2 0-16,4-4 0 0,-7-4 0 15,9-7 0-15,-4-11 0 16,4-9 0-16,2-10 0 0,0-11-89 15,2-8-1407-15,-2-11-4095 0</inkml:trace>
  <inkml:trace contextRef="#ctx0" brushRef="#br0" timeOffset="108527.01">23576 3494 7155 0,'0'0'1037'15,"0"0"-1037"-15,47-5 0 0,-12 0 0 16,2-1 0-16,1-1 0 0,-7-2 0 15,2-1 0-15,2-3 0 0,4-4 0 16,2-6 0-16,-5 5 0 0,-1-3-2618 16</inkml:trace>
  <inkml:trace contextRef="#ctx0" brushRef="#br0" timeOffset="108856.01">24055 2981 5722 0,'0'0'732'15,"0"0"149"-15,0 0-265 0,27 41-375 16,-17-13-241-16,3-2 0 0,1-4 0 16,5-9 0-16,4-3 0 0,-1-7 0 15,3-3 0-15,-2-3-317 0,-9-2-635 16,-3-1-1706-16</inkml:trace>
  <inkml:trace contextRef="#ctx0" brushRef="#br0" timeOffset="109013.14">24254 2989 6350 0,'0'0'577'0,"0"0"115"0,35-11-119 16,-17 11-573-16,1 6 0 0,-3 5 0 15,-1 1 0-15,-1 2 0 0,-1 3 0 16,3-4 0-16,1-1 0 0,4-4 0 15,1-4 0-15,-3-3 0 0,-1-2-3678 16</inkml:trace>
  <inkml:trace contextRef="#ctx0" brushRef="#br0" timeOffset="109514.01">25355 3548 4650 0,'0'0'720'0,"-10"-48"156"16,0 27-415-16,-3 8-129 15,-3 3 296-15,-3 5-292 0,3 6-147 16,-3 11-189-16,0 9 0 0,3 6 0 16,-1 5 0-16,3 2 0 0,3 1 0 15,7-3 0-15,4-4 0 16,9-4 0-16,7-5 0 0,3-6 0 15,3-4 0-15,1-9 0 0,4 0 0 16,-4-10 0-16,0-2 0 0,-3-4 0 16,-5 1 0-16,-1 0 0 15,-6 4 0-15,-1 4 0 0,-1 4 0 16,-4 3 0-16,0 0 0 0,2 10 0 16,-2 6 0-16,2 7 0 0,0-1 0 15,5-4 0-15,1-4 0 0,2-3 0 16,3-3 0-16,-1-1 0 0,3-4-117 15,-3-3-491-15,-3-4-204 0,-1 1-1630 16,-4-7-1587-16</inkml:trace>
  <inkml:trace contextRef="#ctx0" brushRef="#br0" timeOffset="109941.49">25659 3627 5718 0,'0'0'1057'16,"-8"45"-673"-16,4-21 276 0,0-2-376 15,-3-1-195-15,3 0-89 0,-2-3 0 16,2-3 0-16,2-5 0 16,0-4 0-16,2-2 0 0,0-4 0 15,2-2 0-15,6-10 0 0,7-14 0 16,1-9 0-16,5-10 0 0,0 0 0 16,-5 0 0-16,3 5 0 0,-3 5 0 15,1 10 0-15,-9 10 0 0,-4 8 0 16,-4 7 0-16,0 2 0 0,0 11 0 15,-6 11 0-15,0 7 0 0,0 3 0 16,1 0 0-16,5-6 0 0,2-3 0 16,5-4 0-16,1-3 0 15,6-6 0-15,3-4 0 0,2-6 0 16,1-3 0-16,-1-6 0 0,-3-4 0 16,-1-3 0-16,-3-2 0 0,1-1 0 15,-5 0 0-15,0-1 0 16,0 3 0-16,-1 3 0 0,-3 5 0 15,-2 2 0-15,-2 5 0 0,2 0 0 16,0 10 0-16,0 10 0 0,-2 7 0 16,0 5 0-16,-6 1 0 15,2-4 0-15,2-6 0 0,2-4 0 16,2-5 0-16,6-5 0 0,-2-4-117 16,0-4-2188-16,-1-1-1729 0</inkml:trace>
  <inkml:trace contextRef="#ctx0" brushRef="#br0" timeOffset="110435.07">26286 3650 5730 0,'0'0'620'0,"2"-33"-3"0,-9 16 339 15,-3 2-687-15,0 0-269 0,-5 3 0 16,1 4 0-16,-3 3 0 0,1 5 0 15,-3 8 0-15,0 9 0 0,1 7 0 16,1 6 0-16,5 7 0 16,6 1 0-16,4 1 0 0,6-2 0 15,6-2 0-15,7-4 0 0,3-6 0 16,5-6 0-16,0-9 0 0,2-7 0 16,-4-4 0-16,-1-10 0 15,-3-5 0-15,-5-6 0 0,-1-2 0 16,-5-2 0-16,-2-2 0 0,-4-3 0 15,0-1 0-15,-2-1 0 0,0-2 0 16,-4 6 0-16,0 4 0 0,2 10 0 16,0 5 0-16,2 7 0 15,0 2 0-15,2 0-57 0,4 1-1427 16,0 1 143-16,5 6-172 0</inkml:trace>
  <inkml:trace contextRef="#ctx0" brushRef="#br0" timeOffset="110681.21">26405 3697 5934 0,'0'0'1429'16,"-10"39"-901"-16,10-16-227 0,0-2-301 16,0 1 0-16,0-3 0 15,6-5 0-15,5-3 0 0,1-4 0 16,2-4 0-16,3-3 0 0,0-3 0 16,-3-8 0-16,0-4 0 15,-1-3 0-15,-1-5 0 0,1-3 0 16,-3-3 0-16,-2-2 0 0,1-2 0 15,-1-1 0-15,-2 2 0 0,-2 2 0 16,0 8 0-16,0 7 0 0,-1 7 0 16,-3 6-569-16,0 3-600 15,0 6 69-15,0 8 216 0,0 0-549 16,2-2-496-16</inkml:trace>
  <inkml:trace contextRef="#ctx0" brushRef="#br0" timeOffset="110931.24">26653 3660 2797 0,'0'0'924'0,"17"53"637"16,-15-18-693-16,-4 1-243 0,-4 3 323 15,-2-3-479-15,1-2-469 0,3-9 0 16,0-6 0-16,4-8 0 0,0-9 0 16,2 0 0-16,4-5 0 15,9-13 0-15,3-13 0 0,7-9 0 16,-4-7 0-16,-5 3 0 0,-3 2 0 16,-3 4 0-16,0 5 0 0,-3 6 0 15,-1 10 0-15,-2 8 0 16,-4 6 0-16,0 6 0 0,0 12 0 15,0 15 0-15,0 8 0 0,0 6 0 16,0-2 0-16,4-6 0 16,6-2 0-16,3-6 0 0,5-6 0 15,3-7 0-15,2-8 0 0,0-9 0 16,-3-13-757-16,-7-2-632 0,-1-9-2481 0</inkml:trace>
  <inkml:trace contextRef="#ctx0" brushRef="#br0" timeOffset="111115.9">27044 3085 6374 0,'0'0'665'0,"0"0"35"0,0 0-247 16,0 0-453-16,0 0 0 15,8 50 0-15,-16 2 0 0,2 10 0 16,0 2 0-16,4-2 0 0,0 3 0 16,2-1 0-16,0-4 0 0,2-3 0 15,-2-7 0-15,0-4 0 16,0-6 0-16,-7-8 0 0,1-11-757 15,-4-7-1264-15</inkml:trace>
  <inkml:trace contextRef="#ctx0" brushRef="#br0" timeOffset="111242.19">26856 3670 6943 0,'35'-9'852'16,"17"3"-455"-16,10-3-397 0,4 0 0 15,-2 1 0-15,-6-1 0 0,-4-1 0 16,-5 0 0-16,-11 2-461 0,-5-4-3121 15</inkml:trace>
  <inkml:trace contextRef="#ctx0" brushRef="#br0" timeOffset="111633.99">27836 3762 3113 0,'0'0'2193'16,"0"0"-1309"-16,0 0-127 0,-29-40 419 15,27 30-1107-15,0 4-69 0,0 2 0 16,2 2 0-16,0 2 0 0,-2 0 0 15,0 4 0-15,-5 10 0 0,-1 13 0 16,-2 5 0-16,4 3 0 0,3-4 0 16,8-9 0-16,7-6 0 15,7-5 0-15,3-5 0 0,5-6 0 16,2-7 0-16,0-9 0 0,-4-5 0 16,-4-2 0-16,-7-2 0 15,-6 1 0-15,-6 0 0 0,-2-2 0 16,-8 0 0-16,-4-1 0 0,-3 0 0 15,-3 3-37-15,-1 4-851 0,3 3 420 16,3 8-577-16,7 4-1364 0,4 4-920 0</inkml:trace>
  <inkml:trace contextRef="#ctx0" brushRef="#br0" timeOffset="111927">28286 3321 3701 0,'-12'-44'1605'0,"-4"1"-805"16,-3-7-512-16,-2 5-43 0,3 4 215 16,-1 9-288-16,5 8-44 15,1 10 152-15,1 7-148 0,4 7 20 16,-3 6 60-16,1 11-195 0,2 4-17 16,-1 10 0-16,5 4 0 0,4 7 0 15,6 4 0-15,7 6 0 16,7 5 0-16,5 6 0 0,0 2 0 15,-6 2 0-15,-7 0 0 0,-10-1 0 16,-2-4 0-16,-8-6 0 16,-2-6 0-16,-1-9-221 0,1-8-1079 15,0-13 87-15,1-5-332 0</inkml:trace>
  <inkml:trace contextRef="#ctx0" brushRef="#br0" timeOffset="112065.38">28047 3709 7615 0,'0'0'132'0,"0"0"313"0,39-8-445 16,-4 1 0-16,6-2 0 0,1-1 0 16,1 1 0-16,5-2 0 15,3-3 0-15,-9 3 0 0,5-4-1141 0</inkml:trace>
  <inkml:trace contextRef="#ctx0" brushRef="#br0" timeOffset="112506.17">29268 3693 3837 0,'0'0'749'15,"0"0"-157"-15,0 0 388 0,0 0-515 16,11-51-45-16,-22 33 324 0,-1-1-376 16,-7 3-331-16,3 7-37 15,-1 6 0-15,-1 3 0 0,-1 13 0 16,-2 11 0-16,1 9 0 0,-1 7 0 16,7 4 0-16,1-1 0 0,11-5 0 15,2-8 0-15,13-8 0 0,3-8 0 16,9-10 0-16,6-7 0 0,4-13 0 15,4-9 0-15,3-11 0 0,-7-8-1734 16,-8 9-503-16,-5-4-1840 0</inkml:trace>
  <inkml:trace contextRef="#ctx0" brushRef="#br0" timeOffset="112694.39">29448 3162 6366 0,'0'0'325'0,"0"0"919"0,0 0-987 0,0 0-257 16,0 0 0-16,-20 65 0 15,7-22 0-15,1 4 0 0,1 0 0 16,3 3 0-16,2 4 0 0,2 1 0 16,0-1 0-16,4-2 0 15,2-6 0-15,4-6 0 0,6-8 0 16,5-9-473-16,6-6-503 0,1-11-1257 16,-5-4 600-16,2-4-592 0</inkml:trace>
  <inkml:trace contextRef="#ctx0" brushRef="#br0" timeOffset="113035.04">29612 3604 4157 0,'0'-36'1329'0,"-3"-2"-349"0,-5-1 357 16,0 12-948-16,2 8-389 0,-1 11 0 16,3 6 0-16,-2 2 0 15,-6 12 0-15,-7 13 0 0,-4 8 0 16,-1 7 0-16,1 1 0 0,6-3 0 16,5-3 0-16,6-1 0 0,0-5 0 15,6-5 0-15,6-4 0 16,4-6 0-16,9-5 0 0,3-8 0 15,1-4 0-15,2-8 0 0,0-5 0 16,-3-6 0-16,-1 1 0 0,-2 0 0 16,-5-1 0-16,-3 6 0 15,-5 5 0-15,-2 4 0 0,-4 5 0 16,0 2 0-16,0 0 0 0,0 4 0 16,2 6 0-16,0 2 0 0,2 3 0 15,2-1 0-15,1 0 0 0,3-2 0 16,-2-1 0-16,0-3 0 0,3-1 0 15,1-4 0-15,1-3 0 0,-1 0-1105 16,2-9 120-16,1-2 17 0,-3 0-1297 16,-1-2-348-16</inkml:trace>
  <inkml:trace contextRef="#ctx0" brushRef="#br0" timeOffset="113436.99">29829 3634 2765 0,'0'0'1116'16,"0"0"389"-16,0 0-849 0,0 0-164 15,-11 50 113-15,9-29-385 16,0-1-48-16,0-3 8 0,0-1-160 15,0-1-4-15,0-4 0 0,2-3-8 16,-2-3-8-16,2-2 0 16,0-1 4-16,2 1-4 0,0-3 32 15,2-3-20-15,6-10 32 0,3-9 68 16,5-7-104-16,-1 0 0 0,-1-1-8 16,1 6-4-16,-5 3 4 0,-1 7 0 15,-3 7-8-15,-2 4 8 0,-4 3 16 16,0 1-8-16,-2 11 80 0,0 5 13 15,-4 5-101-15,0 0 0 0,0-3 0 16,2-4 0-16,2-3 0 0,0-1 0 16,2-5 0-16,2-3 0 15,0 0 0-15,2-1 0 0,3-2 0 16,3-6 0-16,0-5 0 0,-1-4 0 16,-1-2 0-16,-2-2 0 0,-3 0 0 15,1 1 0-15,0 0 0 16,0 2 0-16,0 5 0 0,-2 5 0 15,1 3 0-15,-1 3 0 0,0 4 0 16,2 9 0-16,2 8 0 0,-4 6 0 16,-1 2 0-16,-1-1 0 15,-2-2 0-15,2 0 0 0,2-2-901 16,-2-6-460-16,-2-3-788 0</inkml:trace>
  <inkml:trace contextRef="#ctx0" brushRef="#br0" timeOffset="113750.31">30089 4450 2957 0,'0'0'1461'0,"0"0"175"0,0 0-1176 0,-12-41 1 16,18 0-73-16,4-13-300 0,3-10 16 16,-3-9 200-16,2-9-128 15,5-6-19-15,6 2-157 0,8 4 0 16,2 3 0-16,6 8 0 0,0 11 0 15,-6 10 0-15,-4 21 0 0,-12 10 0 16,-9 12 0-16,-4 5 0 0,-4 2 0 16,0 0 0-16,0 3 0 15,0 9 0-15,-8 11 0 0,-7 6 0 16,-3 5 0-16,-3 2 0 0,0-3 0 16,1-2 0-16,3-3 0 0,1-5 0 15,7-4 0-15,5-5 0 0,2-7-277 16,2-3-463-16,2-4-149 0,2 0-1576 15,7-6-1048-15</inkml:trace>
  <inkml:trace contextRef="#ctx0" brushRef="#br0" timeOffset="113905.16">30548 3647 6999 0,'0'0'512'0,"-17"50"-180"15,7-20 17-15,0-1-349 16,-1-3 0-16,3-2 0 0,2-3 0 15,4-7 0-15,2-3 0 0,0-4 0 16,0-5-81-16,4 0-1191 16,-2 0-109-16,6-7-628 0</inkml:trace>
  <inkml:trace contextRef="#ctx0" brushRef="#br0" timeOffset="114006.35">30602 3332 5086 0,'6'-43'756'0,"-2"20"-388"0,0 7-136 16,-2 14-224-16,-2 3-8 0,0 12-28 15,0 13-100-15,0 10-108 0,0 10-688 16,2 3-197-16,0-12-71 0</inkml:trace>
  <inkml:trace contextRef="#ctx0" brushRef="#br0" timeOffset="114569.07">30622 3847 4165 0,'0'0'1285'0,"0"0"-609"15,0 0 89-15,0 0 79 0,0 0-400 16,-24-52-431-16,28 17-13 0,12-2 0 15,3 6 0-15,8 2 0 0,0 8 0 16,1 7 0-16,-3 9 0 0,-4 5 0 16,-9 0 0-16,-3 10 0 15,-5 3 0-15,-4 4 0 0,0 3 0 16,-4-3 0-16,-3 3 0 0,1-3-221 16,2-3-171-16,4-1 16 0,0-4-196 15,4-1 207-15,4-4 169 0,3-2-20 16,1-2 84-16,-1-5 36 0,1-3-204 15,0-3 156-15,-3-2 24 0,1-2 80 16,-2-2 40-16,-2 2 224 0,1-1 288 16,-5 3-224-16,0 2-64 15,-2 4 205-15,-2 3-229 0,0 4-56 16,-5 3-64-16,-3 8-76 0,-6 7-4 16,1 4 4-16,3-2 0 0,5-1-4 15,7-4 0-15,7-4 0 16,7-1 0-16,3-2 8 0,3-2 24 15,-1-2 120-15,2-1 228 0,-1 0-184 16,-3-1 8-16,-3 2-119 16,-1 2-85-16,-5 5 0 0,-2 9 0 15,-6 9 0-15,0 8 0 0,-4 8 0 16,0 3 0-16,-2 6 0 0,-3 3 0 16,-3 2 0-16,-7-1 0 0,-3-4 0 15,-7-2 0-15,-6-4 0 0,-5-6 0 16,-3-2 0-16,-5-11 0 0,5-9 0 15,2-11 0-15,8-11 0 0,8-14 0 16,8-11 0-16,9-11 0 16,8-13 0-16,12-10 0 0,15-10 0 15,15-3 0-15,9-1 0 0,11 5 0 16,6 7 0-16,5 6 0 0,-5 5 0 16,-16 15-993-16,-9-2-1268 0</inkml:trace>
  <inkml:trace contextRef="#ctx0" brushRef="#br0" timeOffset="115134.03">21289 4944 2521 0,'0'0'3237'0,"0"0"-2320"0,-12-37 323 0,2 18-963 0,-1 0-277 16,-3 4 0-16,3 4 0 0,7 4 0 15,-2 5 0-15,0 2 0 0,-2 9 0 16,-7 15 0-16,-3 10 0 0,3 9 0 16,3 2 0-16,5-3 0 15,5-2 0-15,4-7 0 0,9-6 0 16,5-13 0-16,7-10 0 0,8-11 0 15,2-17 0-15,2-14-857 16,-6 6-824-16,-6-12-1216 0</inkml:trace>
  <inkml:trace contextRef="#ctx0" brushRef="#br0" timeOffset="115319.38">21426 4461 7539 0,'0'0'653'0,"0"0"-653"0,0 0 0 16,-13 70 0-16,5-16 0 0,-6 10 0 15,1 3 0-15,3-3 0 16,8 4 0-16,0-3 0 0,2-3 0 16,4-6 0-16,6-5 0 0,3-5 0 15,-1-7 0-15,0-6 0 0,-1-10-1301 16,-3-8-2953-16</inkml:trace>
  <inkml:trace contextRef="#ctx0" brushRef="#br0" timeOffset="115570.85">21510 5110 5446 0,'0'0'1505'16,"0"0"-729"-16,48-25-311 0,-21 1-465 15,-2-1 0-15,-3-1 0 0,-3 0 0 16,-5-1 0-16,-7 2 0 0,-5 0 0 16,-4 0 0-16,-13 4 0 0,1 4 0 15,-9 9 0-15,2 8 0 0,-1 8 0 16,-3 12 0-16,2 9 0 0,4 5 0 15,3 3 0-15,6 1 0 16,10-4 0-16,6-2 0 0,10-3 0 16,13-8 0-16,8-6 0 0,5-7 0 15,7-8 0-15,3-9 0 0,-8 0-1117 16,-5-10-4410-16</inkml:trace>
  <inkml:trace contextRef="#ctx0" brushRef="#br0" timeOffset="116302.22">21858 5129 3405 0,'0'0'2257'0,"0"0"-1485"0,0 0 373 15,0 0-761-15,14 42-155 0,-10 8-229 16,0 12 0-16,-4 4 0 0,-2-2 0 15,-4-6 0-15,4-6 0 16,-2-9 0-16,0-5 0 0,4-8 0 16,0-11 0-16,0-8 0 0,4-7 0 15,0-4-1613-15,-2-4-408 16,2-14-1837-16</inkml:trace>
  <inkml:trace contextRef="#ctx0" brushRef="#br0" timeOffset="116564.67">21835 5066 6194 0,'0'0'609'0,"14"-59"91"0,-1 29-11 15,8 5-689-15,1 1 0 0,3 5 0 16,2 4 0-16,4 4 0 0,-2 8 0 16,0 4 0-16,2 12 0 0,-8 6 0 15,-5 6 0-15,-5 5 0 0,-9 4 0 16,-8 3 0-16,-7-2 0 0,-7 1 0 15,-7-3 0-15,-2-5 0 16,-4-3 0-16,0-7 0 0,2-5 0 16,6-9 0-16,7-4 0 0,5-7 0 15,7-8-449-15,6-4-651 0,0 3-321 16,7-3-2717-16</inkml:trace>
  <inkml:trace contextRef="#ctx0" brushRef="#br0" timeOffset="117075.93">22246 5160 6274 0,'0'0'1265'0,"0"0"-612"16,23-34-653-16,-11 9 0 0,3-2 0 16,-7 1 0-16,0-4 0 0,-1 1 0 15,-5-3 0-15,-2 0 0 0,-6 2 0 16,-3 5 0-16,-3 10 0 0,-1 8 0 15,1 7 0-15,-7 9 0 0,5 13 0 16,-5 6 0-16,1 6 0 16,1 3 0-16,7 1 0 0,0 0 0 15,10-2 0-15,0-6 0 0,16-4 0 16,3-7 0-16,8-3 0 16,-1-9 0-16,10-5 0 0,-3-2 0 15,-2-4 0-15,-4-6 0 0,-1-2 0 16,-9 0 0-16,-5 2 0 0,-3 4 0 15,-5 1 0-15,0 5 0 16,-2 2 0-16,-2 10 0 0,2 7 0 16,-2 6 0-16,0 0 0 0,2-5 0 15,0-4 0-15,0-6 0 0,2-1 0 16,-2-5 0-16,1-3 0 0,1-1 0 16,2-1 0-16,2-7 0 0,-2-10 0 15,9-2 0-15,-5-5 0 0,3-2 0 16,-3 2 0-16,6-1 0 0,1 1 0 15,-1 5 0-15,-1 4 0 16,-5 7 0-16,-6 7 0 0,5 2 0 16,-7 1 0-16,2 5 0 0,0 6 0 15,-2 3 0-15,2 5 0 0,0-1 0 16,5-5-885-16,1-1-320 16,-2-5-179-16,3-4-2726 0</inkml:trace>
  <inkml:trace contextRef="#ctx0" brushRef="#br0" timeOffset="117255.6">22846 5074 3241 0,'0'0'3442'0,"-35"-53"-2282"0,14 26-811 15,2 5-349-15,3 10 0 0,3 12 0 16,1 6 0-16,0 13 0 0,-3 7 0 16,5 9 0-16,2 0 0 0,6 1 0 15,4-4 0-15,6-5 0 0,6-7 0 16,5-5 0-16,0-7 0 0,3-8 0 15,1-11 0-15,0-9-185 16,-3-11-739-16,-7 9-317 0,-1-8-428 0</inkml:trace>
  <inkml:trace contextRef="#ctx0" brushRef="#br0" timeOffset="117431.21">22924 4561 7671 0,'0'0'521'16,"0"0"-521"-16,-22 52 0 0,9-12 0 15,3 9 0-15,0 2 0 16,1 2 0-16,7 3 0 0,2-4 0 16,2-1 0-16,13-5 0 0,1-3 0 15,7-3 0-15,2-3 0 0,0-7-53 16,-3-5-1071-16,-1-10-129 0,-6-7-2304 0</inkml:trace>
  <inkml:trace contextRef="#ctx0" brushRef="#br0" timeOffset="117730.33">23174 4977 4610 0,'0'0'2025'0,"7"-36"-1377"0,-7 21-40 16,0 7-307-16,-2 2-301 0,-5 1 0 15,-7 5 0-15,-3 0 0 0,-3 5 0 16,-1 3 0-16,2 5 0 16,3 0 0-16,1 0 0 0,7 1 0 15,2 2 0-15,4-3 0 0,4 0 0 16,6 0 0-16,11 0 0 0,6 0 0 15,6 2 0-15,4 2 0 16,2 1 0-16,2 0 0 0,-6-2 0 16,-10 2 0-16,-10-1 0 0,-13-1 0 15,-9 2 0-15,-9 1 0 0,-9-2 0 16,-6-3 0-16,-2-1 0 0,-5-6 0 16,5-5 0-16,2-2 0 0,8-6 0 15,13-7 0-15,10-8 0 0,2 2-1938 16,10-8-1927-16</inkml:trace>
  <inkml:trace contextRef="#ctx0" brushRef="#br0" timeOffset="118254.31">24055 5106 6831 0,'0'0'940'0,"0"0"-519"0,-35-47-421 16,20 33 0-16,1 4 0 0,2 4 0 16,-1 6 0-16,1 2 0 0,-1 9 0 15,-3 8 0-15,1 6 0 0,3 6 0 16,0 2 0-16,5 0 0 16,5-2 0-16,4-3 0 0,7-4 0 15,5-5 0-15,7-6 0 0,4-7 0 16,8-6 0-16,2-6 0 0,-2-7 0 15,-4-5 0-15,-6-2 0 16,-7 0 0-16,-6-1 0 0,-5-1 0 16,-5 0 0-16,-3 2 0 0,-7 1 0 15,-2 0 0-15,-3 2 0 0,-3 1 0 16,3 3 0-16,3 3 0 0,4 3 0 16,3 1 0-16,5 4-113 0,2-2-899 15,9 2 291-15,5 2-87 0,7 0-589 16,2 4 609-16,-7 1-36 0,-5 1-1705 0</inkml:trace>
  <inkml:trace contextRef="#ctx0" brushRef="#br0" timeOffset="118471.4">24189 5136 2717 0,'0'35'1821'0,"-10"-5"-829"0,-2 4-148 15,-1-4 205-15,-1-4-617 0,1-1-108 16,5-8-311-16,2-8-13 16,4-3 0-16,2-6 0 0,0 0 0 15,4-6 0-15,4-11 0 0,9-12 0 16,4-10 0-16,-1-4 0 0,3 3 0 15,-4 4 0-15,-1 4 0 0,-1 10 0 16,-3 5 0-16,-6 11 0 16,-1 6 0-16,-5 4 0 0,0 12 0 15,-2 12 0-15,0 5 0 0,0 1 0 16,0-4 0-16,6-8 0 0,6-4 0 16,9-4 0-16,4-3 0 0,-5-7-1750 15,3-4-1135-15</inkml:trace>
  <inkml:trace contextRef="#ctx0" brushRef="#br0" timeOffset="118999.25">25357 4696 2189 0,'0'0'2409'0,"5"-65"-1617"0,-3 25-44 15,-2 2 149-15,-2-3-397 0,-7 1-160 16,-5 2-23-16,-5 2-317 0,-4 7 0 16,-1 5 0-16,-1 4 0 15,0 8 0-15,2 5 0 0,1 7 0 16,1 7 0-16,2 7 0 0,1 5 0 15,1 5 0-15,7 8 0 0,-1 5 0 16,11 6 0-16,0 6 0 16,9 5 0-16,7 3 0 0,7 4 0 15,2 2 0-15,4 2 0 0,-4-1 0 16,-3 0 0-16,-7-2 0 0,-9-5 0 16,-6-5 0-16,0-6 0 0,-6-8 0 15,-3-5 0-15,-1-6 0 0,-2-9-409 16,-3-6-295-16,-1-8-69 0,1-4-1027 15,3-4-345-15</inkml:trace>
  <inkml:trace contextRef="#ctx0" brushRef="#br0" timeOffset="119155.42">25058 5099 5482 0,'0'0'1089'0,"0"0"-601"16,0 0-40-16,45-35 152 0,-16 30-515 15,4-1-85-15,2 1 0 0,0 0 0 16,-2 1 0-16,-6 0 0 0,-2-1 0 15,-2 3 0-15,-2 2-105 16,-3 0-791-16,-3 2-61 0,-5 3-1508 16,-2 1-52-16</inkml:trace>
  <inkml:trace contextRef="#ctx0" brushRef="#br0" timeOffset="119340.24">25415 5278 4498 0,'0'0'1772'16,"0"0"-1123"-16,0 0-109 0,0 0-4 15,0 0-339-15,0 0-197 16,0 0 0-16,-12-51 0 0,20 19 0 16,5-2 0-16,-3 4 0 0,6 4 0 15,-3 5 0-15,-1 4 0 0,-4 6 0 16,-3 4 0-16,-1 4 0 16,0-1 0-16,0 3-1001 0,0-1-144 15,0-2-548-15</inkml:trace>
  <inkml:trace contextRef="#ctx0" brushRef="#br0" timeOffset="119618.36">25566 5203 5338 0,'0'0'920'0,"37"-2"217"16,-8-9-385-16,-2-3-707 0,0-5-45 16,-2-1 0-16,-9-1 0 0,-3-2 0 15,-5 4 0-15,-4-1 0 0,-4 1 0 16,-4 0 0-16,-4 3 0 0,-3 4 0 15,-1 2 0-15,-2 9 0 16,-5 6 0-16,0 9 0 0,1 8 0 16,-3 8 0-16,2 2 0 0,7 2 0 15,6 1 0-15,8-2 0 0,8-1 0 16,11-5 0-16,4-2 0 16,4-8 0-16,8-8 0 0,4-3 0 15,7-6 0-15,-5-3 0 0,-1-8-25 16,-7-2-627-16,-6-5-989 0,-9 4-112 15,-5-2-1016-15</inkml:trace>
  <inkml:trace contextRef="#ctx0" brushRef="#br0" timeOffset="119978.13">26066 5084 1120 0,'0'0'5122'15,"0"0"-4197"-15,-24-45-237 0,5 35-351 16,-4 7-337-16,-2 3 0 0,-1 9 0 15,-3 8 0-15,0 5 0 16,4 3 0-16,0 2 0 0,9 2 0 16,5-2 0-16,7-2 0 0,6-1 0 15,11-5 0-15,5-5 0 0,7-5 0 16,4-6 0-16,-2-4 0 16,0-8 0-16,-3-5 0 0,-1-4 0 15,-2-2 0-15,-7-1 0 0,1 1 0 16,-7 1 0-16,-4 6 0 0,-2 4 0 15,-2 8 0-15,-4 1 0 16,-8 14 0-16,-7 16 0 0,-6 13 0 16,-4 11 0-16,2 6 0 0,3 0 0 15,5 0 0-15,5 0 0 0,3-6 0 16,9-6 0-16,4-8 0 0,11-8 0 16,3-7 0-16,5-8 0 0,4-13-1549 15,-7-2-308-15,3-8-753 0</inkml:trace>
  <inkml:trace contextRef="#ctx0" brushRef="#br0" timeOffset="120116.58">26261 5345 2629 0,'0'0'5563'0,"0"0"-5563"0,0 0 0 16,0 0 0-16,-7-35 0 16,5 33 0-16,0-2 0 0,2 3 0 15,0 0 0-15,2-3 0 0,3 2-1754 16,3-8-911-16</inkml:trace>
  <inkml:trace contextRef="#ctx0" brushRef="#br0" timeOffset="120535.61">26800 5159 2229 0,'0'0'720'15,"6"36"-380"-15,-6-20 160 16,0-6 68-16,0 0 85 0,0-6 463 16,0 0-503-16,-2 0-125 0,0-1 232 15,-2 2-475-15,-2-3-245 0,2-2 0 16,-2-2 0-16,4-9 0 0,-1-9 0 16,3-7 0-16,7-9 0 0,3-2 0 15,7 0 0-15,3-1 0 0,7 1 0 16,6 7 0-16,0 6 0 0,-2 8 0 15,0 2 0-15,-2 6 0 16,-2 5 0-16,-2 3 0 0,-2 1-613 16,-9 3-1736-16,1-2-132 0</inkml:trace>
  <inkml:trace contextRef="#ctx0" brushRef="#br0" timeOffset="121052.69">27249 4977 2092 0,'0'0'4519'0,"0"0"-3607"16,0 0-332-16,0 0-491 0,-42-40-89 15,24 30 0-15,-1 7 0 16,-1 3 0-16,-1 10 0 0,0 7 0 16,3 7 0-16,-3 5 0 0,4 4 0 15,1 2 0-15,6-3 0 0,7-1 0 16,3-7 0-16,5-3 0 0,5-6 0 16,4-5 0-16,3-6 0 0,-1-4 0 15,3-3 0-15,-2-7 0 0,-1-4 0 16,1-3 0-16,-3 0 0 0,3-1 0 15,-5 0 0-15,3 5 0 16,-3 4 0-16,-2 4 0 0,-3 4 0 16,-1 1 0-16,-2 4 0 0,4 7 0 15,5 1 0-15,3 3 0 0,1 1 0 16,-1-3 0-16,-3 0 0 16,-1 0 0-16,-6 1-121 0,-2 0-115 15,-4 3 108-15,0 0-44 0,-4 0-24 16,-2 1 68-16,2-4 8 0,-2-2 64 15,1-1 56-15,3-6 24 16,0-3 20-16,2-2 92 0,0-2 208 16,4-8-148-16,5-8-48 0,1-3 52 15,2-6-135-15,-1-1-65 0,1 1 0 16,3-1 0-16,-1 0 0 0,5 2 0 16,-5 7 0-16,-1 5 0 0,-7 7 0 15,-2 5 0-15,0 2 0 0,0 3 0 16,0 9 0-16,1 7 0 0,-1 2 0 15,2 3 0-15,2 1 0 16,5-5 0-16,3-2 0 0,5-4 0 16,1-1 0-16,1-6 0 0,0 0 0 15,0-1 0-15,-1-1-869 0,-3 0-52 16,-5-2-1264-16,-3-3-320 0</inkml:trace>
  <inkml:trace contextRef="#ctx0" brushRef="#br0" timeOffset="121722.68">27850 5148 5558 0,'0'-37'1229'0,"-2"5"-541"0,-4-2 29 16,-4 9-717-16,-3 8 0 0,-1 10 0 15,-1 7 0-15,-3 9 0 0,-3 12 0 16,-2 5 0-16,1 3 0 0,3 7 0 16,5-2 0-16,7 1 0 0,7-2 0 15,2-6 0-15,11-2 0 0,5-7 0 16,3-5 0-16,6-6 0 0,4-7 0 15,4-4 0-15,4-5 0 16,-1-4 0-16,-3-3 0 0,-4 2 0 16,-6 4 0-16,-7 6 0 0,-5 4 0 15,-5 7 0-15,-2 13 0 0,-4 6 0 16,-2 11 0-16,-4 6 0 16,-2 2 0-16,-7 2 0 0,1 3 0 15,-7 0 0-15,-1-3 0 0,-7 2 0 16,-6-5 0-16,-4-3 0 0,-9-3 0 15,-2-6 0-15,-3-6 0 0,1-8 0 16,5-9 0-16,8-9 0 16,6-4 0-16,10-10 0 0,8-8 0 15,5-8 0-15,8-8 0 0,6-3 0 16,11 1 0-16,8 6 0 0,10 6 0 16,6 4 0-16,7 3 0 0,3 0 0 15,3 0 0-15,2 0 0 0,0 3 0 16,-5 0 0-16,-5 1 0 15,-3-1 0-15,-5 3 0 0,-7-2 0 16,-5 3 0-16,-3 1 0 0,-4 2 0 16,-5 0 0-16,-1 3 0 0,-5 1 0 15,-2 1 0-15,2-2 0 0,3-3 0 16,1-3 0-16,3-4 0 16,-3-1 0-16,-4-2 0 0,-2-3 0 15,-1-1 0-15,-5-1 0 0,-5-1 0 16,-3 1 0-16,-4 3 0 0,-5 7 0 15,-1 3 0-15,-3 7 0 16,-2 3 0-16,-2 5 0 0,-1 7 0 16,-1 8 0-16,4 5 0 0,2 7 0 15,7 3 0-15,6 3 0 0,8 0 0 16,6 0 0-16,12-4 0 0,11-4 0 16,6-7 0-16,3-5 0 0,-1-9 0 15,0-4 0-15,-4-2 0 0,0-5-201 16,-4-2-915-16,-10 0-317 0</inkml:trace>
  <inkml:trace contextRef="#ctx0" brushRef="#br0" timeOffset="121898.44">28541 5362 2893 0,'0'0'4130'0,"-33"13"-2961"0,16-7-1169 15,3-2 0-15,5-2 0 16,1-1 0-16,6-1 0 0,2 0-9 16,0-9-2644-16</inkml:trace>
  <inkml:trace contextRef="#ctx0" brushRef="#br0" timeOffset="140948.45">13418 7845 260 0,'0'0'944'15,"12"43"-64"-15,-8-14-371 0,-2 3-121 16,-2 5-228-16,4 4 144 0,-4 0 392 16,0-3-315-16,0-1-113 0,7-3-72 15,-7-4-188-15,4-1-8 0,2-6-60 16,-6 0-368-16,4-9-269 0,0 0-1244 0</inkml:trace>
  <inkml:trace contextRef="#ctx0" brushRef="#br0" timeOffset="141072.87">13509 8886 1884 0,'-7'36'1021'0,"3"0"-649"16,-2 3-252-16,2-4-120 0,2-9-288 16,-6 0-645-16</inkml:trace>
  <inkml:trace contextRef="#ctx0" brushRef="#br0" timeOffset="141150.87">13476 9491 1172 0,'0'0'60'0,"0"46"-60"0</inkml:trace>
  <inkml:trace contextRef="#ctx0" brushRef="#br0" timeOffset="141246.16">13461 9994 1320 0,'6'35'3146'0,"-2"2"-3146"0,1 4-161 16,-3-4-395-16,-2-10-124 0,0 2-873 0</inkml:trace>
  <inkml:trace contextRef="#ctx0" brushRef="#br0" timeOffset="141338.32">13496 10881 40 0,'0'0'0'0</inkml:trace>
  <inkml:trace contextRef="#ctx0" brushRef="#br0" timeOffset="142334.98">13471 7975 592 0,'-4'38'884'0,"-2"4"1013"15,2 14-1329-15,4 7-144 16,0 2-123-16,8 4-65 0,-2 1-220 16,9-5-4-16,1 3-12 0,5-1-8 15,-8-16-120-15,1 1-1649 0</inkml:trace>
  <inkml:trace contextRef="#ctx0" brushRef="#br0" timeOffset="142461.94">13455 9755 3081 0,'-4'55'12'0,"4"-8"-12"16,0 7-36-16,6-19-716 15</inkml:trace>
  <inkml:trace contextRef="#ctx0" brushRef="#br0" timeOffset="142523.14">13471 10112 616 0,'0'44'1372'0,"5"-6"-607"15,-3 4-157-15,2-3-296 16,0 1-104-16,-2 0-208 0,-2-8-332 16,0 3-500-16</inkml:trace>
  <inkml:trace contextRef="#ctx0" brushRef="#br0" timeOffset="142603.99">13554 10953 2261 0,'-10'69'1684'0,"-5"1"-1380"0,1 1-232 16,-3-13-52-16,7-20-20 0,0-7-876 0</inkml:trace>
  <inkml:trace contextRef="#ctx0" brushRef="#br0" timeOffset="156018.66">3586 7293 2457 0,'0'0'3045'0,"0"0"-1896"0,0 0-377 16,0 0-3-16,0 0-769 16,13-35 0-16,-5 31 0 0,2 0 0 15,5 1 0-15,-3-1 0 0,1 3 0 16,-7 1 0-16,-2 0 0 15,2 3 0-15,-6 1 0 0,0 3 0 16,-4 6 0-16,-8 3 0 0,-3-2 0 16,-5-6 0-16,3-2 0 0,3-6 0 15,-1-3 0-15,5-3 0 0,4-5 0 16,-1 2 0-16,5-2 0 0,2 3 0 16,0-1 0-16,0 5 0 0,7-1 0 15,-7 0 0-15,2 2 0 16,2-1 0-16,-4 4 0 0,4 0 0 0,2 4 0 15,0 0 0-15,0 1 0 16,13-5-2874-16</inkml:trace>
  <inkml:trace contextRef="#ctx0" brushRef="#br0" timeOffset="162514.65">3295 7319 1824 0,'0'0'2626'0,"0"0"-1430"16,0 0-728-16,0 0 57 0,0 0 139 15,0 0-328-15,0 0-100 0,0 0 81 16,0 0-317-16,-31-8 0 0,33 7 0 16,0-3 0-16,4 3 0 0,-4 0 0 15,3 1 0-15,-1 0 0 0,-4 0 0 16,2 0 0-16,-2 1 0 0,0 0 0 15,0-1 0-15,0 1 0 16,0-1 0-16,0 0 0 0,0 0 0 16,2 0 0-16,4 0 0 0,-4-2 0 15,6-3 0-15,5-2 0 0,1 0 0 16,-1-1 0-16,-1 1 0 16,-4 2 0-16,1 0 0 0,-7 4 0 15,2 0 0-15,-2 0 0 0,2 1 0 16,0 0 0-16,0 0 0 15,4 2 0-15,1 0 0 0,5 1 0 16,3-1 0-16,1-2 0 0,1-1 0 16,-7-5 0-16,5 2 0 0,2 0 0 15,-7-1 0-15,2 0 0 0,-3 3 0 16,-1-1 0-16,-8 2 0 0,2 1 0 16,2 0 0-16,-1 0 0 0,1 0 0 15,2 0 0-15,-6 0 0 0,6 3 0 16,-3-2 0-16,1 0 0 0,0 0 0 15,-4-1 0-15,6 1 0 16,-6-1 0-16,2 2 0 0,1-2 0 16,-3 1 0-16,0-1 0 0,0 0 0 15,2 0 0-15,-4 0 0 0,0 1 0 16,2-1 0-16,2 0 0 16,0 0 0-16,0 0 0 0,5 0 0 15,-3 0 0-15,2 0 0 0,2-1 0 16,3 1 0-16,1-1 0 15,1-1 0-15,1 1 0 0,-5 0 0 16,-5 1 0-16,-2-1 0 0,0 1 0 16,2 0 0-16,-1 0 0 0,1 1 0 15,0 0 0-15,-2 3 0 0,2-2 0 16,7 2 0-16,-1-2 0 0,5 0 0 16,-1 0 0-16,1-2 0 0,-3 0 0 15,3 0 0-15,3 0 0 0,1 0 0 16,-4-2 0-16,3 2 0 15,-7 0 0-15,5 4 0 0,-7-1 0 16,-1 1 0-16,0 1 0 0,1-2 0 16,-1 3 0-16,0-1 0 0,1-1 0 15,1-1 0-15,-2 2 0 0,1-3 0 16,1 1 0-16,0-1 0 16,1-1 0-16,1-1 0 0,-5 1 0 15,3 1 0-15,-4-1 0 0,1 0 0 16,-3 0 0-16,2 1 0 15,-2 0 0-15,2 0 0 0,3-1 0 16,3 2 0-16,1-1 0 0,5-2 0 16,-3 0 0-16,-1 0 0 0,5-1 0 15,0-3 0-15,0 2 0 0,-5 0 0 16,5 0 0-16,-5 2 0 0,3-1 0 16,-3 1 0-16,1 0 0 0,-3 0 0 15,3 1 0-15,-1 1 0 0,1 0 0 16,0-2 0-16,3 0 0 15,5 0 0-15,-4-3 0 0,1-1 0 16,5-1 0-16,-2 0 0 0,2 2 0 16,0-2 0-16,-2 1 0 0,-1 1 0 15,3 1 0-15,-6 0 0 0,0 0 0 16,-1 1 0-16,3 1 0 16,-6-3 0-16,-1 3 0 0,3 0 0 15,-1-1 0-15,1 1 0 0,-2-1 0 16,3-1 0-16,-3-2 0 15,3 3 0-15,1-3 0 0,0 2 0 16,-5 0 0-16,1-1 0 0,-3 2 0 16,1 0 0-16,1 0 0 0,-3-2 0 15,1 2 0-15,1 0 0 0,1 0 0 16,1-2 0-16,-1 1 0 0,1 0 0 16,1-1 0-16,-1 2 0 0,-1-1 0 15,3-1 0-15,-2 2 0 0,-1 0 0 16,-1 1 0-16,-3 0 0 0,2 0 0 15,-1 0 0-15,-3 1 0 16,5 0 0-16,-5 1 0 0,2 0 0 16,1-1 0-16,-1 0 0 0,-1-1 0 15,1 0 0-15,2 0 0 0,1 0 0 16,-3 0 0-16,3 0 0 16,-1-1 0-16,-1 1 0 0,1 0 0 15,3-1 0-15,-5 1 0 0,0 0 0 16,1 0 0-16,1 0 0 15,-1 0 0-15,1 0 0 0,1 0 0 16,1 0 0-16,-3 0 0 0,3 0 0 16,3-1 0-16,-3-1 0 0,1 0 0 15,1 1 0-15,1-1 0 0,0 0 0 16,-3 0 0-16,5 1 0 0,-9 0 0 16,7-2 0-16,-3 1 0 0,-1 2 0 15,1-2 0-15,1 0 0 0,-3 0 0 16,3 2 0-16,-1 0 0 15,-1-2 0-15,-3 2 0 0,3-2 0 16,-3 1 0-16,3 1 0 0,-1 0 0 16,3 0 0-16,-5 0 0 0,3 0 0 15,-1 0 0-15,-2-1 0 0,3 0 0 16,-5 0 0-16,1-1 0 16,-1 1 0-16,0 0 0 0,-4 0 0 15,1 1 0-15,-1 0 0 0,-2 0 0 16,2-1 0-16,2 1 0 15,-1 0 0-15,-1-2 0 0,2 2 0 16,-2-1 0-16,5 0 0 0,1 0 0 16,3 0 0-16,-1-2 0 0,-2 1 0 15,3 0 0-15,-1-2 0 0,3 1 0 16,-5-1 0-16,7 1 0 0,-3-1 0 16,1 1 0-16,-3 0 0 0,3-1 0 15,-3 2 0-15,3-3 0 0,0 4 0 16,-3-2 0-16,-2 0 0 0,3 1 0 15,-5-1 0-15,7 1 0 16,-5-2 0-16,1 2 0 0,-1-1 0 16,2-1 0-16,-3 3 0 0,1-1 0 15,3-1 0-15,-5 3 0 0,0-1 0 16,1 0 0-16,-1 0 0 16,-4 0 0-16,0 1 0 0,3-1 0 15,3-1 0-15,-2 1 0 0,5-1 0 16,-3 0 0-16,-1 1 0 0,-1-1 0 15,-4 0 0-15,2 0 0 16,-1 2 0-16,3-3 0 0,4-1 0 16,3-2 0-16,4 1 0 0,-5-2 0 15,-1 1 0-15,-3 3 0 0,2-2 0 16,-1-1 0-16,1 1 0 0,-3 1 0 16,1-1 0-16,3 0 0 0,-9 2 0 15,2-1 0-15,-2 0 0 0,-2 1 0 16,3-1 0-16,3-1 0 15,-4 1 0-15,9-3 0 0,-3-1 0 16,2 0 0-16,-1 1 0 0,-3 1 0 16,1-1 0-16,-1 2 0 0,4-2 0 15,-7 1 0-15,1 2 0 0,-2 0 0 16,-4 1 0-16,2-1 0 16,2-2 0-16,3 1 0 0,-7 2 0 15,6-2 0-15,-6-1 0 0,6 1 0 16,-6 0 0-16,7 0 0 0,-3-1 0 15,-2-1 0-15,2 1 0 16,0 0 0-16,5-2 0 0,-5 0 0 16,4 0 0-16,1-3 0 0,3 3 0 15,-8 1 0-15,5 0 0 0,-5 1 0 16,2 1 0-16,-2-1 0 0,1 0 0 16,1 1 0-16,-2-2 0 0,0 1 0 15,-2 0 0-15,3-1 0 0,-3 1 0 16,2-3 0-16,-2 2 0 0,2-1 0 15,-2 0 0-15,3 0 0 16,-1 0 0-16,2-1 0 0,-2-1 0 16,0 3 0-16,5-1 0 0,-7 0 0 15,2 2 0-15,-2-3 0 0,2 2 0 16,1 0 0-16,1-2 0 0,-2-1 0 16,4-2 0-16,1-1 0 15,-5 1 0-15,4 2 0 0,-4 0 0 16,3-1 0-16,-3 1 0 0,0 2 0 15,-2 0 0-15,7 1 0 0,-5-3 0 16,4 1 0-16,1-2 0 16,-1 1 0-16,-6 2 0 0,2 1 0 15,5-1 0-15,-9 2 0 0,6-3 0 16,-2 1 0-16,-2 1 0 0,2 0 0 16,-1 1 0-16,-3-1 0 0,2-2 0 15,2 2 0-15,-2-2 0 0,0 1 0 16,-2 0 0-16,4-1 0 15,3-1 0-15,1-4 0 0,-4-1 0 16,5 1 0-16,-1 2 0 0,-4 0 0 16,4 0 0-16,1 2 0 0,-7-1 0 15,6 1 0-15,-4-1 0 0,5 0 0 16,-5 1 0-16,4-2 0 16,1 1 0-16,-1 0 0 0,0-1 0 15,-3 1 0-15,3-2 0 0,-2 0 0 16,0 0 0-16,1 0 0 0,1 0 0 15,-4-1 0-15,0 0 0 0,3-2 0 16,1-1 0-16,-4 0 0 0,0-2 0 16,3 2 0-16,-1-1 0 15,0-2 0-15,3 2 0 0,-5-1 0 16,0-2 0-16,2 2 0 0,3-2 0 16,-3-2 0-16,0 0 0 0,2-1 0 15,3-1 0-15,-3-1 0 0,5 0 0 16,-3 0 0-16,3-1 0 15,-5 0 0-15,4 2 0 0,-3-1 0 16,1 1 0-16,-2-1 0 0,5-1 0 16,-3 1 0-16,-1-2 0 0,3-1 0 15,-4 2 0-15,-3 0 0 0,3 0 0 16,-4 1 0-16,2 0 0 16,-1 4 0-16,-3-2 0 0,-4 4 0 15,0-1 0-15,0-1 0 0,0 2 0 16,0 0 0-16,0 1 0 0,0-1 0 15,2-1 0-15,2-1 0 0,2 1 0 16,-2-2 0-16,3 2 0 16,-3 1 0-16,2 0 0 0,-2 0 0 15,2-2 0-15,-2 1 0 0,3-3 0 16,-3 4 0-16,-2 0 0 0,2 0 0 16,-2 1 0-16,2-1 0 0,0 1 0 15,-2 0 0-15,2 1 0 0,-4-1 0 16,0 0 0-16,0 0 0 0,0 0 0 15,0 0 0-15,0 0 0 0,0-1 0 16,0 0 0-16,0-1 0 16,0 0 0-16,0 1 0 0,5 0 0 15,-3 2 0-15,2 2 0 0,0 0 0 16,-2 2 0-16,2 1 0 0,-4 1 0 16,4 5 0-16,-4-3 0 15,0 1 0-15,6-4 0 0,-6-1 0 16,5 2 0-16,-3-1 0 0,2-1 0 15,0-1 0-15,2 1 0 0,0-1 0 16,0-2 0-16,3 1 0 16,-3-1 0-16,0 2 0 0,-2 2 0 15,0 3 0-15,-4-1 0 0,-4 6 0 16,-2-1 0-16,-4 2 0 0,-5 2 0 16,-5-1 0-16,3 3 0 0,7 0 0 15,4 0 0-15,6 0 0 0,-5-1 0 16,5 1 0-16,0 0 0 0,0 0 0 15,-6 0 0-15,-2 2-465 0,-11 0-2736 0</inkml:trace>
  <inkml:trace contextRef="#ctx0" brushRef="#br0" timeOffset="165238.6">8502 4102 1996 0,'0'0'673'0,"0"0"1520"16,0 0-1633-16,0 0-132 0,0 0 293 16,0 40-437-16,-4-23 56 15,2 2 288-15,-2-1-348 0,4 3-191 16,0 0-89-16,0 3 0 0,0 2 0 16,0 1 0-16,0 0 0 15,4 1 0-15,2-2 0 0,-2 2 0 16,2 0 0-16,1-2 0 0,-3 0 0 15,2-1 0-15,4 0 0 0,-4-2 0 16,3 2 0-16,1 0 0 0,-4 4 0 16,-2-1 0-16,3 4 0 0,-3-2 0 15,-4-2 0-15,2 0 0 16,2-3 0-16,-4-1 0 0,6-2 0 16,-6-2 0-16,4-2 0 0,-2-3 0 15,2 0 0-15,1 0 0 0,-3-1 0 16,2 0 0-16,-4 2 0 0,4 0 0 15,-4 1 0-15,0 2 0 16,0 0 0-16,0 2 0 0,2 0 0 16,2 2 0-16,-4-1 0 0,4 2 0 15,-2-3 0-15,7 2 0 0,-7-1 0 16,6 1 0-16,-2-2 0 16,0 3 0-16,-1-4 0 0,1 3 0 15,4-1 0-15,-4-2 0 0,3 2 0 16,-3-2 0-16,0 1 0 0,4-2 0 15,-6 1 0-15,3-1 0 0,-1 2 0 16,2 0 0-16,-2 0 0 0,-2 3 0 16,7-3 0-16,-5 2 0 15,0-1 0-15,0 3 0 0,3 1 0 16,-3 3 0-16,-2-1 0 0,2 2 0 16,-2 0 0-16,-2-1 0 0,2-1 0 15,1-1 0-15,-3 0 0 0,2-1 0 16,0 0 0-16,-2 2 0 15,2 0 0-15,6 2 0 0,-3 2 0 16,-3 0 0-16,6 2 0 0,-4-1 0 16,5 0 0-16,-5 0 0 0,2 0 0 15,-2-1 0-15,5 2 0 0,-5-4 0 16,4 0 0-16,-4-2 0 0,3 2 0 16,1-1 0-16,0 0 0 15,-3 2 0-15,5-1 0 0,-2-2 0 16,1 0 0-16,3 0 0 0,-4-3 0 15,1 2 0-15,1-3 0 16,-1 0 0-16,-1-1 0 0,0 2 0 16,1-1 0-16,-1-1 0 0,0 2 0 15,1 0 0-15,-5 0 0 0,4 0 0 16,0-1 0-16,1-2 0 0,-1 0 0 16,0-2 0-16,1-1 0 0,-1-2 0 15,0 0 0-15,1 1 0 0,1-2 0 16,-2 2 0-16,1-1 0 15,3-1 0-15,-3 1 0 0,-1 2 0 16,0-2 0-16,-3 0 0 0,3 1 0 16,0-1 0-16,-4-1 0 0,5 1 0 15,-1 0 0-15,0 0 0 0,1 1 0 16,3 1 0-16,-3-1 0 16,1 0 0-16,-2-2 0 0,5 1 0 15,-5-1 0-15,0 0 0 0,1 0 0 16,-3 2 0-16,2-2 0 15,-1 0 0-15,1 2 0 0,0-1 0 16,1 0 0-16,1 2 0 0,-2 1 0 16,1 1 0-16,-1 1 0 0,0-1 0 15,1 0 0-15,-1 0 0 0,0-1 0 16,1-1 0-16,1 0 0 0,-2-1 0 16,5 0 0-16,-5-2 0 0,3 3 0 15,1-1 0-15,1 0 0 0,1 1 0 16,1 0 0-16,-3 2 0 15,3-1 0-15,-1 1 0 0,-1 0 0 16,-3-2 0-16,3 1 0 0,1-1 0 16,-1 0 0-16,-3 0 0 0,2-2 0 15,1 1 0-15,-3 0 0 16,3 0 0-16,1 2 0 0,1-1 0 16,1 1 0-16,-1-1 0 0,0 0 0 15,-1 0 0-15,1 1 0 0,1-1 0 16,-1 1 0-16,3 0 0 0,-3 2 0 15,4-1 0-15,-5 0 0 16,1 1 0-16,1-1 0 0,3-1 0 16,-4 1 0-16,-1-2 0 0,5 1 0 15,-1 0 0-15,1 2 0 0,0-1 0 16,1 2 0-16,-1-1 0 0,0 0 0 16,-1-1 0-16,-3-2 0 0,0 0 0 15,1 0 0-15,-1-1 0 0,3-1 0 16,-3 0 0-16,-3-1 0 15,3-1 0-15,4 1 0 0,-5 0 0 16,5 4 0-16,-1-1 0 0,3 0 0 16,2 4 0-16,-4 0 0 15,6 1 0-15,-3 1 0 0,-1 1 0 16,4-1 0-16,0 0 0 0,2 1 0 16,-2-2 0-16,0 0 0 15,-1 0 0-15,-1-4 0 0,-2 3 0 16,4-4 0-16,-2 1 0 0,1-1 0 15,-1-1 0-15,2 3 0 0,0-2 0 16,-2 1 0-16,4-1 0 0,0 3 0 16,-2 1 0-16,4 0 0 0,-5 1 0 15,5 0 0-15,-4 0 0 0,4 0 0 16,-4-2 0-16,4 1 0 0,-4-2 0 16,0-2 0-16,-2 2 0 15,-2 0 0-15,1-1 0 0,3 1 0 16,0-1 0-16,0 3 0 0,4-2 0 15,0 4 0-15,0-1 0 0,2 1 0 16,-2 1 0-16,4-3 0 16,-4 1 0-16,-2 1 0 0,2-3 0 15,0 0 0-15,0-1 0 0,0-1 0 16,2 2 0-16,-2-1 0 16,4-1 0-16,-6 2 0 0,6-1 0 15,-4 0 0-15,7 2 0 0,-5-1 0 16,2 2 0-16,2 1 0 0,0 2 0 15,1 0 0-15,-1 3 0 0,4 1 0 16,-4 1 0-16,1 1 0 0,-3-1 0 16,-2-1 0-16,-2-4 0 0,-4-2 0 15,2-1 0-15,-3-1 0 0,1-1 0 16,0-2 0-16,-2 0 0 16,2-2 0-16,0 0 0 0,-2-3 0 15,-5-2 0-15,-1 0 0 0,1-3 0 16,-5-1 0-16,-1-2 0 15,-1-1 0-15,7 0 0 0,1 3 0 16,0-1 0-16,10 1 0 0,-4 0 0 16,6-1 0-16,-2 0 0 0,-4 3 0 15,2-2 0-15,-7-1 0 0,3 1 0 16,-4-1 0-16,-5-1 0 0,1-1 0 16,-1 2 0-16,-1-1 0 15,1 1 0-15,5 2 0 0,0 1 0 16,-5 0 0-16,5 0 0 0,-4 0 0 15,-3 1 0-15,-2-2 0 0,3 0 0 16,1-2 0-16,-5 1 0 0,-1-4 0 16,-2 1 0-16,-6-3 0 0,9 1 0 15,-5 0 0-15,4 0 0 0,5 0 0 16,-5 0 0-16,-4 0 0 16,-2-1 0-16,-2-3 0 0,3 2 0 15,-5-2 0-15,-5-1 0 0,-1-2 0 16,-14-6-2778-16</inkml:trace>
  <inkml:trace contextRef="#ctx0" brushRef="#br1" timeOffset="28712.92">21422 8426 2213 0,'0'0'1444'0,"0"0"-1292"15,24-43 296-15,-11 26-63 0,1-2 35 16,-3 0 528-16,-1 6-323 0,-4 3-29 16,-2 5 365-16,-4 2-961 0,2 3 0 15,-2 3 0-15,0 12 0 0,-2 16 0 16,-4 11 0-16,-2 11 0 0,-3 2 0 15,3-1 0-15,0-1 0 16,4-3 0-16,2-2 0 0,-2-4 0 16,4-4 0-16,0-4 0 0,0-6 0 15,0-7 0-15,0-8-1121 16,0-7-600-16,0-8-468 0</inkml:trace>
  <inkml:trace contextRef="#ctx0" brushRef="#br1" timeOffset="28900.33">21180 8164 6995 0,'0'0'840'0,"0"0"-483"0,0 0-357 16,0 0 0-16,0 0 0 0,72 11 0 15,-14-11 0-15,6-3 0 0,4-6 0 16,-4 2 0-16,-4 4 0 0,-6-1 0 15,-6 3 0-15,-9 0 0 0,-6 0 0 16,-12 0-1690-16,-9-2-2191 0</inkml:trace>
  <inkml:trace contextRef="#ctx0" brushRef="#br1" timeOffset="29300.44">21988 8556 6591 0,'0'0'628'0,"0"0"208"15,37-21-699-15,-8 14-137 0,4 0 0 16,4 3 0-16,1 2 0 0,3 2 0 15,-4 0 0-15,-6 4 0 0,-6 1 0 16,-9 0 0-16,-7-1-661 0,-3 3-2368 16</inkml:trace>
  <inkml:trace contextRef="#ctx0" brushRef="#br1" timeOffset="29456.38">21978 8814 6142 0,'0'0'497'16,"39"4"239"-16,-10-4 81 0,8-5-817 16,-2-4 0-16,2 1 0 0,1-2 0 15,-5 0 0-15,0-3 0 16,-11 4 0-16,1-5-1437 0</inkml:trace>
  <inkml:trace contextRef="#ctx0" brushRef="#br1" timeOffset="30085.69">23022 8385 6550 0,'0'0'281'0,"-27"-49"691"0,6 28-583 0,0 10-389 15,-3 5 0-15,-3 6 0 16,0 7 0-16,-2 12 0 0,0 7 0 16,4 10 0-16,6 9 0 0,1 7 0 15,12 8 0-15,2 7 0 16,8 1 0-16,6 2 0 0,11-8 0 16,6-9 0-16,10-12 0 0,8-16 0 15,5-10 0-15,2-13 0 0,-3-9 0 16,-3-13 0-16,-9-11 0 0,-4-9 0 15,-8-4 0-15,-11-3 0 0,-10 1 0 16,-4-2 0-16,-8-1 0 0,-6-2 0 16,-3 0 0-16,-4 2 0 0,5 9 0 15,3 13 0-15,5 10 0 16,4 13 0-16,4 4 0 0,2 6 0 16,6 8-1802-16,1 0-359 0</inkml:trace>
  <inkml:trace contextRef="#ctx0" brushRef="#br1" timeOffset="30257.48">23383 8946 7495 0,'0'0'697'0,"0"0"-697"0,0 0 0 16,0 0 0-16,0 0 0 0,0 0 0 15,0 0-1637-15,0 0-1809 0</inkml:trace>
  <inkml:trace contextRef="#ctx0" brushRef="#br1" timeOffset="30870.48">23869 8497 2237 0,'0'0'2573'0,"8"-40"-1641"0,-8 21-312 16,-2 5 1-16,-6-1 227 0,0 0-487 16,-7 4-361-16,1 3 0 0,-5 5 0 15,1 5 0-15,-5 13 0 16,-6 13 0-16,-4 11 0 0,4 13 0 16,2 5 0-16,10 8 0 0,9 3 0 15,8-1 0-15,11-2 0 0,13-10 0 16,14-12 0-16,11-12 0 0,9-14 0 15,6-9 0-15,-2-11 0 0,-2-11 0 16,-8-8 0-16,-15-6 0 0,-10-7 0 16,-15-2 0-16,-10-2 0 0,-8-3 0 15,-8 1 0-15,-9-1 0 16,-6-3 0-16,0-2 0 0,-2 2 0 16,4 4 0-16,4 9 0 0,9 11 0 15,6 9 0-15,6 8-649 0,4 4-263 16,2 0-1466-16,10 1-883 0</inkml:trace>
  <inkml:trace contextRef="#ctx0" brushRef="#br1" timeOffset="31288.4">24599 8378 6214 0,'0'0'889'0,"0"0"-221"0,-15-40-247 0,-1 38-421 0,-7 6 0 15,-8 11 0-15,-2 11 0 0,-2 9 0 16,0 10 0-16,4 8 0 15,8 9 0-15,6 5 0 0,9 5 0 16,6-2 0-16,8-8 0 0,11-8 0 16,5-12 0-16,9-11 0 0,3-8 0 15,-1-10 0-15,-4-10 0 16,-3-5 0-16,-5-13 0 0,-8-7 0 16,-5-3 0-16,-8-3 0 0,-4 1 0 15,-13 2 0-15,-8 2 0 0,-8 8 0 16,-2 8 0-16,-2 7 0 0,2 2 0 15,4 4 0-15,2 3 0 0,4-4-1089 16,6-1-1204-16</inkml:trace>
  <inkml:trace contextRef="#ctx0" brushRef="#br1" timeOffset="36560.67">7963 9554 3177 0,'0'0'704'0,"0"0"-628"0,0 0-76 16,0 0-24-16,0 0-56 0,0 0 48 15,0 0 8-15,35-11 24 0,-25 11 0 16,-6-1 8-16,2 1-8 0,-2 0 4 16,3 0-4-16,3 1-4 0,-4-1-396 15,0 1-236-15,9-1-293 0</inkml:trace>
  <inkml:trace contextRef="#ctx0" brushRef="#br1" timeOffset="37105.83">7892 9575 3653 0,'0'0'0'0,"0"0"-8"0,0 0-200 15,0 0 152-15,0 0 52 0,0 0 4 16,0 0 36-16,-35 8 60 0,35-8 60 15,0 0-148-15,4 0 16 0,2 2-8 16,3-1-8-16,3 1-8 0,5-1 16 16,1 2-16-16,3-2 20 0,-2-1 84 15,1 0-20-15,5 0-8 16,2 0 44-16,4-2-72 0,-4 1-12 16,4 0-4-16,-4 0-32 0,4 1 16 15,0-1 40-15,0 0-24 16,2-2 53-16,4 1 99 0,-2-2-100 15,2 2-20-15,5-2 20 0,-5 1-84 16,4-1 8-16,3 1-8 0,3-1-4 16,1 1-8-16,3-2-96 0,-3 1-40 15,6 2-4-15,-3-2-81 16,5 1 57-16,-2-1 104 0,4 2 48 16,0 0 24-16,4 0 0 0,-2 1 36 15,2 1-24-15,0-1 8 0,2 1-12 16,-2-3-4-16,2 1-4 0,4 0 12 15,0 0-12-15,0 0 8 0,1 1 84 16,-1 0-52-16,0 1-4 0,4 0 16 16,-1 0-52-16,1 0 4 0,3 0 4 15,-3 0-4-15,-4 0-4 16,0 0 0-16,1 0-40 0,-5 0-128 16,0 0-468-16,-19 0-240 0,-1-1-613 0</inkml:trace>
  <inkml:trace contextRef="#ctx0" brushRef="#br1" timeOffset="37602.11">9972 9504 3169 0,'78'9'92'0,"7"1"44"0,16 0 24 16,-8 0-104-16,2-2-40 0,7 2 24 16,7-3 0-16,7-1 20 0,4 1 128 15,10-2-44-15,3-2 4 0,5 2 1 16,7 1-101-16,4-2-8 0,1-1 32 15,8 1-64-15,-5-1 16 0,6 1 12 16,2-1-36-16,-4 1 8 0,-4-2-8 16,0 0 0-16,-6 1 0 0,-7-3-44 15,-7 1-48-15,-11-1-28 16,-13 0-149-16,-8 0 13 0,-8 0 80 16,-10-1-156-16,-19-2-8 0,-16 0 12 15,-17-1-457-15,-15 2-123 16</inkml:trace>
  <inkml:trace contextRef="#ctx0" brushRef="#br1" timeOffset="38130.89">10929 9623 4674 0,'78'1'248'0,"7"1"-96"0,19 0-80 0,-3 1 0 0,10-2-64 16,3 1-8-16,8 0 0 0,-2-1-12 16,12 1-4-16,5-2-4 15,5 0-4-15,5 2 24 0,10 1-4 16,0 0 8-16,11 1-4 0,1-2 0 16,9 1 0-16,2-1 0 0,8-2 0 15,2 2 4-15,4 0-4 0,9-1 12 16,-7-1-4-16,13 0-4 0,-4 0 16 15,-1 1-8-15,3 0-12 0,-2 1 36 16,-1 0-36-16,1 0 28 0,-6 0 28 16,1 2-52-16,1-2 12 0,-7 2-8 15,-2-2-4-15,-8 2-8 16,-8 1-68-16,-9-1-84 0,-10 1-28 16,-14 0-220-16,-9-2 47 0,-16 1-67 15,-12-2-356-15,-32 2 236 0,-12-4-277 16</inkml:trace>
  <inkml:trace contextRef="#ctx0" brushRef="#br1" timeOffset="38502.01">15919 9533 3629 0,'58'3'1401'0,"6"-1"-953"0,21 3-376 15,1 1-52-15,5-2-12 0,11-1-8 16,1-1-88-16,7-1-36 0,1 0 24 16,13-1 44-16,4 0-36 15,9-2 8-15,5 0 0 0,9 0-104 16,2-1 36-16,0 0 92 0,4-2 56 16,-4 3-4-16,-2-1 8 0,-8 3 0 15,-7 0-8-15,-3 4 8 0,-9-2-100 16,-35 2-185-16,-5-2-531 0</inkml:trace>
  <inkml:trace contextRef="#ctx0" brushRef="#br1" timeOffset="62769.47">13440 16080 2193 0,'0'0'1716'0,"0"0"281"0,0 0-1120 16,0 0-141-16,0 0-63 15,0 0-673-15,0 0 0 0,0 0 0 16,0 0 0-16,0-22 0 0,0 26 0 15,7 13 0-15,-3 15 0 0,6 13 0 16,-4 12 0-16,3 8 0 0,-3-2 0 16,-2 1 0-16,-2 1 0 0,-2-4 0 15,-2-4 0-15,-2-5 0 0,0-11 0 16,-3-3 0-16,7-9 0 0,-4-8 0 16,4-9 0-16,0-5 0 15,0-6 0-15,0-3 0 0,0-16 0 16,0-15-585-16,0-1-1340 0,0-9-840 0</inkml:trace>
  <inkml:trace contextRef="#ctx0" brushRef="#br1" timeOffset="63080.85">13430 16002 5466 0,'0'0'756'0,"0"0"-203"0,0 0 367 16,0 0-600-16,0 0-143 15,0 0-177-15,0 0 0 0,-41 16 0 16,24-2 0-16,1 1 0 0,-1-1 0 15,-1-2 0-15,7-3 0 0,5-2 0 16,4-3 0-16,-2-2 0 16,0 1 0-16,4-3 0 0,0 0-361 15,10-9-227-15,11-7-661 0,-5 1-147 16,9-1-285-16</inkml:trace>
  <inkml:trace contextRef="#ctx0" brushRef="#br1" timeOffset="63176.25">13430 16002 1700 0,'58'29'2734'0,"-44"-19"-333"16,3 2-1213-16,0 1-1019 0,3 0-169 15,-3-1 0-15,1 2 0 0,-1-1 0 16,-3-1 0-16,-1-1 0 0,-3-5 0 16,0-3-869-16,-3-3-2941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26T19:01:37.013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4920 10897 4021 0,'0'0'1405'0,"0"0"-661"16,0 0-512-16,-6 46 149 0,1-12 247 16,1 10-380-16,2 6-104 15,2 5 32-15,2 5-128 0,7 5 32 16,-3 8 5-16,2 2-85 0,2 8 0 15,-3 3 0-15,3 0 0 0,-4-1 0 16,-2-3 0-16,-2-5 0 16,-2-6 0-16,4-7 0 0,-2-8 0 15,1-6 0-15,-1-10-873 0,-2-8 0 16,-2-10-287-16,-1-8-3014 0</inkml:trace>
  <inkml:trace contextRef="#ctx0" brushRef="#br0" timeOffset="797.91">4936 10887 5082 0,'0'0'256'0,"0"0"28"0,0 0 16 0,0 0-96 15,0 0 16-15,0 0 121 16,58 28-229-16,-19-20-28 0,15-2 52 15,4 0-100-15,6-4-8 0,8 0-16 16,7 1-4-16,10-1-8 0,10 1 84 16,7 0-8-16,5-1 12 0,1 2 52 15,8 0-92-15,4 0 40 0,4 0 148 16,2 0-168-16,7-1 24 0,-1 3 68 16,7-3-151-16,5 0-9 15,3-3 0-15,6 0 0 0,3 0 0 16,5-1 0-16,5-2 0 0,-1-1 0 15,7 0 0-15,-1-1 0 0,3-1 0 16,-4 0 0-16,4-2 0 0,1 0 0 16,-1-4 0-16,6 1 0 15,-4-4 0-15,-2-3 0 0,0-3 0 16,-5 0 0-16,-5-1 0 0,-9 1 0 16,-6-1-153-16,-9 1-271 0,-11 1 24 15,-13 1 76-15,-15 2-349 16,-10 2-175-16,-33 4-140 0,-14 3-1714 0</inkml:trace>
  <inkml:trace contextRef="#ctx0" brushRef="#br0" timeOffset="1883.73">4814 12188 2413 0,'0'0'1724'0,"0"0"-763"0,0 0-577 16,0 0-56-16,0 0-36 0,0 0-252 15,0 0 40-15,0 0 56 0,0 0-112 16,62 27 16-16,-29-26 36 16,5-1-60-16,3 1 25 0,4 2 59 15,3-2-48-15,2 0 60 0,5 0 140 16,-3 1-80-16,4 0 24 0,2-1 136 15,4-1-200-15,2 0-16 0,2 0 40 16,6-1-139-16,-1-3-17 0,1 2 0 16,2-2 0-16,-5 2 0 0,5-1 0 15,0 1 0-15,3 1 0 0,1-1 0 16,1-1 0-16,0 2 0 0,1 1 0 16,5-2 0-16,4-1 0 15,0 1 0-15,4-2 0 0,-2 2 0 16,2-1 0-16,2 0 0 0,-4-2 0 15,6 0 0-15,4-1 0 0,-6 0 0 16,5 1 0-16,-1 0 0 16,-4-1 0-16,4 2 0 0,0-1 0 15,-4 1 0-15,5-1 0 0,1 1 0 16,-6-2 0-16,4 0 0 16,0 1 0-16,-8 2 0 0,2-1 0 15,-8 0 0-15,0 1 0 0,-2-1-57 16,1 1-183-16,-5-1-64 0,-7-1-156 15,-1 0 160-15,-9 0 92 0,0 0-237 16,-9 0 57-16,-1 2 20 0,-9 0-116 16,-7 2 284-16,-3-1 112 0,-13 1-92 15,-3 1-141-15,-7-1-115 0,0 1-532 16,-10 0-285-16</inkml:trace>
  <inkml:trace contextRef="#ctx0" brushRef="#br0" timeOffset="2329.71">9505 12044 1176 0,'0'0'652'0,"0"0"165"0,0 0-361 0,0 0-52 0,43-12 208 15,-22 9-355-15,4-5-41 0,-3-1 108 16,9 0-168-16,6-3-24 0,5-4-16 16,5 0-96-16,5-3 4 15,2-4-8-15,4-1-8 0,10-4-8 16,0-1 28-16,0-2-20 0,11-4 44 15,-5-2 56-15,5-4-36 0,-1-4 36 16,1-2 68-16,4-4-88 16,-3-3 32-16,9-3 80 0,0-2-136 15,0-2-24-15,-4-3-36 0,4 0 4 16,-5-3-8-16,1 2 0 0,2-1-8 16,-7 2 8-16,-1 0 0 0,-5 0-40 15,-5 3-68-15,-3 1-164 16,-6 2 8-16,-9 2 84 0,-7 1 16 15,-9 3 112-15,-4 6 52 0,-8 2-4 16,-13 5-288-16,-2 9-304 0,-8 5-1325 0</inkml:trace>
  <inkml:trace contextRef="#ctx0" brushRef="#br0" timeOffset="2701.67">11049 10552 2825 0,'0'0'1304'0,"0"0"-527"0,0 0-577 0,0 0-36 0,0 0 16 16,0 0-64-16,0 0 144 15,68-12 240-15,2-4-231 0,23-8-65 16,9-5 56-16,-3 2-212 0,0 1-48 15,-4 2-172-15,-2 4-545 16,-12 0-211-16,-19 7-1141 0,-11 1-984 0</inkml:trace>
  <inkml:trace contextRef="#ctx0" brushRef="#br0" timeOffset="3918">6983 9391 3933 0,'0'0'589'16,"0"0"-205"-16,47 5 176 0,-16-4 24 16,6-1-328-16,5-1-7 0,7-4 51 15,-1-1-220-15,4-2-16 0,-5 0-32 16,1-2-28-16,-7 2-8 0,-6 2-352 16,-8 1-313-16,-10 3-91 0,-7 0-889 15,-6-1-624-15</inkml:trace>
  <inkml:trace contextRef="#ctx0" brushRef="#br0" timeOffset="4272.71">7452 9300 3609 0,'0'0'817'0,"0"0"-125"0,0 0 540 15,0 0-647-15,0 0-113 0,0 0-44 16,0 0-260-16,-10 51 21 0,8-15-189 16,-3 4 0-16,5 0 0 0,0 8 0 15,0 4 0-15,0 2 0 16,0 3 0-16,-6 4 0 0,2-2 0 15,-2-1 0-15,-4-4 0 0,-1-4 0 16,3-4 0-16,0-4 0 0,-1-4 0 16,3-5 0-16,2-2 0 15,2-6 0-15,-2-6 0 0,4-6 0 16,0-6 0-16,0-5-1389 0,0-2-588 16,0-5-1421-16</inkml:trace>
  <inkml:trace contextRef="#ctx0" brushRef="#br0" timeOffset="4689.06">7053 9466 4926 0,'0'0'692'0,"0"0"-324"0,0 0 92 16,-2 47-87-16,-2-9-77 0,4 8 124 15,-6 8-308-15,6 1-12 0,0 6 128 16,-5 8-124-16,-1 3 9 0,2 2-113 16,-10-2 0-16,1-3 0 15,3-10 0-15,0-7 0 0,-1-8 0 16,7-11 0-16,4-7 0 0,4-8 0 15,0-8-1553-15,3-9-1029 0</inkml:trace>
  <inkml:trace contextRef="#ctx0" brushRef="#br0" timeOffset="5306.9">6972 10403 2597 0,'0'0'1220'0,"0"0"-527"16,0 0 191-16,0 0-368 0,0 0-152 15,0 0 25-15,0 0-125 0,64 20 48 16,5-19 172-16,9-1-372 0,5 0-20 16,2 1 68-16,-1 2-132 0,5 1-16 15,6 2-12-15,-4-1-24 16,2 2-128-16,-2 0-468 0,-8-2 240 16,-9-2 88-16,-12-2-269 0,-10-1 113 15,-11-2 44-15,-14-5-336 0,-10 0-77 16,-13-4-279-16</inkml:trace>
  <inkml:trace contextRef="#ctx0" brushRef="#br0" timeOffset="5639.11">7320 10193 5046 0,'0'0'296'0,"0"0"244"0,0 0-112 15,0 0-11-15,0 0 151 0,27-38-272 16,-17 34-88-16,11 4-64 15,10 0-136-15,6 1-8 0,4 4 0 16,7-3-4-16,3 1-16 0,7-1-188 16,6 1-172-16,0-1-32 0,5 0-517 15,-1 1 289-15,0-3 84 0,-6 0-289 16,-8 0 365-16,-13 0 324 16,-14 0 104-16,-13 1-224 0,-7-1-621 0</inkml:trace>
  <inkml:trace contextRef="#ctx0" brushRef="#br0" timeOffset="5848.48">8182 10208 3853 0,'0'0'1753'0,"0"0"-1237"15,0 0-31-15,0 0 235 0,-17 49-284 16,1-17-152-16,5 5-139 15,1-1-145-15,6-2 0 0,4 0 0 16,0 0 0-16,6-2 0 0,8-1-65 16,-1-5-655-16,1-9-261 0,1-6-2728 0</inkml:trace>
  <inkml:trace contextRef="#ctx0" brushRef="#br0" timeOffset="7580.26">8076 8554 2825 0,'0'0'792'0,"0"0"-72"0,-6-37 313 16,2 23-373-16,0-1-79 0,-2-2 283 16,-5 3-440-16,5 0-131 0,-4 6-293 15,-7 2 0-15,-4 5 0 0,-7 7 0 16,-6 11 0-16,-3 13 0 0,-4 11 0 16,-7 11 0-16,7 10 0 0,-2 9 0 15,5 5 0-15,7 4 0 16,15-3 0-16,12-4 0 0,8-7 0 15,14-6 0-15,13-8 0 0,11-12 0 16,3-11 0-16,9-11 0 0,8-14 0 16,2-6 0-16,0-14 0 0,-6-6 0 15,-6-10 0-15,-15-4 0 16,-6-5 0-16,-10-3 0 0,-9-2 0 16,-8-3 0-16,-10-1 0 0,-8-3 0 15,-7-1 0-15,-2 0 0 0,-2 10 0 16,5 11 0-16,3 12 0 0,5 10 0 15,3 8-117-15,3 7-371 16,2 12-384-16,2 1-221 0,-6 7-1908 0</inkml:trace>
  <inkml:trace contextRef="#ctx0" brushRef="#br0" timeOffset="8130.26">7909 9351 4273 0,'0'0'773'0,"0"41"-185"0,0-10 449 0,-4 3-561 15,-3 3-64-15,1 5 132 16,-4-1-455-16,-5 4-89 0,3 0 0 16,-2-1 0-16,3 1 0 0,1-5 0 15,4-4 0-15,0 0 0 0,1-5-89 16,1-3-707-16,4-8-97 0,-2-2-1708 0</inkml:trace>
  <inkml:trace contextRef="#ctx0" brushRef="#br0" timeOffset="8805.11">7814 10031 168 0,'0'0'132'0,"0"0"448"0,0 0-152 0,0 0 0 16,0 0-164-16,0 0 561 0,0 0 31 15,0 0-344-15,0 0-47 0,0 0 35 16,47-16 336-16,1 16-372 0,3 2-99 16,7 5 107-16,0 4-268 15,0 0-88-15,0-2-84 0,0 1-28 16,0-2-8-16,-7 0-116 0,-1-2-392 16,-4 0 35-16,-5 0-323 0,-4-5 200 15,0-1 108-15,-4-6-633 0,-8 1 297 16,-10-2-865-16</inkml:trace>
  <inkml:trace contextRef="#ctx0" brushRef="#br0" timeOffset="9255.09">8607 10190 2637 0,'0'0'2381'0,"0"0"-1333"16,0 0-187-16,-10 45-601 0,-6-2-4 15,-1 10 228-15,-2 8-219 0,7-2-265 16,2 9 0-16,4 2 0 0,6 3 0 15,0 3 0-15,0 3 0 0,0 1 0 16,0 0 0-16,0 0 0 0,-5-4 0 16,-1-8 0-16,2-9 0 15,-2-11-489-15,6-17-1164 0,-4-13-564 0</inkml:trace>
  <inkml:trace contextRef="#ctx0" brushRef="#br0" timeOffset="10331.94">7787 9969 3069 0,'0'0'952'0,"0"0"345"0,0 0-1005 15,0 0 28-15,68-18 136 0,-25 1-251 16,13-3-57-16,2 1-40 15,-8 3-108-15,1 1 0 0,1 3-208 16,-4 2-277-16,-11 1-423 0,-4 1-2482 0</inkml:trace>
  <inkml:trace contextRef="#ctx0" brushRef="#br0" timeOffset="18348.65">7440 10476 1736 0,'0'0'304'0,"0"0"-264"0,0 0 445 16,0 0 975-16,0 0-967 0,0 0-1 15,0 0 232-15,0 0-376 0,0 0-36 16,26-12 169-16,-26 12-277 0,0 0-56 16,0 2 36-16,0 3-168 0,0 5 16 15,0 3 8-15,0 1-32 16,0 3-8-16,7-4 0 0,-3-2 4 16,2 0-4-16,4-2 0 15,1-2 12-15,-1 0-12 0,0-3 8 0,7 0 0 16,-7-3-8-16,1 0 0 15,-1-1 8-15,0 0-8 0,3-1 0 16,-3-1 8-16,0-3-8 0,1 0 0 16,-3 2 0-16,-2-2 0 0,-2 4 0 15,-2-3-16-15,2 3 16 0,-4-1 8 16,2 0 4-16,-2 0-8 0,0 2 32 16,0-2-20-16,-2 1-12 15,2-3 20-15,-6 2-12 0,2-2-12 16,-6-2 36-16,-1 1-20 0,-5 1-8 15,1 1 16-15,3 3-12 0,-2 1-12 16,-3 4 16-16,-4 5-4 0,5 2-8 16,-5 0 20-16,0 2-4 15,3-1-20-15,5 1 32 0,3-1-24 16,0-1-8-16,6-2 0 0,4 0-4 16,0 0 4-16,4-3 4 0,6 0 8 15,0 0-12-15,7 0 44 16,8 0-44-16,-5-5 32 0,1-1 20 15,2-1-52-15,-2-3 0 0,-5 1 12 16,-1-2-12-16,-5 2 0 0,0-1-8 16,-8 1-4-16,2 1 12 0,-4-2 8 15,5 1 8-15,-5 0-16 0,0-1 16 16,0 2-4-16,-5-1-12 0,-1 0 0 16,-4 0-24-16,-7 1 24 15,-1 1 0-15,1 0-4 0,1 0 4 16,-1 0 8-16,3 1 4 0,-3 4-12 15,7 1 24-15,-5 1-12 0,3 0-12 16,4 2 0-16,1 0-4 0,3 1 4 16,2 1 0-16,2 3-12 15,2-1 12-15,7 0 0 0,-1-1-8 16,2 1 8-16,5-3 0 0,5 0 0 16,-3-2 0-16,4-2 0 0,-1-3-8 15,1 0-4-15,-7-2-36 16,-1-1-92-16,-3 0 24 0,-4 0 72 15,-2-3 28-15,-4 0 16 0,5-3 48 16,-5-2-36-16,0-3 52 0,0 1 112 16,-5 2-124-16,-1 1 0 0,2 3 48 15,-6 0-83-15,-5 0-17 0,-1 4 0 16,-1 0 0-16,1 4 0 0,1 3 0 16,3 1 0-16,-3 2 0 15,5-1 0-15,0-1 0 0,3-1 0 16,3-2 0-16,0 0 0 0,2 1 0 15,2 1 0-15,0 1 0 0,6 4 0 16,5 3 0-16,3 1 0 0,3-3 0 16,-3 0 0-16,3-1 0 15,-5-2 0-15,3 0 0 0,-11 1-49 16,2 1 33-16,-6 1 8 0,-4-2-12 16,2-2 20-16,-9 1 44 0,3 0-36 15,-2-2 33-15,-3 2-41 16,-1-2 0-16,-3 0 0 0,-3 3 0 15,-5 2 0-15,-4 2-49 0,-6 5-219 16,2 1-308-16,2-5-529 0</inkml:trace>
  <inkml:trace contextRef="#ctx0" brushRef="#br0" timeOffset="19586.75">6158 10482 2729 0,'0'0'80'16,"0"0"1729"-16,0 0-1261 0,0 0-148 15,0 0 292-15,0 0-395 0,0 0-61 16,43-25 72-16,-18 34-168 0,6 5 36 16,6 2 48-16,3 3-180 0,5 1 8 15,-1 3 52-15,3-2-100 16,5 1-4-16,-5-4 4 0,7-2 8 16,2-2-12-16,-4-3 4 0,-3-3 0 15,-3-1-4-15,-13-2 0 16,-6-2-52-16,-13 1-28 0,-4-4-236 15,-10 1-16-15,0-1-80 0,-4-1-709 16,2 0-308-16,-12-6-1448 0</inkml:trace>
  <inkml:trace contextRef="#ctx0" brushRef="#br0" timeOffset="19848.98">6702 10464 4630 0,'0'0'532'0,"0"0"-60"16,0 0 168-16,0 0-376 0,0 0 45 16,57-1 111-16,-28 17-224 0,-2 3-68 15,0 4-72-15,-2 2-44 16,-2 1-4-16,-3 2-4 0,-9-1 8 16,-1-1-12-16,-10-4 0 0,0 3 16 15,-6-6-16-15,-4 2 36 16,-5-3-28-16,-1-1 20 0,-5-3-28 15,4-3-8-15,-3-7-328 0,3-2-1169 16,3-4-856-16</inkml:trace>
  <inkml:trace contextRef="#ctx0" brushRef="#br0" timeOffset="20437.68">3392 9107 5434 0,'0'0'820'0,"0"0"-391"0,0 0-89 0,-12 46-48 16,1-3-120-16,7 10 108 0,2 6 145 15,2 2-425-15,0-1 0 0,4 3 0 16,5 2 0-16,1-2 0 0,4 1 0 16,-3-1 0-16,-1-5 0 0,-6-7 0 15,4-7 0-15,-1-11 0 16,1-9-1013-16,-6-10-76 0,-2-7-279 0</inkml:trace>
  <inkml:trace contextRef="#ctx0" brushRef="#br0" timeOffset="20764.56">3448 9543 5258 0,'0'0'1184'15,"0"0"-723"-15,0 0 47 0,21-36 12 16,-5 21-340-16,5 3-99 0,0 3-81 16,-5 1 0-16,1 4 0 0,-3 1 0 15,-4 3 0-15,-3 0 0 0,-3 6 0 16,-4 8 0-16,-4 4 0 0,-9 6 0 16,-1 1 0-16,-7 1 0 0,-2 2 0 15,-1 1 0-15,3 0 0 0,4-2 0 16,1-1 0-16,7-2 0 0,7-2 0 15,4-1 0-15,9 1 0 16,3-2 0-16,7-5 0 0,0 0 0 16,6-5 0-16,-1-4 0 15,5-4 0-15,0-2 0 0,-4 0 0 0,-6-2-1161 16,0-1-2689-16</inkml:trace>
  <inkml:trace contextRef="#ctx0" brushRef="#br0" timeOffset="21103.53">3884 9797 6246 0,'0'0'877'0,"0"0"-537"0,-47-42 144 0,30 34-239 16,-4 1-245-16,1 3 0 0,-1 4 0 15,4 4 0-15,3 3 0 16,4 2 0-16,3 2 0 0,3 2 0 16,4 3 0-16,4 0 0 15,7 1 0-15,1 1 0 0,7-1 0 0,8 1 0 16,-5-1 0-16,5-2 0 16,2-2 0-16,-2 0 0 0,-6-2 0 15,-9 0 0-15,-4 2 0 0,-8 2 0 16,-10 3 0-16,-6 3 0 15,-9-1 0-15,-2 0 0 0,-10-2 0 16,-5-1 0-16,1-7 0 0,4-5 0 16,6-4-1073-16,6-4-1180 0</inkml:trace>
  <inkml:trace contextRef="#ctx0" brushRef="#br0" timeOffset="21525.81">4171 9868 6414 0,'0'0'1077'0,"0"0"-933"0,0 0 216 15,40 29-163-15,-15-4-197 0,-5 6 0 16,-3 1 0-16,-5-1 0 0,-4 2 0 16,-3-1 0-16,-5-1 0 0,-9 2 0 15,-7-2 0-15,-5 0 0 16,-2-4 0-16,-1-8 0 0,1-8-93 16,4-6-883-16,3-8-2134 0</inkml:trace>
  <inkml:trace contextRef="#ctx0" brushRef="#br0" timeOffset="22036.66">4771 9121 3525 0,'0'0'1965'0,"0"0"-1121"0,0 0 333 16,-39-29-645-16,18 29-383 0,-6 15-149 15,-6 12 0-15,-10 11 0 0,-3 14 0 16,3 6 0-16,3 8 0 15,18 2 0-15,5 1 0 0,11-4 0 16,12-3 0-16,13-4 0 0,14-6 0 16,12-7 0-16,11-8 0 0,6-13 0 15,2-9 0-15,4-8 0 0,-8-7 0 16,0-7 0-16,-6-6 0 16,-8-4 0-16,-13-5 0 0,-11 2-1609 15,-3-5-2109-15</inkml:trace>
  <inkml:trace contextRef="#ctx0" brushRef="#br0" timeOffset="30690.2">8209 8308 2873 0,'0'0'564'0,"0"0"-136"16,-48-34-364-16,27 25-60 0,-6 2 40 16,-6 1 68-16,-6 3-60 0,-8 1-24 15,-1 2 0-15,-2 0-24 16,-1 4 8-16,-1 5 4 0,-6 2-12 15,0 1-4-15,0 6 12 0,-6 4-12 16,-4 4 12-16,0 7-12 16,-4 7-8-16,-3 6-8 0,-3 10-104 15,-1 5-32-15,-6 9 16 0,1 4-116 16,1 5 160-16,4 4 92 0,7 2 32 16,12 6 184-16,8 2 8 0,9 6 44 15,4 3-192-15,12 2-20 0,6 3 37 16,9 4-69-16,1 2-12 0,11-2-8 15,11-1 8-15,9-3-12 16,9-6 0-16,13-4 12 0,9-5-12 16,13-5 16-16,9-9-4 0,1-4 20 15,9-12 112-15,6-6-100 16,6-5-12-16,6-9-12 0,9-10-20 16,5-13-12-16,5-15-4 0,6-9 16 15,1-17 4-15,-6-12 216 16,1-9 44-16,-8-8 0 0,-4-6 68 15,-11-7-184-15,-4-5 0 0,-10-7 64 16,-15-5-152-16,-4-7 0 0,-18-1-16 16,-11-2-36-16,-10-5-8 0,-11 1 4 15,-7-2-4-15,-9 1 0 0,0 3 5 16,-11 2-1-16,-5-1-4 0,-5 4 0 16,-4 0 0-16,-8 2-9 0,-2 3-11 15,-2 3-112-15,-5 4-12 0,1 3-176 16,2 3-68-16,-2 5-28 15,-1 4-449-15,11 17-107 0,4 5-197 0</inkml:trace>
  <inkml:trace contextRef="#ctx0" brushRef="#br0" timeOffset="30974.36">8448 8575 4253 0,'0'0'829'0,"0"0"-253"0,0 0 176 16,0 0-636-16,0 0-96 0,64-37 49 15,-22 15 35-15,5-1 52 0,1 0-60 16,10-4-92-16,0 3-4 0,6-2 0 15,8 1-52-15,0 2-216 16,3-1-757-16,-21 6-23 0,1-2-221 0</inkml:trace>
  <inkml:trace contextRef="#ctx0" brushRef="#br0" timeOffset="31956.76">9575 8102 4410 0,'0'0'1820'0,"-23"61"-1516"16,13-24-47-16,4 2 155 15,1-1-244-15,1-1-56 0,4-4-52 16,0-1-44-16,4-3-16 0,1-5 0 16,-5-2 0-16,2-6 0 0,-2-9-4 15,4-2-16-15,-4-5 20 0,4-1-8 16,2-12 8-16,4-12 36 0,1-8 84 15,1-8-112-15,-1-2-8 16,-1 2 16-16,-6-1-16 0,2 2 0 16,-2 8 8-16,3 10-4 0,-3 9-4 15,-4 8 0-15,6 5-52 0,0 9 28 16,9 10 16-16,-1 9-8 0,-2 5 16 16,3 4-40-16,-3-2-120 0,3-1 76 15,-1-1 28-15,3-2 0 16,-1-5 48-16,1-5 8 0,-3-4-24 15,3-7 24-15,-7-6 20 0,5-5-12 16,-5-10 80-16,-4-8 264 16,5-2-164-16,-1-6 40 0,-4-2-111 15,4 0-117-15,1 1 0 0,3 6 0 16,-5 4 0-16,-1 6 0 0,-2 10 0 16,4 2 0-16,-6 0 0 0,3 9 0 15,3 8 0-15,-4 2 0 0,5 4 0 16,-5-1 0-16,2-4 0 0,2 0 0 15,1-1 0-15,1 1 0 16,3-3-153-16,-5-3-1175 0,0-2-385 0</inkml:trace>
  <inkml:trace contextRef="#ctx0" brushRef="#br0" timeOffset="32222.19">10309 8238 4962 0,'0'0'736'0,"0"0"405"15,0 0-285-15,37 12-359 0,-16-6-497 16,1-3 0-16,-3-2 0 0,2-1 0 15,-5 0 0-15,1-3 0 16,-1-2 0-16,-1 3 0 0,-5-2 0 16,0 2-85-16,-8 0-1267 0,-2-1-493 0</inkml:trace>
  <inkml:trace contextRef="#ctx0" brushRef="#br0" timeOffset="32411.79">10288 8409 6326 0,'0'0'673'0,"0"0"255"16,0 0-663-16,41 17-265 0,-14-15 0 15,4-2 0-15,-4 0 0 0,-2-5 0 16,2 0 0-16,0-2 0 0,4-3-645 16,-9 2-1252-16,3-4-828 0</inkml:trace>
  <inkml:trace contextRef="#ctx0" brushRef="#br0" timeOffset="32705.64">10925 8038 1416 0,'0'0'3382'15,"0"0"-2398"-15,0 0-240 0,0 0 461 16,0 0-744-16,0 0-461 0,0 0 0 16,-40 60 0-16,26-11 0 0,8 4 0 15,-2-2 0-15,5-1 0 0,3-2 0 16,0-3 0-16,0-4 0 15,3-3 0-15,7-5 0 0,-2-7 0 16,5-11-1742-16,-9-5-363 0,6-8-1756 0</inkml:trace>
  <inkml:trace contextRef="#ctx0" brushRef="#br0" timeOffset="33044.11">11167 8032 7071 0,'0'0'232'15,"-38"3"436"-15,16 5-447 0,3 5-221 16,2 5 0-16,-3 6 0 0,3 6 0 16,1 4 0-16,1 5 0 15,9 3 0-15,2 2 0 0,4-2 0 16,4-2 0-16,11-4 0 0,1-6 0 16,11-7 0-16,0-7 0 0,8-8 0 15,2-7 0-15,-4-3 0 16,2-9 0-16,-8-7 0 0,-6-5 0 15,-5-6 0-15,-5-1 0 0,-11-5 0 16,0-1 0-16,-6-2 0 0,-9 1 0 16,-1 1 0-16,-1 4 0 0,-2 8 0 15,3 7 0-15,10 6 0 0,2 7 0 16,4 3 0-16,0 0-301 0,6 1-275 16,12 1-797-16,-1 2 213 0,-1-1-437 15</inkml:trace>
  <inkml:trace contextRef="#ctx0" brushRef="#br0" timeOffset="33300.16">11549 8068 5582 0,'0'0'1025'0,"0"0"391"16,-37-30-1247-16,22 25-169 0,-5 4 0 16,1 3 0-16,0 10 0 0,-3 7 0 15,3 8 0-15,3 5 0 0,-1 6 0 16,7 3 0-16,6 1 0 15,4 1 0-15,4-4 0 0,10-7 0 16,3-5 0-16,10-8 0 0,-1-6 0 16,5-5 0-16,0-5 0 0,-4-3 0 15,-2-7 0-15,-4-6 0 0,-5-6 0 16,1-5 0-16,-7-5 0 16,-4-4 0-16,-6-1 0 0,-2-6 0 15,-8-5 0-15,-4-4 0 0,-7-8 0 16,0-3-781-16,5 12-1624 0,1 1-292 0</inkml:trace>
  <inkml:trace contextRef="#ctx0" brushRef="#br0" timeOffset="33729.21">11822 7716 6715 0,'0'0'472'0,"-27"44"164"16,13-9-267-16,3 3-369 0,1 4 0 16,4 3 0-16,6 3 0 0,0 0 0 15,0 2 0-15,6 0 0 0,4 1 0 16,-4-1 0-16,-1-3 0 15,1-4 0-15,-2-5 0 0,-4-8 0 16,0-7 0-16,0-8-1185 0,0-6-400 0</inkml:trace>
  <inkml:trace contextRef="#ctx0" brushRef="#br0" timeOffset="34041.14">11843 8057 5174 0,'0'0'1300'16,"0"0"-611"-16,0 0 79 0,47-11-507 16,-30 4-261-16,-7 0 0 0,4 0 0 15,-7 2 0-15,-1 0 0 0,-2 4 0 16,0 1 0-16,-2 0 0 15,-2 1 0-15,-2 12 0 0,-6 12 0 0,-5 7 0 16,-1 6 0-16,4-1 0 16,3-5 0-16,1-2 0 0,2-2 0 15,4-2 0-15,6-5 0 0,5-1 0 16,5-5 0-16,5-2 0 0,-1-4 0 16,5-3 0-16,6-2-157 15,-8-4-959-15,-2 0-2210 0</inkml:trace>
  <inkml:trace contextRef="#ctx0" brushRef="#br0" timeOffset="34494.29">12206 8136 5630 0,'0'0'772'0,"0"0"-395"0,-47-22 391 16,34 25-532-16,-1 8-48 0,-3 4-56 15,3 3-128-15,4 2 28 0,-1-1-32 16,5 1 0-16,6-2 0 0,0-6 0 15,6-2-36-15,5-2 36 16,3-6-4-16,7-1 8 0,-5-3-4 16,1-7 20-16,3-1-8 0,-3-1-12 15,-3-2 28-15,-3 5-12 0,-1 1-3 16,-4 3-13-16,-2 3 0 0,3 2 0 16,3 7 0-16,4 13 0 0,-1 6 0 15,1 7 0-15,-1 5 0 16,-3 1 0-16,0 2 0 0,1 1 0 15,-5 2 0-15,-2 0 0 0,-4 3 0 16,-4 2 0-16,-8 1 0 16,-9 3 0-16,-6 0 0 0,-8 1 0 15,-2-2 0-15,-5-4 0 0,-1-5 0 16,2-7 0-16,-7-8 0 0,7-12 0 16,3-9 0-16,12-9 0 0,5-15 0 15,4-13 0-15,7-9 0 0,10-6 0 16,10 0 0-16,17-2 0 0,15 4 0 15,1-3 0-15,9 4 0 16,-5 1 0-16,1 5 0 0,-1 1 0 16,1 2 0-16,-11-1-89 0,-6 9-1299 15,-10-1-5143-15</inkml:trace>
  <inkml:trace contextRef="#ctx0" brushRef="#br1" timeOffset="46516.13">674 12874 3261 0,'0'0'1165'0,"0"0"-1069"0,0 0-88 16,0 0 0-16,35 10 136 15,-23 0-96-15,1 3 0 0,-1 3 20 16,5 4-68-16,-1 0 20 0,5 2-16 16,0 2 0-16,8 4 12 0,2 1 32 15,4 1-16-15,0 0 12 16,0-2 88-16,2 0-84 0,2 0 20 16,5 0 188-16,1-1-168 0,3 2-12 15,-1-1 56-15,1-2-100 0,2 1 28 16,1-2 24-16,5 1-80 15,2 0 20-15,-4-1 8 0,8-1-28 16,0-2 8-16,2-2-8 0,-2 0 0 16,4-1-4-16,4 0 4 0,5-2 0 15,-5-2-4-15,6 0 0 0,3-2-4 16,-2-2 4-16,3 0 4 0,1-3 4 16,-3-1-8-16,7-3 28 15,-2-3-12-15,4-1 20 0,-1-5 32 16,1-5-56-16,0-3 16 0,2-3 44 15,-4-3-56-15,4-3 20 0,-5-4 20 16,5-1-44-16,-4-5 12 0,0-3 41 16,4-3-61-16,-1-3 32 0,1-4-12 15,0-1-16-15,0-3-8 16,-4-2 16-16,4-3-16 0,0-2 0 16,0 2 0-16,1-4 12 0,-1-2-12 15,2 0 4-15,-2-3-4 0,4 4 0 16,-2-3-4-16,2 3 12 0,-4 1-8 15,0 2 0-15,2 2 0 0,-6 3 0 16,4 3 0-16,-1 3 0 16,1 2 0-16,-8 4 0 0,2 4 0 15,-1 3 0-15,-5 2 0 0,5 6 8 16,-9 3-8-16,1 6 0 0,1 1 0 16,-3 4 0-16,-4 2 24 0,3 3-12 15,-3 1-4-15,0 4 4 16,0 2-4-16,-2 3-8 0,-2 4 44 15,-2 1-20-15,-2 5 64 0,2 0 76 16,-4 3-68-16,0 1-20 0,4 0 56 16,-4 3-96-16,0 3 24 0,0 1 28 15,0 2-84-15,0 1 20 0,-1 1-4 16,5-2 4-16,-4 3-24 0,2-1 84 16,2-2-76-16,6 4 76 15,-6 0 68-15,3 1-112 0,-3 4 4 16,-5 1 12-16,3 2-40 0,2 2-8 15,-4 2 56-15,0 0-60 16,0 1 9-16,4 0-13 0,2-1 0 16,-2-2 0-16,2 1 0 0,-2-3 0 15,2 1 0-15,5-2 0 0,-1 1 0 16,0-2 0-16,4 0 0 0,-3-2 0 16,-1-1 0-16,2 0 0 0,2-3 0 15,-3-1 0-15,5-1 0 16,-2-2 0-16,3-3 0 0,-3-3 0 15,3-1 0-15,-1-3 0 0,5-1 0 16,-1-1 0-16,1-4 0 0,5-2 0 16,-5-4 0-16,4-2 0 0,-3-3 0 15,3-1 0-15,2-6 0 16,4-6 0-16,-1-2 0 0,1-4 0 0,2-2 0 16,2-4 0-16,-2-2 0 15,4-4 0-15,2-2 0 0,-6-2 0 16,5-4 0-16,-3 0 0 0,-2-3 0 15,4-3 0-15,4-3 0 16,-4-2 0-16,4-3 0 0,0 0 0 16,1-1 0-16,1-1 0 0,-2-3 0 15,4 3 0-15,-1-3 0 0,-3 0 0 16,2 1 0-16,-2-1 0 0,1 4 0 16,-1 0 0-16,0 3 0 15,-4 1 0-15,0-1 0 0,0 4 0 16,0-1 0-16,1 2 0 0,-3 1 0 15,0 1 0-15,-2 0 0 0,4 2 0 16,-2 2 0-16,-2 2 0 0,2 2 0 16,-2 5 0-16,-3 1 0 0,1 7 0 15,0 1 0-15,0 5 0 0,-4 2 0 16,-2 2 0-16,-3 6 0 0,5 1 0 16,-2 3 0-16,-3 2 0 15,3 5 0-15,-5 3 0 0,1 2 0 16,0 6 0-16,-5 0 0 0,5 6 0 15,-1 3 0-15,1 2 0 0,-5 5 0 16,0 5 0-16,3 2 0 16,-7 3 0-16,5 3 0 0,-3 2 0 15,0 2 0-15,-1 2 0 0,5 1 0 16,-1-1 0-16,-1 2 0 0,0 2 0 16,-1-1 0-16,1 3 0 0,3 2 0 15,-3 1 0-15,0 0 0 16,3 4 0-16,-3-4 0 0,1 0 0 15,3-3 0-15,1-2 0 0,4-1 0 16,-3-2 0-16,5-3 0 0,0-1 0 16,-3-1 0-16,3-1 0 0,-2-3 0 15,-3-1 0-15,5-5 0 16,-2-2 0-16,2-6 0 0,1-3 0 0,1-5 0 16,0-4 0-16,2-2 0 15,-2-5 0-15,0-6 0 0,-1-2 0 16,-3-4 0-16,6-7 0 0,-4-4 0 15,-1-5 0-15,1-3 0 16,-2-5 0-16,0-7 0 0,1-4 0 16,-1-5 0-16,2-6 0 0,0-3 0 15,-1-3 0-15,5-3 0 0,0-2 0 16,2 0 0-16,2-3 0 0,-2 0 0 16,2-4 0-16,2 0 0 0,-2-5 0 15,4 0 0-15,3 2 0 16,-1-2 0-16,6 2 0 0,1 0 0 15,1 2 0-15,1 0 0 0,1 2 0 16,1 1 0-16,1 2 0 0,-5 3 0 16,3 3 0-16,1 4 0 0,-3 2 0 15,1 4 0-15,-1 2 0 0,1 3 0 16,-1 1 0-16,3 5 0 0,-3 3 0 16,3 3 0-16,-1 4 0 0,5 2 0 15,2 4 0-15,0 4 0 16,1 4 0-16,-3 6 0 0,0 4 0 15,0 4 0-15,-5 7 0 0,-1 4 0 16,-5 7 0-16,0 5 0 16,-3 3 0-16,-3 9 0 0,2 3 0 15,0 4 0-15,-4 3 0 0,2 4 0 16,1 3 0-16,-1 5 0 0,0 2 0 16,-2 1 0-16,0 2 0 0,4-1 0 15,3 3 0-15,1-1 0 16,0-2 0-16,3 0 0 0,-1 0 0 15,5 0 0-15,-3 2 0 0,3 1 0 16,-1-2 0-16,-1-1 0 0,3-2 0 16,-1-2 0-16,-1-1 0 0,-1 0 0 15,-3-1 0-15,-1-1 0 16,-1-3 0-16,-4-3 0 0,3-4 0 16,-3-5 0-16,0-5 0 0,2-5 0 15,1-7 0-15,1-6 0 0,2-4 0 16,3-8 0-16,-1-3 0 0,1-3 0 15,-5-5 0-15,3-4 0 16,-5-8 0-16,-4-3 0 0,0-6 0 16,2-4 0-16,-3-2 0 0,-1 1 0 15,-2-2 0-15,-9-2 0 0,-1 1 0 16,-8 1 0-16,-7-2-589 0,-8 0-203 16,-19 8-233-16,-6 1-2216 0</inkml:trace>
  <inkml:trace contextRef="#ctx0" brushRef="#br1" timeOffset="54410.91">12153 13697 3033 0,'33'5'1108'0,"-2"1"-1044"0,6 0-64 15,-6-1-532-15,-4-1-544 0</inkml:trace>
  <inkml:trace contextRef="#ctx0" brushRef="#br1" timeOffset="54593.84">13321 13747 4766 0,'0'0'36'0,"41"-3"-36"0,-20 0-637 16,-11 0-787-16,4-2-917 0</inkml:trace>
  <inkml:trace contextRef="#ctx0" brushRef="#br1" timeOffset="54902.04">13961 13719 2333 0,'58'3'548'0,"0"0"-484"0,10 1-32 16,-10-1 48-16,4 1-76 0,-4-1-4 15,0 0 0-15,-2-1 0 16,2 0 4-16,-5 0 60 0,5 0 44 16,0-1 0-16,0-1 148 0,4 0-60 15,-2 1-92-15,2 1-64 0,0-1-40 16,-2-1 0-16,0 2-88 0,0-1-168 16,6-1 16-16,0 0-68 15,2 0 308-15,5 0 0 0,1-3 176 16,3 0-60-16,-1-1 52 0,1 0 252 15,-3 0-140-15,0 1-35 0,-1-1 95 16,-5 3-136-16,-6-2 72 0,-4 0 164 16,-4 0-284-16,-3 1-56 0,-1-1-12 15,0 0-88-15,-1 1 0 16,3 0-92-16,-5-2-504 0,-12 2-320 16,-1-3-2210-16</inkml:trace>
  <inkml:trace contextRef="#ctx0" brushRef="#br1" timeOffset="56036.5">14937 11884 3993 0,'0'0'677'0,"0"0"-297"0,0 0-368 16,64 4 40-16,-16-6 0 0,10-4-52 16,4-2-324-16,-15 2-1069 15,-1-3-1244-15</inkml:trace>
  <inkml:trace contextRef="#ctx0" brushRef="#br1" timeOffset="56843.24">15164 12010 3361 0,'0'0'1709'0,"0"0"-705"16,0 0-696-16,0 0-19 0,0 0 55 16,0 0-264-16,0 0-36 15,0 0-40-15,0 0 4 0,0 0-8 16,11 51 16-16,-7-8-4 0,0 6 20 15,-2 4 80-15,2 3-80 0,-4 7 28 16,0 5 68-16,0 8-88 16,-6 9 4-16,2 7 16 0,0 9 0 15,2-1 60-15,2 0 205 0,0 0-325 16,-4-5 0-16,-1-1 0 0,3-2 0 16,-2-5 0-16,0-8 0 15,4-4 0-15,-2-10 0 0,-2-7 0 16,2-7 0-16,-2-10 0 0,0-13 0 15,4-11 0-15,0-12 0 0,-3-9-529 16,-1-3-555-16,0-23-573 0</inkml:trace>
  <inkml:trace contextRef="#ctx0" brushRef="#br1" timeOffset="57159.19">15175 11981 4486 0,'0'0'632'0,"0"0"-40"0,0 0 188 16,0 0-351-16,0 0-153 0,0 0-8 16,0 0-152-16,0 0-96 0,-23 40-4 15,-12-4-12-15,2 4-4 0,-2 1 0 16,6-6-4-16,0 1-4 0,2-4-188 16,4 0-88-16,2-7-36 15,7-6-541-15,8-8-163 0,0-7-349 0</inkml:trace>
  <inkml:trace contextRef="#ctx0" brushRef="#br1" timeOffset="57386.61">15063 11901 6214 0,'0'0'1457'16,"0"0"-953"-16,0 0-487 0,0 0-17 15,0 0 0-15,48 38 0 0,-17-9 0 16,2 6 0-16,-2 2 0 0,0-1 0 16,4 4 0-16,-2 2 0 0,2 1-65 15,-6 2-451-15,0-1-88 0,-10-11-941 16,-5-5-848-16</inkml:trace>
  <inkml:trace contextRef="#ctx0" brushRef="#br1" timeOffset="58022.59">15069 13737 4165 0,'0'0'641'0,"0"0"-165"0,0 0-20 16,0 0-68-16,0 0-56 15,17-50-159-15,-30 28 23 0,-1-3 280 16,-3-1-180-16,-5-4-96 0,-7-3 120 15,2-2-247-15,-4-2-73 0,0 1 0 16,2 4 0-16,0 5 0 0,10 11 0 16,5 4 0-16,8 8 0 0,2 3 0 15,-1 2 0-15,3 12 0 16,2 13 0-16,7 10 0 0,9 8 0 16,9 4 0-16,-2-2 0 0,8 1 0 15,0 0 0-15,2-5 0 0,2-5 0 16,-2-5 0-16,6-8 0 0,-6-7 0 15,5-9 0-15,-7-6 0 16,0-8 0-16,-9-9 0 0,-1-7 0 16,-7-5 0-16,-1-5 0 0,-3 0 0 15,0-1 0-15,1 2 0 0,-1-1 0 16,11 0 0-16,4-5 0 0,-5 8-973 16,3-6-1260-16</inkml:trace>
  <inkml:trace contextRef="#ctx0" brushRef="#br1" timeOffset="58597.89">15785 12401 5926 0,'0'0'616'0,"0"0"-75"0,0 0 319 0,0 0-611 16,0 0-249-16,-17 44 0 0,15-3 0 16,2 9 0-16,0 4 0 15,0 0 0-15,2 4 0 0,-2 4 0 16,0 0 0-16,4-2 0 0,-2-6 0 15,0-4 0-15,7-8 0 0,-5-9-445 16,6-11-804-16,-4-8-307 0</inkml:trace>
  <inkml:trace contextRef="#ctx0" brushRef="#br1" timeOffset="59059.42">15983 12879 5494 0,'0'0'800'15,"0"0"-483"-15,-10 40 31 0,10-17-168 16,0-1-76-16,0 0 24 0,0-1-44 16,0-3 124-16,0-3 84 15,4-4-188-15,-4-4-8 0,2-3-59 16,-2-2-37-16,0-2 0 0,8-4 0 15,2-8 0-15,3-9 0 0,5-6 0 16,1-2 0-16,0 3 0 0,-7 6 0 16,3 6 0-16,-5 3 0 0,-4 7 0 15,-2 3 0-15,-2 3 0 0,7 8 0 16,-7 6 0-16,8 3 0 16,-6 2 0-16,0-1 0 0,-2-3 0 15,2-2 0-15,1-4 0 0,-3-3 0 16,4-2 0-16,-2-5 0 15,2-1 0-15,9-3 0 0,1-8 0 16,3-7 0-16,-1 0 0 0,3 0 0 16,0 0 0-16,-5 5 0 0,-1 4 0 15,-9 4 0-15,-2 5 0 0,2 3 0 16,-2 6 0-16,-4 6 0 0,5 4 0 16,-5 2 0-16,0-1 0 15,-5 0 0-15,5 4 0 0,0 1 0 16,0-5-1025-16,0 1-2237 0</inkml:trace>
  <inkml:trace contextRef="#ctx0" brushRef="#br1" timeOffset="62476.82">15398 10566 3113 0,'0'0'3237'15,"0"0"-2564"-15,0 0-461 0,0 0 124 16,2 45-120-16,-2-11-40 0,0 8 53 16,0 5-229-16,0 1 0 0,4 4 0 15,-4 2 0-15,0 0 0 16,-4 0 0-16,2-4 0 0,-6-4 0 15,2-5 0-15,-1-9 0 0,3-8-433 16,0-10-1120-16,2-8-380 16,2-6-1608-16</inkml:trace>
  <inkml:trace contextRef="#ctx0" brushRef="#br1" timeOffset="63909.38">15441 10892 3073 0,'0'0'1200'0,"0"0"-691"0,0 0-29 16,0 0-204-16,0 0-96 0,0 0 20 15,0 0-64-15,0 0 80 0,58 14 89 16,-14-13-217-16,3 0-28 0,5 0-20 16,4 0-36-16,12 0 4 0,2 3-8 15,15-2-4-15,8-1 4 16,6 0-8-16,13 0 4 0,8 1 4 15,12-2 0-15,9 0 8 0,7-2-8 16,16 0 0-16,3 0 0 0,7-1 0 16,8 1 12-16,4 0 0 15,2 0-12-15,6 1 48 0,5 1-44 16,3 0 8-16,3 1 24 0,4 3-32 16,8 0 8-16,2 0-8 0,8 1 0 15,3 0-4-15,-1 2 0 16,5-2-20-16,5-1 16 0,-1 0-8 15,4-1-40-15,-2-1 24 0,-5 0-20 16,-5 2-4-16,-5-3 28 0,-10 0-8 16,-10 1 8-16,-11-2 24 0,-14 0 36 15,-13 0 20-15,-12 0 48 0,-18 0 16 16,-15 0-116-16,-21 0 8 0,-18-2-12 16,-17-2-8-16,-21-1-120 0,-14-1-677 15,-16 0-315-15,-9-6-461 0</inkml:trace>
  <inkml:trace contextRef="#ctx0" brushRef="#br1" timeOffset="64409.4">23669 10604 6426 0,'0'0'997'0,"0"0"-529"0,6 35-348 0,-4 6 61 15,0 11-181-15,0 11 0 0,2 1 0 16,4-6 0-16,5 0 0 0,3 1 0 16,1-2 0-16,-3-2 0 0,3-9-965 15,-9-12-812-15,-4-9-1112 0</inkml:trace>
  <inkml:trace contextRef="#ctx0" brushRef="#br1" timeOffset="65444.18">19292 9708 5702 0,'0'0'744'16,"0"0"205"-16,0 0-441 0,0 0-219 15,0 0-289-15,0 0 0 0,0 0 0 16,0 0 0-16,-16-4 0 16,10 9 0-16,-3 0 0 0,-3 3 0 15,-7-1 0-15,-1 3 0 0,-7-6 0 16,0 0 0-16,2-4 0 15,-2-1 0-15,0-5 0 0,3-1 0 16,-1-2 0-16,4 2 0 0,3 1 0 16,7 3 0-16,3 2 0 0,0 1 0 15,6 1 0-15,-7 6 0 0,3 6 0 16,2 7 0-16,4 4 0 0,0 3 0 16,6-1 0-16,-2 0 0 0,3 2 0 15,-3-1 0-15,2-1 0 0,-2-2 0 16,-4-2 0-16,0-1 0 0,4-3 0 15,-2-2 0-15,-2-5 0 16,6-2 0-16,-3-4 0 0,-1-2 0 16,4-3 0-16,-2 0 0 0,6 0 0 15,5-6 0-15,1-3 0 16,7-2 0-16,-2-1 0 0,3 3 0 16,1 3 0-16,2 2 0 0,0 2 0 15,0 2 0-15,0 4 0 0,0 6 0 16,-7 2 0-16,1 2 0 15,-2 4 0-15,-7 0 0 0,-6 2 0 16,-2 1 0-16,-6 0 0 0,-6 2 0 16,-6 1 0-16,-5-3 0 0,-8 3 0 15,-4-3 0-15,-4-1 0 0,-6-1 0 16,1-3 0-16,3-4 0 0,2-6 0 16,4-4 0-16,8-2 0 0,5-6 0 15,7-5 0-15,9-2 0 0,4-2-1017 16,17-2 148-16,-3 2-103 15,5-1-1289-15</inkml:trace>
  <inkml:trace contextRef="#ctx0" brushRef="#br1" timeOffset="65893.3">19559 10081 6206 0,'0'0'477'0,"-25"37"-73"0,9-16 80 16,-1-1-344-16,3 2-56 0,1-6-12 16,3-1-68-16,6-5 32 0,4-4 32 15,0-1-36-15,4-4 72 0,8-1-23 16,5-5-81-16,4-8 0 0,5-5 0 16,-5-4 0-16,0 2 0 0,-5 1 0 15,-1 3 0-15,-5 6 0 0,-6 5 0 16,-2 3 0-16,3 2 0 15,-5 0 0-15,0 6 0 0,2 4 0 16,0 7 0-16,0 0 0 0,-2 0 0 16,4-5 0-16,-2-3 0 0,0-5 0 15,0 0 0-15,2-1 0 16,7 0 0-16,1-5 0 0,9-6 0 16,-1-4 0-16,7-3 0 0,-2-1 0 15,6 1 0-15,-2 2 0 0,-4 4 0 16,-3 3 0-16,-3 3 0 15,-2 3 0-15,-7 5 0 0,0 3 0 16,1 5 0-16,-5 3 0 0,-2 2 0 16,-2 4 0-16,-2-4 0 0,0 2 0 15,0 0 0-15,0 3 0 0,-2-1 0 16,2-5-1401-16,-6-1-2069 0</inkml:trace>
  <inkml:trace contextRef="#ctx0" brushRef="#br1" timeOffset="66822.71">17744 9815 2040 0,'0'0'2378'0,"-10"-57"-1722"0,8 27 728 15,4 3-679-15,8 0-141 0,3 4-99 16,3 3-465-16,3 2 0 0,-1 5 0 16,-1 1 0-16,4 6 0 0,-7 1 0 15,3 4 0-15,-1 2 0 0,1 10 0 16,-1 7 0-16,-1 7 0 0,-5 9 0 15,-4 8 0-15,-2 7 0 16,2 5 0-16,3 0 0 0,-1 1 0 16,6-7 0-16,3-1 0 0,4-7 0 15,3-5 0-15,10-4 0 16,-3-2 0-16,0-6 0 0,2-3 0 16,-9-5 0-16,1-3 0 0,-6-4 0 15,-9-2 0-15,-6-4 0 0,0-2 0 16,-4 0-281-16,-4-2-1092 15,0-2-211-15,-6-9-801 0</inkml:trace>
  <inkml:trace contextRef="#ctx0" brushRef="#br1" timeOffset="67026.52">18116 9950 5590 0,'-37'17'680'15,"2"5"261"-15,-4 3-361 0,3 2-200 16,5-1-359-16,5 0-21 0,3 0 0 16,4 0 0-16,3 0 0 0,5-1 0 15,-1 0 0-15,2 0-449 16,-1-2-419-16,7-8-1313 0,0-5-657 0</inkml:trace>
  <inkml:trace contextRef="#ctx0" brushRef="#br1" timeOffset="67241.5">18261 9925 7227 0,'0'0'965'0,"0"0"-965"15,0 0 0-15,39-4 0 0,-10 1 0 16,6-1 0-16,-2 2 0 0,3 1 0 15,-5 1 0-15,0 0 0 16,-7 3 0-16,-7 2-37 0,-11 0-1287 16,0-1-2058-16</inkml:trace>
  <inkml:trace contextRef="#ctx0" brushRef="#br1" timeOffset="67367.49">18389 10084 6599 0,'0'0'1593'16,"37"9"-1593"-16,-12-9 0 0,-2 0 0 16,2 0 0-16,-1 0 0 0,3 0 0 15,0-1 0-15,-10-1-1397 0,-1-2-5290 0</inkml:trace>
  <inkml:trace contextRef="#ctx0" brushRef="#br1" timeOffset="71318.41">20192 12297 4946 0,'84'6'588'16,"16"1"-24"-16,24 1-208 16,8-1-31-16,11-2 203 0,14-3-376 15,6-2 0-15,4 0 56 0,1-3-80 16,-1-1-16-16,-10 1-40 0,-12 0-64 16,-15 2-16-16,-22 1-24 15,-15 0-300-15,-21-1-184 0,-18-4-781 16,-21 3-344-16,-12-4-968 0</inkml:trace>
  <inkml:trace contextRef="#ctx0" brushRef="#br1" timeOffset="71998.5">20022 12189 3133 0,'0'0'1977'0,"0"0"-1325"0,0 0 52 0,0 0-195 16,0 0-169-16,0 0 120 0,54-42-272 15,-7 23-12-15,15-1-123 16,-2 3-53-16,2-1 0 0,7 3 0 15,-1 5 0-15,0 4 0 0,-6 4 0 16,-10 3 0-16,-13 7 0 0,-14 3 0 16,-13 3 0-16,-12 5 0 0,-14 2 0 15,-17 5 0-15,-17 3 0 0,-10-1 0 16,-12 1 0-16,-9 0 0 0,-5 1 0 16,-1-1 0-16,4 0 0 15,5-2 0-15,12-1 0 0,12-1 0 16,25-5 0-16,17 2 0 0,14-3 0 15,29 0 0-15,25 1 0 16,21 0 0-16,20 2 0 0,6 6 0 16,5 2 0-16,-30-7-1862 0,-3 3-3056 0</inkml:trace>
  <inkml:trace contextRef="#ctx0" brushRef="#br0" timeOffset="79570.85">5217 11580 6138 0,'0'0'384'16,"0"0"73"-16,0 0-349 0,0 0-40 15,0 0-56-15,0 0 12 0,0 0-8 16,54-5 136-16,10 2-72 0,21 0 12 16,14-1 16-16,9 4-104 15,5 0 24-15,11 1-12 0,7 3-4 16,1-1-8-16,11 2 12 0,-3-2 24 16,-1 0 60-16,-5 0-12 0,-8 0-76 15,-14 1-24-15,-19-2-168 0,-13-1-412 16,-18-1-121-16,-22-1-1127 0,-11-5 43 15</inkml:trace>
  <inkml:trace contextRef="#ctx0" brushRef="#br0" timeOffset="79909">6931 11350 6599 0,'0'0'252'15,"0"0"-52"-15,43 0-140 16,-3 0-52-16,9 0 72 0,13 3 168 0,9 1-128 15,5 5-64-15,3 3-40 16,-11 3-16-16,-4 6-36 0,-16 1-332 16,-13 4 212-16,-17-1 136 0,-14 1 16 15,-8 1-16-15,-14 1 20 0,-11 0 64 16,-4 1-4-16,-13-2 12 0,3-3-72 16,1-3 0-16,3-7-304 0,14-4-1545 15,-2-8-1073-15</inkml:trace>
  <inkml:trace contextRef="#ctx0" brushRef="#br0" timeOffset="82393.27">8020 11437 6298 0,'0'0'220'16,"0"0"673"-16,0 0-341 0,0 0-323 15,0 0-229-15,0 0 0 0,0 0 0 16,0 0 0-16,0 0 0 0,0 0 0 16,5 2 0-16,1 20 0 15,-2 2 0-15,-4 4 0 0,-4 1 0 0,-7 1 0 16,-5 2 0-16,-1-2 0 16,-3-4 0-16,3-3 0 15,7-4 0-15,-1-6 0 0,5-5 0 0,2-3 0 16,4-3 0-16,0 1 0 0,6 1 0 15,9-2 0-15,8-2 0 16,5 0 0-16,10-5 0 0,-5-3 0 16,-2 0 0-16,0 0 0 0,-6-2 0 15,-3 2-289-15,-5 0-571 0,-3 3-1201 16,-7-1 84-16</inkml:trace>
  <inkml:trace contextRef="#ctx0" brushRef="#br0" timeOffset="82582.82">8198 11521 5638 0,'0'0'720'16,"0"0"57"-16,-23 48 183 0,9-22-863 16,2 1-97-16,3 3 0 0,-1-2 0 15,4 3 0-15,0-2 0 0,1 0 0 16,5-2 0-16,-4-3 0 15,4 0 0-15,4-5 0 0,1-4 0 16,5-4-497-16,-4-5-800 0,4-4-2776 0</inkml:trace>
  <inkml:trace contextRef="#ctx0" brushRef="#br0" timeOffset="82771.16">8376 11817 7035 0,'0'0'1157'0,"0"0"-1157"0,-43 44 0 16,32-31 0-16,1-1 0 15,6-1 0-15,4-4 0 0,4 1 0 16,2-1 0-16,9-5 0 0,-3-2-1353 16,-2-2-608-16</inkml:trace>
  <inkml:trace contextRef="#ctx0" brushRef="#br0" timeOffset="83409.05">8659 11433 4918 0,'0'0'576'0,"0"0"252"16,0 0-323-16,0 0-185 0,0 0 172 0,0 0-220 15,0 0-12-15,0 0-239 16,0 0-21-16,0 0 0 0,-27-15 0 16,13 24 0-16,-3 0 0 0,3 1 0 15,1 1 0-15,-1-2 0 0,-1 0 0 16,3 1 0-16,2 0 0 0,-5 3 0 16,5 2 0-16,4-2 0 0,-5 2 0 15,1 0 0-15,6-1 0 16,-2-2 0-16,4-1 0 0,-2-5 0 15,4 0 0-15,0-4 0 0,0 2 0 16,0-3 0-16,0 2 0 0,4-3 0 16,2 0 0-16,0-6 0 15,9-4 0-15,1-3 0 0,5 2 0 0,-1 1 0 16,1 4 0-16,0 1 0 16,1 3 0-16,-1 2 0 0,-6 2 0 15,1 3 0-15,-5 3 0 0,-1 1 0 16,-4 2 0-16,-2 4 0 0,2 0 0 15,-6 0 0-15,0 3 0 16,-4-2 0-16,-2 0 0 0,-4 2 0 16,-5-5 0-16,-1 0 0 0,3-2 0 15,-7-2 0-15,1-1 0 0,0-2 0 16,-5-1 0-16,1-4 0 0,2-1 0 16,1-1 0-16,1-2 0 15,7-2-257-15,5 0-1288 0,3-1-664 0</inkml:trace>
  <inkml:trace contextRef="#ctx0" brushRef="#br0" timeOffset="84143.39">8992 11383 5854 0,'0'0'909'0,"0"0"-33"0,0 0-376 0,0 0-447 0,-6 41-53 0,0-25 0 16,1-1 0-16,5-2 0 15,-6-3 0-15,6-1 0 0,-4-3 0 16,4-3 0-16,-2 0 0 0,2-2 0 16,0 0 0-16,0-1 0 0,2-1 0 15,8-11 0-15,5-7 0 0,6-4 0 16,-1-2 0-16,3 2 0 0,-6 7 0 16,1 3 0-16,-5 4 0 0,-3 6 0 15,-4 2 0-15,-2 1 0 16,0 4 0-16,3 5 0 0,-7 4 0 15,4 3 0-15,-4 3 0 0,0-4 0 16,0-3 0-16,-4 1 0 0,4-4 0 16,0-3 0-16,0-2 0 15,0 0 0-15,4-2 0 0,-2 2 0 0,6-2 0 16,-2-1 0-16,9-1 0 16,-3 0 0-16,3-1 0 0,-5 0 0 15,-4-1 0-15,-2 2 0 16,-2 0 0-16,2 0 0 0,-4 4 0 0,0 6 0 15,0 3 0-15,-4 1 0 16,2 2 0-16,-2-3 0 0,-2-1 0 16,2-1 0-16,4 0 0 0,-4-3 0 15,2-1 0-15,2-3-37 0,0-2-1187 16,0 0-121-16,2-2-756 0</inkml:trace>
  <inkml:trace contextRef="#ctx0" brushRef="#br0" timeOffset="84356.97">9558 11246 6911 0,'0'0'608'16,"0"0"-216"-16,0 0-111 0,-47 50-281 16,26-19 0-16,-2 5 0 0,-1 5 0 15,-3 4 0-15,0 5 0 0,-2 0 0 16,2 1 0-16,4 0 0 0,3-4 0 15,3-5 0-15,3-3 0 16,3-5 0-16,1-6 0 0,6-5-953 16,2-9-228-16,2-4-479 0</inkml:trace>
  <inkml:trace contextRef="#ctx0" brushRef="#br0" timeOffset="84697.59">9691 11558 5878 0,'0'0'817'15,"0"0"151"-15,-44 7-480 0,34-4-447 16,-7 1-41-16,1 3 0 16,-3 1 0-16,3 1 0 0,5-1 0 15,1 0 0-15,4-2 0 0,6-2 0 16,0 2 0-16,10 3 0 0,11 2 0 15,6 2 0-15,4 0 0 16,2-1 0-16,-2 0 0 0,-4 1 0 16,-3 0 0-16,-3 0 0 0,-8 0 0 15,-5 1 0-15,-6-3 0 0,-2-2 0 16,-10 1 0-16,-7 1 0 0,-10 1 0 16,-4 1 0-16,-10-3 0 0,4-2 0 15,-1-4 0-15,1 1 0 16,0-3 0-16,2 0 0 0,4 1-1085 15,-2-3-4134-15</inkml:trace>
  <inkml:trace contextRef="#ctx0" brushRef="#br1" timeOffset="87835.46">22918 12165 5370 0,'0'0'476'0,"0"0"-92"16,-23 35 237-16,15-13-397 0,-2 3 0 15,-1 1 112-15,1 2-272 0,-2 1 8 16,-1-2 100-16,-5-1-72 0,3-1 8 16,1-1-67-16,1-3-41 15,3-3 0-15,2-6 0 0,4-4 0 16,0-2 0-16,4-4 0 0,0 3 0 16,0-1 0-16,10-2 0 0,4-1 0 15,9 0 0-15,8-1 0 16,2 0 0-16,4 0 0 0,-1-1 0 15,3 0 0-15,-2-4 0 0,-2-2-609 16,-4-1-231-16,-8-2-373 0,-5-1-2641 0</inkml:trace>
  <inkml:trace contextRef="#ctx0" brushRef="#br1" timeOffset="88012.41">23137 12325 6430 0,'0'0'1505'0,"-25"51"-1248"0,15-16-257 15,-2 0 0-15,-1 8 0 0,1 1 0 16,2 2 0-16,-1 0 0 0,9-2 0 16,-2-1 0-16,0-3 0 15,2-3 0-15,2-3 0 0,0-10-897 16,2-4-900-16</inkml:trace>
  <inkml:trace contextRef="#ctx0" brushRef="#br1" timeOffset="88760.65">23545 12371 3857 0,'0'0'577'16,"0"0"-217"-16,0 0-160 0,0 0-112 16,0 0-80-16,0 0 44 0,-3 41 340 15,3-20 28-15,0 5 24 0,0-2 393 16,-6 2-221-16,-2-4-275 0,0 0-341 16,-1-6 0-16,3-5 0 15,2-3 0-15,2-3 0 0,2-4 0 16,0-1 0-16,0 0 0 0,2-3 0 15,13-10 0-15,3-10 0 0,5-4 0 16,4-7 0-16,-4 0 0 0,-3 3 0 16,5 2 0-16,-2 5 0 15,-7 5 0-15,-1 9 0 0,-9 5 0 16,-2 4 0-16,-4 1 0 0,4 5 0 16,-4 7 0-16,2 8 0 0,-2 3 0 15,0 3 0-15,0-1 0 16,0-4 0-16,0-2 0 0,0-1 0 15,4-5 0-15,1-3 0 0,-1-4 0 16,-2-3 0-16,2-3 0 0,0 0 0 16,4-1 0-16,11-5 0 0,-3-3 0 15,5 0 0-15,0 2 0 0,-3 1 0 16,-1 3 0-16,-3 3 0 0,-3 0 0 16,-7 1 0-16,0 2 0 15,-4 6 0-15,0 4 0 0,-4 7 0 0,-4 2 0 16,-1 2 0-16,1 1 0 15,4-5 0-15,2 0 0 0,2 2 0 16,2 0 0-16,2 1 0 0,0-2 0 16,2 0 0-16,5-1 0 15,-3-2 0-15,2-1-1537 0,-1-9-88 16,-1-1-1357-16</inkml:trace>
  <inkml:trace contextRef="#ctx0" brushRef="#br1" timeOffset="89175.8">24295 12310 6939 0,'0'0'632'0,"0"0"-11"15,0 0-621-15,0 0 0 0,-31 50 0 16,2-10 0-16,-6 10 0 0,2 5 0 16,-2 6 0-16,6 6 0 0,-7 7 0 15,1-2 0-15,0-2 0 0,4-7 0 16,2-4 0-16,4-9 0 0,7-6 0 16,8-8-273-16,5-13-1027 15,5-8-3751-15</inkml:trace>
  <inkml:trace contextRef="#ctx0" brushRef="#br1" timeOffset="89533.39">24448 12721 6050 0,'0'0'981'16,"0"0"-613"-16,0 0 28 0,0 0-52 15,0 0-291-15,0 0-53 0,-42-22 0 16,11 22 0-16,-8 2 0 0,4 4 0 16,2 1 0-16,8 0 0 0,9 4 0 15,5 1 0-15,7 2 0 0,6 5 0 16,11 2 0-16,7 4 0 0,7 2 0 16,6 1 0-16,2-1 0 0,1-2 0 15,-3 2 0-15,-4-2 0 16,-7-2 0-16,-7-1 0 0,-9-2 0 15,-6-2 0-15,-10 0 0 0,-11-4 0 16,-8-2 0-16,-10-1 0 0,-3-2 0 16,-3-5 0-16,-1-3 0 15,3-1 0-15,4-1 0 0,2-2 0 16,6 2 0-16,0-2 0 0,2-2-349 16,4 1-1076-16,6-2-3257 0</inkml:trace>
  <inkml:trace contextRef="#ctx0" brushRef="#br1" timeOffset="95644.19">27261 4261 5354 0,'0'0'1100'0,"73"6"-867"16,-1-4 263-16,19-1 268 0,16-1-572 15,13-3-139-15,8-3-53 0,-2 1 0 16,1-1 0-16,-10 1 0 0,-7 1-425 16,-7-4-475-16,-30 2-1577 15</inkml:trace>
  <inkml:trace contextRef="#ctx0" brushRef="#br1" timeOffset="96589.76">1096 5254 6466 0,'49'2'345'15,"15"1"355"-15,15-1-524 0,6 2-36 16,6-3-24-16,12-1-112 0,4 0-8 15,3-7-228-15,-27 0-1233 0,-5-7-1748 16</inkml:trace>
  <inkml:trace contextRef="#ctx0" brushRef="#br1" timeOffset="99857.65">29020 3767 4502 0,'0'0'916'0,"0"0"-92"0,0 0 497 16,0 0-717-16,0 0-579 0,0 0-25 15,-43-6 0-15,16 18 0 0,-4 5 0 16,2 7 0-16,6 1 0 16,5 3 0-16,5 2 0 0,7-1 0 15,6-2 0-15,4 0 0 0,9-7 0 16,7-4 0-16,3-2 0 0,8-6 0 15,-2-4 0-15,2-2 0 16,2-3 0-16,-4-5 0 0,-4-3-485 16,-7 1-595-16,-5 0-1978 0</inkml:trace>
  <inkml:trace contextRef="#ctx0" brushRef="#br1" timeOffset="100270.97">29198 3821 2897 0,'0'0'2753'0,"0"0"-1716"15,0 0-317-15,-19 39-84 0,5-13-487 16,2 0-149-16,-3-1 0 0,5 0 0 16,2-3 0-16,1-1 0 0,1-2 0 15,4-3 0-15,2-4 0 0,0-4 0 16,0-4 0-16,4-2 0 16,4-3 0-16,11-9 0 0,2-7 0 15,4-5 0-15,-3-2 0 0,-1 1 0 16,-2 3 0-16,-3 3 0 0,-6 6 0 15,-3 6 0-15,-3 3 0 16,0 2 0-16,-2 0 0 0,0 2 0 16,2 2 0-16,-2 3 0 0,0 0 0 15,2 1 0-15,-1-2 0 0,1-2 0 16,0-1 0-16,-2-2 0 0,4-1 0 16,4-8 0-16,5-7 0 15,1-4 0-15,3 0 0 0,0 2 0 16,-3 5 0-16,3 2 0 0,-1 5 0 15,-1 4 0-15,-1 2 0 0,3 8 0 16,-2 4 0-16,-3 5 0 0,0 3 0 16,-1 2 0-16,-1-1 0 0,-3 1 0 15,1-3 0-15,0-2 0 0,-1-1 0 16,-1-4 0-16,-2-4 0 16,0-3 0-16,-4-2 0 0,2-4-2226 0</inkml:trace>
  <inkml:trace contextRef="#ctx0" brushRef="#br1" timeOffset="129878.01">2142 14365 2249 0,'0'0'2801'0,"0"0"-1433"15,0 0-599-15,-3-37-49 0,-1 21-435 16,0-2-285-16,2 2 0 0,-2-1 0 16,-2-1 0-16,0-1 0 0,-1-1 0 15,-3 0 0-15,0 0 0 0,-5 3 0 16,1-1 0-16,-3 4 0 0,1 4 0 16,-3 2 0-16,1 5 0 15,-1 3 0-15,0 0 0 0,5 3 0 16,-5 4 0-16,5 1 0 0,-1 2 0 15,5 2 0-15,2 1 0 16,-1 2 0-16,5 2 0 0,0 2 0 16,4 1 0-16,0 5 0 0,0 2 0 15,0 7 0-15,6 7 0 0,3 4 0 16,1 6 0-16,0 3 0 0,1 5 0 16,-1-1 0-16,-6 0 0 15,0-1 0-15,-4-5 0 0,0-2 0 16,0-8 0-16,0-5 0 0,0-4 0 15,0-5 0-15,0-5 0 0,-2-4 0 16,2-6 0-16,0-2 0 0,0-5 0 16,0-4-469-16,0-2-455 0,0 0-1373 15,0-3-589-15</inkml:trace>
  <inkml:trace contextRef="#ctx0" brushRef="#br1" timeOffset="130079.99">1732 14822 6094 0,'0'0'829'15,"0"0"-129"-15,0 0-131 16,0 0-569-16,46-29 0 0,-24 29 0 0,7 0 0 16,-4 4 0-16,2 2 0 15,4 0 0-15,2 0 0 0,-4 1 0 16,0-3 0-16,-8-1 0 0,-7-2-1093 15,1-1-5522-15</inkml:trace>
  <inkml:trace contextRef="#ctx0" brushRef="#br1" timeOffset="131569.68">2443 14670 2325 0,'0'0'872'0,"0"0"1333"15,0 0-892-15,0 0-453 16,0 0-243-16,0 0-617 0,0 0 0 16,0 0 0-16,29 4 0 0,-8-1 0 15,4-1 0-15,2-1 0 16,4-1 0-16,0-1 0 0,-4-2 0 0,4-3 0 16,-3 0 0-16,1-1 0 15,-8 0 0-15,-2-3 0 0,-7 4-881 16,-6 2-1024-16,-4-2-1557 0</inkml:trace>
  <inkml:trace contextRef="#ctx0" brushRef="#br1" timeOffset="132105.43">2443 14845 5906 0,'0'0'1237'0,"0"0"-541"0,0 0-343 16,0 0-353-16,38-2 0 0,-10 0 0 15,6 0 0-15,-1 2 0 0,-2 2 0 16,-4 1 0-16,4 3 0 0,-5-1 0 16,-1-2 0-16,-4 1 0 0,2-4-3114 0</inkml:trace>
  <inkml:trace contextRef="#ctx0" brushRef="#br1" timeOffset="144054.69">4426 14054 3633 0,'0'0'2621'15,"0"0"-1344"-15,-33-33-653 0,18 25-587 16,-8 2-37-16,-1 1 0 0,-1 5 0 15,-4 5 0-15,0 7 0 0,0 8 0 16,4 5 0-16,-2 7 0 16,3 5 0-16,5 5 0 0,4 6 0 15,9 4 0-15,8 0 0 0,13 0 0 16,5-2 0-16,14-7 0 0,7-5 0 16,13-9 0-16,10-7 0 0,6-10 0 15,11-8 0-15,-3-6 0 16,1-10 0-16,-28 0 0 0,-3-3-3542 0</inkml:trace>
  <inkml:trace contextRef="#ctx0" brushRef="#br1" timeOffset="144504.84">3894 14807 2761 0,'0'0'3753'0,"0"0"-3544"0,71 16 123 0,-11-15 696 0,14-2-919 0,7-8-109 15,12-1 0-15,2-4 0 16,4 1 0-16,-10 1 0 0,-8 0 0 0,-9 1 0 16,-14-1 0-16,-15 4-1429 15,-12 0-1041-15</inkml:trace>
  <inkml:trace contextRef="#ctx0" brushRef="#br1" timeOffset="145034.6">4027 15226 2625 0,'0'0'2261'15,"0"0"-1413"-15,6-36-144 0,8 15 385 16,7 0-537-16,0-2-439 0,6-2-113 16,4 0 0-16,-4 2 0 0,4 4 0 15,-5 3 0-15,-1 6 0 0,-8 5 0 16,-1 2 0-16,-5 3 0 16,-3 3 0-16,0 7 0 0,0 13 0 15,-1 10 0-15,-1 10 0 0,0 7 0 16,-2 2 0-16,2 5 0 0,5 2 0 15,1-2 0-15,5-3 0 16,-1-4 0-16,7-7 0 0,2-9 0 16,-3-6 0-16,1-6 0 0,0-6 0 15,-2-6 0-15,-5-2 0 0,-6-4 0 16,1-3 0-16,-11-2-1297 0,4-2-184 16,-2-8-672-16</inkml:trace>
  <inkml:trace contextRef="#ctx0" brushRef="#br1" timeOffset="145295.96">4403 15318 6330 0,'0'0'645'0,"-35"16"-389"16,10 0 376-16,-2 7-303 0,0 6-329 15,0 7 0-15,-4 6 0 0,5 0 0 16,-1 2 0-16,8-3 0 0,3-3 0 16,3-2 0-16,3-2 0 0,4-10-1033 15,-3-2-1340-15</inkml:trace>
  <inkml:trace contextRef="#ctx0" brushRef="#br1" timeOffset="146928.59">5238 14803 4822 0,'0'0'912'0,"0"0"17"0,0 0 359 16,0 0-1047-16,0 0-241 0,0 0 0 16,39-14 0-16,-4 11 0 0,7-1 0 15,1 2 0-15,-6 1 0 0,1 1 0 16,-3 0 0-16,-4 0 0 16,-8 0 0-16,-3 0 0 0,-5 1 0 15,-7 0-1077-15,-4 1-580 0,-4 0-896 0</inkml:trace>
  <inkml:trace contextRef="#ctx0" brushRef="#br1" timeOffset="147128.57">5265 15004 7527 0,'0'0'665'0,"0"0"-665"0,0 0 0 15,43 18 0-15,-16-17 0 0,2-1 0 16,4-5 0-16,4-2 0 0,7-3 0 16,-3-1 0-16,5-2 0 0,-13 2-637 15,2-1-3057-15</inkml:trace>
  <inkml:trace contextRef="#ctx0" brushRef="#br1" timeOffset="155690.79">6565 14102 4622 0,'0'0'836'0,"0"0"12"15,0 0 177-15,8-40-569 16,-5 35-116-16,-1 1-275 0,0 2-65 0,-2 2 0 16,0 0 0-16,4 1 0 0,-4 10 0 15,0 9 0-15,0 6 0 16,0 6 0-16,-8 1 0 0,-3-2 0 16,-1 4 0-16,-3-1 0 15,-1-1 0-15,-1 1 0 0,1-4 0 16,1-4 0-16,5-5 0 0,4-7 0 15,2-5 0-15,1-4 0 0,3-3 0 16,0 2 0-16,3-2 0 0,1 3 0 16,6-3 0-16,7-2 0 0,5-5 0 15,7-1 0-15,4-3 0 0,2 1 0 16,-6-2 0-16,2 2 0 0,-4 0 0 16,-2 2 0-16,-4 0 0 15,-9 3 0-15,-4 1-73 0,-3 2-667 16,-3 0-1293-16,-2 0-672 0</inkml:trace>
  <inkml:trace contextRef="#ctx0" brushRef="#br1" timeOffset="155875.96">6770 14173 6675 0,'0'0'716'0,"0"0"-152"0,-29 52-327 16,19-18-237-16,-1 7 0 0,7 4 0 15,4 7 0-15,-4 5 0 0,4 1 0 16,0-2 0-16,4-5 0 0,2-5 0 16,3-6 0-16,-3-8 0 0,6-8-221 15,-4-9-1392-15,3-9-952 0</inkml:trace>
  <inkml:trace contextRef="#ctx0" brushRef="#br1" timeOffset="156072.21">6989 14595 6983 0,'0'0'1209'16,"0"0"-1209"-16,0 0 0 15,0 0 0-15,-35 45 0 0,27-32 0 16,3-3 0-16,5-7 0 0,5 0 0 15,7-3 0-15,-2 0-273 0,11-7-4433 0</inkml:trace>
  <inkml:trace contextRef="#ctx0" brushRef="#br1" timeOffset="157056.35">7394 14103 1420 0,'0'0'4766'0,"0"0"-4085"0,0 0 67 0,0 0-171 15,0 0-577-15,0 0 0 0,0 0 0 16,0 0 0-16,0 0 0 0,-43 1 0 16,22 3 0-16,4-2 0 15,-3 1 0-15,1-1 0 0,1 0 0 16,-1 2 0-16,2-3 0 0,5 2 0 15,2 0 0-15,6-1 0 16,-3 1 0-16,3-1 0 0,4 4 0 0,-6 4 0 16,2 5 0-16,4 1 0 15,0 1 0-15,0 1 0 0,0-1 0 16,0 0 0-16,0 1 0 16,0-3 0-16,0 2 0 0,0-4 0 0,4 0 0 15,-2-1 0-15,2-4 0 16,-4-2 0-16,0-1 0 0,4-4 0 15,-4 4 0-15,0-4 0 0,2 0 0 16,-2-1 0-16,5 0 0 0,-5 0 0 16,4-1 0-16,2-5 0 0,4 2 0 15,11-1 0-15,2-1 0 0,1 1 0 16,3 2 0-16,-2 3 0 0,-2 0 0 16,-2 4 0-16,-1 3 0 15,-3 3 0-15,-7 2 0 0,0 2 0 16,-3 1 0-16,-3 3 0 0,-2 2 0 15,-4 3 0-15,-4-2 0 16,-3 4 0-16,-7 2 0 0,-1-1 0 0,-3 1 0 16,-1-3 0-16,-6-2 0 15,6-3 0-15,-6-5 0 0,7-4 0 16,-1-5 0-16,0-5 0 0,7-1 0 16,2-9 0-16,5-6 0 15,7-7-741-15,2-4-164 0,5 5-1480 16,3-5-1580-16</inkml:trace>
  <inkml:trace contextRef="#ctx0" brushRef="#br1" timeOffset="157537.44">7626 14099 5986 0,'0'0'456'0,"-13"34"13"0,9-13 371 0,4 3-680 0,0-2 8 16,0 2-55-16,0-3-113 15,0-3 0-15,0-4 0 0,0-4 0 16,4-6 0-16,-4-1 0 0,2-3 0 16,2 0 0-16,3-12 0 0,3-8 0 15,4-7 0-15,-1-4 0 16,1 1 0-16,1 6 0 0,-3 3 0 15,-2 5 0-15,1 6 0 0,-7 4 0 16,-2 5 0-16,2 1 0 0,-4 0 0 16,4 5 0-16,3 4 0 0,-7 9 0 15,4 2 0-15,-4 2 0 0,0 0 0 16,-4-6 0-16,-1 0 0 0,5-6 0 16,0-4 0-16,0-2 0 15,0-4 0-15,5 0 0 0,5-4 0 16,6-9 0-16,5-3 0 0,4-3 0 15,-4 0 0-15,-5 5 0 16,-4 4 0-16,-3 5 0 0,-3 2 0 16,-6 3 0-16,0 1 0 0,0 7 0 15,0 7 0-15,-4 5 0 0,2 0 0 16,-7 2 0-16,3-2 0 0,2-1 0 16,2 0 0-16,2-2 0 15,0 1 0-15,6-5-1433 0,-2-2-3830 0</inkml:trace>
  <inkml:trace contextRef="#ctx0" brushRef="#br1" timeOffset="157775.04">8217 14073 4229 0,'0'0'2069'0,"-39"23"-1704"0,18-3 259 16,2 8-92-16,-1 6-476 0,-1 6 52 15,0 7 101-15,1 8-209 16,-5 4 0-16,2 3 0 0,-4 0 0 0,0-3 0 16,7-7 0-16,-1-8 0 15,4-6 0-15,9-14 0 0,2-8 0 16,6-7 0-16,0-9-1365 0,4-2-124 16,13-15-1028-16</inkml:trace>
  <inkml:trace contextRef="#ctx0" brushRef="#br1" timeOffset="158136.44">8341 14376 5010 0,'0'0'1056'15,"0"0"-315"-15,0 0-245 0,0 0-188 16,0 0-56-16,-50-5-192 0,23 16 44 15,-4 0 61-15,7 1-165 16,3 1 0-16,4-2 0 0,7 1 0 16,4-2 0-16,0-1 0 0,6-3 0 15,0 2 0-15,8 2 0 0,2 0 0 16,9 3 0-16,-3-2 0 0,5 0 0 16,0 0 0-16,1 0 0 15,3 2 0-15,-4-1 0 0,-5 1 0 16,-5 0 0-16,-5 3 0 0,-6-1 0 15,-6 2 0-15,-9-2 0 0,-1 2 0 16,-5-2 0-16,-2-3 0 0,-6-1 0 16,0-2 0-16,5-3 0 0,-7-4 0 15,4-3-497-15,6-5-836 0,0-8-3889 0</inkml:trace>
  <inkml:trace contextRef="#ctx0" brushRef="#br1" timeOffset="158543.4">8607 14499 5642 0,'0'0'740'0,"0"0"-107"0,0 0 287 0,31-6-663 16,-4 4-257-16,4-2 0 0,7 2 0 15,-12 1 0-15,5 0 0 0,0 0 0 16,-4 1 0-16,-2-2 0 0,-4 2 0 16,-5-1 0-16,-5 1 0 15,-9-1-909-15,2-1-716 0</inkml:trace>
  <inkml:trace contextRef="#ctx0" brushRef="#br1" timeOffset="158746.67">8781 14379 5862 0,'0'0'1381'16,"0"0"-781"-16,0 0-251 15,0 0-349-15,4 51 0 0,-4-22 0 16,0 0 0-16,0 1 0 0,0-4 0 15,0-1 0-15,2-3 0 16,2-2 0-16,7-5 0 0,-5-4 0 16,2-4-1033-16,-2-5-3053 0</inkml:trace>
  <inkml:trace contextRef="#ctx0" brushRef="#br1" timeOffset="159270.82">9263 14126 6078 0,'0'0'1241'0,"0"0"-729"0,0 0-151 0,0 0-361 16,0 50 0-16,-4-22 0 0,-3 0 0 16,3 2 0-16,-2-1 0 0,2 3 0 15,-2-2 0-15,-5 1 0 0,5-1 0 16,2-4 0-16,-2-2 0 0,2-4 0 16,4-4 0-16,0-1 0 15,0-7 0-15,0-1 0 0,0-4 0 16,6 0 0-16,4-2 0 0,11 0 0 15,4-2 0-15,12-7 0 16,-4-3 0-16,2-2 0 0,-2-1 0 0,-2 0 0 16,0-2 0-16,-4 2 0 15,-6-3 0-15,-5 2 0 0,-1-2 0 16,-5 2-593-16,-4 3-1932 0,-2-2-1077 16</inkml:trace>
  <inkml:trace contextRef="#ctx0" brushRef="#br1" timeOffset="159459">9558 14151 7111 0,'0'0'388'0,"0"0"284"0,-20 44-651 16,13-15-21-16,1 4 0 0,-2 4 0 16,6 5 0-16,-2 1 0 15,4 3 0-15,4 1 0 0,-2-3 0 16,6-1 0-16,-2-1 0 0,-1-3 0 15,1-4 0-15,-2-6 0 16,-2-4 0-16,4-6-185 0,-2-10-2808 0</inkml:trace>
  <inkml:trace contextRef="#ctx0" brushRef="#br1" timeOffset="160672.49">9978 14123 5442 0,'0'0'624'0,"0"0"-99"0,-4 46 107 16,2-17-276-16,-2 3-136 0,0-3 64 15,1 1-200-15,-1-2-59 0,-2-2-25 16,6-3 0-16,-4-2 0 0,4-6 0 16,0-6 0-16,0-4 0 0,0-4 0 15,4-1 0-15,6-8 0 0,3-11 0 16,5-5 0-16,-1-6 0 0,4-2 0 16,-5 4 0-16,1-2 0 15,-3 4 0-15,-1 4 0 0,-5 6 0 16,2 8 0-16,-8 4 0 0,2 4 0 15,1 7 0-15,-3 6 0 16,4 5 0-16,-2 3 0 0,0-2 0 0,-2-3 0 16,-2-2 0-16,4-3 0 15,-4-3 0-15,0-3 0 0,0 0 0 16,0 0 0-16,0 0 0 0,0-1 0 16,0 1 0-16,0-1 0 15,4 0 0-15,-4 1 0 0,2 1 0 16,3 3 0-16,-1 3 0 0,2 1 0 15,-2-1 0-15,-2-3 0 0,-2-5 0 16,4 0 0-16,-4-3 0 0,4 1 0 16,-1-2 0-16,-3 0 0 0,4 0 0 15,-4 0 0-15,0 0 0 0,0 0 0 16,0 0 0-16,0 0 0 0,0 0-477 16,0 4-439-16,-4-2-253 15,4 3-2993-15</inkml:trace>
  <inkml:trace contextRef="#ctx0" brushRef="#br1" timeOffset="161047.88">10489 14148 6058 0,'-23'38'1721'0,"2"0"-1308"16,-6 10-413-16,-4 1 0 0,0 5 0 0,-6 0 0 16,6 0 0-16,4-1 0 15,0-3 0-15,7-4 0 0,5-4 0 16,5-5 0-16,4-7 0 0,2-5 0 16,8-7 0-16,6-12-1601 0,0-3-524 15,1-9-1841-15</inkml:trace>
  <inkml:trace contextRef="#ctx0" brushRef="#br1" timeOffset="161390.2">10662 14480 4542 0,'0'0'968'0,"0"0"-208"15,-47 10 249-15,16 1-553 16,-2 4-188-16,-3-1-79 0,8 0-189 16,-1 1 0-16,10-2 0 0,9-3 0 15,1-2 0-15,9-3 0 0,4 2 0 16,7 3 0-16,16-1 0 0,4 3 0 16,10 0 0-16,2 0 0 15,-1-1 0-15,-1 0 0 0,-2 1 0 16,-3 4 0-16,-10-1 0 0,-9 1 0 15,-7 2 0-15,-10 1 0 0,-2 1 0 16,-16 1 0-16,1-1 0 0,-10-1 0 16,-4 0 0-16,-6-3 0 0,0 1-953 15,10-5-208-15,2-1-467 0</inkml:trace>
  <inkml:trace contextRef="#ctx0" brushRef="#br1" timeOffset="162075.57">6363 15140 5322 0,'0'0'80'0,"-52"0"208"0,31 0 392 16,17 0-367-16,2 0-193 16,2 0 32-16,6 3-152 0,7 0 8 15,22 2 152-15,16 2 176 0,14-2-20 16,17 1 72-16,9-2-359 0,23-2-29 15,8-2 0-15,14 0 0 16,11 0 0-16,10-3 0 0,13-1 0 16,7-1 0-16,14 3 0 0,7-2 0 15,9 3 0-15,6-1 0 0,4-1 0 16,8 2 0-16,0 1 0 0,3 0 0 16,-7-1 0-16,-12 1 0 0,-9 0 0 15,-16 1 0-15,-16 1 0 16,-15 3-169-16,-17-3-771 0,-41 2-1077 15,-6-4 20-15</inkml:trace>
  <inkml:trace contextRef="#ctx0" brushRef="#br1" timeOffset="163115.87">8523 15387 3561 0,'0'0'2797'0,"0"0"-2152"0,0 0 123 15,0 0-347-15,0 0-421 0,0 0 0 16,0 0 0-16,0 0 0 0,-52 26 0 15,29-16 0-15,-1-1 0 16,1-3 0-16,2-1 0 0,3-3 0 16,1 2 0-16,5-2 0 0,1 1 0 15,3 0 0-15,6-2 0 0,-2 2 0 16,-2 0 0-16,1 2 0 0,-1 1 0 16,2 1 0-16,0 1 0 0,2 4 0 15,2 1 0-15,0 2 0 16,2-2 0-16,2 0 0 0,2-2 0 15,-2 1 0-15,1 0 0 0,1 1 0 16,-6 1 0-16,0-2 0 0,0 3 0 16,0-1 0-16,-4-1 0 0,2-4 0 15,-3 0 0-15,5-5 0 16,0 1 0-16,0-2 0 0,0-1 0 16,0 0 0-16,0-2 0 0,0 0 0 15,5-1 0-15,1-4 0 0,4-4 0 16,5-2 0-16,7 0 0 0,-1 1 0 15,4 4 0-15,-2 3 0 16,1 3 0-16,-1 4 0 0,-2 4 0 16,-5 3 0-16,3 2 0 0,-7 1 0 15,3-1 0-15,-9 4 0 0,4-2 0 16,-10 0 0-16,0 0 0 0,-4 0 0 16,-8 0 0-16,-3 0 0 15,-5-1 0-15,-1 1 0 0,-2-2 0 16,-2-2 0-16,3-3 0 0,-5 1 0 15,-2-5 0-15,6-1 0 0,-2-3 0 16,9 0 0-16,-1 0 0 0,3-3 0 16,8 2 0-16,6 0 0 15,0 0-1269-15,0 0 64 0,6-3-380 0</inkml:trace>
  <inkml:trace contextRef="#ctx0" brushRef="#br1" timeOffset="163727.63">8787 15752 5890 0,'0'0'1041'0,"0"0"-529"16,0 0 216-16,0 0-707 0,-8 42-21 16,0-22 0-16,2 2 0 0,-1 0 0 15,3-5 0-15,-2-2 0 0,6-4 0 16,-4-3 0-16,4-4 0 0,0-2 0 15,0-1 0-15,0-1 0 16,0-3 0-16,14-10 0 0,3-10 0 16,6-4 0-16,1-2 0 0,1 4 0 15,-8 6 0-15,-5 8 0 0,-4 3 0 16,-1 5 0-16,-3 2 0 0,-4 1 0 16,2 1 0-16,2 6 0 0,-4 4 0 15,0 6 0-15,0-1 0 16,0-3 0-16,0-5 0 0,0-5 0 15,4-3 0-15,-2 0 0 0,2 0 0 16,3-4 0-16,7-7 0 0,3-6 0 16,-1-4 0-16,5 0 0 15,-5 3 0-15,-1 6 0 0,-1 7 0 16,-1 4 0-16,1 3 0 0,-1 7 0 16,5 5 0-16,-5 3 0 0,1 1 0 15,-2 1 0-15,-1 0 0 0,-3-2 0 16,-2 1 0-16,-2-2 0 0,-4 1 0 15,-4-3 0-15,-2-1 0 16,-2-1 0-16,2-6 0 0,-1-1-1730 16,3-5-2271-16</inkml:trace>
  <inkml:trace contextRef="#ctx0" brushRef="#br1" timeOffset="164566.72">11187 15103 5338 0,'0'0'956'15,"0"0"557"-15,0 0-1128 16,0 0-385-16,0 0 0 0,42 10 0 0,-5-10 0 16,4-1 0-16,0-2 0 15,3-2 0-15,-9 0 0 0,-2 0 0 16,-2 4 0-16,-6-1 0 0,-9-1 0 16,-5 3 0-16,-5 0 0 0,-6 0 0 15,4 3 0-15,-8 4-641 16,0-1-1100-16,-9 6-804 0</inkml:trace>
  <inkml:trace contextRef="#ctx0" brushRef="#br1" timeOffset="164737.66">11181 15290 6274 0,'0'0'677'0,"0"0"-1"15,0 0-111-15,52 15-565 0,-19-15 0 16,-6 0 0-16,4 0 0 0,-7 0 0 15,-1 0 0-15,2 0 0 16,2 0 0-16,-6 0 0 0,-1 0 0 0,-7 0-505 16,1 0-3993-16</inkml:trace>
  <inkml:trace contextRef="#ctx0" brushRef="#br1" timeOffset="166694.67">12231 14767 6775 0,'0'0'748'16,"0"0"-272"-16,0 0-283 0,0 0-193 16,0 0 0-16,0 0 0 0,-4 37 0 15,4 3 0-15,0 11 0 0,4 4 0 16,-4 0 0-16,0 6 0 16,0-1 0-16,0-2 0 0,0-3 0 15,0-8 0-15,0-5 0 0,0-8 0 16,6-8 0-16,1-7 0 0,7-8 0 15,0-7-2714-15,-3-7-1756 0</inkml:trace>
  <inkml:trace contextRef="#ctx0" brushRef="#br1" timeOffset="166861.2">12473 15323 7699 0,'0'0'493'0,"0"0"-493"16,0 0 0-16,-6 40 0 0,2-34 0 15,4 0 0-15,-4-1 0 0,4 0 0 16,4-3 0-16,6-2 0 0,0-3-2578 16,7-12-2584-16</inkml:trace>
  <inkml:trace contextRef="#ctx0" brushRef="#br1" timeOffset="167381.28">12653 14818 1924 0,'0'0'3686'0,"0"0"-2834"15,-33-2 309-15,29 2-592 16,0 0-569-16,4 0 0 0,8 0 0 0,4 0 0 16,19 1 0-16,11-1 0 15,9-1 0-15,-1-5 0 0,-1 0 0 16,-5-1 0-16,-3 2 0 0,-10 0 0 16,-12 5 0-16,-5 0 0 0,-8 0 0 15,-1 10 0-15,-5 5 0 16,-11 11 0-16,-5 9 0 0,-5 8 0 15,0 6 0-15,-1 6 0 0,1 6 0 16,0 0 0-16,1-2 0 0,5-6 0 16,-1-2 0-16,5-7 0 0,7-6 0 15,-2-6 0-15,0-6 0 16,2-8-425-16,4-8-840 0,-5-6-435 0</inkml:trace>
  <inkml:trace contextRef="#ctx0" brushRef="#br1" timeOffset="167541.2">12725 15286 6482 0,'0'0'881'0,"48"0"-52"0,-17-3-829 15,6-3 0-15,-6-1 0 0,-4 0 0 16,4 1 0-16,-8 0 0 0,6 0 0 16,-7-1 0-16,-1-2 0 15,4 1 0-15,-13 0 0 0,9-3-4311 0</inkml:trace>
  <inkml:trace contextRef="#ctx0" brushRef="#br1" timeOffset="167932.87">13550 14758 4273 0,'0'0'1873'0,"0"0"-1088"0,0 0 476 15,0 0-1261-15,0 0 0 0,0 0 0 16,0 0 0-16,-21 71 0 0,17-20 0 16,-2 9 0-16,2-2 0 0,4 4 0 15,0 3 0-15,0-4 0 0,-2-2 0 16,2-6 0-16,0-7 0 16,0-5 0-16,0-8 0 0,2-10 0 15,6-8 0-15,-2-12-213 0,5-3-1195 16,-5-10-3311-16</inkml:trace>
  <inkml:trace contextRef="#ctx0" brushRef="#br1" timeOffset="168115.58">13767 14793 5974 0,'0'0'725'16,"0"0"-37"-16,0 0 108 15,0 0-787-15,0 52-9 0,0-13 0 16,-2 10 0-16,-2 3 0 0,0-1 0 15,4 1 0-15,-2 3 0 0,2-5 0 16,0-2 0-16,0-3 0 0,0-4 0 16,0-7 0-16,0-7 0 0,-5-8 0 15,-1-7-577-15,2-6-1452 0</inkml:trace>
  <inkml:trace contextRef="#ctx0" brushRef="#br1" timeOffset="168306.77">13608 15140 4950 0,'0'0'1540'0,"0"0"-579"0,0 0-353 15,0 0-475-15,0 0-133 0,0 0 0 16,0 0 0-16,37-32 0 16,-6 25 0-16,2 3 0 0,-2 0 0 0,0 2 0 15,-6 2 0-15,-2 0 0 16,-3 0 0-16,-9-1-433 0,3-2-4021 0</inkml:trace>
  <inkml:trace contextRef="#ctx0" brushRef="#br1" timeOffset="168791.93">14030 15077 4950 0,'0'0'1540'16,"0"0"-923"-16,0 0 47 0,0 0-243 15,0 0-421-15,35 5 0 0,-13-5 0 16,3 0 0-16,-2 0 0 0,-2 0 0 15,-11 0 0-15,0 0 0 0,-6 3 0 16,1-1 0-16,-3 5 0 0,-2 4 0 16,0 7 0-16,-7 3 0 0,-3 3 0 15,0 2 0-15,-5-1 0 0,-1 1 0 16,-5 2 0-16,-6 3 0 16,-4 1 0-16,0 0 0 0,-6 1 0 15,4-2 0-15,6-5 0 0,13-5 0 16,9-6 0-16,5-2 0 0,19-6 0 15,8-2 0-15,6-5 0 16,15 0 0-16,3-7 0 0,7-4 0 0,-2 0 0 16,-2-2 0-16,-7-2 0 15,-5 1 0-15,-9 0 0 0,-7 0 0 16,-11 3 0-16,-9 0 0 0,-6-1 0 16,0 5-461-16,-6 0-1960 15,-9 1-552-15</inkml:trace>
  <inkml:trace contextRef="#ctx0" brushRef="#br1" timeOffset="168944.81">13887 15302 7183 0,'0'0'976'0,"0"0"-943"16,47 2-33-16,-5-8 0 0,12-2 0 15,1 2 0-15,-1 0 0 0,2 1 0 16,-2 4 0-16,-3-2 0 0,-3 0 0 15,-11 1 0-15,-10-3-2766 0</inkml:trace>
  <inkml:trace contextRef="#ctx0" brushRef="#br1" timeOffset="175825.27">2402 16555 2797 0,'0'0'3297'0,"0"0"-2256"0,0 0-365 0,0 0-295 0,0 0-381 16,0 0 0-16,0 0 0 0,37 2 0 16,-6-4 0-16,6-4 0 15,1 0 0-15,-7-1 0 0,0 1 0 16,-4 1 0-16,-5 0 0 0,-7 5-301 15,-5-1-531-15,-6 1-257 0,-4 1-1948 0</inkml:trace>
  <inkml:trace contextRef="#ctx0" brushRef="#br1" timeOffset="176240.24">2429 16702 5354 0,'0'0'844'16,"0"0"705"-16,0 0-1104 0,0 0-445 15,0 0 0-15,31 14 0 0,-6-11 0 16,4-3 0-16,2 0 0 0,0-4 0 15,0-3 0-15,0-3 0 16,2-2 0-16,-2-1-481 0,-11 3-1832 16,-5-2-2969-16</inkml:trace>
  <inkml:trace contextRef="#ctx0" brushRef="#br1" timeOffset="179164.34">20973 5341 2269 0,'-54'0'2349'0,"7"-6"-1573"15,-5-2-444-15,11-1-24 0,-1-2 72 16,5 0-239-16,0-2 11 0,8 1 68 16,2-1-144-16,11 3-8 15,5 3 92-15,9 1-88 0,2 3 76 16,6-2 88-16,17-2-232 0,18 1 8 15,24 3 64-15,17 3-68 0,11 3 44 16,13 4 68-16,14-1-60 16,8 1 48-16,14 0-43 0,9 0-65 15,10-1 0-15,9 3 0 0,6-3 0 16,1 1 0-16,1-1 0 0,-2 0 0 16,-9-2 0-16,-14 0 0 15,-16-2-349-15,-44-2-431 0,-11-2-1737 0</inkml:trace>
  <inkml:trace contextRef="#ctx0" brushRef="#br1" timeOffset="183677.31">10424 12580 5966 0,'0'0'380'0,"52"-12"-192"15,-4 4-184-15,5 1-4 0,9-3 0 16,3 3-56-16,-1-1-264 0,8 1-452 16,0-2 196-16,7 1-1 0,-21 1-963 15,2 0-509-15</inkml:trace>
  <inkml:trace contextRef="#ctx0" brushRef="#br1" timeOffset="183801.57">12231 12514 6691 0,'64'7'48'16,"4"1"24"-16,11 4-68 0,-5-3-4 16,-5 2-377-16,-3-3-1043 0,-17-2 299 15,-1 0-83-15</inkml:trace>
  <inkml:trace contextRef="#ctx0" brushRef="#br1" timeOffset="183911.97">13550 12639 4101 0,'79'6'605'0,"1"4"-185"0,17-1-228 15,-10 3-192-15,2 1-8 0,0-1-572 16,0 0-141-16,-21-4-31 0,4-1-1045 16</inkml:trace>
  <inkml:trace contextRef="#ctx0" brushRef="#br1" timeOffset="184069.82">15111 12785 3389 0,'101'4'968'0,"6"-2"-695"0,20 1 43 16,-16-1 48-16,5 0-336 0,6 2-12 16,4 2-16-16,0 0-48 0,0 1-28 15,0 1-72-15,4-1-168 16,1 3-193-16,-5-1-431 0,2-2 460 16,-2 4 68-16,0-1 412 0,0 1 228 15,0 0 352-15,5-1 536 16,-1-3-543-16,-2-1-149 0,-4 2-196 0,-8-5-228 15,-36 1-460-15,-7-4-2506 0</inkml:trace>
  <inkml:trace contextRef="#ctx0" brushRef="#br1" timeOffset="186603.57">3376 16466 4193 0,'0'0'829'0,"0"-46"-49"0,-2 25 373 16,-5 6-357-16,3 4-355 15,-10 2-441-15,-3 5 0 0,-3 4 0 16,-7 10 0-16,-4 8 0 0,4 11 0 0,-4 9 0 16,4 6 0-16,6 8 0 15,5 3 0-15,12 5 0 0,4 1 0 16,4-1 0-16,12-6 0 0,7-11 0 15,12-10 0-15,-2-12 0 0,6-11 0 16,5-10 0-16,-1-8 0 16,-3-10 0-16,-3-7 0 0,-6-4 0 15,-8-5 0-15,-9 1 0 0,-4-1 0 16,-3-2 0-16,-7 2 0 0,-7-2 0 16,-3 1 0-16,-4 0 0 15,-1 3 0-15,-2 2 0 0,3 5 0 16,4 8 0-16,3 6 0 0,5 8 0 15,2 3 0-15,7 5-721 0,-5 0-2128 16,2 7-1773-16</inkml:trace>
  <inkml:trace contextRef="#ctx0" brushRef="#br1" timeOffset="186775.46">3686 16820 6559 0,'0'0'716'16,"0"0"-164"-16,0 0-187 0,0 0-365 15,0 45 0-15,0-20 0 0,4-2 0 16,-4-4 0-16,0-4 0 16,2-7 0-16,-2-2-957 0,0-6-2649 0</inkml:trace>
  <inkml:trace contextRef="#ctx0" brushRef="#br1" timeOffset="187649.44">4130 16391 1928 0,'0'0'2714'0,"0"0"-938"0,0 0-927 16,0 0-61-16,0 0-651 0,0 0-137 15,0 0 0-15,0 0 0 0,0 0 0 16,0 0 0-16,-31-16 0 16,21 16 0-16,-11 0 0 0,-2 3 0 15,-1 1 0-15,-7 1 0 0,6 1 0 16,2 3 0-16,-2 0 0 0,7 2 0 15,3 0 0-15,5 3 0 0,-1 2 0 16,7 2 0-16,2 2 0 0,2-1 0 16,0 0 0-16,0 0 0 0,0-3 0 15,0 1 0-15,0 1 0 0,0-4 0 16,0 3 0-16,0-2 0 0,-6-3 0 16,4-3 0-16,2-2 0 15,-2-3 0-15,2 0 0 0,0 0 0 16,0-1 0-16,0-1 0 0,0-1 0 15,4-1 0-15,6 0 0 0,7-4 0 16,2-3 0-16,5-1 0 16,7 0 0-16,0 1 0 0,0 1 0 15,2 1 0-15,-2 3 0 0,0 2 0 16,-4 0 0-16,-2 0 0 16,-6 5 0-16,-1 2 0 0,-5 1 0 15,-5 4 0-15,-2 2 0 0,-6 4 0 16,-6 1 0-16,-4 5 0 0,-5-2 0 15,-5 2 0-15,-3 0 0 0,-2-1 0 16,-2 0 0-16,-4-3 0 0,4-4 0 16,-4-4 0-16,4-4 0 0,7-3 0 15,-1-3 0-15,9-2 0 0,7 0 0 16,1 0 0-16,4 0 0 16,4-5-381-16,1 0-731 0,11-5-233 0</inkml:trace>
  <inkml:trace contextRef="#ctx0" brushRef="#br1" timeOffset="188334.49">4488 16697 3425 0,'0'0'2513'0,"-11"33"-1744"0,5-14-33 0,2 1-248 16,4 1-227-16,-6 1-261 0,4-1 0 15,0-1 0-15,2-3 0 0,-4-4 0 16,4-6 0-16,0-4 0 16,0-1 0-16,4-2 0 0,0-4 0 15,4-9 0-15,2-7 0 0,5-6 0 16,-1-4 0-16,-3 3 0 0,5 3 0 15,-5 3 0-15,-1 5 0 0,0 4 0 16,-4 5 0-16,-1 5 0 0,-5 2 0 16,2 0 0-16,2 5 0 0,-2 3 0 15,0 6 0-15,0 3 0 0,-2 2 0 16,0-1 0-16,0-3 0 0,0-2 0 16,0-4 0-16,0-3 0 15,0-3 0-15,4 2 0 0,-4-3 0 16,6 0 0-16,1-2 0 0,3-9 0 15,2-5 0-15,5-5 0 0,-1 0 0 16,-3 0 0-16,-1 6 0 16,1 1 0-16,-1 6 0 0,0 0 0 15,1 6 0-15,3 3 0 0,-1 6 0 16,1 4 0-16,1 6 0 16,-3 1 0-16,1 3 0 0,-5-1 0 15,-4 2 0-15,-2-3 0 0,3 3 0 16,-7-3 0-16,2-2 0 0,-2 2 0 15,0-9 0-15,0-1-1529 0</inkml:trace>
  <inkml:trace contextRef="#ctx0" brushRef="#br1" timeOffset="193589.8">1284 16252 4438 0,'0'0'832'0,"0"0"533"0,0 0-617 16,0 0-296-16,0 0-95 0,0 0-357 15,0 0 0-15,0 0 0 0,31 49 0 16,6-12 0-16,15 16 0 16,1 5 0-16,-1 3 0 0,-11-3 0 15,-3-7 0-15,-1-1 0 0,-6-4 0 16,-4-5 0-16,-5-6 0 0,1-7 0 15,-6-10 0-15,-1-8 0 0,-5-8 0 16,-1-11-573-16,-8-5-684 0,0-6-2676 0</inkml:trace>
  <inkml:trace contextRef="#ctx0" brushRef="#br1" timeOffset="193823.88">1753 16214 5094 0,'0'0'1432'0,"0"0"-523"16,0 0-289-16,0 0-483 0,-46 41-137 15,22 1 0-15,-9 9 0 0,-1 5 0 16,6-3 0-16,-3 3 0 16,0 2 0-16,4-2 0 0,4-4 0 15,8-4 0-15,1-7 0 0,8-10 0 16,6-12-813-16,0-10-712 0</inkml:trace>
  <inkml:trace contextRef="#ctx0" brushRef="#br1" timeOffset="194132.64">1786 16894 6494 0,'0'0'569'0,"-4"46"-45"16,4-24-340-16,2 2-84 0,2 1-4 15,-2 0-96-15,2-3 4 0,0 0-4 16,1-8 0-16,-3-6-48 0,2-2-504 16,-4-5-264-16,2-1-213 0,0-1-1932 0</inkml:trace>
  <inkml:trace contextRef="#ctx0" brushRef="#br1" timeOffset="194547.56">1819 16736 5322 0,'0'0'784'15,"0"0"-15"-15,0 0 71 0,12-37-528 16,5 21-147-16,6 1-165 16,4 2 0-16,-1 6 0 0,-3 3 0 15,2 4 0-15,-4 1 0 0,-9 6 0 16,-4 2 0-16,-8 3 0 0,0 2 0 15,-8 1 0-15,-2 2 0 0,-7 1 0 16,1-2 0-16,-1 0 0 0,-4-3 0 16,7-1 0-16,2-2 0 0,3-5 0 15,7-1 0-15,2-3 0 0,0 3 0 16,4 0 0-16,7 2 0 0,5 4 0 16,3 0 0-16,2 1 0 15,-3 0 0-15,1 0 0 0,1 2 0 16,-1-1 0-16,2 1 0 0,-3-1 0 15,1 1 0-15,-9-2 0 0,-1 0 0 16,-5-4 0-16,0 3 0 16,-4-1 0-16,-11 2 0 0,1 1 0 15,-6-1 0-15,-15 1 0 0,0 1 0 16,-7 3 0-16,-3 2 0 16,-2 3 0-16,-11 4 0 0,-2-2 0 15,11-5-933-15,-3-4-3337 0</inkml:trace>
  <inkml:trace contextRef="#ctx0" brushRef="#br1" timeOffset="198650.07">6542 16793 2373 0,'0'0'2925'0,"-6"-37"-2029"0,-2 24 389 16,6 6-617-16,-2 2-623 0,-2 5-45 15,1 3 0-15,-1 9 0 0,0 15 0 16,2 12 0-16,4 7 0 0,0 4 0 16,0-10 0-16,10-1 0 0,1-7 0 15,5-3 0-15,-1-8 0 0,1-8 0 16,5-7 0-16,-1-6 0 0,3-12 0 16,-2-5 0-16,0-5 0 15,-1-7 0-15,1-1 0 0,-5-1 0 16,-1 0 0-16,-7 6 0 0,0 8 0 15,-6 8 0-15,-2 6 0 0,0 3 0 16,0 1 0-16,0 9 0 16,-2 10 0-16,2 4 0 0,-4 5 0 15,4-3 0-15,4-5 0 0,3-1 0 16,3-2 0-16,0-6 0 16,5-4 0-16,1-4 0 0,5-4 0 15,0-5 0-15,-1-4 0 0,3-3 0 16,-8-1 0-16,1-2 0 0,-1-2 0 15,-5-4 0-15,-2-1 0 0,0-3 0 16,-8-1 0-16,0-2 0 0,0-1 0 16,-10 0 0-16,0 5 0 0,-1 5 0 15,1 7 0-15,4 7 0 0,2 5 0 16,-2 2 0-16,6 8 0 0,2 6-1589 16,2-1-180-16,10-1-312 0</inkml:trace>
  <inkml:trace contextRef="#ctx0" brushRef="#br1" timeOffset="199250.11">7169 16789 6426 0,'0'0'929'0,"-29"-34"-457"0,14 16-107 16,5 8-365-16,-4 6 0 0,3 4 0 15,1 9 0-15,0 11 0 0,1 8 0 16,1 7 0-16,6 1 0 0,-2-1 0 15,4-2 0-15,4-5 0 0,6-8 0 16,1-3 0-16,1-7 0 0,5-4 0 16,-3-4 0-16,0-3 0 0,-3-7 0 15,1-1 0-15,-6-4 0 0,3-1 0 16,-3 0 0-16,0 0 0 16,-2 3 0-16,0 2 0 0,-2 4 0 15,3 3 0-15,-3 0 0 0,2 2 0 16,0 0 0-16,2 3 0 0,-2 3 0 15,7 1 0-15,-5 0 0 0,0 2 0 16,2 1 0-16,-2-1 0 16,1 1 0-16,-3-1 0 0,2-2 0 15,-2 2 0-15,2-2 0 0,-6-2 0 16,4-1 0-16,-4-1 0 16,3-3 0-16,1 0 0 0,-4-1 0 15,4-9 0-15,2-4 0 0,0-3 0 16,2 0 0-16,-5-1 0 0,1 1 0 15,2 0 0-15,-2-1 0 0,2 1 0 16,0 3 0-16,-1 2 0 0,1 4 0 16,-2 3 0-16,0 2 0 0,2-1 0 15,0 3 0-15,3-2 0 0,-3 3 0 16,0 0 0-16,4 3 0 0,-3 3 0 16,1 3 0-16,-2 9 0 15,-6 5 0-15,0 4 0 0,-4 0 0 16,2-4 0-16,2-3 0 0,0-6 0 15,6-5 0-15,9-4 0 0,1-5 0 16,5-9 0-16,6-8 0 16,0-4 0-16,-1-5-1241 0,-5 7-880 15,0-3-1525-15</inkml:trace>
  <inkml:trace contextRef="#ctx0" brushRef="#br1" timeOffset="199527.23">7735 16844 5130 0,'0'0'1140'0,"0"0"65"0,0 0-509 0,-27-42-675 15,17 34-21-15,-5 4 0 0,5 4 0 16,-2 10 0-16,-3 5 0 0,3 10 0 15,2 6 0-15,-1 1 0 0,3 3 0 16,6-5 0-16,2-4 0 16,6-2 0-16,4-7 0 0,5-4 0 15,-3-5 0-15,5-6 0 0,-3-2 0 16,3-2 0-16,-3-4 0 0,-8 0-1457 16,1-2-937-16</inkml:trace>
  <inkml:trace contextRef="#ctx0" brushRef="#br1" timeOffset="200181.78">7725 16353 6763 0,'0'0'96'0,"0"0"640"0,-37 42-139 16,16-7-597-16,0 9 0 0,9 4 0 15,2 6 0-15,10 3 0 0,0 0 0 16,6 0 0-16,0-3 0 0,8 0 0 16,-3-4 0-16,-1-4 0 0,2-6 0 15,-3-7 0-15,1-4 0 0,-4-7 0 16,0-6 0-16,-1-7 0 16,-3-5 0-16,-2-4-637 0,4 0-812 15,-4-7-3317-15</inkml:trace>
  <inkml:trace contextRef="#ctx0" brushRef="#br1" timeOffset="200325.19">7562 16827 6899 0,'0'0'372'16,"0"0"549"-16,4 38-921 16,-2-32 0-16,2 0 0 0,2-1 0 15,9 2 0-15,11 0 0 0,12-2 0 16,3-5 0-16,11-4 0 0,-5-9 0 15,3-2 0-15,-11 2 0 0,4-6-2606 0</inkml:trace>
  <inkml:trace contextRef="#ctx0" brushRef="#br1" timeOffset="202040.54">9054 16489 4710 0,'0'0'1176'0,"0"0"-255"15,0 0 367-15,0 0-1191 0,0 0-97 16,0 0 0-16,21 45 0 0,-1-3 0 15,7 5 0-15,4 3 0 0,0 0 0 16,6-1 0-16,1 0 0 16,-3 1 0-16,-6-2 0 0,2-1 0 15,0-5 0-15,-11-3 0 0,1-4 0 16,-4-8 0-16,-7-3 0 16,-4-6-197-16,-6-7-655 0,4-4-1213 15,-8-6-464-15</inkml:trace>
  <inkml:trace contextRef="#ctx0" brushRef="#br1" timeOffset="202258.2">9089 17061 4305 0,'0'0'325'0,"0"0"483"15,0 0 601-15,0 0-629 0,0 0-215 16,0 0-565-16,0 0 0 0,0 0 0 15,19-53 0-15,20 11 0 0,11-13 0 16,5-7 0-16,3 0 0 16,-4-2 0-16,2 4 0 0,-7 6 0 15,-3 7 0-15,-9 11 0 0,-6 7 0 16,-10 13-341-16,-5 3-7146 0</inkml:trace>
  <inkml:trace contextRef="#ctx0" brushRef="#br1" timeOffset="204568.36">9961 16784 4646 0,'0'0'1000'0,"0"0"-164"16,0 0 465-16,0 0-892 16,0 0-409-16,0 0 0 0,54-12 0 15,-29 10 0-15,2 1 0 0,0-3 0 16,4 1 0-16,0-3 0 16,2 1 0-16,-6 2 0 0,4-2 0 15,-6 0 0-15,-5 3-645 0,-7 0-2060 16,-9 0-869-16</inkml:trace>
  <inkml:trace contextRef="#ctx0" brushRef="#br1" timeOffset="204744.5">9957 16923 4398 0,'0'0'1956'0,"0"0"-1319"0,0 0 271 15,0 0-615-15,52 26-293 0,-21-23 0 16,2-1 0-16,-2 1 0 16,6-1 0-16,5-1 0 0,-1-1 0 15,2-1 0-15,-12-3-1041 0,-4-3-2217 0</inkml:trace>
  <inkml:trace contextRef="#ctx0" brushRef="#br1" timeOffset="206324.39">10970 16613 2733 0,'0'0'2257'0,"6"-34"-1325"0,-1 16 553 16,-5 1-833-16,-5 4-519 0,5 4-133 16,-10 3 0-16,0 5 0 0,-11 2 0 15,0 8 0-15,1 6 0 0,-3 10 0 16,2 3 0-16,1 9 0 0,-1 6 0 16,9 8 0-16,3 4 0 15,9 0 0-15,4 0 0 0,13-7 0 16,8-10 0-16,6-7 0 0,8-10 0 15,2-10 0-15,1-6 0 0,-5-6 0 16,-2-11 0-16,-8-6 0 16,-4-1 0-16,-3-7 0 0,-9 0 0 15,-5 0 0-15,-6-5 0 0,-2 0 0 16,-8-5 0-16,-1-3 0 16,-3-2 0-16,3 5 0 0,-1 5 0 15,8 9 0-15,-2 8 0 0,1 9 0 16,-1 5 0-16,6 0 0 0,-4 3-941 15,-2 6-1536-15</inkml:trace>
  <inkml:trace contextRef="#ctx0" brushRef="#br1" timeOffset="206699.26">11454 16957 7487 0,'0'0'705'0,"0"0"-705"0,0 0 0 0,-37 14 0 16,26-12 0-16,3 1 0 15,6 0 0-15,2-2 0 0,2 3 0 16,13-4 0-16,-5 0-569 0,11-4-1312 0</inkml:trace>
  <inkml:trace contextRef="#ctx0" brushRef="#br1" timeOffset="207100.77">11896 16641 6783 0,'0'0'696'0,"-6"-32"8"0,2 20-695 16,-6 3-9-16,-3 5 0 15,-1 4 0-15,-3 4 0 0,-8 11 0 16,3 11 0-16,-5 6 0 0,-2 12 0 15,6 5 0-15,2 5 0 0,11 4 0 16,4 0 0-16,8-2 0 16,12-5 0-16,13-12 0 0,11-8 0 15,3-14 0-15,11-13 0 0,-5-4 0 16,1-13 0-16,-7-8 0 16,-4-5 0-16,-10-7 0 0,-12-2 0 15,-9-1 0-15,-6-1 0 0,-4-1 0 16,-9-2 0-16,-7-2 0 0,-1 0 0 15,-6 2 0-15,2 4 0 0,4 5 0 16,5 8-909-16,6 7-1316 0</inkml:trace>
  <inkml:trace contextRef="#ctx0" brushRef="#br1" timeOffset="207830.22">12221 16520 5118 0,'0'0'420'0,"0"0"833"0,0 0-425 0,0 0-348 0,0 0-387 16,0 0-93-16,0 0 0 0,37 6 0 15,4-10 0-15,7 1 0 0,-1 1 0 16,-3 2 0-16,-5 6 0 0,-6 4 0 15,-8 2 0-15,-8 4 0 0,-11 0 0 16,-2 3 0-16,-8 1 0 0,-11 2 0 16,-1-1 0-16,-1-1 0 0,-8-1 0 15,3 0 0-15,1-4 0 0,-4 1 0 16,7-3 0-16,-1-4 0 0,9-1 0 16,8-3 0-16,-3-1 0 15,5-1 0-15,7 4 0 0,7 2 0 16,3 5 0-16,7-1 0 0,-3 2 0 15,0 0 0-15,-3-2 0 0,3 1 0 16,-2 0 0-16,-3 1 0 16,1 0 0-16,-7 0 0 0,-6 2 0 15,-4 0 0-15,-4-1 0 0,-6 3 0 16,-7-1 0-16,1-3 0 16,-5 2 0-16,0-4 0 0,-3-3 0 15,-3-1 0-15,4-5 0 0,-2-2 0 16,4-2 0-16,5-5 0 0,1-3-1345 15,5-2-636-15,4-2-1345 0</inkml:trace>
  <inkml:trace contextRef="#ctx0" brushRef="#br1" timeOffset="208559.36">12932 16884 5798 0,'0'0'744'0,"0"0"-403"0,-2 42 219 15,-4-19-12-15,2 4-420 0,-1-3-55 16,3 0-73-16,-2-4 0 16,4-3 0-16,0-6 0 0,4-2 0 15,-2-5 0-15,-2-2 0 0,5-2 0 16,1-2 0-16,4-10 0 16,7-10 0-16,1-6 0 0,-1-2 0 15,5-1 0-15,-3 9 0 0,-2 1 0 16,-5 6 0-16,-2 6 0 0,-1 5 0 15,-7 3 0-15,2 1 0 0,2 1 0 16,-6 6 0-16,4 4 0 0,0 5 0 16,-2 0 0-16,-2 1 0 0,0-6 0 15,4-3 0-15,-4-4 0 0,5-1 0 16,-3-1 0-16,4-1 0 0,2-1 0 16,2 0 0-16,3-3 0 15,8-8 0-15,3 3 0 0,-3-2 0 16,0 3 0-16,-5 5 0 0,-3 0 0 15,-3 2 0-15,-2 4 0 0,-2 5 0 16,5 5 0-16,-1 5 0 16,-4 2 0-16,1-1 0 0,3 3 0 15,-2-2 0-15,-2-1 0 0,1 1 0 16,1 0 0-16,-2-2 0 16,4-2 0-16,-3 1 0 0,-1-4 0 15,2-3-1133-15,-2-4-2109 0</inkml:trace>
  <inkml:trace contextRef="#ctx0" brushRef="#br1" timeOffset="210813.31">13986 16820 6198 0,'0'0'228'0,"37"11"585"0,-6-9 19 15,11-2-711-15,1 0-121 0,5 0 0 16,-7-6 0-16,2 2 0 16,-3 0 0-16,-1-3 0 0,-4-1 0 15,-2-1 0-15,-4-3-677 0,-10 4-1772 16,-5-4-501-16</inkml:trace>
  <inkml:trace contextRef="#ctx0" brushRef="#br1" timeOffset="211008.68">13992 16942 6102 0,'0'0'737'0,"0"0"-105"15,42 1 89-15,-7-2-721 0,8-1 0 16,1-3 0-16,1 3 0 16,-1 2 0-16,3 0 0 0,-1 0 0 15,-3 1 0-15,-6-1 0 0,-2 0 0 16,-14-3-1161-16,-4-1-1709 0</inkml:trace>
  <inkml:trace contextRef="#ctx0" brushRef="#br1" timeOffset="211278.72">14453 16609 6635 0,'0'0'624'0,"0"0"-324"0,7 35 333 16,9-22-633-16,3 2 0 15,3-1 0-15,5 4 0 0,-2-1 0 16,6 2 0-16,-4 3 0 0,0 0 0 15,-2 4 0-15,-9 0 0 0,-3 1 0 16,-13 1-257-16,-13 0 141 16,-12 1 116-16,-2-4 28 0,-4 0-24 15,0-1 116-15,-2-2 80 0,7-3-196 16,1-1-8-16,8-11-56 16,3-1-548-16,8-6-945 0</inkml:trace>
  <inkml:trace contextRef="#ctx0" brushRef="#br1" timeOffset="211963.24">16130 16431 5906 0,'0'0'1105'16,"0"0"-597"-16,0 0 136 0,6 46-615 15,-6-4-29-15,-2 12 0 0,-6 8 0 16,1 1 0-16,3 1 0 16,2 1 0-16,2-1 0 0,0-3 0 15,0-7 0-15,0-4 0 0,2-7 0 16,2-9 0-16,1-8 0 0,-3-9 0 15,6-9-193-15,-6-4-1207 0,-2-7-301 16</inkml:trace>
  <inkml:trace contextRef="#ctx0" brushRef="#br1" timeOffset="212274.46">15772 16364 5822 0,'0'0'1113'0,"0"0"-465"16,0 0-39-16,75 3-609 16,-7-1 0-16,14-2 0 0,3 0 0 15,-2-3 0-15,-7-3 0 0,1 0 0 16,-7-1 0-16,-8-2 0 16,2-1 0-16,-22 4 0 0,-1-7-1581 0</inkml:trace>
  <inkml:trace contextRef="#ctx0" brushRef="#br1" timeOffset="214352.6">16818 16731 6002 0,'0'0'821'0,"0"0"-405"0,35-4 480 15,-6 0-839-15,13 0-57 0,-5 3 0 16,4-2 0-16,-4 1 0 0,0 1 0 15,-8 0 0-15,-6 1 0 0,-6 0 0 16,-7-1 0-16,0 1-457 0,-10 0-1076 16,5 0 25-16,-3-2-869 0</inkml:trace>
  <inkml:trace contextRef="#ctx0" brushRef="#br1" timeOffset="214591.24">16783 16912 5430 0,'0'0'1068'0,"31"3"557"16,-2-3-1556-16,0-4-69 0,2 1 0 15,-2-2 0-15,0 2 0 0,-2 0 0 16,-3 2 0-16,3 0 0 0,-6-2 0 15,-5 2-745-15,-1-3-1640 0</inkml:trace>
  <inkml:trace contextRef="#ctx0" brushRef="#br1" timeOffset="-214143.3">18164 16121 4866 0,'0'0'1052'0,"0"0"-183"0,-31-30 487 0,14 24-1307 0,1 4-49 0,-5 2 0 16,-2 11 0-16,-2 8 0 15,1 11 0-15,-3 8 0 0,6 7 0 16,5 6 0-16,5 3 0 0,11 3 0 15,0-2 0-15,11-1 0 0,9-7 0 16,7-10 0-16,10-9 0 16,5-14 0-16,9-10 0 0,-3-9 0 15,-1-11 0-15,-9-8 0 0,-1-7 0 16,-12-6 0-16,-9-1 0 16,-5-1 0-16,-5-1 0 0,-8-1 0 15,-7-3 0-15,-7-2 0 0,1 2 0 16,-1 1 0-16,3 7 0 0,5 11 0 15,2 11 0-15,4 8 0 0,2 3-1161 16,0 1-1440-16</inkml:trace>
  <inkml:trace contextRef="#ctx0" brushRef="#br1" timeOffset="-213955.53">18404 16559 6707 0,'0'0'1485'0,"0"0"-1485"15,0 0 0-15,0 0 0 0,0 0 0 16,0 0 0-16,0 0 0 16,33 4-277-16,-23-13-2036 0</inkml:trace>
  <inkml:trace contextRef="#ctx0" brushRef="#br1" timeOffset="-213428.83">18893 16101 6731 0,'0'0'1461'16,"-41"-19"-1461"-16,23 13 0 0,-1 6 0 15,-2 6 0-15,1 9 0 0,-7 9 0 16,0 8 0-16,6 6 0 0,1 4 0 16,7 3 0-16,9 2 0 15,4 1 0-15,6-2 0 0,9-5 0 16,5-6 0-16,3-7 0 0,8-8 0 15,0-9 0-15,2-7 0 0,2-6 0 16,0-11 0-16,-2-7 0 16,-6-5 0-16,-6-4 0 0,-9-3 0 15,-3 0 0-15,-7-1 0 0,-2-3 0 16,-2-3 0-16,-4 0 0 0,-3-3 0 16,3 7 0-16,-4 4 0 15,6 10 0-15,1 7 0 0,3 7-1461 16,0 4-96-16,0 2-368 0</inkml:trace>
  <inkml:trace contextRef="#ctx0" brushRef="#br1" timeOffset="-212991.05">19162 16061 7823 0,'0'0'369'0,"0"0"-369"15,0 0 0-15,48-45 0 0,-30 36 0 16,1 2 0-16,0 2 0 16,-3 2 0-16,1 1 0 0,1 1 0 15,1 1 0-15,-5 2 0 0,-1 2 0 16,-3 0 0-16,-6 0 0 0,0 1 0 16,0 2 0-16,-1 3 0 15,-3 3 0-15,-5 2 0 0,-5-2 0 16,-6 2 0-16,-3-1 0 0,0 2 0 15,-1-2 0-15,3 0 0 0,1-1 0 16,5-1 0-16,5 1 0 0,6-2 0 16,2-1 0-16,6 1 0 0,5-2 0 15,-3 2 0-15,7-1 0 0,-3 2 0 16,1 1 0-16,-3-1 0 0,5 2 0 16,1 0 0-16,1 2 0 15,-5 1 0-15,1-3 0 0,-3 1 0 16,-8-1 0-16,-2 1 0 0,-4-1 0 15,-8 2 0-15,-7 0 0 0,1-1 0 16,-3-2 0-16,-1-1 0 16,-1 0 0-16,0-4 0 0,5 0-557 15,-1-4-1160-15</inkml:trace>
  <inkml:trace contextRef="#ctx0" brushRef="#br1" timeOffset="-212507.91">17792 16776 4157 0,'0'0'913'0,"0"0"-293"0,0 0 72 0,51 28 445 16,11-19-464-16,29-3-673 15,35-4 0-15,25 0 0 0,23 0 0 16,18 1 0-16,3 3 0 0,1 5 0 15,-12 2 0-15,-2 1 0 0,-17-1 0 16,-45-1-1457-16,-17-6-1357 0</inkml:trace>
  <inkml:trace contextRef="#ctx0" brushRef="#br1" timeOffset="-211619.58">18490 17112 7539 0,'0'0'653'0,"0"0"-653"15,-53-17 0-15,36 23 0 0,-6 6 0 16,-1 6 0-16,3 5 0 0,0 7 0 15,5 3 0-15,7 8 0 16,3 4 0-16,6 0 0 0,8-1 0 16,9-3 0-16,6-8 0 0,8-8 0 15,10-8 0-15,3-14 0 0,1-3 0 16,-2-13 0-16,-1-6 0 16,-5-8 0-16,-10-3 0 0,-9-4 0 15,-7-3 0-15,-9 2 0 0,-2-2 0 16,-4-1 0-16,-7-1 0 0,-1 0 0 15,0 3 0-15,-1 3 0 0,5 7 0 16,4 8 0-16,0 9 0 0,10 6-113 16,6 3-955-16,1 6-305 0,1 0-2917 0</inkml:trace>
  <inkml:trace contextRef="#ctx0" brushRef="#br1" timeOffset="-211433.37">18834 17448 5622 0,'0'0'1165'0,"0"0"240"0,0 0-1405 16,0 0 0-16,0 0 0 16,0 0 0-16,0 0 0 0,0 0 0 15,0 0 0-15,0 0 0 0,12 0 0 16,-8 2-221-16,2-7-1776 0</inkml:trace>
  <inkml:trace contextRef="#ctx0" brushRef="#br1" timeOffset="-210629.88">19239 17065 3877 0,'0'0'1229'0,"0"0"-593"0,0 0-60 15,0 0-71-15,0 0-213 0,0 0 64 16,0 0 140-16,0 0-271 16,0 0-225-16,0 0 0 0,-29-17 0 15,20 14 0-15,1 2 0 0,-2 0 0 16,-7-2 0-16,-3 1 0 16,-1 2 0-16,-6 0 0 0,0 6 0 15,2 1 0-15,-1 3 0 0,5 0 0 16,0 3 0-16,5-2 0 0,5 1 0 15,5 0 0-15,2 2 0 0,4 2 0 16,0 1 0-16,4 1 0 0,0 0 0 16,-2-2 0-16,2 2 0 0,1-5 0 15,-3 0 0-15,-2-2 0 0,0-4 0 16,4-2 0-16,-4-3 0 0,2-1 0 16,0 2 0-16,0-2 0 15,-2 1 0-15,6-2 0 0,5 0 0 16,3 0 0-16,3-2 0 0,9-2 0 15,-1 3 0-15,2 1 0 0,0 0 0 16,-2 0 0-16,-2 4 0 16,1-1 0-16,-3 2 0 0,-2 2 0 15,-5 0 0-15,1 4 0 0,-9-2 0 16,2 2 0-16,-6 2 0 16,-2 0 0-16,0 0 0 0,-4 1 0 15,-6 1 0-15,-7 0 0 0,1-2 0 16,-5 0 0-16,-4 0 0 0,-2-3 0 15,4-2 0-15,-3-3 0 0,1-3 0 16,4-2 0-16,7 0 0 0,5-1 0 16,5-2 0-16,0 0-109 0,4 1-1327 15,0-1 31-15,4-4-392 0</inkml:trace>
  <inkml:trace contextRef="#ctx0" brushRef="#br1" timeOffset="-209145.19">19975 16778 5722 0,'0'0'1189'0,"41"-4"-533"0,-12-3-31 15,0-1-625-15,0 1 0 0,0 0 0 16,-7 0 0-16,-1 1 0 0,2-1 0 15,-5 1 0-15,-1 2 0 0,-7 1 0 16,-3 2-285-16,-3-1-427 0,-2 2-865 16,-2 0-196-16,-2 0-1232 0</inkml:trace>
  <inkml:trace contextRef="#ctx0" brushRef="#br1" timeOffset="-208945.2">19871 16938 7507 0,'0'0'308'16,"0"0"69"-16,0 0-377 16,0 0 0-16,0 0 0 0,56 21 0 15,-23-19 0-15,2-2 0 0,-6 0 0 16,2 0 0-16,0 0 0 16,-4 0 0-16,-2 0 0 0,-2-3 0 15,-9 0-137-15,1 1-1592 0</inkml:trace>
  <inkml:trace contextRef="#ctx0" brushRef="#br1" timeOffset="-207966.4">21116 16459 7047 0,'0'0'140'0,"-31"-32"372"16,10 21-28-16,0 7-475 0,-1 5-9 15,-3 11 0-15,-4 11 0 0,-2 12 0 16,-4 11 0-16,6 10 0 0,4 7 0 16,8 7 0-16,9 0 0 0,8-1 0 15,10-7 0-15,11-8 0 0,12-12 0 16,2-9 0-16,13-13 0 16,-1-12 0-16,1-8 0 0,0-7 0 15,-3-15 0-15,-8-7 0 0,-4-8 0 16,-8-3 0-16,-8-3 0 0,-7-3 0 15,-10-2 0-15,0-2 0 0,-4-4 0 16,-7 1 0-16,-3 3 0 16,0 5 0-16,-1 13 0 0,9 10 0 15,2 12 0-15,4 10 0 0,10 7-277 16,7 11-659-16,-3 0-753 16,1 2-124-16</inkml:trace>
  <inkml:trace contextRef="#ctx0" brushRef="#br1" timeOffset="-207810.67">21444 17037 7523 0,'0'0'669'0,"0"0"-669"15,0 0 0-15,0 0 0 0,-2 37 0 16,2-30 0-16,0-1 0 0,4-4 0 16,7-3 0-16,5-12-21 15,-1-1-2760-15,3-9-1853 0</inkml:trace>
  <inkml:trace contextRef="#ctx0" brushRef="#br1" timeOffset="-207174.25">22033 16586 6342 0,'0'0'765'0,"-10"-34"-117"0,-2 22-211 0,-3 8-437 0,-3 4 0 0,-5 3 0 15,-4 9 0-15,-6 7 0 0,0 10 0 16,-2 8 0-16,2 12 0 0,4 7 0 16,4 7 0-16,10 3 0 15,5-2 0-15,10-5 0 0,19-8 0 16,10-8 0-16,12-10 0 0,7-8 0 15,5-14 0-15,1-8 0 0,-2-8 0 16,-7-12 0-16,-8-8 0 16,-8-7 0-16,-8-4 0 0,-9-3 0 15,-7-1 0-15,-5-8 0 0,-7-3 0 16,-5-2 0-16,-5 3 0 16,1 7 0-16,-1 10 0 0,3 14 0 15,1 9 0-15,5 7 0 0,2 3-1734 16,2 0-447-16,4 0-1336 0</inkml:trace>
  <inkml:trace contextRef="#ctx0" brushRef="#br1" timeOffset="-206633.16">22503 16559 4121 0,'0'0'1197'0,"0"0"-505"0,10-34 425 16,-10 29-441-16,0 4-287 16,0 0-389-16,-4 1 0 0,-2 1 0 15,-9 12 0-15,-10 14 0 0,-6 13 0 16,0 14 0-16,0 4 0 0,7 6 0 15,3 2 0-15,4 1 0 0,11-2 0 16,8-9 0-16,13-6 0 16,10-10 0-16,6-8 0 0,4-8 0 15,0-8 0-15,-4-10 0 0,-4-5 0 16,-7-5 0-16,-3-11 0 16,-3-5 0-16,-3-5 0 0,-7-2 0 15,-6 0 0-15,-9-3 0 0,-5 4 0 16,-5 7 0-16,-6 5 0 0,0 9 0 15,-4 3 0-15,7 2 0 0,1 3 0 16,2 4 0-16,9 2-465 0,2-3-2432 16,3-3-1753-16</inkml:trace>
  <inkml:trace contextRef="#ctx0" brushRef="#br1" timeOffset="-155154.25">24101 14972 2693 0,'0'0'1404'0,"0"-48"-415"0,-9 24 227 15,-1 0-623-15,-2 3-129 0,-3 0 36 16,1-1-268-16,-5 3-131 0,0-2-101 16,3 1 0-16,-3 0 0 0,5 3 0 15,-3 2 0-15,9 3 0 0,-4 3 0 16,1 7 0-16,1 1 0 15,-2 2 0-15,-1 6 0 0,1 6 0 16,-3 1 0-16,3 5 0 0,1 5 0 16,9 2 0-16,2 7 0 15,2 5 0-15,7 4 0 0,5 4 0 16,1 6 0-16,1 5 0 0,-1 5 0 16,-3 1 0-16,-4-1 0 15,-1 0 0-15,-7-6 0 0,0-4 0 16,0-6 0-16,0-6 0 0,0-6 0 15,-2-5 0-15,2-6 0 0,-3-7-85 16,1-5-723-16,2-5-233 0,-4-5-1616 0</inkml:trace>
  <inkml:trace contextRef="#ctx0" brushRef="#br1" timeOffset="-154976.43">23685 15366 4085 0,'0'0'2794'0,"0"0"-1966"0,0 0-376 15,0 0-419-15,66 19-33 0,-22-17 0 16,3-2 0-16,-1-1 0 0,-3-4 0 16,-2 0 0-16,-1 1 0 15,-7 0 0-15,-6-3 0 0,-9 1-209 16,-7-1-2060-16</inkml:trace>
  <inkml:trace contextRef="#ctx0" brushRef="#br1" timeOffset="-153982.23">23485 15891 6659 0,'0'0'956'0,"0"0"-448"16,0 0-439-16,57 9-69 0,-5-8 0 15,14-1 0-15,11-4 0 0,3-3 0 16,11-2 0-16,4 1 0 0,0 3 0 16,-1 1 0-16,-8 1 0 15,-11 1 0-15,-13 2 0 0,-19 1-725 16,-10 4-1128-16</inkml:trace>
  <inkml:trace contextRef="#ctx0" brushRef="#br1" timeOffset="-153407.4">24096 16143 3273 0,'0'0'1501'0,"0"0"-793"0,-8-37 312 16,-2 23-447-16,-5-2-145 0,3-2 48 15,-5-1-300-15,-1-1-139 0,-3 1-37 16,5 2 0-16,-3 1 0 0,5 5 0 16,1 4 0-16,-1 3 0 15,3 4 0-15,-1 1 0 0,2 5 0 16,-1 3 0-16,1 2 0 0,2 4 0 15,-3 4 0-15,5 3 0 0,0 6 0 16,4 4 0-16,4 3 0 16,6 4 0-16,3 5 0 0,-1 4 0 15,4 0 0-15,-1 4 0 0,1 2 0 16,-3 0 0-16,-1-1 0 0,-4-3 0 16,0-2 0-16,-6-6 0 15,4-4 0-15,-4-2 0 0,-4-9 0 16,2-7 0-16,-4-3 0 0,0-11-1117 15,2-3-548-15,-3-5-912 0</inkml:trace>
  <inkml:trace contextRef="#ctx0" brushRef="#br1" timeOffset="-153251.92">23714 16578 3873 0,'0'0'3098'16,"0"0"-2170"-16,0 0-635 15,0 0-293-15,56-4 0 0,-27 0 0 16,0 1 0-16,-2 1 0 0,-3 2 0 15,1 0 0-15,0 1 0 0,-2 2 0 16,-1 0 0-16,-3 1-401 16,-7-2-711-16,3 2-2010 0</inkml:trace>
  <inkml:trace contextRef="#ctx0" brushRef="#br1" timeOffset="-152970.95">24194 16606 1896 0,'0'0'4859'16,"0"0"-4211"-16,-38-15-56 0,24 15-395 15,1 6-197-15,-3 6 0 0,-3 6 0 16,-1 4 0-16,5 3 0 0,3 5 0 16,1-3 0-16,9 4 0 15,2-3 0-15,11-2 0 0,5-4 0 16,5-6 0-16,4-5 0 0,0-7 0 15,4-4 0-15,-1-10 0 0,-1-4 0 16,-4-8 0-16,-4-3 0 16,-3-4 0-16,-8 0 0 0,-1 0 0 15,-5-3 0-15,-2 2 0 0,-6-2 0 16,-3-1 0-16,-3 4 0 0,-1-2 0 16,5 8-1473-16,0 2-3970 0</inkml:trace>
  <inkml:trace contextRef="#ctx0" brushRef="#br1" timeOffset="-150796.2">24733 15725 1316 0,'0'0'3750'16,"0"0"-2818"-16,0 0-271 0,0 0 175 15,0 0-440-15,39-9-95 0,-12 4-301 16,0 0 0-16,-2 0 0 0,-2 2 0 16,-1 1 0-16,-1 0 0 0,-4 2 0 15,-3-1 0-15,-2 1 0 16,-5-1-93-16,-1 0-1059 0,-2 0-433 0</inkml:trace>
  <inkml:trace contextRef="#ctx0" brushRef="#br1" timeOffset="-150376.59">24719 15875 5942 0,'0'0'1065'0,"0"0"-369"0,37-5-207 0,-14 2-489 16,-1 2 0-16,1 0 0 15,0 1 0-15,0-1 0 0,-3-1 0 16,1 1 0-16,-5-2 0 0,-1-1-1405 16,-3-3-1813-16</inkml:trace>
  <inkml:trace contextRef="#ctx0" brushRef="#br1" timeOffset="-148381.99">25732 15336 1592 0,'0'0'4002'0,"0"0"-2493"0,0 0-765 16,0 0-399-16,0 0-345 0,0 0 0 16,-9 65 0-16,7-18 0 15,-2 7 0-15,0 4 0 0,4-2 0 16,-2 1 0-16,-2 0 0 0,2-6 0 15,-2-3 0-15,-1-7 0 0,3-5 0 16,0-4 0-16,0-8-521 0,2-9-1376 16,0-4-268-16</inkml:trace>
  <inkml:trace contextRef="#ctx0" brushRef="#br1" timeOffset="-147970.71">25965 15405 1372 0,'0'0'3822'0,"0"0"-2646"0,0 0-11 0,0 0-681 16,0 0-311-16,0 0-173 15,0 0 0-15,0 0 0 0,0 0 0 16,-4-17 0-16,-2 30 0 0,-7 16 0 16,-1 9 0-16,-3 9 0 0,1 10 0 15,-1 3 0-15,5 6 0 0,2-1 0 16,3-3 0-16,7-6 0 0,4-6 0 16,11-6 0-16,6-8 0 15,3-9 0-15,7-9 0 0,5-10 0 16,1-10 0-16,2-13 0 0,-4-14 0 15,-2-9 0-15,-4-7 0 0,-8-9 0 16,-7-7 0-16,-5-11 0 16,-9-9 0-16,-9-5 0 0,-1 7 0 15,-4 15 0-15,1 19 0 0,1 14 0 16,-3 12 0-16,-1 10 0 0,-5 3 0 16,5 3-409-16,-5 3-4409 0</inkml:trace>
  <inkml:trace contextRef="#ctx0" brushRef="#br1" timeOffset="-144426.2">28090 14861 1296 0,'0'0'640'0,"10"-54"2438"16,-3 22-2214-16,-1 4-204 0,-2-3 265 15,-4 4-601-15,0 0-52 0,-6-1-139 16,-7 2-133-16,-1 1 0 0,-5 3 0 16,-1 0 0-16,-1 6 0 0,-2 2 0 15,0 2 0-15,-1 4 0 0,-1 4 0 16,-2 3 0-16,0 1 0 0,2 5 0 16,5 4 0-16,1 4 0 0,7 2 0 15,1 6 0-15,7 7 0 0,4 5 0 16,4 6 0-16,11 7 0 15,3 5 0-15,3 6 0 0,2 6 0 16,-3 3 0-16,-1 2 0 0,-4 2 0 16,-5-2 0-16,-4-4 0 15,-6-4 0-15,0-4 0 0,-8-5 0 16,0-5 0-16,-5-4 0 0,3-5 0 16,-1-7 0-16,5-8 0 15,0-8-573-15,2-8-163 0,2-5-961 16,0-5-304-16</inkml:trace>
  <inkml:trace contextRef="#ctx0" brushRef="#br1" timeOffset="-144283.64">27685 15283 6534 0,'0'0'797'0,"0"0"-117"0,0 0-499 16,39-26-181-16,-2 13 0 0,5-2 0 15,3 1 0-15,-5 3 0 16,-7 2 0-16,-2 3 0 0,-9 4 0 15,-3 2 0-15,-7 0 0 0,-3 3-157 16,-3 1-2232-16,-2-3-292 0</inkml:trace>
  <inkml:trace contextRef="#ctx0" brushRef="#br1" timeOffset="-143096.15">28245 15479 5662 0,'0'0'961'0,"0"0"-285"16,-18-45 217-16,7 35-893 0,1 2 0 16,-5 4 0-16,1 3 0 15,-3 2 0-15,3 6 0 0,-3 7 0 16,5 8 0-16,0 4 0 0,3 6 0 16,3 3 0-16,6 3 0 15,0 0 0-15,8-1 0 0,5-5 0 16,3-5 0-16,3-6 0 0,2-7 0 15,3-7 0-15,3-6 0 0,0-5 0 16,-4-6 0-16,0-8 0 0,-7-4 0 16,-3-2 0-16,-7-2 0 0,-6 1 0 15,-2 1 0-15,-9 0 0 0,-3 0 0 16,-3-1 0-16,-1 1 0 0,-1-1 0 16,5 7-609-16,-1-5-1880 0</inkml:trace>
  <inkml:trace contextRef="#ctx0" brushRef="#br1" timeOffset="-142160.47">28781 15002 1844 0,'0'0'3746'0,"0"0"-2850"16,0 0 173-16,0 0-521 15,0 0-459-15,59-30-89 0,-28 24 0 16,3 3 0-16,-3 1 0 0,0 0 0 16,-2 2 0-16,-1 0 0 0,-3 0 0 15,0 0 0-15,-2-2 0 16,-3-1 0-16,-3 2-329 0,-7 0-2056 15,-1 0-352-15</inkml:trace>
  <inkml:trace contextRef="#ctx0" brushRef="#br1" timeOffset="-141942.61">28741 15158 2176 0,'0'0'3666'16,"0"0"-2297"-16,0 0-777 15,0 0-203-15,60 25-389 0,-21-21 0 16,5-3 0-16,-1-1 0 0,3 0 0 16,-3-4 0-16,-4 1 0 0,-12-1 0 15,-4-1-1053-15</inkml:trace>
  <inkml:trace contextRef="#ctx0" brushRef="#br1" timeOffset="-139668.86">30478 14570 2589 0,'0'0'488'0,"0"0"1617"0,10-47-1513 16,-6 28-16-16,-2-1 209 15,-2 0-481-15,0-4-8 0,-4 0 128 16,-2-1-391-16,-7 0-33 0,3 2 0 16,-2 0 0-16,-7-1 0 0,3 4 0 15,-5 1 0-15,0 5 0 0,1 2 0 16,3 4 0-16,0 1 0 0,3 3 0 16,2 4 0-16,-3 0 0 0,3 8 0 15,1 2 0-15,1 4 0 0,2 4 0 16,2 4 0-16,1 6 0 15,5 4 0-15,7 7 0 0,3 4 0 16,2 6 0-16,1 7 0 0,1 1 0 16,-3 0 0-16,-3 2 0 15,-4-1 0-15,-2 2 0 0,-2 0 0 16,0-2 0-16,-4-7 0 0,-2-2 0 16,2-8 0-16,-3-4 0 0,1-5 0 15,-2-5 0-15,2-4 0 16,2-7 0-16,-3-5 0 0,3-4-401 15,2-7-439-15,0 0-149 0,0-5-1992 0</inkml:trace>
  <inkml:trace contextRef="#ctx0" brushRef="#br1" timeOffset="-139514.81">30064 14998 6506 0,'0'0'873'0,"0"0"-289"0,0 0-355 15,0 0-229-15,52-28 0 0,-7 17 0 16,7 0 0-16,-2 3 0 15,-11 0 0-15,-2 2 0 0,2 4 0 16,3 0 0-16,-3 2 0 0,-8 0 0 16,-14 3-905-16,-9-3-2693 0</inkml:trace>
  <inkml:trace contextRef="#ctx0" brushRef="#br1" timeOffset="-138800.61">29707 15523 5982 0,'0'0'416'0,"0"0"769"16,0 0-661-16,0 0-439 0,53 3-85 16,9-3 0-16,21 1 0 0,16 2 0 15,5 0 0-15,3 1 0 0,3 0 0 16,-7 0 0-16,-8 0 0 0,-10 1 0 16,-13-1 0-16,-12-1 0 0,-21 1 0 15,-16-3-529-15,-13 2-680 16,-14 0-4617-16</inkml:trace>
  <inkml:trace contextRef="#ctx0" brushRef="#br1" timeOffset="-138490.7">30052 15835 5970 0,'0'0'849'0,"0"0"-301"0,0 0 148 16,0 0-567-16,0 0-129 15,0 0 0-15,0 52 0 0,0-17 0 16,0 2 0-16,-2 0 0 0,0 1 0 15,-5 0 0-15,1-2 0 0,0 0 0 16,-2-3 0-16,2-4 0 16,-1-5 0-16,7-7-437 0,-2-6-832 15,4-7-631-15</inkml:trace>
  <inkml:trace contextRef="#ctx0" brushRef="#br1" timeOffset="-138180.81">30358 15819 6506 0,'0'0'561'0,"0"0"-81"0,0 0 165 15,0 0-645-15,-29-33 0 0,23 33 0 16,-5 6 0-16,-3 11 0 0,-3 15 0 16,1 10 0-16,1 7 0 15,7 3 0-15,8-5 0 0,0-2 0 16,10-5 0-16,9-7 0 0,6-5 0 15,6-11 0-15,4-5 0 0,2-9 0 16,-2-8 0-16,-2-11 0 16,-6-9 0-16,-4-6 0 0,-2-7 0 15,-7-3 0-15,-4-3 0 0,-8-3 0 16,-6 1 0-16,-14 0 0 0,-11 4 0 16,-4 4 0-16,-7 6 0 15,3 5 0-15,2 7 0 0,12 7-1101 16,5 2-1344-16</inkml:trace>
  <inkml:trace contextRef="#ctx0" brushRef="#br1" timeOffset="-136205.85">30978 15355 5458 0,'0'0'760'0,"0"0"-15"0,0 0 407 16,0 0-1075-16,0 0-77 15,0 0 0-15,45-25 0 0,-18 21 0 16,4 1 0-16,2 2 0 0,5 0 0 16,-1-1 0-16,0 1 0 15,0-1 0-15,-4 0 0 0,-6-1 0 16,-8 3 0-16,-7 0-1029 0,-8 0-336 16,0 0-456-16</inkml:trace>
  <inkml:trace contextRef="#ctx0" brushRef="#br1" timeOffset="-135956.43">30970 15547 5746 0,'0'0'1361'0,"0"0"-721"0,0 0-195 16,49 19-445-16,-14-16 0 0,5-3 0 16,1-3 0-16,-4-3 0 15,-2-2 0-15,-4-1 0 0,-2 0 0 16,-6 1 0-16,0-4 0 0,-7 1-1525 16,1-2-1661-16</inkml:trace>
  <inkml:trace contextRef="#ctx0" brushRef="#br1" timeOffset="-135354.71">31935 15113 5578 0,'0'0'624'0,"0"-33"117"0,0 21 508 15,-2 6-1249-15,-8 2 0 0,-5 1 0 16,-6 3 0-16,-3 7 0 15,-3 11 0-15,-2 7 0 0,-2 9 0 16,2 10 0-16,2 7 0 0,4 10 0 16,9 5 0-16,3 7 0 15,11 2 0-15,5-5 0 0,9-5 0 16,11-9 0-16,2-13 0 0,4-10 0 16,4-8 0-16,2-12 0 0,2-9 0 15,-1-6 0-15,-3-13 0 16,-4-11 0-16,-7-6 0 0,-7-5 0 15,-9-5 0-15,-6-2 0 0,-4-4 0 16,-4-3 0-16,-6 0 0 0,-1 3 0 16,-1 6 0-16,1 9 0 0,5 13 0 15,4 9 0-15,4 6 0 0,4 5 0 16,6 3-805-16,1 1-524 0,3 5-2549 0</inkml:trace>
  <inkml:trace contextRef="#ctx0" brushRef="#br1" timeOffset="-135187.79">32235 15781 4754 0,'0'0'3373'0,"0"0"-3308"0,0 0-65 16,0 0 0-16,0 0 0 0,0 0 0 15,0 0 0-15,0 0 0 16,0 0 0-16,0 0-73 0,29 25-3252 0</inkml:trace>
  <inkml:trace contextRef="#ctx0" brushRef="#br1" timeOffset="-134766.6">32450 15082 2453 0,'0'0'3669'0,"0"0"-2908"0,0 0 531 16,0 0-1275-16,0 0-17 0,-11 44 0 16,5-1 0-16,0 10 0 0,4 4 0 15,2-1 0-15,0 2 0 16,2 3 0-16,2-1 0 0,-2-2 0 15,2-4 0-15,0-5 0 0,3-6 0 16,-3-10 0-16,0-13 0 0,2-7-177 16,-2-8-1848-16,2-7-340 0</inkml:trace>
  <inkml:trace contextRef="#ctx0" brushRef="#br1" timeOffset="-134402.78">32553 15161 5554 0,'0'0'1101'16,"0"0"-273"-16,0 0-172 0,0 0-603 16,0 0-53-16,56-12 0 0,-25 8 0 15,2 4 0-15,-4 0 0 0,-4 0 0 16,-5 5 0-16,-3-3 0 15,-3 1 0-15,-5-1 0 0,-5 0 0 16,-2 1 0-16,2 2 0 0,-2 2 0 16,-2 3 0-16,0 8 0 0,-2 3 0 15,-6 7 0-15,-3 4 0 0,-1 4 0 16,-3 7 0-16,-1 2 0 16,-3 7 0-16,3 1 0 15,-3-1 0-15,5-1 0 0,-1-4 0 0,1-4 0 16,3-7 0-16,3-6 0 0,2-6 0 15,2-8-597-15,4-8-1768 16,0-5 24-16</inkml:trace>
  <inkml:trace contextRef="#ctx0" brushRef="#br1" timeOffset="-134266.77">32541 15607 7179 0,'0'0'728'0,"0"0"-443"0,57-16-285 16,-26 9 0-16,3-1 0 15,-1-2 0-15,-2 2 0 0,-2-3 0 16,-3 2 0-16,-1-3 0 0,2-2-713 16,-8 2-2052-16,-1-3-1617 0</inkml:trace>
  <inkml:trace contextRef="#ctx0" brushRef="#br1" timeOffset="-134043.39">32987 15263 7947 0,'0'0'245'0,"-16"42"-245"0,9-10 0 16,-1 6 0-16,0 4 0 0,0 4 0 15,-3 3 0-15,3 1 0 0,0 1 0 16,-1-2 0-16,-1-3 0 0,2-3 0 16,0-8 0-16,1-3 0 0,5-11 0 15,0-8 0-15,2-7-273 16,0-6-2056-16,8-4-440 0</inkml:trace>
  <inkml:trace contextRef="#ctx0" brushRef="#br1" timeOffset="-133870.6">33059 15293 7095 0,'0'0'1016'16,"0"0"-935"-16,0 0-81 15,0 0 0-15,0 0 0 0,19 56 0 0,-19-12 0 16,2 8 0-16,-2 5 0 15,0-1 0-15,0-1 0 0,0 0 0 16,0-3 0-16,0-5 0 0,-2-5 0 16,-2-3 0-16,2-7 0 0,-2-5 0 15,2-9-749-15,2-7-908 0,-2-9-3861 0</inkml:trace>
  <inkml:trace contextRef="#ctx0" brushRef="#br1" timeOffset="-133703.2">32917 15670 6799 0,'0'0'116'16,"0"0"684"-16,58-15-323 0,-27 9-477 16,0-2 0-16,-2-1 0 15,-5 1 0-15,-5 0 0 0,-2 1 0 16,-3 0 0-16,-4 1-117 0,-1 2-647 16,-5 2-169-16,-2 0-1468 0,2 0-1236 15</inkml:trace>
  <inkml:trace contextRef="#ctx0" brushRef="#br1" timeOffset="-133332.23">33229 15593 6691 0,'0'0'1140'16,"0"0"-779"-16,0 0-361 0,0 0 0 15,0 0 0-15,0 0 0 16,0 0 0-16,0 0 0 0,0 0 0 15,54 20 0-15,-23-16 0 0,10 1 0 16,0-1 0-16,-1 3 0 0,-5 0 0 16,-8 0 0-16,-9 1 0 0,-5-2 0 15,-7 3 0-15,-6 1 0 16,-6 2 0-16,-9 5 0 0,-5 2 0 16,-9 4 0-16,-4 2 0 0,-5 1 0 15,-3 2 0-15,4-2 0 0,6-1 0 16,8-2 0-16,17-4 0 15,6-1 0-15,10-2 0 0,15-5 0 16,8-2 0-16,10 0 0 0,9-6 0 16,-4 0 0-16,-7-1 0 0,-8-1 0 15,-8 1 0-15,-4 3 0 0,-5-1 0 16,-6-1-337-16,-5-1-591 0,-5-1-1505 16,-5-1-1181-16</inkml:trace>
  <inkml:trace contextRef="#ctx0" brushRef="#br1" timeOffset="-133175.89">33277 15822 8192 0,'0'0'0'16,"64"-6"0"-16,-23 3 0 0,-6 1 0 16,-2 0 0-16,2 1 0 0,-6 1 0 15,0 0 0-15,2 0-553 0,-10 0-896 16,8 0-628-16</inkml:trace>
  <inkml:trace contextRef="#ctx0" brushRef="#br1" timeOffset="-93530.75">27205 4761 1196 0,'0'0'256'0,"0"0"-256"0,0 0 28 0,0 0 1237 0,0 0-629 0,0 0 381 0,0 0-261 16,0 0-76-16,-26-31 313 0,26 31-501 15,0 2-120-15,0 9 129 0,2 11-501 16,0 6 0-16,0 9 0 16,0 4 0-16,-2 2 0 0,2 6 0 15,-2 5 0-15,-2 9 0 0,-2 7 0 16,0 7 0-16,-1 7 0 0,3 3 0 16,2 3 0-16,0 4 0 0,0 3 0 15,0 6 0-15,0 4 0 0,0-3 0 16,0-1 0-16,2 0 0 0,0 0 0 15,-2 5 0-15,0-1 0 16,0 3 0-16,-8 1 0 0,-2 5 0 16,-3 3 0-16,-3 1 0 15,-1-2 0-15,3 1 0 0,-3-4 0 16,1-1 0-16,-1-10 0 0,3-8 0 16,-1-13 0-16,3-15 0 0,2-14 0 15,-1-14 0-15,3-15 0 16,4-14 0-16,0-12 0 0,-5-35 0 15,3 2-365-15,0-23-1512 0</inkml:trace>
  <inkml:trace contextRef="#ctx0" brushRef="#br1" timeOffset="-93016.25">27147 4758 2789 0,'0'0'2153'0,"34"-22"-1197"0,-16 21 57 0,-1 2-517 0,5 9-80 0,7 2-47 15,9 1-369-15,11 1 0 0,17 0 0 16,11-2 0-16,16 0 0 16,12-4 0-16,11 0 0 15,8-3 0-15,8-3 0 0,7-2 0 0,8-1 0 16,4-6 0-16,1-1 0 16,6-4 0-16,-8 0 0 0,-5-2 0 15,-8-2 0-15,-17 2 0 0,-19 4 0 16,-21 1 0-16,-24 7 0 0,-19 2-269 15,-18 0-875-15,-11 1-1165 0,-10 1-169 16</inkml:trace>
  <inkml:trace contextRef="#ctx0" brushRef="#br1" timeOffset="-92301.72">29731 1115 3089 0,'0'0'1649'0,"0"0"-1233"0,0 0-12 0,0 0 432 0,0 0-495 15,0 0-153-15,0 0 312 16,23 43-224-16,-17 10-60 0,3 21 61 16,-3 8-277-16,-2 1 0 0,0 1 0 15,0-3 0-15,4 7 0 0,1 6 0 16,1 5 0-16,0 5 0 0,-3 6 0 15,-3 6 0-15,-4 5 0 0,-6 5 0 16,-5 6 0-16,-3 7 0 16,-3 2 0-16,1 4 0 0,-1 0 0 15,5 1 0-15,3 1 0 0,1-2 0 16,2-7 0-16,0-5 0 0,2-11 0 16,0-12 0-16,1-9 0 15,-3-17 0-15,0-14 0 0,0-22 0 16,-4-12-1277-16</inkml:trace>
  <inkml:trace contextRef="#ctx0" brushRef="#br1" timeOffset="-84340.62">27962 5414 1520 0,'0'0'156'0,"0"0"1165"0,0 0-721 0,0 0-108 0,0 0 205 15,0 0-245-15,0 0-8 0,23-34 320 16,-17 25-299-16,-2 0-5 0,2 1 240 16,-2 1-579-16,0 2-121 0,-1 0 0 15,-3 3 0-15,0 2 0 0,0 1 0 16,-7 12 0-16,-5 12 0 0,-7 8 0 15,-1 9 0-15,1 2 0 16,3-3 0-16,1 2 0 0,1-3 0 16,5-3 0-16,3-5 0 0,2-5 0 15,4-6 0-15,2-5 0 16,2-5 0-16,0-4 0 0,3-4 0 16,3-3 0-16,4-2 0 0,3-7 0 15,-1-6 0-15,3-4 0 0,-2-2 0 16,-1-3 0-16,-1 4 0 15,-5 4 0-15,-4 5 0 0,-4 5 0 16,0 6 0-16,-2 1 0 0,-2 12 0 16,-2 13 0-16,-2 7 0 0,0 7 0 15,4-2 0-15,2-2 0 0,8-4 0 16,6-3 0-16,9-7 0 0,10-9 0 16,4-4 0-16,5-9 0 0,-1-6 0 15,0-8 0-15,-8-7 0 0,-2-5 0 16,-8-5 0-16,-8-3 0 0,-5-5 0 15,-4-6 0-15,-6-4 0 16,-2-2 0-16,-2 4 0 0,0 5 0 16,-2 9 0-16,-3 7 0 0,-1 4 0 15,-2 8 0-15,-3 4 0 0,3 1-701 16,3 1-4605-16</inkml:trace>
  <inkml:trace contextRef="#ctx0" brushRef="#br1" timeOffset="-83560.56">28557 5911 1888 0,'0'0'2361'0,"0"0"-1036"0,0 0-401 0,0 0-143 0,0 0 132 16,0 0-913-16,0 0 0 0,0 0 0 15,0 0 0-15,-47-23 0 0,26 38 0 16,5 6 0-16,1 5 0 0,7 1 0 15,6 0 0-15,2 0 0 16,2-5 0-16,10-4 0 0,7-5 0 16,6-8 0-16,4-4 0 0,4-4 0 15,0-9 0-15,-4-3 0 16,-7-4 0-16,-3-3 0 0,-11-1 0 16,-8 0 0-16,-6 0 0 0,-6 2 0 15,-5 1 0-15,-6 2 0 0,-6 1 0 16,5 6-737-16,-5 0-6590 0</inkml:trace>
  <inkml:trace contextRef="#ctx0" brushRef="#br1" timeOffset="-81068.43">28942 5616 2096 0,'0'0'3494'0,"0"0"-2061"0,0 0-697 0,0 0-303 16,0 0-433-16,0 0 0 15,0 0 0-15,56 13 0 0,-27-7 0 16,2-5 0-16,0-1 0 0,0 0 0 16,-3-1 0-16,-5-2-645 0,-8 0-428 15,-11 1-535-15</inkml:trace>
  <inkml:trace contextRef="#ctx0" brushRef="#br1" timeOffset="-80919.15">28890 5789 6795 0,'0'0'852'0,"0"0"-307"0,0 0-545 15,56 13 0-15,-29-9 0 0,2-1 0 16,4-1 0-16,2 0 0 0,4-2 0 15,-10-2-1229-15,0-5-1561 0</inkml:trace>
  <inkml:trace contextRef="#ctx0" brushRef="#br1" timeOffset="-80262.21">29837 5471 2693 0,'0'0'2269'0,"0"0"-1289"16,-8-40-291-16,16 20 219 0,6-3-540 15,3 1-116-15,3-2-219 16,5 2-33-16,0 1 0 0,2 6 0 16,2 3 0-16,0 4 0 0,0 8 0 15,0 6 0-15,-2 9 0 0,-3 8 0 16,-5 6 0-16,-7 7 0 0,-5 4 0 16,-7 3 0-16,0 0 0 0,-11 3 0 15,-3-2 0-15,-7 2 0 0,-8-2 0 16,-4 0 0-16,-4-3 0 0,0-5 0 15,4-5 0-15,2-5 0 16,8-8 0-16,2-7 0 0,5-6 0 16,3-5 0-16,3-10 0 0,4-7 0 15,2-11 0-15,2-6 0 16,6-4 0-16,10 5 0 0,9 6 0 16,2 8 0-16,4 9 0 0,-5 9 0 15,-1 2 0-15,-2 13 0 0,-5 6 0 16,-1 3 0-16,-7 5 0 0,-2 1 0 15,1-1 0-15,1 2 0 16,4-4 0-16,1-1 0 0,3-4 0 16,1-4-361-16,-3-7-944 0,-1-4-3012 0</inkml:trace>
  <inkml:trace contextRef="#ctx0" brushRef="#br1" timeOffset="-80061.76">30378 5671 8192 0,'0'0'0'0,"0"0"0"0,0 0 0 0,0 0 0 0,0 0 0 16,0 0 0-16,11 50 0 0,-9-24 0 15,0-1 0-15,-2-4 0 16,2 0 0-16,-2-2 0 0,0 0 0 16,0-3 0-16,0-5 0 0,-2-1-229 15,-2-5-1484-15</inkml:trace>
  <inkml:trace contextRef="#ctx0" brushRef="#br1" timeOffset="-79829.3">30610 5581 6342 0,'0'0'1285'0,"0"0"-720"16,-6 38-565-16,0-14 0 0,-3 7 0 15,1 4 0-15,2 1 0 16,0 2 0-16,4 0 0 0,-1-2 0 16,3-2 0-16,3-4 0 15,1-2 0-15,0-2 0 0,-2-5 0 16,2-6 0-16,-4-7 0 0,2-6-229 16,-2-2-923-16,-2-7-2078 0</inkml:trace>
  <inkml:trace contextRef="#ctx0" brushRef="#br1" timeOffset="-79672.36">30335 5639 7467 0,'0'0'725'15,"0"0"-725"-15,0 0 0 0,0 0 0 16,50-3 0-16,-11-4 0 0,8-3 0 16,3-2 0-16,0 1 0 0,3-1 0 15,1 0 0-15,-13 3 0 0,-3-3-1277 0</inkml:trace>
  <inkml:trace contextRef="#ctx0" brushRef="#br1" timeOffset="-78094.71">31251 5400 6414 0,'0'0'805'0,"-6"-41"-261"0,1 30-115 0,-1 9-429 16,-6 5 0-16,-7 11 0 0,-4 9 0 15,-3 10 0-15,1 9 0 16,2 6 0-16,2 7 0 0,3 5 0 16,-1 9 0-16,7 1 0 0,3-2 0 15,7-5 0-15,9-9 0 0,9-11 0 16,9-13 0-16,6-9 0 0,6-13 0 16,2-8 0-16,1-10 0 0,-1-15 0 15,-4-9 0-15,-4-8 0 0,-8-7 0 16,-9-3 0-16,-5-3 0 0,-9-4 0 15,-7-1 0-15,-3 5 0 16,-4 6 0-16,1 14 0 0,3 12 0 16,2 10 0-16,6 7 0 0,-1 5 0 15,3 2 0-15,0 10-1113 16,0 1-404-16,5 6-3233 0</inkml:trace>
  <inkml:trace contextRef="#ctx0" brushRef="#br1" timeOffset="-77964.94">31550 6045 7799 0,'0'0'393'0,"0"0"-393"15,0 0 0-15,0 0 0 0,-35 37 0 16,31-34 0-16,2 0 0 0,4-4 0 16,4-3-261-16,7-12-1828 0</inkml:trace>
  <inkml:trace contextRef="#ctx0" brushRef="#br1" timeOffset="-77356.62">31827 5494 3065 0,'0'0'2329'0,"0"0"-1028"0,0 0-565 0,0 0-68 0,0 0-575 15,0 0-93-15,0 0 0 0,0 33 0 16,-4 12 0-16,-2 6 0 0,-2 3 0 15,2-3 0-15,-1 0 0 16,-1 3 0-16,-2-2 0 0,0-1 0 16,1-6 0-16,3-5 0 0,4-8 0 15,2-8 0-15,2-9 0 0,6-10-905 16,1-3-1436-16,1-6-120 0</inkml:trace>
  <inkml:trace contextRef="#ctx0" brushRef="#br1" timeOffset="-77045.63">32013 5507 6206 0,'0'0'1041'16,"0"0"-405"-16,0 0-327 0,0 0-309 16,0 0 0-16,0 0 0 0,0 0 0 15,0 0 0-15,0 0 0 0,50-27 0 16,-17 27 0-16,2 0 0 0,0 3 0 15,-8 0 0-15,0 0 0 16,-8-1 0-16,-5 0 0 0,-5 0 0 16,-5-1 0-16,-2 0 0 0,-2 6 0 15,-2 5 0-15,-7 10 0 16,-3 8 0-16,-5 6 0 0,-1 6 0 16,1-1 0-16,3 4 0 0,1 0 0 15,3-1 0-15,2-2 0 0,2-3 0 16,-1-5 0-16,1-2-429 0,-2-4-407 15,0-9-229-15,-1-5-2516 0</inkml:trace>
  <inkml:trace contextRef="#ctx0" brushRef="#br1" timeOffset="-76894.48">32047 5891 7383 0,'0'0'809'15,"70"-25"-809"-15,-27 12 0 0,-1 1 0 16,-3 4 0-16,0 2 0 0,-4 0 0 15,-4 0 0-15,-6-2 0 16,-4 3-1041-16,-9-5-2897 0</inkml:trace>
  <inkml:trace contextRef="#ctx0" brushRef="#br1" timeOffset="-75494.36">30765 5769 7075 0,'0'0'1117'0,"0"0"-1117"16,0 0 0-16,0 0 0 0,0 0 0 16,0 0 0-16,0 0-2670 0</inkml:trace>
  <inkml:trace contextRef="#ctx0" brushRef="#br1" timeOffset="-72809.79">27561 6785 2457 0,'0'0'2777'0,"0"0"-1857"0,0 0 325 0,0 0-629 0,0 0-439 16,-4 41-177-16,2 3 0 0,-2 13 0 16,4 8 0-16,0 4 0 15,2 4 0-15,2 4 0 0,-4 2 0 16,0 0 0-16,0-2 0 0,0 0 0 16,0-6 0-16,0-7 0 0,0-8 0 15,2-11 0-15,-2-7 0 0,0-11-437 16,0-8-591-16,-2-8-2250 0</inkml:trace>
  <inkml:trace contextRef="#ctx0" brushRef="#br1" timeOffset="-72435.55">27528 7424 6555 0,'0'0'1244'0,"0"0"-851"0,14-46-393 15,3 31 0-15,6 2 0 16,-1 2 0-16,3 3 0 0,2 3 0 16,0 3 0-16,-2 2 0 0,-5 0 0 15,1 5 0-15,-7 2 0 0,-5 1 0 16,-5 4 0-16,-4 2 0 0,-6 4 0 15,-5 1 0-15,-1 2 0 16,-3 2 0-16,-1 3 0 0,-3 1 0 16,-1 4 0-16,-1 5 0 0,2-1 0 15,5 2 0-15,6-2 0 0,8-4 0 16,2-2 0-16,12-6 0 0,7-5 0 16,8-5 0-16,4-6 0 15,6-5 0-15,3-4 0 0,5-6 0 16,1-5 0-16,-13 0 0 0,-4-2-297 0</inkml:trace>
  <inkml:trace contextRef="#ctx0" brushRef="#br1" timeOffset="-71951.1">28026 7292 2793 0,'0'0'3874'0,"0"0"-2930"0,0 0-363 0,0 0-581 16,0 0 0-16,39-2 0 0,-10 0 0 15,2 2 0-15,-4 0 0 0,0 0 0 16,-4 2 0-16,-1 0 0 0,-1-1 0 16,-4 1 0-16,-5-2 0 15,-2 0-93-15,-5 0-1451 0,-1 0-674 0</inkml:trace>
  <inkml:trace contextRef="#ctx0" brushRef="#br1" timeOffset="-71759.59">28018 7471 5954 0,'0'0'973'15,"0"0"-117"-15,39 13-447 0,-4-12-409 16,2-1 0-16,3-6 0 0,-7 3 0 15,0-1 0-15,4 2 0 16,-2-3 0-16,2-2 0 0,-10 0 0 16,-6-5-2334-16</inkml:trace>
  <inkml:trace contextRef="#ctx0" brushRef="#br1" timeOffset="-68950.96">28776 7273 5938 0,'0'0'689'0,"0"0"7"0,0 0 173 16,0 0-869-16,0 0 0 0,0 0 0 16,-37 5 0-16,19 24 0 0,1 12 0 15,-2 5 0-15,5 4 0 0,6-4 0 16,1 4 0-16,3-2 0 0,4-3 0 16,0-5 0-16,4-10 0 15,7-7 0-15,1-10 0 0,9-7 0 16,2-8 0-16,6-10 0 0,6-9 0 15,0-7 0-15,4-3 0 0,-4-3 0 16,-4-2 0-16,-4 2 0 0,-8 4 0 16,-7 8 0-16,-6 9 0 15,-6 7 0-15,0 6 0 0,-6 5 0 16,-4 12 0-16,-3 18 0 0,-3 6 0 16,1 5 0-16,9-3 0 0,6-7 0 15,8-7 0-15,13-6 0 0,6-10 0 16,8-6 0-16,-2-7 0 15,0-8 0-15,-2-5 0 0,-6-9 0 16,-4-3 0-16,-5-2 0 0,-7-1 0 16,-5-2 0-16,-2-2 0 0,-2 0 0 15,-4-2 0-15,-3-2 0 0,1 4 0 16,2 10 0-16,0 7 0 0,4 9 0 16,-2 5 0-16,2 5 0 15,0 9-1257-15,0 0-388 0,0 8-344 0</inkml:trace>
  <inkml:trace contextRef="#ctx0" brushRef="#br1" timeOffset="-68527.83">29279 7847 6546 0,'0'0'945'0,"0"0"-244"0,0-44-701 0,-2 30 0 0,-3-2 0 15,3 6 0-15,-2 0 0 0,0 7 0 0,2 1 0 16,-4 2 0-16,-4 11 0 15,-5 12 0-15,-1 11 0 0,-1 6 0 16,7 3 0-16,8-6 0 0,4-3 0 16,12-5 0-16,5-7 0 15,6-4 0-15,3-11 0 0,4-6 0 16,-4-4 0-16,-3-9 0 0,-6-5 0 16,-5-3 0-16,-5-3 0 0,-7 1 0 15,-2 0 0-15,-11 1 0 0,-1 4 0 16,-7-2 0-16,1 1 0 15,-3 0 0-15,5-2 0 0,3 7-173 16,5-6-2344-16</inkml:trace>
  <inkml:trace contextRef="#ctx0" brushRef="#br1" timeOffset="-67889.18">29229 6970 2713 0,'0'0'2105'0,"0"0"-1121"0,0 0 381 0,0 0-777 0,0 0-212 0,27-32-315 16,2 13-61-16,6 2 0 0,6 0 0 16,-3 4 0-16,1 6 0 0,-4 6 0 15,-8 1 0-15,-4 8 0 0,-13 9 0 16,-8 5 0-16,-4 8 0 0,-17 8 0 16,-3 2 0-16,-3 4 0 0,0-3 0 15,2-5 0-15,9-5 0 16,8-9 0-16,6-6 0 0,10-4 0 15,11-6 0-15,5-4 0 0,8-2 0 16,3 0 0-16,2-1 0 0,-4 1 0 16,-8 0-929-16,-6 3-1584 0</inkml:trace>
  <inkml:trace contextRef="#ctx0" brushRef="#br1" timeOffset="-67245.1">29713 7445 5542 0,'0'0'1153'0,"0"0"-585"16,0 0-88-16,0 0-180 0,2 59-151 16,-4-21-149-16,-4 5 0 0,-1-4 0 15,1 0 0-15,0-2 0 0,2-4 0 16,2-5 0-16,0-6 0 15,2-6 0-15,0-6 0 0,0-5 0 16,2-4 0-16,4-4 0 0,2-8 0 16,7-12 0-16,-1-9 0 0,3-6 0 15,-3 1 0-15,1 2 0 0,-5 6 0 16,-2 7 0-16,-2 6 0 0,-1 11 0 16,-5 3 0-16,2 3 0 15,0 8 0-15,0 7 0 0,2 6 0 16,-2 3 0-16,0-3 0 0,2-2 0 15,-2-2 0-15,2-6 0 0,1-4 0 16,-1-2 0-16,0-5 0 0,0 2 0 16,4-3 0-16,5-5 0 0,1-10 0 15,3-7 0-15,-1-3 0 0,3-1 0 16,-3 5 0-16,1 2 0 16,-5 5 0-16,-1 7 0 0,-3 3 0 15,0 4 0-15,5 5 0 0,3 8 0 16,3 5 0-16,1 4 0 0,-1 2 0 15,2 1 0-15,-1 0 0 16,-1-3 0-16,2 2 0 0,-7-4 0 16,-2-1 0-16,-3-4 0 0,-9-4-3782 0</inkml:trace>
  <inkml:trace contextRef="#ctx0" brushRef="#br1" timeOffset="-65966.27">30337 7477 5582 0,'0'0'940'0,"0"0"241"0,0 0-692 15,0 0-489-15,33-13 0 16,-14 12 0-16,1 0 0 0,1-1 0 16,2 0 0-16,-3 0 0 0,1-2 0 15,-2 2 0-15,-3 2 0 0,-5 0 0 16,-3 0-285-16,-4 3-487 0,-4 6-933 16,-2-2-76-16,-6 1-1264 0</inkml:trace>
  <inkml:trace contextRef="#ctx0" brushRef="#br1" timeOffset="-65792.92">30349 7629 6206 0,'0'0'1405'0,"0"0"-824"16,40 3-581-16,-20-4 0 0,5-2 0 15,4-1 0-15,0-1 0 0,2 2 0 16,-2-2 0-16,-6 1-321 0,-3-4-2336 15</inkml:trace>
  <inkml:trace contextRef="#ctx0" brushRef="#br1" timeOffset="-64781.14">28109 8137 5734 0,'0'0'909'0,"0"0"383"0,0 0-1035 0,0 0-257 16,-52 37 0-16,21 4 0 0,-2 13 0 16,4 6 0-16,4 3 0 0,7 6 0 15,3 5 0-15,7 6 0 16,8 2 0-16,4-3 0 0,8-4 0 16,5-9 0-16,6-9 0 0,1-10 0 15,7-10 0-15,3-8 0 16,1-10 0-16,2-8 0 0,-4-10-389 15,-8-3-1660-15,-5-10-836 0</inkml:trace>
  <inkml:trace contextRef="#ctx0" brushRef="#br1" timeOffset="-64159.47">28243 8483 3053 0,'0'0'2109'0,"0"0"-1225"0,-43 16 393 0,34-16-689 0,5 0-307 0,2-5-281 16,0-2 0-16,2-5 0 0,4-9 0 16,11-4 0-16,3-2 0 0,5 0 0 15,2 6 0-15,2 3 0 16,0 6 0-16,-3 3 0 0,1 5 0 15,-4 4 0-15,2 7 0 0,-3 5 0 16,-5 9 0-16,-3 6 0 16,-4 6 0-16,-5 7 0 0,-3 5 0 15,-5 4 0-15,-3 3 0 0,-2 0 0 16,-5-2 0-16,-1-3 0 0,-3-3 0 16,3-6 0-16,-1-5 0 0,3-6 0 15,3-9 0-15,5-7 0 16,2-7 0-16,0-4 0 0,2 0 0 15,0-13 0-15,2-10 0 0,0-15 0 16,6-6 0-16,0-5 0 0,2 5 0 16,3 5 0-16,3 7 0 0,1 11 0 15,-5 9 0-15,-4 7 0 0,0 7 0 16,1 12 0-16,-3 8 0 0,4 7 0 16,-2 6 0-16,2-2 0 15,3-1 0-15,1-2 0 0,3-6 0 16,7-2 0-16,3-6 0 0,-4-7-1041 15,0-4-1716-15</inkml:trace>
  <inkml:trace contextRef="#ctx0" brushRef="#br1" timeOffset="-63998.53">28768 8629 7383 0,'0'0'809'0,"0"0"-809"15,0 0 0-15,0 0 0 16,0 0 0-16,-16 39 0 0,14-12 0 15,2 0 0-15,0 1 0 0,4-4 0 16,0 0 0-16,-2-1 0 0,0 1 0 16,-2-1 0-16,0-2 0 0,0-6-369 15,0-5-1784-15,0-7-1252 0</inkml:trace>
  <inkml:trace contextRef="#ctx0" brushRef="#br1" timeOffset="-63801.5">28929 8565 7807 0,'0'0'385'16,"0"0"-385"-16,0 0 0 0,0 0 0 16,0 0 0-16,-4 53 0 0,2-19 0 15,0 0 0-15,2-3 0 16,0 1 0-16,2-2 0 0,-2 2 0 16,0-2 0-16,-2-1 0 0,-4-2 0 15,-4-7 0-15,3-8-1818 16,-3-7-515-16</inkml:trace>
  <inkml:trace contextRef="#ctx0" brushRef="#br1" timeOffset="-63682.24">28683 8636 7427 0,'0'0'765'16,"0"0"-765"-16,44-35 0 0,-11 22 0 16,4 0 0-16,0 2 0 15,0 3 0-15,1-1 0 0,3 3 0 16,-2-1 0-16,-10 1-497 0,-4-1-2784 0</inkml:trace>
  <inkml:trace contextRef="#ctx0" brushRef="#br1" timeOffset="-63429.67">29206 8811 7843 0,'0'0'349'0,"0"0"-349"0,0 0 0 16,0 0 0-16,0 0 0 15,0 0 0-15,0 0 0 0,35 3-241 16,-16-11-2856-16</inkml:trace>
  <inkml:trace contextRef="#ctx0" brushRef="#br1" timeOffset="-62903.15">29643 8505 6150 0,'0'0'817'16,"-9"-39"7"-16,-3 25-423 0,-7 7-401 0,-1 5 0 15,-1 5 0-15,-6 9 0 16,0 9 0-16,0 8 0 0,0 9 0 16,3 7 0-16,3 5 0 0,4 4 0 15,7 2 0-15,10-1 0 16,6-5 0-16,9-7 0 0,10-11 0 15,6-9 0-15,6-9 0 0,6-13 0 16,-2-1 0-16,-1-11 0 0,-9-8 0 16,-6-5 0-16,-7-6 0 0,-10-5 0 15,-1-2 0-15,-7-4 0 0,-2 0 0 16,-5-2 0-16,1 2 0 0,-2 4 0 16,0 4 0-16,-1 9 0 15,5 6 0-15,2 10 0 0,2 5 0 16,0 3 0-16,4 5-813 0,3 0-624 15,3 6-2349-15</inkml:trace>
  <inkml:trace contextRef="#ctx0" brushRef="#br1" timeOffset="-62764.21">29864 8862 7207 0,'0'0'985'0,"-7"42"-985"0,3-21 0 15,-2-3 0-15,4-5 0 16,0-4 0-16,2-5 0 0,0-1 0 15,0-1 0-15,6-2 0 0,-2-5-1810 16,5-7-731-16</inkml:trace>
  <inkml:trace contextRef="#ctx0" brushRef="#br1" timeOffset="-62514.02">30029 8428 5750 0,'0'0'616'15,"0"0"249"-15,0 0-229 0,0 0-311 16,0 0-325-16,0 0 0 0,0 0 0 16,0 0 0-16,0 0 0 15,0 0 0-15,-8 23 0 0,-5 12 0 16,3 5 0-16,2 1 0 0,2-1 0 16,1 2 0-16,5 0 0 0,0 0 0 15,0 1 0-15,0-3 0 16,3-2 0-16,-1-3 0 0,0-5 0 15,0-1 0-15,-2-8-333 0,0-3-1612 16,0-8 0-16,0-6-760 0</inkml:trace>
  <inkml:trace contextRef="#ctx0" brushRef="#br1" timeOffset="-62071.15">30176 8411 5274 0,'0'0'888'0,"0"0"269"0,39-23-533 0,-24 18-375 0,1 1-249 16,3 1 0-16,6 0 0 16,-1-1 0-16,7 2 0 0,2 1 0 0,3 0 0 15,-3 1 0-15,0 0 0 16,-6 5 0-16,-5 2 0 0,-9 2 0 15,-7 5 0-15,-6 5 0 0,-8 4 0 16,-9 7 0-16,-6 6 0 0,-1 3 0 16,-5 9 0-16,0 2 0 0,2 2 0 15,4 0 0-15,2-2 0 16,7-3 0-16,4-7 0 0,5-5 0 16,5-5 0-16,3-7 0 0,-1-5 0 15,4-9-557-15,-6-3-1644 16,2-7-644-16</inkml:trace>
  <inkml:trace contextRef="#ctx0" brushRef="#br1" timeOffset="-61932.4">30271 8767 7219 0,'0'0'852'0,"0"0"-731"16,43-21-121-16,-18 17 0 0,10 0 0 16,0 1 0-16,3 0 0 15,-1 1 0-15,-2-2 0 0,0 1 0 16,2-3 0-16,-8 1 0 0,-2-4-1846 0</inkml:trace>
  <inkml:trace contextRef="#ctx0" brushRef="#br1" timeOffset="-61508.74">30759 8204 5170 0,'0'0'940'0,"0"0"-275"0,0 0-13 16,0 0 88-16,0 0-715 15,0 0-25-15,39 29 0 0,-22 14 0 16,-1 10 0-16,3 8 0 0,-5 0 0 16,-3 6 0-16,-7 0 0 0,-4 3 0 15,-9-1 0-15,-7-3 0 16,-5-3 0-16,-2-9 0 0,1-8 0 15,-1-9 0-15,8-13 0 0,5-11 0 16,4-11 0-16,4-17 0 0,0-2-1389 16,0-13-1593-16</inkml:trace>
  <inkml:trace contextRef="#ctx0" brushRef="#br1" timeOffset="-61201.25">30937 7971 5206 0,'0'0'720'16,"0"0"-128"-16,39-38 401 0,-21 29-577 16,3 2-151-16,2 3-265 0,-3 3 0 15,1 1 0-15,-4 4 0 0,-3 5 0 16,-6 4 0-16,-8 7 0 15,-4 5 0-15,-6 5 0 0,-9 2 0 16,3-2 0-16,1-2 0 0,3-6 0 16,2-4 0-16,3-4 0 0,5-4 0 15,2-1 0-15,11 0 0 0,3 0 0 16,9 1 0-16,4-5 0 0,0 0 0 16,2 0 0-16,-5 0 0 15,-7 0 0-15,-5-2-869 0,-5 1-1088 0</inkml:trace>
  <inkml:trace contextRef="#ctx0" brushRef="#br1" timeOffset="-60950.1">31131 8738 7283 0,'0'0'44'0,"0"0"821"16,14-34-865-16,3 20 0 0,4-2 0 15,-3 3-1077-15,-1-4-1120 0</inkml:trace>
  <inkml:trace contextRef="#ctx0" brushRef="#br1" timeOffset="-60528.42">31482 8425 6366 0,'0'0'761'0,"0"0"-133"15,-45 32-191-15,32-1-437 16,3 9 0-16,4 8 0 0,0 6 0 16,4 3 0-16,2 0 0 0,2-3 0 15,2-3 0-15,4-7 0 16,2-7 0-16,7-6 0 0,4-11-129 15,-7-8-1119-15,5-8-509 0</inkml:trace>
  <inkml:trace contextRef="#ctx0" brushRef="#br1" timeOffset="-60236.05">31695 8540 7159 0,'0'0'836'0,"-37"-11"-639"0,14 13-197 16,3 10 0-16,-3 8 0 0,0 6 0 15,2 6 0-15,3 5 0 0,3 5 0 16,9 0 0-16,6-1 0 0,4 0 0 16,9-6 0-16,7-5 0 0,7-9 0 15,4-8 0-15,4-8 0 16,3-7 0-16,-1-10 0 0,-4-9 0 16,-4-6 0-16,-6-4 0 0,-9-3 0 15,-8 1 0-15,-6-3 0 16,-2 2 0-16,-10-2 0 0,-5 0 0 15,-3 2 0-15,-3 3 0 0,0 6 0 16,0 7 0-16,9 7 0 0,3 5 0 16,5 5 0-16,6 1 0 0,2 3 0 15,2 0-1333-15,9 3-192 0</inkml:trace>
  <inkml:trace contextRef="#ctx0" brushRef="#br1" timeOffset="-59933.32">31968 8608 7471 0,'0'0'721'0,"-19"-45"-721"16,11 26 0-16,0 10 0 0,-2 7 0 16,-3 3 0-16,-3 14 0 0,-5 9 0 15,2 7 0-15,3 8 0 16,1 5 0-16,9 2 0 0,4 4 0 15,6-1 0-15,9-4 0 0,7-9 0 16,5-9 0-16,8-11 0 0,0-8 0 16,2-8 0-16,-2-6 0 0,-6-10 0 15,-2-8 0-15,-8-5 0 0,-9-6 0 16,-6 0 0-16,-4-1 0 0,-8 0 0 16,-5-1 0-16,-6 0 0 15,-1 4 0-15,-1 7 0 0,4 3 0 16,7 7-1069-16,4 4-748 0,6 2-572 0</inkml:trace>
  <inkml:trace contextRef="#ctx0" brushRef="#br1" timeOffset="-59566.09">32402 8236 6102 0,'0'0'84'0,"0"0"681"0,-4 47-157 0,-2-9-80 0,-5 8-423 0,-1 2-105 0,2 3 0 16,1 4 0-16,3 1 0 15,2 1 0-15,0-1 0 0,2 0 0 16,0-5 0-16,2-4 0 0,0-6 0 16,-2-8 0-16,2-8-577 0,-2-10-1072 15,2-7-404-15</inkml:trace>
  <inkml:trace contextRef="#ctx0" brushRef="#br1" timeOffset="-59270.82">32377 8682 6002 0,'0'0'1145'16,"0"0"-545"-16,0 0-155 15,40-25-445-15,-20 17 0 0,5-2 0 16,-4 5 0-16,-3 2 0 0,1 1 0 15,-9 1 0-15,1 1 0 0,-7 0 0 16,-4 0 0-16,0 6 0 0,-6 7 0 16,-13 8 0-16,-4 6 0 15,-8 4 0-15,2 3 0 0,4-3 0 16,3-1 0-16,7-1 0 0,7-4 0 16,8-4 0-16,10-6 0 0,11-3 0 15,4-5 0-15,6-4 0 16,8-3 0-16,2-2 0 0,7-5-37 15,-1-2-207-15,-9 0-364 0,-3-3-2786 0</inkml:trace>
  <inkml:trace contextRef="#ctx0" brushRef="#br1" timeOffset="-58886.03">32834 8706 6895 0,'0'0'912'0,"-45"-38"-527"16,20 27-385-16,0 9 0 0,0 2 0 15,-2 10 0-15,1 4 0 0,-1 4 0 16,4 2 0-16,4 1 0 0,9-1 0 16,8-1 0-16,4 0 0 15,10-3 0-15,9-4 0 0,8-4 0 16,6-5 0-16,2-3 0 0,3-3 0 16,-3-4 0-16,-4-1 0 0,-6 2 0 15,-9 3 0-15,-3 3 0 16,-3 6 0-16,-1 8 0 0,-1 7 0 15,-2 6 0-15,0 5 0 0,-1 2 0 16,-1 2 0-16,-2 1 0 0,-2 1 0 16,-2-1 0-16,0 1 0 0,-12-1 0 15,-3-3 0-15,-8 0 0 0,-3-4 0 16,-5-4 0-16,-3-3 0 0,-1-8 0 16,0-4 0-16,2-7 0 15,4-6 0-15,6-6 0 0,3-7 0 16,16-8 0-16,8-2 0 0,16-6 0 15,18-5 0-15,13-5 0 0,15-2 0 16,11-4 0-16,10 1 0 0,6-1-537 16,-23 12-1572-16,-4-4-1937 0</inkml:trace>
  <inkml:trace contextRef="#ctx0" brushRef="#br1" timeOffset="-58015.21">28708 9695 6054 0,'0'0'1001'0,"0"0"-189"0,0 0-487 0,0 0-325 16,0 0 0-16,54 8 0 15,-13-8 0-15,5-2 0 0,-3-3 0 16,-6 1 0-16,-2 2 0 0,-6 2 0 15,-2 0 0-15,-6 0 0 0,-9 1 0 16,-3 2-1073-16,-7 0-672 0</inkml:trace>
  <inkml:trace contextRef="#ctx0" brushRef="#br1" timeOffset="-57857.99">28750 9877 7027 0,'0'0'408'0,"0"0"349"16,53 20-757-16,-20-14 0 16,7-1 0-16,-7-1 0 0,0-1 0 15,-2 1 0-15,0-3 0 0,0-2 0 16,-8-3-1489-16,-1-4-4914 0</inkml:trace>
  <inkml:trace contextRef="#ctx0" brushRef="#br1" timeOffset="-56013.89">29622 9357 4213 0,'0'0'2342'16,"0"0"-1518"-16,-13 54-164 0,1-18-507 0,-2 9-153 16,-1 0 0-16,1 6 0 15,3 3 0-15,1 4 0 0,2 1 0 16,4 0 0-16,1-1 0 0,3-1 0 15,0-2 0-15,0-8 0 0,0-10 0 16,3-10 0-16,3-14 0 0,4-13-1153 16,-2-4-536-16,3-12-1048 0</inkml:trace>
  <inkml:trace contextRef="#ctx0" brushRef="#br1" timeOffset="-55804.7">29835 9425 7003 0,'0'0'848'16,"-13"53"-507"-16,5-19-341 16,-2 3 0-16,1 5 0 0,1 5 0 15,-2 3 0-15,4 2 0 0,-3 1 0 16,3-2 0-16,-2 0 0 0,2-2 0 16,0-4 0-16,1-9 0 15,3-5 0-15,2-8 0 0,2-14-213 16,0-4-1844-16,5-10-1276 0</inkml:trace>
  <inkml:trace contextRef="#ctx0" brushRef="#br1" timeOffset="-55481.18">30124 9394 2629 0,'0'0'4330'0,"0"0"-3574"0,0 0-384 15,0 0-267-15,0 0-105 0,8 44 0 16,-8-11 0-16,-4 3 0 16,-4 0 0-16,-4-2 0 0,-5 2 0 15,-2 2 0-15,-5 0 0 0,-5 2 0 16,-2-1 0-16,2-3 0 0,6-8 0 16,7-6 0-16,7-9 0 15,7-6 0-15,6-5 0 0,17-2 0 16,10-7 0-16,12-2 0 0,7-5 0 15,2 0 0-15,-3 4 0 0,-1 0 0 16,-5 4 0-16,-6 3 0 0,-6-1 0 16,-8 4 0-16,-6 0 0 0,-7 0 0 15,-6 0 0-15,-4 0-321 0,-2-1-627 16,-2 0 27-16,-10-4-595 0</inkml:trace>
  <inkml:trace contextRef="#ctx0" brushRef="#br1" timeOffset="-55282.2">30374 9496 7799 0,'0'0'393'15,"-14"35"-393"-15,8 1 0 0,-7 11 0 16,1 9 0-16,-1 3 0 0,-1 9 0 16,-1-1 0-16,3 0 0 15,2-7 0-15,-1-4 0 0,5-9 0 16,2-2 0-16,2-7 0 0,2-12 0 15,0-8-1193-15,4-10-2077 0</inkml:trace>
  <inkml:trace contextRef="#ctx0" brushRef="#br1" timeOffset="-54878.83">30841 9325 3825 0,'0'0'2341'0,"0"0"-1060"16,0 0-937-16,0 0-24 0,-4 54-239 16,-2-11-81-16,0 4 0 15,-2 1 0-15,1-7 0 0,3 0 0 16,0-6 0-16,2 0 0 0,0-6 0 15,0-5 0-15,0-3 0 0,2-6 0 16,0-6 0-16,0-5-353 16,0-4-763-16,0-4-2090 0</inkml:trace>
  <inkml:trace contextRef="#ctx0" brushRef="#br1" timeOffset="-54673.84">30893 9349 6446 0,'0'0'861'0,"0"0"24"16,0 0-885-16,0 0 0 0,0 0 0 16,-2 61 0-16,2-24 0 0,0 5 0 15,4-1 0-15,4-2 0 0,1-1 0 16,3-1 0-16,-2-4 0 16,3-4 0-16,-1-2 0 0,-3-4 0 15,-3-4 0-15,0-4 0 0,-2-7 0 16,-2-6-1433-16,0-3-944 0</inkml:trace>
  <inkml:trace contextRef="#ctx0" brushRef="#br1" timeOffset="-54332.31">31046 9397 5902 0,'0'0'905'16,"0"0"299"-16,0 0-1023 0,0 0-181 15,-4 49 0-15,2-13 0 0,2 6 0 16,-2 1 0-16,2-5 0 16,-2-3 0-16,-2-2 0 0,2-3 0 15,-3-4 0-15,1-6 0 0,0-2 0 16,2-7 0-16,2-6-1445 0,0-3-760 16,0-8-1849-16</inkml:trace>
  <inkml:trace contextRef="#ctx0" brushRef="#br1" timeOffset="-54068.23">31437 9163 3937 0,'0'0'2529'0,"0"0"-1212"15,0 0-908-15,-33 70-409 16,10-17 0-16,-6 12 0 0,-2 6 0 15,-4 0 0-15,-4 5 0 0,-3 5 0 16,-1 2 0-16,6 2 0 16,1 0 0-16,10-6 0 0,3-11 0 15,6-8 0-15,7-13 0 0,6-8 0 16,4-10 0-16,6-13 0 16,4-9 0-16,5-8 0 0,3-13-745 15,-1 0-932-15,-3-5-748 0</inkml:trace>
  <inkml:trace contextRef="#ctx0" brushRef="#br1" timeOffset="-53524.73">31304 9939 6555 0,'-8'33'680'16,"4"-1"-276"-16,2 6 149 0,2-4-553 15,0 0 0-15,0-5 0 0,4-1 0 16,-2-5 0-16,2-3 0 16,0-4 0-16,-1-6 0 0,-1-4 0 15,0-3 0-15,0-3 0 0,4-5 0 16,2-7 0-16,3-10 0 0,5-8 0 15,1-7 0-15,-1 2 0 0,1 0 0 16,-1 3 0-16,-1 5 0 0,-3 8 0 16,-2 7 0-16,-3 9 0 0,-5 3 0 15,-2 2 0-15,0 10 0 0,0 6 0 16,-6 4 0-16,-1 2 0 0,1-4 0 16,0-7 0-16,4-1 0 15,0-6 0-15,2-1 0 0,0-4 0 16,2 0 0-16,6-1 0 0,7-5 0 15,3-5 0-15,5-6 0 16,2-2 0-16,-3 3 0 0,-5 2 0 16,-5 2 0-16,-1 5 0 0,-7 5 0 15,2 1 0-15,-2 12 0 0,4 12 0 16,-1 5 0-16,-3 3 0 16,2-1 0-16,-4-7 0 0,2-4 0 15,0-2 0-15,0-3 0 0,1-4 0 16,-5-4 0-16,2-2 0 0,-2-3-497 15,0-2-1716-15,0-1-1829 0</inkml:trace>
  <inkml:trace contextRef="#ctx0" brushRef="#br1" timeOffset="-18790.39">26246 11078 2693 0,'0'0'2289'0,"0"0"-1165"0,0 0-347 0,0 0 463 15,0 0-1171-15,0 0-69 0,0 0 0 16,4-37 0-16,7 10 0 16,3-3 0-16,3-1 0 0,-1-3 0 15,3-5 0-15,-1-1 0 0,1-3 0 16,0-3 0-16,-1 2 0 0,3-1 0 15,-5 0 0-15,-1 1 0 16,-1 3 0-16,-3 3 0 0,-1 5 0 16,-2 5 0-16,-1 8 0 0,-3 5 0 15,-2 5 0-15,0 6 0 0,-2 0 0 16,0 4 0-16,0 0 0 16,0 0 0-16,-2 0 0 0,0 6 0 15,0 7 0-15,0 9 0 0,2 9 0 0,0 10 0 16,2 5 0-16,6 2 0 15,0 7 0-15,7 2 0 0,1 1 0 16,1 0 0-16,-1-1 0 0,3-4 0 16,-3-3 0-16,3-4 0 0,-2-4 0 15,1-4 0-15,-1-3 0 0,-3-4 0 16,3-6 0-16,-3-4 0 16,-1-5 0-16,-3-7 0 0,-4-4 0 15,-2-4 0-15,-2 1 0 0,2-2 0 16,-2 0 0-16,-2-4 0 0,0-6 0 15,-8-3 0-15,0-2 0 16,0 3 0-16,-1 5 0 0,-1 2 0 16,0 5 0-16,-3 0 0 0,1 0 0 15,0 0 0-15,-3 0 0 0,-4 1 0 16,-1 1 0-16,-11-1 0 16,-4 0 0-16,-11 1 0 0,-6-2 0 15,-5 0 0-15,-5-5 0 0,4-5 0 16,8-4 0-16,13-2 0 0,14-3 0 15,9-3 0-15,5 4 0 0,5-2-1253 0</inkml:trace>
  <inkml:trace contextRef="#ctx0" brushRef="#br1" timeOffset="-16154.43">25725 10156 2413 0,'0'0'904'0,"0"0"-52"0,0 0 377 15,0 0-385-15,0 0-171 0,2-32 323 0,-2 31-715 16,0 1-281-16,0 4 0 15,0 14 0-15,-2 18 0 0,0 11 0 16,2 10 0-16,0 11 0 0,4 3 0 16,1 7 0-16,-3 5 0 0,0 0 0 15,-2 0 0-15,-2-7 0 0,0-5 0 16,-3-8 0-16,3-9 0 16,0-9 0-16,-2-8 0 0,4-8 0 15,-2-12 0-15,2-7 0 0,-2-8 0 16,2-4-873-16,-2-3-552 0,2-15-648 15</inkml:trace>
  <inkml:trace contextRef="#ctx0" brushRef="#br1" timeOffset="-15797.93">25723 10746 4430 0,'0'0'1484'16,"0"0"-731"-16,11-46 7 0,-1 34-4 16,4 0-747-16,1 0-9 0,3 1 0 15,1-2 0-15,4-1 0 0,0 3 0 16,-1-1 0-16,-1 2 0 16,-2 6 0-16,-5 2 0 0,-2 2 0 15,-3 3 0-15,-3 5 0 0,-4 5 0 16,0 4 0-16,-2 3 0 0,-6 0 0 15,-5-1 0-15,-1 5 0 16,-4-1 0-16,-1 1 0 0,0 1 0 16,-1 0 0-16,1-1 0 0,5 1 0 15,2-1 0-15,8 2 0 0,2 0 0 16,8-2 0-16,4 1 0 0,7-5 0 16,4-3 0-16,5-3 0 15,6-5 0-15,3-4 0 0,2-3 0 16,-8-2-529-16,-6-1-2925 0</inkml:trace>
  <inkml:trace contextRef="#ctx0" brushRef="#br1" timeOffset="-14947.76">26941 10725 1732 0,'0'0'3802'0,"0"0"-2818"0,0 0 141 16,0 0-725-16,0 0-251 0,37 1-149 16,-8-2 0-16,6-2 0 0,-2 0 0 15,-2 2 0-15,2 0 0 0,-2 1 0 16,2 0 0-16,0 0 0 16,-4 0 0-16,-6 0 0 0,-2 1 0 15,-7 0-209-15,-6 0-1280 0,-5 1-635 0</inkml:trace>
  <inkml:trace contextRef="#ctx0" brushRef="#br1" timeOffset="-14754.52">27028 10864 5746 0,'0'0'965'0,"0"0"516"16,35 14-1481-16,-10-11 0 0,-1 2 0 15,1 0 0-15,2 1 0 0,0 1 0 16,2 0 0-16,2 0 0 0,-4-3 0 16,2-4 0-16,-9 0 0 0,-1-6-2870 0</inkml:trace>
  <inkml:trace contextRef="#ctx0" brushRef="#br1" timeOffset="-12129.94">27635 10803 3485 0,'0'0'844'0,"0"0"481"0,0 0-485 0,0 0-279 0,0 0 119 16,0 0-456-16,0 0 9 0,0 48-233 15,0-16 0-15,0 6 0 0,0-1 0 16,2-1 0-16,0-2 0 16,3-3 0-16,-5-4 0 0,4-5 0 15,-2-7 0-15,-2-5 0 0,2-6 0 16,-2-4 0-16,2-1 0 0,4-11 0 15,4-15 0-15,3-10 0 16,1-10 0-16,1-5 0 0,1 2 0 16,1-1 0-16,-1 5 0 0,1 7 0 15,-3 9 0-15,-3 13 0 0,-3 8 0 16,-4 8 0-16,0 2 0 0,5 10 0 16,-3 8 0-16,0 5 0 15,0 6 0-15,-2 0 0 0,-2 1 0 16,0-3 0-16,1-2 0 0,1-3 0 15,2-6 0-15,-4-4 0 0,4-7 0 16,-4-2 0-16,4-4 0 0,3-2 0 16,5-9 0-16,3-9 0 0,3-7 0 15,1-2 0-15,-2 1 0 0,1 8 0 16,-3 5 0-16,-5 8 0 16,1 7 0-16,-3 4 0 0,0 10 0 15,1 7 0-15,-3 7 0 0,-2 5 0 16,-4 3 0-16,0 2 0 15,0-2 0-15,0-4 0 0,0-3 0 16,3-5 0-16,5-5 0 0,0-7 0 16,1-4 0-16,3-6-2738 0</inkml:trace>
  <inkml:trace contextRef="#ctx0" brushRef="#br1" timeOffset="-11388.18">28652 10938 3673 0,'0'0'929'0,"13"-42"-49"0,-11 18 441 16,-2-1-693-16,-6-1-96 0,-5 0-303 15,-7 0-229-15,-3 3 0 0,-6 6 0 16,0 7 0-16,-2 9 0 0,2 7 0 16,-4 13 0-16,3 5 0 0,1 8 0 15,2 4 0-15,6 4 0 0,9 2 0 16,10-1 0-16,6-3 0 16,15-6 0-16,8-9 0 0,4-8 0 15,8-9 0-15,0-6 0 0,1-8 0 16,-3-7 0-16,-6-4 0 15,-2-3 0-15,-10-2 0 0,-7-2 0 16,-3 4 0-16,-7 0 0 0,-2 5 0 16,0 6 0-16,-2 4 0 0,0 6 0 15,0 1 0-15,0 0 0 0,0 8 0 16,2 6 0-16,4 14 0 0,5 8 0 16,-1 8 0-16,4 6 0 15,-1 1 0-15,1 5 0 0,-6 4 0 16,-5 1 0-16,-8 3 0 0,-7 0 0 15,-11 0 0-15,-8-2 0 0,-4-2 0 16,-4-6 0-16,-5-5 0 0,1-10 0 16,-2-9 0-16,-5-8 0 0,-2-10 0 15,-2-8 0-15,7-7 0 16,1-17 0-16,9-11 0 0,4-14 0 16,10-6 0-16,13 1 0 0,12 5 0 15,21 9 0-15,16 5 0 0,11 5 0 16,8 3 0-16,4 4 0 0,6 6 0 15,8 0 0-15,5 4 0 16,-2 0 0-16,-1 2 0 0,-10 0 0 16,-18 0 0-16,-9-4-4115 0</inkml:trace>
  <inkml:trace contextRef="#ctx0" brushRef="#br1" timeOffset="-7310.7">27098 12503 1684 0,'0'0'296'0,"0"0"1373"0,0 0-808 0,0 0-341 16,0 0 476-16,0 0-467 0,0 0-161 15,0 0 260-15,-33 20-312 16,33-20 9-16,0 0-325 0,0 0 0 16,0-1 0-16,0-6 0 0,4-10 0 15,2-8 0-15,4-8 0 0,1-7 0 16,3-9 0-16,1-5 0 16,-1-10 0-16,5-9 0 0,-3-1 0 15,-1 4 0-15,1 8 0 0,-1 15 0 16,-5 13 0-16,-2 14 0 0,-3 12 0 15,-3 3 0-15,0 4 0 0,-2 0 0 16,2 2 0-16,4 8 0 0,-2 12 0 16,4 7 0-16,-1 9 0 0,1 3 0 15,-2 5 0-15,2 7 0 16,5 6 0-16,1 3 0 0,5 2 0 16,1-5 0-16,3-2 0 0,2-7 0 15,-4-6 0-15,1-5 0 0,-1-7 0 16,-4-5 0-16,-3-8 0 0,-8-5 0 15,1-6 0-15,-7-5 0 16,0 1 0-16,-7-3 0 0,-9-4 0 16,-17-2 0-16,-9-1 0 0,-11 1 0 15,-3 5 0-15,2 1 0 0,7 5 0 16,11 2 0-16,16-2 0 16,11-2 0-16,9 1 0 0,9-4 0 15,-3-3-1061-15,15-6-2961 0</inkml:trace>
  <inkml:trace contextRef="#ctx0" brushRef="#br1" timeOffset="-5077.4">27840 12504 2325 0,'0'0'2897'0,"0"0"-1284"15,0 0-797-15,0 0-275 0,-12-35-541 16,5 20 0-16,-3 5 0 0,0-1 0 15,-3 4 0-15,1 2 0 0,-1 3 0 16,-1 2 0-16,2 7 0 0,-1 4 0 16,1 3 0-16,1 5 0 0,3 1 0 15,2 1 0-15,6 1 0 16,2 0 0-16,8 3 0 0,5 0 0 16,3-1 0-16,3-1 0 0,2 0 0 15,-2-4 0-15,-3 1 0 0,-3-6 0 16,-7 2 0-16,-2-6 0 0,-4-2 0 15,-2-3 0-15,0 0 0 16,-2-1 0-16,-8 0 0 0,-9 1 0 16,-12-5 0-16,-6 0 0 0,-2-6 0 15,6-4 0-15,6-2 0 0,6-1 0 16,9 0 0-16,3 3-1009 16,5-3-2313-16</inkml:trace>
  <inkml:trace contextRef="#ctx0" brushRef="#br1" timeOffset="-3879.82">28208 12247 5606 0,'0'0'1089'0,"0"0"-9"0,0 0-663 0,0 0-417 0,0 0 0 15,37-1 0-15,-10-5 0 0,4 0 0 16,2 1 0-16,-2 1 0 0,-4 2 0 15,0 2 0-15,-4 0 0 16,-5 4 0-16,-1-2 0 0,-3 2 0 16,-1-1 0-16,-3 1-69 0,-6-2-1383 15,-2 2-381-15</inkml:trace>
  <inkml:trace contextRef="#ctx0" brushRef="#br1" timeOffset="-3670.07">28206 12383 8192 0,'0'0'0'0,"0"0"0"0,0 0 0 15,43 25 0-15,-10-15 0 16,2-2 0-16,3-1 0 0,-3 1 0 16,0 1 0-16,0-6 0 0,2-3 0 15,1-3 0-15,-10-6 0 0,1-5-1782 16</inkml:trace>
  <inkml:trace contextRef="#ctx0" brushRef="#br1" timeOffset="-1603.93">29291 12079 4277 0,'-2'-42'2510'0,"-2"-6"-1894"0,2-1-192 0,-2 10-59 16,-3 7-365-16,1 7 0 0,0 7 0 15,-4 9 0-15,-1 6 0 16,-5 5 0-16,-3 8 0 0,-6 8 0 16,-1 7 0-16,-5 8 0 0,-5 4 0 15,1 3 0-15,2-1 0 0,4 1 0 16,13-2 0-16,7-2 0 16,9-3 0-16,11 2 0 0,7 0 0 15,11 0 0-15,9 0 0 0,5-1 0 16,5-2 0-16,-1-1 0 0,-8 0 0 15,-10 3 0-15,-12 1 0 0,-11-1 0 16,-6 2 0-16,-12-4 0 0,-7-3 0 16,-4 0 0-16,-4-8 0 15,-2-4 0-15,-4-9 0 0,4-8 0 16,1-2 0-16,1-13 0 0,8-6 0 16,7-10 0-16,5-8 0 0,7-8 0 15,7-5 0-15,9 2 0 0,11 4 0 16,6 3 0-16,2 3 0 0,0 1 0 15,-8 5 0-15,-2 7 0 16,-8 5 0-16,-3 5 0 0,-2 0 0 16,-1 4 0-16,1 4 0 0,-6 2 0 15,5 0-1854-15</inkml:trace>
  <inkml:trace contextRef="#ctx0" brushRef="#br1" timeOffset="-1465.43">29452 12546 8107 0,'0'0'85'0,"0"0"-85"0,-24 51 0 0,13-32 0 15,5-3 0-15,0-2 0 0,4-3 0 16,2-6 0-16,12-5 0 0,9-11 0 0,-3-1-1557 16,-1-9-2305-16</inkml:trace>
  <inkml:trace contextRef="#ctx0" brushRef="#br1" timeOffset="-988.49">29915 11949 6835 0,'0'0'888'0,"-22"-35"-419"15,3 29-469-15,-4 12 0 0,-8 11 0 16,-4 13 0-16,-4 11 0 0,0 10 0 15,1 8 0-15,5 7 0 16,6 6 0-16,9 2 0 0,7-2 0 16,11-2 0-16,9-7 0 0,14-6 0 15,8-11 0-15,8-13 0 0,8-10 0 16,3-11 0-16,-5-12 0 16,-3-4 0-16,-13-9 0 0,-11-5 0 15,-11-1 0-15,-12 0 0 0,-13 4 0 16,-11 7 0-16,-13 4 0 0,-5 9 0 15,-3 7 0-15,1 6 0 0,7 4 0 16,9-3 0-16,11 1 0 0,11-9 0 16,11-3 0-16,8-4-1025 0,11-4-2025 15</inkml:trace>
  <inkml:trace contextRef="#ctx0" brushRef="#br1" timeOffset="-398.89">30364 12382 5650 0,'0'0'1837'0,"0"0"-1165"0,-19 49-639 0,13-24-33 15,2 1 0-15,-2 0 0 0,4-1 0 16,2-1 0-16,-2-1 0 16,2-5 0-16,2-3 0 0,0-4 0 15,2-6 0-15,-2-3 0 0,2-2 0 16,4-11 0-16,5-10 0 0,5-10 0 15,1-8 0-15,0-1 0 16,-1 1 0-16,-1 7 0 0,-5 4 0 16,-2 12 0-16,-5 6 0 0,-1 6 0 15,-2 4 0-15,-2 1 0 0,2 8 0 16,0 10 0-16,-2 7 0 16,0 3 0-16,0-1 0 0,-2-4 0 15,2-4 0-15,0-6 0 0,4-5 0 16,2-5 0-16,7-4 0 0,1-7 0 15,9-6 0-15,-2-6 0 0,1-2 0 16,-1-2 0-16,0 3 0 0,-5 1 0 16,-1 5 0-16,-5 4 0 0,-4 6 0 15,0 4 0-15,5 2 0 0,1 8 0 16,3 6 0-16,-1 3 0 16,-4 5 0-16,1 1 0 0,-7 1 0 15,-2 2 0-15,-2 3 0 0,0-1 0 16,-2-2 0-16,-2-3 0 0,2-6 0 15,0-6 0-15,-1-5-1521 16,3-9-3962-16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g"/>
          <inkml:channel name="T" type="integer" max="2.14748E9" units="dev"/>
        </inkml:traceFormat>
        <inkml:channelProperties>
          <inkml:channelProperty channel="X" name="resolution" value="622.47339" units="1/cm"/>
          <inkml:channelProperty channel="Y" name="resolution" value="1100.30225" units="1/cm"/>
          <inkml:channelProperty channel="F" name="resolution" value="22.75278" units="1/deg"/>
          <inkml:channelProperty channel="T" name="resolution" value="1" units="1/dev"/>
        </inkml:channelProperties>
      </inkml:inkSource>
      <inkml:timestamp xml:id="ts0" timeString="2025-02-26T19:09:40.46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1674 4482 2801 0,'0'0'1989'0,"-16"-45"-1449"0,3 23-48 15,-7 3 160-15,-3 5 9 0,-2 2-449 16,-4 3-68-16,2 4 100 0,5 4-120 16,-3 1 8-16,4 2 20 0,3 5-128 15,-1 2 1-15,2 2-25 16,1 3 0-16,6 2 0 0,-1 1 0 16,5 0-25-16,6 1 5 0,6 1 0 15,7-1-40-15,9 0 40 0,11-1 20 16,7 1-36-16,3 1 36 0,1 1 0 15,-1 5-12-15,-6 5-116 0,-4 2-292 16,-8 4 0-16,-6 3 164 0,-13-2-57 16,-4 0 241-16,-4-4 72 0,-4-2 52 15,-11-2 48-15,-6-2 37 16,-1-3 135-16,-5-2-56 0,0-3 16 16,0-4 64-16,0-4-196 0,4-6-20 15,-4-5 8-15,6-5-88 0,3-8-12 16,3-3-444-16,9-2-304 15,8-6-113-15,2 9-1564 0</inkml:trace>
  <inkml:trace contextRef="#ctx0" brushRef="#br0" timeOffset="234.12">1893 4356 6855 0,'0'0'692'16,"-10"42"-448"-16,10-10 157 0,0 5-401 16,4 6 0-16,7 6 0 15,-1 5 0-15,-2 8 0 0,0 4 0 16,3 1 0-16,-9 0 0 0,0-3 0 16,-2-6 0-16,-4-6 0 0,4-4-97 15,-11-14-1816-15,7-10-32 0,-2-14-1304 16</inkml:trace>
  <inkml:trace contextRef="#ctx0" brushRef="#br0" timeOffset="390.2">1720 4856 6923 0,'0'0'512'0,"0"0"36"0,47-14-339 16,-16 7-209-16,-6 0 0 0,0 2 0 15,-2-1 0-15,-1 0 0 0,-1 0 0 16,2-2 0-16,0-1 0 0,4-5 0 15,-5 4-1313-15,-1-2-1781 0</inkml:trace>
  <inkml:trace contextRef="#ctx0" brushRef="#br0" timeOffset="731.27">2160 4821 7603 0,'0'0'589'16,"0"52"-589"-16,-4-23 0 0,4 1 0 15,0-5 0-15,0-1 0 16,4-2 0-16,2-3 0 0,1-2 0 16,-1-7-149-16,-2-4-1135 0,0-5-469 0</inkml:trace>
  <inkml:trace contextRef="#ctx0" brushRef="#br0" timeOffset="869.78">2282 4401 7619 0,'0'0'468'0,"0"0"-363"0,0 0-105 16,0 0 0-16,0 0 0 0,-27 40 0 15,27-28 0-15,11 1 0 0,-1-2-1249 16,-4-3-524-16,0-1-1148 0</inkml:trace>
  <inkml:trace contextRef="#ctx0" brushRef="#br0" timeOffset="1073.08">2408 4421 7367 0,'0'0'476'0,"-6"34"-244"16,0-2-115-16,2 12-117 0,4 6 0 15,-4 5 0-15,4 5 0 16,0 5 0-16,0 1 0 0,0 1 0 16,-3-4 0-16,3-5 0 0,-2-6 0 15,0-9 0-15,2-15-1866 16,0-12-235-16,0-14-1924 0</inkml:trace>
  <inkml:trace contextRef="#ctx0" brushRef="#br0" timeOffset="1228">2507 4485 7331 0,'0'0'816'0,"-6"37"-771"0,-2 3-45 16,-2 14 0-16,1 7 0 0,5 3 0 15,0 1 0-15,4-3 0 16,4-2 0-16,7-3 0 0,1-3 0 16,2-6 0-16,-1-12-665 0,-3-8-2064 15</inkml:trace>
  <inkml:trace contextRef="#ctx0" brushRef="#br0" timeOffset="2019.01">3171 4785 6530 0,'0'0'1085'0,"0"0"-645"0,0 0-303 0,-12 51-137 0,1-16 0 16,5 3 0-16,2 1 0 0,4-6 0 15,2-4 0-15,2 0 0 0,4-7 0 16,1-3 0-16,1-6 0 15,0-7 0-15,1-5 0 0,3-2 0 16,-4-10 0-16,1-5 0 0,-1-7 0 16,-4-3 0-16,-2-3 0 0,3-2 0 15,-7 2 0-15,4 3 0 16,-2 8 0-16,2 8 0 0,-4 5 0 16,0 5 0-16,0 1 0 0,0 11 0 15,0 6 0-15,0 4 0 0,0 7 0 16,4-1 0-16,2 1 0 0,5-3 0 15,-1-5 0-15,2-1 0 0,7-6 0 16,4-5 0-16,2-6 0 0,1-3 0 16,-5-8 0-16,-2-5 0 0,-7-6 0 15,-4-2 0-15,-6-7 0 16,-2-1 0-16,-2-3 0 0,-4-5 0 16,0 5 0-16,-2 1 0 0,1 5 0 15,1 8 0-15,4 7 0 0,0 4 0 16,2 5 0-16,0 2 0 0,0 0-737 15,-2 3-2949-15</inkml:trace>
  <inkml:trace contextRef="#ctx0" brushRef="#br0" timeOffset="2937.02">3857 4943 2621 0,'0'0'2153'0,"0"0"-781"0,0 0-575 0,0 0-25 0,-16-44-295 15,1 32-477-15,-7 0 0 0,1 5 0 16,6 5 0-16,-1 2 0 0,5 9 0 16,1 5 0-16,-4 8 0 0,3 1 0 15,5 5 0-15,-2 1 0 16,6-3 0-16,2-1 0 0,6-4 0 16,4-6 0-16,1-7 0 0,3-3 0 15,1-5 0-15,3-7 0 0,3-9 0 16,0 0 0-16,-1-7 0 15,1-2 0-15,-5 3 0 0,-1-1 0 16,-3 7 0-16,-1 5 0 0,-7 5 0 16,-2 5 0-16,0 1 0 0,-2 6 0 15,2 7 0-15,-2 6 0 16,0 3 0-16,0 1 0 0,0-7 0 16,0-5 0-16,4-5 0 0,-4-4 0 15,4 3 0-15,2-4 0 0,-3-1 0 16,1 0 0-16,6-1 0 0,-6-6 0 15,2-5 0-15,5-1 0 0,1 0 0 16,-4 2 0-16,3 3 0 0,-9 3 0 16,2 3 0-16,0 1 0 0,-2 0 0 15,2 1 0-15,-2 0 0 16,2 3 0-16,1 3 0 0,-3-1 0 16,0 1 0-16,0-1 0 0,2 0 0 15,-4 0 0-15,0 0 0 0,2-3 0 16,-2 1 0-16,2-2 0 15,-2-1 0-15,0 0 0 0,0 0 0 16,2-3 0-16,-2-4 0 0,4-6 0 16,-2-7 0-16,7-6 0 0,-3-5 0 15,8 2 0-15,-3-1 0 16,5 5 0-16,-6 6 0 0,-3 7 0 16,-3 9 0-16,-2 2 0 0,0 1 0 15,0 9 0-15,2 10 0 0,-4 13 0 16,0 6 0-16,0 3 0 0,0-4 0 15,6-5 0-15,1 0 0 0,-1-3 0 16,4-1 0-16,2-4 0 0,1-5 0 16,3-7 0-16,-1-9 0 15,-3-3-1782-15,-3-12-903 0</inkml:trace>
  <inkml:trace contextRef="#ctx0" brushRef="#br0" timeOffset="3114.14">4399 4274 5266 0,'0'0'640'0,"0"0"-76"0,0 0 329 0,0 0-221 16,-11 54-515-16,7-23-157 0,2 2 0 15,2 3 0-15,0 9 0 16,2 6 0-16,2 7 0 0,-4 10 0 16,0 4 0-16,-4 5 0 0,-2-1 0 15,-4 0 0-15,-3-7 0 0,1-11 0 16,0-10-29-16,1-17-1331 0,1-10-2146 0</inkml:trace>
  <inkml:trace contextRef="#ctx0" brushRef="#br0" timeOffset="3260.76">4246 4793 7619 0,'0'0'573'0,"33"-22"-573"16,-8 11 0-16,-3 4 0 0,7 1 0 15,4 0 0-15,5 0 0 0,3-1 0 16,-4-4 0-16,-6 3 0 0,0-3-833 15</inkml:trace>
  <inkml:trace contextRef="#ctx0" brushRef="#br0" timeOffset="4358.29">5724 4415 5758 0,'0'0'684'0,"0"0"29"0,-13 46 207 0,9-12-803 0,4 8-117 15,0 5 0-15,0 6 0 16,4 4 0-16,3 2 0 0,-1-1 0 16,-2-2 0-16,2-5 0 0,-2-2 0 15,-2-3 0-15,0-5 0 16,1-4 0-16,-3-11 0 0,0-7 0 16,4-10-241-16,-4-6-611 0,0-3-1381 15,-7-13-1901-15</inkml:trace>
  <inkml:trace contextRef="#ctx0" brushRef="#br0" timeOffset="4514.97">5461 4479 7847 0,'0'0'345'0,"0"0"-345"16,0 0 0-16,0 0 0 0,0 0 0 15,77-16 0-15,-13 2 0 0,14-1 0 16,1 2 0-16,-5 1 0 0,-5 4 0 15,-5 2 0-15,-2 0 0 16,-9 1 0-16,-17 1-2402 0</inkml:trace>
  <inkml:trace contextRef="#ctx0" brushRef="#br0" timeOffset="4873.31">6344 4728 6935 0,'0'0'764'0,"58"-13"-271"0,-29 6-493 15,-2 1 0-15,-5 0 0 16,7 3 0-16,0 0 0 0,0 1 0 16,0 2 0-16,-4-2 0 0,-2 1 0 15,-5 1 0-15,-5 0-525 0,-5-1-3709 0</inkml:trace>
  <inkml:trace contextRef="#ctx0" brushRef="#br0" timeOffset="5044.03">6334 4939 6871 0,'0'0'640'15,"35"4"41"-15,-2-8-681 0,2-7 0 16,2 1 0-16,5-1 0 15,-1 0 0-15,2 3 0 0,1-4 0 16,1 0 0-16,-14 3-1441 0,0-3-2477 0</inkml:trace>
  <inkml:trace contextRef="#ctx0" brushRef="#br0" timeOffset="5525.3">7483 4370 5546 0,'0'0'544'15,"0"0"-144"-15,-33-39 493 16,12 34-321-16,-8 5-335 0,0 8-237 16,0 8 0-16,0 7 0 0,-6 11 0 15,8 9 0-15,-4 14 0 0,0 13 0 16,11 11 0-16,3 7 0 0,11-3 0 15,8-2 0-15,17-9 0 0,3-19 0 16,9-11 0-16,11-15 0 0,-1-16 0 16,3-13 0-16,-1-12 0 0,2-18 0 15,-3-11 0-15,-5-13 0 16,-6-6 0-16,-10-4 0 0,-9-4 0 16,-8-3 0-16,-4-3 0 0,-10-1 0 15,0 5 0-15,-11 9 0 0,6 18 0 16,3 17 0-16,6 14 0 0,2 8 0 15,4 5 0-15,0 11 0 16,4-2-1017-16,-4 10-3113 0</inkml:trace>
  <inkml:trace contextRef="#ctx0" brushRef="#br0" timeOffset="5758.32">7818 5137 8192 0,'0'0'0'0,"0"0"0"0,0 0 0 0,0 0 0 0,0 0 0 16,0 0 0-16,0 0 0 15,0 0-745-15</inkml:trace>
  <inkml:trace contextRef="#ctx0" brushRef="#br0" timeOffset="6330.09">8413 4379 4930 0,'0'0'688'0,"-4"-51"36"0,-2 29 389 15,-7 9-473-15,-5 7-543 0,-5 6-97 16,-12 6 0-16,2 14 0 0,-2 10 0 16,2 12 0-16,2 13 0 15,4 14 0-15,2 9 0 0,8 10 0 16,7 4 0-16,10-4 0 0,6-9 0 16,9-11 0-16,5-12 0 0,3-15 0 15,8-14 0-15,4-14 0 0,3-13 0 16,5-13 0-16,-2-14 0 15,1-11 0-15,-11-7 0 0,-9-2 0 16,-5-2 0-16,-13-4 0 0,-8-6 0 16,-8-7 0-16,-5-4 0 0,-2 6 0 15,7 11 0-15,2 16 0 16,3 17 0-16,7 10 0 0,0 7 0 16,0 3-173-16,0-1-1039 0,11 1-3086 0</inkml:trace>
  <inkml:trace contextRef="#ctx0" brushRef="#br0" timeOffset="6816.08">9058 4429 4530 0,'0'0'224'0,"-14"-34"568"0,7 20-240 0,3 7-71 0,-2 3 267 15,6-1-316-15,-6 1-16 0,2 0-399 16,0 2-17-16,2 2 0 0,-7 8 0 15,-3 18 0-15,-13 26 0 0,-6 18 0 16,-6 18 0-16,4 8 0 0,6 0 0 16,2-1 0-16,15-5 0 0,10-14 0 15,4-16 0-15,17-15 0 16,12-14 0-16,4-14 0 0,8-13 0 16,-1-13 0-16,-3-15 0 0,-4-10 0 15,-6-9 0-15,-14 0 0 0,-7-2 0 16,-14 5 0-16,-8 3 0 15,-9 8 0-15,-6 10 0 0,-4 13 0 16,0 8 0-16,0 12 0 0,0 7 0 16,2 5 0-16,-2-1 0 0,10-4 0 15,-3-1-829-15</inkml:trace>
  <inkml:trace contextRef="#ctx0" brushRef="#br0" timeOffset="11816.33">3458 6629 2108 0,'0'0'2806'0,"0"0"-1950"0,0 0-76 0,0 0-343 0,0 0-61 16,0 0 240-16,0 0-403 15,0 0-213-15,21-51 0 0,-11 27 0 16,1-5 0-16,-1-3 0 0,0-6 0 15,3-9 0-15,1-9 0 0,-1-7 0 16,1-2 0-16,7-1 0 16,-1 4 0-16,-1 7 0 0,4 8 0 15,-3 9 0-15,-3 6 0 0,-5 12 0 16,-8 5 0-16,1 5 0 0,-5 8 0 16,0 1 0-16,0-1 0 0,-2 2 0 15,-1 0 0-15,3 0 0 0,0 7 0 16,0 9 0-16,0 11 0 0,11 10 0 15,-1 7 0-15,7 3 0 0,-1 1 0 16,5 2 0-16,0 3 0 0,-1-1 0 16,1-1 0-16,0-1 0 15,-1-4 0-15,1-4 0 0,0-5 0 16,1-4 0-16,-1-4 0 0,0-5 0 16,-5-5 0-16,1-5 0 15,-9-6 0-15,-2-4 0 0,-4-1 0 16,-2-3 0-16,0 1 0 0,-2-1 0 15,-14-1 0-15,-15-4 0 0,-17 2 0 16,-14-1 0-16,-6 4 0 16,-7 6 0-16,3 6 0 0,4 5 0 15,10 2 0-15,11-1 0 0,11-2 0 16,14-3 0-16,5-3 0 0,3-6-1537 0</inkml:trace>
  <inkml:trace contextRef="#ctx0" brushRef="#br0" timeOffset="13796.46">4368 6561 1476 0,'0'0'2954'0,"0"0"-2042"0,0 0-348 0,0 0 381 15,0 0-549-15,0 0-76 0,0 0 200 16,0 0-415-16,-4-34-105 0,2 29 0 16,-7 0 0-16,-1 1 0 0,-2 1 0 15,-9 3 0-15,4 4 0 0,-3 4 0 16,-1 4 0-16,5 1 0 0,-3 3 0 15,7-4 0-15,5-2 0 0,3-3 0 16,4 2 0-16,0-3 0 0,11 2 0 16,3 4 0-16,9-4 0 15,4 3 0-15,2-3 0 0,-3 3 0 16,-5-2 0-16,-2 2 0 0,-5 1 0 16,-4-4 0-16,-3-2 0 15,-3 0 0-15,-4-2 0 0,0 0 0 16,0 3 0-16,-11 3 0 0,-5 1 0 15,-5-1 0-15,-6-1 0 16,1-3 0-16,1-1 0 0,2-1 0 16,-2-2 0-16,5-2 0 0,-1 0-81 15,6-1-1435-15,3-1-1066 0</inkml:trace>
  <inkml:trace contextRef="#ctx0" brushRef="#br0" timeOffset="16587.25">4798 6264 1860 0,'0'0'1525'0,"0"0"288"0,0 0-813 0,0 0-299 0,0 0 307 0,0 0-723 15,0 0-285-15,0 0 0 0,6 7 0 16,21-4 0-16,8 0 0 16,4-1 0-16,1 1 0 0,-9 2 0 15,-3 1 0-15,-3 0 0 0,-4 1 0 16,-4 0 0-16,-1-2 0 0,1-3-369 16,-5-2-1076-16,0 0-487 0</inkml:trace>
  <inkml:trace contextRef="#ctx0" brushRef="#br0" timeOffset="17132.31">4771 6520 4217 0,'0'0'1553'0,"0"0"-672"0,0 0 459 16,0 0-1139-16,0 0-201 0,64 7 0 16,-27-5 0-16,5-2 0 0,-5 3 0 15,-6 0 0-15,0 1 0 0,-4-1 0 16,-3 0 0-16,3-4 0 0,-10-4 0 15,4-9-3090-15</inkml:trace>
  <inkml:trace contextRef="#ctx0" brushRef="#br0" timeOffset="18250.09">6216 5870 4345 0,'0'0'917'0,"0"0"-413"0,0 0-40 0,0 0 49 16,-4 59-229-16,-3-24 12 0,7 3 200 15,-4-4-224-15,2 0-171 0,2-4-101 16,-2-2 0-16,2-2 0 0,-2-5 0 16,2-3 0-16,-4-5 0 15,2-6 0-15,2-3 0 0,-2-3 0 16,2-1 0-16,0-5 0 0,0-8 0 16,4-10 0-16,6-8 0 15,5-4 0-15,1-1 0 0,5-2 0 16,6 0 0-16,-4 0 0 0,1 8 0 15,1 6 0-15,-6 9 0 0,-5 12 0 16,-3 3 0-16,-5 11 0 0,-2 6 0 16,0 8 0-16,-4 1 0 15,0 5 0-15,0 1 0 0,-4-3 0 16,4-1 0-16,0-5 0 0,0-2 0 16,0-8 0-16,0-5 0 0,4-6 0 15,2-2 0-15,5-7 0 0,3-12 0 16,9-6 0-16,2-8 0 0,-3-1 0 15,3 3 0-15,-4 1 0 0,-2 10 0 16,-9 7 0-16,-2 6 0 0,-6 7 0 16,6 0 0-16,-1 8 0 15,3 10 0-15,0 9 0 0,1 4 0 16,-5 1 0-16,4-3 0 0,-6-3 0 16,7 0 0-16,-1 0 0 15,-2-1 0-15,1-3 0 0,-5-6-185 16,-2-5-2136-16</inkml:trace>
  <inkml:trace contextRef="#ctx0" brushRef="#br0" timeOffset="20016.64">7109 6035 4045 0,'0'0'757'0,"6"-40"595"0,-6 19-599 0,-10 3-261 0,-1 1 32 16,-3 0-364-16,-3 3-51 0,1 2-109 15,-1 3 0-15,3 6 0 0,1 3 0 16,-1 8 0-16,-3 4 0 0,7 7 0 16,-4 3 0-16,1 3 0 15,5 5 0-15,2-2 0 0,6 0 0 16,0-6 0-16,10-4 0 0,0-3 0 16,11-6 0-16,2-6 0 15,4-3 0-15,2-9 0 0,4-4 0 16,-2-3 0-16,-4-3 0 0,-1-2 0 15,-5-2 0-15,-4 1 0 0,-5 2 0 16,-4 4 0-16,-4 6 0 0,-4 4 0 16,0 3 0-16,0 0 0 15,0 3 0-15,0 1 0 0,0 11 0 16,5 13 0-16,1 7 0 0,4 6 0 16,0 3 0-16,-3-1 0 0,3 3 0 15,0 3 0-15,-6 2 0 0,-4 0 0 16,0 1 0-16,-14-2 0 0,2-3 0 15,-13-3 0-15,2-3 0 0,-2-8 0 16,-6-4 0-16,4-7 0 0,-4-9 0 16,-2-8 0-16,4-4 0 15,7-11 0-15,-5-10 0 0,6-9 0 16,11-7 0-16,1-3 0 0,9 5 0 16,13 4 0-16,10 9 0 15,1 4 0-15,14 4 0 0,1 6 0 16,10 0 0-16,5 3 0 0,-2 0 0 15,6 0 0-15,-4-1 0 0,-3 0 0 16,-18 1-401-16,-4 0-3477 0</inkml:trace>
  <inkml:trace contextRef="#ctx0" brushRef="#br0" timeOffset="20641.32">6003 6512 4514 0,'0'0'104'0,"0"0"500"0,0 0-224 0,0 0-148 0,0 0 36 15,0 0 12-15,87 19 181 0,-3-12 367 16,18 0-464-16,11-4-207 0,16 1-157 16,5-2 0-16,-2 1 0 0,-6 1 0 15,-6-1 0-15,-10-3 0 0,-13 0-141 16,-10-3-587-16,-29-1-329 0,-15-2-2160 0</inkml:trace>
  <inkml:trace contextRef="#ctx0" brushRef="#br0" timeOffset="21109.93">6658 6688 6146 0,'0'0'641'0,"0"0"-137"0,0 0-24 0,0 0-59 0,0 0-421 15,-27 65 0-15,23-25 0 16,4 6 0-16,0 1 0 0,0 2 0 16,0 3 0-16,0 4 0 0,0-3 0 15,-2-2 0-15,0-6 0 0,0-5 0 16,-2-9 0-16,2-6 0 0,2-8-37 16,0-5-667-16,0-7-273 0,0-5-2052 0</inkml:trace>
  <inkml:trace contextRef="#ctx0" brushRef="#br0" timeOffset="21627.01">6658 7023 4105 0,'0'0'1289'0,"0"0"-465"0,0 0-39 0,0 0 59 0,-4-50-499 0,23 30-345 16,1 2 0-16,7 3 0 15,-4 5 0-15,2 4 0 0,-5 5 0 16,1 1 0-16,-4 6 0 0,-1 3 0 15,-5 1 0-15,-7 4 0 16,2 1 0-16,-6 2 0 0,-4 1 0 16,-2 0 0-16,-9 3 0 0,-2-2 0 15,1 4 0-15,-5 0 0 0,5 1 0 16,1 1 0-16,9 0 0 0,0-3 0 16,6 1 0-16,10-2 0 0,7 1 0 15,3-2 0-15,9-3 0 0,7-1 0 16,-1-3 0-16,8-6 0 0,0-5 0 15,-7-2-733-15,-5-2-2344 0</inkml:trace>
  <inkml:trace contextRef="#ctx0" brushRef="#br0" timeOffset="22652.47">7944 6513 6046 0,'0'0'597'0,"0"0"179"0,0 0-3 15,0 0-773-15,0 0 0 0,0 0 0 16,58-18 0-16,-25 15 0 0,2 1 0 16,-6 2 0-16,0 0 0 0,-2 0 0 15,0 2 0-15,-3-1 0 0,-1 1 0 16,-2-2 0-16,4 2 0 0,-9-1 0 15,-5 1-465-15,-1-2-1028 0,-10 1-3245 16</inkml:trace>
  <inkml:trace contextRef="#ctx0" brushRef="#br0" timeOffset="22886.5">8004 6628 6010 0,'0'0'825'0,"0"0"-37"0,0 0-219 16,0 0-569-16,56 10 0 0,-19-8 0 16,0-2 0-16,4 0 0 0,3-1 0 15,1-3 0-15,-5 0 0 0,-1 0 0 16,-6-4 0-16,-12 2 0 0,-5-4-3450 0</inkml:trace>
  <inkml:trace contextRef="#ctx0" brushRef="#br0" timeOffset="23798.9">10137 5824 4325 0,'0'0'885'0,"-2"-49"472"0,-12 24-721 0,-3 1-272 0,-4 2 104 15,-3-1-311-15,-5 4-157 0,-2 6 0 16,-4 4 0-16,4 8 0 0,2 7 0 16,-2 10 0-16,4 8 0 15,2 7 0-15,4 5 0 0,5 4 0 16,5 2 0-16,5-3 0 0,8-1 0 16,9-7 0-16,7-5 0 0,5-5 0 15,8-8 0-15,2-6 0 16,2-5 0-16,2-4 0 0,-6-7 0 15,0-3 0-15,-8-4 0 0,-6-2 0 16,-3 0 0-16,-10 0 0 0,-2 2 0 16,2-1 0-16,-4-1 0 15,-4 4 0-15,4 3 0 0,-2 3 0 16,2 4 0-16,0 2 0 0,0 1 0 16,2 1 0-16,2 1 0 0,3 10 0 15,7 9 0-15,1 6 0 0,1 10 0 16,-4 4 0-16,3 3 0 0,-1 2 0 15,-7 2 0-15,-1 0 0 0,-6 2 0 16,-10-2 0-16,-7 1 0 0,0-3 0 16,-7-2 0-16,1-4 0 15,-2-7 0-15,-6-4 0 0,0-6 0 16,-6-4 0-16,0-7 0 0,-1-6 0 16,1-7 0-16,2-11 0 15,2-10 0-15,6-10 0 0,9-6 0 16,9-3 0-16,9 4 0 0,13 4 0 15,11 4 0-15,10 4 0 0,11 3 0 16,5 2 0-16,5 5 0 16,10 0 0-16,-1 3 0 0,8 0 0 15,-8 1 0-15,-12 4 0 0,-11-2-2726 0</inkml:trace>
  <inkml:trace contextRef="#ctx0" brushRef="#br0" timeOffset="24191.46">9341 6433 6018 0,'0'0'685'0,"0"0"507"0,0 0-895 0,64-11-297 0,5 10 0 16,19 1 0-16,18 0 0 0,-1 0 0 15,15 0 0-15,-2 0 0 0,2 0 0 16,-4 3 0-16,-11 2 0 16,-12-1 0-16,-12-1 0 0,-25 0-413 15,-13 0-2604-15</inkml:trace>
  <inkml:trace contextRef="#ctx0" brushRef="#br0" timeOffset="24983.53">9631 6949 4365 0,'0'0'817'0,"0"0"-37"0,0 0 393 0,0 0-685 0,0 0-80 16,0 0-247-16,0 0-161 0,-48 66 0 15,27-24 0-15,5 4 0 0,1-4 0 16,9-3 0-16,2-2 0 16,4-4 0-16,4-8 0 0,2-5 0 15,11-6 0-15,0-9 0 0,7-5 0 16,3-6 0-16,0-7 0 0,4-6 0 15,0-1 0-15,0-4 0 0,-8 2 0 16,-5 1 0-16,-5 6 0 16,-3 5 0-16,-6 6 0 0,-4 5 0 15,-4 9 0-15,-2 5 0 0,2 6 0 16,2 3 0-16,2-5 0 0,2-2 0 16,8-4 0-16,1-5 0 0,5-4 0 15,5-4 0-15,4-5 0 0,-3-8 0 16,3-5 0-16,2-2 0 0,-6-5 0 15,-1 0 0-15,-3-2 0 16,-7-1 0-16,-4-1 0 0,-6-1 0 16,0-1 0-16,-2 1 0 0,-8-2 0 15,0 3 0-15,-1 3 0 0,7 8 0 16,-2 10 0-16,2 4 0 0,4 4 0 16,-2 4 0-16,2 8-1245 15,0-2-84-15,0 8-1720 0</inkml:trace>
  <inkml:trace contextRef="#ctx0" brushRef="#br0" timeOffset="25276.65">10183 7246 3573 0,'0'0'2381'0,"0"0"-1140"0,0 0-244 0,0 0-997 0,-42-31 0 0,22 26 0 15,-7 5 0-15,6 10 0 0,0 4 0 16,-1 6 0-16,3 5 0 0,7 2 0 15,8 2 0-15,4-1 0 16,4 0 0-16,6-1 0 0,11-6 0 16,1-3 0-16,3-8 0 0,2-5 0 15,0-5 0-15,-2-1 0 0,2-11 0 16,-5-6 0-16,-1-3 0 16,0-4 0-16,-11-2 0 0,-4-3 0 15,-2 1 0-15,-4-5 0 0,-4 1 0 16,-2-4 0-16,-4-2 0 0,-1 0-157 15,5 0-987-15,-4 12-1494 0,10 2-1483 16</inkml:trace>
  <inkml:trace contextRef="#ctx0" brushRef="#br0" timeOffset="25678.57">10220 6638 3229 0,'0'0'1653'0,"0"0"-401"0,0 0-495 0,0 0-145 0,0 0 36 0,0 0-607 16,0 0-41-16,0 0 0 16,0 0 0-16,0 0 0 0,25-18 0 15,-3 18 0-15,9 0 0 0,-4 1 0 16,-2 5 0-16,-2 1 0 0,-9 5 0 16,-3 2 0-16,-9 3 0 0,-2 3 0 15,-7 2 0-15,-9 3 0 0,1-1 0 16,-1 1 0-16,-1-4 0 0,13-2 0 15,0 0 0-15,4-7 0 0,10-1 0 16,9-4 0-16,2-4 0 16,6-3 0-16,-5-1 0 0,5-5 0 15,2-1 0-15,-6 0 0 0,-2-1-849 0</inkml:trace>
  <inkml:trace contextRef="#ctx0" brushRef="#br0" timeOffset="40234.94">1503 7724 4726 0,'0'0'488'0,"-11"-53"64"16,7 29 180-16,-8 3 133 0,4 6-357 15,-5 1-187-15,-1 5-321 0,3 5 0 16,-5 2 0-16,-1 3 0 16,-1 8 0-16,1 4 0 0,-1 4 0 0,1 3 0 15,5 2 0-15,-3 3 0 16,7 0 0-16,6 2 0 0,4-1 0 16,10 2 0-16,9-2 0 0,4 1 0 15,8-1 0-15,2-1 0 0,2-4 0 16,0 2 0-16,-6-3 0 15,-8 0 0-15,-8 3 0 0,-9-2 0 16,-6 3 0-16,-6 1 0 0,-5-1 0 16,-3 1 0-16,-3-1 0 0,-3-2 0 15,-3-4 0-15,-2-1 0 0,0-3 0 16,1-6 0-16,-1-2 0 16,4-4 0-16,7-1 0 0,3-1 0 15,7 0-385-15,2-2-539 0,2-1 131 16,0 2-123-16,10-5-1581 0</inkml:trace>
  <inkml:trace contextRef="#ctx0" brushRef="#br0" timeOffset="40539.06">1782 8072 6150 0,'0'0'1585'15,"0"0"-1128"-15,0 0-457 0,0 0 0 16,-39-37 0-16,26 30 0 0,-1 4 0 15,1 3 0-15,3 9 0 0,-4 7 0 16,3 6 0-16,3 6 0 16,4 4 0-16,4 2 0 0,2 0 0 15,8-3 0-15,7-4 0 0,3-3 0 16,1-9 0-16,4-3 0 0,-4-6 0 16,-5-3 0-16,1-4 0 0,-3-7 0 15,-4-6 0-15,-3-5 0 16,-3-6 0-16,-4 0 0 0,-6-1 0 15,1 0 0-15,-5-1 0 0,-4-3 0 16,-1-1 0-16,3 2 0 0,-1 7-333 16,5 4-1640-16</inkml:trace>
  <inkml:trace contextRef="#ctx0" brushRef="#br0" timeOffset="41050.86">2724 7631 4562 0,'0'0'792'0,"-22"-39"-76"0,7 19 209 15,-3 4-405-15,-3 2-132 0,2 1-99 16,-1 1-289-16,-1 5 0 0,4 1 0 15,1 4 0-15,6 2 0 16,-3 2 0-16,1 8 0 0,-1 5 0 16,-3 6 0-16,1 4 0 0,5 5 0 15,4 1 0-15,6 3 0 0,2 3 0 16,12 2 0-16,3 0 0 0,8 4 0 16,-3 1 0-16,3 1 0 15,-4 1 0-15,-4-1 0 0,-7 2 0 16,0-3 0-16,-10-3 0 0,0-3 0 15,0-6 0-15,-8-4 0 0,0-7 0 16,1-5 0-16,3-8 0 0,-6-6 0 16,2-5 0-16,-3-11-933 15,1-9-168-15,4 0-243 0,0-6-3118 0</inkml:trace>
  <inkml:trace contextRef="#ctx0" brushRef="#br0" timeOffset="41173.89">2485 8022 5182 0,'0'0'1008'0,"0"0"-207"0,0 0 211 16,0 0-823-16,0 0-189 0,0 0 0 15,43 18 0-15,-20-8 0 16,6-2 0-16,2-3 0 0,2-3 0 16,4-1 0-16,0 0 0 0,5-1 0 15,-9 0-1525-15,-4 1-829 0</inkml:trace>
  <inkml:trace contextRef="#ctx0" brushRef="#br0" timeOffset="41467.53">2964 8079 5194 0,'0'0'1445'15,"0"0"-701"-15,0 0 65 0,0 0-809 16,0 0 0-16,0 0 0 0,-47-30 0 16,26 26 0-16,2 4 0 15,1 1 0-15,-1 9 0 0,3 6 0 16,-1 7 0-16,5 3 0 0,1 3 0 16,7 4 0-16,4 2 0 0,6-2 0 15,9-3 0-15,1-7 0 0,7-7 0 16,2-7 0-16,2-5 0 0,-2-4 0 15,-3-4 0-15,-1-5 0 16,-4-7 0-16,-3-3 0 0,-4-6 0 16,-7-1 0-16,1-1 0 0,0 3 0 15,-4 1 0-15,-6 2-481 0,1 3 25 16,1 5-301-16,0 3-31 0,2 6-224 16,0 2-1501-16</inkml:trace>
  <inkml:trace contextRef="#ctx0" brushRef="#br0" timeOffset="41642.58">3138 8276 4802 0,'0'0'2125'16,"0"0"-1401"-16,0 0-183 0,-23-33-541 16,15 3 0-16,2-4 0 0,6-2 0 15,6 3 0-15,4 2 0 0,7 2 0 16,1 4 0-16,3 3 0 0,2 6 0 15,-3 0 0-15,1 5 0 16,-2-3 0-16,-1 5-173 0,-3-6-2708 0</inkml:trace>
  <inkml:trace contextRef="#ctx0" brushRef="#br0" timeOffset="44365.19">25395 5545 2225 0,'0'0'300'0,"0"0"1452"0,0 0-555 0,0 0-733 16,0 0-200-16,0 0 28 0,0 0-111 15,0 0 67-15,0 0 88 0,4 45-244 16,-4-26-44-16,0-3-28 16,0 1-20-16,0 0 0 0,-2-1-192 15,0 3-272-15,0 0-165 0,-5-1-943 16,5-4 215-16,-2-2-216 0</inkml:trace>
  <inkml:trace contextRef="#ctx0" brushRef="#br0" timeOffset="44521.78">25374 5908 2741 0,'0'0'1068'16,"0"0"61"-16,0 0-673 0,0 0-200 16,-6 41-108-16,2-24-144 0,2 3 0 15,-3 4-4-15,1 1-12 16,0-3-20-16,4-2-84 0,-2-2-168 15,2-2-92-15,0 0-541 0,2-5 89 16,0-1-208-16</inkml:trace>
  <inkml:trace contextRef="#ctx0" brushRef="#br0" timeOffset="44659.48">25347 6347 20 0,'0'0'3661'15,"0"0"-3017"-15,4 42-235 0,-4-31-165 16,2 2-244-16,0 0 16 0,-2-1 24 15,0-1-36-15,0 1-8 0,0-4-184 16,0-1-268-16,0-2-81 0,0-1-423 16,2-1-77-16,-2 2-511 0</inkml:trace>
  <inkml:trace contextRef="#ctx0" brushRef="#br0" timeOffset="44831.17">25386 6586 3325 0,'0'0'648'16,"0"0"-227"-16,-2 36 135 0,-4-25-376 15,0-1 20-15,0 4 224 0,-1-1-200 16,3-1-4-16,0-1 116 0,4-2-247 16,0-4-61-16,0-1-28 15,0 2-96-15,2-1-241 0,0 0-867 16,0-1 35-16,3 2-231 0</inkml:trace>
  <inkml:trace contextRef="#ctx0" brushRef="#br0" timeOffset="44924.94">25364 6914 5294 0,'0'0'968'0,"-9"35"-583"0,7-19 215 16,2-5-460-16,0-1-76 16,0-4-56-16,4 0-8 0,7-2-124 15,-1-1-488-15,0-2-361 0,-1-1-572 0</inkml:trace>
  <inkml:trace contextRef="#ctx0" brushRef="#br0" timeOffset="50893.36">4537 7586 1880 0,'0'0'2810'0,"0"-41"-2006"0,-2 17-108 15,-6 0 393-15,2 0-505 0,0 1-255 16,-7 0-329-16,1 2 0 0,-1 1 0 16,-3 3 0-16,1 4 0 0,-1 3 0 15,-1 6 0-15,3 0 0 16,-3 4 0-16,3 4 0 0,-3 3 0 15,3 1 0-15,1 6 0 0,-1 3 0 16,4 1 0-16,3 4 0 0,7 6 0 16,0 0 0-16,0 8 0 15,7 2 0-15,1 3 0 0,4 2 0 16,-1 4 0-16,1-1 0 0,-2 1 0 16,3 0 0-16,-3-2 0 0,-2 0 0 15,1-1 0-15,-3-5 0 0,-6-1 0 16,0-2 0-16,0-5 0 15,0-4 0-15,-6-7-249 0,1-6-411 16,5-7-825-16,-4-4-192 0,-2-6-1384 0</inkml:trace>
  <inkml:trace contextRef="#ctx0" brushRef="#br0" timeOffset="51061.01">4200 7988 6090 0,'0'0'657'0,"0"0"567"0,0 0-1003 16,0 0-221-16,50-11 0 0,-11 5 0 15,3-1 0-15,1 0 0 0,-6 1 0 16,-2 0 0-16,3 3 0 0,-1-1 0 16,2-2 0-16,-6 3-833 15,-8-6-2313-15</inkml:trace>
  <inkml:trace contextRef="#ctx0" brushRef="#br0" timeOffset="51449.59">4124 8351 5018 0,'0'0'884'0,"0"0"9"0,0 0 131 16,0 0-888-16,0 0 101 0,74 13-237 15,-16-9 0-15,10 0 0 16,-4 0 0-16,5-1 0 0,-1 1 0 16,0-2 0-16,-10-1 0 0,0 1 0 15,-17 0 0-15,-10 4 0 0,-8-2-77 16,-13 1-3668-16</inkml:trace>
  <inkml:trace contextRef="#ctx0" brushRef="#br0" timeOffset="51877.33">4457 8581 4966 0,'0'0'1324'0,"-35"-36"-663"16,16 17-129-16,-2 2-192 0,1 1-204 15,-7 1-28-15,6 4 17 0,0 4-125 16,1 3 0-16,9 4 0 0,5 7 0 15,-2 6 0-15,6 5 0 0,-2 7 0 16,4 2 0-16,4 5 0 16,6 4 0-16,7 4 0 0,-3 1 0 15,3 2 0-15,-1-1 0 0,1 0 0 16,-3-1 0-16,-1-3 0 0,-5-3 0 16,-2-2 0-16,-2-1 0 0,-4-3 0 15,0-4 0-15,-6-4 0 0,-2-3 0 16,2-6 0-16,-3-5 0 0,3-5-745 15,2-2-524-15,-2-2-495 0</inkml:trace>
  <inkml:trace contextRef="#ctx0" brushRef="#br0" timeOffset="52019.91">4198 8978 5994 0,'0'0'729'0,"0"0"263"0,0 0-515 15,38-4-477-15,-12-1 0 0,5 2 0 16,-4 0 0-16,-2 2 0 0,2 0 0 15,-4 0 0-15,2 1 0 16,1 0 0-16,-5 0-1489 0,-4 3-3182 0</inkml:trace>
  <inkml:trace contextRef="#ctx0" brushRef="#br0" timeOffset="52303.25">4593 9087 5142 0,'0'0'744'0,"0"0"37"15,0 0-93-15,0 0-344 16,-33-34 149-16,21 30-493 0,-1 4 0 16,3 5 0-16,0 9 0 0,-3 5 0 15,5 4 0-15,2 2 0 0,6 1 0 16,2-1 0-16,8-1 0 0,9-5 0 16,1-5 0-16,7-5 0 15,0-5 0-15,0-4 0 0,4-10 0 16,-6-4 0-16,-2-6 0 0,-7-1 0 15,-1-4 0-15,-11-1 0 16,-2 3 0-16,-4 2 0 0,-9 1 0 16,-3-3 0-16,-3-1 0 0,1 5-281 15,1-4-2404-15</inkml:trace>
  <inkml:trace contextRef="#ctx0" brushRef="#br0" timeOffset="53276.4">5114 8310 5362 0,'0'0'840'0,"0"0"-195"0,0 0 203 0,54 5-360 0,-19-13-479 16,6-3-9-16,-4 0 0 15,-1 1 0-15,-3-1 0 0,-2 3 0 16,-9 1 0-16,-1 1 0 0,-6 1 0 15,-3 1 0-15,-4 2-2310 0,-2-1-975 16</inkml:trace>
  <inkml:trace contextRef="#ctx0" brushRef="#br0" timeOffset="53501.27">5139 8456 6202 0,'0'0'961'16,"0"0"43"-16,43-2-979 0,-18-1-25 16,2 1 0-16,0-1 0 15,4 0 0-15,2-1 0 0,2 1 0 16,2 0 0-16,-4 1 0 0,2 1 0 15,-10 1-341-15,2-2-3629 0</inkml:trace>
  <inkml:trace contextRef="#ctx0" brushRef="#br0" timeOffset="54298.17">5844 8099 1476 0,'0'0'2813'0,"0"0"-2164"0,0 0 319 0,-6-48-324 0,8 30-179 16,6-1 299-16,-2 0-440 0,4-2-235 16,1 0-89-16,5 1 0 0,-1 1 0 15,3 2 0-15,5 1 0 16,4 3 0-16,-4 5 0 0,4 2 0 15,-3 6 0-15,1 4 0 0,2 6 0 16,-6 8 0-16,1 4 0 16,-5 8 0-16,-3 6 0 0,-11 4 0 15,-3 3 0-15,-3 0 0 0,-3 2 0 16,-8 0 0-16,3 0 0 0,-5-2 0 16,-5 0 0-16,1-2 0 0,-5-3 0 15,2-3 0-15,2-3 0 0,5-7 0 16,-1-6 0-16,3-5 0 0,8-8 0 15,-5-4 0-15,7-2 0 16,0-5 0-16,-2-8 0 0,4-10 0 16,-2-8 0-16,4-6 0 0,0-1 0 15,0 7 0-15,10 4 0 0,0 6 0 16,3 7 0-16,1 4 0 0,-3 8 0 16,1 2 0-16,-2 2 0 15,1 9 0-15,3 3 0 0,3 6 0 16,1 2 0-16,1 3 0 0,-1 1 0 15,3 2 0-15,2 0 0 0,-3 1 0 16,-3-4 0-16,4-1 0 16,-5-3 0-16,-1-4 0 0,-5-2 0 15,-4-4-97-15,0-6-1516 0</inkml:trace>
  <inkml:trace contextRef="#ctx0" brushRef="#br0" timeOffset="57591.09">7973 8688 1476 0,'0'0'3786'0,"0"0"-2245"0,0 0-741 0,0 0-211 0,4-39-589 15,10 10 0-15,-1-5 0 0,3-4 0 16,-1 1 0-16,-1-4 0 0,-1-4 0 16,-3-1 0-16,0-4 0 0,1 0 0 15,-1-1 0-15,-6 5 0 0,2 9 0 16,-1 9 0-16,1 9 0 0,-6 10 0 15,0 4 0-15,4 3 0 16,-4 2 0-16,0 4 0 0,0 11 0 16,2 13 0-16,2 8 0 0,2 7 0 15,3 5 0-15,3-2 0 0,2 1 0 16,3 1 0-16,4 0 0 0,-1-1 0 16,1 1 0-16,0-3 0 15,-5-4 0-15,1-4 0 0,-11-3 0 16,-2-7 0-16,-4-5 0 0,-10-4 0 15,-5-4 0-15,-7-2 0 0,-9-1 0 16,-11-3 0-16,-1-2 0 16,-3-3 0-16,7-3 0 0,4-3 0 15,4-4 0-15,14-2 0 0,13-4 0 16,12 0 0-16,13-3 0 0,-2 3-2870 16,-1-4-1840-16</inkml:trace>
  <inkml:trace contextRef="#ctx0" brushRef="#br0" timeOffset="58423.34">8808 8419 5874 0,'0'0'1285'0,"0"0"-585"0,0 0-367 0,0 0-333 15,0 0 0-15,0 0 0 0,52-14 0 16,-15 10 0-16,8-1 0 0,3 0 0 15,-5 1 0-15,3 0 0 16,-3 2 0-16,-1-1 0 0,-1 1 0 16,-14 2 0-16,-7 0 0 0,-9 3-781 15,-9 2-1804-15,-2 2-377 0</inkml:trace>
  <inkml:trace contextRef="#ctx0" brushRef="#br0" timeOffset="58628.28">8843 8600 6510 0,'0'0'753'0,"0"0"-313"0,0 0 49 16,58 21-489-16,-17-21 0 0,7-4 0 15,-1-3 0-15,7-1 0 0,2 0 0 16,2 0 0-16,-4 1 0 0,-1-4 0 15,-11 1-2118-15,-1-8-3184 0</inkml:trace>
  <inkml:trace contextRef="#ctx0" brushRef="#br0" timeOffset="59929.27">10728 8090 3229 0,'0'0'2245'0,"0"0"-1461"0,0-43 73 0,-4 27-337 0,-2-5-204 16,-2 0-75-16,-5-4-241 0,-1 1 0 15,-7 2 0-15,1 3 0 0,-3 7 0 16,-2 6 0-16,2 10 0 0,-8 9 0 16,0 9 0-16,-2 8 0 15,4 5 0-15,6 4 0 0,13 1 0 16,6 0 0-16,8-2 0 0,6-6 0 15,11-7 0-15,6-6 0 0,6-7 0 16,6-8 0-16,5-4 0 0,-3-3 0 16,-4-8 0-16,-4-4 0 15,-4-2 0-15,-6 0 0 0,-8 0 0 16,-5 3 0-16,-4 5 0 0,-6 5 0 16,0 4 0-16,0 1 0 0,0 13 0 15,0 11 0-15,-4 8 0 0,2 9 0 16,-2 1 0-16,4-3 0 0,0-1 0 15,0-4 0-15,0-1 0 16,0-3 0-16,0-2 0 0,0-3 0 16,0-4-1225-16,0-6-476 0,0-5-644 0</inkml:trace>
  <inkml:trace contextRef="#ctx0" brushRef="#br0" timeOffset="60099.03">11007 8345 6727 0,'0'0'836'0,"0"0"-207"16,-51 52-629-16,30-34 0 0,9-4 0 15,3-3 0-15,7-3 0 0,2-5 0 16,7 0 0-16,9-3 0 0,-1 0-2078 16,7-9-1455-16</inkml:trace>
  <inkml:trace contextRef="#ctx0" brushRef="#br0" timeOffset="60643.91">11392 8123 1304 0,'0'0'3630'15,"14"-47"-3190"-15,-14 18 28 0,0 3 236 16,-8 1-467-16,0-2-97 0,-11 5 104 15,-4 3-76-15,-1 5 16 16,-9 8 88-16,2 5-140 0,4 7 36 16,-4 6-67-16,0 6-101 0,4 3 0 15,2 4 0-15,9 2 0 0,9 4 0 16,7 1 0-16,11 0 0 16,16 2 0-16,6 1 0 0,12-2 0 15,3 3 0-15,-1-4 0 0,-6-2 0 16,-3 0 0-16,-16-3 0 0,-3-3 0 15,-7-1 0-15,-12-3 0 0,-6-3 0 16,-8 1 0-16,-7-6 0 16,-2-1 0-16,-4-5 0 0,1-4 0 15,-3-2 0-15,2-5 0 0,6-8 0 16,5-3 0-16,1-8 0 0,9-3 0 16,6-2 0-16,6 1 0 0,13 2 0 15,3 1 0-15,9 2 0 0,0 2 0 16,0 2 0-16,-4 0 0 0,-4 4 0 15,-4-1 0-15,-9 1 0 16,2-1 0-16,-1 5-209 0,-1 0-1656 0</inkml:trace>
  <inkml:trace contextRef="#ctx0" brushRef="#br0" timeOffset="61217.04">10158 8747 4494 0,'0'0'1712'0,"0"0"-1368"0,0 0-143 0,41 10 75 0,7 0 44 0,24-1 140 16,23 4-75-16,21-3-385 0,31-5 0 16,22-2 0-16,23-3 0 0,13-2 0 15,-21 2 0-15,-14 2 0 0,-28 4 0 16,-28 0 0-16,-36-1-661 0,-20-3-1072 16</inkml:trace>
  <inkml:trace contextRef="#ctx0" brushRef="#br0" timeOffset="62213.44">10404 9003 1056 0,'0'0'80'0,"0"0"1389"0,0 0-373 16,0 0-540-16,0 0-11 0,0 0 383 15,0 0-432-15,0 0-79 0,0 0 323 16,20-25-336-16,-20 25-56 0,-4 2-291 16,-6 7-57-16,-7 14 0 0,-5 11 0 15,-9 13 0-15,-4 10 0 0,-3 4 0 16,7 7 0-16,5 4 0 0,5 4 0 15,11-2 0-15,10 0 0 16,0-5 0-16,10-3 0 0,0-4 0 16,5-9 0-16,5-8 0 0,-1-8 0 15,6-12 0-15,6-7 0 0,-4-9 0 16,8-8 0-16,-8-1-165 16,-5-7-1468-16</inkml:trace>
  <inkml:trace contextRef="#ctx0" brushRef="#br0" timeOffset="64424.27">10424 9454 3873 0,'0'0'1209'0,"0"0"-497"0,0 0-48 0,-16-39-31 15,18 18-361-15,8-1-20 16,5-2 88-16,1 1-156 0,9-1-131 16,-2 3-53-16,4 0 0 0,2 4 0 15,-2 4 0-15,-1 5 0 0,-5 5 0 16,0 8 0-16,-5 8 0 0,1 6 0 16,-7 8 0-16,-4 5 0 15,-1 5 0-15,-5 7 0 0,-7 1 0 16,-7 1 0-16,-9-1 0 15,-2-2 0-15,-2-2 0 0,1-1 0 16,-5-5 0-16,0-4 0 0,8-6 0 16,-2-9 0-16,8 0 0 0,1-9 0 15,1-6 0-15,5-1 0 0,6-7 0 16,2-5 0-16,-2-8 0 0,4-5 0 16,4 0 0-16,6-1 0 0,3 6 0 15,7 2 0-15,5 6 0 0,-2 9 0 16,-2 3 0-16,-1 5 0 0,-3 7 0 15,-3 4 0-15,-3 3 0 16,-1 0 0-16,0 0 0 0,1-1 0 16,1-4 0-16,5-3-69 0,1-6-907 15,3-3-1489-15,-9-4-1933 0</inkml:trace>
  <inkml:trace contextRef="#ctx0" brushRef="#br0" timeOffset="64618.78">10857 9582 7559 0,'0'0'532'0,"0"0"-431"0,-17 46-101 16,13-21 0-16,4 0 0 0,0-4 0 15,0-1 0-15,4-2 0 0,0-1 0 16,-4-3 0-16,2 0 0 0,2-3 0 16,-4-5 0-16,0-1-21 0,0-5-1880 15,0-1-276-15</inkml:trace>
  <inkml:trace contextRef="#ctx0" brushRef="#br0" timeOffset="64772.59">11024 9483 7179 0,'0'0'1013'0,"0"0"-1013"16,4 35 0-16,-4-9 0 16,0 5 0-16,2 1 0 0,-2-2 0 15,4 3 0-15,0-2 0 0,-2-3 0 16,3 1 0-16,-5-4 0 15,0-2 0-15,0-6 0 0,-5-7-49 16,-1-5-1207-16,2-5-185 0</inkml:trace>
  <inkml:trace contextRef="#ctx0" brushRef="#br0" timeOffset="64928.51">10772 9583 7043 0,'0'0'776'15,"0"0"-403"-15,47-13-373 0,-12 5 0 16,5-1 0-16,1-1 0 0,-4 0 0 15,-2 1 0-15,-4 2 0 16,-4 0 0-16,0 2 0 0,-10 2 0 16,1 0-3170-16</inkml:trace>
  <inkml:trace contextRef="#ctx0" brushRef="#br0" timeOffset="65221.94">11301 9570 7283 0,'0'0'492'15,"0"0"-75"-15,0 0-417 0,0 0 0 16,0 0 0-16,0 0 0 16,21 33-381-16,-21-35-4505 0</inkml:trace>
  <inkml:trace contextRef="#ctx0" brushRef="#br0" timeOffset="68053.28">11692 9302 3277 0,'0'0'1349'0,"0"0"-333"0,0 0 477 16,0-34-717-16,-2 28-495 0,-3 1-281 16,-5 1 0-16,-4 4 0 0,-9 5 0 15,-8 16 0-15,-6 13 0 0,2 11 0 16,6 9 0-16,0 5 0 0,6 2 0 15,8 3 0-15,9-2 0 16,6-4 0-16,17-7 0 0,3-12 0 16,16-13 0-16,-3-9 0 0,4-16 0 15,-6-8 0-15,6-12 0 0,-2-11 0 16,-8-6 0-16,4-8 0 16,-10-5 0-16,-9-1 0 0,-8 3 0 15,-4-2 0-15,-4 2 0 0,-6 1 0 16,-7 2 0-16,3 6 0 0,1 9 0 15,3 11 0-15,6 11 0 16,4 7 0-16,4 14 0 0,2 8-13 16,5-2-1239-16,-1 5-213 0</inkml:trace>
  <inkml:trace contextRef="#ctx0" brushRef="#br0" timeOffset="68174.66">11826 9801 6855 0,'0'0'1337'15,"0"0"-1337"-15,0 0 0 16,0 0 0-16,0 0 0 0,-10 34 0 16,10-34 0-16,2 0 0 0,2-10-709 15,2 0-1900-15,4-11-1825 0</inkml:trace>
  <inkml:trace contextRef="#ctx0" brushRef="#br0" timeOffset="68719.28">12200 9383 1144 0,'0'0'3438'16,"-14"-43"-2334"-16,1 24-444 0,3 5-119 15,-11 3 87-15,-4 3-404 0,-1 1-20 16,-5 5 45-16,-2 2-249 0,-5 3 0 16,7 4 0-16,6 3 0 15,9-1 0-15,10 6 0 0,6 1 0 16,12 6 0-16,13 6 0 0,12 1 0 15,11 3 0-15,3 1 0 16,1 0 0-16,-2-2 0 0,-13 2 0 16,-2 1 0-16,-14-2 0 0,-11 1 0 15,-10 0 0-15,-10 0 0 0,-11-4 0 16,-4 0 0-16,-2-7 0 0,-6-3 0 16,2-5 0-16,0-5 0 0,0-9 0 15,11-4 0-15,-1-8 0 0,15-8 0 16,0-7 0-16,6-10 0 0,6-5 0 15,8 1 0-15,9 1 0 16,4 7 0-16,4 4 0 0,-2 6 0 16,-7 2 0-16,-1 7 0 0,-4 1 0 15,-7 0 0-15,4 1 0 0,-1 1 0 16,-3-1 0-16,5 0-789 0,-5 4-908 16,0-2-3637-16</inkml:trace>
  <inkml:trace contextRef="#ctx0" brushRef="#br0" timeOffset="69319.67">12616 9288 3113 0,'0'0'1885'0,"0"0"-585"0,10-35-699 0,-4 26 55 0,-6 1-19 0,0 1-637 0,-6-2 0 16,0-1 0-16,-9-1 0 15,3 1 0-15,-7 5 0 0,-1 0 0 16,3 5 0-16,-4 1 0 0,5 6 0 15,-5 4 0-15,1 2 0 16,3 2 0-16,-4 2 0 0,5 2 0 16,1 0 0-16,5 1 0 0,4 2 0 15,2-1 0-15,4 2 0 0,0 0 0 16,4 1 0-16,2 0 0 0,-2-1 0 16,2 2 0-16,3-3 0 0,-7 0 0 15,2-2 0-15,2-2 0 0,-6-4 0 16,0-3 0-16,0-3 0 0,0-4 0 15,0-2 0-15,4-2 0 16,-4 0 0-16,6-1 0 0,9-9 0 16,5-4 0-16,3-1 0 0,4-3 0 15,-2 6 0-15,-2 4 0 0,-3 3 0 16,-1 5 0-16,-3 0 0 16,-3 6 0-16,1 2 0 0,3 4 0 15,-7 1 0-15,5 2 0 0,-9 1 0 16,0 3 0-16,-2 1 0 15,-8 0 0-15,-2 2 0 0,-9 0 0 16,-3-1 0-16,-7 0 0 0,-2-4 0 16,-4-1 0-16,-6-3 0 0,2-4 0 15,-2-3 0-15,3-2 0 0,-1-4 0 16,2 0 0-16,8 0-473 0,9-5-2600 0</inkml:trace>
  <inkml:trace contextRef="#ctx0" brushRef="#br0" timeOffset="70731.5">12868 9119 1388 0,'0'0'2113'0,"-6"-40"-2013"0,6 19 308 0,0 7 369 15,0 2-309-15,0 2 56 0,0 5 261 16,0 1-349-16,0 2-8 0,2 1 108 16,2 2-368-16,6 12-107 0,15 15-61 15,2 13 0-15,6 10 0 0,4 9 0 16,-6 1 0-16,4 6 0 0,-8 4 0 15,-10 4 0-15,-7 1 0 16,-14-4 0-16,-9 3 0 0,-7-4 0 16,-7-4 0-16,-8-3 0 0,-2-6 0 15,-5-9 0-15,-5-9 0 0,7-9 0 16,1-12 0-16,10-9 0 16,4-10 0-16,5-10 0 0,7 1-1177 15,5-10-900-15</inkml:trace>
  <inkml:trace contextRef="#ctx0" brushRef="#br0" timeOffset="71273.75">11768 8798 2241 0,'0'0'2481'0,"0"0"-1977"0,0 0 612 0,-35-17-431 0,35 16-93 16,0 0-19-16,4 1-573 0,2 0 0 16,21 0 0-16,21 3 0 15,20 0 0-15,25 1 0 0,8 0 0 16,5 1 0-16,-1-2 0 0,5 2 0 15,-1-1 0-15,-3 0 0 0,-28 0-213 16,1-4-1660-16</inkml:trace>
  <inkml:trace contextRef="#ctx0" brushRef="#br0" timeOffset="77564.77">13263 9118 1684 0,'0'0'2185'0,"0"0"-1280"0,0 0-349 0,0 0-8 0,0 0 273 16,0 0-473-16,0 0-72 0,0 0 24 15,0 0-228-15,14-28 12 0,-10 26 116 16,2-2-112-16,1 2 8 16,7 1-67-16,-1 1-29 0,7 0 0 15,-9 2 0-15,-1 1 0 0,-4 0 0 16,-2 1 0-16,-4 0 0 0,0 5 0 16,0 2 0-16,-6 3 0 15,-8 2 0-15,3-2 0 0,1 0 0 16,0-4 0-16,3-2 0 0,7-2 0 15,0-1 0-15,0 1 0 16,0-2 0-16,11 3 0 0,3-4 0 16,3-1 0-16,-1-2 0 0,1-1-41 15,1 0-451-15,-1-4-272 0,-5 2-1609 16,3-3-1741-16</inkml:trace>
  <inkml:trace contextRef="#ctx0" brushRef="#br0" timeOffset="78104.11">13802 8694 2905 0,'0'0'3225'0,"0"0"-2324"0,0 0 63 16,0 0-767-16,0 0-197 0,44-12 0 15,-13 6 0-15,10 1 0 0,-4 0 0 16,0 1 0-16,5 1 0 0,-5 1 0 16,-6 1 0-16,0 1 0 0,-15 0 0 15,-1 1-881-15,-9 1-424 0,-6 3-2472 0</inkml:trace>
  <inkml:trace contextRef="#ctx0" brushRef="#br0" timeOffset="78287.74">13786 8869 6058 0,'0'0'741'16,"0"0"-193"-16,37 12 297 0,-6-8-845 15,6-4 0-15,-4 0 0 0,4 0 0 16,3 0 0-16,-7-3 0 0,2 0 0 15,-6 0 0-15,6-5 0 0,-12 0-1205 16,1-5-2341-16</inkml:trace>
  <inkml:trace contextRef="#ctx0" brushRef="#br0" timeOffset="79004.75">15388 8417 5350 0,'0'0'588'0,"0"0"757"0,-15-40-577 0,1 35-627 0,-9 4-141 15,-8 4 0-15,-10 15 0 0,-1 12 0 16,-5 9 0-16,-3 11 0 0,3 8 0 16,7 5 0-16,13 8 0 0,15 2 0 15,12 5 0-15,6-3 0 0,17-7 0 16,8-14 0-16,14-13 0 15,9-16 0-15,8-11 0 0,2-14 0 0,5-14 0 16,-5-10 0-16,-7-11 0 16,-11-6 0-16,-15-2 0 0,-10-2 0 15,-15 1 0-15,-2-1 0 0,-12-2 0 16,-5-1 0-16,-7 0 0 0,-7 0 0 16,-2 5 0-16,2 6 0 15,6 11 0-15,11 11 0 0,8 8 0 16,2 7 0-16,0 0-853 0,6 3-2012 0</inkml:trace>
  <inkml:trace contextRef="#ctx0" brushRef="#br0" timeOffset="79347.14">15826 9089 8192 0,'0'0'0'0,"0"0"0"0,0 0 0 0,0 0 0 0,0 0 0 0,0 0 0 15,0 0 0-15,0 0-1597 0</inkml:trace>
  <inkml:trace contextRef="#ctx0" brushRef="#br0" timeOffset="80227.38">16068 8395 4061 0,'0'0'457'0,"0"0"315"0,0 0 432 0,0 0-587 0,0 0-113 16,0 0 73-16,35-31-577 0,2 29 0 16,15 2 0-16,-3 5 0 0,1 3 0 15,-7 3 0-15,1 2 0 0,-13 1 0 16,-6 2 0-16,-13 2 0 0,-4 0 0 16,-8 0 0-16,-8 3 0 15,-9 0 0-15,-3-2 0 0,-7 1 0 16,0-3 0-16,-4-2 0 0,0 0 0 15,0-3 0-15,4-4 0 0,6-3 0 16,5-1 0-16,10-3 0 16,2 0 0-16,4-1 0 0,0 0 0 15,0 0 0-15,10 0 0 0,15 4 0 16,2 3 0-16,4 2 0 0,-2 3 0 16,2 1 0-16,-5 4 0 0,-1 1 0 15,0 3 0-15,-8 0 0 0,-7 2 0 16,-8 0 0-16,-2-1 0 0,-10 2 0 15,-3-1 0-15,-12 0 0 16,-6-1 0-16,-2 0 0 0,-4-3 0 16,0-2 0-16,2-6 0 0,8-6 0 15,2-5 0-15,9-5 0 0,5-8 0 16,9-8-1213-16,4-4-28 0,4 2-119 16,7-8-1750-16</inkml:trace>
  <inkml:trace contextRef="#ctx0" brushRef="#br0" timeOffset="80491.53">16688 8399 4610 0,'0'0'1624'0,"0"0"-911"0,0 0-129 0,37-13 60 16,-35 19-627-16,4 8-17 0,-6 8 0 16,-4 4 0-16,-6 3 0 0,-7 1 0 15,1-3 0-15,-5 2 0 0,0-2 0 16,1 0 0-16,3-3 0 0,3-4 0 15,8-4 0-15,-5-2 0 0,11-4 0 16,0-3 0-16,0 0 0 16,11 1 0-16,5 1 0 0,9 0 0 15,8-3 0-15,2-2 0 0,-2-3 0 16,4 0 0-16,-1-1 0 0,-5 0 0 16,-5 0 0-16,-3-2 0 15,-2-4 0-15,-7 0-1241 0,-3-1-500 16,-7-3-752-16</inkml:trace>
  <inkml:trace contextRef="#ctx0" brushRef="#br0" timeOffset="80646.03">16961 8454 6711 0,'0'0'840'0,"-6"52"-199"16,1-13-641-16,-5 2 0 0,-6 5 0 15,1 3 0-15,-1-3 0 0,5 0 0 16,9-4 0-16,-2-3 0 15,4-2 0-15,6-4 0 0,2-1 0 16,5-4 0-16,-3-8-913 0,1-5-1076 0</inkml:trace>
  <inkml:trace contextRef="#ctx0" brushRef="#br0" timeOffset="81143.62">17312 8803 3621 0,'0'0'1721'0,"-21"45"-589"16,17-19-467-16,-2-1 43 0,0 0-363 16,2 0-345-16,-2-5 0 0,1 0 0 15,5-5 0-15,0-6 0 0,0-3 0 16,5-5 0-16,5-1 0 0,6-7 0 15,5-6 0-15,0-6 0 16,2-4 0-16,-1-1 0 0,1 0 0 16,0 2 0-16,-5 3 0 0,-5 7 0 15,-9 6 0-15,0 5 0 0,-4 1 0 16,-4 4 0-16,0 7 0 0,-2 9 0 16,1-1 0-16,-1 0 0 15,4-2 0-15,2-6 0 0,0-1 0 16,2-5 0-16,4-2 0 0,9-3 0 15,-1-4 0-15,7-6 0 16,2-3 0-16,-3-1 0 0,-3 0 0 16,0 1 0-16,-3 5 0 0,-8 4 0 15,-2 3 0-15,-4 2 0 0,7 9 0 16,1 11 0-16,2 8 0 0,3 6 0 16,-3 1 0-16,0-2 0 0,-4-5 0 15,5 0 0-15,-3-3 0 0,-6-3 0 16,2 1 0-16,-4-1 0 0,-4-5-1017 15,-2-4-1845-15</inkml:trace>
  <inkml:trace contextRef="#ctx0" brushRef="#br0" timeOffset="94379.77">25330 5659 720 0,'0'0'1729'0,"-2"41"-1545"0,9-17 452 16,-1 1-424-16,2 0-88 0,-2 3-104 16,-4 0 16-16,3 2 8 15,-5 1-40-15,0 2 20 0,-5 3-24 16,3 1 0-16,0 0-72 0,0-3-376 15,0-10 276-15,2-5-825 0</inkml:trace>
  <inkml:trace contextRef="#ctx0" brushRef="#br0" timeOffset="94584.44">25374 6241 4410 0,'0'0'704'16,"-10"36"44"-16,10-14-352 0,0-1-280 15,2 2-56-15,2 1-60 16,-2 1 16-16,2 0-8 0,-2 0-4 16,0-2-4-16,2-1 0 0,-4-1-8 15,0 0 4-15,0-2-24 0,0 2-252 16,0-2-88-16,-2 2-604 16,2-3 51-16,-2-5 41 0,2 0-1477 0</inkml:trace>
  <inkml:trace contextRef="#ctx0" brushRef="#br0" timeOffset="94766.75">25370 6903 3205 0,'0'0'100'0,"0"44"-24"0,2-19 336 15,0-1-268-15,0-1 76 0,0 3 37 16,-2 0-209-16,2 0-4 16,-2-1-4-16,0-2-36 0,0-3-8 15,0-1-16-15,0-4-20 0,0 0-24 16,-2-5-565-16,2-4-111 15,-2 0-233-15</inkml:trace>
  <inkml:trace contextRef="#ctx0" brushRef="#br0" timeOffset="95062.02">25370 7536 3009 0,'0'0'320'0,"0"44"-116"0,0-18 228 16,-2-3-356-16,-2 3 0 0,2 0 64 15,-1 0-136-15,1-1-4 0,2-4 4 16,0-2-4-16,2-1 0 0,1-4-4 16,-1 0 8-16,-2-2-4 15,0 3 60-15,2-1-7 0,-2 2-37 16,0 4-16-16,0 0 0 0,0-1-12 16,0-1-101-16,0 0-47 0,0 0 36 15,0-3 32-15,-2 3 32 16,-3-1 60-16,1 1 8 0,4 2 112 15,-2 1 244-15,0-1 401 0,0 2-265 16,2-5-80-16,0-1-208 0,0-6-212 16,0-4-320-16,2-1-1349 15,-2-4-1552-15</inkml:trace>
  <inkml:trace contextRef="#ctx0" brushRef="#br0" timeOffset="95974.56">24493 8239 1364 0,'46'0'833'0,"8"-2"-833"0,12-4-4 0,0-1 4 16,-4 1 168-16,-4 1-52 0,-7 5-32 15,-13 0-84-15,-5-1-665 0</inkml:trace>
  <inkml:trace contextRef="#ctx0" brushRef="#br0" timeOffset="96117.63">25159 8207 5090 0,'0'0'472'16,"0"0"-460"-16,54 0-24 0,-27 0 0 15,4 0-224-15,2 0-28 0,4 0-276 16,4 2-265-16,-10-1 9 0,2 0-1077 0</inkml:trace>
  <inkml:trace contextRef="#ctx0" brushRef="#br0" timeOffset="96271.77">25742 8212 1168 0,'0'0'1861'15,"60"6"-1313"-15,-27-2-536 0,-4 0-12 16,0 2-20-16,-2 0-88 0,2 1 108 16,4 0 4-16,0 1 28 0,2 1 64 15,-2-3 248-15,2 0-76 16,-4-4-148-16,0 0-120 0,-2-2 0 15,-8 0-368-15,-5-4-1300 0</inkml:trace>
  <inkml:trace contextRef="#ctx0" brushRef="#br0" timeOffset="97602.1">25204 8198 3049 0,'0'0'488'0,"0"0"-272"0,0 0 521 15,50 2-309-15,-31 2-80 0,3-1 204 16,1 0-264-16,0 0-104 0,0-1 4 15,-7 3-124-15,-1-2-3 0,-9-1-17 16,-2 1-44-16,-4 0 0 0,0 0 0 16,-2 2 20-16,-6 1-20 15,-13 0 44-15,-4 0-32 0,-2-2-8 16,-2-4 4-16,4-1 8 0,1-5-16 16,5-3 36-16,3 1-32 0,7-3 104 15,7-2 220-15,2 2-184 16,6 1-20-16,9 0 24 0,1 3-144 15,7 0 36-15,4 3 40 0,2 3-52 16,2 2 32-16,-2 9 112 0,-6 2-164 16,-3 2 24-16,-3 5 4 15,-1-1-16-15,-5-1-8 0,-1 1 45 16,-2-1-57-16,-6 0 0 0,-4-1 0 16,-8-2 0-16,-7 0 0 0,-9-2-29 15,-5-3-791-15,6-5-373 0,0-1-2829 0</inkml:trace>
  <inkml:trace contextRef="#ctx0" brushRef="#br0" timeOffset="99893.32">22077 7056 1868 0,'0'0'329'0,"0"0"-77"0,0 0 1116 0,0 0-803 16,0 0-157-16,0 0 260 0,0 0-368 16,0 0-44-16,0 0 240 0,0 46-183 15,8-20-21-15,0 4 172 16,3-2-252-16,-1-3-24 0,5-1 8 16,5-5-196-16,3-2 17 0,6-9-17 15,4-3 0-15,2-5 0 0,2-5 0 16,1-7 0-16,-5-1 0 0,0-5 0 15,-9 0 0-15,-3-3 0 0,-8 1 0 16,-9-2 0-16,-4 0 0 0,-9 1 0 16,-7 0 0-16,-7 2 0 15,-4 3 0-15,-6 3 0 0,0 4 0 16,0 6 0-16,6 3 0 0,2 1 0 16,-2 10 0-16,7 2 0 0,-7 5 0 15,8 4 0-15,-3 4 0 0,3 4 0 16,5 3 0-16,3 4 0 15,7-3 0-15,4 3 0 0,10 1 0 16,11 1 0-16,4-1 0 0,4-1 0 16,0-4 0-16,-2-1 0 15,-3-2 0-15,-3-2 0 0,-6 1 0 16,-5-1 0-16,-8-1 0 0,-4-1 0 16,-8 1 0-16,-7-3 0 0,-4 1 0 15,-10-1 0-15,-6 0 0 0,-8-2 0 16,-9 0 0-16,0-4 0 0,5-4 0 15,7-6 0-15,11-8 0 0,11-7-25 16,9-4-1652-16,9-4-1552 0</inkml:trace>
  <inkml:trace contextRef="#ctx0" brushRef="#br0" timeOffset="100940.18">23026 7394 3793 0,'0'0'701'0,"0"0"-261"0,0 0 456 0,0 0-488 0,0 0-63 16,0 0 127-16,0 0-300 15,0 0-28-15,0 0 60 0,18-6-116 16,-28 17 24-16,-17 5 84 0,-2 3-168 16,-12 3 4-16,-5-1 12 15,1-2-32-15,-3 2 24 0,3 1 33 16,1-1-69-16,5-1 0 0,8-1 0 16,6 0 0-16,7-1 0 0,7-3 0 15,5-2 0-15,6 0 0 0,13-2 0 16,7-2 0-16,13 1 0 0,9-4 0 15,9-1 0-15,1-2 0 0,2 3 0 16,-3-1 0-16,-1 1 0 0,-9 1-297 16,1 0-375-16,-15-1-189 15,-3-1-1344-15,-7-4 605 0</inkml:trace>
  <inkml:trace contextRef="#ctx0" brushRef="#br0" timeOffset="101389.78">23460 7507 3201 0,'0'0'1108'0,"0"0"-495"0,0 0 55 0,0 0 192 0,0 0-443 0,0 0-113 15,0 0 80-15,0 0-296 16,0 0-20-16,-42 41 36 0,18-26-100 15,-7 0 16-15,-2 0-4 0,-1-2 4 16,-3-1-20-16,0 1 144 0,2 0-44 16,2 0-27-16,8-1-73 15,6 0 0-15,9-3 0 0,6 4 0 16,4-2 0-16,6 1 0 0,13-1 0 16,10-2 0-16,10-3 0 0,11-1 0 15,5-1 0-15,3 1 0 0,0 1 0 16,-2 0 0-16,-6 0 0 0,-15-4-1333 15,-10 1-888-15</inkml:trace>
  <inkml:trace contextRef="#ctx0" brushRef="#br0" timeOffset="103061.85">24016 7389 3377 0,'0'0'2041'0,"0"0"-1209"0,0 0-11 0,0 0-469 0,-6 49-8 15,1-12 81-15,1 5-425 0,2 5 0 16,2 0 0-16,4 4 0 15,5 1 0-15,-1-1 0 0,-2-1 0 16,0-4 0-16,-2-1 0 0,-1-5 0 16,-1-3 0-16,-2-7-437 15,0-9-1184-15,-2-8-588 0</inkml:trace>
  <inkml:trace contextRef="#ctx0" brushRef="#br0" timeOffset="111942.08">20037 5843 1208 0,'0'0'212'0,"0"0"1109"0,0 0-945 0,0 0 312 0,0 0-144 15,0 0-83-15,0 0 303 0,0 0-284 16,8-9-32-16,-8 7 237 16,0 2-293-16,0 0-56 0,0 0-59 15,0 0-277-15,-2 2 0 0,-2 0 0 16,4 1 0-16,0-1 0 0,0-2 0 15,0 0 0-15,4 0 0 0,2-1 0 16,8-4 0-16,3-2 0 0,4-1 0 16,-1 1 0-16,-1-1 0 15,-5 4 0-15,3-1 0 0,-7 3 0 16,5 0 0-16,-5 2 0 0,3-1 0 16,-3 1 0-16,2 1 0 0,-3 1 0 15,5 0 0-15,0 2 0 0,-1 0 0 16,8-1 0-16,-5-1 0 15,5 0 0-15,1 1 0 0,-1-3 0 16,0 1 0-16,-1-1 0 0,-1 2 0 16,0 0 0-16,-1 0 0 0,-1 2 0 15,-1 1 0-15,-1 1 0 0,-1-1 0 16,1 3 0-16,-1-1 0 0,1 3 0 16,-3-2 0-16,5 3 0 15,-3-2 0-15,3 0 0 0,1-1 0 16,1-2 0-16,2-1 0 0,-1-2 0 15,1 0 0-15,4-2 0 0,0 2 0 16,-1-3 0-16,1 2 0 0,2-1 0 16,2 0 0-16,-6 1 0 15,4 1 0-15,1-1 0 0,-1 0 0 16,2 0 0-16,2-1 0 0,-2-1 0 16,4 0 0-16,-2 0 0 0,2-2 0 15,-2-1 0-15,-2 2 0 0,-4-1 0 16,0 0 0-16,-4 2 0 15,-5-2 0-15,1 2 0 0,-3 0 0 16,1 0 0-16,-3 0 0 0,-2 0 0 16,1 2 0-16,3 1 0 0,-1-2 0 15,-3 0 0-15,4 0 0 0,-1-1 0 16,-1 1 0-16,1-1 0 0,-1 0 0 16,2-1 0-16,1-1 0 15,1 1 0-15,1-1 0 0,4-1 0 16,-1 1 0-16,3-3 0 0,2-1 0 15,2-1 0-15,2-1 0 0,0-2 0 16,0 1 0-16,0-1 0 0,-1 2 0 16,-1 1 0-16,0 1 0 15,0 0 0-15,0 0 0 0,2 1 0 16,-2 0 0-16,0 0 0 0,2 0 0 16,-5 0 0-16,7-1 0 0,-4-1 0 15,2 1 0-15,-2-1 0 0,-4 1 0 16,6-2 0-16,-2 2 0 0,-5-1 0 15,9 0 0-15,-4 2 0 0,0 0 0 16,2-1 0-16,-2 2 0 16,0-3 0-16,0 0 0 0,4 1 0 15,-4-1 0-15,1 0 0 0,-1 0 0 16,0 0 0-16,0 0 0 0,0 0 0 16,-2 2 0-16,2-1 0 15,-3-1 0-15,1 2 0 0,0 0 0 16,-4 1 0-16,4-1 0 0,-3 0 0 15,3 0 0-15,-2 1 0 0,2-1 0 16,-3-1 0-16,-1 0 0 0,0 1 0 16,-5-1 0-16,5-1 0 15,2 0 0-15,-3-1 0 0,1-2 0 16,-2 0 0-16,1-2 0 0,-1 1 0 16,-1-1 0-16,1-1 0 0,0-1 0 15,-3-1 0-15,3-1 0 0,-5 0 0 16,1-2 0-16,1-1 0 0,-1-1 0 15,-3-1 0-15,3-1 0 16,-5 1 0-16,7-3 0 0,-5-1 0 0,0 0 0 16,1-1 0-16,1 1 0 15,-3-1 0-15,3-1 0 0,-2 1 0 16,3-5 0-16,-1 1 0 0,1-2 0 16,-1-1 0-16,1-1 0 15,-1 1 0-15,-1-3 0 0,-1-1 0 16,0 1 0-16,-3-1 0 0,-1-1 0 15,-2 0 0-15,5 0 0 0,-3-1 0 16,0 0 0-16,0 1 0 0,1-3 0 16,-1 1 0-16,-2 1 0 0,4-1 0 15,-3 0 0-15,-1 2 0 0,0-1 0 16,-4-1 0-16,2 2 0 0,0 0 0 16,-2-1 0-16,3 0 0 15,-1-1 0-15,2-1 0 0,-2 0 0 16,-2 0 0-16,2-1 0 0,-2 3 0 15,-2-2 0-15,0-1 0 16,0 2 0-16,0-3 0 0,0-1 0 16,0 2 0-16,4-1 0 0,-2 4 0 15,1-1 0-15,-1-2 0 0,-2-1 0 16,4 2 0-16,0-3 0 0,-2 3 0 16,0-2 0-16,0-1 0 15,0 0 0-15,0 0 0 0,0 0 0 16,0-2 0-16,0 1 0 0,0-1 0 15,1-1 0-15,1-2 0 0,0 2 0 16,-2-2 0-16,0 3 0 0,2-2 0 16,-2 1 0-16,2-3 0 0,0 0 0 15,-2-1 0-15,7 0 0 0,-3-1 0 16,0 0 0-16,0 1 0 0,1-2 0 16,1 2 0-16,-2-1 0 0,0 0 0 15,3-1 0-15,-3 1 0 16,4 1 0-16,-2 1 0 0,-1 1 0 15,1 1 0-15,-2 1 0 0,2 1 0 16,-2 2 0-16,-1 2 0 0,1 0 0 16,-4 1 0-16,0 2 0 15,-2-2 0-15,0 2 0 0,0 2 0 16,0-1 0-16,0 2 0 0,0 1 0 16,0 0 0-16,0 2 0 0,0 3 0 15,0 1 0-15,0 2 0 16,0 3 0-16,-2 1 0 0,0 4 0 15,-4 2 0-15,4 0 0 0,-1 6 0 16,-3 3 0-16,6 1 0 0,-2 6 0 16,0-2 0-16,0 1-121 0,0 0-1412 15,2-1 85-15,2-4-269 0</inkml:trace>
  <inkml:trace contextRef="#ctx0" brushRef="#br0" timeOffset="112456.24">23888 1117 6234 0,'0'0'633'0,"6"-51"-153"0,-2 23 220 0,-4 0-555 15,2-1-145-15,2-1 0 16,0-2 0-16,-2 0 0 0,3-2 0 15,-3 1 0-15,-2 1 0 0,0 3 0 16,-2 3 0-16,-1 2 0 0,1 2 0 16,2 3 0-16,0 4 0 0,0 4 0 15,0 5 0-15,2 2 0 0,-2 1 0 16,3 1 0-16,-3 2-285 0,0 0-927 16,2 0-129-16,0 8-84 0</inkml:trace>
  <inkml:trace contextRef="#ctx0" brushRef="#br0" timeOffset="114372.51">23956 693 1508 0,'0'0'1957'0,"0"0"-588"0,0 0-561 16,0 0-184-16,0 0 61 0,0 0-413 15,0 0-80-15,0 0 36 16,0 0-188-16,0 0 36 0,-19 22 52 15,17 1-104-15,0 10 16 0,2 5 44 16,0 2-76-16,0 1 76 0,0-4-19 16,0 2-65-16,0 3 0 0,0 1 0 15,-2 1 0-15,0 2 0 0,0-2 0 16,-2 1 0-16,2-1 0 0,2 2 0 16,0 0 0-16,4 0 0 0,2-1 0 15,0 1 0-15,5-3 0 16,1 1 0-16,0 1 0 0,1-1 0 15,-1 0 0-15,3 1 0 0,-5 0 0 16,-2-1 0-16,-2 1 0 0,1 0 0 16,-3 0 0-16,0-3 0 15,0-2 0-15,2-2 0 0,0-3 0 16,-1 2 0-16,1 0 0 0,-2-1 0 16,-2-1 0-16,0 0 0 0,0 0 0 15,-2-3 0-15,0 0 0 16,2 1 0-16,-2-3 0 0,0 3 0 15,0-2 0-15,0-2 0 0,0 2 0 16,2 0 0-16,0-1 0 0,-2-1 0 16,4 2 0-16,1 1 0 0,-3 0 0 15,4 0 0-15,-2 0 0 0,0 2 0 16,0 0 0-16,2-1 0 0,-3 3 0 16,3-2 0-16,-2-1 0 0,2 3 0 15,0-2 0-15,-2-1 0 16,5 1 0-16,-3 1 0 0,0 2 0 15,0 1 0-15,1 1 0 0,-1 2 0 16,-4 1 0-16,4 0 0 16,0 1 0-16,-2-1 0 0,3-1 0 15,-1-1 0-15,0 1 0 0,2-3 0 16,-2 0 0-16,3-1 0 0,-3 1 0 16,2 0 0-16,0 4 0 0,1-1 0 15,-1 1 0-15,0-1 0 16,0 2 0-16,1-2 0 0,-1 2 0 15,0-2 0-15,3 1 0 0,-3 0 0 16,0-4 0-16,2-1 0 0,-1-1 0 16,1 1 0-16,5 1 0 0,-5 1 0 15,2 0 0-15,-1-1 0 0,-1 1 0 16,0 2 0-16,1 0 0 16,1 0 0-16,-2 2 0 0,1-2 0 15,-1 1 0-15,-2-2 0 0,3 2 0 16,-3-2 0-16,0 3 0 0,0-1 0 15,1 0 0-15,-1 1 0 16,-2-2 0-16,2 3 0 0,1-1 0 16,-1-2 0-16,0 3 0 0,1-1 0 15,-1 2 0-15,0 1 0 0,-2 2 0 16,5 1 0-16,-3 2 0 0,0-1 0 16,0 0 0-16,3 0 0 15,-3-1 0-15,0 1 0 0,3-3 0 16,-3-1 0-16,0-2 0 0,0-2 0 15,3-2 0-15,-3 2 0 0,2 0 0 16,1 0 0-16,-1 2 0 0,0-2 0 16,3 2 0-16,-3 1 0 15,-2-1 0-15,3 0 0 0,-1 0 0 16,0-3 0-16,-1 1 0 0,1-1 0 16,-2 2 0-16,3 0 0 0,-1 1 0 15,0 0 0-15,1 2 0 0,-1 0 0 16,0 0 0-16,1 1 0 15,-1 0 0-15,0-3 0 0,-1-2 0 16,-1 1 0-16,0-3 0 0,0 1 0 16,-1-1 0-16,5-1 0 15,-4 1 0-15,1 3 0 0,1 1 0 16,0-1 0-16,-2 2 0 0,5-3 0 16,-1 1 0-16,1-3 0 0,-1-1 0 15,0-2 0-15,1 0 0 0,1 0 0 16,-1 0 0-16,3 3 0 0,-1 0 0 15,-1 3 0-15,1 0 0 0,-1 2 0 16,1 3 0-16,-1 0 0 16,3 0 0-16,-3 1 0 0,3-1 0 15,-3-1 0-15,3 2 0 0,-1 1 0 16,3 1 0-16,-1 2 0 0,1 2 0 16,4 4 0-16,-3 1 0 15,5 2 0-15,-2 2 0 0,2 0 0 16,0 2 0-16,-1 2 0 0,3 2 0 15,2 1 0-15,-2-1 0 16,2 1 0-16,2 0 0 0,0-2 0 16,2 1 0-16,-2-1 0 0,4 1 0 15,-4 1 0-15,2 0 0 0,2 0 0 16,1 1 0-16,-1 2 0 0,2 1 0 16,0 2 0-16,2 2 0 0,1 2 0 15,3 0 0-15,-2 0 0 0,3 1 0 16,1 0 0-16,-1-2 0 15,-1 1 0-15,-2 1 0 0,3-3 0 16,1 0 0-16,1-1 0 0,-1-1 0 16,1-1 0-16,1-1 0 15,-1 1 0-15,-1-5 0 0,1-1 0 16,-1-6 0-16,1-1 0 0,-5-4 0 16,0-1 0-16,-3-3 0 0,1 0 0 15,-4-2 0-15,-2-2 0 0,0-2 0 16,-4-2 0-16,0-4 0 15,-4-3 0-15,-2-2 0 0,-5-7 0 16,-1-5 0-16,-3-5 0 0,-6-8 0 16,-1-5 0-16,-3-3 0 0,-4-1 0 15,2-3 0-15,-2 1 0 0,0-2 0 16,0 0 0-16,0 0 0 0,-4-6 0 16,0 2 0-16,-3-4 0 0,1 2 0 15,0-1-505-15,0 3-615 16,2 0-1550-16</inkml:trace>
  <inkml:trace contextRef="#ctx0" brushRef="#br0" timeOffset="132331.48">1315 10355 2693 0,'0'0'216'0,"0"0"1389"0,0 0-1345 0,0 0-24 0,0 0 148 15,0 0-208-15,0 0-20 0,47 38 72 16,-20-31-100-16,14 0-12 15,3-2 64-15,8-2-116 0,1-1-8 16,3-2-4-16,8 1-47 0,4-1-1 16,9 0 4-16,8 0-4 0,6 0-4 15,10 0 16-15,10-2-4 16,5-2-12-16,10 2 16 0,7-3-8 0,9 0-8 16,5 2 44-16,6-2-32 15,8 0 52-15,5 3 68 0,5-2-104 16,3 3 12-16,4 0 24 0,8 1-56 15,4 0 16-15,4 0 12 16,5 3-32-16,3 2 20 0,1 1 28 16,8 0-44-16,1 0 4 0,3 3 36 15,7 1-44-15,3-1 20 0,-4 2 16 16,11 2-32-16,-5-1 0 0,9 1 16 16,-1-1-8-16,3 2-12 0,2-1 28 15,4 0-24-15,2 1 0 0,0 1 76 16,6-2-44-16,4 2 32 15,-4-1 28-15,7 0-100 0,3-1 32 16,3-1 44-16,2 2-60 0,5-1 36 16,5 2 28-16,3 1-76 0,3 1 36 15,-2 1 68-15,10 0-56 16,1-2-15-16,-1 2-37 0,1-2 0 16,5 0 0-16,-3-2 0 0,1-2 0 15,5 0 0-15,-2-2 0 0,-3 0 0 16,5 2 0-16,-10 0 0 0,3 1 0 15,-6 0 0-15,-12 1 0 16,-2-1 0-16,-14 0 0 0,-13 0 0 16,-9-1 0-16,-11 0 0 0,-18-2 0 15,-11-1-365-15,-13-1-275 0,-17-2-737 16,-45-2-7-16,-12-4-341 0</inkml:trace>
  <inkml:trace contextRef="#ctx0" brushRef="#br0" timeOffset="136415.85">1104 10873 2301 0,'0'0'3573'0,"0"0"-2848"16,-50-43-85-16,36 35 192 0,-3 3-711 15,-1 5-121-15,-1 6 0 0,0 11 0 16,-1 11 0-16,-1 15 0 15,2 2 0-15,1 10 0 0,1 3 0 16,9 2 0-16,4 5 0 0,12 5 0 16,13-6 0-16,4-9 0 0,10-11 0 15,0-19 0-15,6-13 0 0,3-12 0 16,1-9 0-16,1-14 0 0,-7-8 0 16,-2-5 0-16,-6-5 0 0,-14 0 0 15,-7-1 0-15,-8 1 0 16,-6 1 0-16,-8 1 0 0,-5 3 0 15,-4 4 0-15,-3 4 0 0,5 6 0 16,2 9-153-16,9 5-847 0,6 5-193 16,4 5-1956-16</inkml:trace>
  <inkml:trace contextRef="#ctx0" brushRef="#br0" timeOffset="136851.19">1379 11912 1444 0,'0'0'2025'0,"0"0"-1641"0,0 0 349 15,0 0-209-15,0 0-192 0,0 0 276 16,0 0-520-16,0 0-80 0,-31-47 24 15,8-6-16-15,-6-9 136 16,4-4 217-16,5-3-141 0,9 9 136 16,11 2 320-16,9 5-483 15,9 10-201-15,3 6 0 0,2 5 0 16,-3 4 0-16,-1 7 0 0,-1 2 0 16,1 5 0-16,-2 4 0 0,-1 2 0 15,-1 2 0-15,1 5 0 0,-3 1 0 16,1 7 0-16,0 5 0 0,-1 4 0 15,1 4 0-15,-10 3 0 16,1 2 0-16,-5 0 0 0,-2-1 0 16,-5-1 0-16,-9 1 0 0,-3 0 0 15,-4-3 0-15,-3-3 0 0,-1-5 0 16,-2-6 0-16,6-6-101 0,9-8-1347 16,7-2-165-16,3-12-888 0</inkml:trace>
  <inkml:trace contextRef="#ctx0" brushRef="#br0" timeOffset="137050.9">1616 10768 6655 0,'0'0'892'16,"0"0"-416"-16,0 0-307 0,-6 39-169 0,6-6 0 16,0 9 0-16,0 6 0 15,4 1 0-15,3 5 0 0,-3 2 0 16,-2-2 0-16,0 1 0 15,-2-2 0-15,0-5 0 0,0-4 0 16,-4-5 0-16,0-6 0 0,-1-11-1858 16,-1-6-555-16</inkml:trace>
  <inkml:trace contextRef="#ctx0" brushRef="#br0" timeOffset="137176.89">1544 11179 6362 0,'0'0'945'16,"0"0"-60"-16,44-40-885 0,-30 34 0 15,0 4 0-15,-1 1 0 0,3 1 0 16,1 0 0-16,4 3 0 0,-5 0 0 16,7-3-961-16,-4 1-1224 0,1-1-1965 15</inkml:trace>
  <inkml:trace contextRef="#ctx0" brushRef="#br0" timeOffset="137306.09">1805 11254 7131 0,'0'0'948'0,"-11"40"-835"15,11-19-113-15,0-2 0 16,4-2 0-16,-2-1 0 0,7-4 0 16,3-3 0-16,1-5 0 0,-3-3 0 15,-2-1-885-15,-4-3-372 0,0-11-2749 0</inkml:trace>
  <inkml:trace contextRef="#ctx0" brushRef="#br0" timeOffset="137427.82">1898 10851 7011 0,'0'0'440'0,"0"0"-200"16,0 0 48-16,0 0-248 0,0 0-40 16,0 0-716-16,0 0-553 0,0 0-131 15</inkml:trace>
  <inkml:trace contextRef="#ctx0" brushRef="#br0" timeOffset="137706.19">2077 11200 5682 0,'0'0'1653'0,"0"0"-913"16,0 0-623-16,0 0-117 16,0 0 0-16,-43-26 0 0,24 26 0 15,7 9 0-15,-7 5 0 0,7 5 0 16,2 3 0-16,3 1 0 0,7 1 0 16,3-1 0-16,7-2 0 0,4-4 0 15,7-5 0-15,0-4 0 0,-1-6 0 16,3-2 0-16,-2-6 0 0,-1-5 0 15,-5-2 0-15,-3-4 0 16,-5-4 0-16,-3-2 0 0,0 0 0 16,-4 4 0-16,-6 1-221 15,-3 5-551-15,3 4-385 0,-2 5 53 16,6 2-281-16</inkml:trace>
  <inkml:trace contextRef="#ctx0" brushRef="#br0" timeOffset="137911.14">2160 11328 4293 0,'0'0'929'0,"0"0"532"16,6 40-737-16,-6-36-212 0,2 0-239 16,0-1-273-16,1-3 0 0,1 0 0 15,2-7 0-15,4-11 0 0,5-7 0 16,-5-5 0-16,4 1 0 0,-1 3 0 16,-3 8 0-16,-4 3 0 0,1 7 0 15,-5 3 0-15,4 5 0 0,-2 3 0 16,6 11 0-16,5 10 0 15,-1 8 0-15,1 2 0 0,-5 1 0 16,-6-7 0-16,2-1 0 0,1-4 0 16,-1-6 0-16,-2-9-2438 0</inkml:trace>
  <inkml:trace contextRef="#ctx0" brushRef="#br0" timeOffset="138719.18">2749 11028 2593 0,'0'0'1997'0,"0"0"-1085"0,-35 21-268 0,33-20-171 0,2-1 179 15,0-1-240-15,0-5-120 16,0-8-75-16,0-10-217 0,6-5 0 16,9-4 0-16,-3-2 0 0,9 2 0 15,4 3 0-15,1 2 0 0,5 7 0 16,-4 5 0-16,4 7 0 0,-4 7 0 16,-2 4 0-16,2 11 0 15,0 7 0-15,-4 6 0 16,1 8 0-16,-9 7 0 0,-5 8 0 0,-4 6 0 15,-10 3 0-15,-8 2 0 0,-3-2 0 16,-9-4 0-16,-3 0 0 16,-2-3 0-16,-4-3 0 0,0-7 0 15,2-6 0-15,2-10 0 0,4-10 0 16,4-7 0-16,0-10-53 0,7-12-155 16,4-11-72-16,1-8 112 0,5-9 104 15,4 0 64-15,0 3 52 0,11 6 344 16,9 6-188-16,-3 9-91 0,3 9-117 15,3 6 0-15,0 7 0 16,0 10 0-16,-3 6 0 0,3 2 0 16,-2-1 0-16,4 2 0 15,-3-3 0-15,7-1 0 0,4-3 0 16,2-3 0-16,9-2 0 0,-13-5-317 16,6-3-1524-16</inkml:trace>
  <inkml:trace contextRef="#ctx0" brushRef="#br0" timeOffset="139055.74">3595 10945 7299 0,'0'0'656'0,"0"0"-419"0,0 0-237 0,0 0 0 0,0 0 0 0,0 0 0 16,0 0 0-16,41 39 0 0,-29-18-85 15,-1 1-815-15,-7-6-277 0,0 1-2528 0</inkml:trace>
  <inkml:trace contextRef="#ctx0" brushRef="#br0" timeOffset="139186.03">3686 11298 2837 0,'0'0'3057'0,"0"0"-1796"16,0 0-689-16,0 0-372 16,0 0-200-16,0 0-56 0,0 0-400 15,0 0-1833-15</inkml:trace>
  <inkml:trace contextRef="#ctx0" brushRef="#br0" timeOffset="139751.14">4620 11021 5030 0,'0'0'332'16,"0"0"316"-16,-54-41 521 0,29 29-689 15,-1 2-172-15,-1 4-83 0,-2 5-225 16,6 6 0-16,2 13 0 16,5 9 0-16,-1 10 0 0,1 7 0 15,1 4 0-15,5 3 0 0,4-3 0 16,6-5 0-16,10-7 0 0,7-7 0 16,3-10 0-16,7-9 0 0,4-10 0 15,0-6 0-15,6-10 0 0,-4-7 0 16,-2-4 0-16,0-4 0 0,-6 0 0 15,-6 3 0-15,-5 6 0 16,-7 8 0-16,-3 8 0 0,-4 4 0 16,0 2 0-16,0 6 0 0,0 8 0 15,2 9 0-15,2 6 0 0,0 3 0 16,2-1 0-16,5-7 0 16,1-2 0-16,7-3 0 0,-5-3 0 15,5-6-669-15,-5-3-1716 0,3-4-1201 0</inkml:trace>
  <inkml:trace contextRef="#ctx0" brushRef="#br0" timeOffset="140000.95">5013 11169 2713 0,'0'0'3850'0,"-29"-34"-2590"16,10 16-891-16,-6 5-369 0,1 6 0 15,-3 4 0-15,4 5 0 16,-4 9 0-16,9 5 0 0,5 8 0 16,3 7 0-16,-1 2 0 0,7 4 0 15,4 2 0-15,7 1 0 0,5-3 0 16,4-4 0-16,5-7 0 16,6-9 0-16,0-9 0 0,4-8 0 15,-4-10 0-15,4-11 0 16,-11 1-1105-16,1-6-1092 0</inkml:trace>
  <inkml:trace contextRef="#ctx0" brushRef="#br0" timeOffset="140198.76">5093 10655 6474 0,'0'0'757'0,"0"0"204"15,-33 36-961-15,19-8 0 0,-3 11 0 16,3 6 0-16,6 5 0 0,3 7 0 15,5 4 0-15,2 7 0 16,7 2 0-16,-3 2 0 0,4-2 0 16,1-6 0-16,-5-7 0 15,2-6 0-15,0-11-913 0,1-12-636 0,-3-7-560 16</inkml:trace>
  <inkml:trace contextRef="#ctx0" brushRef="#br0" timeOffset="140410.97">5296 11232 5770 0,'0'0'801'0,"-25"-57"347"15,4 31-675-15,5 10-473 0,-1 7 0 16,-1 9 0-16,1 7 0 0,1 12 0 16,-1 9 0-16,3 5 0 0,3 4 0 15,5 1 0-15,6-2 0 0,6-2 0 16,9-5 0-16,1-9 0 0,9-8 0 15,4-9 0-15,0-6 0 0,4-16 0 16,-2-7 0-16,-4-9 0 16,-4 6-1650-16,-9-6-1131 0</inkml:trace>
  <inkml:trace contextRef="#ctx0" brushRef="#br0" timeOffset="140585.75">5356 10744 2629 0,'0'0'4374'0,"0"0"-3218"0,-6 53-1123 15,6-10-33-15,-6 13 0 0,1 3 0 16,5 4 0-16,0 1 0 16,5-3 0-16,1-4 0 0,4-3 0 15,0-6 0-15,7-5 0 0,-3-12-513 16,-1-8-2072-16</inkml:trace>
  <inkml:trace contextRef="#ctx0" brushRef="#br0" timeOffset="141222.66">6032 11139 4714 0,'0'0'1008'15,"0"0"-216"-15,0 0-75 0,0 0-41 16,0 0-584-16,0 0 16 0,-4 58-23 15,4-11-85-15,0-2 0 16,0-3 0-16,0-1 0 0,4-3 0 16,-2-5 0-16,2-1 0 15,-4-6 0-15,0-7 0 0,0-7 0 0,0-8 0 16,4-4 0-16,-2-6 0 16,7-13 0-16,7-17 0 0,1-11 0 15,3-6 0-15,-3-1 0 0,-1 7 0 16,3 2 0-16,-3 8 0 0,-3 11 0 15,-1 10 0-15,-3 12 0 0,-1 6 0 16,-2 11 0-16,-6 5 0 16,4 6 0-16,-4 1 0 0,0 0 0 15,0 0 0-15,0-1 0 0,2-5 0 16,2-5 0-16,1-6 0 0,-3-4 0 16,2-4 0-16,6 0 0 0,-4-8 0 15,9-10 0-15,-5-8 0 0,2-5 0 16,3 0 0-16,-5 4 0 0,1 3 0 15,-5 6 0-15,0 7 0 16,-2 6 0-16,0 3 0 0,-4 2 0 16,6 1 0-16,-1 11 0 0,-3 8 0 15,2 7 0-15,-2 4 0 0,-2-1 0 16,4-3 0-16,0-2 0 16,2-1 0-16,5-2 0 0,3-2 0 15,-4-7-793-15,7-2-2933 0</inkml:trace>
  <inkml:trace contextRef="#ctx0" brushRef="#br0" timeOffset="141568.85">6662 11125 6430 0,'0'0'557'0,"-29"-44"555"0,19 27-1019 0,4 10-93 0,0 6 0 15,-5 1 0-15,1 12 0 0,-2 9 0 16,-3 5 0-16,1 4 0 0,3 0 0 15,5-1 0-15,2-2 0 16,4-3 0-16,0-3 0 0,8-7 0 16,3-3 0-16,-1-5 0 0,6-6 0 15,5-3 0-15,-4-8 0 0,3-5 0 16,-3-3 0-16,-7 2 0 16,1 1 0-16,-5 1 0 0,-2 5 0 15,-4 4 0-15,0 2 0 0,0 4 0 16,0 1 0-16,0 11 0 0,0 11 0 15,0 6 0-15,4 6 0 16,-2-2 0-16,2-6 0 0,2-4 0 16,5-3 0-16,-1-6 0 0,7-4-1081 15,-7-5-572-15,4-4-628 0</inkml:trace>
  <inkml:trace contextRef="#ctx0" brushRef="#br0" timeOffset="141940.95">6993 11085 3321 0,'0'0'2373'0,"0"0"-1384"16,-21-35 123-16,7 32-715 0,-1 3-397 15,-3 3 0-15,-1 4 0 0,-1 3 0 16,3 5 0-16,5-2 0 0,-3 0 0 16,5 3 0-16,4 0 0 15,-1 2 0-15,7-1 0 0,2 0 0 16,7-1 0-16,3-2 0 0,5-1 0 15,3-2 0-15,1-3 0 16,0-1 0-16,-5-1 0 0,3-2 0 16,-3 1 0-16,-5-1 0 0,-5-1 0 15,-2 1-25-15,-2 1 25 0,-2 5 25 16,0 6-25-16,-2 3 0 0,-2 4 0 16,-6-1 0-16,-1-1 0 0,-3-1 0 15,1 0 0-15,-3-1 0 0,1-1 0 16,-1-3 0-16,1 0 0 0,-1-2 0 15,-1-3 0-15,3-3 0 16,1-1 0-16,5-4 0 0,6-2 0 16,2 0-129-16,2-6-867 0,6-1-241 15,15-9-2276-15</inkml:trace>
  <inkml:trace contextRef="#ctx0" brushRef="#br0" timeOffset="142256.04">7351 11194 6743 0,'0'0'748'0,"-46"-5"-47"16,23 3-701-16,-1 2 0 0,1 0 0 15,2 1 0-15,1 3 0 0,3 1 0 16,7 1 0-16,1-1 0 0,7 2 0 16,9 3 0-16,3 3 0 0,4 0 0 15,7-1 0-15,2-2 0 0,4 0 0 16,4 0 0-16,-7 0 0 0,3 2 0 15,-4-1 0-15,2 2 0 16,-9 1 0-16,1 0 0 0,-3 1 0 16,-7 0 0-16,-3 0 0 0,-4 0 0 15,-6 0 0-15,-3-2 0 0,-3 0 0 16,-3-1 0-16,-1-4 0 16,-5-2 0-16,5-2 0 0,-3-3 0 15,0-1 0-15,1-5 0 0,1 1 0 16,1-1 0-16,-1 0 0 0,3 0-437 15,3 2-904-15,-1-1-2905 0</inkml:trace>
  <inkml:trace contextRef="#ctx0" brushRef="#br0" timeOffset="143145.23">5581 11680 6430 0,'0'0'125'0,"0"0"371"16,44-2-300-16,3-1-8 0,19 1 328 15,15 1-275-15,18 1-241 0,15 0 0 16,18 1 0-16,7 5 0 0,1 1 0 16,1 0 0-16,-15 3 0 0,-17-2 0 15,-13 0 0-15,-22 0 0 0,-16-3 0 16,-11-1 0-16,-16-2 0 0,-10 0 0 15,-9 0 0-15,-7-2 0 16,-5 0-2006-16,-21-5-1735 0</inkml:trace>
  <inkml:trace contextRef="#ctx0" brushRef="#br0" timeOffset="147797.26">2150 12361 1912 0,'0'0'3546'0,"0"0"-2750"0,0 0-115 0,0 0-69 0,6 44-188 16,-2-12-203-16,-4 4-221 0,2 2 0 16,0-1 0-16,0 1 0 0,0-2 0 15,-2-2 0-15,2-7 0 16,1-3 0-16,1-10 0 0,-4-6 0 16,0-4 0-16,0-4 0 0,0 0 0 15,2-11 0-15,2-11 0 0,4-13 0 16,2-5 0-16,7-6 0 15,-3 0 0-15,3-2 0 0,0 2 0 16,-3 4 0-16,-2 9 0 0,1 11 0 16,-5 9 0-16,2 8 0 0,-3 5 0 15,3 9 0-15,4 8 0 0,-3 9 0 16,1 5 0-16,-6 3 0 0,3 3 0 16,-7 1 0-16,2-4 0 0,0-2 0 15,-4-3 0-15,2-8 0 0,0-5 0 16,4-7 0-16,-6-8 0 15,4-1 0-15,3-7 0 0,3-12 0 16,7-13 0-16,-1-7 0 0,5-6 0 16,-1 2 0-16,3 8 0 0,2 2 0 15,-4 9 0-15,-5 5 0 16,-1 7 0-16,-3 10 0 0,3 2 0 16,-5 7 0-16,0 8 0 0,5 4 0 15,-3 6 0-15,-2 1 0 0,1 3 0 16,-1-2 0-16,0 0 0 15,1-2 0-15,-3 0 0 0,4-3 0 16,-1-1 0-16,-3-5 0 0,0-4 0 16,-4-4-1245-16,7-8-2169 0</inkml:trace>
  <inkml:trace contextRef="#ctx0" brushRef="#br0" timeOffset="148461.1">3148 12364 5202 0,'0'0'732'0,"0"0"149"0,0 0 399 0,0 0-1183 0,0 0-97 16,33 1 0-16,-4-1 0 0,4-1 0 16,9-2 0-16,-5-3 0 0,0 1 0 15,0-2 0-15,0 0 0 16,-1 1 0-16,-12 1 0 0,-5 2 0 16,-4 0 0-16,-11 2-2462 0,-4 1-847 0</inkml:trace>
  <inkml:trace contextRef="#ctx0" brushRef="#br0" timeOffset="148629.29">3200 12482 5494 0,'0'0'976'16,"0"0"-287"-16,0 0 55 0,0 0-455 16,0 0-289-16,37 28 0 0,-6-22 0 15,2-1 0-15,9-3 0 0,-5-2 0 16,-2 0 0-16,-2 0 0 15,-10-2-713-15,-5-5-2893 0</inkml:trace>
  <inkml:trace contextRef="#ctx0" brushRef="#br0" timeOffset="149022.28">4093 12296 6623 0,'0'0'1076'0,"0"0"-583"0,0 0-493 16,0 0 0-16,0 0 0 16,-25 48 0-16,11-12 0 0,7 5 0 15,5 0 0-15,2-5 0 0,7 0 0 16,-5-3 0-16,2-3 0 15,0-2 0-15,2-7 0 0,-6-4 0 16,4-7 0-16,-4-6-389 0,0-4-3000 0</inkml:trace>
  <inkml:trace contextRef="#ctx0" brushRef="#br0" timeOffset="149332.35">4362 12248 7439 0,'0'0'724'15,"0"0"-695"-15,-48-20-29 16,29 22 0-16,1 12 0 0,-7 9 0 16,4 8 0-16,1 6 0 0,3 4 0 15,7 5 0-15,6 1 0 16,4-1 0-16,10-3 0 0,9-8 0 16,3-5 0-16,9-11 0 0,0-7 0 15,7-11 0-15,-1-5 0 0,-6-14 0 16,-4-3 0-16,-7-9 0 15,-7-4 0-15,-5 0 0 0,-8-4 0 16,-4 2 0-16,-2-1 0 0,-9 4 0 16,3 1 0-16,-5 3 0 0,3 6 0 15,8 7 0-15,1 7 0 0,1 6 0 16,8 3 0-16,7 3-461 0,10 3-1360 16,-7 0 124-16,3 0-696 0</inkml:trace>
  <inkml:trace contextRef="#ctx0" brushRef="#br0" timeOffset="149632.32">4721 12311 6575 0,'0'0'852'16,"0"0"-164"-16,-22-42-611 0,9 31-77 16,-1 3 0-16,-7 6 0 0,-4 3 0 15,-2 11 0-15,0 7 0 0,-4 5 0 16,5 7 0-16,3 3 0 15,8 2 0-15,5 2 0 0,10-2 0 16,10 1 0-16,11-7 0 0,10-7 0 16,6-6 0-16,11-9 0 0,-1-8 0 15,3-3 0-15,0-9 0 0,-7-7 0 16,-8-2 0-16,-8-2 0 0,-15-3 0 16,-3-1 0-16,-9-1 0 0,0 3 0 15,-11 3 0-15,-5 2 0 0,-3 4 0 16,-1 6 0-16,-1 3-129 15,2 4-1836-15,9 3 80 0,6 0-756 0</inkml:trace>
  <inkml:trace contextRef="#ctx0" brushRef="#br0" timeOffset="149973.12">5040 12355 5278 0,'0'0'932'0,"0"0"-443"0,12-40 599 16,-12 26-683-16,-2 3-405 0,-8 1 0 16,-1 3 0-16,-5 4 0 0,-3 3 0 15,1 8 0-15,-7 6 0 0,4 6 0 16,0 5 0-16,5 7 0 0,1 0 0 16,13 1 0-16,2 2 0 0,13-6 0 15,12-2 0-15,1-6 0 16,10-6 0-16,1-4 0 0,0-7 0 15,0-4 0-15,-6-2 0 0,-8-7 0 16,-4-6 0-16,-7-4 0 0,-6-2 0 16,-4-3 0-16,-2-1 0 0,-8-1 0 15,-2 3 0-15,-7-2 0 16,1 2 0-16,-5 2 0 0,0 4 0 16,11 5 0-16,-5 2-3847 0</inkml:trace>
  <inkml:trace contextRef="#ctx0" brushRef="#br0" timeOffset="150411.26">5534 12048 3905 0,'0'0'2806'0,"0"0"-1938"0,0 0-255 0,0 0-613 0,0 0 0 0,-7 48 0 16,3 4 0-16,0 10 0 0,2 3 0 15,-2-3 0-15,4 1 0 16,-4-1 0-16,2-1 0 0,-2-3 0 15,0-6 0-15,1-5 0 0,-3-12 0 16,4-9 0-16,2-9 0 0,0-10-53 16,4-7-2044-16,0-6-168 0</inkml:trace>
  <inkml:trace contextRef="#ctx0" brushRef="#br0" timeOffset="150732.79">5544 12486 4674 0,'0'0'592'0,"0"0"212"0,0 0 549 16,0 0-813-16,0 0-311 0,0 0-229 15,-31-36 0-15,35 30 0 0,13-1 0 16,7-2 0-16,10 2 0 0,1 0 0 16,2 1 0-16,-6 3 0 0,-4 3 0 15,-11 0 0-15,-5 2 0 0,-11 2 0 16,0 4 0-16,-11 7 0 15,-13 11 0-15,-7 6 0 0,-3 5 0 16,-3-1 0-16,10-7 0 0,3 0 0 16,7-4 0-16,11-5 0 0,6-5 0 15,12-4 0-15,9-4 0 16,12-6 0-16,8-3 0 0,7-9 0 16,4-2 0-16,-1-1 0 0,-3-3-425 15,-15 5-844-15,-2-2-3841 0</inkml:trace>
  <inkml:trace contextRef="#ctx0" brushRef="#br0" timeOffset="151230.35">6001 12446 6234 0,'0'0'785'0,"0"0"-125"0,0 0-147 16,0 0-513-16,-17-33 0 0,-7 31 0 15,-3 2 0-15,0 5 0 0,-8 8 0 16,8 4 0-16,2 3 0 15,2 4 0-15,3 0 0 0,5-1 0 16,5 0 0-16,8-3 0 0,2-2 0 16,10-4 0-16,7-4 0 0,-1-5 0 15,5-5 0-15,4-2 0 16,1-6 0-16,-3-5 0 0,2-2 0 16,-2-2 0-16,-5-1 0 0,3 0 0 15,-9 4 0-15,-1 4 0 0,-7 3 0 16,0 5 0-16,-2 1 0 15,-2 1 0-15,4 1 0 0,-4 6 0 16,6 10 0-16,1 11 0 0,1 8 0 16,2 6 0-16,1 5 0 0,-3-1 0 15,-4 5 0-15,-4 2 0 0,-4 1 0 16,-9 4 0-16,-11 0 0 0,-7 0 0 16,-7 0 0-16,-1-1 0 0,-6-5 0 15,-3-3 0-15,1-7 0 16,-5-9 0-16,2-9 0 0,3-12 0 15,7-10 0-15,7-7 0 0,6-12 0 16,7-9 0-16,3-9 0 0,9-6 0 16,8-3 0-16,8 1 0 15,15 4 0-15,8 4 0 0,10 4 0 16,7 1 0-16,6 7 0 0,1 1 0 16,3 2 0-16,0 0 0 0,-14 3 0 15,-3-3-501-15</inkml:trace>
  <inkml:trace contextRef="#ctx0" brushRef="#br0" timeOffset="161888.75">976 13594 3377 0,'0'0'2689'0,"0"0"-1960"0,0 0 175 0,0 0-484 0,0 0-347 16,0 0-73-16,0 0 0 16,2 36 0-16,4 5 0 0,-4 11 0 15,0 4 0-15,4-4 0 0,-6-6 0 16,0-8 0-16,0-6 0 0,0-7 0 16,0-8 0-16,0-9 0 15,-4-5 0-15,4-3 0 0,0-6 0 16,0-12 0-16,0-12 0 0,6-19 0 15,5-8 0-15,1-3 0 0,3 7 0 16,3 12 0-16,-3 9 0 0,1 8 0 16,-1 9 0-16,-3 8 0 0,0 7 0 15,1 6 0-15,1 9 0 0,-1 7 0 16,-1 6 0-16,-4 5 0 0,-1 6 0 16,-5 4 0-16,0 0 0 0,-2-2 0 15,2-3 0-15,2-5 0 16,-2-7 0-16,6-6-349 0,-8-8-984 15,6-10-4529-15</inkml:trace>
  <inkml:trace contextRef="#ctx0" brushRef="#br0" timeOffset="162201.31">1532 13701 4798 0,'0'0'1024'0,"-33"-12"-199"0,14 5 291 15,7 4-687-15,-3-2-429 0,3 2 0 16,1 1 0-16,-1 2 0 0,6 2 0 16,-2 7 0-16,-3 12 0 0,1 10 0 15,-5 8 0-15,9 5 0 0,6-5 0 16,2-1 0-16,9-5 0 0,7-5 0 16,1-6 0-16,10-8 0 0,-4-7 0 15,4-6 0-15,-3-4 0 16,-3-10 0-16,0-4 0 0,-11-4 0 15,-1-5 0-15,-7-2 0 0,-4-2 0 16,-2 1 0-16,-7 2 0 16,-1 4 0-16,-2 3 0 0,-1 3 0 15,5 6 0-15,2 3-1549 0,4 3-272 16,2-1-740-16</inkml:trace>
  <inkml:trace contextRef="#ctx0" brushRef="#br0" timeOffset="162588.1">1693 13668 6390 0,'0'0'1053'0,"-25"36"-304"16,17-13-749-16,0 4 0 0,1 2 0 15,3 3 0-15,2 1 0 0,4-1 0 16,4-1 0-16,7-2 0 0,1-7 0 16,1-3 0-16,3-6 0 0,-3-7 0 15,4-5 0-15,-7-1 0 16,0-8 0-16,-1-7 0 0,-1-3 0 15,-2-3 0-15,-4-2 0 0,3 2 0 16,-3 2 0-16,-4 5 0 16,0 6 0-16,2 5 0 0,-2 3 0 15,0 0 0-15,2 10 0 0,4 8 0 16,0 5 0-16,5 1 0 0,1-1 0 16,0-6 0-16,5-4 0 15,-3-4 0-15,5-3 0 0,2-6 0 16,-3-4 0-16,-1-4 0 0,-3-5 0 15,-1-2 0-15,-7-3 0 0,-2-4 0 16,-4-1 0-16,0-2 0 0,-8-1 0 16,-3-6 0-16,1 0 0 0,2 2 0 15,0 1 0-15,5 3-389 0,3 9-2336 16,0 1-689-16</inkml:trace>
  <inkml:trace contextRef="#ctx0" brushRef="#br0" timeOffset="163208.78">2696 13379 5710 0,'0'0'652'0,"6"-37"-123"0,-6 16 327 16,0 1-496-16,-6 2-275 0,-5-2-85 15,1 0 0-15,-7 2 0 0,-1 1 0 16,1 3 0-16,-8 5 0 0,3 3 0 16,1 3 0-16,-6 5 0 0,2 7 0 15,3 5 0-15,-3 3 0 0,2 4 0 16,4 2 0-16,3 2 0 0,1-3 0 16,5 5 0-16,4 1 0 0,6 1 0 15,4 4 0-15,6 5 0 16,5 0 0-16,5 6 0 0,3 2 0 15,-2 5 0-15,-5 3 0 0,1 1 0 16,-3 2 0-16,-3 0 0 16,-9-4 0-16,-2-4 0 0,0-6 0 15,-6-8 0-15,-1-9 0 0,-3-7 0 16,2-9 0-16,0-9-565 0,-7-6-155 16,5-3-85-16,-3-9-2052 0</inkml:trace>
  <inkml:trace contextRef="#ctx0" brushRef="#br0" timeOffset="163332.63">2381 13859 4458 0,'0'0'1440'16,"0"0"-755"-16,0 0-29 0,0 0 228 16,0 0-815-16,48-15-69 0,-27 15 0 15,3 4 0-15,-1 2 0 0,2-1 0 16,4 0 0-16,6-3 0 0,-2-2-1702 16,-6-1-531-16,4-4-1660 0</inkml:trace>
  <inkml:trace contextRef="#ctx0" brushRef="#br0" timeOffset="163644.66">2838 13825 2036 0,'0'0'3366'16,"0"0"-2442"-16,0 0 305 0,0 0-717 15,-37-17-387-15,27 14-125 0,-1 3 0 16,-3 9 0-16,-3 9 0 0,1 6 0 16,5 3 0-16,1 1 0 15,10 1 0-15,-4-1 0 0,8 1 0 16,2-1 0-16,9-4 0 0,1-3 0 15,1-4 0-15,3-6 0 0,1-1 0 16,-4-6 0-16,1-4 0 0,-1-3 0 16,-1-9 0-16,-5-6 0 0,-1-6 0 15,-8-4 0-15,0 1 0 0,-2 1 0 16,-8 0 0-16,-2 1 0 0,-5 2 0 16,3-1 0-16,-1 7 0 0,3 3 0 15,6 4 0-15,4 7-205 16,0 1-535-16,2 2-153 0,2 0-439 15,6 2-1542-15</inkml:trace>
  <inkml:trace contextRef="#ctx0" brushRef="#br0" timeOffset="163815.84">2979 14033 5274 0,'0'0'1132'16,"0"0"-423"-16,0 0 368 15,0 0-1077-15,0 0 0 0,0 0 0 0,0 0 0 16,-11-46 0-16,22 11 0 15,1-2 0-15,5 2 0 0,1 8 0 16,-1 1 0-16,-1 4 0 0,1 3 0 16,-1 1 0-16,-1 4 0 0,6-1 0 15,-7 5 0-15,3-3-1225 0</inkml:trace>
  <inkml:trace contextRef="#ctx0" brushRef="#br0" timeOffset="165350.69">4498 13289 1512 0,'0'0'3890'0,"0"-59"-2954"0,-6 29-411 15,2 3 11-15,-7 2-64 0,-3 3-420 16,2 4-4-16,-9 6-28 0,0 3-20 16,0 6-4-16,1 4 0 0,-3 7-24 15,2 8 28-15,-3 5 0 0,-3 7 0 16,4 4 0-16,2 4 72 15,7 2-52-15,4 1 40 0,3 1 25 16,7 1-85-16,11 2 0 0,5-1 0 16,5 0 0-16,0-1 0 0,-1 1 0 15,-1 0 0-15,-5-1 0 0,-3-1 0 16,-1-3 0-16,-8-2 0 0,-2-5 0 16,0-3-565-16,-2-7-131 0,-8-7-501 15,5-3 121-15,-1-6-269 0</inkml:trace>
  <inkml:trace contextRef="#ctx0" brushRef="#br0" timeOffset="165533.64">4078 13743 6450 0,'0'0'365'16,"0"0"335"-16,0 0-23 0,0 0-677 16,0 0 0-16,42-3 0 15,5 1 0-15,5-4 0 0,6-3 0 16,-4-1 0-16,-3 2 0 0,-1 0 0 15,2-2 0-15,-1 3 0 0,-3-5 0 16,-11 3-2006-16,-10 0-2244 0</inkml:trace>
  <inkml:trace contextRef="#ctx0" brushRef="#br0" timeOffset="165897.01">4058 14166 7799 0,'0'0'393'0,"0"0"-393"16,0 0 0-16,0 0 0 0,0 0 0 16,51-32 0-16,-11 29 0 15,9 1 0-15,5 2 0 0,8 0 0 16,-2 3 0-16,6-1 0 0,2-1 0 15,-4 2 0-15,-2 0 0 0,-8 2-17 16,-17-3-2100-16,-8 2-804 0</inkml:trace>
  <inkml:trace contextRef="#ctx0" brushRef="#br0" timeOffset="166373.88">4463 14479 1784 0,'0'0'3446'16,"4"-46"-2049"-16,-14 19-641 16,-1 4-148-16,-5-1-407 0,-3 3-201 15,-4 2 0-15,-3 1 0 0,-1 4 0 16,-2 2 0-16,0 5 0 0,4 2 0 16,0 5 0-16,5 3 0 0,1 6 0 15,5 3 0-15,1 2 0 0,3 4 0 16,6 2 0-16,4 4 0 15,4 2 0-15,8 5 0 0,7 3 0 16,6 5 0-16,-1 4 0 0,3 3 0 16,-2 4 0-16,-4-2 0 0,-5 1 0 15,-5-4 0-15,-5 0 0 0,-2-3 0 16,-4-6 0-16,-8-4 0 16,1-7 0-16,1-3 0 0,-4-9 0 15,0-7-281-15,-1-4-783 0,1-4-433 0</inkml:trace>
  <inkml:trace contextRef="#ctx0" brushRef="#br0" timeOffset="166509.91">4093 14831 6102 0,'0'0'837'0,"0"0"235"0,0 0-891 16,0 0-181-16,54-3 0 0,-17 3 0 16,4 2 0-16,-4 0 0 15,-4 1 0-15,3-1 0 0,-5 0 0 0,0 0 0 16,-4-2 0-16,-1 0 0 15,-5 0 0-15,-11 0-1021 0,1 0-3509 0</inkml:trace>
  <inkml:trace contextRef="#ctx0" brushRef="#br0" timeOffset="166838.87">4583 14966 2945 0,'0'0'1969'15,"0"0"-1241"-15,-48-34 573 0,28 30-573 16,3 5-328-16,1 10-279 0,1 5-121 16,-1 6 0-16,-1 5 0 15,9 3 0-15,4-2 0 0,6 1 0 16,10-4 0-16,9-5 0 0,6-6 0 15,4-4 0-15,0-8 0 0,-5-2 0 16,1-8 0-16,-2-3 0 0,-8-6 0 16,-7-4 0-16,0-5 0 0,-10-5 0 15,4-3 0-15,-1-4 0 0,1-4 0 16,-4-4 0-16,2 9-193 16,0-7-4053-16</inkml:trace>
  <inkml:trace contextRef="#ctx0" brushRef="#br0" timeOffset="167225.92">5025 14162 6130 0,'0'0'493'0,"0"0"607"0,42-22-631 0,-16 13-469 16,3 1 0-16,-2 4 0 16,0 0 0-16,-6 1 0 0,1 1 0 15,-3 1 0-15,-2 0 0 0,-7 1 0 16,0 0 0-16,-8 0-353 0,2 0-1208 16,-4 0-680-16</inkml:trace>
  <inkml:trace contextRef="#ctx0" brushRef="#br0" timeOffset="167394.94">5015 14306 5042 0,'0'0'1424'16,"0"0"-727"-16,52 6 239 0,-17-6-843 16,4 0-93-16,-4 0 0 15,-4 0 0-15,-2 0 0 0,-4 2 0 16,-2-1 0-16,-3-1 0 0,-1 0 0 15,-3-2-997-15,-5-7-1897 0</inkml:trace>
  <inkml:trace contextRef="#ctx0" brushRef="#br0" timeOffset="167642.66">5633 13947 2837 0,'0'0'4598'15,"0"0"-4078"-15,0 0-283 0,-37-4-237 16,18 16 0-16,3 8 0 0,1 9 0 16,7 5 0-16,-3 5 0 0,7 7 0 15,0 8 0-15,2 5 0 0,2 2 0 16,0 1 0-16,2-1 0 0,2-7 0 16,3-3 0-16,1-8 0 15,-2-9 0-15,4-7 0 0,-3-11 0 16,-3-9-941-16,0-5-712 0,-2-6-1052 0</inkml:trace>
  <inkml:trace contextRef="#ctx0" brushRef="#br0" timeOffset="167997.86">5860 14126 6683 0,'0'0'452'0,"0"0"48"15,0 0 57-15,0 0-557 0,0 0 0 16,-43-4 0-16,16 28 0 0,-4 7 0 16,2 8 0-16,6 2 0 15,3 9 0-15,3 4 0 0,7 6 0 16,10-1 0-16,0-4 0 0,12-8 0 15,11-9 0-15,10-8 0 0,8-14 0 16,9-8 0-16,0-8 0 16,-1-9 0-16,-3-9 0 0,-7-8 0 15,-8-6 0-15,-6-7 0 0,-13-1 0 16,-8-3 0-16,-6-4 0 0,-10-3 0 16,-7-5 0-16,-12 2 0 15,0 2 0-15,-4 8 0 0,6 9 0 16,10 12 0-16,3 3-1658 0</inkml:trace>
  <inkml:trace contextRef="#ctx0" brushRef="#br0" timeOffset="168895.69">28214 6452 1508 0,'0'0'2717'0,"-8"47"-2276"0,-7-14-49 0,-3 4 64 15,1 3-328-15,3 0 16 0,6 1 40 16,5 1-180-16,3 1 12 0,7 1-16 15,-3 1-28-15,2 1-172 0,-6 3-576 16,2-13-413-16,-2 1-972 0</inkml:trace>
  <inkml:trace contextRef="#ctx0" brushRef="#br0" timeOffset="169098.81">28109 7676 3853 0,'-23'46'1101'0,"2"3"-937"15,1 4 156-15,5-9 36 0,5 1-176 16,6-2 48-16,4 1 100 0,0 0-219 16,4 1-17-16,0 1 48 15,0 0-136-15,-4 1-4 0,0 0-128 16,0-4-137-16,-6-3 9 0,2-2-656 16,0-10-565-16,-3-3-1208 0</inkml:trace>
  <inkml:trace contextRef="#ctx0" brushRef="#br0" timeOffset="169317.74">27976 8845 4590 0,'-6'40'1316'0,"4"-6"-812"16,2 5-267-16,0-9-157 0,4-4-16 15,0-2 156-15,3-5-220 0,-1-4-16 16,-2-4-481-16,0-4-59 0,-4-2-52 16,2-3-1177-16,0 1-740 15,-2 5 1657-15,0 7 868 0,2 9 580 16,-2 8-236-16,2 6 3070 0,-2-1-2006 15,0 0-675-15,0 3 215 0,0 0-752 16,-4 4-152-16,-2-2 12 16,-2-6 4-16,-3-4-60 0,1-6-440 15,2-9-721-15,-3-3-675 0</inkml:trace>
  <inkml:trace contextRef="#ctx0" brushRef="#br0" timeOffset="172548.91">7156 13952 5222 0,'0'0'1649'0,"0"0"-901"0,0 0-175 0,0 0-573 16,0 0 0-16,0 0 0 0,0 0 0 16,-31 33 0-16,25-1 0 0,2 6 0 15,0 1 0-15,2-5 0 0,2-1 0 16,0 0 0-16,0-4 0 0,0-6 0 16,6-5 0-16,0-7 0 15,2-8 0-15,5-5 0 0,1-8 0 16,7-7 0-16,-4-5 0 0,-3-1 0 15,3-1 0-15,-7 3 0 0,0 6 0 16,-4 5 0-16,-1 6 0 16,1 4-89-16,-6 4-15 0,4 9 40 15,2 10 64-15,0 4 0 0,1 0-8 16,3-5 8-16,4-6 8 0,7-5 4 16,0-8 0-16,1-4 156 15,3-10-103-15,2-5-65 0,-6-5 0 16,-5-6 0-16,-1 0 0 0,-9 1 0 15,-2-2 0-15,-4 3 0 0,0 2 0 16,0 2 0-16,0 4 0 0,0 3-233 16,0 5-1200-16,0 2-519 0</inkml:trace>
  <inkml:trace contextRef="#ctx0" brushRef="#br0" timeOffset="172826.9">7514 14178 6274 0,'0'0'773'0,"0"0"-173"15,37 7-55-15,-12-13-545 0,2-5 0 16,0-3 0-16,0-3 0 16,-7-1 0-16,-5-2 0 0,-3 0 0 15,-6-1 0-15,-4 2 0 0,-2 0 0 16,-4 4 0-16,-10 4 0 0,1 2 0 16,-7 5 0-16,-1 5 0 15,0 8 0-15,1 7 0 0,3 9 0 16,3 4 0-16,1 4 0 0,9 2 0 15,4-1 0-15,4-2 0 0,17-3 0 16,2-5 0-16,8-6 0 0,2-6 0 16,8-8 0-16,7-4 0 0,3-13 0 15,11-8 0-15,-18 0-77 0,1-7-6390 0</inkml:trace>
  <inkml:trace contextRef="#ctx0" brushRef="#br0" timeOffset="173368.09">8444 14118 3753 0,'0'0'2125'0,"0"0"-1284"0,-43 42-217 15,43-29 128-15,-4 0-655 0,4-1-97 16,4 3 0-16,2 2 0 16,0-4 0-16,5-3 0 0,-7-1 0 15,-2-5 0-15,2-1 0 0,0-2 0 16,-2-1 0-16,2-1 0 0,2-13 0 16,5-12 0-16,3-10 0 15,3-4 0-15,3-4 0 0,1 4 0 16,6 5 0-16,-6 6 0 0,-5 11 0 15,-6 8 0-15,-3 8 0 0,1 3 0 16,-2 10 0-16,9 9 0 0,-5 6 0 16,2 6 0-16,-1 2 0 0,-1-1 0 15,-6 0 0-15,2 0 0 0,-6-1 0 16,5-5 0-16,-3-2 0 0,-2-6 0 16,4-5 0-16,-4-6-237 15,4-5-2132-15,-4-6-380 0</inkml:trace>
  <inkml:trace contextRef="#ctx0" brushRef="#br0" timeOffset="173616.97">8750 14164 5606 0,'0'0'1097'0,"0"0"-113"0,46-30-479 16,-20 11-505-16,1 0 0 0,-2 0 0 16,-4-3 0-16,-3 2 0 15,-3 1 0-15,-9 3 0 0,-2 0 0 16,-4 1 0-16,0 3 0 0,-10 1 0 15,4 2 0-15,-9 4 0 0,3 5 0 16,-3 9 0-16,-1 9 0 0,-5 9 0 16,5 5 0-16,1 1 0 0,5 1 0 15,10-3 0-15,0-4 0 0,10-4 0 16,5-4 0-16,5-6 0 0,3-3 0 16,-2-5 0-16,-1-5 0 15,7-2 0-15,-6-7 0 0,2-3 0 16,1-2-481-16,-9 3-1256 0,-3-1-224 0</inkml:trace>
  <inkml:trace contextRef="#ctx0" brushRef="#br0" timeOffset="174160.29">9060 14137 4574 0,'0'0'1220'16,"0"0"-311"-16,0 0 483 15,0 0-1295-15,0 0-97 0,0 0 0 16,0 0 0-16,0 0 0 0,0 0 0 15,56-4 0-15,-35-14 0 0,-1 1 0 16,-7 2 0-16,-3 2 0 0,-6 0 0 16,2 0 0-16,-6 2 0 0,0 3 0 15,0 2 0-15,0 4 0 0,-6 1 0 16,-2 1 0-16,-4 3 0 0,-5 5 0 16,-2 5 0-16,3 0 0 0,-1 2 0 15,1 2 0-15,5 1 0 16,1 1 0-16,2 3 0 0,6-2 0 15,8 0 0-15,0-3 0 0,13-2 0 16,4-4 0-16,8-6 0 16,0-3-69-16,0-4-767 0,6-5 43 15,-6-5-15-15,2-1-248 0,-2-1 691 16,-10 1-563-16,-5-3-289 0,-1 3 1217 16,-13 0 401-16,2 1 911 15,-4 5-427-15,-4 1-413 0,2 0 380 16,-3-3-344-16,-1-3-107 0,2-2 247 15,-6 1-256-15,-1 3-191 0,1 2-201 16,-2 3 0-16,1 5 0 0,-3 4 0 16,-3 9 0-16,1 6 0 0,-5 7 0 15,7 5 0-15,1 0 0 0,9-1 0 16,4-2 0-16,6-3 0 0,11-5 0 16,1-3 0-16,5-6 0 15,-2-5 0-15,4-5 0 0,-5-2 0 16,3-7 0-16,-8-6 0 0,5-4 0 15,-7-3 0-15,-3 3-1005 0,0-2-632 0</inkml:trace>
  <inkml:trace contextRef="#ctx0" brushRef="#br0" timeOffset="174330.87">9467 13679 6330 0,'0'0'1161'0,"0"0"-460"0,0 0-701 0,0 0 0 0,0 0 0 0,11 35 0 15,-9 12 0-15,-2 8 0 0,6 7 0 16,2-4 0-16,-2 0 0 0,5-4 0 16,-5 0 0-16,4-2 0 0,-1-5 0 15,-7-1 0-15,-2-13-337 0,0-8-5434 0</inkml:trace>
  <inkml:trace contextRef="#ctx0" brushRef="#br0" timeOffset="175681.13">10602 13755 2072 0,'0'0'3226'0,"0"0"-1897"0,0 0-537 0,0 0-176 0,0 0-459 16,0 0-157-16,-20 54 0 0,9 3 0 15,1 11 0-15,6 3 0 16,-2-6 0-16,6-1 0 0,-5 0 0 15,3-3 0-15,-2-3 0 0,0-5 0 16,4-8 0-16,0-9 0 16,0-8 0-16,4-13 0 0,7-12-489 15,5-11-535-15,-1-6-1101 0,1-11-96 0</inkml:trace>
  <inkml:trace contextRef="#ctx0" brushRef="#br0" timeOffset="175978.11">10834 13854 5806 0,'0'0'716'0,"-4"-36"725"16,4 26-1212-16,-4 9-229 0,-3 2 0 16,-3 14 0-16,-11 15 0 0,1 10 0 15,1 10 0-15,0 5 0 0,9-2 0 16,4 3 0-16,0 2 0 0,2 1 0 16,4-1 0-16,10-7 0 15,4-7 0-15,7-9 0 0,2-12 0 16,4-11 0-16,4-11 0 0,4-4 0 15,-6-15 0-15,0-12 0 0,-2-8 0 16,-11-5 0-16,-1-4 0 16,-9-1 0-16,-2 1 0 0,-8 3 0 15,-2 3 0-15,-5 3 0 0,-3 1 0 16,-3 5 0-16,1 5 0 0,5 9 0 16,1 6 0-16,10 6-385 15,-4 4-1740-15,4-4-1573 0</inkml:trace>
  <inkml:trace contextRef="#ctx0" brushRef="#br0" timeOffset="176368.14">11134 14128 6538 0,'0'0'365'0,"0"0"475"0,0 0-391 16,0 0-449-16,37 38 0 0,-10-9 0 16,-1 5 0-16,3-2 0 0,-2-2 0 15,-4-2 0-15,6-5 0 0,-6 0 0 16,-3-4 0-16,-3-3 0 0,-11 0 0 16,-2-5-249-16,-4-4-1152 15,-4-1-3589-15</inkml:trace>
  <inkml:trace contextRef="#ctx0" brushRef="#br0" timeOffset="176523.76">11092 14526 5806 0,'0'0'997'0,"0"0"351"0,0 0-1307 16,0 0-41-16,48-62 0 15,-11 21 0-15,8 0 0 0,-1 1 0 16,-9 6 0-16,2 2 0 0,0-1 0 15,-10 8 0-15,-2-2-1365 0</inkml:trace>
  <inkml:trace contextRef="#ctx0" brushRef="#br0" timeOffset="178275.17">12279 14315 1308 0,'0'0'80'0,"0"0"1657"0,0 0-925 15,0 0-363-15,0 0-49 0,0 0-140 16,0 0-168-16,0 0 144 0,20-32 296 16,-24 29-56-16,0-2-39 0,2 0 307 15,-4-1-380-15,-2-2-99 0,-5 0-265 16,-8-1 0-16,3 4 0 0,-5 5 0 16,-4 3 0-16,0 8 0 15,-4 5 0-15,0 3 0 0,7 3 0 16,-3 0 0-16,10-2 0 0,7 2 0 15,6-4 0-15,12-1 0 0,13-1 0 16,6-6 0-16,10-4 0 16,4-2 0-16,2-4 0 0,1 0 0 15,-5-1 0-15,-12 1 0 0,-10 2 0 16,-13 7 0-16,-8 6 0 0,-11 3 0 16,-4 4 0-16,-12 2 0 0,0 0 0 15,-6-1 0-15,2-4 0 0,8-2 0 16,0-8 0-16,7-4 0 15,9-4 0-15,5-2 0 0,2-7-293 16,10-15-719-16,5 4-129 0,7-9-1440 0</inkml:trace>
  <inkml:trace contextRef="#ctx0" brushRef="#br0" timeOffset="178505.16">12506 13657 6887 0,'0'0'468'0,"0"0"-224"16,0 50 248-16,-2-10-391 16,-8 9-101-16,1 2 0 0,3 7 0 15,-4 6 0-15,4 6 0 0,-5 0 0 16,1 1 0-16,0-3 0 0,3-2 0 16,-1-6 0-16,2-6 0 15,0-7 0-15,2-11 0 0,2-13-1197 16,-3-9-880-16,1-12-1173 0</inkml:trace>
  <inkml:trace contextRef="#ctx0" brushRef="#br0" timeOffset="178619.25">12312 14308 6398 0,'0'0'821'0,"20"-40"152"16,5 19-973-16,6 5 0 0,-4 3 0 16,4 2 0-16,-4 2 0 15,-6 2 0-15,1 1 0 0,-3 0 0 16,-2 1 0-16,-5 1-1317 0,-2 0-792 0</inkml:trace>
  <inkml:trace contextRef="#ctx0" brushRef="#br0" timeOffset="178798.92">12698 14243 7923 0,'-20'36'269'0,"5"-6"-269"0,-1 7 0 16,1-4 0-16,3-1 0 0,8-3 0 15,0-5 0-15,4-5 0 0,4-4 0 16,6-6 0-16,0-6 0 0,1-3-2042 16,-1-9-703-16</inkml:trace>
  <inkml:trace contextRef="#ctx0" brushRef="#br0" timeOffset="178908.05">12789 13923 6959 0,'0'0'996'16,"15"-53"-759"-16,-9 36-237 0,-6 12 0 15,-6 4 0-15,2 1-249 0,-1 0-1063 16,5 0-3303-16</inkml:trace>
  <inkml:trace contextRef="#ctx0" brushRef="#br0" timeOffset="179419.26">13182 13826 2449 0,'0'0'1784'15,"-4"-43"-863"-15,-2 20 496 0,-5 1-753 16,1 0-208-16,-4-1 28 0,1 2-467 16,-1 1-17-16,-3 4 0 15,3 3 0-15,-3 5 0 0,1 7 0 16,1 2 0-16,-1 10 0 0,-5 7 0 15,0 6 0-15,1 3 0 0,3 3 0 16,1 2 0-16,1 2 0 0,5 0 0 16,3 0 0-16,7 3 0 0,0 1 0 15,11 3 0-15,-1 3 0 0,7 0 0 16,-7 1 0-16,7 1 0 0,-9 2 0 16,-2 0 0-16,-2-3 0 15,-4-1 0-15,-4-4 0 0,0-2 0 16,-6-6 0-16,3-2 0 0,-3-6 0 15,0-8 0-15,4-5 0 0,6-7-229 16,0-4-1472-16,0 0-296 16,0-13-2028-16</inkml:trace>
  <inkml:trace contextRef="#ctx0" brushRef="#br0" timeOffset="179759.29">13383 13837 2393 0,'0'0'2093'0,"0"-47"-701"16,-11 26-728-16,1 3-159 0,-3 2 159 16,-1 0-380-16,-3 2-87 0,1 1-197 15,-5 3 0-15,3 3 0 16,-5 4 0-16,2 2 0 0,1 1 0 15,-1 6 0-15,0 5 0 0,5 7 0 16,-5 6 0-16,9 4 0 16,1 7 0-16,3 2 0 0,8 5 0 15,4 4 0-15,11 4 0 0,1 1 0 16,7 2 0-16,-2 1 0 0,-1-3 0 16,-5 1 0-16,-9-3 0 15,-6-1 0-15,0-2 0 0,-4-4 0 16,-7-5 0-16,-1-4 0 0,-2-7-881 15,-3-5-88-15,3-8-235 0,1-7-2642 0</inkml:trace>
  <inkml:trace contextRef="#ctx0" brushRef="#br0" timeOffset="179914.22">12926 14339 6402 0,'0'0'749'0,"0"0"-197"15,37-27-63-15,-6 17-489 0,0 3 0 16,2 2 0-16,2-2 0 0,-2-1 0 15,6-3 0-15,-1-1 0 0,-1-1 0 16,6-2-1241-16,-12 2-1068 16,7 0-1849-16</inkml:trace>
  <inkml:trace contextRef="#ctx0" brushRef="#br0" timeOffset="180212.83">13486 14204 5322 0,'-19'37'540'0,"9"-8"257"16,4 6-205-16,2-4-140 0,-3-1-120 15,7-1-196-15,-4-2-115 0,4-6-21 16,0-2 0-16,0-5 0 0,0-6 0 16,0-6 0-16,0-2 0 0,4-3 0 15,3-11 0-15,3-12 0 0,9-7 0 16,-3-6 0-16,5-1 0 0,-5 4 0 16,1 5 0-16,-1 7 0 15,-1 7 0-15,-5 6 0 0,-4 8 0 16,-6 3 0-16,9 2 0 0,-3 9 0 15,0 7 0-15,4 4 0 0,-5 7 0 16,-3 0 0-16,-2 0 0 16,0 0 0-16,-2 2 0 0,-3-4 0 15,-1-1 0-15,0-2 0 0,-2-5 0 16,2-3 0-16,1-6-1117 0,-1-4-1236 16</inkml:trace>
  <inkml:trace contextRef="#ctx0" brushRef="#br0" timeOffset="180475.43">13604 14491 6322 0,'0'0'1397'16,"37"-11"-924"-16,-12-1-473 0,6-2 0 15,-4-1 0-15,4-2 0 0,-9 0 0 16,-1 1 0-16,-4-1 0 0,-7 0 0 16,-2 2 0-16,-6 1 0 15,-2 3 0-15,-10 2 0 0,-3 3 0 16,-7 6 0-16,-1 4 0 0,-6 11 0 15,2 6 0-15,3 7 0 0,1 2 0 16,5 6 0-16,7-1 0 16,7 0 0-16,4-3 0 0,13-4 0 15,5-3 0-15,11-6 0 0,2-6 0 16,5-5 0-16,3-6 0 0,5-2 0 16,-3-9 0-16,4-4-725 15,-5-2-192-15,-9 1-107 0,-4-3-1953 0</inkml:trace>
  <inkml:trace contextRef="#ctx0" brushRef="#br0" timeOffset="180831.18">14149 14320 3121 0,'-10'-36'2081'16,"-2"0"-1101"-16,-3-1-239 0,1 11 195 15,-3 7-603-15,7 8-333 0,-7 11 0 16,-3 3 0-16,-7 9 0 0,2 8 0 16,-2 2 0-16,0 6 0 15,11-3 0-15,1 1 0 0,11-2 0 16,4-3 0-16,10 0 0 0,5-5 0 15,8-4 0-15,6-3 0 0,2-5 0 16,2-4 0-16,-2 0 0 16,2-1 0-16,-2-3 0 0,-6 1 0 15,-9 3 0-15,-10 0 0 0,-2 0 0 16,-4 6 0-16,-4 3 0 0,-8 8 0 16,-7 1 0-16,3 1 0 15,-5-3 0-15,9-1 0 0,-7-1 0 16,7-2 0-16,1-3 0 0,5-1 0 15,-2-1 0-15,-2 2 0 0,-1 0 0 16,-1 2 0-16,1-4 0 0,5-2 0 16,2-4 0-16,0 0 0 0,4-1-217 15,8-1-803-15,11-10-37 0,2 2-1320 16,3-9-1016-16</inkml:trace>
  <inkml:trace contextRef="#ctx0" brushRef="#br0" timeOffset="181143.69">14371 14295 5890 0,'0'0'2101'0,"0"0"-1900"16,0 0-201-16,0 0 0 0,0 0 0 15,-31-39 0-15,12 35 0 0,-2 3 0 16,1 4 0-16,-5 5 0 0,8 4 0 16,1 1 0-16,1 1 0 0,9 0 0 15,2 0 0-15,4 0 0 16,6-2 0-16,5 3 0 0,7-2 0 15,3-1 0-15,2 2 0 0,3-1 0 16,-1-1 0-16,-4 0 0 0,-5-3 0 16,-1 3 0-16,-9 0 0 0,0-3 0 15,-6 3 0-15,-6 2 0 0,-4 1 0 16,-11 0 0-16,-4 4 0 0,-2-2 0 16,-4-2 0-16,-2-1 0 15,-2-3 0-15,8-4 0 0,0-1 0 16,7-2 0-16,-1-4-189 0,11 1-935 15,-1-4-2138-15</inkml:trace>
  <inkml:trace contextRef="#ctx0" brushRef="#br0" timeOffset="182823.59">16291 13629 5282 0,'0'0'672'0,"0"0"65"0,0 0 295 0,-19 51-563 16,3-2-469-16,-5 14 0 15,-2 7 0-15,5-1 0 0,5 1 0 16,3 0 0-16,4 0 0 0,4-3 0 15,2 1 0-15,0-2 0 0,0-6 0 16,4-3 0-16,6-10 0 0,1-10 0 16,-1-9 0-16,6-10 0 0,5-13-1621 15,-6-5-404-15,-3-6-1573 0</inkml:trace>
  <inkml:trace contextRef="#ctx0" brushRef="#br0" timeOffset="183101.49">16241 14185 5858 0,'0'0'536'15,"0"0"97"-15,31-42 191 0,-6 28-520 16,2 1-267-16,6 2-37 0,-2 2 0 16,-2 3 0-16,-6 3 0 0,-3 3 0 15,-5 2 0-15,-7 4 0 0,-8 5 0 16,-6 8 0-16,-6 6 0 15,-9 6 0-15,-8 1 0 0,-4 0 0 16,0 2 0-16,-2-1 0 0,10-1 0 16,2-4 0-16,9-2 0 0,12-2 0 15,2-3 0-15,10-2 0 0,13-4 0 16,4-5 0-16,10-4 0 0,4-6 0 16,-4 0 0-16,5-4 0 15,-5-1-341-15,-8 1-1296 0,-6 1-804 0</inkml:trace>
  <inkml:trace contextRef="#ctx0" brushRef="#br0" timeOffset="183445.1">16713 14485 7167 0,'0'0'1025'0,"0"0"-1025"0,-21-37 0 15,0 29 0-15,-6 3 0 0,-6 4 0 16,-2 1 0-16,0 7 0 0,6 4 0 15,4 2 0-15,9 1 0 0,1 0 0 16,15 0 0-16,0-1 0 0,17 0 0 16,8 2 0-16,6-2 0 0,6-2 0 15,4 1 0-15,1 1 0 0,-3 4 0 16,2 1 0-16,-4 1 0 0,-12 0 0 16,-8 1 0-16,-17 2 0 15,-6 2 0-15,-13 1 0 0,-8 1 0 16,-10-3 0-16,-4-4 0 0,-7-4 0 15,5-4 0-15,-1-5 0 16,5-3 0-16,10-3 0 0,0-2 0 16,12-6 0-16,3-4 0 0,6-4-905 15,4 4-392-15,4-4-3201 0</inkml:trace>
  <inkml:trace contextRef="#ctx0" brushRef="#br0" timeOffset="183863.11">17076 14205 6066 0,'0'0'605'0,"0"0"519"0,42 10-727 0,-11-7-397 0,6 3 0 16,-2-3 0-16,2 2 0 0,-4-1 0 15,-2-1 0-15,0-1 0 0,-6-1 0 16,-6-1 0-16,-1 0 0 0,-7-1 0 16,-9-2 0-16,2 2-1277 15,-4-4-3722-15</inkml:trace>
  <inkml:trace contextRef="#ctx0" brushRef="#br0" timeOffset="184035.48">17091 14434 7191 0,'0'0'1001'16,"0"0"-1001"-16,27 41 0 0,0-24 0 15,10-2 0-15,-2-1 0 0,8-4 0 16,-1-4 0-16,5-2 0 0,1-4 0 15,10 0 0-15,0-6 0 0,4-7 0 16,-21 2-961-16,-4-7-3025 0</inkml:trace>
  <inkml:trace contextRef="#ctx0" brushRef="#br0" timeOffset="184585.37">17932 13839 3781 0,'0'0'3526'0,"-33"23"-3010"0,19 6-147 0,1 11-369 15,5 12 0-15,2 9 0 0,2 4 0 16,8 4 0-16,2 3 0 0,4-1 0 16,5 0 0-16,-5-1 0 0,3-7 0 15,-7-6 0-15,2-12 0 0,-4-11 0 16,2-12 0-16,-1-11 0 16,1-11-353-16,0-2-1120 0,0-14-471 0</inkml:trace>
  <inkml:trace contextRef="#ctx0" brushRef="#br0" timeOffset="184793.32">18226 13931 6943 0,'0'0'152'16,"0"0"656"-16,6 40-519 0,-6-10-289 16,0 8 0-16,-10 4 0 15,-3 4 0-15,-1 3 0 0,3 2 0 16,1 1 0-16,0-1 0 0,4-3 0 15,-1-3 0-15,3-3 0 0,0-8 0 16,4-8 0-16,0-7 0 0,0-8 0 16,0-8 0-16,4-2-493 0,2-4-2676 0</inkml:trace>
  <inkml:trace contextRef="#ctx0" brushRef="#br0" timeOffset="185507.15">18571 13875 6086 0,'0'0'677'0,"0"0"475"0,0 0-875 0,0 0-277 0,0 0 0 16,0 0 0-16,0 0 0 0,-8 41 0 16,2-2 0-16,-3 6 0 0,1 4 0 15,-6-2 0-15,1 2 0 16,-8-1 0-16,-3 0 0 0,1-2 0 15,0-7 0-15,5-7 0 0,3-9 0 16,9-8 0-16,2-8 0 16,4-4 0-16,10-3 0 0,7-2 0 15,20-5 0-15,8-4 0 0,3 1 0 16,-3 0 0-16,-7 4 0 16,-10 1 0-16,-3 2 0 0,-8-3 0 0,-3 0 0 15,-1-1-769-15,-5 0-1952 0,2-4-881 16</inkml:trace>
  <inkml:trace contextRef="#ctx0" brushRef="#br0" timeOffset="185694.12">18767 14045 8192 0,'0'0'0'0,"-20"64"0"15,14-19 0-15,1 6 0 16,3 7 0-16,-2 5 0 0,0 4 0 15,2 0 0-15,2-3 0 0,0-4 0 16,2-5 0-16,4-6 0 16,3-7 0-16,-3-5 0 0,4-7 0 15,-2-13-589-15,-6-9-5170 0</inkml:trace>
  <inkml:trace contextRef="#ctx0" brushRef="#br0" timeOffset="187543.26">19276 14180 2989 0,'0'0'3557'0,"4"-46"-2764"0,-8 20-201 0,-4 5-331 16,-9 0-261-16,1 5 0 15,-9 5 0-15,-4 5 0 0,-6 7 0 16,0 15 0-16,-9 11 0 0,5 10 0 15,0 10 0-15,1 8 0 0,14 9 0 16,5 7 0-16,13 7 0 16,6 5 0-16,12-5 0 0,15-3 0 15,4-11 0-15,6-15 0 0,5-11 0 16,-1-15 0-16,2-14 0 0,-5-9 0 16,1-16 0-16,-6-11 0 15,-6-10 0-15,-2-8 0 0,-9-4 0 16,-1-5 0-16,-7 0 0 0,-4-3 0 15,2-4 0-15,-2 2 0 0,3-2 0 16,-3 3 0-16,0 7 0 0,-2 10 0 16,-2 10 0-16,-2 14-1017 0,-13 6-3621 0</inkml:trace>
  <inkml:trace contextRef="#ctx0" brushRef="#br0" timeOffset="188729.26">19820 13733 4173 0,'0'0'1997'0,"0"0"-1284"0,0 0-129 16,0 0 84-16,0 0-611 0,0 0-57 15,-7 51 0-15,7-6 0 0,0 6 0 16,7 0 0-16,-3-3 0 16,2-2 0-16,-2-4 0 0,2-2 0 15,-4-6 0-15,0-2 0 0,2-7 0 16,1-3 0-16,-3-7 0 0,2-6-393 16,-2-4-311-16,-2-5-749 15,0 0-92-15,4-6-271 0</inkml:trace>
  <inkml:trace contextRef="#ctx0" brushRef="#br0" timeOffset="188981.57">19817 13765 6679 0,'0'0'984'0,"0"0"-476"15,0 0-487-15,34 5-21 0,-8 8 0 16,-1 9 0-16,2 7 0 16,-2 3 0-16,-9 6 0 0,7 1 0 15,-8 0 0-15,-5-4 0 0,0-4 0 16,1-4 0-16,-3-6 0 16,-2-2 0-16,-4-7 0 0,2-4-545 15,-4-3-772-15,2-4-315 0</inkml:trace>
  <inkml:trace contextRef="#ctx0" brushRef="#br0" timeOffset="189335.76">20144 13800 7195 0,'0'0'997'15,"0"0"-997"-15,0 0 0 0,0 0 0 16,0 0 0-16,0 0 0 0,-6 59 0 16,0-16 0-16,-3 5 0 0,5-5 0 15,-2-7 0-15,4-2 0 0,-2-4 0 16,4-5 0-16,0-2 0 0,8-9 0 16,-4-3-1149-16,5-7-528 0</inkml:trace>
  <inkml:trace contextRef="#ctx0" brushRef="#br0" timeOffset="189644.05">20522 13644 5218 0,'0'0'1385'0,"-26"45"-329"0,1-2-523 16,-6 8-533-16,-2 13 0 0,-5 7 0 16,1 5 0-16,2-2 0 0,4-1 0 15,4 1 0-15,0-2 0 0,5-1 0 16,-3 0 0-16,4-8 0 0,0-7 0 16,5-9 0-16,6-9 0 15,5-15 0-15,3-11 0 0,4-10 0 16,11-10-1922-16,-1-2-183 0,-1-9-1756 0</inkml:trace>
  <inkml:trace contextRef="#ctx0" brushRef="#br0" timeOffset="190515.15">20500 14407 5070 0,'-7'37'1793'0,"-1"-6"-1261"0,2 5-12 16,-2-6-243-16,-1-1-277 16,1 0 0-16,-2-4 0 0,4-5 0 0,-1-5 0 15,3-5 0-15,4-7 0 16,0 0 0-16,0-2 0 0,6-1 0 16,3-8 0-16,9-10 0 15,3-8 0-15,0-5 0 0,6-3 0 16,-7 6 0-16,1 1 0 0,0 7 0 15,-7 4 0-15,-4 8 0 0,-1 3 0 16,-9 4 0-16,2 1 0 0,0 1 0 16,-2 10 0-16,0 5 0 0,-2 3 0 15,0 2 0-15,-5-4 0 0,5-6 0 16,-2-2 0-16,4-3 0 0,0-2 0 16,0-3 0-16,4 1 0 15,1-2 0-15,1-2 0 0,0-6 0 16,6-6 0-16,1-2 0 0,-1 2 0 15,5 0 0-15,-7 3 0 0,7 2 0 16,-5 0 0-16,0 2 0 16,-1 3 0-16,-5 1 0 0,2 3 0 15,0 7 0-15,1 10 0 0,-3 9 0 16,-2 7 0-16,-4 7 0 0,-4 1 0 16,0-1 0-16,2-3 0 15,-2-4 0-15,4-2 0 0,0-4 0 0,4-2 0 16,-2-4-237-16,-2-8-2256 15,0-3-1077-15</inkml:trace>
  <inkml:trace contextRef="#ctx0" brushRef="#br0" timeOffset="-213733.32">2319 16449 2581 0,'0'0'1448'0,"0"0"-399"0,0 0 59 16,0 0-555-16,4-35-49 0,1 12 240 15,1-5-539-15,-4-4-205 0,2-6 0 16,0-6 0-16,0-8 0 0,5-6 0 16,-1-5 0-16,4-5 0 0,3 3 0 15,5 0 0-15,3 7 0 0,2 8 0 16,-4 6 0-16,-1 11 0 0,-3 7 0 16,-7 8 0-16,-6 7 0 0,-2 7 0 15,-2 3 0-15,0 1 0 16,0 3 0-16,4 13 0 0,-4 15 0 15,5 11 0-15,3 10 0 0,6 5 0 16,3 1 0-16,4 2 0 16,-1 4 0-16,3-1 0 0,0 1 0 15,-1-3 0-15,-7-5 0 0,1-5 0 16,-5-6 0-16,-5-7 0 0,4-5 0 16,-10-8 0-16,4-8 0 15,-2-5 0-15,3-7 0 0,-5-4 0 16,0-1-317-16,-5-8-479 0,3-1-1061 15,-6-7-152-15</inkml:trace>
  <inkml:trace contextRef="#ctx0" brushRef="#br0" timeOffset="-213327.49">2299 16444 6202 0,'0'0'713'0,"0"0"-121"0,39 0 93 0,-10-1-685 0,6 1 0 16,2 0 0-16,-6 5 0 0,6 1 0 15,-4 2 0-15,5-2 0 0,-7-2 0 16,-2-4-2958-16</inkml:trace>
  <inkml:trace contextRef="#ctx0" brushRef="#br0" timeOffset="-212693.19">3196 16393 4365 0,'0'0'817'0,"0"0"-117"0,0 0 421 0,0 0-573 0,0 0-120 0,0 0-215 16,0 0-213-16,-37-23 0 15,16 23 0-15,-4 0 0 0,-2 5 0 16,0 0 0-16,0 4 0 0,-1 1 0 15,9 2 0-15,-2 1 0 0,7-1 0 16,8 0 0-16,-3 1 0 16,7-1 0-16,6-1 0 0,9 2 0 15,7 0 0-15,11 0 0 0,5-1 0 16,1-2 0-16,2 3 0 0,-4-1 0 16,-8 1 0-16,-6 1 0 15,-7 4 0-15,-8 0 0 0,-6 3 0 16,-6-2 0-16,-8 1 0 0,-7 0 0 15,-2-2 0-15,-6 0 0 0,-2-2 0 16,-2-4 0-16,-2-3 0 0,2-7 0 16,6-2 0-16,-2-3-81 0,11-8-1259 15,3 0 39-15,9-2-492 0</inkml:trace>
  <inkml:trace contextRef="#ctx0" brushRef="#br0" timeOffset="-211990.28">3605 16061 4970 0,'0'0'1280'0,"0"0"-567"0,0 0-77 16,0 0-43-16,0 0-593 16,0 0 0-16,0 0 0 0,0 0 0 15,50-24 0-15,-15 21 0 0,0 0 0 16,0-2 0-16,-2 0 0 0,-4 2 0 16,0-2 0-16,-2 1 0 15,-4 1 0-15,-5 0 0 0,-5 1-1485 16,-3 1-340-16,-6-2-917 0</inkml:trace>
  <inkml:trace contextRef="#ctx0" brushRef="#br0" timeOffset="-211744.26">3601 16214 5810 0,'0'0'833'15,"0"0"23"-15,47 9-163 0,-22-9-693 16,6-3 0-16,6-3 0 0,3-1 0 16,-1 0 0-16,4-2 0 15,-1 1 0-15,-11 0 0 0,-4-1-833 16,-7-4-3753-16</inkml:trace>
  <inkml:trace contextRef="#ctx0" brushRef="#br0" timeOffset="-205336.3">4889 15799 5010 0,'0'0'756'0,"-2"-41"-72"0,-2 23 497 0,-3 4-717 0,-3 1-367 0,-4 2-97 16,1 2 0-16,-8 2 0 0,3 2 0 15,-3 1 0-15,3 2 0 16,-7 2 0-16,2 0 0 0,-2 6 0 15,9 3 0-15,-3 3 0 0,7 5 0 16,1 2 0-16,5 5 0 0,6-2 0 16,0 3 0-16,10 2 0 15,7 1 0-15,4 1 0 0,6 0 0 16,-3 3 0-16,5-2 0 0,0 4 0 16,-2-1 0-16,-4 3 0 15,-5 0 0-15,-5 0 0 0,-5 2 0 16,-6-3 0-16,-4 1 0 0,-8-2 0 15,-5-1 0-15,-5-2 0 0,-1-5 0 16,-2-6 0-16,-2-4 0 0,9-8 0 16,-5-7 0-16,5-2 0 0,5-13 0 15,1-10 0-15,2-8 0 0,6-12 0 16,2-5 0-16,6-2 0 0,8 3 0 16,7 3 0-16,6 6 0 0,0 5 0 15,-4 9 0-15,-5 6 0 16,-1 7 0-16,-7 3 0 0,-4 4 0 15,-2 2 0-15,3 0 0 0,-3 3-121 16,0-4-3348-16</inkml:trace>
  <inkml:trace contextRef="#ctx0" brushRef="#br0" timeOffset="-205176.18">5042 16331 7911 0,'0'0'281'0,"0"0"-281"0,-23 46 0 0,13-27 0 0,3 3 0 0,1-3 0 15,6-1 0-15,2-5 0 0,9-10 0 16,-1-2 0-16,2-7-1718 0</inkml:trace>
  <inkml:trace contextRef="#ctx0" brushRef="#br0" timeOffset="-204669.83">5501 15680 4870 0,'0'0'648'15,"-23"-37"681"-15,10 27-545 0,3 7-223 16,-6 8-561-16,-5 11 0 0,0 10 0 15,-6 15 0-15,7 6 0 0,-1 7 0 16,9 6 0-16,1 7 0 16,7 5 0-16,4 5 0 0,0 3 0 15,6-4 0-15,9-7 0 0,6-10 0 16,1-11 0-16,9-12 0 0,0-8 0 16,0-12 0-16,-2-10 0 15,0-6 0-15,-8-6 0 0,-11-7 0 16,-4-3 0-16,-10-1 0 0,-8-1 0 15,-9 2 0-15,-4 1 0 0,-2 7 0 16,-4 3 0-16,0 5 0 0,3 6 0 16,9 4 0-16,7 0 0 0,7-1 0 15,5-1-225-15,5-4-1332 0,3-4-4185 16</inkml:trace>
  <inkml:trace contextRef="#ctx0" brushRef="#br0" timeOffset="-204035.27">5848 16206 5386 0,'0'0'1409'0,"0"0"-673"0,0 0-144 16,0 0-523-16,12 35-69 0,-8 1 0 15,1 5 0-15,-3 0 0 0,2-4 0 16,-4-3 0-16,2-2 0 16,0-6 0-16,0-6 0 0,-2-8 0 15,4-5 0-15,-4-7 0 0,0 0 0 16,6-7 0-16,0-12 0 0,3-9 0 16,3-8 0-16,3-3 0 15,-5 0 0-15,7-1 0 0,-3 4 0 16,-2 7 0-16,-1 10 0 0,-3 10 0 15,-2 8 0-15,0 3 0 0,-1 9 0 16,5 9 0-16,-4 5 0 0,-2 1 0 16,2 0 0-16,-6-4 0 0,0-2 0 15,0-5 0-15,2-6 0 0,-2-5 0 16,3-1 0-16,-1-3 0 0,2 0 0 16,6-7 0-16,0-11 0 15,11-10 0-15,0-2 0 0,1-1 0 16,-1 10 0-16,-4 7 0 0,-3 9 0 15,-8 5 0-15,5 6 0 0,-5 15 0 16,4 7 0-16,-1 6 0 16,-3 1 0-16,0-8 0 0,2-1 0 15,0-2 0-15,1-3 0 0,1 0 0 16,0-3 0-16,-3-6-165 0,-3-3-2720 0</inkml:trace>
  <inkml:trace contextRef="#ctx0" brushRef="#br0" timeOffset="-203365.88">7266 16239 6134 0,'0'0'621'0,"-46"-9"19"0,22 9 100 0,-3 2-683 0,-2 5-57 0,0 1 0 0,2 0 0 16,4-1 0-16,3 1 0 0,5-3 0 15,3-1 0-15,8 0 0 0,-1-1 0 16,5 4 0-16,5 2 0 0,1 4 0 16,10 1 0-16,9-1 0 15,6-1 0-15,0 0 0 0,6-5 0 16,1 3 0-16,-7-1 0 0,-5 0 0 15,-9 1 0-15,-3 1 0 0,-7 0 0 16,-7-1 0-16,0 1 0 0,-7 0 0 16,-3 0 0-16,-6 1 0 0,-9 1 0 15,-2 0 0-15,0 0 0 0,-4-2 0 16,0-4 0-16,6-3 0 0,7-4 0 16,3-6 0-16,9-6 0 15,6-7-365-15,6-8-667 0,4 5-237 16,3-5-2545-16</inkml:trace>
  <inkml:trace contextRef="#ctx0" brushRef="#br0" timeOffset="-203150.87">7541 15650 6611 0,'0'0'608'15,"0"0"108"-15,0 0-459 16,0 0-257-16,-4 56 0 0,2-10 0 15,-7 10 0-15,7 4 0 0,-4 2 0 16,2 8 0-16,0 6 0 0,-2 3 0 16,-5 4 0-16,1-5 0 0,0-1 0 15,-5-5 0-15,5-8 0 0,2-10 0 16,-3-14 0-16,7-15-545 0,-2-15-2644 16</inkml:trace>
  <inkml:trace contextRef="#ctx0" brushRef="#br0" timeOffset="-203033.92">7353 16292 6879 0,'0'0'992'16,"29"-37"-671"-16,-7 20-321 0,-1 5 0 15,-4 4 0-15,3 2 0 0,1 3 0 16,0 0 0-16,-1 1 0 0,1-2 0 16,0 1 0-16,-1-3-3058 0</inkml:trace>
  <inkml:trace contextRef="#ctx0" brushRef="#br0" timeOffset="-202885.67">7694 16238 6402 0,'-17'40'1073'0,"1"0"-356"0,1 3-717 15,9-2 0-15,0-2 0 0,6-5 0 16,2-5 0-16,4-3 0 0,2-8 0 16,-1-5 0-16,-3-6-21 15,-4-4-2328-15,0-7-760 0</inkml:trace>
  <inkml:trace contextRef="#ctx0" brushRef="#br0" timeOffset="-202747.14">7768 15828 6454 0,'0'0'1045'16,"0"0"-381"-16,0 0-635 0,0 0-29 16,0 0 0-16,2 34 0 15,-2-6-189-15,7-1-603 0,-1-8-1605 16,4-7-525-16</inkml:trace>
  <inkml:trace contextRef="#ctx0" brushRef="#br0" timeOffset="-202546.63">7954 15793 6843 0,'0'0'692'0,"0"0"-320"16,-4 47-87-16,-2-8-285 0,-2 10 0 15,1 4 0-15,1 7 0 0,2 7 0 16,-2 4 0-16,-2 2 0 16,6 0 0-16,-5-6 0 0,3-4 0 15,4-8 0-15,0-10 0 0,0-14-1201 16,0-12-808-16</inkml:trace>
  <inkml:trace contextRef="#ctx0" brushRef="#br0" timeOffset="-202375">8087 15906 3017 0,'0'0'3582'0,"0"0"-1989"16,0 0-1593-16,-15 45 0 0,9 3 0 15,-4 13 0-15,3 7 0 0,3-2 0 16,-2 3 0-16,6-3 0 0,6-3 0 16,5-3 0-16,3-6 0 15,-4-16-937-15,-3-6-2665 0</inkml:trace>
  <inkml:trace contextRef="#ctx0" brushRef="#br0" timeOffset="-201908.85">8632 16444 6258 0,'0'0'1173'0,"0"0"-473"0,0 0-639 0,0 0-61 15,48 57 0-15,-27-19 0 0,-9 7 0 16,-2 0 0-16,-6 3 0 0,-4 1 0 15,0-1 0-15,-10 0 0 0,-6-2 0 16,-5-3 0-16,-4-3 0 0,2-8 0 16,-2-10 0-16,3-8 0 0,3-13 0 15,7-8-29-15,3-3-1523 0,7-13-4343 16</inkml:trace>
  <inkml:trace contextRef="#ctx0" brushRef="#br0" timeOffset="-201484.81">9238 15844 5418 0,'0'0'460'0,"0"0"1069"16,0 0-757-16,0 0-759 0,0 0-13 15,0 0 0-15,0 39 0 0,-17 13 0 16,1 8 0-16,1 3 0 0,5-3 0 16,4 4 0-16,2 1 0 15,4-3 0-15,0-2 0 0,6-5 0 16,8-10 0-16,1-7 0 0,1-10 0 15,1-11 0-15,4-6 0 0,-5-9 0 16,-1-8 0-16,1-8 0 16,-5-5 0-16,-7-6 0 0,-4-1 0 15,-4 3 0-15,-13 4 0 0,-4 4 0 16,-6 5 0-16,-4 7 0 0,0 4 0 16,5 7 0-16,5 1 0 15,11-1 0-15,3 0 0 0,7-2 0 16,11 0-741-16,5-2-480 0,1-3-1228 15,3-1-320-15</inkml:trace>
  <inkml:trace contextRef="#ctx0" brushRef="#br0" timeOffset="-201206.91">9436 16304 6410 0,'0'0'1685'0,"0"0"-1588"0,0 0-97 16,0 0 0-16,-14 48 0 0,12-18 0 15,-6 4 0-15,1-1 0 0,7-3 0 16,0-2 0-16,5-2 0 16,5-2 0-16,2-9 0 0,9-3 0 15,6-7 0-15,0-7 0 0,4-8 0 16,0-9 0-16,-4-7 0 0,-3-5 0 16,-3-1 0-16,-11 1 0 15,1 2 0-15,-11 3 0 0,0 3 0 16,-4 4 0-16,-7 3 0 0,5 3 0 15,2 6 0-15,0 2 0 0,4 1 0 16,-2 1-1445-16,2-6-428 0</inkml:trace>
  <inkml:trace contextRef="#ctx0" brushRef="#br0" timeOffset="-200974.97">9984 15724 7211 0,'0'0'981'0,"0"0"-981"0,0 0 0 16,0 0 0-16,-41 34 0 15,24 10 0-15,1 13 0 0,5 9 0 16,5 2 0-16,2 5 0 0,0 8 0 16,4 3 0-16,-2 1 0 15,-2-1 0-15,-7-3 0 0,1-3 0 16,-2-5 0-16,-7-10 0 0,3-14-201 15,3-18-1560-15,-5-12-27 0</inkml:trace>
  <inkml:trace contextRef="#ctx0" brushRef="#br0" timeOffset="-200852.17">9674 16430 7311 0,'0'0'828'0,"48"-42"-775"16,-11 21-53-16,4 4 0 15,1 1 0-15,-1 3 0 0,9 0 0 16,1-1 0-16,5-1 0 0,-17 2 0 15,3-2-6880-15</inkml:trace>
  <inkml:trace contextRef="#ctx0" brushRef="#br0" timeOffset="-200200.05">11266 16392 1888 0,'0'0'2069'0,"0"0"-1064"0,-2-48-157 0,-7 31 481 16,-1-1-545-16,-2 4-515 0,-7 2-269 16,1 2 0-16,-7 7 0 15,0 3 0-15,2 5 0 0,3 8 0 16,3 7 0-16,2 6 0 0,5 5 0 15,4 2 0-15,6 3 0 0,0-1 0 16,14-4 0-16,3-4 0 16,6-6 0-16,6-6 0 0,0-9 0 15,2-6 0-15,-5-8 0 0,3-7 0 16,-10-5 0-16,0-2 0 0,-13-3 0 16,-2-2 0-16,-4 1 0 15,-4 1 0-15,-2 1 0 0,-5 1 0 16,1 1 0-16,0 2 0 0,5 4 0 15,-1 6 0-15,6 4 0 0,0 5-297 16,0 1-699-16,11 1-197 0,-1 3-1316 16,6 2 128-16</inkml:trace>
  <inkml:trace contextRef="#ctx0" brushRef="#br0" timeOffset="-199908.87">11386 16452 4686 0,'0'0'800'0,"0"0"0"15,0 35 513-15,0-21-769 0,0 3-495 16,0-4-49-16,-4-4 0 16,4-1 0-16,0-4 0 0,0-1 0 15,0-1 0-15,0-2 0 0,4-2 0 16,2-9 0-16,8-13 0 0,-1-5 0 16,7-5 0-16,-5 1 0 15,1 1 0-15,5 4 0 0,-4 4 0 16,-1 6 0-16,-5 8 0 0,-3 6 0 15,-2 5 0-15,-2 9 0 0,2 6 0 16,1 4 0-16,-3 4 0 0,0 1 0 16,-2 1 0-16,-2 0 0 0,0 2 0 15,0-2 0-15,0-3 0 0,0-5 0 16,4-2 0-16,-4-6 0 0,6-3-189 16,-6-4-1388-16,0-3-572 0</inkml:trace>
  <inkml:trace contextRef="#ctx0" brushRef="#br0" timeOffset="-199676.91">11828 15825 5386 0,'0'0'1048'16,"0"0"-343"-16,0 0 348 15,0 0-1053-15,0 0 0 0,15 42 0 16,-15 0 0-16,0 9 0 0,-7 5 0 15,3 3 0-15,0 2 0 0,2 0 0 16,-2-1 0-16,0-3 0 0,2-4 0 16,-2-2 0-16,4-6 0 0,0-4 0 15,0-8 0-15,0-11-301 0,4-10-1752 16,-2-6 168-16,-2-9-732 0</inkml:trace>
  <inkml:trace contextRef="#ctx0" brushRef="#br0" timeOffset="-199226.99">11900 16291 2253 0,'0'0'4722'0,"0"0"-3810"16,0 0-607-16,0 0-305 0,0 0 0 15,-14 52 0-15,8-26 0 0,2-3 0 16,4-4 0-16,10-3 0 0,0-3 0 16,7-4 0-16,3-6 0 15,5-3 0-15,-2-5 0 0,2-6 0 16,-4-4 0-16,-1-2 0 0,-7-2 0 15,-5 0 0-15,-6 0 0 0,2 2 0 16,-4 5 0-16,0 5 0 0,0 5 0 16,0 2 0-16,0 2 0 0,6 11 0 15,-2 9 0-15,1 8 0 0,-3 6 0 16,2 4 0-16,2 3 0 0,-6 6 0 16,4 6 0-16,-4 7 0 15,0 7 0-15,-10 7 0 0,-5 1 0 16,-5 1 0-16,-13-2 0 0,-5-4 0 15,-3-3 0-15,0-5 0 0,-1-7 0 16,5-13 0-16,4-11 0 16,2-14 0-16,4-13 0 0,6-8 0 15,7-15 0-15,4-14 0 0,8-14 0 16,-3-13 0-16,5-12 0 0,11-2 0 16,9 3 0-16,14 12 0 15,1 13 0-15,6 7 0 0,2 8 0 16,-1 2 0-16,1 1 0 0,-6-1-109 15,-6 6-1952-15,-6-6-2313 0</inkml:trace>
  <inkml:trace contextRef="#ctx0" brushRef="#br0" timeOffset="-197876.65">13891 16005 6791 0,'0'-34'880'0,"-4"4"-359"0,-6-2-521 0,-1 10 0 0,-1 4 0 15,-7 8 0-15,3 6 0 0,-7 7 0 16,-2 14 0-16,-6 12 0 16,0 11 0-16,4 13 0 0,-4 11 0 15,9 8 0-15,1 8 0 0,6 4 0 16,5 1 0-16,10-5 0 0,10-9 0 16,11-11 0-16,10-17 0 15,10-11 0-15,3-16 0 0,3-15 0 16,1-10 0-16,-3-17 0 0,-7-13 0 15,-1-7 0-15,-6-6 0 0,-11-2 0 16,-3-1 0-16,-7-2 0 0,-6-4 0 16,-8-5 0-16,-2 1 0 0,-4-1 0 15,-5 4 0-15,3 12 0 0,2 13 0 16,1 15 0-16,7 11 0 0,2 8 0 16,0 3 0-16,6 10 0 15,5 11-1065-15,-1-2-708 0,0 3-1120 0</inkml:trace>
  <inkml:trace contextRef="#ctx0" brushRef="#br0" timeOffset="-197733.75">14191 16583 8192 0,'0'0'0'15,"0"0"0"-15,0 0 0 0,0 0 0 16,0 0 0-16,-25 33 0 0,25-27 0 15,4-6 0-15,2 0-1085 0,5-8-4910 0</inkml:trace>
  <inkml:trace contextRef="#ctx0" brushRef="#br0" timeOffset="-196867.7">14801 16031 4394 0,'0'0'1128'0,"-5"-42"-132"0,3 17 361 15,-6 2-1040-15,-2-1-317 0,-7 1 0 16,1 6 0-16,-5 5 0 0,0 5 0 16,-6 5 0-16,1 7 0 0,-5 7 0 15,4 8 0-15,0 5 0 16,6 5 0-16,3 5 0 0,5 1 0 15,13 3 0-15,6 4 0 0,15 1 0 16,10 1 0-16,10 0 0 16,-1-2 0-16,5-1 0 0,-8-2 0 15,-6-2 0-15,-8 1 0 0,-8-3 0 16,-9-1 0-16,-8-3 0 0,-13-1 0 16,-7-3 0-16,-7-3 0 15,-2-3 0-15,-7-7 0 0,5-6 0 16,2-7 0-16,4-6 0 0,3-10 0 15,11-7 0-15,5-8 0 0,12-8 0 16,6-7 0-16,11-6 0 0,10-3 0 16,6 2 0-16,0 4 0 0,7 3 0 15,-3 7 0-15,-4 7 0 0,-8 6 0 16,-10 3 0-16,-5 6 0 0,-7 1 0 16,-3 3 0-16,0-3 0 0,-4 2-249 15,0 3-1764-15,2-2-1977 0</inkml:trace>
  <inkml:trace contextRef="#ctx0" brushRef="#br0" timeOffset="-196465.73">15253 15919 6010 0,'0'0'456'0,"0"0"433"0,-16-38-233 0,1 38-475 0,-12 6-181 16,-4 10 0-16,-8 11 0 0,-6 11 0 15,1 9 0-15,-1 7 0 16,8 7 0-16,3 4 0 0,10 5 0 15,7 3 0-15,11 0 0 0,8-3 0 16,17-8 0-16,10-8 0 16,8-9 0-16,8-13 0 0,-1-9 0 15,3-12 0-15,-1-11 0 0,-9-7 0 16,-4-9 0-16,-12-8 0 0,-11-2 0 16,-10 0 0-16,-6 1 0 15,-11 5 0-15,-10 2 0 0,-4 6 0 16,-6 7 0-16,-2 5 0 0,2 4 0 15,8 1 0-15,10-1 0 0,7-2-545 16,8-2-1420-16,4 0-1000 0</inkml:trace>
  <inkml:trace contextRef="#ctx0" brushRef="#br0" timeOffset="-195886.76">15762 16469 5290 0,'0'0'952'0,"0"0"-367"0,-15 40 531 16,9-17-867-16,0 0-249 0,2-1 0 16,0-2 0-16,-3-1 0 0,3-5 0 15,2-4 0-15,-2-6 0 0,4-2 0 16,0-1 0-16,0-1 0 0,0-5 0 16,10-9 0-16,5-12 0 15,6-8 0-15,1-5 0 0,9 4 0 16,-4 4 0-16,-2 5 0 0,-8 9 0 15,-7 8 0-15,-4 6 0 0,-6 3 0 16,0 8 0-16,-6 7 0 16,0 10 0-16,-9 6 0 0,1 1 0 15,5-4 0-15,7-4 0 0,2-4 0 16,5-2 0-16,5-7 0 0,4-4 0 16,3-7 0-16,6-6 0 15,-5-7 0-15,3-5 0 0,0-2 0 16,-3-2 0-16,1 3 0 0,-7 2 0 15,-1 3 0-15,-3 5 0 0,-6 5 0 16,2 3 0-16,-2 1 0 0,-2 5 0 16,4 10 0-16,-4 8 0 0,4 5 0 15,-2 1 0-15,-2-2 0 0,9-7 0 16,1-2 0-16,2-3 0 0,9-5 0 16,6-1 0-16,-6-5 0 15,5-3-3134-15</inkml:trace>
  <inkml:trace contextRef="#ctx0" brushRef="#br0" timeOffset="-195454.32">16977 16539 6635 0,'0'0'1336'0,"0"0"-1115"0,0 0-221 0,0 0 0 16,-16 37 0-16,5 3 0 15,5 5 0-15,-4-1 0 0,8-9 0 16,0-7 0-16,2-9 0 0,8-6 0 15,2-9 0-15,7-6 0 0,-3-2-2198 16,-1-12-523-16</inkml:trace>
  <inkml:trace contextRef="#ctx0" brushRef="#br0" timeOffset="-195346.61">17221 16067 7363 0,'0'0'216'0,"-4"-45"-12"16,4 33 205-16,4 8-409 0,-2 3 0 15,4-1 0-15,3 2-321 0,-3 0-355 16,0 0-1461-16,2 2-608 0</inkml:trace>
  <inkml:trace contextRef="#ctx0" brushRef="#br0" timeOffset="-195018.67">17500 16080 6338 0,'0'-36'733'0,"0"5"-61"0,-8-3-223 15,-4 3-449-15,-5 2 0 0,-4 2 0 16,-3 3 0-16,-7 7 0 0,2 5 0 16,0 6 0-16,-2 6 0 0,4 8 0 15,4 5 0-15,-2 6 0 16,9 4 0-16,1 3 0 0,5 3 0 15,8 6 0-15,2 5 0 0,6 7 0 16,11 7 0-16,1 6 0 16,3 4 0-16,-5 1 0 0,-3 5 0 15,-9-2 0-15,-4-1 0 0,0-3 0 16,-10-4 0-16,-3-7 0 0,-1-7 0 16,-7-9 0-16,5-5 0 15,-3-11-629-15,2-6-712 0,5-9-2132 0</inkml:trace>
  <inkml:trace contextRef="#ctx0" brushRef="#br0" timeOffset="-194894.77">17050 16653 6490 0,'0'0'965'0,"45"-35"-228"15,-8 22-737-15,5 5 0 0,-3 4 0 16,0 1 0-16,-4 0 0 0,-10 0 0 16,2-2 0-16,2-3 0 15,-10 1 0-15,5-8-2030 0</inkml:trace>
  <inkml:trace contextRef="#ctx0" brushRef="#br0" timeOffset="-194511.94">18455 16204 6254 0,'0'0'497'15,"0"0"531"-15,0 0-668 0,-18 61-307 16,3-7-53-16,-8 10 0 16,-1 4 0-16,1-2 0 0,6 1 0 15,1-2 0-15,3-3 0 0,3-4 0 16,4-8 0-16,6-10 0 0,0-9 0 16,6-13 0-16,6-15-561 15,1-3-1496-15,3-14-1156 0</inkml:trace>
  <inkml:trace contextRef="#ctx0" brushRef="#br0" timeOffset="-194218.98">18693 16269 7311 0,'0'0'476'0,"-8"-39"-71"0,2 26-405 16,-5 10 0-16,-1 5 0 0,-7 12 0 16,-8 8 0-16,0 12 0 0,1 8 0 15,-5 6 0-15,8 4 0 16,-2 4 0-16,8 4 0 0,3 4 0 15,8-3 0-15,2-3 0 0,10-7 0 16,8-11 0-16,7-11 0 16,10-10 0-16,2-11 0 0,2-8 0 15,-2-12 0-15,2-12 0 0,-8-6 0 16,-4-6 0-16,-4-6 0 0,-7-2 0 16,-2-2 0-16,-5 0 0 15,-5 2 0-15,-9 4 0 0,-3 5 0 16,-1 7 0-16,3 10 0 0,2 7 0 15,4 5 0-15,4 5 0 0,0-2-157 16,10 0-1139-16,0-1-229 0,5-3-2573 0</inkml:trace>
  <inkml:trace contextRef="#ctx0" brushRef="#br0" timeOffset="-193925.84">19104 16341 6366 0,'0'0'1089'16,"0"0"-352"-16,-49-1-737 0,22 1 0 15,-8 7 0-15,-9 6 0 0,-7 9 0 16,-3 8 0-16,-2 10 0 16,4 7 0-16,11 9 0 0,4 4 0 15,18 2 0-15,11 1 0 0,12-1 0 16,19-6 0-16,12-12 0 0,13-13 0 16,11-10 0-16,8-16 0 15,5-5 0-15,-2-14 0 0,-4-12 0 16,-12-6 0-16,-17-10 0 0,-6-2 0 15,-14-4 0-15,-7-3 0 0,-10-1 0 16,-2-1 0-16,-8 1 0 0,-9 5 0 16,-1 3 0-16,-1 4 0 0,2 12-2874 15</inkml:trace>
  <inkml:trace contextRef="#ctx0" brushRef="#br0" timeOffset="-193626.51">19702 15984 5882 0,'0'0'777'0,"0"0"-153"0,0 0 124 0,-27 43-587 0,12 0-161 0,9 14 0 15,0 6 0-15,4 1 0 0,2 1 0 16,0 4 0-16,2-1 0 0,0 1 0 16,-2 0 0-16,0-4 0 15,0-5 0-15,-4-4 0 0,-2-11 0 16,2-11 0-16,-3-12-1601 0,5-12-801 0</inkml:trace>
  <inkml:trace contextRef="#ctx0" brushRef="#br0" timeOffset="-193303.8">19691 16577 5478 0,'0'0'1725'16,"0"0"-1149"-16,0 0-163 0,0 0-413 15,0 0 0-15,27-40 0 0,-4 29 0 16,2 2 0-16,2 4 0 0,-3 4 0 16,-3 1 0-16,2 4 0 0,-7 1 0 15,-1 1 0-15,-5 0 0 0,-6 0 0 16,-4 1 0-16,-4 3 0 0,-8 3 0 16,-7 3 0-16,-8 3 0 15,3 1 0-15,-10 5 0 0,3 4 0 16,5 5 0-16,5-2 0 0,6-1 0 15,9-3 0-15,6-2 0 0,15-3 0 16,1-6 0-16,11-7 0 16,4-7 0-16,10-7 0 0,-3-8-605 15,-5-1-552-15,-2-5-2072 0</inkml:trace>
  <inkml:trace contextRef="#ctx0" brushRef="#br0" timeOffset="-192887.7">20233 16563 2645 0,'0'0'4202'0,"0"0"-2857"16,-41-37-1345-16,14 32 0 0,2 5 0 16,-8 4 0-16,2 8 0 0,2 6 0 15,-2 4 0-15,2 4 0 0,8 0 0 16,9 3 0-16,4-4 0 0,8-2 0 16,10-5 0-16,9-4 0 15,7-3 0-15,8-4 0 0,3-7 0 16,2 0 0-16,-2-7 0 0,-4 1 0 15,-4-1 0-15,-8 1 0 0,-7 3 0 16,-5 3 0-16,-5 3 0 16,-2 15 0-16,-2 9 0 0,-2 11 0 15,-6 9 0-15,-5 3 0 0,-1 3 0 16,-3 2 0-16,-4-1 0 0,-3 2 0 16,-5-1 0-16,-6-3 0 15,-7-2 0-15,-1-5 0 0,-9-6 0 16,3-7 0-16,-3-7 0 0,4-13 0 15,3-6 0-15,8-9 0 0,6-9 0 16,2-9 0-16,8-10 0 0,7-9 0 16,5-10 0-16,11-1 0 0,17 5 0 15,16 4 0-15,13 6 0 0,9 1 0 16,5 1 0-16,7-4 0 0,-18 11-1625 16,-1-3-1665-16</inkml:trace>
  <inkml:trace contextRef="#ctx0" brushRef="#br0" timeOffset="-192515.57">20909 16544 4478 0,'0'0'3714'0,"0"0"-3714"0,0 0 0 16,-4 33 0-16,-7 6 0 16,1 11 0-16,-4 4 0 0,1-4 0 15,9-8 0-15,2-9 0 0,2-6 0 16,2-9 0-16,8-11 0 0,5-7 0 16,1-11-929-16,1-2-1776 15,-7-8-1637-15</inkml:trace>
  <inkml:trace contextRef="#ctx0" brushRef="#br0" timeOffset="-192374.47">21143 16355 4866 0,'0'0'1532'15,"0"0"-1255"-15,-9-36 27 0,9 35 84 16,-2 1-372-16,2 3-16 0,0 7-88 16,0 7-228-16,6 5-153 0,3 1-807 15,-3-5-49-15,0-4-235 0</inkml:trace>
  <inkml:trace contextRef="#ctx0" brushRef="#br0" timeOffset="-192114.68">21277 16577 2100 0,'0'0'3250'0,"0"0"-1481"0,-56 7-1037 16,31-9-391-16,-2-1-341 0,-2 1 0 16,1 2 0-16,1 0 0 15,8 3 0-15,7 1 0 0,3 2 0 16,5 2 0-16,6 9 0 0,7 3 0 15,3 6 0-15,9-1 0 0,3 0 0 16,3-3 0-16,0 1 0 0,4-2 0 16,-4 0 0-16,0-4 0 0,-6 0 0 15,-7-3 0-15,-8-1 0 0,-6 0 0 16,-10 0 0-16,-9 0 0 0,-3-2 0 16,-7-1 0-16,0-6 0 15,0-3 0-15,2-2 0 0,6-4 0 16,7-4 0-16,5-1 0 0,7-4-1161 15,2 3-1741-15,7-1-1227 0</inkml:trace>
  <inkml:trace contextRef="#ctx0" brushRef="#br0" timeOffset="-191677.48">22042 16644 88 0,'-13'-33'1732'0,"7"6"-627"0,2-2 179 15,0 4-659-15,2 0-77 0,0 4 404 16,0 6-303-16,0 5 7 0,-1 6-103 16,-3 3-553-16,0 1 0 15,-8 11 0-15,-5 6 0 0,-2 8 0 16,-1 6 0-16,1-1 0 0,2 1 0 15,5 0 0-15,1 0 0 0,5-2 0 16,6-1 0-16,2-4 0 16,6-3 0-16,7-4 0 0,1-3 0 15,11-6 0-15,-2-4 0 0,6-4 0 16,0-4 0-16,-5-4 0 0,-1-1 0 16,-2 0 0-16,0 2 0 15,-11 2 0-15,-2 3 0 0,-4 2 0 16,0 0 0-16,1 7 0 0,-3 7 0 15,-2 4 0-15,2 1 0 0,0-1 0 16,2-1 0-16,2-3 0 0,4-1 0 16,9-5-769-16,0-4-128 0,-5-3-1179 15,3-1-550-15</inkml:trace>
  <inkml:trace contextRef="#ctx0" brushRef="#br0" timeOffset="-191484.47">22470 16655 1136 0,'-15'-33'6315'0,"3"4"-5574"16,-7 5-741-16,5 13 0 16,-3 7 0-16,-4 8 0 0,-1 11 0 15,-5 8 0-15,-2 10 0 0,2 7 0 16,0 5 0-16,11 2 0 0,5-3 0 16,9-4 0-16,4-6 0 15,11-4 0-15,7-12 0 0,5-10 0 16,8-8 0-16,2-13 0 0,1-12 0 15,-1-7-1125-15,-13 4-356 0,-1-4-3397 0</inkml:trace>
  <inkml:trace contextRef="#ctx0" brushRef="#br0" timeOffset="-191288.43">22604 16093 7011 0,'0'0'912'0,"0"0"-643"16,0 41-269-16,-4-4 0 0,-4 11 0 15,-7 5 0-15,-1 5 0 0,-1 5 0 16,3 0 0-16,1 1 0 16,5-1 0-16,2-6 0 0,6-3 0 15,0-2 0-15,6-5-85 0,6-7-1223 16,-3-11-241-16,1-8-3701 0</inkml:trace>
  <inkml:trace contextRef="#ctx0" brushRef="#br0" timeOffset="-191069.6">22734 16700 3645 0,'0'0'3670'0,"4"-59"-2793"0,-4 33-877 16,-4 7 0-16,2 7 0 0,-2 5 0 15,2 2 0-15,-6 4 0 0,-3 2 0 16,-9 13 0-16,-3 9 0 0,-4 11 0 16,4 6 0-16,3 2 0 15,5 2 0-15,5 0 0 0,2-5 0 16,5-2 0-16,3-9 0 0,11-5 0 15,3-10 0-15,9-7 0 0,4-7 0 16,0-11-29-16,0-10-839 16,-5 3-301-16,-5-7-1828 0</inkml:trace>
  <inkml:trace contextRef="#ctx0" brushRef="#br0" timeOffset="-190908.42">22871 16239 5346 0,'0'0'1889'16,"-7"-43"-1165"-16,3 34-491 0,4 12-233 15,4 13 0-15,-4 17 0 0,-4 14 0 16,-4 9 0-16,-4 8 0 0,-3 2 0 16,-1 3 0-16,-1 5 0 0,5-5 0 15,3-4 0-15,3-8 0 0,6-10 0 16,4-5 0-16,3-10 0 0,5-8-605 16,-4-10-1184-16,-2-7-492 0</inkml:trace>
  <inkml:trace contextRef="#ctx0" brushRef="#br0" timeOffset="-190587.49">22916 16852 6026 0,'0'0'1261'0,"0"0"-356"0,50 9-905 16,-21-9 0-16,-2-7 0 0,-5-3 0 16,-1-5 0-16,2-1 0 15,-5-3 0-15,-3-3 0 0,-7-1 0 16,-4-3 0-16,-4 1 0 0,-4 0 0 15,-8 6 0-15,-9 6 0 0,-10 13 0 16,0 9 0-16,-6 11 0 0,0 10 0 16,1 7 0-16,3 3 0 0,11 3 0 15,5 0 0-15,13-4 0 0,8-3 0 16,13-7 0-16,5-3 0 0,11-8 0 16,0-6 0-16,3-4 0 15,-3-8 0-15,0-5 0 0,-2-5 0 16,0-7-449-16,-4-2-223 0,2-2 15 15,-5-2-995-15,-5 6 135 0,-2 0-348 16</inkml:trace>
  <inkml:trace contextRef="#ctx0" brushRef="#br0" timeOffset="-190416.68">23317 16810 1912 0,'0'0'1481'15,"29"-35"-396"-15,-19 16 691 0,-5 0-791 16,-5 2-237-16,-5 2-543 0,-5 3-205 16,-2 5 0-16,-5 8 0 15,-4 10 0-15,-3 10 0 0,-3 8 0 16,-2 3 0-16,2 3 0 0,6 2 0 15,7-1 0-15,8-4 0 0,6-3 0 16,8-5 0-16,8-6 0 0,3-6 0 16,6-8 0-16,-2-4 0 0,1-9 0 15,1-8 0-15,-2-6-801 0,-4 1-1372 16,-5-3-556-16</inkml:trace>
  <inkml:trace contextRef="#ctx0" brushRef="#br0" timeOffset="-190245.33">23495 16283 7619 0,'0'0'573'16,"0"0"-573"-16,-25 52 0 0,6-1 0 15,-1 12 0-15,-5 12 0 0,2 7 0 16,1 5 0-16,5 1 0 0,5-3 0 16,7-9 0-16,5-13 0 15,9-7 0-15,1-15 0 0,-2-10-1962 16,3-12-1339-16</inkml:trace>
  <inkml:trace contextRef="#ctx0" brushRef="#br0" timeOffset="-190072.85">23671 17144 8192 0,'0'0'0'0,"0"0"0"15,0 0 0-15,0 0 0 0,0 0 0 16,0 0 0-16,0 0-1461 16,0 0-1329-16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E0940-25C8-4CED-96E2-8FA2BF93B3E9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F7B58D-1DE9-43B8-93DE-2A59C20AB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36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99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794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13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623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562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7098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727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558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5892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0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240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678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3220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3897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395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91F37-06FF-4888-831B-9195D9182E4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412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D0969-3BC9-E425-9F31-771A40B022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7C23E1-8863-BAA6-77AC-3CEB3EB40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760C6-2EB9-4B12-2C47-77551686D5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A3BA6-4B22-4D69-91C4-B87C21B5C3D7}" type="datetime1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6CBDD-36A5-FD93-6C9F-EFC2F0627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8F109-725A-2997-4814-1CB5B5F97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09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3A10C-6E04-1B5B-960E-AFB5C34E0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4849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6700D-E6AB-A0FA-E79A-9AAFA1B8D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00695"/>
            <a:ext cx="10515600" cy="50364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1C63C-8994-B5A6-A3B7-55184800E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3448B-38C0-346C-AC32-5E6074D48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8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4E203-9058-4ABB-2CB4-3E1D886A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CB391-7275-D8A5-E81A-F6C8D1C91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B5329-1884-4502-4559-356634FF9E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346E657-D090-47BC-894B-7F7404E1AFDB}" type="datetime1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E7228-75D0-E9BC-3185-547F55D1F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6EA80-117A-20A9-6DEE-C952767EC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91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4317E-1C92-A3D1-4CBF-AE02FAC83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4D8E5-774C-BCD5-597A-A433ADE002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49B0AF-191A-A268-1C2E-17460C0ED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740D6A-251D-CFE4-5C0D-453FA6A043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3F462FA-5168-4DFC-A8AA-E1636F6F1807}" type="datetime1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9169D-B6DA-BC5D-67D9-32B4F9975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FF9F5-4506-9B3B-7D39-394220E40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739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23672-099B-E107-E303-AEE19033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1D34A-A411-BD73-29E5-C784FE76D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39816-E6EE-F433-3FD9-418E89C13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28D1CA-97EC-153B-4FA4-13F2D5818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3CB723-F873-013E-6341-58F1B78FA4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7C9254-92D2-FC28-DE7C-4934D7DE7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28D0C9-320A-4AE1-85D8-ED11977E8C12}" type="datetime1">
              <a:rPr lang="en-US" smtClean="0"/>
              <a:t>2/26/2025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01079D-EB10-38B4-81F9-C6BD6CC76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A7C44A-3715-B891-AF3B-A12B68BF5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288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BCF8E-FA11-6A49-A295-D979745CF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BD36B-ED63-AAD9-76DE-AFDF95D2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2456FE-1047-4D97-88F7-9D840A87DE2B}" type="datetime1">
              <a:rPr lang="en-US" smtClean="0"/>
              <a:t>2/26/2025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47E32-AC55-387F-CF0D-2FC28C243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97A0-BFFA-065D-FC46-31A49D79F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25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11CDEA-353B-2409-B4B6-B34F219337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2B26AF-43C9-4A52-AF06-A2AC06E43B1C}" type="datetime1">
              <a:rPr lang="en-US" smtClean="0"/>
              <a:t>2/26/2025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CC3328-69EC-AD32-5D42-78AFBAE6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FB655-C58F-EF96-7FFE-957B2D978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26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F282B-6CF9-A4D0-C084-62B090688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6AE6F-77E3-8C1B-513C-DE9ADA0C9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C2555-EF3E-E875-FB86-A9BBE4024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9D25C-22A8-5D58-D044-D3824128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582E4D-5E9F-4458-938C-864B706F95FF}" type="datetime1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0EBB5-21AA-2559-8D0D-53B747534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F6D85-76DB-D878-670B-E125F0931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40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150CA-6AD7-5B60-33F5-B85FC4091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F1B91A-8F74-3B7F-64D3-3384727693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33DECB-4ABE-95E6-B0DF-B031E49C3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79A3C-2B68-6ADD-6B2F-847A52AA93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25A1BD-EBEB-4A8E-B449-2911DE41084B}" type="datetime1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E61F65-BB53-DB77-A17D-78486C75A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E5C53-CD45-0CA1-D0BD-0B89897F1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15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BB12-6CE0-5896-197F-A351D692C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3BFC0-A205-3164-72D7-5BD81882E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C45B9-DA11-4A1C-058B-5079E09B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B2FFE65-DFA4-43A3-A834-4788946F3021}" type="datetime1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12D7D-48D9-22AF-8770-6A5289E43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7910A-A603-CBBA-AAEC-B4BD95E9C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72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70D1E2-74DE-C6EB-A8EC-308657878B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7F9B26-4A69-4D57-C633-72C8B76AA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35456-C44F-2D28-4BF6-50D0F62C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AFC2D8-0CF3-496F-8CED-E9AD4C92185B}" type="datetime1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83730-2DDE-C2C7-00A4-43C39B020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FB452-44EB-602B-86CC-0B63500F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93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9656A-1DCD-3A7C-A104-2014B262C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52E0-EA6C-780F-BCFB-35F80CF46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D2FEC-049F-9FA9-C7AA-F217219777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tkinson Hyperlegible" pitchFamily="50" charset="0"/>
              </a:defRPr>
            </a:lvl1pPr>
          </a:lstStyle>
          <a:p>
            <a:r>
              <a:rPr lang="en-US" dirty="0"/>
              <a:t>Waves in ducts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B8509-368A-F515-ABCA-31C2CA82EF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tkinson Hyperlegible" pitchFamily="50" charset="0"/>
              </a:defRPr>
            </a:lvl1pPr>
          </a:lstStyle>
          <a:p>
            <a:fld id="{B62F1270-CA5A-4BF1-AAF5-16F08E48CB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136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tkinson Hyperlegible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tkinson Hyperlegible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customXml" Target="../ink/ink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ideo" Target="../media/media3.mp4"/><Relationship Id="rId7" Type="http://schemas.openxmlformats.org/officeDocument/2006/relationships/customXml" Target="../ink/ink3.xml"/><Relationship Id="rId2" Type="http://schemas.microsoft.com/office/2007/relationships/media" Target="../media/media3.mp4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8.png"/><Relationship Id="rId4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9.png"/><Relationship Id="rId4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4.xml"/><Relationship Id="rId7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0.png"/><Relationship Id="rId5" Type="http://schemas.openxmlformats.org/officeDocument/2006/relationships/customXml" Target="../ink/ink6.xml"/><Relationship Id="rId4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12.png"/><Relationship Id="rId5" Type="http://schemas.openxmlformats.org/officeDocument/2006/relationships/customXml" Target="../ink/ink8.xml"/><Relationship Id="rId4" Type="http://schemas.openxmlformats.org/officeDocument/2006/relationships/image" Target="../media/image6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13.png"/><Relationship Id="rId5" Type="http://schemas.openxmlformats.org/officeDocument/2006/relationships/customXml" Target="../ink/ink9.xml"/><Relationship Id="rId4" Type="http://schemas.openxmlformats.org/officeDocument/2006/relationships/image" Target="../media/image7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video" Target="../media/media4.mp4"/><Relationship Id="rId7" Type="http://schemas.openxmlformats.org/officeDocument/2006/relationships/image" Target="../media/image14.png"/><Relationship Id="rId2" Type="http://schemas.microsoft.com/office/2007/relationships/media" Target="../media/media4.mp4"/><Relationship Id="rId1" Type="http://schemas.openxmlformats.org/officeDocument/2006/relationships/tags" Target="../tags/tag7.xml"/><Relationship Id="rId6" Type="http://schemas.openxmlformats.org/officeDocument/2006/relationships/image" Target="../media/image55.pn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video" Target="../media/media5.mp4"/><Relationship Id="rId7" Type="http://schemas.openxmlformats.org/officeDocument/2006/relationships/image" Target="../media/image58.png"/><Relationship Id="rId2" Type="http://schemas.microsoft.com/office/2007/relationships/media" Target="../media/media5.mp4"/><Relationship Id="rId1" Type="http://schemas.openxmlformats.org/officeDocument/2006/relationships/tags" Target="../tags/tag8.xml"/><Relationship Id="rId6" Type="http://schemas.openxmlformats.org/officeDocument/2006/relationships/image" Target="../media/image16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video" Target="../media/media3.mp4"/><Relationship Id="rId7" Type="http://schemas.openxmlformats.org/officeDocument/2006/relationships/image" Target="../media/image59.png"/><Relationship Id="rId2" Type="http://schemas.microsoft.com/office/2007/relationships/media" Target="../media/media3.mp4"/><Relationship Id="rId1" Type="http://schemas.openxmlformats.org/officeDocument/2006/relationships/tags" Target="../tags/tag9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19.png"/><Relationship Id="rId5" Type="http://schemas.openxmlformats.org/officeDocument/2006/relationships/customXml" Target="../ink/ink13.xml"/><Relationship Id="rId4" Type="http://schemas.openxmlformats.org/officeDocument/2006/relationships/image" Target="../media/image6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customXml" Target="../ink/ink1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video" Target="../media/media4.mp4"/><Relationship Id="rId7" Type="http://schemas.openxmlformats.org/officeDocument/2006/relationships/image" Target="../media/image14.png"/><Relationship Id="rId2" Type="http://schemas.microsoft.com/office/2007/relationships/media" Target="../media/media4.mp4"/><Relationship Id="rId1" Type="http://schemas.openxmlformats.org/officeDocument/2006/relationships/tags" Target="../tags/tag11.xml"/><Relationship Id="rId6" Type="http://schemas.openxmlformats.org/officeDocument/2006/relationships/image" Target="../media/image22.emf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3" Type="http://schemas.openxmlformats.org/officeDocument/2006/relationships/video" Target="../media/media5.mp4"/><Relationship Id="rId7" Type="http://schemas.openxmlformats.org/officeDocument/2006/relationships/image" Target="../media/image16.png"/><Relationship Id="rId2" Type="http://schemas.microsoft.com/office/2007/relationships/media" Target="../media/media5.mp4"/><Relationship Id="rId1" Type="http://schemas.openxmlformats.org/officeDocument/2006/relationships/tags" Target="../tags/tag12.xml"/><Relationship Id="rId6" Type="http://schemas.openxmlformats.org/officeDocument/2006/relationships/image" Target="../media/image24.emf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3" Type="http://schemas.openxmlformats.org/officeDocument/2006/relationships/video" Target="../media/media3.mp4"/><Relationship Id="rId7" Type="http://schemas.openxmlformats.org/officeDocument/2006/relationships/image" Target="../media/image6.png"/><Relationship Id="rId2" Type="http://schemas.microsoft.com/office/2007/relationships/media" Target="../media/media3.mp4"/><Relationship Id="rId1" Type="http://schemas.openxmlformats.org/officeDocument/2006/relationships/tags" Target="../tags/tag13.xml"/><Relationship Id="rId6" Type="http://schemas.openxmlformats.org/officeDocument/2006/relationships/image" Target="../media/image26.emf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notesSlide" Target="../notesSlides/notesSlide15.xml"/><Relationship Id="rId7" Type="http://schemas.openxmlformats.org/officeDocument/2006/relationships/customXml" Target="../ink/ink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30.png"/><Relationship Id="rId5" Type="http://schemas.openxmlformats.org/officeDocument/2006/relationships/customXml" Target="../ink/ink19.xml"/><Relationship Id="rId4" Type="http://schemas.openxmlformats.org/officeDocument/2006/relationships/image" Target="../media/image29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6" Type="http://schemas.openxmlformats.org/officeDocument/2006/relationships/image" Target="../media/image32.png"/><Relationship Id="rId5" Type="http://schemas.openxmlformats.org/officeDocument/2006/relationships/customXml" Target="../ink/ink20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6" Type="http://schemas.openxmlformats.org/officeDocument/2006/relationships/image" Target="../media/image33.png"/><Relationship Id="rId5" Type="http://schemas.openxmlformats.org/officeDocument/2006/relationships/customXml" Target="../ink/ink21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9816B-E20A-3665-9C9E-070CC1FC4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6B48639-6024-D7F8-633E-B8A34F3EE8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1300" r="1300"/>
          <a:stretch/>
        </p:blipFill>
        <p:spPr>
          <a:xfrm>
            <a:off x="-26328" y="0"/>
            <a:ext cx="12244656" cy="68876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C3E6D3-741A-EFB7-1AF3-70CA7B93D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963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tkinson Hyperlegible" pitchFamily="50" charset="0"/>
              </a:rPr>
              <a:t>Vibration isolation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70C536-A750-81A8-C05D-C7B6FA5DE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96735"/>
            <a:ext cx="9144000" cy="463378"/>
          </a:xfrm>
        </p:spPr>
        <p:txBody>
          <a:bodyPr/>
          <a:lstStyle/>
          <a:p>
            <a:r>
              <a:rPr lang="en-US" dirty="0"/>
              <a:t>Tyler Dare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CF1DD07-36A0-FDA7-9E41-FFA1245756C6}"/>
              </a:ext>
            </a:extLst>
          </p:cNvPr>
          <p:cNvSpPr txBox="1">
            <a:spLocks/>
          </p:cNvSpPr>
          <p:nvPr/>
        </p:nvSpPr>
        <p:spPr>
          <a:xfrm>
            <a:off x="1524000" y="2818692"/>
            <a:ext cx="9144000" cy="4633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tkinson Hyperlegible" pitchFamily="50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Forced vibration</a:t>
            </a:r>
          </a:p>
        </p:txBody>
      </p:sp>
    </p:spTree>
    <p:extLst>
      <p:ext uri="{BB962C8B-B14F-4D97-AF65-F5344CB8AC3E}">
        <p14:creationId xmlns:p14="http://schemas.microsoft.com/office/powerpoint/2010/main" val="824174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F79F8-9B07-4A5E-98ED-254E86B32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in undamped systems</a:t>
            </a:r>
          </a:p>
        </p:txBody>
      </p:sp>
      <p:pic>
        <p:nvPicPr>
          <p:cNvPr id="4" name="massSpring_noDamper_totalEnergy">
            <a:hlinkClick r:id="" action="ppaction://media"/>
            <a:extLst>
              <a:ext uri="{FF2B5EF4-FFF2-40B4-BE49-F238E27FC236}">
                <a16:creationId xmlns:a16="http://schemas.microsoft.com/office/drawing/2014/main" id="{66628BB2-2639-4AB3-8DDF-F578BFB2FE71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1991" y="1076325"/>
            <a:ext cx="7330017" cy="5497513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7A6F4A1-94AE-D7B4-9F25-ACB7CBB41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200" dirty="0"/>
              <a:t>Forced vibration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0DA7B92-973E-CF34-0096-91361130EB2A}"/>
                  </a:ext>
                </a:extLst>
              </p14:cNvPr>
              <p14:cNvContentPartPr/>
              <p14:nvPr/>
            </p14:nvContentPartPr>
            <p14:xfrm>
              <a:off x="3385800" y="2058120"/>
              <a:ext cx="271440" cy="137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0DA7B92-973E-CF34-0096-91361130EB2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76440" y="2048760"/>
                <a:ext cx="290160" cy="15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9127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F79F8-9B07-4A5E-98ED-254E86B32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in underdamped systems</a:t>
            </a:r>
          </a:p>
        </p:txBody>
      </p:sp>
      <p:pic>
        <p:nvPicPr>
          <p:cNvPr id="6" name="energy_damping">
            <a:hlinkClick r:id="" action="ppaction://media"/>
            <a:extLst>
              <a:ext uri="{FF2B5EF4-FFF2-40B4-BE49-F238E27FC236}">
                <a16:creationId xmlns:a16="http://schemas.microsoft.com/office/drawing/2014/main" id="{FFB087F3-66F4-4669-AD66-31D500C73CDF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3050" y="1076325"/>
            <a:ext cx="7329488" cy="5497513"/>
          </a:xfr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C9FEEBF-0CE9-9603-C483-DFF6988AD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200" dirty="0"/>
              <a:t>Forced vibration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40744E6-26D2-9A3D-E67D-4984D2A1EE24}"/>
                  </a:ext>
                </a:extLst>
              </p14:cNvPr>
              <p14:cNvContentPartPr/>
              <p14:nvPr/>
            </p14:nvContentPartPr>
            <p14:xfrm>
              <a:off x="379440" y="255240"/>
              <a:ext cx="11545560" cy="4034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40744E6-26D2-9A3D-E67D-4984D2A1EE2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0080" y="245880"/>
                <a:ext cx="11564280" cy="405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6545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7183D-4F75-44E3-A59E-C57CC554D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Forced oscillator</a:t>
            </a:r>
          </a:p>
        </p:txBody>
      </p:sp>
      <p:pic>
        <p:nvPicPr>
          <p:cNvPr id="12" name="nearResonance">
            <a:hlinkClick r:id="" action="ppaction://media"/>
            <a:extLst>
              <a:ext uri="{FF2B5EF4-FFF2-40B4-BE49-F238E27FC236}">
                <a16:creationId xmlns:a16="http://schemas.microsoft.com/office/drawing/2014/main" id="{63817F99-72A5-4875-86CB-275298D53C76}"/>
              </a:ext>
            </a:extLst>
          </p:cNvPr>
          <p:cNvPicPr>
            <a:picLocks noGrp="1" noChangeAspect="1"/>
          </p:cNvPicPr>
          <p:nvPr>
            <p:ph idx="1"/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 rotWithShape="1">
          <a:blip r:embed="rId6"/>
          <a:srcRect l="11611" t="36119" r="64009" b="9252"/>
          <a:stretch/>
        </p:blipFill>
        <p:spPr>
          <a:xfrm>
            <a:off x="998289" y="1484851"/>
            <a:ext cx="2849984" cy="4790113"/>
          </a:xfr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33DB5BC-7134-42FA-DE01-6B1456FB3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200" dirty="0"/>
              <a:t>Forced vibration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8BB5095-7F0E-05A1-1F45-86BAF01B2C54}"/>
                  </a:ext>
                </a:extLst>
              </p14:cNvPr>
              <p14:cNvContentPartPr/>
              <p14:nvPr/>
            </p14:nvContentPartPr>
            <p14:xfrm>
              <a:off x="5180760" y="742320"/>
              <a:ext cx="1275120" cy="1392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8BB5095-7F0E-05A1-1F45-86BAF01B2C5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71400" y="732960"/>
                <a:ext cx="1293840" cy="141156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2046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735"/>
    </mc:Choice>
    <mc:Fallback xmlns="">
      <p:transition spd="slow" advTm="857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66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  <p:extLst>
    <p:ext uri="{E180D4A7-C9FB-4DFB-919C-405C955672EB}">
      <p14:showEvtLst xmlns:p14="http://schemas.microsoft.com/office/powerpoint/2010/main">
        <p14:playEvt time="14424" objId="12"/>
        <p14:stopEvt time="47792" objId="12"/>
      </p14:showEvt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549B4-BC50-4C33-A8C5-532D80113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Free body diagram with damping and forcing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699F359-46C9-6791-74C5-4D6A96E5E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200" dirty="0"/>
              <a:t>Forced vibration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AD9CD51-2C87-D219-CA05-74D0753E27E0}"/>
                  </a:ext>
                </a:extLst>
              </p14:cNvPr>
              <p14:cNvContentPartPr/>
              <p14:nvPr/>
            </p14:nvContentPartPr>
            <p14:xfrm>
              <a:off x="797040" y="561600"/>
              <a:ext cx="10326960" cy="3741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AD9CD51-2C87-D219-CA05-74D0753E27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7680" y="552240"/>
                <a:ext cx="10345680" cy="376056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995862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5091"/>
    </mc:Choice>
    <mc:Fallback xmlns="">
      <p:transition spd="slow" advTm="10509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B5F3D-6414-4EFA-95DB-8A9105F8D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Forced equation of 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0FA3A-C47B-400D-B4EF-4D12FB0A9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Newton’s second law: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955EF3-B82F-51F9-0C3F-40B18FFCE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200" dirty="0"/>
              <a:t>Forced vibration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01681EC-F3C9-A7BC-19A5-B108B22696CD}"/>
                  </a:ext>
                </a:extLst>
              </p14:cNvPr>
              <p14:cNvContentPartPr/>
              <p14:nvPr/>
            </p14:nvContentPartPr>
            <p14:xfrm>
              <a:off x="2509920" y="1199880"/>
              <a:ext cx="4848120" cy="3244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01681EC-F3C9-A7BC-19A5-B108B22696C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00560" y="1190520"/>
                <a:ext cx="4866840" cy="32634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8823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636"/>
    </mc:Choice>
    <mc:Fallback xmlns="">
      <p:transition spd="slow" advTm="6163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9A75F-5EB0-4BD4-9C58-65441E0E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Forced oscillations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9481D7-B0C0-43B0-8996-9322C259AA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100695"/>
                <a:ext cx="11079892" cy="5036494"/>
              </a:xfrm>
            </p:spPr>
            <p:txBody>
              <a:bodyPr>
                <a:normAutofit/>
              </a:bodyPr>
              <a:lstStyle/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̈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3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𝐶</m:t>
                      </m:r>
                      <m:acc>
                        <m:accPr>
                          <m:chr m:val="̇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dirty="0"/>
                  <a:t>, then the system will have a different response to the damped oscillator.</a:t>
                </a:r>
              </a:p>
              <a:p>
                <a:endParaRPr lang="en-US" dirty="0"/>
              </a:p>
              <a:p>
                <a:r>
                  <a:rPr lang="en-US" dirty="0"/>
                  <a:t>The total response will be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9481D7-B0C0-43B0-8996-9322C259AA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100695"/>
                <a:ext cx="11079892" cy="5036494"/>
              </a:xfrm>
              <a:blipFill>
                <a:blip r:embed="rId4"/>
                <a:stretch>
                  <a:fillRect l="-990" t="-7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E7D574-C6E6-769B-CE04-F394FD4B6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200" dirty="0"/>
              <a:t>Forced vibration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5998A12-5507-1A8B-6E93-5A8D53B08E8C}"/>
                  </a:ext>
                </a:extLst>
              </p14:cNvPr>
              <p14:cNvContentPartPr/>
              <p14:nvPr/>
            </p14:nvContentPartPr>
            <p14:xfrm>
              <a:off x="794880" y="105840"/>
              <a:ext cx="9480240" cy="5857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5998A12-5507-1A8B-6E93-5A8D53B08E8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5520" y="96480"/>
                <a:ext cx="9498960" cy="587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97B67F3-615F-463C-18FA-69E55B6EA6FF}"/>
                  </a:ext>
                </a:extLst>
              </p14:cNvPr>
              <p14:cNvContentPartPr/>
              <p14:nvPr/>
            </p14:nvContentPartPr>
            <p14:xfrm>
              <a:off x="7843320" y="4970160"/>
              <a:ext cx="2552400" cy="4482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97B67F3-615F-463C-18FA-69E55B6EA6F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33960" y="4960800"/>
                <a:ext cx="2571120" cy="46692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143050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695"/>
    </mc:Choice>
    <mc:Fallback xmlns="">
      <p:transition spd="slow" advTm="11269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9A75F-5EB0-4BD4-9C58-65441E0E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Forced oscillations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9481D7-B0C0-43B0-8996-9322C259AA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̈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3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𝐶</m:t>
                      </m:r>
                      <m:acc>
                        <m:accPr>
                          <m:chr m:val="̇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  <a:p>
                <a:r>
                  <a:rPr lang="en-US" dirty="0"/>
                  <a:t>For now, assume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sinusoidal,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Then the particular solution has the same form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9481D7-B0C0-43B0-8996-9322C259AA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7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249ED8A-0810-9BF1-9C0A-587F861D3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200" dirty="0"/>
              <a:t>Forced vibration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EC76B28-660F-8461-A5B1-08F3447D69FC}"/>
                  </a:ext>
                </a:extLst>
              </p14:cNvPr>
              <p14:cNvContentPartPr/>
              <p14:nvPr/>
            </p14:nvContentPartPr>
            <p14:xfrm>
              <a:off x="1717560" y="995040"/>
              <a:ext cx="9405720" cy="4376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EC76B28-660F-8461-A5B1-08F3447D69F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08200" y="985680"/>
                <a:ext cx="9424440" cy="43956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51709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7607"/>
    </mc:Choice>
    <mc:Fallback xmlns="">
      <p:transition spd="slow" advTm="167607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9A75F-5EB0-4BD4-9C58-65441E0E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Forced oscillations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9481D7-B0C0-43B0-8996-9322C259AA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̈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3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𝐶</m:t>
                      </m:r>
                      <m:acc>
                        <m:accPr>
                          <m:chr m:val="̇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i="1" dirty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sSup>
                        <m:sSup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9481D7-B0C0-43B0-8996-9322C259AA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466240-A647-84D1-0170-9F579A595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200" dirty="0"/>
              <a:t>Forced vibration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88CCF3A-9AC7-57AC-4CBB-01BE2E954D60}"/>
                  </a:ext>
                </a:extLst>
              </p14:cNvPr>
              <p14:cNvContentPartPr/>
              <p14:nvPr/>
            </p14:nvContentPartPr>
            <p14:xfrm>
              <a:off x="2763720" y="132840"/>
              <a:ext cx="8660880" cy="6450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88CCF3A-9AC7-57AC-4CBB-01BE2E954D6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54360" y="123480"/>
                <a:ext cx="8679600" cy="64692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900897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915"/>
    </mc:Choice>
    <mc:Fallback xmlns="">
      <p:transition spd="slow" advTm="100915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9A75F-5EB0-4BD4-9C58-65441E0E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Forced oscillations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9481D7-B0C0-43B0-8996-9322C259AA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7411" y="807533"/>
                <a:ext cx="7498493" cy="549781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Low frequencies: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≪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9481D7-B0C0-43B0-8996-9322C259AA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7411" y="807533"/>
                <a:ext cx="7498493" cy="5497814"/>
              </a:xfrm>
              <a:blipFill>
                <a:blip r:embed="rId6"/>
                <a:stretch>
                  <a:fillRect l="-1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belowResonance">
            <a:hlinkClick r:id="" action="ppaction://media"/>
            <a:extLst>
              <a:ext uri="{FF2B5EF4-FFF2-40B4-BE49-F238E27FC236}">
                <a16:creationId xmlns:a16="http://schemas.microsoft.com/office/drawing/2014/main" id="{B07F469C-76E0-438B-A370-BD93FC7C9177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093422" y="2724965"/>
            <a:ext cx="5334000" cy="4000500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D8D96785-4299-085F-B19C-C88B619A8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200" dirty="0"/>
              <a:t>Forced vibration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C56E1BF-79ED-A056-E52F-CFD3D62B4DC6}"/>
                  </a:ext>
                </a:extLst>
              </p14:cNvPr>
              <p14:cNvContentPartPr/>
              <p14:nvPr/>
            </p14:nvContentPartPr>
            <p14:xfrm>
              <a:off x="3598200" y="887400"/>
              <a:ext cx="5819400" cy="4928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C56E1BF-79ED-A056-E52F-CFD3D62B4DC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88840" y="878040"/>
                <a:ext cx="5838120" cy="494748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949182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8231"/>
    </mc:Choice>
    <mc:Fallback xmlns="">
      <p:transition spd="slow" advTm="2282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  <p:extLst>
    <p:ext uri="{E180D4A7-C9FB-4DFB-919C-405C955672EB}">
      <p14:showEvtLst xmlns:p14="http://schemas.microsoft.com/office/powerpoint/2010/main">
        <p14:playEvt time="88163" objId="4"/>
        <p14:stopEvt time="121530" objId="4"/>
      </p14:showEvt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boveResonance">
            <a:hlinkClick r:id="" action="ppaction://media"/>
            <a:extLst>
              <a:ext uri="{FF2B5EF4-FFF2-40B4-BE49-F238E27FC236}">
                <a16:creationId xmlns:a16="http://schemas.microsoft.com/office/drawing/2014/main" id="{0D95E89A-3A2C-4572-8522-5BAF2D1EE77A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93422" y="2724965"/>
            <a:ext cx="5334000" cy="4000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F9A75F-5EB0-4BD4-9C58-65441E0E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Forced oscillations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9481D7-B0C0-43B0-8996-9322C259AA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7411" y="807533"/>
                <a:ext cx="7706629" cy="549781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High frequencies: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≫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9481D7-B0C0-43B0-8996-9322C259AA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7411" y="807533"/>
                <a:ext cx="7706629" cy="5497814"/>
              </a:xfrm>
              <a:blipFill>
                <a:blip r:embed="rId7"/>
                <a:stretch>
                  <a:fillRect l="-1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01E1F8-F469-61B2-2034-9791F4DCD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200" dirty="0"/>
              <a:t>Forced vibration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9280D7D-2C73-845F-6C70-6AF66EB86052}"/>
                  </a:ext>
                </a:extLst>
              </p14:cNvPr>
              <p14:cNvContentPartPr/>
              <p14:nvPr/>
            </p14:nvContentPartPr>
            <p14:xfrm>
              <a:off x="1976400" y="818640"/>
              <a:ext cx="9367920" cy="4773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9280D7D-2C73-845F-6C70-6AF66EB8605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67040" y="809280"/>
                <a:ext cx="9386640" cy="479268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63917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3218"/>
    </mc:Choice>
    <mc:Fallback xmlns="">
      <p:transition spd="slow" advTm="14321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6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  <p:extLst>
    <p:ext uri="{E180D4A7-C9FB-4DFB-919C-405C955672EB}">
      <p14:showEvtLst xmlns:p14="http://schemas.microsoft.com/office/powerpoint/2010/main">
        <p14:playEvt time="102664" objId="5"/>
        <p14:stopEvt time="136040" objId="5"/>
      </p14:showEvtLst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nearResonance">
            <a:hlinkClick r:id="" action="ppaction://media"/>
            <a:extLst>
              <a:ext uri="{FF2B5EF4-FFF2-40B4-BE49-F238E27FC236}">
                <a16:creationId xmlns:a16="http://schemas.microsoft.com/office/drawing/2014/main" id="{EDFE794F-57C0-41B0-811E-1412C1E4C04A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93422" y="2724965"/>
            <a:ext cx="5334000" cy="4000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F9A75F-5EB0-4BD4-9C58-65441E0E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Forced oscillations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9481D7-B0C0-43B0-8996-9322C259AA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7411" y="807533"/>
                <a:ext cx="7498493" cy="549781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Near resonance: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9481D7-B0C0-43B0-8996-9322C259AA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7411" y="807533"/>
                <a:ext cx="7498493" cy="5497814"/>
              </a:xfrm>
              <a:blipFill>
                <a:blip r:embed="rId7"/>
                <a:stretch>
                  <a:fillRect l="-1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6814491-8DD8-1495-3642-97EC6C73C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200" dirty="0"/>
              <a:t>Forced vibration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729FBE8-AB3F-4829-7B1F-624BBB5904F2}"/>
                  </a:ext>
                </a:extLst>
              </p14:cNvPr>
              <p14:cNvContentPartPr/>
              <p14:nvPr/>
            </p14:nvContentPartPr>
            <p14:xfrm>
              <a:off x="3720960" y="683640"/>
              <a:ext cx="8097480" cy="4961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729FBE8-AB3F-4829-7B1F-624BBB5904F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11600" y="674280"/>
                <a:ext cx="8116200" cy="49806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230522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8853"/>
    </mc:Choice>
    <mc:Fallback xmlns="">
      <p:transition spd="slow" advTm="1788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  <p:extLst>
    <p:ext uri="{E180D4A7-C9FB-4DFB-919C-405C955672EB}">
      <p14:showEvtLst xmlns:p14="http://schemas.microsoft.com/office/powerpoint/2010/main">
        <p14:playEvt time="21616" objId="4"/>
        <p14:stopEvt time="54988" objId="4"/>
      </p14:showEvtLst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FA36F-C499-4E9C-8FE3-FDC430D03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response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BAAA45-1AE6-4CC0-9E1A-4FE6FB16AB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num>
                        <m:den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“Admittance”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num>
                        <m:den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num>
                        <m:den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“</a:t>
                </a:r>
                <a:r>
                  <a:rPr lang="en-US" dirty="0" err="1"/>
                  <a:t>Accelerance</a:t>
                </a:r>
                <a:r>
                  <a:rPr lang="en-US" dirty="0"/>
                  <a:t>”</a:t>
                </a:r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BAAA45-1AE6-4CC0-9E1A-4FE6FB16AB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D57FE5-EB04-10E9-CFE8-524B046A1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200" dirty="0"/>
              <a:t>Forced vibration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7433E4A-969F-F6B0-BF00-E4DCD9141D8A}"/>
                  </a:ext>
                </a:extLst>
              </p14:cNvPr>
              <p14:cNvContentPartPr/>
              <p14:nvPr/>
            </p14:nvContentPartPr>
            <p14:xfrm>
              <a:off x="320040" y="91080"/>
              <a:ext cx="9722160" cy="5243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7433E4A-969F-F6B0-BF00-E4DCD9141D8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0680" y="81720"/>
                <a:ext cx="9740880" cy="526176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950881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57"/>
    </mc:Choice>
    <mc:Fallback xmlns="">
      <p:transition spd="slow" advTm="38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FA36F-C499-4E9C-8FE3-FDC430D03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response functions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ECAB86D8-484C-4223-BB2B-3764904217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800973"/>
            <a:ext cx="6182686" cy="6057027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00A1EF5-4FF4-83E5-06FD-494360E45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200" dirty="0"/>
              <a:t>Forced vibration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D30FBD0-8F5B-D31C-63EC-D3A4E178FEEA}"/>
                  </a:ext>
                </a:extLst>
              </p14:cNvPr>
              <p14:cNvContentPartPr/>
              <p14:nvPr/>
            </p14:nvContentPartPr>
            <p14:xfrm>
              <a:off x="927360" y="1309320"/>
              <a:ext cx="5663160" cy="4842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D30FBD0-8F5B-D31C-63EC-D3A4E178FE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8000" y="1299960"/>
                <a:ext cx="5681880" cy="486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2552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99"/>
    </mc:Choice>
    <mc:Fallback xmlns="">
      <p:transition spd="slow" advTm="2199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56DECD54-C90D-4D13-B374-C4417D03A3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800972"/>
            <a:ext cx="6182686" cy="60570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CFA36F-C499-4E9C-8FE3-FDC430D03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response functions</a:t>
            </a:r>
          </a:p>
        </p:txBody>
      </p:sp>
      <p:pic>
        <p:nvPicPr>
          <p:cNvPr id="20" name="belowResonance">
            <a:hlinkClick r:id="" action="ppaction://media"/>
            <a:extLst>
              <a:ext uri="{FF2B5EF4-FFF2-40B4-BE49-F238E27FC236}">
                <a16:creationId xmlns:a16="http://schemas.microsoft.com/office/drawing/2014/main" id="{C3058EF8-0D5F-4FDF-9B51-25F332D44CF8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 rotWithShape="1">
          <a:blip r:embed="rId7"/>
          <a:srcRect l="13786" t="38096" r="65925" b="11995"/>
          <a:stretch/>
        </p:blipFill>
        <p:spPr>
          <a:xfrm>
            <a:off x="6182686" y="4861419"/>
            <a:ext cx="1082180" cy="1996580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66B4C1-0688-EF99-0D44-38901B1CB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200" dirty="0"/>
              <a:t>Forced vibration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28D5948-7486-3EF3-4F60-3AE334A8B2AD}"/>
                  </a:ext>
                </a:extLst>
              </p14:cNvPr>
              <p14:cNvContentPartPr/>
              <p14:nvPr/>
            </p14:nvContentPartPr>
            <p14:xfrm>
              <a:off x="875880" y="1303560"/>
              <a:ext cx="1674000" cy="350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28D5948-7486-3EF3-4F60-3AE334A8B2A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66520" y="1294200"/>
                <a:ext cx="1692720" cy="369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93217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30"/>
    </mc:Choice>
    <mc:Fallback xmlns="">
      <p:transition spd="slow" advTm="16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66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</p:childTnLst>
        </p:cTn>
      </p:par>
    </p:tnLst>
  </p:timing>
  <p:extLst>
    <p:ext uri="{E180D4A7-C9FB-4DFB-919C-405C955672EB}">
      <p14:showEvtLst xmlns:p14="http://schemas.microsoft.com/office/powerpoint/2010/main">
        <p14:playEvt time="567" objId="20"/>
        <p14:stopEvt time="1630" objId="20"/>
      </p14:showEvtLst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98F028-F13E-4DC5-A1C5-8AEC26D27F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800972"/>
            <a:ext cx="6182687" cy="60570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CFA36F-C499-4E9C-8FE3-FDC430D03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response functions</a:t>
            </a:r>
          </a:p>
        </p:txBody>
      </p:sp>
      <p:pic>
        <p:nvPicPr>
          <p:cNvPr id="7" name="aboveResonance">
            <a:hlinkClick r:id="" action="ppaction://media"/>
            <a:extLst>
              <a:ext uri="{FF2B5EF4-FFF2-40B4-BE49-F238E27FC236}">
                <a16:creationId xmlns:a16="http://schemas.microsoft.com/office/drawing/2014/main" id="{756D2EC4-8A62-4313-8A21-4191E91EA1DC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 rotWithShape="1">
          <a:blip r:embed="rId7"/>
          <a:srcRect l="14888" t="36944" r="66712" b="11786"/>
          <a:stretch/>
        </p:blipFill>
        <p:spPr>
          <a:xfrm>
            <a:off x="6182687" y="4806890"/>
            <a:ext cx="981511" cy="205111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5145F2-B1C8-2C69-FD80-385F07263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200" dirty="0"/>
              <a:t>Forced vibration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83440F9-2C7A-1D04-35BE-E4829822B42C}"/>
                  </a:ext>
                </a:extLst>
              </p14:cNvPr>
              <p14:cNvContentPartPr/>
              <p14:nvPr/>
            </p14:nvContentPartPr>
            <p14:xfrm>
              <a:off x="3726720" y="1585080"/>
              <a:ext cx="1373400" cy="732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83440F9-2C7A-1D04-35BE-E4829822B42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17360" y="1575720"/>
                <a:ext cx="1392120" cy="75096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380632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51"/>
    </mc:Choice>
    <mc:Fallback xmlns="">
      <p:transition spd="slow" advTm="205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6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  <p:extLst>
    <p:ext uri="{E180D4A7-C9FB-4DFB-919C-405C955672EB}">
      <p14:showEvtLst xmlns:p14="http://schemas.microsoft.com/office/powerpoint/2010/main">
        <p14:playEvt time="1095" objId="7"/>
        <p14:stopEvt time="2051" objId="7"/>
      </p14:showEvtLst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11708E-9B6B-4178-8EF8-D7AAC75548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800972"/>
            <a:ext cx="6182687" cy="60570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CFA36F-C499-4E9C-8FE3-FDC430D03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response functions</a:t>
            </a:r>
          </a:p>
        </p:txBody>
      </p:sp>
      <p:pic>
        <p:nvPicPr>
          <p:cNvPr id="7" name="nearResonance">
            <a:hlinkClick r:id="" action="ppaction://media"/>
            <a:extLst>
              <a:ext uri="{FF2B5EF4-FFF2-40B4-BE49-F238E27FC236}">
                <a16:creationId xmlns:a16="http://schemas.microsoft.com/office/drawing/2014/main" id="{9323730D-DD89-4AF6-847B-5B4293B800FB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 rotWithShape="1">
          <a:blip r:embed="rId7"/>
          <a:srcRect l="14573" t="37364" r="67340" b="12099"/>
          <a:stretch/>
        </p:blipFill>
        <p:spPr>
          <a:xfrm>
            <a:off x="6182687" y="4836252"/>
            <a:ext cx="964734" cy="202174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F2EC2D-171E-B818-5406-A0439DC41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200" dirty="0"/>
              <a:t>Forced vibration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03AF26E-2D82-FC04-E8F3-6AAACD1388F1}"/>
                  </a:ext>
                </a:extLst>
              </p14:cNvPr>
              <p14:cNvContentPartPr/>
              <p14:nvPr/>
            </p14:nvContentPartPr>
            <p14:xfrm>
              <a:off x="3013200" y="620280"/>
              <a:ext cx="5628960" cy="1414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03AF26E-2D82-FC04-E8F3-6AAACD1388F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03840" y="610920"/>
                <a:ext cx="5647680" cy="14328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27967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02"/>
    </mc:Choice>
    <mc:Fallback xmlns="">
      <p:transition spd="slow" advTm="36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6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  <p:extLst>
    <p:ext uri="{E180D4A7-C9FB-4DFB-919C-405C955672EB}">
      <p14:showEvtLst xmlns:p14="http://schemas.microsoft.com/office/powerpoint/2010/main">
        <p14:playEvt time="2857" objId="7"/>
        <p14:stopEvt time="3602" objId="7"/>
      </p14:showEvtLst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FA36F-C499-4E9C-8FE3-FDC430D03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response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18BF7A-02B1-427D-A1E1-01A3A83D35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Displacement,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Velocity,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Acceleration,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18BF7A-02B1-427D-A1E1-01A3A83D35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159" t="-9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B2A11A0D-BE9A-481C-BAAE-243D822537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7006797"/>
                  </p:ext>
                </p:extLst>
              </p:nvPr>
            </p:nvGraphicFramePr>
            <p:xfrm>
              <a:off x="674114" y="3311141"/>
              <a:ext cx="4515724" cy="25804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57862">
                      <a:extLst>
                        <a:ext uri="{9D8B030D-6E8A-4147-A177-3AD203B41FA5}">
                          <a16:colId xmlns:a16="http://schemas.microsoft.com/office/drawing/2014/main" val="470231140"/>
                        </a:ext>
                      </a:extLst>
                    </a:gridCol>
                    <a:gridCol w="2257862">
                      <a:extLst>
                        <a:ext uri="{9D8B030D-6E8A-4147-A177-3AD203B41FA5}">
                          <a16:colId xmlns:a16="http://schemas.microsoft.com/office/drawing/2014/main" val="30702282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FRF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Name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359542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num>
                                  <m:den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Admittance/</a:t>
                          </a:r>
                        </a:p>
                        <a:p>
                          <a:pPr algn="ctr"/>
                          <a:r>
                            <a:rPr lang="en-US" dirty="0"/>
                            <a:t>Receptance/</a:t>
                          </a:r>
                        </a:p>
                        <a:p>
                          <a:pPr algn="ctr"/>
                          <a:r>
                            <a:rPr lang="en-US" dirty="0"/>
                            <a:t>Compliance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0455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</m:acc>
                                  </m:num>
                                  <m:den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Mobility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67849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num>
                                  <m:den>
                                    <m:acc>
                                      <m:accPr>
                                        <m:chr m:val="̅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Accelerance</a:t>
                          </a:r>
                          <a:r>
                            <a:rPr lang="en-US" dirty="0"/>
                            <a:t>/</a:t>
                          </a:r>
                        </a:p>
                        <a:p>
                          <a:pPr algn="ctr"/>
                          <a:r>
                            <a:rPr lang="en-US" dirty="0"/>
                            <a:t>Inertance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313797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4">
                <a:extLst>
                  <a:ext uri="{FF2B5EF4-FFF2-40B4-BE49-F238E27FC236}">
                    <a16:creationId xmlns:a16="http://schemas.microsoft.com/office/drawing/2014/main" id="{B2A11A0D-BE9A-481C-BAAE-243D822537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7006797"/>
                  </p:ext>
                </p:extLst>
              </p:nvPr>
            </p:nvGraphicFramePr>
            <p:xfrm>
              <a:off x="674114" y="3311141"/>
              <a:ext cx="4515724" cy="25804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57862">
                      <a:extLst>
                        <a:ext uri="{9D8B030D-6E8A-4147-A177-3AD203B41FA5}">
                          <a16:colId xmlns:a16="http://schemas.microsoft.com/office/drawing/2014/main" val="470231140"/>
                        </a:ext>
                      </a:extLst>
                    </a:gridCol>
                    <a:gridCol w="2257862">
                      <a:extLst>
                        <a:ext uri="{9D8B030D-6E8A-4147-A177-3AD203B41FA5}">
                          <a16:colId xmlns:a16="http://schemas.microsoft.com/office/drawing/2014/main" val="30702282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FRF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Name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35954292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70" t="-44000" r="-101078" b="-15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Admittance/</a:t>
                          </a:r>
                        </a:p>
                        <a:p>
                          <a:pPr algn="ctr"/>
                          <a:r>
                            <a:rPr lang="en-US" dirty="0"/>
                            <a:t>Receptance/</a:t>
                          </a:r>
                        </a:p>
                        <a:p>
                          <a:pPr algn="ctr"/>
                          <a:r>
                            <a:rPr lang="en-US" dirty="0"/>
                            <a:t>Compliance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045584"/>
                      </a:ext>
                    </a:extLst>
                  </a:tr>
                  <a:tr h="6466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70" t="-203774" r="-101078" b="-1150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Mobility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6784909"/>
                      </a:ext>
                    </a:extLst>
                  </a:tr>
                  <a:tr h="6485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70" t="-300935" r="-101078" b="-140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Accelerance</a:t>
                          </a:r>
                          <a:r>
                            <a:rPr lang="en-US" dirty="0"/>
                            <a:t>/</a:t>
                          </a:r>
                        </a:p>
                        <a:p>
                          <a:pPr algn="ctr"/>
                          <a:r>
                            <a:rPr lang="en-US" dirty="0"/>
                            <a:t>Inertance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3137972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4">
                <a:extLst>
                  <a:ext uri="{FF2B5EF4-FFF2-40B4-BE49-F238E27FC236}">
                    <a16:creationId xmlns:a16="http://schemas.microsoft.com/office/drawing/2014/main" id="{D997FB9E-44A8-4F3E-8B04-79BC3A0895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4382591"/>
                  </p:ext>
                </p:extLst>
              </p:nvPr>
            </p:nvGraphicFramePr>
            <p:xfrm>
              <a:off x="6324063" y="3311141"/>
              <a:ext cx="4088564" cy="2314576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044282">
                      <a:extLst>
                        <a:ext uri="{9D8B030D-6E8A-4147-A177-3AD203B41FA5}">
                          <a16:colId xmlns:a16="http://schemas.microsoft.com/office/drawing/2014/main" val="470231140"/>
                        </a:ext>
                      </a:extLst>
                    </a:gridCol>
                    <a:gridCol w="2044282">
                      <a:extLst>
                        <a:ext uri="{9D8B030D-6E8A-4147-A177-3AD203B41FA5}">
                          <a16:colId xmlns:a16="http://schemas.microsoft.com/office/drawing/2014/main" val="30702282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FRF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Name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359542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mtClean="0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num>
                                  <m:den>
                                    <m:acc>
                                      <m:accPr>
                                        <m:chr m:val="̅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Dynamic stiffness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0455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mtClean="0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num>
                                  <m:den>
                                    <m:acc>
                                      <m:accPr>
                                        <m:chr m:val="̅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mtClean="0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</m:acc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Mechanical impedance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67849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mtClean="0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num>
                                  <m:den>
                                    <m:acc>
                                      <m:accPr>
                                        <m:chr m:val="̅"/>
                                        <m:ctrlPr>
                                          <a:rPr lang="en-US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Dynamic mass/</a:t>
                          </a:r>
                        </a:p>
                        <a:p>
                          <a:pPr algn="ctr"/>
                          <a:r>
                            <a:rPr lang="en-US" dirty="0"/>
                            <a:t>Apparent mass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313797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4">
                <a:extLst>
                  <a:ext uri="{FF2B5EF4-FFF2-40B4-BE49-F238E27FC236}">
                    <a16:creationId xmlns:a16="http://schemas.microsoft.com/office/drawing/2014/main" id="{D997FB9E-44A8-4F3E-8B04-79BC3A0895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4382591"/>
                  </p:ext>
                </p:extLst>
              </p:nvPr>
            </p:nvGraphicFramePr>
            <p:xfrm>
              <a:off x="6324063" y="3311141"/>
              <a:ext cx="4088564" cy="2314576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044282">
                      <a:extLst>
                        <a:ext uri="{9D8B030D-6E8A-4147-A177-3AD203B41FA5}">
                          <a16:colId xmlns:a16="http://schemas.microsoft.com/office/drawing/2014/main" val="470231140"/>
                        </a:ext>
                      </a:extLst>
                    </a:gridCol>
                    <a:gridCol w="2044282">
                      <a:extLst>
                        <a:ext uri="{9D8B030D-6E8A-4147-A177-3AD203B41FA5}">
                          <a16:colId xmlns:a16="http://schemas.microsoft.com/office/drawing/2014/main" val="307022820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FRF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Name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35954292"/>
                      </a:ext>
                    </a:extLst>
                  </a:tr>
                  <a:tr h="6466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98" t="-62264" r="-101190" b="-2150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Dynamic stiffness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9045584"/>
                      </a:ext>
                    </a:extLst>
                  </a:tr>
                  <a:tr h="6485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98" t="-160748" r="-101190" b="-1130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Mechanical impedance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6784909"/>
                      </a:ext>
                    </a:extLst>
                  </a:tr>
                  <a:tr h="6485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98" t="-263208" r="-101190" b="-14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Dynamic mass/</a:t>
                          </a:r>
                        </a:p>
                        <a:p>
                          <a:pPr algn="ctr"/>
                          <a:r>
                            <a:rPr lang="en-US" dirty="0"/>
                            <a:t>Apparent mass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3137972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9C60FF5-6820-6AE2-654A-DF3D2DA6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200" dirty="0"/>
              <a:t>Forced vibration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ABF97DD-38EE-F99E-4F59-48C67803E0B8}"/>
                  </a:ext>
                </a:extLst>
              </p14:cNvPr>
              <p14:cNvContentPartPr/>
              <p14:nvPr/>
            </p14:nvContentPartPr>
            <p14:xfrm>
              <a:off x="3488040" y="228960"/>
              <a:ext cx="8241840" cy="56736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ABF97DD-38EE-F99E-4F59-48C67803E0B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78680" y="219600"/>
                <a:ext cx="8260560" cy="569232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796413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7446"/>
    </mc:Choice>
    <mc:Fallback xmlns="">
      <p:transition spd="slow" advTm="137446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EA65BD-D55B-1AE9-39CC-7E76C6C7A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7829" y="-136525"/>
            <a:ext cx="7005682" cy="6858000"/>
          </a:xfrm>
          <a:prstGeom prst="rect">
            <a:avLst/>
          </a:prstGeom>
        </p:spPr>
      </p:pic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12DFC2D1-2FF4-7E9F-58F8-51C3055C9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200" dirty="0"/>
              <a:t>Forced vibration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5B8727F-4991-FE80-1CBE-7684235345D8}"/>
                  </a:ext>
                </a:extLst>
              </p14:cNvPr>
              <p14:cNvContentPartPr/>
              <p14:nvPr/>
            </p14:nvContentPartPr>
            <p14:xfrm>
              <a:off x="4093560" y="513720"/>
              <a:ext cx="7404120" cy="4275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5B8727F-4991-FE80-1CBE-7684235345D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84200" y="504360"/>
                <a:ext cx="7422840" cy="429444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908531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5588"/>
    </mc:Choice>
    <mc:Fallback xmlns="">
      <p:transition spd="slow" advTm="105588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3656A-7E6D-C405-FBA7-9AD1B6F25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Transient plus steady-response</a:t>
            </a:r>
          </a:p>
        </p:txBody>
      </p:sp>
      <p:pic>
        <p:nvPicPr>
          <p:cNvPr id="6" name="transientToSteadyState">
            <a:hlinkClick r:id="" action="ppaction://media"/>
            <a:extLst>
              <a:ext uri="{FF2B5EF4-FFF2-40B4-BE49-F238E27FC236}">
                <a16:creationId xmlns:a16="http://schemas.microsoft.com/office/drawing/2014/main" id="{C358E390-1015-178C-8701-262149B7B7AC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5413" y="1083855"/>
            <a:ext cx="6716712" cy="5037137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ED7E68-DF78-6158-3906-34DAE7000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Forced vibration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4DF137-0CD1-7E6C-7EDB-7BDA58FA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293B55F-D92D-66FB-1F0A-81A366AD4112}"/>
                  </a:ext>
                </a:extLst>
              </p14:cNvPr>
              <p14:cNvContentPartPr/>
              <p14:nvPr/>
            </p14:nvContentPartPr>
            <p14:xfrm>
              <a:off x="3021480" y="152640"/>
              <a:ext cx="9015840" cy="4307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293B55F-D92D-66FB-1F0A-81A366AD411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12120" y="143280"/>
                <a:ext cx="9034560" cy="432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7252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3656A-7E6D-C405-FBA7-9AD1B6F25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Transient plus steady-response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ED7E68-DF78-6158-3906-34DAE7000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Forced vibration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4DF137-0CD1-7E6C-7EDB-7BDA58FA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21</a:t>
            </a:fld>
            <a:endParaRPr lang="en-US"/>
          </a:p>
        </p:txBody>
      </p:sp>
      <p:pic>
        <p:nvPicPr>
          <p:cNvPr id="8" name="transientToSteadyState_withTransient">
            <a:hlinkClick r:id="" action="ppaction://media"/>
            <a:extLst>
              <a:ext uri="{FF2B5EF4-FFF2-40B4-BE49-F238E27FC236}">
                <a16:creationId xmlns:a16="http://schemas.microsoft.com/office/drawing/2014/main" id="{12D98CE0-22CC-E031-7402-B54E7695DD53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2735" y="1083855"/>
            <a:ext cx="6716712" cy="5037137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510C2C5-64EF-D39A-9018-E8580D7EE6C4}"/>
                  </a:ext>
                </a:extLst>
              </p14:cNvPr>
              <p14:cNvContentPartPr/>
              <p14:nvPr/>
            </p14:nvContentPartPr>
            <p14:xfrm>
              <a:off x="2919240" y="518760"/>
              <a:ext cx="6220080" cy="4671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510C2C5-64EF-D39A-9018-E8580D7EE6C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09880" y="509400"/>
                <a:ext cx="6238800" cy="468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36004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6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7B35E-F944-B7F5-2B9B-AABCF3D58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excitation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B2414-FD65-5B43-4CA1-640DD47A2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of forcing the mass, we can model the base as moving.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9C7F2F-C778-6E89-4DBC-1A0289921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22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42389994-8258-8ECA-1239-63052FDF8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200" dirty="0"/>
              <a:t>Forced vibration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9A48B36-E0AF-9568-81B0-8DDD60B30AF1}"/>
                  </a:ext>
                </a:extLst>
              </p14:cNvPr>
              <p14:cNvContentPartPr/>
              <p14:nvPr/>
            </p14:nvContentPartPr>
            <p14:xfrm>
              <a:off x="680040" y="249480"/>
              <a:ext cx="10697040" cy="6052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9A48B36-E0AF-9568-81B0-8DDD60B30A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0680" y="240120"/>
                <a:ext cx="10715760" cy="607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87939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8D859-260D-0124-D9ED-F1BF0A55F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2A1B1-D390-0C1C-023F-D653B9B9E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excitation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A5AE0-984E-20D6-14BB-B62A987C2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force is applied to a machine, how much force is transmitted to the base?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F39A3D-DA3C-B3FF-5F01-6F17057BA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23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7199DA6E-C7AF-B082-D946-819F6F1E0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200" dirty="0"/>
              <a:t>Forced vibration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4DA9BC6-E1F0-0837-AAE1-07D4F1C31673}"/>
                  </a:ext>
                </a:extLst>
              </p14:cNvPr>
              <p14:cNvContentPartPr/>
              <p14:nvPr/>
            </p14:nvContentPartPr>
            <p14:xfrm>
              <a:off x="1670760" y="1067040"/>
              <a:ext cx="7221600" cy="3918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4DA9BC6-E1F0-0837-AAE1-07D4F1C316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61400" y="1057680"/>
                <a:ext cx="7240320" cy="393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46807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7479-8ADD-4D2E-466F-1C53EC3C2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Transmissibilities</a:t>
            </a:r>
            <a:r>
              <a:rPr lang="en-US" dirty="0"/>
              <a:t> for single-stage isolators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5E9DDF-BF18-6CD6-02F1-DFFB7EE5AC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𝜁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𝜁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5E9DDF-BF18-6CD6-02F1-DFFB7EE5AC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47AA6-4A61-1310-4C51-202449F07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24</a:t>
            </a:fld>
            <a:endParaRPr 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2059CFC6-461C-50E9-D959-9A66958FE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200" dirty="0"/>
              <a:t>Forced vibration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A892EE9-DB36-3AB0-C892-E754C4F65319}"/>
                  </a:ext>
                </a:extLst>
              </p14:cNvPr>
              <p14:cNvContentPartPr/>
              <p14:nvPr/>
            </p14:nvContentPartPr>
            <p14:xfrm>
              <a:off x="177120" y="647640"/>
              <a:ext cx="9648360" cy="4015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A892EE9-DB36-3AB0-C892-E754C4F653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7760" y="638280"/>
                <a:ext cx="9667080" cy="403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97894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2EB93-DBB0-6CA8-423B-3EB443922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B985B-FFDC-F119-B68C-A21C64773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Transmissibilities</a:t>
            </a:r>
            <a:r>
              <a:rPr lang="en-US" dirty="0"/>
              <a:t> for single-stage isolators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6548C-D414-193D-B57B-7C37E8F10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25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545DF1-D8C8-06DD-FE4D-1160AF757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83" y="848497"/>
            <a:ext cx="6896100" cy="5248275"/>
          </a:xfrm>
          <a:prstGeom prst="rect">
            <a:avLst/>
          </a:prstGeom>
        </p:spPr>
      </p:pic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F2299EF9-22B6-9D01-84E6-78EECABB6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sz="1200" dirty="0"/>
              <a:t>Forced vibration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F94127B-AC60-81BF-5A84-92C96B47A2A7}"/>
                  </a:ext>
                </a:extLst>
              </p14:cNvPr>
              <p14:cNvContentPartPr/>
              <p14:nvPr/>
            </p14:nvContentPartPr>
            <p14:xfrm>
              <a:off x="203040" y="598680"/>
              <a:ext cx="10974600" cy="5579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F94127B-AC60-81BF-5A84-92C96B47A2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3680" y="589320"/>
                <a:ext cx="10993320" cy="559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6754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6F534-33BE-E08A-9563-A77D6819C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problem: Boat seat suspension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2DDA-703B-24CD-52D1-AEF6E04AA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a single stage suspension for a boat seat that has less than ± 3 cm of displacement when traveling into 1 m high (pk-pk) surface waves with a wavelength of 5 m and a speed of 4 m/s. The boat is traveling at 4.5 m/s into the waves. The mass of the seat plus the driver is 100 kg.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361CEF-5A94-412F-A0C0-35AF96250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Forced vibration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FA8643-4C27-45F4-C2CB-BEB3E1F6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740B565-FBE6-A33E-A780-DE38DB6E9D09}"/>
                  </a:ext>
                </a:extLst>
              </p14:cNvPr>
              <p14:cNvContentPartPr/>
              <p14:nvPr/>
            </p14:nvContentPartPr>
            <p14:xfrm>
              <a:off x="242640" y="401400"/>
              <a:ext cx="11862360" cy="5902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740B565-FBE6-A33E-A780-DE38DB6E9D0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280" y="392040"/>
                <a:ext cx="11881080" cy="592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2310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E823B-0376-006E-3CA2-6848B00BF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70556-7980-6616-053A-2C27413C8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problem: Boat seat suspension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3C2D3-8AB1-8338-C326-3545290B3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Explore alternative solutions: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9A2E8-7EA8-315E-8C4D-36C8B9E3C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dirty="0"/>
              <a:t>Forced vibration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DC571-4D20-63EA-5CF1-EBAA1161A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F1270-CA5A-4BF1-AAF5-16F08E48CB78}" type="slidenum">
              <a:rPr lang="en-US" smtClean="0"/>
              <a:t>27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B1F27C-F5ED-AF25-B2D7-118762C5B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131" y="659027"/>
            <a:ext cx="5568777" cy="423811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4DD4B64-67EF-F1A9-1E72-6C05A5826083}"/>
                  </a:ext>
                </a:extLst>
              </p14:cNvPr>
              <p14:cNvContentPartPr/>
              <p14:nvPr/>
            </p14:nvContentPartPr>
            <p14:xfrm>
              <a:off x="309600" y="225720"/>
              <a:ext cx="9847800" cy="60544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4DD4B64-67EF-F1A9-1E72-6C05A582608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0240" y="216360"/>
                <a:ext cx="9866520" cy="607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85456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7.1|2.5|2.6|1.4|5.9|4.8|15.2|2|25.6|2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1|2.6|2.6|11.7|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7|4.3|1.1|38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4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5.7|1.8|23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8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2.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0.9|0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3|11.4|17.2|11|34.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2|34.6|10.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13324</TotalTime>
  <Words>518</Words>
  <Application>Microsoft Office PowerPoint</Application>
  <PresentationFormat>Widescreen</PresentationFormat>
  <Paragraphs>140</Paragraphs>
  <Slides>27</Slides>
  <Notes>16</Notes>
  <HiddenSlides>0</HiddenSlides>
  <MMClips>11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Atkinson Hyperlegible</vt:lpstr>
      <vt:lpstr>Calibri</vt:lpstr>
      <vt:lpstr>Cambria Math</vt:lpstr>
      <vt:lpstr>Office Theme</vt:lpstr>
      <vt:lpstr>Vibration isolation</vt:lpstr>
      <vt:lpstr>Energy in undamped systems</vt:lpstr>
      <vt:lpstr>Energy in underdamped systems</vt:lpstr>
      <vt:lpstr>Forced oscillator</vt:lpstr>
      <vt:lpstr>Free body diagram with damping and forcing</vt:lpstr>
      <vt:lpstr>Forced equation of motion</vt:lpstr>
      <vt:lpstr>Forced oscillations</vt:lpstr>
      <vt:lpstr>Forced oscillations</vt:lpstr>
      <vt:lpstr>Forced oscillations</vt:lpstr>
      <vt:lpstr>Forced oscillations</vt:lpstr>
      <vt:lpstr>Forced oscillations</vt:lpstr>
      <vt:lpstr>Forced oscillations</vt:lpstr>
      <vt:lpstr>Frequency response functions</vt:lpstr>
      <vt:lpstr>Frequency response functions</vt:lpstr>
      <vt:lpstr>Frequency response functions</vt:lpstr>
      <vt:lpstr>Frequency response functions</vt:lpstr>
      <vt:lpstr>Frequency response functions</vt:lpstr>
      <vt:lpstr>Frequency response functions</vt:lpstr>
      <vt:lpstr>PowerPoint Presentation</vt:lpstr>
      <vt:lpstr>Transient plus steady-response</vt:lpstr>
      <vt:lpstr>Transient plus steady-response</vt:lpstr>
      <vt:lpstr>Base excitation</vt:lpstr>
      <vt:lpstr>Base excitation</vt:lpstr>
      <vt:lpstr>Transmissibilities for single-stage isolators</vt:lpstr>
      <vt:lpstr>Transmissibilities for single-stage isolators</vt:lpstr>
      <vt:lpstr>Example problem: Boat seat suspension</vt:lpstr>
      <vt:lpstr>Example problem: Boat seat suspension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Dare</dc:creator>
  <cp:lastModifiedBy>Dare, Tyler Patrick</cp:lastModifiedBy>
  <cp:revision>128</cp:revision>
  <dcterms:created xsi:type="dcterms:W3CDTF">2025-01-05T23:36:15Z</dcterms:created>
  <dcterms:modified xsi:type="dcterms:W3CDTF">2025-02-26T19:16:03Z</dcterms:modified>
</cp:coreProperties>
</file>